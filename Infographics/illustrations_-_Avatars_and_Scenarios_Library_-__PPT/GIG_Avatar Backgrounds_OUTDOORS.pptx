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31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Relationship Id="rId18" Type="http://schemas.openxmlformats.org/officeDocument/2006/relationships/image" Target="../media/image64.png"/><Relationship Id="rId19" Type="http://schemas.openxmlformats.org/officeDocument/2006/relationships/image" Target="../media/image65.png"/><Relationship Id="rId20" Type="http://schemas.openxmlformats.org/officeDocument/2006/relationships/image" Target="../media/image66.png"/><Relationship Id="rId21" Type="http://schemas.openxmlformats.org/officeDocument/2006/relationships/image" Target="../media/image67.png"/><Relationship Id="rId22" Type="http://schemas.openxmlformats.org/officeDocument/2006/relationships/image" Target="../media/image68.png"/><Relationship Id="rId23" Type="http://schemas.openxmlformats.org/officeDocument/2006/relationships/image" Target="../media/image69.png"/><Relationship Id="rId24" Type="http://schemas.openxmlformats.org/officeDocument/2006/relationships/image" Target="../media/image70.png"/><Relationship Id="rId25" Type="http://schemas.openxmlformats.org/officeDocument/2006/relationships/image" Target="../media/image71.png"/><Relationship Id="rId26" Type="http://schemas.openxmlformats.org/officeDocument/2006/relationships/image" Target="../media/image72.png"/><Relationship Id="rId27" Type="http://schemas.openxmlformats.org/officeDocument/2006/relationships/image" Target="../media/image73.png"/><Relationship Id="rId28" Type="http://schemas.openxmlformats.org/officeDocument/2006/relationships/image" Target="../media/image74.png"/><Relationship Id="rId29" Type="http://schemas.openxmlformats.org/officeDocument/2006/relationships/image" Target="../media/image75.png"/><Relationship Id="rId30" Type="http://schemas.openxmlformats.org/officeDocument/2006/relationships/image" Target="../media/image76.png"/><Relationship Id="rId31" Type="http://schemas.openxmlformats.org/officeDocument/2006/relationships/image" Target="../media/image77.png"/><Relationship Id="rId32" Type="http://schemas.openxmlformats.org/officeDocument/2006/relationships/image" Target="../media/image78.png"/><Relationship Id="rId33" Type="http://schemas.openxmlformats.org/officeDocument/2006/relationships/image" Target="../media/image79.png"/><Relationship Id="rId34" Type="http://schemas.openxmlformats.org/officeDocument/2006/relationships/image" Target="../media/image80.png"/><Relationship Id="rId35" Type="http://schemas.openxmlformats.org/officeDocument/2006/relationships/image" Target="../media/image81.png"/><Relationship Id="rId36" Type="http://schemas.openxmlformats.org/officeDocument/2006/relationships/image" Target="../media/image82.png"/><Relationship Id="rId37" Type="http://schemas.openxmlformats.org/officeDocument/2006/relationships/image" Target="../media/image83.png"/><Relationship Id="rId38" Type="http://schemas.openxmlformats.org/officeDocument/2006/relationships/image" Target="../media/image84.png"/><Relationship Id="rId39" Type="http://schemas.openxmlformats.org/officeDocument/2006/relationships/image" Target="../media/image85.png"/><Relationship Id="rId40" Type="http://schemas.openxmlformats.org/officeDocument/2006/relationships/image" Target="../media/image86.png"/><Relationship Id="rId41" Type="http://schemas.openxmlformats.org/officeDocument/2006/relationships/image" Target="../media/image87.png"/><Relationship Id="rId42" Type="http://schemas.openxmlformats.org/officeDocument/2006/relationships/image" Target="../media/image88.png"/><Relationship Id="rId43" Type="http://schemas.openxmlformats.org/officeDocument/2006/relationships/image" Target="../media/image89.png"/><Relationship Id="rId44" Type="http://schemas.openxmlformats.org/officeDocument/2006/relationships/image" Target="../media/image90.png"/><Relationship Id="rId45" Type="http://schemas.openxmlformats.org/officeDocument/2006/relationships/image" Target="../media/image91.png"/><Relationship Id="rId46" Type="http://schemas.openxmlformats.org/officeDocument/2006/relationships/image" Target="../media/image92.png"/><Relationship Id="rId47" Type="http://schemas.openxmlformats.org/officeDocument/2006/relationships/image" Target="../media/image93.png"/><Relationship Id="rId48" Type="http://schemas.openxmlformats.org/officeDocument/2006/relationships/image" Target="../media/image94.png"/><Relationship Id="rId49" Type="http://schemas.openxmlformats.org/officeDocument/2006/relationships/image" Target="../media/image95.png"/><Relationship Id="rId50" Type="http://schemas.openxmlformats.org/officeDocument/2006/relationships/image" Target="../media/image96.png"/><Relationship Id="rId51" Type="http://schemas.openxmlformats.org/officeDocument/2006/relationships/image" Target="../media/image97.png"/><Relationship Id="rId52" Type="http://schemas.openxmlformats.org/officeDocument/2006/relationships/image" Target="../media/image98.png"/><Relationship Id="rId53" Type="http://schemas.openxmlformats.org/officeDocument/2006/relationships/image" Target="../media/image99.png"/><Relationship Id="rId54" Type="http://schemas.openxmlformats.org/officeDocument/2006/relationships/image" Target="../media/image100.png"/><Relationship Id="rId55" Type="http://schemas.openxmlformats.org/officeDocument/2006/relationships/image" Target="../media/image101.png"/><Relationship Id="rId56" Type="http://schemas.openxmlformats.org/officeDocument/2006/relationships/image" Target="../media/image102.png"/><Relationship Id="rId57" Type="http://schemas.openxmlformats.org/officeDocument/2006/relationships/image" Target="../media/image103.png"/><Relationship Id="rId58" Type="http://schemas.openxmlformats.org/officeDocument/2006/relationships/image" Target="../media/image104.png"/><Relationship Id="rId59" Type="http://schemas.openxmlformats.org/officeDocument/2006/relationships/image" Target="../media/image105.png"/><Relationship Id="rId60" Type="http://schemas.openxmlformats.org/officeDocument/2006/relationships/image" Target="../media/image106.png"/><Relationship Id="rId61" Type="http://schemas.openxmlformats.org/officeDocument/2006/relationships/image" Target="../media/image107.png"/><Relationship Id="rId62" Type="http://schemas.openxmlformats.org/officeDocument/2006/relationships/image" Target="../media/image108.png"/><Relationship Id="rId63" Type="http://schemas.openxmlformats.org/officeDocument/2006/relationships/image" Target="../media/image10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png"/><Relationship Id="rId3" Type="http://schemas.openxmlformats.org/officeDocument/2006/relationships/image" Target="../media/image3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Relationship Id="rId16" Type="http://schemas.openxmlformats.org/officeDocument/2006/relationships/image" Target="../media/image123.png"/><Relationship Id="rId17" Type="http://schemas.openxmlformats.org/officeDocument/2006/relationships/image" Target="../media/image124.png"/><Relationship Id="rId18" Type="http://schemas.openxmlformats.org/officeDocument/2006/relationships/image" Target="../media/image125.png"/><Relationship Id="rId19" Type="http://schemas.openxmlformats.org/officeDocument/2006/relationships/image" Target="../media/image126.png"/><Relationship Id="rId20" Type="http://schemas.openxmlformats.org/officeDocument/2006/relationships/image" Target="../media/image127.png"/><Relationship Id="rId21" Type="http://schemas.openxmlformats.org/officeDocument/2006/relationships/image" Target="../media/image128.png"/><Relationship Id="rId22" Type="http://schemas.openxmlformats.org/officeDocument/2006/relationships/image" Target="../media/image129.png"/><Relationship Id="rId23" Type="http://schemas.openxmlformats.org/officeDocument/2006/relationships/image" Target="../media/image130.png"/><Relationship Id="rId24" Type="http://schemas.openxmlformats.org/officeDocument/2006/relationships/image" Target="../media/image131.png"/><Relationship Id="rId25" Type="http://schemas.openxmlformats.org/officeDocument/2006/relationships/image" Target="../media/image132.png"/><Relationship Id="rId26" Type="http://schemas.openxmlformats.org/officeDocument/2006/relationships/image" Target="../media/image133.png"/><Relationship Id="rId27" Type="http://schemas.openxmlformats.org/officeDocument/2006/relationships/image" Target="../media/image134.png"/><Relationship Id="rId28" Type="http://schemas.openxmlformats.org/officeDocument/2006/relationships/image" Target="../media/image135.png"/><Relationship Id="rId29" Type="http://schemas.openxmlformats.org/officeDocument/2006/relationships/image" Target="../media/image136.png"/><Relationship Id="rId30" Type="http://schemas.openxmlformats.org/officeDocument/2006/relationships/image" Target="../media/image137.png"/><Relationship Id="rId31" Type="http://schemas.openxmlformats.org/officeDocument/2006/relationships/image" Target="../media/image138.png"/><Relationship Id="rId32" Type="http://schemas.openxmlformats.org/officeDocument/2006/relationships/image" Target="../media/image139.png"/><Relationship Id="rId33" Type="http://schemas.openxmlformats.org/officeDocument/2006/relationships/image" Target="../media/image140.png"/><Relationship Id="rId34" Type="http://schemas.openxmlformats.org/officeDocument/2006/relationships/image" Target="../media/image141.png"/><Relationship Id="rId35" Type="http://schemas.openxmlformats.org/officeDocument/2006/relationships/image" Target="../media/image142.png"/><Relationship Id="rId36" Type="http://schemas.openxmlformats.org/officeDocument/2006/relationships/image" Target="../media/image143.png"/><Relationship Id="rId37" Type="http://schemas.openxmlformats.org/officeDocument/2006/relationships/image" Target="../media/image144.png"/><Relationship Id="rId38" Type="http://schemas.openxmlformats.org/officeDocument/2006/relationships/image" Target="../media/image145.png"/><Relationship Id="rId39" Type="http://schemas.openxmlformats.org/officeDocument/2006/relationships/image" Target="../media/image146.png"/><Relationship Id="rId40" Type="http://schemas.openxmlformats.org/officeDocument/2006/relationships/image" Target="../media/image147.png"/><Relationship Id="rId41" Type="http://schemas.openxmlformats.org/officeDocument/2006/relationships/image" Target="../media/image148.png"/><Relationship Id="rId42" Type="http://schemas.openxmlformats.org/officeDocument/2006/relationships/image" Target="../media/image149.png"/><Relationship Id="rId43" Type="http://schemas.openxmlformats.org/officeDocument/2006/relationships/image" Target="../media/image150.png"/><Relationship Id="rId44" Type="http://schemas.openxmlformats.org/officeDocument/2006/relationships/image" Target="../media/image151.png"/><Relationship Id="rId45" Type="http://schemas.openxmlformats.org/officeDocument/2006/relationships/image" Target="../media/image152.png"/><Relationship Id="rId46" Type="http://schemas.openxmlformats.org/officeDocument/2006/relationships/image" Target="../media/image153.png"/><Relationship Id="rId47" Type="http://schemas.openxmlformats.org/officeDocument/2006/relationships/image" Target="../media/image154.png"/><Relationship Id="rId48" Type="http://schemas.openxmlformats.org/officeDocument/2006/relationships/image" Target="../media/image155.png"/><Relationship Id="rId49" Type="http://schemas.openxmlformats.org/officeDocument/2006/relationships/image" Target="../media/image156.png"/><Relationship Id="rId50" Type="http://schemas.openxmlformats.org/officeDocument/2006/relationships/image" Target="../media/image157.png"/><Relationship Id="rId51" Type="http://schemas.openxmlformats.org/officeDocument/2006/relationships/image" Target="../media/image158.png"/><Relationship Id="rId52" Type="http://schemas.openxmlformats.org/officeDocument/2006/relationships/image" Target="../media/image159.png"/><Relationship Id="rId53" Type="http://schemas.openxmlformats.org/officeDocument/2006/relationships/image" Target="../media/image160.png"/><Relationship Id="rId54" Type="http://schemas.openxmlformats.org/officeDocument/2006/relationships/image" Target="../media/image161.png"/><Relationship Id="rId55" Type="http://schemas.openxmlformats.org/officeDocument/2006/relationships/image" Target="../media/image16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image" Target="../media/image172.png"/><Relationship Id="rId12" Type="http://schemas.openxmlformats.org/officeDocument/2006/relationships/image" Target="../media/image173.png"/><Relationship Id="rId13" Type="http://schemas.openxmlformats.org/officeDocument/2006/relationships/image" Target="../media/image174.png"/><Relationship Id="rId14" Type="http://schemas.openxmlformats.org/officeDocument/2006/relationships/image" Target="../media/image175.png"/><Relationship Id="rId15" Type="http://schemas.openxmlformats.org/officeDocument/2006/relationships/image" Target="../media/image17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png"/><Relationship Id="rId7" Type="http://schemas.openxmlformats.org/officeDocument/2006/relationships/image" Target="../media/image182.png"/><Relationship Id="rId8" Type="http://schemas.openxmlformats.org/officeDocument/2006/relationships/image" Target="../media/image183.png"/><Relationship Id="rId9" Type="http://schemas.openxmlformats.org/officeDocument/2006/relationships/image" Target="../media/image184.png"/><Relationship Id="rId10" Type="http://schemas.openxmlformats.org/officeDocument/2006/relationships/image" Target="../media/image185.png"/><Relationship Id="rId11" Type="http://schemas.openxmlformats.org/officeDocument/2006/relationships/image" Target="../media/image186.png"/><Relationship Id="rId12" Type="http://schemas.openxmlformats.org/officeDocument/2006/relationships/image" Target="../media/image187.png"/><Relationship Id="rId13" Type="http://schemas.openxmlformats.org/officeDocument/2006/relationships/image" Target="../media/image188.png"/><Relationship Id="rId14" Type="http://schemas.openxmlformats.org/officeDocument/2006/relationships/image" Target="../media/image189.png"/><Relationship Id="rId15" Type="http://schemas.openxmlformats.org/officeDocument/2006/relationships/image" Target="../media/image190.png"/><Relationship Id="rId16" Type="http://schemas.openxmlformats.org/officeDocument/2006/relationships/image" Target="../media/image19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2.png"/><Relationship Id="rId3" Type="http://schemas.openxmlformats.org/officeDocument/2006/relationships/image" Target="../media/image193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Relationship Id="rId9" Type="http://schemas.openxmlformats.org/officeDocument/2006/relationships/image" Target="../media/image19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0.png"/><Relationship Id="rId3" Type="http://schemas.openxmlformats.org/officeDocument/2006/relationships/image" Target="../media/image20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Relationship Id="rId8" Type="http://schemas.openxmlformats.org/officeDocument/2006/relationships/image" Target="../media/image206.png"/><Relationship Id="rId9" Type="http://schemas.openxmlformats.org/officeDocument/2006/relationships/image" Target="../media/image207.png"/><Relationship Id="rId10" Type="http://schemas.openxmlformats.org/officeDocument/2006/relationships/image" Target="../media/image208.png"/><Relationship Id="rId11" Type="http://schemas.openxmlformats.org/officeDocument/2006/relationships/image" Target="../media/image209.png"/><Relationship Id="rId12" Type="http://schemas.openxmlformats.org/officeDocument/2006/relationships/image" Target="../media/image210.png"/><Relationship Id="rId13" Type="http://schemas.openxmlformats.org/officeDocument/2006/relationships/image" Target="../media/image211.png"/><Relationship Id="rId14" Type="http://schemas.openxmlformats.org/officeDocument/2006/relationships/image" Target="../media/image212.png"/><Relationship Id="rId15" Type="http://schemas.openxmlformats.org/officeDocument/2006/relationships/image" Target="../media/image213.png"/><Relationship Id="rId16" Type="http://schemas.openxmlformats.org/officeDocument/2006/relationships/image" Target="../media/image214.png"/><Relationship Id="rId17" Type="http://schemas.openxmlformats.org/officeDocument/2006/relationships/image" Target="../media/image215.png"/><Relationship Id="rId18" Type="http://schemas.openxmlformats.org/officeDocument/2006/relationships/image" Target="../media/image216.png"/><Relationship Id="rId19" Type="http://schemas.openxmlformats.org/officeDocument/2006/relationships/image" Target="../media/image217.png"/><Relationship Id="rId20" Type="http://schemas.openxmlformats.org/officeDocument/2006/relationships/image" Target="../media/image218.png"/><Relationship Id="rId21" Type="http://schemas.openxmlformats.org/officeDocument/2006/relationships/image" Target="../media/image219.png"/><Relationship Id="rId22" Type="http://schemas.openxmlformats.org/officeDocument/2006/relationships/image" Target="../media/image22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Relationship Id="rId9" Type="http://schemas.openxmlformats.org/officeDocument/2006/relationships/image" Target="../media/image229.png"/><Relationship Id="rId10" Type="http://schemas.openxmlformats.org/officeDocument/2006/relationships/image" Target="../media/image230.png"/><Relationship Id="rId11" Type="http://schemas.openxmlformats.org/officeDocument/2006/relationships/image" Target="../media/image231.png"/><Relationship Id="rId12" Type="http://schemas.openxmlformats.org/officeDocument/2006/relationships/image" Target="../media/image232.png"/><Relationship Id="rId13" Type="http://schemas.openxmlformats.org/officeDocument/2006/relationships/image" Target="../media/image233.png"/><Relationship Id="rId14" Type="http://schemas.openxmlformats.org/officeDocument/2006/relationships/image" Target="../media/image234.png"/><Relationship Id="rId15" Type="http://schemas.openxmlformats.org/officeDocument/2006/relationships/image" Target="../media/image235.png"/><Relationship Id="rId16" Type="http://schemas.openxmlformats.org/officeDocument/2006/relationships/image" Target="../media/image236.png"/><Relationship Id="rId17" Type="http://schemas.openxmlformats.org/officeDocument/2006/relationships/image" Target="../media/image237.png"/><Relationship Id="rId18" Type="http://schemas.openxmlformats.org/officeDocument/2006/relationships/image" Target="../media/image238.png"/><Relationship Id="rId19" Type="http://schemas.openxmlformats.org/officeDocument/2006/relationships/image" Target="../media/image239.png"/><Relationship Id="rId20" Type="http://schemas.openxmlformats.org/officeDocument/2006/relationships/image" Target="../media/image240.png"/><Relationship Id="rId21" Type="http://schemas.openxmlformats.org/officeDocument/2006/relationships/image" Target="../media/image241.png"/><Relationship Id="rId22" Type="http://schemas.openxmlformats.org/officeDocument/2006/relationships/image" Target="../media/image242.png"/><Relationship Id="rId23" Type="http://schemas.openxmlformats.org/officeDocument/2006/relationships/image" Target="../media/image243.png"/><Relationship Id="rId24" Type="http://schemas.openxmlformats.org/officeDocument/2006/relationships/image" Target="../media/image244.png"/><Relationship Id="rId25" Type="http://schemas.openxmlformats.org/officeDocument/2006/relationships/image" Target="../media/image245.png"/><Relationship Id="rId26" Type="http://schemas.openxmlformats.org/officeDocument/2006/relationships/image" Target="../media/image24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Relationship Id="rId6" Type="http://schemas.openxmlformats.org/officeDocument/2006/relationships/image" Target="../media/image251.png"/><Relationship Id="rId7" Type="http://schemas.openxmlformats.org/officeDocument/2006/relationships/image" Target="../media/image252.png"/><Relationship Id="rId8" Type="http://schemas.openxmlformats.org/officeDocument/2006/relationships/image" Target="../media/image253.png"/><Relationship Id="rId9" Type="http://schemas.openxmlformats.org/officeDocument/2006/relationships/image" Target="../media/image254.png"/><Relationship Id="rId10" Type="http://schemas.openxmlformats.org/officeDocument/2006/relationships/image" Target="../media/image255.png"/><Relationship Id="rId11" Type="http://schemas.openxmlformats.org/officeDocument/2006/relationships/image" Target="../media/image256.png"/><Relationship Id="rId12" Type="http://schemas.openxmlformats.org/officeDocument/2006/relationships/image" Target="../media/image257.png"/><Relationship Id="rId13" Type="http://schemas.openxmlformats.org/officeDocument/2006/relationships/image" Target="../media/image258.png"/><Relationship Id="rId14" Type="http://schemas.openxmlformats.org/officeDocument/2006/relationships/image" Target="../media/image259.png"/><Relationship Id="rId15" Type="http://schemas.openxmlformats.org/officeDocument/2006/relationships/image" Target="../media/image260.png"/><Relationship Id="rId16" Type="http://schemas.openxmlformats.org/officeDocument/2006/relationships/image" Target="../media/image261.png"/><Relationship Id="rId17" Type="http://schemas.openxmlformats.org/officeDocument/2006/relationships/image" Target="../media/image26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3.png"/><Relationship Id="rId3" Type="http://schemas.openxmlformats.org/officeDocument/2006/relationships/image" Target="../media/image264.png"/><Relationship Id="rId4" Type="http://schemas.openxmlformats.org/officeDocument/2006/relationships/image" Target="../media/image265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Relationship Id="rId5" Type="http://schemas.openxmlformats.org/officeDocument/2006/relationships/image" Target="../media/image272.png"/><Relationship Id="rId6" Type="http://schemas.openxmlformats.org/officeDocument/2006/relationships/image" Target="../media/image273.png"/><Relationship Id="rId7" Type="http://schemas.openxmlformats.org/officeDocument/2006/relationships/image" Target="../media/image274.png"/><Relationship Id="rId8" Type="http://schemas.openxmlformats.org/officeDocument/2006/relationships/image" Target="../media/image275.png"/><Relationship Id="rId9" Type="http://schemas.openxmlformats.org/officeDocument/2006/relationships/image" Target="../media/image276.png"/><Relationship Id="rId10" Type="http://schemas.openxmlformats.org/officeDocument/2006/relationships/image" Target="../media/image277.png"/><Relationship Id="rId11" Type="http://schemas.openxmlformats.org/officeDocument/2006/relationships/image" Target="../media/image278.png"/><Relationship Id="rId12" Type="http://schemas.openxmlformats.org/officeDocument/2006/relationships/image" Target="../media/image279.png"/><Relationship Id="rId13" Type="http://schemas.openxmlformats.org/officeDocument/2006/relationships/image" Target="../media/image280.png"/><Relationship Id="rId14" Type="http://schemas.openxmlformats.org/officeDocument/2006/relationships/image" Target="../media/image28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8.png"/><Relationship Id="rId9" Type="http://schemas.openxmlformats.org/officeDocument/2006/relationships/image" Target="../media/image289.png"/><Relationship Id="rId10" Type="http://schemas.openxmlformats.org/officeDocument/2006/relationships/image" Target="../media/image290.png"/><Relationship Id="rId11" Type="http://schemas.openxmlformats.org/officeDocument/2006/relationships/image" Target="../media/image291.png"/><Relationship Id="rId12" Type="http://schemas.openxmlformats.org/officeDocument/2006/relationships/image" Target="../media/image292.png"/><Relationship Id="rId13" Type="http://schemas.openxmlformats.org/officeDocument/2006/relationships/image" Target="../media/image293.png"/><Relationship Id="rId14" Type="http://schemas.openxmlformats.org/officeDocument/2006/relationships/image" Target="../media/image294.png"/><Relationship Id="rId15" Type="http://schemas.openxmlformats.org/officeDocument/2006/relationships/image" Target="../media/image295.png"/><Relationship Id="rId16" Type="http://schemas.openxmlformats.org/officeDocument/2006/relationships/image" Target="../media/image296.png"/><Relationship Id="rId17" Type="http://schemas.openxmlformats.org/officeDocument/2006/relationships/image" Target="../media/image297.png"/><Relationship Id="rId18" Type="http://schemas.openxmlformats.org/officeDocument/2006/relationships/image" Target="../media/image298.png"/><Relationship Id="rId19" Type="http://schemas.openxmlformats.org/officeDocument/2006/relationships/image" Target="../media/image299.png"/><Relationship Id="rId20" Type="http://schemas.openxmlformats.org/officeDocument/2006/relationships/image" Target="../media/image300.png"/><Relationship Id="rId21" Type="http://schemas.openxmlformats.org/officeDocument/2006/relationships/image" Target="../media/image301.png"/><Relationship Id="rId22" Type="http://schemas.openxmlformats.org/officeDocument/2006/relationships/image" Target="../media/image302.png"/><Relationship Id="rId23" Type="http://schemas.openxmlformats.org/officeDocument/2006/relationships/image" Target="../media/image303.png"/><Relationship Id="rId24" Type="http://schemas.openxmlformats.org/officeDocument/2006/relationships/image" Target="../media/image304.png"/><Relationship Id="rId25" Type="http://schemas.openxmlformats.org/officeDocument/2006/relationships/image" Target="../media/image305.png"/><Relationship Id="rId26" Type="http://schemas.openxmlformats.org/officeDocument/2006/relationships/image" Target="../media/image306.png"/><Relationship Id="rId27" Type="http://schemas.openxmlformats.org/officeDocument/2006/relationships/image" Target="../media/image307.png"/><Relationship Id="rId28" Type="http://schemas.openxmlformats.org/officeDocument/2006/relationships/image" Target="../media/image308.png"/><Relationship Id="rId29" Type="http://schemas.openxmlformats.org/officeDocument/2006/relationships/image" Target="../media/image309.png"/><Relationship Id="rId30" Type="http://schemas.openxmlformats.org/officeDocument/2006/relationships/image" Target="../media/image310.png"/><Relationship Id="rId31" Type="http://schemas.openxmlformats.org/officeDocument/2006/relationships/image" Target="../media/image311.png"/><Relationship Id="rId32" Type="http://schemas.openxmlformats.org/officeDocument/2006/relationships/image" Target="../media/image31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3.png"/><Relationship Id="rId3" Type="http://schemas.openxmlformats.org/officeDocument/2006/relationships/image" Target="../media/image314.png"/><Relationship Id="rId4" Type="http://schemas.openxmlformats.org/officeDocument/2006/relationships/image" Target="../media/image315.png"/><Relationship Id="rId5" Type="http://schemas.openxmlformats.org/officeDocument/2006/relationships/image" Target="../media/image316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4172585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 </a:t>
            </a:r>
            <a:r>
              <a:rPr dirty="0" sz="4750" spc="-10" b="0">
                <a:solidFill>
                  <a:srgbClr val="FFFFFF"/>
                </a:solidFill>
                <a:latin typeface="Open Sans Light"/>
                <a:cs typeface="Open Sans Light"/>
              </a:rPr>
              <a:t>Outdoors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434360" y="2067995"/>
            <a:ext cx="7193280" cy="7193280"/>
            <a:chOff x="6434360" y="2067995"/>
            <a:chExt cx="7193280" cy="719328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9593" y="2080166"/>
              <a:ext cx="7182430" cy="71755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0863098" y="4917433"/>
              <a:ext cx="1022350" cy="568325"/>
            </a:xfrm>
            <a:custGeom>
              <a:avLst/>
              <a:gdLst/>
              <a:ahLst/>
              <a:cxnLst/>
              <a:rect l="l" t="t" r="r" b="b"/>
              <a:pathLst>
                <a:path w="1022350" h="568325">
                  <a:moveTo>
                    <a:pt x="1022210" y="312331"/>
                  </a:moveTo>
                  <a:lnTo>
                    <a:pt x="1014971" y="267462"/>
                  </a:lnTo>
                  <a:lnTo>
                    <a:pt x="994816" y="228485"/>
                  </a:lnTo>
                  <a:lnTo>
                    <a:pt x="964082" y="197751"/>
                  </a:lnTo>
                  <a:lnTo>
                    <a:pt x="925106" y="177596"/>
                  </a:lnTo>
                  <a:lnTo>
                    <a:pt x="880237" y="170357"/>
                  </a:lnTo>
                  <a:lnTo>
                    <a:pt x="835367" y="177596"/>
                  </a:lnTo>
                  <a:lnTo>
                    <a:pt x="807948" y="191782"/>
                  </a:lnTo>
                  <a:lnTo>
                    <a:pt x="807554" y="188810"/>
                  </a:lnTo>
                  <a:lnTo>
                    <a:pt x="789432" y="145846"/>
                  </a:lnTo>
                  <a:lnTo>
                    <a:pt x="761314" y="109448"/>
                  </a:lnTo>
                  <a:lnTo>
                    <a:pt x="724916" y="81330"/>
                  </a:lnTo>
                  <a:lnTo>
                    <a:pt x="681964" y="63207"/>
                  </a:lnTo>
                  <a:lnTo>
                    <a:pt x="634161" y="56781"/>
                  </a:lnTo>
                  <a:lnTo>
                    <a:pt x="586346" y="63207"/>
                  </a:lnTo>
                  <a:lnTo>
                    <a:pt x="543382" y="81330"/>
                  </a:lnTo>
                  <a:lnTo>
                    <a:pt x="539610" y="84251"/>
                  </a:lnTo>
                  <a:lnTo>
                    <a:pt x="515226" y="52666"/>
                  </a:lnTo>
                  <a:lnTo>
                    <a:pt x="478828" y="24549"/>
                  </a:lnTo>
                  <a:lnTo>
                    <a:pt x="435864" y="6426"/>
                  </a:lnTo>
                  <a:lnTo>
                    <a:pt x="388061" y="0"/>
                  </a:lnTo>
                  <a:lnTo>
                    <a:pt x="340258" y="6426"/>
                  </a:lnTo>
                  <a:lnTo>
                    <a:pt x="297294" y="24549"/>
                  </a:lnTo>
                  <a:lnTo>
                    <a:pt x="260896" y="52666"/>
                  </a:lnTo>
                  <a:lnTo>
                    <a:pt x="232778" y="89065"/>
                  </a:lnTo>
                  <a:lnTo>
                    <a:pt x="220141" y="118999"/>
                  </a:lnTo>
                  <a:lnTo>
                    <a:pt x="179844" y="113576"/>
                  </a:lnTo>
                  <a:lnTo>
                    <a:pt x="132041" y="120002"/>
                  </a:lnTo>
                  <a:lnTo>
                    <a:pt x="89077" y="138125"/>
                  </a:lnTo>
                  <a:lnTo>
                    <a:pt x="52679" y="166243"/>
                  </a:lnTo>
                  <a:lnTo>
                    <a:pt x="24561" y="202641"/>
                  </a:lnTo>
                  <a:lnTo>
                    <a:pt x="6426" y="245605"/>
                  </a:lnTo>
                  <a:lnTo>
                    <a:pt x="0" y="293408"/>
                  </a:lnTo>
                  <a:lnTo>
                    <a:pt x="6426" y="341210"/>
                  </a:lnTo>
                  <a:lnTo>
                    <a:pt x="24561" y="384162"/>
                  </a:lnTo>
                  <a:lnTo>
                    <a:pt x="52679" y="420560"/>
                  </a:lnTo>
                  <a:lnTo>
                    <a:pt x="89077" y="448678"/>
                  </a:lnTo>
                  <a:lnTo>
                    <a:pt x="132041" y="466813"/>
                  </a:lnTo>
                  <a:lnTo>
                    <a:pt x="179844" y="473227"/>
                  </a:lnTo>
                  <a:lnTo>
                    <a:pt x="227647" y="466813"/>
                  </a:lnTo>
                  <a:lnTo>
                    <a:pt x="232778" y="478815"/>
                  </a:lnTo>
                  <a:lnTo>
                    <a:pt x="260896" y="515213"/>
                  </a:lnTo>
                  <a:lnTo>
                    <a:pt x="297294" y="543331"/>
                  </a:lnTo>
                  <a:lnTo>
                    <a:pt x="340258" y="561454"/>
                  </a:lnTo>
                  <a:lnTo>
                    <a:pt x="388061" y="567880"/>
                  </a:lnTo>
                  <a:lnTo>
                    <a:pt x="435864" y="561454"/>
                  </a:lnTo>
                  <a:lnTo>
                    <a:pt x="478828" y="543331"/>
                  </a:lnTo>
                  <a:lnTo>
                    <a:pt x="515226" y="515213"/>
                  </a:lnTo>
                  <a:lnTo>
                    <a:pt x="543344" y="478815"/>
                  </a:lnTo>
                  <a:lnTo>
                    <a:pt x="551268" y="460019"/>
                  </a:lnTo>
                  <a:lnTo>
                    <a:pt x="557428" y="471893"/>
                  </a:lnTo>
                  <a:lnTo>
                    <a:pt x="588162" y="502627"/>
                  </a:lnTo>
                  <a:lnTo>
                    <a:pt x="627138" y="522795"/>
                  </a:lnTo>
                  <a:lnTo>
                    <a:pt x="672007" y="530021"/>
                  </a:lnTo>
                  <a:lnTo>
                    <a:pt x="716876" y="522795"/>
                  </a:lnTo>
                  <a:lnTo>
                    <a:pt x="755853" y="502627"/>
                  </a:lnTo>
                  <a:lnTo>
                    <a:pt x="786587" y="471893"/>
                  </a:lnTo>
                  <a:lnTo>
                    <a:pt x="806742" y="432930"/>
                  </a:lnTo>
                  <a:lnTo>
                    <a:pt x="806831" y="432320"/>
                  </a:lnTo>
                  <a:lnTo>
                    <a:pt x="835367" y="447065"/>
                  </a:lnTo>
                  <a:lnTo>
                    <a:pt x="880237" y="454304"/>
                  </a:lnTo>
                  <a:lnTo>
                    <a:pt x="925106" y="447065"/>
                  </a:lnTo>
                  <a:lnTo>
                    <a:pt x="964082" y="426910"/>
                  </a:lnTo>
                  <a:lnTo>
                    <a:pt x="994816" y="396176"/>
                  </a:lnTo>
                  <a:lnTo>
                    <a:pt x="1014971" y="357212"/>
                  </a:lnTo>
                  <a:lnTo>
                    <a:pt x="1022210" y="3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228" y="2279693"/>
              <a:ext cx="6963138" cy="696313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9843" y="2329181"/>
              <a:ext cx="6816201" cy="68072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7038" y="2152562"/>
              <a:ext cx="7025962" cy="702596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6999" y="2287297"/>
              <a:ext cx="6816242" cy="68072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06644" y="4134523"/>
              <a:ext cx="3392563" cy="384281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9939477" y="7263949"/>
              <a:ext cx="403225" cy="241300"/>
            </a:xfrm>
            <a:custGeom>
              <a:avLst/>
              <a:gdLst/>
              <a:ahLst/>
              <a:cxnLst/>
              <a:rect l="l" t="t" r="r" b="b"/>
              <a:pathLst>
                <a:path w="403225" h="241300">
                  <a:moveTo>
                    <a:pt x="274053" y="234708"/>
                  </a:moveTo>
                  <a:lnTo>
                    <a:pt x="115455" y="234708"/>
                  </a:lnTo>
                  <a:lnTo>
                    <a:pt x="146316" y="235966"/>
                  </a:lnTo>
                  <a:lnTo>
                    <a:pt x="206502" y="240919"/>
                  </a:lnTo>
                  <a:lnTo>
                    <a:pt x="236512" y="240169"/>
                  </a:lnTo>
                  <a:lnTo>
                    <a:pt x="272897" y="234975"/>
                  </a:lnTo>
                  <a:lnTo>
                    <a:pt x="274053" y="234708"/>
                  </a:lnTo>
                  <a:close/>
                </a:path>
                <a:path w="403225" h="241300">
                  <a:moveTo>
                    <a:pt x="402729" y="176276"/>
                  </a:moveTo>
                  <a:lnTo>
                    <a:pt x="397573" y="166865"/>
                  </a:lnTo>
                  <a:lnTo>
                    <a:pt x="378561" y="160045"/>
                  </a:lnTo>
                  <a:lnTo>
                    <a:pt x="346443" y="156565"/>
                  </a:lnTo>
                  <a:lnTo>
                    <a:pt x="288823" y="153911"/>
                  </a:lnTo>
                  <a:lnTo>
                    <a:pt x="252742" y="142240"/>
                  </a:lnTo>
                  <a:lnTo>
                    <a:pt x="192443" y="117843"/>
                  </a:lnTo>
                  <a:lnTo>
                    <a:pt x="134442" y="92760"/>
                  </a:lnTo>
                  <a:lnTo>
                    <a:pt x="100685" y="74599"/>
                  </a:lnTo>
                  <a:lnTo>
                    <a:pt x="98425" y="42519"/>
                  </a:lnTo>
                  <a:lnTo>
                    <a:pt x="99669" y="0"/>
                  </a:lnTo>
                  <a:lnTo>
                    <a:pt x="98475" y="0"/>
                  </a:lnTo>
                  <a:lnTo>
                    <a:pt x="70091" y="3009"/>
                  </a:lnTo>
                  <a:lnTo>
                    <a:pt x="37655" y="9639"/>
                  </a:lnTo>
                  <a:lnTo>
                    <a:pt x="11036" y="16281"/>
                  </a:lnTo>
                  <a:lnTo>
                    <a:pt x="0" y="19291"/>
                  </a:lnTo>
                  <a:lnTo>
                    <a:pt x="3987" y="54229"/>
                  </a:lnTo>
                  <a:lnTo>
                    <a:pt x="6591" y="74650"/>
                  </a:lnTo>
                  <a:lnTo>
                    <a:pt x="8940" y="88455"/>
                  </a:lnTo>
                  <a:lnTo>
                    <a:pt x="12192" y="103517"/>
                  </a:lnTo>
                  <a:lnTo>
                    <a:pt x="15341" y="130111"/>
                  </a:lnTo>
                  <a:lnTo>
                    <a:pt x="19773" y="201396"/>
                  </a:lnTo>
                  <a:lnTo>
                    <a:pt x="47053" y="240004"/>
                  </a:lnTo>
                  <a:lnTo>
                    <a:pt x="66509" y="239661"/>
                  </a:lnTo>
                  <a:lnTo>
                    <a:pt x="88798" y="236524"/>
                  </a:lnTo>
                  <a:lnTo>
                    <a:pt x="115366" y="234696"/>
                  </a:lnTo>
                  <a:lnTo>
                    <a:pt x="274066" y="234696"/>
                  </a:lnTo>
                  <a:lnTo>
                    <a:pt x="312610" y="225691"/>
                  </a:lnTo>
                  <a:lnTo>
                    <a:pt x="352602" y="212648"/>
                  </a:lnTo>
                  <a:lnTo>
                    <a:pt x="383235" y="198843"/>
                  </a:lnTo>
                  <a:lnTo>
                    <a:pt x="398945" y="186829"/>
                  </a:lnTo>
                  <a:lnTo>
                    <a:pt x="402729" y="17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048642" y="7353032"/>
              <a:ext cx="30480" cy="37465"/>
            </a:xfrm>
            <a:custGeom>
              <a:avLst/>
              <a:gdLst/>
              <a:ahLst/>
              <a:cxnLst/>
              <a:rect l="l" t="t" r="r" b="b"/>
              <a:pathLst>
                <a:path w="30479" h="37465">
                  <a:moveTo>
                    <a:pt x="21114" y="24407"/>
                  </a:moveTo>
                  <a:lnTo>
                    <a:pt x="14345" y="24407"/>
                  </a:lnTo>
                  <a:lnTo>
                    <a:pt x="13706" y="24910"/>
                  </a:lnTo>
                  <a:lnTo>
                    <a:pt x="8271" y="29548"/>
                  </a:lnTo>
                  <a:lnTo>
                    <a:pt x="6952" y="37286"/>
                  </a:lnTo>
                  <a:lnTo>
                    <a:pt x="17947" y="33925"/>
                  </a:lnTo>
                  <a:lnTo>
                    <a:pt x="21114" y="24407"/>
                  </a:lnTo>
                  <a:close/>
                </a:path>
                <a:path w="30479" h="37465">
                  <a:moveTo>
                    <a:pt x="13193" y="18732"/>
                  </a:moveTo>
                  <a:lnTo>
                    <a:pt x="5769" y="19119"/>
                  </a:lnTo>
                  <a:lnTo>
                    <a:pt x="0" y="24439"/>
                  </a:lnTo>
                  <a:lnTo>
                    <a:pt x="6251" y="26753"/>
                  </a:lnTo>
                  <a:lnTo>
                    <a:pt x="14345" y="24407"/>
                  </a:lnTo>
                  <a:lnTo>
                    <a:pt x="21114" y="24407"/>
                  </a:lnTo>
                  <a:lnTo>
                    <a:pt x="22365" y="20648"/>
                  </a:lnTo>
                  <a:lnTo>
                    <a:pt x="25350" y="19371"/>
                  </a:lnTo>
                  <a:lnTo>
                    <a:pt x="25571" y="18753"/>
                  </a:lnTo>
                  <a:lnTo>
                    <a:pt x="13193" y="18732"/>
                  </a:lnTo>
                  <a:close/>
                </a:path>
                <a:path w="30479" h="37465">
                  <a:moveTo>
                    <a:pt x="10135" y="9319"/>
                  </a:moveTo>
                  <a:lnTo>
                    <a:pt x="2314" y="10020"/>
                  </a:lnTo>
                  <a:lnTo>
                    <a:pt x="5863" y="15664"/>
                  </a:lnTo>
                  <a:lnTo>
                    <a:pt x="13716" y="18742"/>
                  </a:lnTo>
                  <a:lnTo>
                    <a:pt x="13434" y="18753"/>
                  </a:lnTo>
                  <a:lnTo>
                    <a:pt x="25571" y="18753"/>
                  </a:lnTo>
                  <a:lnTo>
                    <a:pt x="27323" y="13863"/>
                  </a:lnTo>
                  <a:lnTo>
                    <a:pt x="16669" y="13863"/>
                  </a:lnTo>
                  <a:lnTo>
                    <a:pt x="16439" y="13706"/>
                  </a:lnTo>
                  <a:lnTo>
                    <a:pt x="16261" y="13549"/>
                  </a:lnTo>
                  <a:lnTo>
                    <a:pt x="10135" y="9319"/>
                  </a:lnTo>
                  <a:close/>
                </a:path>
                <a:path w="30479" h="37465">
                  <a:moveTo>
                    <a:pt x="12952" y="0"/>
                  </a:moveTo>
                  <a:lnTo>
                    <a:pt x="12324" y="6638"/>
                  </a:lnTo>
                  <a:lnTo>
                    <a:pt x="16669" y="13863"/>
                  </a:lnTo>
                  <a:lnTo>
                    <a:pt x="27323" y="13863"/>
                  </a:lnTo>
                  <a:lnTo>
                    <a:pt x="28062" y="11800"/>
                  </a:lnTo>
                  <a:lnTo>
                    <a:pt x="21978" y="11800"/>
                  </a:lnTo>
                  <a:lnTo>
                    <a:pt x="21852" y="11298"/>
                  </a:lnTo>
                  <a:lnTo>
                    <a:pt x="19570" y="4219"/>
                  </a:lnTo>
                  <a:lnTo>
                    <a:pt x="12952" y="0"/>
                  </a:lnTo>
                  <a:close/>
                </a:path>
                <a:path w="30479" h="37465">
                  <a:moveTo>
                    <a:pt x="23506" y="2818"/>
                  </a:moveTo>
                  <a:lnTo>
                    <a:pt x="22941" y="3423"/>
                  </a:lnTo>
                  <a:lnTo>
                    <a:pt x="21978" y="11800"/>
                  </a:lnTo>
                  <a:lnTo>
                    <a:pt x="28062" y="11800"/>
                  </a:lnTo>
                  <a:lnTo>
                    <a:pt x="30166" y="5926"/>
                  </a:lnTo>
                  <a:lnTo>
                    <a:pt x="30099" y="5742"/>
                  </a:lnTo>
                  <a:lnTo>
                    <a:pt x="23506" y="2818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943656" y="7309173"/>
              <a:ext cx="44450" cy="43815"/>
            </a:xfrm>
            <a:custGeom>
              <a:avLst/>
              <a:gdLst/>
              <a:ahLst/>
              <a:cxnLst/>
              <a:rect l="l" t="t" r="r" b="b"/>
              <a:pathLst>
                <a:path w="44450" h="43815">
                  <a:moveTo>
                    <a:pt x="4838" y="19634"/>
                  </a:moveTo>
                  <a:lnTo>
                    <a:pt x="2806" y="19329"/>
                  </a:lnTo>
                  <a:lnTo>
                    <a:pt x="1104" y="19113"/>
                  </a:lnTo>
                  <a:lnTo>
                    <a:pt x="2032" y="26428"/>
                  </a:lnTo>
                  <a:lnTo>
                    <a:pt x="3416" y="27838"/>
                  </a:lnTo>
                  <a:lnTo>
                    <a:pt x="3556" y="27825"/>
                  </a:lnTo>
                  <a:lnTo>
                    <a:pt x="3848" y="25133"/>
                  </a:lnTo>
                  <a:lnTo>
                    <a:pt x="4279" y="22377"/>
                  </a:lnTo>
                  <a:lnTo>
                    <a:pt x="4838" y="19634"/>
                  </a:lnTo>
                  <a:close/>
                </a:path>
                <a:path w="44450" h="43815">
                  <a:moveTo>
                    <a:pt x="9347" y="29464"/>
                  </a:moveTo>
                  <a:lnTo>
                    <a:pt x="7785" y="29197"/>
                  </a:lnTo>
                  <a:lnTo>
                    <a:pt x="6223" y="28943"/>
                  </a:lnTo>
                  <a:lnTo>
                    <a:pt x="4673" y="28752"/>
                  </a:lnTo>
                  <a:lnTo>
                    <a:pt x="4610" y="29032"/>
                  </a:lnTo>
                  <a:lnTo>
                    <a:pt x="5803" y="30213"/>
                  </a:lnTo>
                  <a:lnTo>
                    <a:pt x="7137" y="31470"/>
                  </a:lnTo>
                  <a:lnTo>
                    <a:pt x="8547" y="32727"/>
                  </a:lnTo>
                  <a:lnTo>
                    <a:pt x="8813" y="31648"/>
                  </a:lnTo>
                  <a:lnTo>
                    <a:pt x="9029" y="30543"/>
                  </a:lnTo>
                  <a:lnTo>
                    <a:pt x="9347" y="29464"/>
                  </a:lnTo>
                  <a:close/>
                </a:path>
                <a:path w="44450" h="43815">
                  <a:moveTo>
                    <a:pt x="11010" y="317"/>
                  </a:moveTo>
                  <a:lnTo>
                    <a:pt x="5054" y="1651"/>
                  </a:lnTo>
                  <a:lnTo>
                    <a:pt x="2184" y="4991"/>
                  </a:lnTo>
                  <a:lnTo>
                    <a:pt x="1346" y="9042"/>
                  </a:lnTo>
                  <a:lnTo>
                    <a:pt x="1079" y="9258"/>
                  </a:lnTo>
                  <a:lnTo>
                    <a:pt x="0" y="10439"/>
                  </a:lnTo>
                  <a:lnTo>
                    <a:pt x="876" y="17348"/>
                  </a:lnTo>
                  <a:lnTo>
                    <a:pt x="3086" y="17208"/>
                  </a:lnTo>
                  <a:lnTo>
                    <a:pt x="5422" y="17246"/>
                  </a:lnTo>
                  <a:lnTo>
                    <a:pt x="6121" y="14185"/>
                  </a:lnTo>
                  <a:lnTo>
                    <a:pt x="7035" y="11163"/>
                  </a:lnTo>
                  <a:lnTo>
                    <a:pt x="7899" y="8483"/>
                  </a:lnTo>
                  <a:lnTo>
                    <a:pt x="7988" y="8242"/>
                  </a:lnTo>
                  <a:lnTo>
                    <a:pt x="6311" y="8242"/>
                  </a:lnTo>
                  <a:lnTo>
                    <a:pt x="4622" y="8216"/>
                  </a:lnTo>
                  <a:lnTo>
                    <a:pt x="2794" y="8483"/>
                  </a:lnTo>
                  <a:lnTo>
                    <a:pt x="2794" y="8191"/>
                  </a:lnTo>
                  <a:lnTo>
                    <a:pt x="4521" y="7188"/>
                  </a:lnTo>
                  <a:lnTo>
                    <a:pt x="6464" y="6807"/>
                  </a:lnTo>
                  <a:lnTo>
                    <a:pt x="8445" y="6616"/>
                  </a:lnTo>
                  <a:lnTo>
                    <a:pt x="9194" y="4406"/>
                  </a:lnTo>
                  <a:lnTo>
                    <a:pt x="10134" y="2387"/>
                  </a:lnTo>
                  <a:lnTo>
                    <a:pt x="11010" y="317"/>
                  </a:lnTo>
                  <a:close/>
                </a:path>
                <a:path w="44450" h="43815">
                  <a:moveTo>
                    <a:pt x="12026" y="20815"/>
                  </a:moveTo>
                  <a:lnTo>
                    <a:pt x="10223" y="20485"/>
                  </a:lnTo>
                  <a:lnTo>
                    <a:pt x="6578" y="19913"/>
                  </a:lnTo>
                  <a:lnTo>
                    <a:pt x="5981" y="22542"/>
                  </a:lnTo>
                  <a:lnTo>
                    <a:pt x="4876" y="27800"/>
                  </a:lnTo>
                  <a:lnTo>
                    <a:pt x="6477" y="27863"/>
                  </a:lnTo>
                  <a:lnTo>
                    <a:pt x="8089" y="28041"/>
                  </a:lnTo>
                  <a:lnTo>
                    <a:pt x="9715" y="28257"/>
                  </a:lnTo>
                  <a:lnTo>
                    <a:pt x="10464" y="25781"/>
                  </a:lnTo>
                  <a:lnTo>
                    <a:pt x="11290" y="23329"/>
                  </a:lnTo>
                  <a:lnTo>
                    <a:pt x="12026" y="20815"/>
                  </a:lnTo>
                  <a:close/>
                </a:path>
                <a:path w="44450" h="43815">
                  <a:moveTo>
                    <a:pt x="15951" y="8343"/>
                  </a:moveTo>
                  <a:lnTo>
                    <a:pt x="14071" y="8216"/>
                  </a:lnTo>
                  <a:lnTo>
                    <a:pt x="12179" y="8102"/>
                  </a:lnTo>
                  <a:lnTo>
                    <a:pt x="10299" y="8077"/>
                  </a:lnTo>
                  <a:lnTo>
                    <a:pt x="8661" y="12077"/>
                  </a:lnTo>
                  <a:lnTo>
                    <a:pt x="8077" y="14058"/>
                  </a:lnTo>
                  <a:lnTo>
                    <a:pt x="7759" y="15151"/>
                  </a:lnTo>
                  <a:lnTo>
                    <a:pt x="7518" y="16230"/>
                  </a:lnTo>
                  <a:lnTo>
                    <a:pt x="7239" y="17322"/>
                  </a:lnTo>
                  <a:lnTo>
                    <a:pt x="9131" y="17462"/>
                  </a:lnTo>
                  <a:lnTo>
                    <a:pt x="11036" y="17678"/>
                  </a:lnTo>
                  <a:lnTo>
                    <a:pt x="12915" y="18008"/>
                  </a:lnTo>
                  <a:lnTo>
                    <a:pt x="13906" y="14782"/>
                  </a:lnTo>
                  <a:lnTo>
                    <a:pt x="15951" y="8343"/>
                  </a:lnTo>
                  <a:close/>
                </a:path>
                <a:path w="44450" h="43815">
                  <a:moveTo>
                    <a:pt x="18161" y="31026"/>
                  </a:moveTo>
                  <a:lnTo>
                    <a:pt x="15938" y="30645"/>
                  </a:lnTo>
                  <a:lnTo>
                    <a:pt x="13703" y="30213"/>
                  </a:lnTo>
                  <a:lnTo>
                    <a:pt x="11468" y="29806"/>
                  </a:lnTo>
                  <a:lnTo>
                    <a:pt x="11125" y="31381"/>
                  </a:lnTo>
                  <a:lnTo>
                    <a:pt x="10909" y="32969"/>
                  </a:lnTo>
                  <a:lnTo>
                    <a:pt x="10629" y="34556"/>
                  </a:lnTo>
                  <a:lnTo>
                    <a:pt x="12407" y="36042"/>
                  </a:lnTo>
                  <a:lnTo>
                    <a:pt x="14287" y="37477"/>
                  </a:lnTo>
                  <a:lnTo>
                    <a:pt x="16205" y="38760"/>
                  </a:lnTo>
                  <a:lnTo>
                    <a:pt x="16713" y="36169"/>
                  </a:lnTo>
                  <a:lnTo>
                    <a:pt x="17373" y="33591"/>
                  </a:lnTo>
                  <a:lnTo>
                    <a:pt x="18161" y="31026"/>
                  </a:lnTo>
                  <a:close/>
                </a:path>
                <a:path w="44450" h="43815">
                  <a:moveTo>
                    <a:pt x="18351" y="723"/>
                  </a:moveTo>
                  <a:lnTo>
                    <a:pt x="16573" y="203"/>
                  </a:lnTo>
                  <a:lnTo>
                    <a:pt x="14770" y="0"/>
                  </a:lnTo>
                  <a:lnTo>
                    <a:pt x="12954" y="127"/>
                  </a:lnTo>
                  <a:lnTo>
                    <a:pt x="12458" y="2247"/>
                  </a:lnTo>
                  <a:lnTo>
                    <a:pt x="11785" y="4368"/>
                  </a:lnTo>
                  <a:lnTo>
                    <a:pt x="10947" y="6464"/>
                  </a:lnTo>
                  <a:lnTo>
                    <a:pt x="12839" y="6451"/>
                  </a:lnTo>
                  <a:lnTo>
                    <a:pt x="14732" y="6527"/>
                  </a:lnTo>
                  <a:lnTo>
                    <a:pt x="16522" y="6553"/>
                  </a:lnTo>
                  <a:lnTo>
                    <a:pt x="18351" y="723"/>
                  </a:lnTo>
                  <a:close/>
                </a:path>
                <a:path w="44450" h="43815">
                  <a:moveTo>
                    <a:pt x="20929" y="22326"/>
                  </a:moveTo>
                  <a:lnTo>
                    <a:pt x="16040" y="21513"/>
                  </a:lnTo>
                  <a:lnTo>
                    <a:pt x="13601" y="21082"/>
                  </a:lnTo>
                  <a:lnTo>
                    <a:pt x="12992" y="23571"/>
                  </a:lnTo>
                  <a:lnTo>
                    <a:pt x="12293" y="26022"/>
                  </a:lnTo>
                  <a:lnTo>
                    <a:pt x="11760" y="28524"/>
                  </a:lnTo>
                  <a:lnTo>
                    <a:pt x="16357" y="29184"/>
                  </a:lnTo>
                  <a:lnTo>
                    <a:pt x="18630" y="29502"/>
                  </a:lnTo>
                  <a:lnTo>
                    <a:pt x="20193" y="24688"/>
                  </a:lnTo>
                  <a:lnTo>
                    <a:pt x="20929" y="22326"/>
                  </a:lnTo>
                  <a:close/>
                </a:path>
                <a:path w="44450" h="43815">
                  <a:moveTo>
                    <a:pt x="24993" y="8966"/>
                  </a:moveTo>
                  <a:lnTo>
                    <a:pt x="19799" y="8648"/>
                  </a:lnTo>
                  <a:lnTo>
                    <a:pt x="17208" y="8432"/>
                  </a:lnTo>
                  <a:lnTo>
                    <a:pt x="16243" y="11696"/>
                  </a:lnTo>
                  <a:lnTo>
                    <a:pt x="15176" y="14897"/>
                  </a:lnTo>
                  <a:lnTo>
                    <a:pt x="14312" y="18211"/>
                  </a:lnTo>
                  <a:lnTo>
                    <a:pt x="17602" y="18796"/>
                  </a:lnTo>
                  <a:lnTo>
                    <a:pt x="20053" y="19151"/>
                  </a:lnTo>
                  <a:lnTo>
                    <a:pt x="20916" y="19202"/>
                  </a:lnTo>
                  <a:lnTo>
                    <a:pt x="21805" y="19329"/>
                  </a:lnTo>
                  <a:lnTo>
                    <a:pt x="22745" y="15963"/>
                  </a:lnTo>
                  <a:lnTo>
                    <a:pt x="23698" y="12331"/>
                  </a:lnTo>
                  <a:lnTo>
                    <a:pt x="24993" y="8966"/>
                  </a:lnTo>
                  <a:close/>
                </a:path>
                <a:path w="44450" h="43815">
                  <a:moveTo>
                    <a:pt x="26085" y="32181"/>
                  </a:moveTo>
                  <a:lnTo>
                    <a:pt x="25349" y="32092"/>
                  </a:lnTo>
                  <a:lnTo>
                    <a:pt x="24574" y="31953"/>
                  </a:lnTo>
                  <a:lnTo>
                    <a:pt x="23863" y="31889"/>
                  </a:lnTo>
                  <a:lnTo>
                    <a:pt x="22758" y="31775"/>
                  </a:lnTo>
                  <a:lnTo>
                    <a:pt x="21628" y="31559"/>
                  </a:lnTo>
                  <a:lnTo>
                    <a:pt x="20497" y="31381"/>
                  </a:lnTo>
                  <a:lnTo>
                    <a:pt x="19723" y="34226"/>
                  </a:lnTo>
                  <a:lnTo>
                    <a:pt x="18846" y="37033"/>
                  </a:lnTo>
                  <a:lnTo>
                    <a:pt x="17856" y="39789"/>
                  </a:lnTo>
                  <a:lnTo>
                    <a:pt x="19507" y="40792"/>
                  </a:lnTo>
                  <a:lnTo>
                    <a:pt x="21158" y="41668"/>
                  </a:lnTo>
                  <a:lnTo>
                    <a:pt x="22783" y="42291"/>
                  </a:lnTo>
                  <a:lnTo>
                    <a:pt x="23736" y="38887"/>
                  </a:lnTo>
                  <a:lnTo>
                    <a:pt x="24853" y="35534"/>
                  </a:lnTo>
                  <a:lnTo>
                    <a:pt x="26085" y="32181"/>
                  </a:lnTo>
                  <a:close/>
                </a:path>
                <a:path w="44450" h="43815">
                  <a:moveTo>
                    <a:pt x="26898" y="5130"/>
                  </a:moveTo>
                  <a:lnTo>
                    <a:pt x="24536" y="3429"/>
                  </a:lnTo>
                  <a:lnTo>
                    <a:pt x="21983" y="2006"/>
                  </a:lnTo>
                  <a:lnTo>
                    <a:pt x="19367" y="1079"/>
                  </a:lnTo>
                  <a:lnTo>
                    <a:pt x="18821" y="2895"/>
                  </a:lnTo>
                  <a:lnTo>
                    <a:pt x="18300" y="4749"/>
                  </a:lnTo>
                  <a:lnTo>
                    <a:pt x="17741" y="6565"/>
                  </a:lnTo>
                  <a:lnTo>
                    <a:pt x="20447" y="6553"/>
                  </a:lnTo>
                  <a:lnTo>
                    <a:pt x="23241" y="6477"/>
                  </a:lnTo>
                  <a:lnTo>
                    <a:pt x="26035" y="6502"/>
                  </a:lnTo>
                  <a:lnTo>
                    <a:pt x="26276" y="6007"/>
                  </a:lnTo>
                  <a:lnTo>
                    <a:pt x="26631" y="5613"/>
                  </a:lnTo>
                  <a:lnTo>
                    <a:pt x="26898" y="5130"/>
                  </a:lnTo>
                  <a:close/>
                </a:path>
                <a:path w="44450" h="43815">
                  <a:moveTo>
                    <a:pt x="28841" y="6642"/>
                  </a:moveTo>
                  <a:close/>
                </a:path>
                <a:path w="44450" h="43815">
                  <a:moveTo>
                    <a:pt x="29248" y="23520"/>
                  </a:moveTo>
                  <a:lnTo>
                    <a:pt x="27190" y="23279"/>
                  </a:lnTo>
                  <a:lnTo>
                    <a:pt x="25133" y="22987"/>
                  </a:lnTo>
                  <a:lnTo>
                    <a:pt x="23101" y="22682"/>
                  </a:lnTo>
                  <a:lnTo>
                    <a:pt x="22987" y="22987"/>
                  </a:lnTo>
                  <a:lnTo>
                    <a:pt x="22847" y="23291"/>
                  </a:lnTo>
                  <a:lnTo>
                    <a:pt x="22098" y="25615"/>
                  </a:lnTo>
                  <a:lnTo>
                    <a:pt x="21513" y="27698"/>
                  </a:lnTo>
                  <a:lnTo>
                    <a:pt x="20955" y="29781"/>
                  </a:lnTo>
                  <a:lnTo>
                    <a:pt x="21437" y="29845"/>
                  </a:lnTo>
                  <a:lnTo>
                    <a:pt x="21945" y="29933"/>
                  </a:lnTo>
                  <a:lnTo>
                    <a:pt x="23863" y="30086"/>
                  </a:lnTo>
                  <a:lnTo>
                    <a:pt x="26784" y="30289"/>
                  </a:lnTo>
                  <a:lnTo>
                    <a:pt x="28206" y="26441"/>
                  </a:lnTo>
                  <a:lnTo>
                    <a:pt x="29019" y="24218"/>
                  </a:lnTo>
                  <a:lnTo>
                    <a:pt x="29248" y="23520"/>
                  </a:lnTo>
                  <a:close/>
                </a:path>
                <a:path w="44450" h="43815">
                  <a:moveTo>
                    <a:pt x="33985" y="33274"/>
                  </a:moveTo>
                  <a:lnTo>
                    <a:pt x="30200" y="32766"/>
                  </a:lnTo>
                  <a:lnTo>
                    <a:pt x="28346" y="32499"/>
                  </a:lnTo>
                  <a:lnTo>
                    <a:pt x="27051" y="35953"/>
                  </a:lnTo>
                  <a:lnTo>
                    <a:pt x="25666" y="39370"/>
                  </a:lnTo>
                  <a:lnTo>
                    <a:pt x="24117" y="42684"/>
                  </a:lnTo>
                  <a:lnTo>
                    <a:pt x="25463" y="43129"/>
                  </a:lnTo>
                  <a:lnTo>
                    <a:pt x="27635" y="43497"/>
                  </a:lnTo>
                  <a:lnTo>
                    <a:pt x="29121" y="43370"/>
                  </a:lnTo>
                  <a:lnTo>
                    <a:pt x="30607" y="43154"/>
                  </a:lnTo>
                  <a:lnTo>
                    <a:pt x="31610" y="39839"/>
                  </a:lnTo>
                  <a:lnTo>
                    <a:pt x="32702" y="36525"/>
                  </a:lnTo>
                  <a:lnTo>
                    <a:pt x="33985" y="33274"/>
                  </a:lnTo>
                  <a:close/>
                </a:path>
                <a:path w="44450" h="43815">
                  <a:moveTo>
                    <a:pt x="34023" y="11061"/>
                  </a:moveTo>
                  <a:lnTo>
                    <a:pt x="32512" y="9702"/>
                  </a:lnTo>
                  <a:lnTo>
                    <a:pt x="31711" y="8991"/>
                  </a:lnTo>
                  <a:lnTo>
                    <a:pt x="30492" y="9017"/>
                  </a:lnTo>
                  <a:lnTo>
                    <a:pt x="29298" y="9131"/>
                  </a:lnTo>
                  <a:lnTo>
                    <a:pt x="28079" y="9105"/>
                  </a:lnTo>
                  <a:lnTo>
                    <a:pt x="27063" y="12623"/>
                  </a:lnTo>
                  <a:lnTo>
                    <a:pt x="25577" y="16192"/>
                  </a:lnTo>
                  <a:lnTo>
                    <a:pt x="24244" y="19596"/>
                  </a:lnTo>
                  <a:lnTo>
                    <a:pt x="28308" y="20078"/>
                  </a:lnTo>
                  <a:lnTo>
                    <a:pt x="30327" y="20256"/>
                  </a:lnTo>
                  <a:lnTo>
                    <a:pt x="31330" y="17094"/>
                  </a:lnTo>
                  <a:lnTo>
                    <a:pt x="32410" y="13817"/>
                  </a:lnTo>
                  <a:lnTo>
                    <a:pt x="34023" y="11061"/>
                  </a:lnTo>
                  <a:close/>
                </a:path>
                <a:path w="44450" h="43815">
                  <a:moveTo>
                    <a:pt x="38061" y="24091"/>
                  </a:moveTo>
                  <a:lnTo>
                    <a:pt x="35966" y="24053"/>
                  </a:lnTo>
                  <a:lnTo>
                    <a:pt x="33870" y="23939"/>
                  </a:lnTo>
                  <a:lnTo>
                    <a:pt x="31788" y="23749"/>
                  </a:lnTo>
                  <a:lnTo>
                    <a:pt x="30759" y="26149"/>
                  </a:lnTo>
                  <a:lnTo>
                    <a:pt x="29121" y="30454"/>
                  </a:lnTo>
                  <a:lnTo>
                    <a:pt x="34963" y="30873"/>
                  </a:lnTo>
                  <a:lnTo>
                    <a:pt x="35928" y="28587"/>
                  </a:lnTo>
                  <a:lnTo>
                    <a:pt x="36969" y="26327"/>
                  </a:lnTo>
                  <a:lnTo>
                    <a:pt x="38061" y="24091"/>
                  </a:lnTo>
                  <a:close/>
                </a:path>
                <a:path w="44450" h="43815">
                  <a:moveTo>
                    <a:pt x="40906" y="18808"/>
                  </a:moveTo>
                  <a:lnTo>
                    <a:pt x="39484" y="16598"/>
                  </a:lnTo>
                  <a:lnTo>
                    <a:pt x="37655" y="14554"/>
                  </a:lnTo>
                  <a:lnTo>
                    <a:pt x="35699" y="12649"/>
                  </a:lnTo>
                  <a:lnTo>
                    <a:pt x="35153" y="15278"/>
                  </a:lnTo>
                  <a:lnTo>
                    <a:pt x="34175" y="17932"/>
                  </a:lnTo>
                  <a:lnTo>
                    <a:pt x="33096" y="20535"/>
                  </a:lnTo>
                  <a:lnTo>
                    <a:pt x="35331" y="20688"/>
                  </a:lnTo>
                  <a:lnTo>
                    <a:pt x="37604" y="20650"/>
                  </a:lnTo>
                  <a:lnTo>
                    <a:pt x="39865" y="20713"/>
                  </a:lnTo>
                  <a:lnTo>
                    <a:pt x="40195" y="20078"/>
                  </a:lnTo>
                  <a:lnTo>
                    <a:pt x="40906" y="18808"/>
                  </a:lnTo>
                  <a:close/>
                </a:path>
                <a:path w="44450" h="43815">
                  <a:moveTo>
                    <a:pt x="42024" y="20764"/>
                  </a:moveTo>
                  <a:close/>
                </a:path>
                <a:path w="44450" h="43815">
                  <a:moveTo>
                    <a:pt x="42710" y="33845"/>
                  </a:moveTo>
                  <a:lnTo>
                    <a:pt x="40843" y="33883"/>
                  </a:lnTo>
                  <a:lnTo>
                    <a:pt x="38950" y="33782"/>
                  </a:lnTo>
                  <a:lnTo>
                    <a:pt x="37033" y="33604"/>
                  </a:lnTo>
                  <a:lnTo>
                    <a:pt x="35687" y="36690"/>
                  </a:lnTo>
                  <a:lnTo>
                    <a:pt x="34163" y="39662"/>
                  </a:lnTo>
                  <a:lnTo>
                    <a:pt x="32689" y="42672"/>
                  </a:lnTo>
                  <a:lnTo>
                    <a:pt x="37134" y="41389"/>
                  </a:lnTo>
                  <a:lnTo>
                    <a:pt x="40932" y="38227"/>
                  </a:lnTo>
                  <a:lnTo>
                    <a:pt x="42710" y="33845"/>
                  </a:lnTo>
                  <a:close/>
                </a:path>
                <a:path w="44450" h="43815">
                  <a:moveTo>
                    <a:pt x="44069" y="29019"/>
                  </a:moveTo>
                  <a:lnTo>
                    <a:pt x="44030" y="26416"/>
                  </a:lnTo>
                  <a:lnTo>
                    <a:pt x="43332" y="23990"/>
                  </a:lnTo>
                  <a:lnTo>
                    <a:pt x="42430" y="24028"/>
                  </a:lnTo>
                  <a:lnTo>
                    <a:pt x="41541" y="24142"/>
                  </a:lnTo>
                  <a:lnTo>
                    <a:pt x="40652" y="24155"/>
                  </a:lnTo>
                  <a:lnTo>
                    <a:pt x="39751" y="26492"/>
                  </a:lnTo>
                  <a:lnTo>
                    <a:pt x="38963" y="28879"/>
                  </a:lnTo>
                  <a:lnTo>
                    <a:pt x="37985" y="31203"/>
                  </a:lnTo>
                  <a:lnTo>
                    <a:pt x="39801" y="31356"/>
                  </a:lnTo>
                  <a:lnTo>
                    <a:pt x="41579" y="31597"/>
                  </a:lnTo>
                  <a:lnTo>
                    <a:pt x="43383" y="31788"/>
                  </a:lnTo>
                  <a:lnTo>
                    <a:pt x="44069" y="29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941245" y="7294406"/>
              <a:ext cx="13335" cy="29209"/>
            </a:xfrm>
            <a:custGeom>
              <a:avLst/>
              <a:gdLst/>
              <a:ahLst/>
              <a:cxnLst/>
              <a:rect l="l" t="t" r="r" b="b"/>
              <a:pathLst>
                <a:path w="13334" h="29209">
                  <a:moveTo>
                    <a:pt x="0" y="4223"/>
                  </a:moveTo>
                  <a:lnTo>
                    <a:pt x="2231" y="23769"/>
                  </a:lnTo>
                  <a:lnTo>
                    <a:pt x="2865" y="28751"/>
                  </a:lnTo>
                  <a:lnTo>
                    <a:pt x="5078" y="22104"/>
                  </a:lnTo>
                  <a:lnTo>
                    <a:pt x="8062" y="20826"/>
                  </a:lnTo>
                  <a:lnTo>
                    <a:pt x="10774" y="13256"/>
                  </a:lnTo>
                  <a:lnTo>
                    <a:pt x="4690" y="13256"/>
                  </a:lnTo>
                  <a:lnTo>
                    <a:pt x="4565" y="12753"/>
                  </a:lnTo>
                  <a:lnTo>
                    <a:pt x="2282" y="5675"/>
                  </a:lnTo>
                  <a:lnTo>
                    <a:pt x="0" y="4223"/>
                  </a:lnTo>
                  <a:close/>
                </a:path>
                <a:path w="13334" h="29209">
                  <a:moveTo>
                    <a:pt x="10198" y="0"/>
                  </a:moveTo>
                  <a:lnTo>
                    <a:pt x="5654" y="4879"/>
                  </a:lnTo>
                  <a:lnTo>
                    <a:pt x="4690" y="13256"/>
                  </a:lnTo>
                  <a:lnTo>
                    <a:pt x="10774" y="13256"/>
                  </a:lnTo>
                  <a:lnTo>
                    <a:pt x="12879" y="7381"/>
                  </a:lnTo>
                  <a:lnTo>
                    <a:pt x="10198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975545" y="7430509"/>
              <a:ext cx="41910" cy="48895"/>
            </a:xfrm>
            <a:custGeom>
              <a:avLst/>
              <a:gdLst/>
              <a:ahLst/>
              <a:cxnLst/>
              <a:rect l="l" t="t" r="r" b="b"/>
              <a:pathLst>
                <a:path w="41909" h="48895">
                  <a:moveTo>
                    <a:pt x="88" y="31483"/>
                  </a:moveTo>
                  <a:close/>
                </a:path>
                <a:path w="41909" h="48895">
                  <a:moveTo>
                    <a:pt x="7023" y="13449"/>
                  </a:moveTo>
                  <a:close/>
                </a:path>
                <a:path w="41909" h="48895">
                  <a:moveTo>
                    <a:pt x="7658" y="39687"/>
                  </a:moveTo>
                  <a:lnTo>
                    <a:pt x="5880" y="37896"/>
                  </a:lnTo>
                  <a:lnTo>
                    <a:pt x="4254" y="35991"/>
                  </a:lnTo>
                  <a:lnTo>
                    <a:pt x="2540" y="34150"/>
                  </a:lnTo>
                  <a:lnTo>
                    <a:pt x="1701" y="34467"/>
                  </a:lnTo>
                  <a:lnTo>
                    <a:pt x="850" y="34696"/>
                  </a:lnTo>
                  <a:lnTo>
                    <a:pt x="0" y="34988"/>
                  </a:lnTo>
                  <a:lnTo>
                    <a:pt x="254" y="37503"/>
                  </a:lnTo>
                  <a:lnTo>
                    <a:pt x="1193" y="39941"/>
                  </a:lnTo>
                  <a:lnTo>
                    <a:pt x="2857" y="42252"/>
                  </a:lnTo>
                  <a:lnTo>
                    <a:pt x="4457" y="41402"/>
                  </a:lnTo>
                  <a:lnTo>
                    <a:pt x="6032" y="40513"/>
                  </a:lnTo>
                  <a:lnTo>
                    <a:pt x="7658" y="39687"/>
                  </a:lnTo>
                  <a:close/>
                </a:path>
                <a:path w="41909" h="48895">
                  <a:moveTo>
                    <a:pt x="8216" y="27978"/>
                  </a:moveTo>
                  <a:lnTo>
                    <a:pt x="6235" y="25971"/>
                  </a:lnTo>
                  <a:lnTo>
                    <a:pt x="4343" y="23876"/>
                  </a:lnTo>
                  <a:lnTo>
                    <a:pt x="2857" y="21628"/>
                  </a:lnTo>
                  <a:lnTo>
                    <a:pt x="1739" y="24130"/>
                  </a:lnTo>
                  <a:lnTo>
                    <a:pt x="825" y="26695"/>
                  </a:lnTo>
                  <a:lnTo>
                    <a:pt x="317" y="29286"/>
                  </a:lnTo>
                  <a:lnTo>
                    <a:pt x="1993" y="30657"/>
                  </a:lnTo>
                  <a:lnTo>
                    <a:pt x="4064" y="29768"/>
                  </a:lnTo>
                  <a:lnTo>
                    <a:pt x="6197" y="28956"/>
                  </a:lnTo>
                  <a:lnTo>
                    <a:pt x="8216" y="27978"/>
                  </a:lnTo>
                  <a:close/>
                </a:path>
                <a:path w="41909" h="48895">
                  <a:moveTo>
                    <a:pt x="15595" y="35699"/>
                  </a:moveTo>
                  <a:lnTo>
                    <a:pt x="12471" y="32296"/>
                  </a:lnTo>
                  <a:lnTo>
                    <a:pt x="10629" y="30454"/>
                  </a:lnTo>
                  <a:lnTo>
                    <a:pt x="8750" y="31419"/>
                  </a:lnTo>
                  <a:lnTo>
                    <a:pt x="6845" y="32308"/>
                  </a:lnTo>
                  <a:lnTo>
                    <a:pt x="4927" y="33121"/>
                  </a:lnTo>
                  <a:lnTo>
                    <a:pt x="6769" y="34785"/>
                  </a:lnTo>
                  <a:lnTo>
                    <a:pt x="8572" y="36499"/>
                  </a:lnTo>
                  <a:lnTo>
                    <a:pt x="10337" y="38265"/>
                  </a:lnTo>
                  <a:lnTo>
                    <a:pt x="15595" y="35699"/>
                  </a:lnTo>
                  <a:close/>
                </a:path>
                <a:path w="41909" h="48895">
                  <a:moveTo>
                    <a:pt x="16078" y="23787"/>
                  </a:moveTo>
                  <a:lnTo>
                    <a:pt x="13550" y="21132"/>
                  </a:lnTo>
                  <a:lnTo>
                    <a:pt x="10845" y="18389"/>
                  </a:lnTo>
                  <a:lnTo>
                    <a:pt x="8585" y="15494"/>
                  </a:lnTo>
                  <a:lnTo>
                    <a:pt x="7480" y="15976"/>
                  </a:lnTo>
                  <a:lnTo>
                    <a:pt x="6324" y="16319"/>
                  </a:lnTo>
                  <a:lnTo>
                    <a:pt x="5194" y="16738"/>
                  </a:lnTo>
                  <a:lnTo>
                    <a:pt x="4699" y="17703"/>
                  </a:lnTo>
                  <a:lnTo>
                    <a:pt x="3810" y="19519"/>
                  </a:lnTo>
                  <a:lnTo>
                    <a:pt x="6350" y="21488"/>
                  </a:lnTo>
                  <a:lnTo>
                    <a:pt x="10668" y="26682"/>
                  </a:lnTo>
                  <a:lnTo>
                    <a:pt x="12484" y="25755"/>
                  </a:lnTo>
                  <a:lnTo>
                    <a:pt x="16078" y="23787"/>
                  </a:lnTo>
                  <a:close/>
                </a:path>
                <a:path w="41909" h="48895">
                  <a:moveTo>
                    <a:pt x="16840" y="48361"/>
                  </a:moveTo>
                  <a:lnTo>
                    <a:pt x="14351" y="46113"/>
                  </a:lnTo>
                  <a:lnTo>
                    <a:pt x="11823" y="43929"/>
                  </a:lnTo>
                  <a:lnTo>
                    <a:pt x="9436" y="41567"/>
                  </a:lnTo>
                  <a:lnTo>
                    <a:pt x="7721" y="42443"/>
                  </a:lnTo>
                  <a:lnTo>
                    <a:pt x="5994" y="43256"/>
                  </a:lnTo>
                  <a:lnTo>
                    <a:pt x="4254" y="43916"/>
                  </a:lnTo>
                  <a:lnTo>
                    <a:pt x="7531" y="47320"/>
                  </a:lnTo>
                  <a:lnTo>
                    <a:pt x="12242" y="48818"/>
                  </a:lnTo>
                  <a:lnTo>
                    <a:pt x="16840" y="48361"/>
                  </a:lnTo>
                  <a:close/>
                </a:path>
                <a:path w="41909" h="48895">
                  <a:moveTo>
                    <a:pt x="17233" y="9283"/>
                  </a:moveTo>
                  <a:lnTo>
                    <a:pt x="16040" y="7797"/>
                  </a:lnTo>
                  <a:lnTo>
                    <a:pt x="13677" y="4800"/>
                  </a:lnTo>
                  <a:lnTo>
                    <a:pt x="11595" y="6642"/>
                  </a:lnTo>
                  <a:lnTo>
                    <a:pt x="9779" y="8915"/>
                  </a:lnTo>
                  <a:lnTo>
                    <a:pt x="8216" y="11366"/>
                  </a:lnTo>
                  <a:lnTo>
                    <a:pt x="8636" y="11722"/>
                  </a:lnTo>
                  <a:lnTo>
                    <a:pt x="9105" y="11950"/>
                  </a:lnTo>
                  <a:lnTo>
                    <a:pt x="9512" y="12319"/>
                  </a:lnTo>
                  <a:lnTo>
                    <a:pt x="12103" y="11239"/>
                  </a:lnTo>
                  <a:lnTo>
                    <a:pt x="14732" y="10287"/>
                  </a:lnTo>
                  <a:lnTo>
                    <a:pt x="17233" y="9283"/>
                  </a:lnTo>
                  <a:close/>
                </a:path>
                <a:path w="41909" h="48895">
                  <a:moveTo>
                    <a:pt x="22923" y="32029"/>
                  </a:moveTo>
                  <a:lnTo>
                    <a:pt x="21615" y="30302"/>
                  </a:lnTo>
                  <a:lnTo>
                    <a:pt x="20294" y="28600"/>
                  </a:lnTo>
                  <a:lnTo>
                    <a:pt x="18745" y="26708"/>
                  </a:lnTo>
                  <a:lnTo>
                    <a:pt x="18503" y="26466"/>
                  </a:lnTo>
                  <a:lnTo>
                    <a:pt x="18288" y="26225"/>
                  </a:lnTo>
                  <a:lnTo>
                    <a:pt x="16497" y="27279"/>
                  </a:lnTo>
                  <a:lnTo>
                    <a:pt x="14706" y="28308"/>
                  </a:lnTo>
                  <a:lnTo>
                    <a:pt x="12903" y="29298"/>
                  </a:lnTo>
                  <a:lnTo>
                    <a:pt x="13373" y="29870"/>
                  </a:lnTo>
                  <a:lnTo>
                    <a:pt x="16319" y="33159"/>
                  </a:lnTo>
                  <a:lnTo>
                    <a:pt x="17703" y="34671"/>
                  </a:lnTo>
                  <a:lnTo>
                    <a:pt x="20332" y="33401"/>
                  </a:lnTo>
                  <a:lnTo>
                    <a:pt x="22059" y="32537"/>
                  </a:lnTo>
                  <a:lnTo>
                    <a:pt x="22504" y="32258"/>
                  </a:lnTo>
                  <a:lnTo>
                    <a:pt x="22923" y="32029"/>
                  </a:lnTo>
                  <a:close/>
                </a:path>
                <a:path w="41909" h="48895">
                  <a:moveTo>
                    <a:pt x="23507" y="6654"/>
                  </a:moveTo>
                  <a:lnTo>
                    <a:pt x="21945" y="5016"/>
                  </a:lnTo>
                  <a:lnTo>
                    <a:pt x="20535" y="3314"/>
                  </a:lnTo>
                  <a:lnTo>
                    <a:pt x="19278" y="1524"/>
                  </a:lnTo>
                  <a:lnTo>
                    <a:pt x="17551" y="2082"/>
                  </a:lnTo>
                  <a:lnTo>
                    <a:pt x="15951" y="2946"/>
                  </a:lnTo>
                  <a:lnTo>
                    <a:pt x="14503" y="4102"/>
                  </a:lnTo>
                  <a:lnTo>
                    <a:pt x="18376" y="8826"/>
                  </a:lnTo>
                  <a:lnTo>
                    <a:pt x="20027" y="8115"/>
                  </a:lnTo>
                  <a:lnTo>
                    <a:pt x="21742" y="7340"/>
                  </a:lnTo>
                  <a:lnTo>
                    <a:pt x="23507" y="6654"/>
                  </a:lnTo>
                  <a:close/>
                </a:path>
                <a:path w="41909" h="48895">
                  <a:moveTo>
                    <a:pt x="24765" y="18808"/>
                  </a:moveTo>
                  <a:lnTo>
                    <a:pt x="22720" y="16052"/>
                  </a:lnTo>
                  <a:lnTo>
                    <a:pt x="20548" y="13487"/>
                  </a:lnTo>
                  <a:lnTo>
                    <a:pt x="18440" y="10807"/>
                  </a:lnTo>
                  <a:lnTo>
                    <a:pt x="16090" y="11976"/>
                  </a:lnTo>
                  <a:lnTo>
                    <a:pt x="11404" y="14224"/>
                  </a:lnTo>
                  <a:lnTo>
                    <a:pt x="13868" y="16852"/>
                  </a:lnTo>
                  <a:lnTo>
                    <a:pt x="16103" y="19875"/>
                  </a:lnTo>
                  <a:lnTo>
                    <a:pt x="18224" y="22631"/>
                  </a:lnTo>
                  <a:lnTo>
                    <a:pt x="19011" y="22199"/>
                  </a:lnTo>
                  <a:lnTo>
                    <a:pt x="19799" y="21831"/>
                  </a:lnTo>
                  <a:lnTo>
                    <a:pt x="21945" y="20586"/>
                  </a:lnTo>
                  <a:lnTo>
                    <a:pt x="24765" y="18808"/>
                  </a:lnTo>
                  <a:close/>
                </a:path>
                <a:path w="41909" h="48895">
                  <a:moveTo>
                    <a:pt x="24815" y="45173"/>
                  </a:moveTo>
                  <a:lnTo>
                    <a:pt x="22123" y="42672"/>
                  </a:lnTo>
                  <a:lnTo>
                    <a:pt x="19558" y="40030"/>
                  </a:lnTo>
                  <a:lnTo>
                    <a:pt x="17068" y="37299"/>
                  </a:lnTo>
                  <a:lnTo>
                    <a:pt x="15455" y="38239"/>
                  </a:lnTo>
                  <a:lnTo>
                    <a:pt x="12128" y="40119"/>
                  </a:lnTo>
                  <a:lnTo>
                    <a:pt x="14541" y="42659"/>
                  </a:lnTo>
                  <a:lnTo>
                    <a:pt x="16789" y="45339"/>
                  </a:lnTo>
                  <a:lnTo>
                    <a:pt x="18961" y="48031"/>
                  </a:lnTo>
                  <a:lnTo>
                    <a:pt x="20408" y="47675"/>
                  </a:lnTo>
                  <a:lnTo>
                    <a:pt x="21844" y="47231"/>
                  </a:lnTo>
                  <a:lnTo>
                    <a:pt x="23710" y="46088"/>
                  </a:lnTo>
                  <a:lnTo>
                    <a:pt x="24257" y="45618"/>
                  </a:lnTo>
                  <a:lnTo>
                    <a:pt x="24815" y="45173"/>
                  </a:lnTo>
                  <a:close/>
                </a:path>
                <a:path w="41909" h="48895">
                  <a:moveTo>
                    <a:pt x="29527" y="40157"/>
                  </a:moveTo>
                  <a:lnTo>
                    <a:pt x="27584" y="37973"/>
                  </a:lnTo>
                  <a:lnTo>
                    <a:pt x="25717" y="35687"/>
                  </a:lnTo>
                  <a:lnTo>
                    <a:pt x="23939" y="33337"/>
                  </a:lnTo>
                  <a:lnTo>
                    <a:pt x="22961" y="33921"/>
                  </a:lnTo>
                  <a:lnTo>
                    <a:pt x="21996" y="34531"/>
                  </a:lnTo>
                  <a:lnTo>
                    <a:pt x="21005" y="35064"/>
                  </a:lnTo>
                  <a:lnTo>
                    <a:pt x="20383" y="35394"/>
                  </a:lnTo>
                  <a:lnTo>
                    <a:pt x="19710" y="35801"/>
                  </a:lnTo>
                  <a:lnTo>
                    <a:pt x="19062" y="36169"/>
                  </a:lnTo>
                  <a:lnTo>
                    <a:pt x="21450" y="38811"/>
                  </a:lnTo>
                  <a:lnTo>
                    <a:pt x="23723" y="41516"/>
                  </a:lnTo>
                  <a:lnTo>
                    <a:pt x="25882" y="44310"/>
                  </a:lnTo>
                  <a:lnTo>
                    <a:pt x="27178" y="43116"/>
                  </a:lnTo>
                  <a:lnTo>
                    <a:pt x="28384" y="41694"/>
                  </a:lnTo>
                  <a:lnTo>
                    <a:pt x="29527" y="40157"/>
                  </a:lnTo>
                  <a:close/>
                </a:path>
                <a:path w="41909" h="48895">
                  <a:moveTo>
                    <a:pt x="30975" y="27419"/>
                  </a:moveTo>
                  <a:lnTo>
                    <a:pt x="29552" y="25298"/>
                  </a:lnTo>
                  <a:lnTo>
                    <a:pt x="27990" y="23279"/>
                  </a:lnTo>
                  <a:lnTo>
                    <a:pt x="26492" y="21209"/>
                  </a:lnTo>
                  <a:lnTo>
                    <a:pt x="24396" y="22517"/>
                  </a:lnTo>
                  <a:lnTo>
                    <a:pt x="20154" y="25107"/>
                  </a:lnTo>
                  <a:lnTo>
                    <a:pt x="21717" y="27012"/>
                  </a:lnTo>
                  <a:lnTo>
                    <a:pt x="24968" y="30899"/>
                  </a:lnTo>
                  <a:lnTo>
                    <a:pt x="30975" y="27419"/>
                  </a:lnTo>
                  <a:close/>
                </a:path>
                <a:path w="41909" h="48895">
                  <a:moveTo>
                    <a:pt x="31000" y="15354"/>
                  </a:moveTo>
                  <a:lnTo>
                    <a:pt x="30327" y="14439"/>
                  </a:lnTo>
                  <a:lnTo>
                    <a:pt x="29705" y="13525"/>
                  </a:lnTo>
                  <a:lnTo>
                    <a:pt x="28994" y="12623"/>
                  </a:lnTo>
                  <a:lnTo>
                    <a:pt x="27724" y="11010"/>
                  </a:lnTo>
                  <a:lnTo>
                    <a:pt x="24714" y="7912"/>
                  </a:lnTo>
                  <a:lnTo>
                    <a:pt x="22974" y="8623"/>
                  </a:lnTo>
                  <a:lnTo>
                    <a:pt x="21272" y="9436"/>
                  </a:lnTo>
                  <a:lnTo>
                    <a:pt x="19570" y="10274"/>
                  </a:lnTo>
                  <a:lnTo>
                    <a:pt x="23863" y="15468"/>
                  </a:lnTo>
                  <a:lnTo>
                    <a:pt x="25984" y="18097"/>
                  </a:lnTo>
                  <a:lnTo>
                    <a:pt x="27622" y="17094"/>
                  </a:lnTo>
                  <a:lnTo>
                    <a:pt x="29286" y="16179"/>
                  </a:lnTo>
                  <a:lnTo>
                    <a:pt x="31000" y="15354"/>
                  </a:lnTo>
                  <a:close/>
                </a:path>
                <a:path w="41909" h="48895">
                  <a:moveTo>
                    <a:pt x="34290" y="32600"/>
                  </a:moveTo>
                  <a:lnTo>
                    <a:pt x="33426" y="31242"/>
                  </a:lnTo>
                  <a:lnTo>
                    <a:pt x="32626" y="29845"/>
                  </a:lnTo>
                  <a:lnTo>
                    <a:pt x="31737" y="28511"/>
                  </a:lnTo>
                  <a:lnTo>
                    <a:pt x="27901" y="30949"/>
                  </a:lnTo>
                  <a:lnTo>
                    <a:pt x="25984" y="32143"/>
                  </a:lnTo>
                  <a:lnTo>
                    <a:pt x="27673" y="34213"/>
                  </a:lnTo>
                  <a:lnTo>
                    <a:pt x="29235" y="36372"/>
                  </a:lnTo>
                  <a:lnTo>
                    <a:pt x="30683" y="38582"/>
                  </a:lnTo>
                  <a:lnTo>
                    <a:pt x="31978" y="36677"/>
                  </a:lnTo>
                  <a:lnTo>
                    <a:pt x="33185" y="34658"/>
                  </a:lnTo>
                  <a:lnTo>
                    <a:pt x="34290" y="32600"/>
                  </a:lnTo>
                  <a:close/>
                </a:path>
                <a:path w="41909" h="48895">
                  <a:moveTo>
                    <a:pt x="37096" y="24180"/>
                  </a:moveTo>
                  <a:lnTo>
                    <a:pt x="34112" y="19710"/>
                  </a:lnTo>
                  <a:lnTo>
                    <a:pt x="32575" y="17500"/>
                  </a:lnTo>
                  <a:lnTo>
                    <a:pt x="29425" y="19392"/>
                  </a:lnTo>
                  <a:lnTo>
                    <a:pt x="27851" y="20370"/>
                  </a:lnTo>
                  <a:lnTo>
                    <a:pt x="29489" y="22428"/>
                  </a:lnTo>
                  <a:lnTo>
                    <a:pt x="31165" y="24396"/>
                  </a:lnTo>
                  <a:lnTo>
                    <a:pt x="32778" y="26416"/>
                  </a:lnTo>
                  <a:lnTo>
                    <a:pt x="34201" y="25615"/>
                  </a:lnTo>
                  <a:lnTo>
                    <a:pt x="35636" y="24853"/>
                  </a:lnTo>
                  <a:lnTo>
                    <a:pt x="37096" y="24180"/>
                  </a:lnTo>
                  <a:close/>
                </a:path>
                <a:path w="41909" h="48895">
                  <a:moveTo>
                    <a:pt x="37795" y="25234"/>
                  </a:moveTo>
                  <a:lnTo>
                    <a:pt x="37642" y="24993"/>
                  </a:lnTo>
                  <a:lnTo>
                    <a:pt x="36271" y="25755"/>
                  </a:lnTo>
                  <a:lnTo>
                    <a:pt x="34925" y="26568"/>
                  </a:lnTo>
                  <a:lnTo>
                    <a:pt x="33566" y="27406"/>
                  </a:lnTo>
                  <a:lnTo>
                    <a:pt x="34277" y="28282"/>
                  </a:lnTo>
                  <a:lnTo>
                    <a:pt x="34886" y="29210"/>
                  </a:lnTo>
                  <a:lnTo>
                    <a:pt x="35534" y="30124"/>
                  </a:lnTo>
                  <a:lnTo>
                    <a:pt x="36372" y="28435"/>
                  </a:lnTo>
                  <a:lnTo>
                    <a:pt x="37134" y="26771"/>
                  </a:lnTo>
                  <a:lnTo>
                    <a:pt x="37795" y="25234"/>
                  </a:lnTo>
                  <a:close/>
                </a:path>
                <a:path w="41909" h="48895">
                  <a:moveTo>
                    <a:pt x="41376" y="16598"/>
                  </a:moveTo>
                  <a:lnTo>
                    <a:pt x="40551" y="8801"/>
                  </a:lnTo>
                  <a:lnTo>
                    <a:pt x="33832" y="5626"/>
                  </a:lnTo>
                  <a:lnTo>
                    <a:pt x="33375" y="5461"/>
                  </a:lnTo>
                  <a:lnTo>
                    <a:pt x="31089" y="2006"/>
                  </a:lnTo>
                  <a:lnTo>
                    <a:pt x="27178" y="0"/>
                  </a:lnTo>
                  <a:lnTo>
                    <a:pt x="21145" y="965"/>
                  </a:lnTo>
                  <a:lnTo>
                    <a:pt x="22733" y="2578"/>
                  </a:lnTo>
                  <a:lnTo>
                    <a:pt x="24358" y="4089"/>
                  </a:lnTo>
                  <a:lnTo>
                    <a:pt x="25895" y="5867"/>
                  </a:lnTo>
                  <a:lnTo>
                    <a:pt x="27813" y="5308"/>
                  </a:lnTo>
                  <a:lnTo>
                    <a:pt x="29730" y="4927"/>
                  </a:lnTo>
                  <a:lnTo>
                    <a:pt x="31851" y="5232"/>
                  </a:lnTo>
                  <a:lnTo>
                    <a:pt x="31826" y="5486"/>
                  </a:lnTo>
                  <a:lnTo>
                    <a:pt x="30010" y="5918"/>
                  </a:lnTo>
                  <a:lnTo>
                    <a:pt x="28460" y="6578"/>
                  </a:lnTo>
                  <a:lnTo>
                    <a:pt x="26885" y="7162"/>
                  </a:lnTo>
                  <a:lnTo>
                    <a:pt x="28879" y="9563"/>
                  </a:lnTo>
                  <a:lnTo>
                    <a:pt x="30848" y="12014"/>
                  </a:lnTo>
                  <a:lnTo>
                    <a:pt x="32651" y="14605"/>
                  </a:lnTo>
                  <a:lnTo>
                    <a:pt x="34810" y="13690"/>
                  </a:lnTo>
                  <a:lnTo>
                    <a:pt x="36995" y="12966"/>
                  </a:lnTo>
                  <a:lnTo>
                    <a:pt x="39700" y="12839"/>
                  </a:lnTo>
                  <a:lnTo>
                    <a:pt x="39827" y="13398"/>
                  </a:lnTo>
                  <a:lnTo>
                    <a:pt x="37642" y="14554"/>
                  </a:lnTo>
                  <a:lnTo>
                    <a:pt x="34086" y="16598"/>
                  </a:lnTo>
                  <a:lnTo>
                    <a:pt x="35623" y="18935"/>
                  </a:lnTo>
                  <a:lnTo>
                    <a:pt x="37058" y="21323"/>
                  </a:lnTo>
                  <a:lnTo>
                    <a:pt x="38328" y="23723"/>
                  </a:lnTo>
                  <a:lnTo>
                    <a:pt x="38468" y="23672"/>
                  </a:lnTo>
                  <a:lnTo>
                    <a:pt x="41376" y="165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994079" y="7412215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59" h="33654">
                  <a:moveTo>
                    <a:pt x="14030" y="0"/>
                  </a:moveTo>
                  <a:lnTo>
                    <a:pt x="9455" y="6376"/>
                  </a:lnTo>
                  <a:lnTo>
                    <a:pt x="10052" y="14313"/>
                  </a:lnTo>
                  <a:lnTo>
                    <a:pt x="6031" y="6900"/>
                  </a:lnTo>
                  <a:lnTo>
                    <a:pt x="0" y="4073"/>
                  </a:lnTo>
                  <a:lnTo>
                    <a:pt x="261" y="11915"/>
                  </a:lnTo>
                  <a:lnTo>
                    <a:pt x="9748" y="22596"/>
                  </a:lnTo>
                  <a:lnTo>
                    <a:pt x="12994" y="22658"/>
                  </a:lnTo>
                  <a:lnTo>
                    <a:pt x="22051" y="33339"/>
                  </a:lnTo>
                  <a:lnTo>
                    <a:pt x="33506" y="32355"/>
                  </a:lnTo>
                  <a:lnTo>
                    <a:pt x="29391" y="25674"/>
                  </a:lnTo>
                  <a:lnTo>
                    <a:pt x="21842" y="23161"/>
                  </a:lnTo>
                  <a:lnTo>
                    <a:pt x="30229" y="22313"/>
                  </a:lnTo>
                  <a:lnTo>
                    <a:pt x="35161" y="17842"/>
                  </a:lnTo>
                  <a:lnTo>
                    <a:pt x="27821" y="15057"/>
                  </a:lnTo>
                  <a:lnTo>
                    <a:pt x="21067" y="17371"/>
                  </a:lnTo>
                  <a:lnTo>
                    <a:pt x="20313" y="17674"/>
                  </a:lnTo>
                  <a:lnTo>
                    <a:pt x="26438" y="11884"/>
                  </a:lnTo>
                  <a:lnTo>
                    <a:pt x="27632" y="5329"/>
                  </a:lnTo>
                  <a:lnTo>
                    <a:pt x="20114" y="7591"/>
                  </a:lnTo>
                  <a:lnTo>
                    <a:pt x="15748" y="14250"/>
                  </a:lnTo>
                  <a:lnTo>
                    <a:pt x="17088" y="5926"/>
                  </a:lnTo>
                  <a:lnTo>
                    <a:pt x="14030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022611" y="7263936"/>
              <a:ext cx="173990" cy="193675"/>
            </a:xfrm>
            <a:custGeom>
              <a:avLst/>
              <a:gdLst/>
              <a:ahLst/>
              <a:cxnLst/>
              <a:rect l="l" t="t" r="r" b="b"/>
              <a:pathLst>
                <a:path w="173990" h="193675">
                  <a:moveTo>
                    <a:pt x="88" y="21463"/>
                  </a:moveTo>
                  <a:close/>
                </a:path>
                <a:path w="173990" h="193675">
                  <a:moveTo>
                    <a:pt x="7023" y="3429"/>
                  </a:moveTo>
                  <a:close/>
                </a:path>
                <a:path w="173990" h="193675">
                  <a:moveTo>
                    <a:pt x="7645" y="29667"/>
                  </a:moveTo>
                  <a:lnTo>
                    <a:pt x="5880" y="27876"/>
                  </a:lnTo>
                  <a:lnTo>
                    <a:pt x="4241" y="25971"/>
                  </a:lnTo>
                  <a:lnTo>
                    <a:pt x="2540" y="24117"/>
                  </a:lnTo>
                  <a:lnTo>
                    <a:pt x="1701" y="24447"/>
                  </a:lnTo>
                  <a:lnTo>
                    <a:pt x="838" y="24676"/>
                  </a:lnTo>
                  <a:lnTo>
                    <a:pt x="0" y="24955"/>
                  </a:lnTo>
                  <a:lnTo>
                    <a:pt x="241" y="27482"/>
                  </a:lnTo>
                  <a:lnTo>
                    <a:pt x="1193" y="29908"/>
                  </a:lnTo>
                  <a:lnTo>
                    <a:pt x="2857" y="32232"/>
                  </a:lnTo>
                  <a:lnTo>
                    <a:pt x="4457" y="31381"/>
                  </a:lnTo>
                  <a:lnTo>
                    <a:pt x="6019" y="30492"/>
                  </a:lnTo>
                  <a:lnTo>
                    <a:pt x="7645" y="29667"/>
                  </a:lnTo>
                  <a:close/>
                </a:path>
                <a:path w="173990" h="193675">
                  <a:moveTo>
                    <a:pt x="8204" y="17945"/>
                  </a:moveTo>
                  <a:lnTo>
                    <a:pt x="6235" y="15951"/>
                  </a:lnTo>
                  <a:lnTo>
                    <a:pt x="4330" y="13843"/>
                  </a:lnTo>
                  <a:lnTo>
                    <a:pt x="2844" y="11607"/>
                  </a:lnTo>
                  <a:lnTo>
                    <a:pt x="1739" y="14109"/>
                  </a:lnTo>
                  <a:lnTo>
                    <a:pt x="812" y="16687"/>
                  </a:lnTo>
                  <a:lnTo>
                    <a:pt x="317" y="19253"/>
                  </a:lnTo>
                  <a:lnTo>
                    <a:pt x="863" y="19723"/>
                  </a:lnTo>
                  <a:lnTo>
                    <a:pt x="1435" y="20167"/>
                  </a:lnTo>
                  <a:lnTo>
                    <a:pt x="1993" y="20637"/>
                  </a:lnTo>
                  <a:lnTo>
                    <a:pt x="4064" y="19735"/>
                  </a:lnTo>
                  <a:lnTo>
                    <a:pt x="6184" y="18935"/>
                  </a:lnTo>
                  <a:lnTo>
                    <a:pt x="8204" y="17945"/>
                  </a:lnTo>
                  <a:close/>
                </a:path>
                <a:path w="173990" h="193675">
                  <a:moveTo>
                    <a:pt x="15379" y="0"/>
                  </a:moveTo>
                  <a:lnTo>
                    <a:pt x="8597" y="723"/>
                  </a:lnTo>
                  <a:lnTo>
                    <a:pt x="8204" y="1346"/>
                  </a:lnTo>
                  <a:lnTo>
                    <a:pt x="8636" y="1689"/>
                  </a:lnTo>
                  <a:lnTo>
                    <a:pt x="9105" y="1917"/>
                  </a:lnTo>
                  <a:lnTo>
                    <a:pt x="9512" y="2298"/>
                  </a:lnTo>
                  <a:lnTo>
                    <a:pt x="12090" y="1219"/>
                  </a:lnTo>
                  <a:lnTo>
                    <a:pt x="14732" y="266"/>
                  </a:lnTo>
                  <a:lnTo>
                    <a:pt x="15379" y="0"/>
                  </a:lnTo>
                  <a:close/>
                </a:path>
                <a:path w="173990" h="193675">
                  <a:moveTo>
                    <a:pt x="15582" y="25679"/>
                  </a:moveTo>
                  <a:lnTo>
                    <a:pt x="12471" y="22275"/>
                  </a:lnTo>
                  <a:lnTo>
                    <a:pt x="10629" y="20434"/>
                  </a:lnTo>
                  <a:lnTo>
                    <a:pt x="8750" y="21399"/>
                  </a:lnTo>
                  <a:lnTo>
                    <a:pt x="6845" y="22288"/>
                  </a:lnTo>
                  <a:lnTo>
                    <a:pt x="4914" y="23101"/>
                  </a:lnTo>
                  <a:lnTo>
                    <a:pt x="6756" y="24752"/>
                  </a:lnTo>
                  <a:lnTo>
                    <a:pt x="8572" y="26466"/>
                  </a:lnTo>
                  <a:lnTo>
                    <a:pt x="10325" y="28244"/>
                  </a:lnTo>
                  <a:lnTo>
                    <a:pt x="15582" y="25679"/>
                  </a:lnTo>
                  <a:close/>
                </a:path>
                <a:path w="173990" h="193675">
                  <a:moveTo>
                    <a:pt x="16052" y="13766"/>
                  </a:moveTo>
                  <a:lnTo>
                    <a:pt x="13550" y="11099"/>
                  </a:lnTo>
                  <a:lnTo>
                    <a:pt x="10845" y="8356"/>
                  </a:lnTo>
                  <a:lnTo>
                    <a:pt x="8585" y="5473"/>
                  </a:lnTo>
                  <a:lnTo>
                    <a:pt x="7467" y="5956"/>
                  </a:lnTo>
                  <a:lnTo>
                    <a:pt x="6324" y="6299"/>
                  </a:lnTo>
                  <a:lnTo>
                    <a:pt x="5194" y="6718"/>
                  </a:lnTo>
                  <a:lnTo>
                    <a:pt x="4699" y="7683"/>
                  </a:lnTo>
                  <a:lnTo>
                    <a:pt x="3810" y="9499"/>
                  </a:lnTo>
                  <a:lnTo>
                    <a:pt x="6337" y="11455"/>
                  </a:lnTo>
                  <a:lnTo>
                    <a:pt x="10668" y="16649"/>
                  </a:lnTo>
                  <a:lnTo>
                    <a:pt x="12484" y="15735"/>
                  </a:lnTo>
                  <a:lnTo>
                    <a:pt x="16052" y="13766"/>
                  </a:lnTo>
                  <a:close/>
                </a:path>
                <a:path w="173990" h="193675">
                  <a:moveTo>
                    <a:pt x="16344" y="27698"/>
                  </a:moveTo>
                  <a:lnTo>
                    <a:pt x="15455" y="28219"/>
                  </a:lnTo>
                  <a:lnTo>
                    <a:pt x="12128" y="30099"/>
                  </a:lnTo>
                  <a:lnTo>
                    <a:pt x="14528" y="32639"/>
                  </a:lnTo>
                  <a:lnTo>
                    <a:pt x="16344" y="34785"/>
                  </a:lnTo>
                  <a:lnTo>
                    <a:pt x="16344" y="27698"/>
                  </a:lnTo>
                  <a:close/>
                </a:path>
                <a:path w="173990" h="193675">
                  <a:moveTo>
                    <a:pt x="16344" y="23152"/>
                  </a:moveTo>
                  <a:lnTo>
                    <a:pt x="16332" y="17348"/>
                  </a:lnTo>
                  <a:lnTo>
                    <a:pt x="14706" y="18288"/>
                  </a:lnTo>
                  <a:lnTo>
                    <a:pt x="12890" y="19278"/>
                  </a:lnTo>
                  <a:lnTo>
                    <a:pt x="13360" y="19850"/>
                  </a:lnTo>
                  <a:lnTo>
                    <a:pt x="16344" y="23152"/>
                  </a:lnTo>
                  <a:close/>
                </a:path>
                <a:path w="173990" h="193675">
                  <a:moveTo>
                    <a:pt x="16395" y="38379"/>
                  </a:moveTo>
                  <a:lnTo>
                    <a:pt x="16370" y="37922"/>
                  </a:lnTo>
                  <a:lnTo>
                    <a:pt x="14351" y="36093"/>
                  </a:lnTo>
                  <a:lnTo>
                    <a:pt x="11798" y="33883"/>
                  </a:lnTo>
                  <a:lnTo>
                    <a:pt x="9423" y="31546"/>
                  </a:lnTo>
                  <a:lnTo>
                    <a:pt x="7721" y="32423"/>
                  </a:lnTo>
                  <a:lnTo>
                    <a:pt x="5994" y="33223"/>
                  </a:lnTo>
                  <a:lnTo>
                    <a:pt x="4254" y="33883"/>
                  </a:lnTo>
                  <a:lnTo>
                    <a:pt x="7531" y="37287"/>
                  </a:lnTo>
                  <a:lnTo>
                    <a:pt x="12230" y="38798"/>
                  </a:lnTo>
                  <a:lnTo>
                    <a:pt x="16395" y="38379"/>
                  </a:lnTo>
                  <a:close/>
                </a:path>
                <a:path w="173990" h="193675">
                  <a:moveTo>
                    <a:pt x="16510" y="1739"/>
                  </a:moveTo>
                  <a:lnTo>
                    <a:pt x="11404" y="4203"/>
                  </a:lnTo>
                  <a:lnTo>
                    <a:pt x="13855" y="6832"/>
                  </a:lnTo>
                  <a:lnTo>
                    <a:pt x="16332" y="10160"/>
                  </a:lnTo>
                  <a:lnTo>
                    <a:pt x="16510" y="1739"/>
                  </a:lnTo>
                  <a:close/>
                </a:path>
                <a:path w="173990" h="193675">
                  <a:moveTo>
                    <a:pt x="132092" y="175882"/>
                  </a:moveTo>
                  <a:close/>
                </a:path>
                <a:path w="173990" h="193675">
                  <a:moveTo>
                    <a:pt x="139026" y="157848"/>
                  </a:moveTo>
                  <a:close/>
                </a:path>
                <a:path w="173990" h="193675">
                  <a:moveTo>
                    <a:pt x="139649" y="184073"/>
                  </a:moveTo>
                  <a:lnTo>
                    <a:pt x="137883" y="182283"/>
                  </a:lnTo>
                  <a:lnTo>
                    <a:pt x="136258" y="180378"/>
                  </a:lnTo>
                  <a:lnTo>
                    <a:pt x="134543" y="178536"/>
                  </a:lnTo>
                  <a:lnTo>
                    <a:pt x="133718" y="178866"/>
                  </a:lnTo>
                  <a:lnTo>
                    <a:pt x="132854" y="179095"/>
                  </a:lnTo>
                  <a:lnTo>
                    <a:pt x="132003" y="179374"/>
                  </a:lnTo>
                  <a:lnTo>
                    <a:pt x="132257" y="181902"/>
                  </a:lnTo>
                  <a:lnTo>
                    <a:pt x="133197" y="184340"/>
                  </a:lnTo>
                  <a:lnTo>
                    <a:pt x="134861" y="186639"/>
                  </a:lnTo>
                  <a:lnTo>
                    <a:pt x="136461" y="185801"/>
                  </a:lnTo>
                  <a:lnTo>
                    <a:pt x="138036" y="184912"/>
                  </a:lnTo>
                  <a:lnTo>
                    <a:pt x="139649" y="184073"/>
                  </a:lnTo>
                  <a:close/>
                </a:path>
                <a:path w="173990" h="193675">
                  <a:moveTo>
                    <a:pt x="140220" y="172377"/>
                  </a:moveTo>
                  <a:lnTo>
                    <a:pt x="138239" y="170357"/>
                  </a:lnTo>
                  <a:lnTo>
                    <a:pt x="136347" y="168262"/>
                  </a:lnTo>
                  <a:lnTo>
                    <a:pt x="134861" y="166014"/>
                  </a:lnTo>
                  <a:lnTo>
                    <a:pt x="133743" y="168516"/>
                  </a:lnTo>
                  <a:lnTo>
                    <a:pt x="132816" y="171094"/>
                  </a:lnTo>
                  <a:lnTo>
                    <a:pt x="132321" y="173672"/>
                  </a:lnTo>
                  <a:lnTo>
                    <a:pt x="132880" y="174142"/>
                  </a:lnTo>
                  <a:lnTo>
                    <a:pt x="133438" y="174586"/>
                  </a:lnTo>
                  <a:lnTo>
                    <a:pt x="133997" y="175056"/>
                  </a:lnTo>
                  <a:lnTo>
                    <a:pt x="136067" y="174155"/>
                  </a:lnTo>
                  <a:lnTo>
                    <a:pt x="138201" y="173342"/>
                  </a:lnTo>
                  <a:lnTo>
                    <a:pt x="140220" y="172377"/>
                  </a:lnTo>
                  <a:close/>
                </a:path>
                <a:path w="173990" h="193675">
                  <a:moveTo>
                    <a:pt x="147599" y="180086"/>
                  </a:moveTo>
                  <a:lnTo>
                    <a:pt x="146837" y="179247"/>
                  </a:lnTo>
                  <a:lnTo>
                    <a:pt x="144475" y="176695"/>
                  </a:lnTo>
                  <a:lnTo>
                    <a:pt x="142633" y="174853"/>
                  </a:lnTo>
                  <a:lnTo>
                    <a:pt x="140754" y="175806"/>
                  </a:lnTo>
                  <a:lnTo>
                    <a:pt x="138849" y="176707"/>
                  </a:lnTo>
                  <a:lnTo>
                    <a:pt x="136931" y="177520"/>
                  </a:lnTo>
                  <a:lnTo>
                    <a:pt x="138772" y="179171"/>
                  </a:lnTo>
                  <a:lnTo>
                    <a:pt x="140576" y="180886"/>
                  </a:lnTo>
                  <a:lnTo>
                    <a:pt x="142341" y="182664"/>
                  </a:lnTo>
                  <a:lnTo>
                    <a:pt x="147599" y="180086"/>
                  </a:lnTo>
                  <a:close/>
                </a:path>
                <a:path w="173990" h="193675">
                  <a:moveTo>
                    <a:pt x="148069" y="168173"/>
                  </a:moveTo>
                  <a:lnTo>
                    <a:pt x="145567" y="165519"/>
                  </a:lnTo>
                  <a:lnTo>
                    <a:pt x="142849" y="162775"/>
                  </a:lnTo>
                  <a:lnTo>
                    <a:pt x="140589" y="159880"/>
                  </a:lnTo>
                  <a:lnTo>
                    <a:pt x="139484" y="160362"/>
                  </a:lnTo>
                  <a:lnTo>
                    <a:pt x="138328" y="160705"/>
                  </a:lnTo>
                  <a:lnTo>
                    <a:pt x="137185" y="161124"/>
                  </a:lnTo>
                  <a:lnTo>
                    <a:pt x="135813" y="163918"/>
                  </a:lnTo>
                  <a:lnTo>
                    <a:pt x="138353" y="165874"/>
                  </a:lnTo>
                  <a:lnTo>
                    <a:pt x="142671" y="171069"/>
                  </a:lnTo>
                  <a:lnTo>
                    <a:pt x="144487" y="170154"/>
                  </a:lnTo>
                  <a:lnTo>
                    <a:pt x="148069" y="168173"/>
                  </a:lnTo>
                  <a:close/>
                </a:path>
                <a:path w="173990" h="193675">
                  <a:moveTo>
                    <a:pt x="148844" y="192747"/>
                  </a:moveTo>
                  <a:lnTo>
                    <a:pt x="146354" y="190500"/>
                  </a:lnTo>
                  <a:lnTo>
                    <a:pt x="143827" y="188328"/>
                  </a:lnTo>
                  <a:lnTo>
                    <a:pt x="141427" y="185953"/>
                  </a:lnTo>
                  <a:lnTo>
                    <a:pt x="139725" y="186842"/>
                  </a:lnTo>
                  <a:lnTo>
                    <a:pt x="137998" y="187642"/>
                  </a:lnTo>
                  <a:lnTo>
                    <a:pt x="136258" y="188302"/>
                  </a:lnTo>
                  <a:lnTo>
                    <a:pt x="139534" y="191706"/>
                  </a:lnTo>
                  <a:lnTo>
                    <a:pt x="144233" y="193217"/>
                  </a:lnTo>
                  <a:lnTo>
                    <a:pt x="148844" y="192747"/>
                  </a:lnTo>
                  <a:close/>
                </a:path>
                <a:path w="173990" h="193675">
                  <a:moveTo>
                    <a:pt x="149237" y="153682"/>
                  </a:moveTo>
                  <a:lnTo>
                    <a:pt x="148043" y="152196"/>
                  </a:lnTo>
                  <a:lnTo>
                    <a:pt x="145681" y="149186"/>
                  </a:lnTo>
                  <a:lnTo>
                    <a:pt x="143598" y="151028"/>
                  </a:lnTo>
                  <a:lnTo>
                    <a:pt x="141770" y="153301"/>
                  </a:lnTo>
                  <a:lnTo>
                    <a:pt x="140220" y="155765"/>
                  </a:lnTo>
                  <a:lnTo>
                    <a:pt x="140639" y="156108"/>
                  </a:lnTo>
                  <a:lnTo>
                    <a:pt x="141109" y="156337"/>
                  </a:lnTo>
                  <a:lnTo>
                    <a:pt x="141516" y="156718"/>
                  </a:lnTo>
                  <a:lnTo>
                    <a:pt x="144106" y="155638"/>
                  </a:lnTo>
                  <a:lnTo>
                    <a:pt x="146735" y="154686"/>
                  </a:lnTo>
                  <a:lnTo>
                    <a:pt x="149237" y="153682"/>
                  </a:lnTo>
                  <a:close/>
                </a:path>
                <a:path w="173990" h="193675">
                  <a:moveTo>
                    <a:pt x="154927" y="176415"/>
                  </a:moveTo>
                  <a:lnTo>
                    <a:pt x="153619" y="174688"/>
                  </a:lnTo>
                  <a:lnTo>
                    <a:pt x="152298" y="172986"/>
                  </a:lnTo>
                  <a:lnTo>
                    <a:pt x="150749" y="171094"/>
                  </a:lnTo>
                  <a:lnTo>
                    <a:pt x="150507" y="170853"/>
                  </a:lnTo>
                  <a:lnTo>
                    <a:pt x="150291" y="170624"/>
                  </a:lnTo>
                  <a:lnTo>
                    <a:pt x="148501" y="171678"/>
                  </a:lnTo>
                  <a:lnTo>
                    <a:pt x="146710" y="172707"/>
                  </a:lnTo>
                  <a:lnTo>
                    <a:pt x="144894" y="173685"/>
                  </a:lnTo>
                  <a:lnTo>
                    <a:pt x="145135" y="173964"/>
                  </a:lnTo>
                  <a:lnTo>
                    <a:pt x="145364" y="174256"/>
                  </a:lnTo>
                  <a:lnTo>
                    <a:pt x="145605" y="174510"/>
                  </a:lnTo>
                  <a:lnTo>
                    <a:pt x="148323" y="177546"/>
                  </a:lnTo>
                  <a:lnTo>
                    <a:pt x="149707" y="179057"/>
                  </a:lnTo>
                  <a:lnTo>
                    <a:pt x="152336" y="177787"/>
                  </a:lnTo>
                  <a:lnTo>
                    <a:pt x="154063" y="176923"/>
                  </a:lnTo>
                  <a:lnTo>
                    <a:pt x="154508" y="176644"/>
                  </a:lnTo>
                  <a:lnTo>
                    <a:pt x="154927" y="176415"/>
                  </a:lnTo>
                  <a:close/>
                </a:path>
                <a:path w="173990" h="193675">
                  <a:moveTo>
                    <a:pt x="155511" y="151041"/>
                  </a:moveTo>
                  <a:lnTo>
                    <a:pt x="153949" y="149415"/>
                  </a:lnTo>
                  <a:lnTo>
                    <a:pt x="152539" y="147701"/>
                  </a:lnTo>
                  <a:lnTo>
                    <a:pt x="151282" y="145910"/>
                  </a:lnTo>
                  <a:lnTo>
                    <a:pt x="149555" y="146481"/>
                  </a:lnTo>
                  <a:lnTo>
                    <a:pt x="147942" y="147332"/>
                  </a:lnTo>
                  <a:lnTo>
                    <a:pt x="146507" y="148488"/>
                  </a:lnTo>
                  <a:lnTo>
                    <a:pt x="149072" y="151638"/>
                  </a:lnTo>
                  <a:lnTo>
                    <a:pt x="150380" y="153200"/>
                  </a:lnTo>
                  <a:lnTo>
                    <a:pt x="152019" y="152514"/>
                  </a:lnTo>
                  <a:lnTo>
                    <a:pt x="153746" y="151739"/>
                  </a:lnTo>
                  <a:lnTo>
                    <a:pt x="155511" y="151041"/>
                  </a:lnTo>
                  <a:close/>
                </a:path>
                <a:path w="173990" h="193675">
                  <a:moveTo>
                    <a:pt x="156768" y="163207"/>
                  </a:moveTo>
                  <a:lnTo>
                    <a:pt x="154724" y="160451"/>
                  </a:lnTo>
                  <a:lnTo>
                    <a:pt x="152552" y="157873"/>
                  </a:lnTo>
                  <a:lnTo>
                    <a:pt x="150431" y="155206"/>
                  </a:lnTo>
                  <a:lnTo>
                    <a:pt x="148094" y="156362"/>
                  </a:lnTo>
                  <a:lnTo>
                    <a:pt x="143408" y="158610"/>
                  </a:lnTo>
                  <a:lnTo>
                    <a:pt x="145872" y="161251"/>
                  </a:lnTo>
                  <a:lnTo>
                    <a:pt x="148094" y="164261"/>
                  </a:lnTo>
                  <a:lnTo>
                    <a:pt x="150228" y="167030"/>
                  </a:lnTo>
                  <a:lnTo>
                    <a:pt x="151015" y="166585"/>
                  </a:lnTo>
                  <a:lnTo>
                    <a:pt x="151790" y="166217"/>
                  </a:lnTo>
                  <a:lnTo>
                    <a:pt x="153936" y="164973"/>
                  </a:lnTo>
                  <a:lnTo>
                    <a:pt x="156768" y="163207"/>
                  </a:lnTo>
                  <a:close/>
                </a:path>
                <a:path w="173990" h="193675">
                  <a:moveTo>
                    <a:pt x="156819" y="189572"/>
                  </a:moveTo>
                  <a:lnTo>
                    <a:pt x="154127" y="187071"/>
                  </a:lnTo>
                  <a:lnTo>
                    <a:pt x="151561" y="184416"/>
                  </a:lnTo>
                  <a:lnTo>
                    <a:pt x="149072" y="181698"/>
                  </a:lnTo>
                  <a:lnTo>
                    <a:pt x="147459" y="182638"/>
                  </a:lnTo>
                  <a:lnTo>
                    <a:pt x="144132" y="184518"/>
                  </a:lnTo>
                  <a:lnTo>
                    <a:pt x="146545" y="187058"/>
                  </a:lnTo>
                  <a:lnTo>
                    <a:pt x="148793" y="189712"/>
                  </a:lnTo>
                  <a:lnTo>
                    <a:pt x="150964" y="192430"/>
                  </a:lnTo>
                  <a:lnTo>
                    <a:pt x="152400" y="192074"/>
                  </a:lnTo>
                  <a:lnTo>
                    <a:pt x="153847" y="191617"/>
                  </a:lnTo>
                  <a:lnTo>
                    <a:pt x="155714" y="190474"/>
                  </a:lnTo>
                  <a:lnTo>
                    <a:pt x="156260" y="190004"/>
                  </a:lnTo>
                  <a:lnTo>
                    <a:pt x="156819" y="189572"/>
                  </a:lnTo>
                  <a:close/>
                </a:path>
                <a:path w="173990" h="193675">
                  <a:moveTo>
                    <a:pt x="161531" y="184543"/>
                  </a:moveTo>
                  <a:lnTo>
                    <a:pt x="159588" y="182359"/>
                  </a:lnTo>
                  <a:lnTo>
                    <a:pt x="157734" y="180073"/>
                  </a:lnTo>
                  <a:lnTo>
                    <a:pt x="155943" y="177736"/>
                  </a:lnTo>
                  <a:lnTo>
                    <a:pt x="154965" y="178308"/>
                  </a:lnTo>
                  <a:lnTo>
                    <a:pt x="153987" y="178930"/>
                  </a:lnTo>
                  <a:lnTo>
                    <a:pt x="153009" y="179451"/>
                  </a:lnTo>
                  <a:lnTo>
                    <a:pt x="152374" y="179781"/>
                  </a:lnTo>
                  <a:lnTo>
                    <a:pt x="151714" y="180200"/>
                  </a:lnTo>
                  <a:lnTo>
                    <a:pt x="151066" y="180555"/>
                  </a:lnTo>
                  <a:lnTo>
                    <a:pt x="153454" y="183197"/>
                  </a:lnTo>
                  <a:lnTo>
                    <a:pt x="155727" y="185915"/>
                  </a:lnTo>
                  <a:lnTo>
                    <a:pt x="157886" y="188696"/>
                  </a:lnTo>
                  <a:lnTo>
                    <a:pt x="159181" y="187515"/>
                  </a:lnTo>
                  <a:lnTo>
                    <a:pt x="160375" y="186093"/>
                  </a:lnTo>
                  <a:lnTo>
                    <a:pt x="161531" y="184543"/>
                  </a:lnTo>
                  <a:close/>
                </a:path>
                <a:path w="173990" h="193675">
                  <a:moveTo>
                    <a:pt x="162979" y="171805"/>
                  </a:moveTo>
                  <a:lnTo>
                    <a:pt x="161556" y="169697"/>
                  </a:lnTo>
                  <a:lnTo>
                    <a:pt x="159994" y="167678"/>
                  </a:lnTo>
                  <a:lnTo>
                    <a:pt x="158496" y="165608"/>
                  </a:lnTo>
                  <a:lnTo>
                    <a:pt x="156400" y="166916"/>
                  </a:lnTo>
                  <a:lnTo>
                    <a:pt x="152158" y="169494"/>
                  </a:lnTo>
                  <a:lnTo>
                    <a:pt x="153720" y="171399"/>
                  </a:lnTo>
                  <a:lnTo>
                    <a:pt x="156972" y="175285"/>
                  </a:lnTo>
                  <a:lnTo>
                    <a:pt x="162979" y="171805"/>
                  </a:lnTo>
                  <a:close/>
                </a:path>
                <a:path w="173990" h="193675">
                  <a:moveTo>
                    <a:pt x="163004" y="159740"/>
                  </a:moveTo>
                  <a:lnTo>
                    <a:pt x="162331" y="158826"/>
                  </a:lnTo>
                  <a:lnTo>
                    <a:pt x="161709" y="157911"/>
                  </a:lnTo>
                  <a:lnTo>
                    <a:pt x="160997" y="157022"/>
                  </a:lnTo>
                  <a:lnTo>
                    <a:pt x="159727" y="155409"/>
                  </a:lnTo>
                  <a:lnTo>
                    <a:pt x="156705" y="152298"/>
                  </a:lnTo>
                  <a:lnTo>
                    <a:pt x="154965" y="153022"/>
                  </a:lnTo>
                  <a:lnTo>
                    <a:pt x="153263" y="153822"/>
                  </a:lnTo>
                  <a:lnTo>
                    <a:pt x="151561" y="154660"/>
                  </a:lnTo>
                  <a:lnTo>
                    <a:pt x="155867" y="159854"/>
                  </a:lnTo>
                  <a:lnTo>
                    <a:pt x="157988" y="162483"/>
                  </a:lnTo>
                  <a:lnTo>
                    <a:pt x="159613" y="161480"/>
                  </a:lnTo>
                  <a:lnTo>
                    <a:pt x="161290" y="160566"/>
                  </a:lnTo>
                  <a:lnTo>
                    <a:pt x="163004" y="159740"/>
                  </a:lnTo>
                  <a:close/>
                </a:path>
                <a:path w="173990" h="193675">
                  <a:moveTo>
                    <a:pt x="166281" y="176987"/>
                  </a:moveTo>
                  <a:lnTo>
                    <a:pt x="165430" y="175628"/>
                  </a:lnTo>
                  <a:lnTo>
                    <a:pt x="164630" y="174231"/>
                  </a:lnTo>
                  <a:lnTo>
                    <a:pt x="163728" y="172897"/>
                  </a:lnTo>
                  <a:lnTo>
                    <a:pt x="159905" y="175336"/>
                  </a:lnTo>
                  <a:lnTo>
                    <a:pt x="157988" y="176530"/>
                  </a:lnTo>
                  <a:lnTo>
                    <a:pt x="159677" y="178612"/>
                  </a:lnTo>
                  <a:lnTo>
                    <a:pt x="161239" y="180759"/>
                  </a:lnTo>
                  <a:lnTo>
                    <a:pt x="162687" y="182968"/>
                  </a:lnTo>
                  <a:lnTo>
                    <a:pt x="163982" y="181076"/>
                  </a:lnTo>
                  <a:lnTo>
                    <a:pt x="165188" y="179044"/>
                  </a:lnTo>
                  <a:lnTo>
                    <a:pt x="166281" y="176987"/>
                  </a:lnTo>
                  <a:close/>
                </a:path>
                <a:path w="173990" h="193675">
                  <a:moveTo>
                    <a:pt x="169100" y="168579"/>
                  </a:moveTo>
                  <a:lnTo>
                    <a:pt x="166116" y="164096"/>
                  </a:lnTo>
                  <a:lnTo>
                    <a:pt x="164579" y="161886"/>
                  </a:lnTo>
                  <a:lnTo>
                    <a:pt x="162991" y="162839"/>
                  </a:lnTo>
                  <a:lnTo>
                    <a:pt x="159854" y="164757"/>
                  </a:lnTo>
                  <a:lnTo>
                    <a:pt x="161493" y="166814"/>
                  </a:lnTo>
                  <a:lnTo>
                    <a:pt x="163156" y="168795"/>
                  </a:lnTo>
                  <a:lnTo>
                    <a:pt x="164782" y="170802"/>
                  </a:lnTo>
                  <a:lnTo>
                    <a:pt x="166204" y="170002"/>
                  </a:lnTo>
                  <a:lnTo>
                    <a:pt x="167640" y="169240"/>
                  </a:lnTo>
                  <a:lnTo>
                    <a:pt x="169100" y="168579"/>
                  </a:lnTo>
                  <a:close/>
                </a:path>
                <a:path w="173990" h="193675">
                  <a:moveTo>
                    <a:pt x="169799" y="169621"/>
                  </a:moveTo>
                  <a:lnTo>
                    <a:pt x="169646" y="169379"/>
                  </a:lnTo>
                  <a:lnTo>
                    <a:pt x="168275" y="170141"/>
                  </a:lnTo>
                  <a:lnTo>
                    <a:pt x="165569" y="171780"/>
                  </a:lnTo>
                  <a:lnTo>
                    <a:pt x="166268" y="172669"/>
                  </a:lnTo>
                  <a:lnTo>
                    <a:pt x="166890" y="173609"/>
                  </a:lnTo>
                  <a:lnTo>
                    <a:pt x="167538" y="174510"/>
                  </a:lnTo>
                  <a:lnTo>
                    <a:pt x="168376" y="172821"/>
                  </a:lnTo>
                  <a:lnTo>
                    <a:pt x="169138" y="171170"/>
                  </a:lnTo>
                  <a:lnTo>
                    <a:pt x="169799" y="169621"/>
                  </a:lnTo>
                  <a:close/>
                </a:path>
                <a:path w="173990" h="193675">
                  <a:moveTo>
                    <a:pt x="173380" y="160997"/>
                  </a:moveTo>
                  <a:lnTo>
                    <a:pt x="172554" y="153187"/>
                  </a:lnTo>
                  <a:lnTo>
                    <a:pt x="165836" y="150025"/>
                  </a:lnTo>
                  <a:lnTo>
                    <a:pt x="165379" y="149847"/>
                  </a:lnTo>
                  <a:lnTo>
                    <a:pt x="163093" y="146392"/>
                  </a:lnTo>
                  <a:lnTo>
                    <a:pt x="159181" y="144386"/>
                  </a:lnTo>
                  <a:lnTo>
                    <a:pt x="153149" y="145376"/>
                  </a:lnTo>
                  <a:lnTo>
                    <a:pt x="154736" y="146964"/>
                  </a:lnTo>
                  <a:lnTo>
                    <a:pt x="156362" y="148475"/>
                  </a:lnTo>
                  <a:lnTo>
                    <a:pt x="157899" y="150266"/>
                  </a:lnTo>
                  <a:lnTo>
                    <a:pt x="159804" y="149694"/>
                  </a:lnTo>
                  <a:lnTo>
                    <a:pt x="161734" y="149313"/>
                  </a:lnTo>
                  <a:lnTo>
                    <a:pt x="163855" y="149618"/>
                  </a:lnTo>
                  <a:lnTo>
                    <a:pt x="163830" y="149872"/>
                  </a:lnTo>
                  <a:lnTo>
                    <a:pt x="162013" y="150317"/>
                  </a:lnTo>
                  <a:lnTo>
                    <a:pt x="160464" y="150964"/>
                  </a:lnTo>
                  <a:lnTo>
                    <a:pt x="158889" y="151549"/>
                  </a:lnTo>
                  <a:lnTo>
                    <a:pt x="160883" y="153949"/>
                  </a:lnTo>
                  <a:lnTo>
                    <a:pt x="162852" y="156413"/>
                  </a:lnTo>
                  <a:lnTo>
                    <a:pt x="164655" y="158991"/>
                  </a:lnTo>
                  <a:lnTo>
                    <a:pt x="166814" y="158076"/>
                  </a:lnTo>
                  <a:lnTo>
                    <a:pt x="168986" y="157365"/>
                  </a:lnTo>
                  <a:lnTo>
                    <a:pt x="171704" y="157226"/>
                  </a:lnTo>
                  <a:lnTo>
                    <a:pt x="171831" y="157784"/>
                  </a:lnTo>
                  <a:lnTo>
                    <a:pt x="169646" y="158940"/>
                  </a:lnTo>
                  <a:lnTo>
                    <a:pt x="166090" y="160985"/>
                  </a:lnTo>
                  <a:lnTo>
                    <a:pt x="167627" y="163334"/>
                  </a:lnTo>
                  <a:lnTo>
                    <a:pt x="169049" y="165722"/>
                  </a:lnTo>
                  <a:lnTo>
                    <a:pt x="170332" y="168109"/>
                  </a:lnTo>
                  <a:lnTo>
                    <a:pt x="170472" y="168059"/>
                  </a:lnTo>
                  <a:lnTo>
                    <a:pt x="173380" y="160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173296" y="7398520"/>
              <a:ext cx="33655" cy="25400"/>
            </a:xfrm>
            <a:custGeom>
              <a:avLst/>
              <a:gdLst/>
              <a:ahLst/>
              <a:cxnLst/>
              <a:rect l="l" t="t" r="r" b="b"/>
              <a:pathLst>
                <a:path w="33654" h="25400">
                  <a:moveTo>
                    <a:pt x="0" y="0"/>
                  </a:moveTo>
                  <a:lnTo>
                    <a:pt x="114" y="3429"/>
                  </a:lnTo>
                  <a:lnTo>
                    <a:pt x="9601" y="14109"/>
                  </a:lnTo>
                  <a:lnTo>
                    <a:pt x="12847" y="14172"/>
                  </a:lnTo>
                  <a:lnTo>
                    <a:pt x="21904" y="24852"/>
                  </a:lnTo>
                  <a:lnTo>
                    <a:pt x="33359" y="23868"/>
                  </a:lnTo>
                  <a:lnTo>
                    <a:pt x="29244" y="17187"/>
                  </a:lnTo>
                  <a:lnTo>
                    <a:pt x="22469" y="14905"/>
                  </a:lnTo>
                  <a:lnTo>
                    <a:pt x="21694" y="14674"/>
                  </a:lnTo>
                  <a:lnTo>
                    <a:pt x="30082" y="13826"/>
                  </a:lnTo>
                  <a:lnTo>
                    <a:pt x="32162" y="11940"/>
                  </a:lnTo>
                  <a:lnTo>
                    <a:pt x="23659" y="9188"/>
                  </a:lnTo>
                  <a:lnTo>
                    <a:pt x="20166" y="9188"/>
                  </a:lnTo>
                  <a:lnTo>
                    <a:pt x="21057" y="8345"/>
                  </a:lnTo>
                  <a:lnTo>
                    <a:pt x="18931" y="7657"/>
                  </a:lnTo>
                  <a:lnTo>
                    <a:pt x="14406" y="5826"/>
                  </a:lnTo>
                  <a:lnTo>
                    <a:pt x="9904" y="5826"/>
                  </a:lnTo>
                  <a:lnTo>
                    <a:pt x="8639" y="3494"/>
                  </a:lnTo>
                  <a:lnTo>
                    <a:pt x="0" y="0"/>
                  </a:lnTo>
                  <a:close/>
                </a:path>
                <a:path w="33654" h="25400">
                  <a:moveTo>
                    <a:pt x="21795" y="8584"/>
                  </a:moveTo>
                  <a:lnTo>
                    <a:pt x="20920" y="8884"/>
                  </a:lnTo>
                  <a:lnTo>
                    <a:pt x="20166" y="9188"/>
                  </a:lnTo>
                  <a:lnTo>
                    <a:pt x="23659" y="9188"/>
                  </a:lnTo>
                  <a:lnTo>
                    <a:pt x="21795" y="8584"/>
                  </a:lnTo>
                  <a:close/>
                </a:path>
                <a:path w="33654" h="25400">
                  <a:moveTo>
                    <a:pt x="9734" y="3937"/>
                  </a:moveTo>
                  <a:lnTo>
                    <a:pt x="9831" y="5313"/>
                  </a:lnTo>
                  <a:lnTo>
                    <a:pt x="9904" y="5826"/>
                  </a:lnTo>
                  <a:lnTo>
                    <a:pt x="14406" y="5826"/>
                  </a:lnTo>
                  <a:lnTo>
                    <a:pt x="9734" y="3937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263480" y="7426331"/>
              <a:ext cx="38735" cy="50800"/>
            </a:xfrm>
            <a:custGeom>
              <a:avLst/>
              <a:gdLst/>
              <a:ahLst/>
              <a:cxnLst/>
              <a:rect l="l" t="t" r="r" b="b"/>
              <a:pathLst>
                <a:path w="38734" h="50800">
                  <a:moveTo>
                    <a:pt x="6007" y="24498"/>
                  </a:moveTo>
                  <a:lnTo>
                    <a:pt x="5181" y="23736"/>
                  </a:lnTo>
                  <a:lnTo>
                    <a:pt x="4419" y="22923"/>
                  </a:lnTo>
                  <a:lnTo>
                    <a:pt x="3632" y="22110"/>
                  </a:lnTo>
                  <a:lnTo>
                    <a:pt x="3073" y="23926"/>
                  </a:lnTo>
                  <a:lnTo>
                    <a:pt x="2578" y="25666"/>
                  </a:lnTo>
                  <a:lnTo>
                    <a:pt x="2159" y="27305"/>
                  </a:lnTo>
                  <a:lnTo>
                    <a:pt x="2298" y="27444"/>
                  </a:lnTo>
                  <a:lnTo>
                    <a:pt x="3594" y="26568"/>
                  </a:lnTo>
                  <a:lnTo>
                    <a:pt x="6007" y="24498"/>
                  </a:lnTo>
                  <a:close/>
                </a:path>
                <a:path w="38734" h="50800">
                  <a:moveTo>
                    <a:pt x="12750" y="30543"/>
                  </a:moveTo>
                  <a:lnTo>
                    <a:pt x="10820" y="28778"/>
                  </a:lnTo>
                  <a:lnTo>
                    <a:pt x="8864" y="27076"/>
                  </a:lnTo>
                  <a:lnTo>
                    <a:pt x="6946" y="25349"/>
                  </a:lnTo>
                  <a:lnTo>
                    <a:pt x="4368" y="27343"/>
                  </a:lnTo>
                  <a:lnTo>
                    <a:pt x="3022" y="28232"/>
                  </a:lnTo>
                  <a:lnTo>
                    <a:pt x="4838" y="30213"/>
                  </a:lnTo>
                  <a:lnTo>
                    <a:pt x="6667" y="32181"/>
                  </a:lnTo>
                  <a:lnTo>
                    <a:pt x="8534" y="34112"/>
                  </a:lnTo>
                  <a:lnTo>
                    <a:pt x="11366" y="31750"/>
                  </a:lnTo>
                  <a:lnTo>
                    <a:pt x="12750" y="30543"/>
                  </a:lnTo>
                  <a:close/>
                </a:path>
                <a:path w="38734" h="50800">
                  <a:moveTo>
                    <a:pt x="12750" y="18630"/>
                  </a:moveTo>
                  <a:lnTo>
                    <a:pt x="10769" y="16840"/>
                  </a:lnTo>
                  <a:lnTo>
                    <a:pt x="8877" y="14960"/>
                  </a:lnTo>
                  <a:lnTo>
                    <a:pt x="7099" y="13004"/>
                  </a:lnTo>
                  <a:lnTo>
                    <a:pt x="6121" y="15087"/>
                  </a:lnTo>
                  <a:lnTo>
                    <a:pt x="5232" y="17284"/>
                  </a:lnTo>
                  <a:lnTo>
                    <a:pt x="4483" y="19481"/>
                  </a:lnTo>
                  <a:lnTo>
                    <a:pt x="5549" y="20688"/>
                  </a:lnTo>
                  <a:lnTo>
                    <a:pt x="6540" y="21932"/>
                  </a:lnTo>
                  <a:lnTo>
                    <a:pt x="7645" y="23126"/>
                  </a:lnTo>
                  <a:lnTo>
                    <a:pt x="11049" y="20104"/>
                  </a:lnTo>
                  <a:lnTo>
                    <a:pt x="12750" y="18630"/>
                  </a:lnTo>
                  <a:close/>
                </a:path>
                <a:path w="38734" h="50800">
                  <a:moveTo>
                    <a:pt x="18961" y="13563"/>
                  </a:moveTo>
                  <a:lnTo>
                    <a:pt x="16192" y="11328"/>
                  </a:lnTo>
                  <a:lnTo>
                    <a:pt x="13512" y="9017"/>
                  </a:lnTo>
                  <a:lnTo>
                    <a:pt x="10947" y="6604"/>
                  </a:lnTo>
                  <a:lnTo>
                    <a:pt x="9867" y="7962"/>
                  </a:lnTo>
                  <a:lnTo>
                    <a:pt x="8890" y="9563"/>
                  </a:lnTo>
                  <a:lnTo>
                    <a:pt x="7988" y="11264"/>
                  </a:lnTo>
                  <a:lnTo>
                    <a:pt x="10261" y="13119"/>
                  </a:lnTo>
                  <a:lnTo>
                    <a:pt x="12446" y="15074"/>
                  </a:lnTo>
                  <a:lnTo>
                    <a:pt x="14579" y="17119"/>
                  </a:lnTo>
                  <a:lnTo>
                    <a:pt x="15468" y="16395"/>
                  </a:lnTo>
                  <a:lnTo>
                    <a:pt x="16319" y="15633"/>
                  </a:lnTo>
                  <a:lnTo>
                    <a:pt x="17208" y="14960"/>
                  </a:lnTo>
                  <a:lnTo>
                    <a:pt x="17780" y="14541"/>
                  </a:lnTo>
                  <a:lnTo>
                    <a:pt x="18376" y="14020"/>
                  </a:lnTo>
                  <a:lnTo>
                    <a:pt x="18961" y="13563"/>
                  </a:lnTo>
                  <a:close/>
                </a:path>
                <a:path w="38734" h="50800">
                  <a:moveTo>
                    <a:pt x="19621" y="24676"/>
                  </a:moveTo>
                  <a:lnTo>
                    <a:pt x="17767" y="23025"/>
                  </a:lnTo>
                  <a:lnTo>
                    <a:pt x="13957" y="19697"/>
                  </a:lnTo>
                  <a:lnTo>
                    <a:pt x="12166" y="21132"/>
                  </a:lnTo>
                  <a:lnTo>
                    <a:pt x="8559" y="24079"/>
                  </a:lnTo>
                  <a:lnTo>
                    <a:pt x="10299" y="25933"/>
                  </a:lnTo>
                  <a:lnTo>
                    <a:pt x="12166" y="27698"/>
                  </a:lnTo>
                  <a:lnTo>
                    <a:pt x="13957" y="29514"/>
                  </a:lnTo>
                  <a:lnTo>
                    <a:pt x="15836" y="27889"/>
                  </a:lnTo>
                  <a:lnTo>
                    <a:pt x="19621" y="24676"/>
                  </a:lnTo>
                  <a:close/>
                </a:path>
                <a:path w="38734" h="50800">
                  <a:moveTo>
                    <a:pt x="22415" y="48653"/>
                  </a:moveTo>
                  <a:lnTo>
                    <a:pt x="20586" y="47332"/>
                  </a:lnTo>
                  <a:lnTo>
                    <a:pt x="18757" y="46075"/>
                  </a:lnTo>
                  <a:lnTo>
                    <a:pt x="16967" y="44564"/>
                  </a:lnTo>
                  <a:lnTo>
                    <a:pt x="15163" y="45427"/>
                  </a:lnTo>
                  <a:lnTo>
                    <a:pt x="13322" y="46088"/>
                  </a:lnTo>
                  <a:lnTo>
                    <a:pt x="11176" y="46126"/>
                  </a:lnTo>
                  <a:lnTo>
                    <a:pt x="11163" y="45872"/>
                  </a:lnTo>
                  <a:lnTo>
                    <a:pt x="12890" y="45161"/>
                  </a:lnTo>
                  <a:lnTo>
                    <a:pt x="14325" y="44272"/>
                  </a:lnTo>
                  <a:lnTo>
                    <a:pt x="15773" y="43446"/>
                  </a:lnTo>
                  <a:lnTo>
                    <a:pt x="13423" y="41389"/>
                  </a:lnTo>
                  <a:lnTo>
                    <a:pt x="11099" y="39268"/>
                  </a:lnTo>
                  <a:lnTo>
                    <a:pt x="8915" y="36995"/>
                  </a:lnTo>
                  <a:lnTo>
                    <a:pt x="6934" y="38227"/>
                  </a:lnTo>
                  <a:lnTo>
                    <a:pt x="4889" y="39293"/>
                  </a:lnTo>
                  <a:lnTo>
                    <a:pt x="2235" y="39852"/>
                  </a:lnTo>
                  <a:lnTo>
                    <a:pt x="2032" y="39306"/>
                  </a:lnTo>
                  <a:lnTo>
                    <a:pt x="4000" y="37820"/>
                  </a:lnTo>
                  <a:lnTo>
                    <a:pt x="7188" y="35255"/>
                  </a:lnTo>
                  <a:lnTo>
                    <a:pt x="5308" y="33185"/>
                  </a:lnTo>
                  <a:lnTo>
                    <a:pt x="3517" y="31051"/>
                  </a:lnTo>
                  <a:lnTo>
                    <a:pt x="1892" y="28879"/>
                  </a:lnTo>
                  <a:lnTo>
                    <a:pt x="1752" y="28956"/>
                  </a:lnTo>
                  <a:lnTo>
                    <a:pt x="0" y="36385"/>
                  </a:lnTo>
                  <a:lnTo>
                    <a:pt x="2032" y="43967"/>
                  </a:lnTo>
                  <a:lnTo>
                    <a:pt x="9156" y="46037"/>
                  </a:lnTo>
                  <a:lnTo>
                    <a:pt x="9639" y="46139"/>
                  </a:lnTo>
                  <a:lnTo>
                    <a:pt x="12433" y="49187"/>
                  </a:lnTo>
                  <a:lnTo>
                    <a:pt x="16624" y="50558"/>
                  </a:lnTo>
                  <a:lnTo>
                    <a:pt x="22415" y="48653"/>
                  </a:lnTo>
                  <a:close/>
                </a:path>
                <a:path w="38734" h="50800">
                  <a:moveTo>
                    <a:pt x="22517" y="39217"/>
                  </a:moveTo>
                  <a:lnTo>
                    <a:pt x="17462" y="34759"/>
                  </a:lnTo>
                  <a:lnTo>
                    <a:pt x="14960" y="32512"/>
                  </a:lnTo>
                  <a:lnTo>
                    <a:pt x="13500" y="33743"/>
                  </a:lnTo>
                  <a:lnTo>
                    <a:pt x="12001" y="34899"/>
                  </a:lnTo>
                  <a:lnTo>
                    <a:pt x="10439" y="35991"/>
                  </a:lnTo>
                  <a:lnTo>
                    <a:pt x="11239" y="36791"/>
                  </a:lnTo>
                  <a:lnTo>
                    <a:pt x="12001" y="37604"/>
                  </a:lnTo>
                  <a:lnTo>
                    <a:pt x="12839" y="38366"/>
                  </a:lnTo>
                  <a:lnTo>
                    <a:pt x="14351" y="39763"/>
                  </a:lnTo>
                  <a:lnTo>
                    <a:pt x="17805" y="42354"/>
                  </a:lnTo>
                  <a:lnTo>
                    <a:pt x="19405" y="41376"/>
                  </a:lnTo>
                  <a:lnTo>
                    <a:pt x="22517" y="39217"/>
                  </a:lnTo>
                  <a:close/>
                </a:path>
                <a:path w="38734" h="50800">
                  <a:moveTo>
                    <a:pt x="25184" y="8572"/>
                  </a:moveTo>
                  <a:lnTo>
                    <a:pt x="22415" y="6438"/>
                  </a:lnTo>
                  <a:lnTo>
                    <a:pt x="19761" y="4165"/>
                  </a:lnTo>
                  <a:lnTo>
                    <a:pt x="17195" y="1828"/>
                  </a:lnTo>
                  <a:lnTo>
                    <a:pt x="15824" y="2400"/>
                  </a:lnTo>
                  <a:lnTo>
                    <a:pt x="14478" y="3073"/>
                  </a:lnTo>
                  <a:lnTo>
                    <a:pt x="12814" y="4495"/>
                  </a:lnTo>
                  <a:lnTo>
                    <a:pt x="12344" y="5054"/>
                  </a:lnTo>
                  <a:lnTo>
                    <a:pt x="11861" y="5575"/>
                  </a:lnTo>
                  <a:lnTo>
                    <a:pt x="14909" y="7620"/>
                  </a:lnTo>
                  <a:lnTo>
                    <a:pt x="17868" y="9842"/>
                  </a:lnTo>
                  <a:lnTo>
                    <a:pt x="20751" y="12128"/>
                  </a:lnTo>
                  <a:lnTo>
                    <a:pt x="22186" y="10947"/>
                  </a:lnTo>
                  <a:lnTo>
                    <a:pt x="25184" y="8572"/>
                  </a:lnTo>
                  <a:close/>
                </a:path>
                <a:path w="38734" h="50800">
                  <a:moveTo>
                    <a:pt x="26123" y="19392"/>
                  </a:moveTo>
                  <a:lnTo>
                    <a:pt x="25577" y="18897"/>
                  </a:lnTo>
                  <a:lnTo>
                    <a:pt x="20535" y="14833"/>
                  </a:lnTo>
                  <a:lnTo>
                    <a:pt x="18135" y="16497"/>
                  </a:lnTo>
                  <a:lnTo>
                    <a:pt x="16560" y="17627"/>
                  </a:lnTo>
                  <a:lnTo>
                    <a:pt x="16179" y="17970"/>
                  </a:lnTo>
                  <a:lnTo>
                    <a:pt x="15786" y="18262"/>
                  </a:lnTo>
                  <a:lnTo>
                    <a:pt x="18923" y="21247"/>
                  </a:lnTo>
                  <a:lnTo>
                    <a:pt x="20751" y="22860"/>
                  </a:lnTo>
                  <a:lnTo>
                    <a:pt x="21043" y="23050"/>
                  </a:lnTo>
                  <a:lnTo>
                    <a:pt x="21272" y="23266"/>
                  </a:lnTo>
                  <a:lnTo>
                    <a:pt x="22885" y="21932"/>
                  </a:lnTo>
                  <a:lnTo>
                    <a:pt x="24498" y="20650"/>
                  </a:lnTo>
                  <a:lnTo>
                    <a:pt x="26123" y="19392"/>
                  </a:lnTo>
                  <a:close/>
                </a:path>
                <a:path w="38734" h="50800">
                  <a:moveTo>
                    <a:pt x="28498" y="44526"/>
                  </a:moveTo>
                  <a:lnTo>
                    <a:pt x="23926" y="40474"/>
                  </a:lnTo>
                  <a:lnTo>
                    <a:pt x="22402" y="41414"/>
                  </a:lnTo>
                  <a:lnTo>
                    <a:pt x="20828" y="42443"/>
                  </a:lnTo>
                  <a:lnTo>
                    <a:pt x="19202" y="43408"/>
                  </a:lnTo>
                  <a:lnTo>
                    <a:pt x="21005" y="44780"/>
                  </a:lnTo>
                  <a:lnTo>
                    <a:pt x="22656" y="46240"/>
                  </a:lnTo>
                  <a:lnTo>
                    <a:pt x="24180" y="47815"/>
                  </a:lnTo>
                  <a:lnTo>
                    <a:pt x="25806" y="46990"/>
                  </a:lnTo>
                  <a:lnTo>
                    <a:pt x="27241" y="45885"/>
                  </a:lnTo>
                  <a:lnTo>
                    <a:pt x="28498" y="44526"/>
                  </a:lnTo>
                  <a:close/>
                </a:path>
                <a:path w="38734" h="50800">
                  <a:moveTo>
                    <a:pt x="29959" y="34036"/>
                  </a:moveTo>
                  <a:lnTo>
                    <a:pt x="27114" y="31826"/>
                  </a:lnTo>
                  <a:lnTo>
                    <a:pt x="24434" y="29210"/>
                  </a:lnTo>
                  <a:lnTo>
                    <a:pt x="21907" y="26809"/>
                  </a:lnTo>
                  <a:lnTo>
                    <a:pt x="21196" y="27355"/>
                  </a:lnTo>
                  <a:lnTo>
                    <a:pt x="20472" y="27838"/>
                  </a:lnTo>
                  <a:lnTo>
                    <a:pt x="18554" y="29400"/>
                  </a:lnTo>
                  <a:lnTo>
                    <a:pt x="16052" y="31597"/>
                  </a:lnTo>
                  <a:lnTo>
                    <a:pt x="18491" y="33997"/>
                  </a:lnTo>
                  <a:lnTo>
                    <a:pt x="21056" y="36195"/>
                  </a:lnTo>
                  <a:lnTo>
                    <a:pt x="23558" y="38506"/>
                  </a:lnTo>
                  <a:lnTo>
                    <a:pt x="25679" y="36995"/>
                  </a:lnTo>
                  <a:lnTo>
                    <a:pt x="29959" y="34036"/>
                  </a:lnTo>
                  <a:close/>
                </a:path>
                <a:path w="38734" h="50800">
                  <a:moveTo>
                    <a:pt x="32359" y="3606"/>
                  </a:moveTo>
                  <a:lnTo>
                    <a:pt x="28600" y="749"/>
                  </a:lnTo>
                  <a:lnTo>
                    <a:pt x="23723" y="0"/>
                  </a:lnTo>
                  <a:lnTo>
                    <a:pt x="19240" y="1168"/>
                  </a:lnTo>
                  <a:lnTo>
                    <a:pt x="22047" y="3009"/>
                  </a:lnTo>
                  <a:lnTo>
                    <a:pt x="24892" y="4749"/>
                  </a:lnTo>
                  <a:lnTo>
                    <a:pt x="27622" y="6718"/>
                  </a:lnTo>
                  <a:lnTo>
                    <a:pt x="29171" y="5588"/>
                  </a:lnTo>
                  <a:lnTo>
                    <a:pt x="30746" y="4521"/>
                  </a:lnTo>
                  <a:lnTo>
                    <a:pt x="32359" y="3606"/>
                  </a:lnTo>
                  <a:close/>
                </a:path>
                <a:path w="38734" h="50800">
                  <a:moveTo>
                    <a:pt x="33401" y="14351"/>
                  </a:moveTo>
                  <a:lnTo>
                    <a:pt x="31318" y="13004"/>
                  </a:lnTo>
                  <a:lnTo>
                    <a:pt x="29260" y="11595"/>
                  </a:lnTo>
                  <a:lnTo>
                    <a:pt x="27254" y="10121"/>
                  </a:lnTo>
                  <a:lnTo>
                    <a:pt x="22453" y="13487"/>
                  </a:lnTo>
                  <a:lnTo>
                    <a:pt x="26073" y="16344"/>
                  </a:lnTo>
                  <a:lnTo>
                    <a:pt x="28181" y="17881"/>
                  </a:lnTo>
                  <a:lnTo>
                    <a:pt x="29883" y="16649"/>
                  </a:lnTo>
                  <a:lnTo>
                    <a:pt x="31623" y="15455"/>
                  </a:lnTo>
                  <a:lnTo>
                    <a:pt x="33401" y="14351"/>
                  </a:lnTo>
                  <a:close/>
                </a:path>
                <a:path w="38734" h="50800">
                  <a:moveTo>
                    <a:pt x="33566" y="36347"/>
                  </a:moveTo>
                  <a:lnTo>
                    <a:pt x="33083" y="36080"/>
                  </a:lnTo>
                  <a:lnTo>
                    <a:pt x="32588" y="35928"/>
                  </a:lnTo>
                  <a:lnTo>
                    <a:pt x="32131" y="35623"/>
                  </a:lnTo>
                  <a:lnTo>
                    <a:pt x="29743" y="37084"/>
                  </a:lnTo>
                  <a:lnTo>
                    <a:pt x="27305" y="38442"/>
                  </a:lnTo>
                  <a:lnTo>
                    <a:pt x="24980" y="39827"/>
                  </a:lnTo>
                  <a:lnTo>
                    <a:pt x="26390" y="41109"/>
                  </a:lnTo>
                  <a:lnTo>
                    <a:pt x="27774" y="42418"/>
                  </a:lnTo>
                  <a:lnTo>
                    <a:pt x="29197" y="43700"/>
                  </a:lnTo>
                  <a:lnTo>
                    <a:pt x="30962" y="41554"/>
                  </a:lnTo>
                  <a:lnTo>
                    <a:pt x="32410" y="39027"/>
                  </a:lnTo>
                  <a:lnTo>
                    <a:pt x="33566" y="36347"/>
                  </a:lnTo>
                  <a:close/>
                </a:path>
                <a:path w="38734" h="50800">
                  <a:moveTo>
                    <a:pt x="34480" y="34048"/>
                  </a:moveTo>
                  <a:close/>
                </a:path>
                <a:path w="38734" h="50800">
                  <a:moveTo>
                    <a:pt x="36626" y="27609"/>
                  </a:moveTo>
                  <a:lnTo>
                    <a:pt x="33820" y="26073"/>
                  </a:lnTo>
                  <a:lnTo>
                    <a:pt x="31216" y="23812"/>
                  </a:lnTo>
                  <a:lnTo>
                    <a:pt x="28727" y="21615"/>
                  </a:lnTo>
                  <a:lnTo>
                    <a:pt x="27089" y="22809"/>
                  </a:lnTo>
                  <a:lnTo>
                    <a:pt x="23850" y="25323"/>
                  </a:lnTo>
                  <a:lnTo>
                    <a:pt x="26758" y="27559"/>
                  </a:lnTo>
                  <a:lnTo>
                    <a:pt x="29857" y="29845"/>
                  </a:lnTo>
                  <a:lnTo>
                    <a:pt x="32550" y="32346"/>
                  </a:lnTo>
                  <a:lnTo>
                    <a:pt x="33566" y="31699"/>
                  </a:lnTo>
                  <a:lnTo>
                    <a:pt x="34645" y="31165"/>
                  </a:lnTo>
                  <a:lnTo>
                    <a:pt x="35712" y="30568"/>
                  </a:lnTo>
                  <a:lnTo>
                    <a:pt x="36626" y="27609"/>
                  </a:lnTo>
                  <a:close/>
                </a:path>
                <a:path w="38734" h="50800">
                  <a:moveTo>
                    <a:pt x="37973" y="11747"/>
                  </a:moveTo>
                  <a:lnTo>
                    <a:pt x="37325" y="9296"/>
                  </a:lnTo>
                  <a:lnTo>
                    <a:pt x="36017" y="7035"/>
                  </a:lnTo>
                  <a:lnTo>
                    <a:pt x="34010" y="5016"/>
                  </a:lnTo>
                  <a:lnTo>
                    <a:pt x="32562" y="6096"/>
                  </a:lnTo>
                  <a:lnTo>
                    <a:pt x="31153" y="7226"/>
                  </a:lnTo>
                  <a:lnTo>
                    <a:pt x="29667" y="8305"/>
                  </a:lnTo>
                  <a:lnTo>
                    <a:pt x="31699" y="9791"/>
                  </a:lnTo>
                  <a:lnTo>
                    <a:pt x="33604" y="11417"/>
                  </a:lnTo>
                  <a:lnTo>
                    <a:pt x="35585" y="12966"/>
                  </a:lnTo>
                  <a:lnTo>
                    <a:pt x="36360" y="12522"/>
                  </a:lnTo>
                  <a:lnTo>
                    <a:pt x="37185" y="12153"/>
                  </a:lnTo>
                  <a:lnTo>
                    <a:pt x="37973" y="11747"/>
                  </a:lnTo>
                  <a:close/>
                </a:path>
                <a:path w="38734" h="50800">
                  <a:moveTo>
                    <a:pt x="38506" y="15176"/>
                  </a:moveTo>
                  <a:close/>
                </a:path>
                <a:path w="38734" h="50800">
                  <a:moveTo>
                    <a:pt x="38544" y="17424"/>
                  </a:moveTo>
                  <a:lnTo>
                    <a:pt x="37934" y="17056"/>
                  </a:lnTo>
                  <a:lnTo>
                    <a:pt x="37299" y="16700"/>
                  </a:lnTo>
                  <a:lnTo>
                    <a:pt x="36677" y="16332"/>
                  </a:lnTo>
                  <a:lnTo>
                    <a:pt x="34785" y="17526"/>
                  </a:lnTo>
                  <a:lnTo>
                    <a:pt x="32804" y="18669"/>
                  </a:lnTo>
                  <a:lnTo>
                    <a:pt x="30962" y="19951"/>
                  </a:lnTo>
                  <a:lnTo>
                    <a:pt x="33235" y="21628"/>
                  </a:lnTo>
                  <a:lnTo>
                    <a:pt x="35433" y="23406"/>
                  </a:lnTo>
                  <a:lnTo>
                    <a:pt x="37249" y="25387"/>
                  </a:lnTo>
                  <a:lnTo>
                    <a:pt x="37947" y="22733"/>
                  </a:lnTo>
                  <a:lnTo>
                    <a:pt x="38468" y="20053"/>
                  </a:lnTo>
                  <a:lnTo>
                    <a:pt x="38544" y="17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253350" y="7464118"/>
              <a:ext cx="32384" cy="22225"/>
            </a:xfrm>
            <a:custGeom>
              <a:avLst/>
              <a:gdLst/>
              <a:ahLst/>
              <a:cxnLst/>
              <a:rect l="l" t="t" r="r" b="b"/>
              <a:pathLst>
                <a:path w="32384" h="22225">
                  <a:moveTo>
                    <a:pt x="30355" y="15203"/>
                  </a:moveTo>
                  <a:lnTo>
                    <a:pt x="15329" y="15203"/>
                  </a:lnTo>
                  <a:lnTo>
                    <a:pt x="10282" y="21751"/>
                  </a:lnTo>
                  <a:lnTo>
                    <a:pt x="20098" y="18549"/>
                  </a:lnTo>
                  <a:lnTo>
                    <a:pt x="20187" y="18355"/>
                  </a:lnTo>
                  <a:lnTo>
                    <a:pt x="20365" y="17863"/>
                  </a:lnTo>
                  <a:lnTo>
                    <a:pt x="22202" y="17863"/>
                  </a:lnTo>
                  <a:lnTo>
                    <a:pt x="30355" y="15203"/>
                  </a:lnTo>
                  <a:close/>
                </a:path>
                <a:path w="32384" h="22225">
                  <a:moveTo>
                    <a:pt x="11151" y="0"/>
                  </a:moveTo>
                  <a:lnTo>
                    <a:pt x="0" y="2774"/>
                  </a:lnTo>
                  <a:lnTo>
                    <a:pt x="5109" y="8722"/>
                  </a:lnTo>
                  <a:lnTo>
                    <a:pt x="12449" y="9968"/>
                  </a:lnTo>
                  <a:lnTo>
                    <a:pt x="12680" y="9978"/>
                  </a:lnTo>
                  <a:lnTo>
                    <a:pt x="12962" y="10020"/>
                  </a:lnTo>
                  <a:lnTo>
                    <a:pt x="4806" y="12167"/>
                  </a:lnTo>
                  <a:lnTo>
                    <a:pt x="638" y="17360"/>
                  </a:lnTo>
                  <a:lnTo>
                    <a:pt x="8324" y="18962"/>
                  </a:lnTo>
                  <a:lnTo>
                    <a:pt x="14889" y="15475"/>
                  </a:lnTo>
                  <a:lnTo>
                    <a:pt x="15329" y="15203"/>
                  </a:lnTo>
                  <a:lnTo>
                    <a:pt x="30355" y="15203"/>
                  </a:lnTo>
                  <a:lnTo>
                    <a:pt x="32203" y="14600"/>
                  </a:lnTo>
                  <a:lnTo>
                    <a:pt x="25520" y="9130"/>
                  </a:lnTo>
                  <a:lnTo>
                    <a:pt x="21768" y="9130"/>
                  </a:lnTo>
                  <a:lnTo>
                    <a:pt x="11151" y="0"/>
                  </a:lnTo>
                  <a:close/>
                </a:path>
                <a:path w="32384" h="22225">
                  <a:moveTo>
                    <a:pt x="22202" y="17863"/>
                  </a:moveTo>
                  <a:lnTo>
                    <a:pt x="20365" y="17863"/>
                  </a:lnTo>
                  <a:lnTo>
                    <a:pt x="20365" y="18462"/>
                  </a:lnTo>
                  <a:lnTo>
                    <a:pt x="22202" y="17863"/>
                  </a:lnTo>
                  <a:close/>
                </a:path>
                <a:path w="32384" h="22225">
                  <a:moveTo>
                    <a:pt x="24983" y="8690"/>
                  </a:moveTo>
                  <a:lnTo>
                    <a:pt x="21768" y="9130"/>
                  </a:lnTo>
                  <a:lnTo>
                    <a:pt x="25520" y="9130"/>
                  </a:lnTo>
                  <a:lnTo>
                    <a:pt x="24983" y="869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068306" y="7456607"/>
              <a:ext cx="142875" cy="47625"/>
            </a:xfrm>
            <a:custGeom>
              <a:avLst/>
              <a:gdLst/>
              <a:ahLst/>
              <a:cxnLst/>
              <a:rect l="l" t="t" r="r" b="b"/>
              <a:pathLst>
                <a:path w="142875" h="47625">
                  <a:moveTo>
                    <a:pt x="6019" y="24498"/>
                  </a:moveTo>
                  <a:lnTo>
                    <a:pt x="5194" y="23736"/>
                  </a:lnTo>
                  <a:lnTo>
                    <a:pt x="4432" y="22923"/>
                  </a:lnTo>
                  <a:lnTo>
                    <a:pt x="3644" y="22110"/>
                  </a:lnTo>
                  <a:lnTo>
                    <a:pt x="3086" y="23926"/>
                  </a:lnTo>
                  <a:lnTo>
                    <a:pt x="2590" y="25666"/>
                  </a:lnTo>
                  <a:lnTo>
                    <a:pt x="2171" y="27305"/>
                  </a:lnTo>
                  <a:lnTo>
                    <a:pt x="2374" y="27520"/>
                  </a:lnTo>
                  <a:lnTo>
                    <a:pt x="3606" y="26568"/>
                  </a:lnTo>
                  <a:lnTo>
                    <a:pt x="6019" y="24498"/>
                  </a:lnTo>
                  <a:close/>
                </a:path>
                <a:path w="142875" h="47625">
                  <a:moveTo>
                    <a:pt x="12763" y="30543"/>
                  </a:moveTo>
                  <a:lnTo>
                    <a:pt x="10833" y="28778"/>
                  </a:lnTo>
                  <a:lnTo>
                    <a:pt x="8877" y="27076"/>
                  </a:lnTo>
                  <a:lnTo>
                    <a:pt x="6959" y="25349"/>
                  </a:lnTo>
                  <a:lnTo>
                    <a:pt x="4381" y="27343"/>
                  </a:lnTo>
                  <a:lnTo>
                    <a:pt x="3035" y="28232"/>
                  </a:lnTo>
                  <a:lnTo>
                    <a:pt x="4851" y="30213"/>
                  </a:lnTo>
                  <a:lnTo>
                    <a:pt x="6680" y="32181"/>
                  </a:lnTo>
                  <a:lnTo>
                    <a:pt x="8547" y="34112"/>
                  </a:lnTo>
                  <a:lnTo>
                    <a:pt x="11379" y="31750"/>
                  </a:lnTo>
                  <a:lnTo>
                    <a:pt x="12763" y="30543"/>
                  </a:lnTo>
                  <a:close/>
                </a:path>
                <a:path w="142875" h="47625">
                  <a:moveTo>
                    <a:pt x="12763" y="18630"/>
                  </a:moveTo>
                  <a:lnTo>
                    <a:pt x="10782" y="16840"/>
                  </a:lnTo>
                  <a:lnTo>
                    <a:pt x="8877" y="14960"/>
                  </a:lnTo>
                  <a:lnTo>
                    <a:pt x="7112" y="13004"/>
                  </a:lnTo>
                  <a:lnTo>
                    <a:pt x="6134" y="15087"/>
                  </a:lnTo>
                  <a:lnTo>
                    <a:pt x="5245" y="17284"/>
                  </a:lnTo>
                  <a:lnTo>
                    <a:pt x="4495" y="19481"/>
                  </a:lnTo>
                  <a:lnTo>
                    <a:pt x="5562" y="20688"/>
                  </a:lnTo>
                  <a:lnTo>
                    <a:pt x="6553" y="21932"/>
                  </a:lnTo>
                  <a:lnTo>
                    <a:pt x="7658" y="23126"/>
                  </a:lnTo>
                  <a:lnTo>
                    <a:pt x="11061" y="20104"/>
                  </a:lnTo>
                  <a:lnTo>
                    <a:pt x="12763" y="18630"/>
                  </a:lnTo>
                  <a:close/>
                </a:path>
                <a:path w="142875" h="47625">
                  <a:moveTo>
                    <a:pt x="15557" y="43230"/>
                  </a:moveTo>
                  <a:lnTo>
                    <a:pt x="13436" y="41389"/>
                  </a:lnTo>
                  <a:lnTo>
                    <a:pt x="11747" y="39852"/>
                  </a:lnTo>
                  <a:lnTo>
                    <a:pt x="11099" y="39268"/>
                  </a:lnTo>
                  <a:lnTo>
                    <a:pt x="8928" y="36995"/>
                  </a:lnTo>
                  <a:lnTo>
                    <a:pt x="6946" y="38227"/>
                  </a:lnTo>
                  <a:lnTo>
                    <a:pt x="4953" y="39268"/>
                  </a:lnTo>
                  <a:lnTo>
                    <a:pt x="2247" y="39852"/>
                  </a:lnTo>
                  <a:lnTo>
                    <a:pt x="2032" y="39306"/>
                  </a:lnTo>
                  <a:lnTo>
                    <a:pt x="4013" y="37833"/>
                  </a:lnTo>
                  <a:lnTo>
                    <a:pt x="5613" y="36550"/>
                  </a:lnTo>
                  <a:lnTo>
                    <a:pt x="7200" y="35255"/>
                  </a:lnTo>
                  <a:lnTo>
                    <a:pt x="5321" y="33185"/>
                  </a:lnTo>
                  <a:lnTo>
                    <a:pt x="3530" y="31051"/>
                  </a:lnTo>
                  <a:lnTo>
                    <a:pt x="1905" y="28879"/>
                  </a:lnTo>
                  <a:lnTo>
                    <a:pt x="1765" y="28956"/>
                  </a:lnTo>
                  <a:lnTo>
                    <a:pt x="1612" y="29552"/>
                  </a:lnTo>
                  <a:lnTo>
                    <a:pt x="0" y="36385"/>
                  </a:lnTo>
                  <a:lnTo>
                    <a:pt x="1689" y="42659"/>
                  </a:lnTo>
                  <a:lnTo>
                    <a:pt x="15557" y="43230"/>
                  </a:lnTo>
                  <a:close/>
                </a:path>
                <a:path w="142875" h="47625">
                  <a:moveTo>
                    <a:pt x="18973" y="13563"/>
                  </a:moveTo>
                  <a:lnTo>
                    <a:pt x="16205" y="11328"/>
                  </a:lnTo>
                  <a:lnTo>
                    <a:pt x="13512" y="9017"/>
                  </a:lnTo>
                  <a:lnTo>
                    <a:pt x="10947" y="6604"/>
                  </a:lnTo>
                  <a:lnTo>
                    <a:pt x="9867" y="7962"/>
                  </a:lnTo>
                  <a:lnTo>
                    <a:pt x="8902" y="9563"/>
                  </a:lnTo>
                  <a:lnTo>
                    <a:pt x="8013" y="11277"/>
                  </a:lnTo>
                  <a:lnTo>
                    <a:pt x="10274" y="13119"/>
                  </a:lnTo>
                  <a:lnTo>
                    <a:pt x="12471" y="15087"/>
                  </a:lnTo>
                  <a:lnTo>
                    <a:pt x="14592" y="17119"/>
                  </a:lnTo>
                  <a:lnTo>
                    <a:pt x="15481" y="16408"/>
                  </a:lnTo>
                  <a:lnTo>
                    <a:pt x="16332" y="15633"/>
                  </a:lnTo>
                  <a:lnTo>
                    <a:pt x="17221" y="14973"/>
                  </a:lnTo>
                  <a:lnTo>
                    <a:pt x="17792" y="14541"/>
                  </a:lnTo>
                  <a:lnTo>
                    <a:pt x="18973" y="13563"/>
                  </a:lnTo>
                  <a:close/>
                </a:path>
                <a:path w="142875" h="47625">
                  <a:moveTo>
                    <a:pt x="19634" y="24676"/>
                  </a:moveTo>
                  <a:lnTo>
                    <a:pt x="17780" y="23025"/>
                  </a:lnTo>
                  <a:lnTo>
                    <a:pt x="13970" y="19697"/>
                  </a:lnTo>
                  <a:lnTo>
                    <a:pt x="12179" y="21132"/>
                  </a:lnTo>
                  <a:lnTo>
                    <a:pt x="8572" y="24079"/>
                  </a:lnTo>
                  <a:lnTo>
                    <a:pt x="10312" y="25946"/>
                  </a:lnTo>
                  <a:lnTo>
                    <a:pt x="12179" y="27698"/>
                  </a:lnTo>
                  <a:lnTo>
                    <a:pt x="13970" y="29514"/>
                  </a:lnTo>
                  <a:lnTo>
                    <a:pt x="15849" y="27889"/>
                  </a:lnTo>
                  <a:lnTo>
                    <a:pt x="19634" y="24676"/>
                  </a:lnTo>
                  <a:close/>
                </a:path>
                <a:path w="142875" h="47625">
                  <a:moveTo>
                    <a:pt x="22529" y="39217"/>
                  </a:moveTo>
                  <a:lnTo>
                    <a:pt x="17475" y="34759"/>
                  </a:lnTo>
                  <a:lnTo>
                    <a:pt x="14973" y="32512"/>
                  </a:lnTo>
                  <a:lnTo>
                    <a:pt x="13512" y="33743"/>
                  </a:lnTo>
                  <a:lnTo>
                    <a:pt x="12014" y="34912"/>
                  </a:lnTo>
                  <a:lnTo>
                    <a:pt x="10452" y="35991"/>
                  </a:lnTo>
                  <a:lnTo>
                    <a:pt x="11239" y="36791"/>
                  </a:lnTo>
                  <a:lnTo>
                    <a:pt x="12014" y="37604"/>
                  </a:lnTo>
                  <a:lnTo>
                    <a:pt x="14363" y="39763"/>
                  </a:lnTo>
                  <a:lnTo>
                    <a:pt x="17818" y="42367"/>
                  </a:lnTo>
                  <a:lnTo>
                    <a:pt x="19418" y="41376"/>
                  </a:lnTo>
                  <a:lnTo>
                    <a:pt x="22529" y="39217"/>
                  </a:lnTo>
                  <a:close/>
                </a:path>
                <a:path w="142875" h="47625">
                  <a:moveTo>
                    <a:pt x="25196" y="8572"/>
                  </a:moveTo>
                  <a:lnTo>
                    <a:pt x="22428" y="6438"/>
                  </a:lnTo>
                  <a:lnTo>
                    <a:pt x="19773" y="4165"/>
                  </a:lnTo>
                  <a:lnTo>
                    <a:pt x="17208" y="1828"/>
                  </a:lnTo>
                  <a:lnTo>
                    <a:pt x="15836" y="2400"/>
                  </a:lnTo>
                  <a:lnTo>
                    <a:pt x="14490" y="3073"/>
                  </a:lnTo>
                  <a:lnTo>
                    <a:pt x="12814" y="4495"/>
                  </a:lnTo>
                  <a:lnTo>
                    <a:pt x="12357" y="5054"/>
                  </a:lnTo>
                  <a:lnTo>
                    <a:pt x="11874" y="5575"/>
                  </a:lnTo>
                  <a:lnTo>
                    <a:pt x="14922" y="7620"/>
                  </a:lnTo>
                  <a:lnTo>
                    <a:pt x="17868" y="9842"/>
                  </a:lnTo>
                  <a:lnTo>
                    <a:pt x="20751" y="12128"/>
                  </a:lnTo>
                  <a:lnTo>
                    <a:pt x="22199" y="10947"/>
                  </a:lnTo>
                  <a:lnTo>
                    <a:pt x="25196" y="8572"/>
                  </a:lnTo>
                  <a:close/>
                </a:path>
                <a:path w="142875" h="47625">
                  <a:moveTo>
                    <a:pt x="26136" y="19380"/>
                  </a:moveTo>
                  <a:lnTo>
                    <a:pt x="25869" y="19164"/>
                  </a:lnTo>
                  <a:lnTo>
                    <a:pt x="25590" y="18897"/>
                  </a:lnTo>
                  <a:lnTo>
                    <a:pt x="20548" y="14833"/>
                  </a:lnTo>
                  <a:lnTo>
                    <a:pt x="18148" y="16497"/>
                  </a:lnTo>
                  <a:lnTo>
                    <a:pt x="16586" y="17627"/>
                  </a:lnTo>
                  <a:lnTo>
                    <a:pt x="16192" y="17970"/>
                  </a:lnTo>
                  <a:lnTo>
                    <a:pt x="15798" y="18262"/>
                  </a:lnTo>
                  <a:lnTo>
                    <a:pt x="18923" y="21247"/>
                  </a:lnTo>
                  <a:lnTo>
                    <a:pt x="20764" y="22860"/>
                  </a:lnTo>
                  <a:lnTo>
                    <a:pt x="21056" y="23050"/>
                  </a:lnTo>
                  <a:lnTo>
                    <a:pt x="21297" y="23266"/>
                  </a:lnTo>
                  <a:lnTo>
                    <a:pt x="22898" y="21932"/>
                  </a:lnTo>
                  <a:lnTo>
                    <a:pt x="24511" y="20650"/>
                  </a:lnTo>
                  <a:lnTo>
                    <a:pt x="26136" y="19380"/>
                  </a:lnTo>
                  <a:close/>
                </a:path>
                <a:path w="142875" h="47625">
                  <a:moveTo>
                    <a:pt x="28130" y="44183"/>
                  </a:moveTo>
                  <a:lnTo>
                    <a:pt x="23939" y="40474"/>
                  </a:lnTo>
                  <a:lnTo>
                    <a:pt x="22415" y="41414"/>
                  </a:lnTo>
                  <a:lnTo>
                    <a:pt x="20840" y="42456"/>
                  </a:lnTo>
                  <a:lnTo>
                    <a:pt x="19215" y="43408"/>
                  </a:lnTo>
                  <a:lnTo>
                    <a:pt x="28130" y="44183"/>
                  </a:lnTo>
                  <a:close/>
                </a:path>
                <a:path w="142875" h="47625">
                  <a:moveTo>
                    <a:pt x="29972" y="34048"/>
                  </a:moveTo>
                  <a:lnTo>
                    <a:pt x="27127" y="31838"/>
                  </a:lnTo>
                  <a:lnTo>
                    <a:pt x="24460" y="29210"/>
                  </a:lnTo>
                  <a:lnTo>
                    <a:pt x="21920" y="26809"/>
                  </a:lnTo>
                  <a:lnTo>
                    <a:pt x="21221" y="27355"/>
                  </a:lnTo>
                  <a:lnTo>
                    <a:pt x="20485" y="27838"/>
                  </a:lnTo>
                  <a:lnTo>
                    <a:pt x="18567" y="29400"/>
                  </a:lnTo>
                  <a:lnTo>
                    <a:pt x="16052" y="31597"/>
                  </a:lnTo>
                  <a:lnTo>
                    <a:pt x="18503" y="33997"/>
                  </a:lnTo>
                  <a:lnTo>
                    <a:pt x="21069" y="36195"/>
                  </a:lnTo>
                  <a:lnTo>
                    <a:pt x="23571" y="38519"/>
                  </a:lnTo>
                  <a:lnTo>
                    <a:pt x="25692" y="36995"/>
                  </a:lnTo>
                  <a:lnTo>
                    <a:pt x="29972" y="34048"/>
                  </a:lnTo>
                  <a:close/>
                </a:path>
                <a:path w="142875" h="47625">
                  <a:moveTo>
                    <a:pt x="32372" y="3594"/>
                  </a:moveTo>
                  <a:lnTo>
                    <a:pt x="28613" y="749"/>
                  </a:lnTo>
                  <a:lnTo>
                    <a:pt x="23723" y="0"/>
                  </a:lnTo>
                  <a:lnTo>
                    <a:pt x="19253" y="1181"/>
                  </a:lnTo>
                  <a:lnTo>
                    <a:pt x="22059" y="3009"/>
                  </a:lnTo>
                  <a:lnTo>
                    <a:pt x="24904" y="4762"/>
                  </a:lnTo>
                  <a:lnTo>
                    <a:pt x="27635" y="6731"/>
                  </a:lnTo>
                  <a:lnTo>
                    <a:pt x="29184" y="5588"/>
                  </a:lnTo>
                  <a:lnTo>
                    <a:pt x="30759" y="4521"/>
                  </a:lnTo>
                  <a:lnTo>
                    <a:pt x="32372" y="3594"/>
                  </a:lnTo>
                  <a:close/>
                </a:path>
                <a:path w="142875" h="47625">
                  <a:moveTo>
                    <a:pt x="33413" y="14351"/>
                  </a:moveTo>
                  <a:lnTo>
                    <a:pt x="31330" y="13004"/>
                  </a:lnTo>
                  <a:lnTo>
                    <a:pt x="29273" y="11595"/>
                  </a:lnTo>
                  <a:lnTo>
                    <a:pt x="27266" y="10121"/>
                  </a:lnTo>
                  <a:lnTo>
                    <a:pt x="22466" y="13487"/>
                  </a:lnTo>
                  <a:lnTo>
                    <a:pt x="23342" y="14198"/>
                  </a:lnTo>
                  <a:lnTo>
                    <a:pt x="24257" y="14897"/>
                  </a:lnTo>
                  <a:lnTo>
                    <a:pt x="26085" y="16357"/>
                  </a:lnTo>
                  <a:lnTo>
                    <a:pt x="28194" y="17881"/>
                  </a:lnTo>
                  <a:lnTo>
                    <a:pt x="29895" y="16637"/>
                  </a:lnTo>
                  <a:lnTo>
                    <a:pt x="31635" y="15468"/>
                  </a:lnTo>
                  <a:lnTo>
                    <a:pt x="33413" y="14351"/>
                  </a:lnTo>
                  <a:close/>
                </a:path>
                <a:path w="142875" h="47625">
                  <a:moveTo>
                    <a:pt x="33566" y="36347"/>
                  </a:moveTo>
                  <a:lnTo>
                    <a:pt x="33096" y="36080"/>
                  </a:lnTo>
                  <a:lnTo>
                    <a:pt x="32600" y="35928"/>
                  </a:lnTo>
                  <a:lnTo>
                    <a:pt x="32131" y="35623"/>
                  </a:lnTo>
                  <a:lnTo>
                    <a:pt x="29756" y="37084"/>
                  </a:lnTo>
                  <a:lnTo>
                    <a:pt x="27305" y="38442"/>
                  </a:lnTo>
                  <a:lnTo>
                    <a:pt x="24993" y="39827"/>
                  </a:lnTo>
                  <a:lnTo>
                    <a:pt x="29210" y="43700"/>
                  </a:lnTo>
                  <a:lnTo>
                    <a:pt x="30975" y="41554"/>
                  </a:lnTo>
                  <a:lnTo>
                    <a:pt x="32423" y="39027"/>
                  </a:lnTo>
                  <a:lnTo>
                    <a:pt x="33566" y="36347"/>
                  </a:lnTo>
                  <a:close/>
                </a:path>
                <a:path w="142875" h="47625">
                  <a:moveTo>
                    <a:pt x="34493" y="34048"/>
                  </a:moveTo>
                  <a:close/>
                </a:path>
                <a:path w="142875" h="47625">
                  <a:moveTo>
                    <a:pt x="36639" y="27609"/>
                  </a:moveTo>
                  <a:lnTo>
                    <a:pt x="33832" y="26073"/>
                  </a:lnTo>
                  <a:lnTo>
                    <a:pt x="31229" y="23812"/>
                  </a:lnTo>
                  <a:lnTo>
                    <a:pt x="28740" y="21628"/>
                  </a:lnTo>
                  <a:lnTo>
                    <a:pt x="27101" y="22821"/>
                  </a:lnTo>
                  <a:lnTo>
                    <a:pt x="23863" y="25323"/>
                  </a:lnTo>
                  <a:lnTo>
                    <a:pt x="26771" y="27546"/>
                  </a:lnTo>
                  <a:lnTo>
                    <a:pt x="29870" y="29845"/>
                  </a:lnTo>
                  <a:lnTo>
                    <a:pt x="32562" y="32346"/>
                  </a:lnTo>
                  <a:lnTo>
                    <a:pt x="33578" y="31699"/>
                  </a:lnTo>
                  <a:lnTo>
                    <a:pt x="34658" y="31178"/>
                  </a:lnTo>
                  <a:lnTo>
                    <a:pt x="35725" y="30581"/>
                  </a:lnTo>
                  <a:lnTo>
                    <a:pt x="36639" y="27609"/>
                  </a:lnTo>
                  <a:close/>
                </a:path>
                <a:path w="142875" h="47625">
                  <a:moveTo>
                    <a:pt x="37985" y="11747"/>
                  </a:moveTo>
                  <a:lnTo>
                    <a:pt x="37338" y="9296"/>
                  </a:lnTo>
                  <a:lnTo>
                    <a:pt x="36029" y="7035"/>
                  </a:lnTo>
                  <a:lnTo>
                    <a:pt x="34023" y="5016"/>
                  </a:lnTo>
                  <a:lnTo>
                    <a:pt x="32575" y="6096"/>
                  </a:lnTo>
                  <a:lnTo>
                    <a:pt x="31165" y="7239"/>
                  </a:lnTo>
                  <a:lnTo>
                    <a:pt x="29679" y="8305"/>
                  </a:lnTo>
                  <a:lnTo>
                    <a:pt x="31711" y="9804"/>
                  </a:lnTo>
                  <a:lnTo>
                    <a:pt x="33616" y="11417"/>
                  </a:lnTo>
                  <a:lnTo>
                    <a:pt x="35598" y="12966"/>
                  </a:lnTo>
                  <a:lnTo>
                    <a:pt x="36372" y="12522"/>
                  </a:lnTo>
                  <a:lnTo>
                    <a:pt x="37185" y="12153"/>
                  </a:lnTo>
                  <a:lnTo>
                    <a:pt x="37985" y="11747"/>
                  </a:lnTo>
                  <a:close/>
                </a:path>
                <a:path w="142875" h="47625">
                  <a:moveTo>
                    <a:pt x="38519" y="15176"/>
                  </a:moveTo>
                  <a:close/>
                </a:path>
                <a:path w="142875" h="47625">
                  <a:moveTo>
                    <a:pt x="38557" y="17424"/>
                  </a:moveTo>
                  <a:lnTo>
                    <a:pt x="37934" y="17056"/>
                  </a:lnTo>
                  <a:lnTo>
                    <a:pt x="37312" y="16700"/>
                  </a:lnTo>
                  <a:lnTo>
                    <a:pt x="36690" y="16332"/>
                  </a:lnTo>
                  <a:lnTo>
                    <a:pt x="34785" y="17526"/>
                  </a:lnTo>
                  <a:lnTo>
                    <a:pt x="32816" y="18669"/>
                  </a:lnTo>
                  <a:lnTo>
                    <a:pt x="30975" y="19951"/>
                  </a:lnTo>
                  <a:lnTo>
                    <a:pt x="33235" y="21628"/>
                  </a:lnTo>
                  <a:lnTo>
                    <a:pt x="35445" y="23406"/>
                  </a:lnTo>
                  <a:lnTo>
                    <a:pt x="37261" y="25387"/>
                  </a:lnTo>
                  <a:lnTo>
                    <a:pt x="37960" y="22745"/>
                  </a:lnTo>
                  <a:lnTo>
                    <a:pt x="38481" y="20053"/>
                  </a:lnTo>
                  <a:lnTo>
                    <a:pt x="38557" y="17424"/>
                  </a:lnTo>
                  <a:close/>
                </a:path>
                <a:path w="142875" h="47625">
                  <a:moveTo>
                    <a:pt x="116890" y="46189"/>
                  </a:moveTo>
                  <a:lnTo>
                    <a:pt x="115570" y="44996"/>
                  </a:lnTo>
                  <a:lnTo>
                    <a:pt x="113690" y="43129"/>
                  </a:lnTo>
                  <a:lnTo>
                    <a:pt x="111899" y="41173"/>
                  </a:lnTo>
                  <a:lnTo>
                    <a:pt x="110921" y="43256"/>
                  </a:lnTo>
                  <a:lnTo>
                    <a:pt x="110045" y="45440"/>
                  </a:lnTo>
                  <a:lnTo>
                    <a:pt x="109423" y="47256"/>
                  </a:lnTo>
                  <a:lnTo>
                    <a:pt x="116890" y="46189"/>
                  </a:lnTo>
                  <a:close/>
                </a:path>
                <a:path w="142875" h="47625">
                  <a:moveTo>
                    <a:pt x="123761" y="41719"/>
                  </a:moveTo>
                  <a:lnTo>
                    <a:pt x="120929" y="39433"/>
                  </a:lnTo>
                  <a:lnTo>
                    <a:pt x="118313" y="37185"/>
                  </a:lnTo>
                  <a:lnTo>
                    <a:pt x="115747" y="34759"/>
                  </a:lnTo>
                  <a:lnTo>
                    <a:pt x="114668" y="36118"/>
                  </a:lnTo>
                  <a:lnTo>
                    <a:pt x="113690" y="37719"/>
                  </a:lnTo>
                  <a:lnTo>
                    <a:pt x="112788" y="39433"/>
                  </a:lnTo>
                  <a:lnTo>
                    <a:pt x="115062" y="41287"/>
                  </a:lnTo>
                  <a:lnTo>
                    <a:pt x="117259" y="43243"/>
                  </a:lnTo>
                  <a:lnTo>
                    <a:pt x="119392" y="45288"/>
                  </a:lnTo>
                  <a:lnTo>
                    <a:pt x="120269" y="44564"/>
                  </a:lnTo>
                  <a:lnTo>
                    <a:pt x="121132" y="43802"/>
                  </a:lnTo>
                  <a:lnTo>
                    <a:pt x="122593" y="42697"/>
                  </a:lnTo>
                  <a:lnTo>
                    <a:pt x="123761" y="41719"/>
                  </a:lnTo>
                  <a:close/>
                </a:path>
                <a:path w="142875" h="47625">
                  <a:moveTo>
                    <a:pt x="127444" y="44691"/>
                  </a:moveTo>
                  <a:lnTo>
                    <a:pt x="125336" y="43002"/>
                  </a:lnTo>
                  <a:lnTo>
                    <a:pt x="122910" y="44691"/>
                  </a:lnTo>
                  <a:lnTo>
                    <a:pt x="121793" y="45491"/>
                  </a:lnTo>
                  <a:lnTo>
                    <a:pt x="127444" y="44691"/>
                  </a:lnTo>
                  <a:close/>
                </a:path>
                <a:path w="142875" h="47625">
                  <a:moveTo>
                    <a:pt x="129984" y="36728"/>
                  </a:moveTo>
                  <a:lnTo>
                    <a:pt x="127203" y="34594"/>
                  </a:lnTo>
                  <a:lnTo>
                    <a:pt x="124561" y="32321"/>
                  </a:lnTo>
                  <a:lnTo>
                    <a:pt x="121996" y="29997"/>
                  </a:lnTo>
                  <a:lnTo>
                    <a:pt x="120624" y="30568"/>
                  </a:lnTo>
                  <a:lnTo>
                    <a:pt x="119278" y="31242"/>
                  </a:lnTo>
                  <a:lnTo>
                    <a:pt x="117614" y="32664"/>
                  </a:lnTo>
                  <a:lnTo>
                    <a:pt x="117144" y="33210"/>
                  </a:lnTo>
                  <a:lnTo>
                    <a:pt x="116674" y="33731"/>
                  </a:lnTo>
                  <a:lnTo>
                    <a:pt x="119722" y="35775"/>
                  </a:lnTo>
                  <a:lnTo>
                    <a:pt x="122656" y="37998"/>
                  </a:lnTo>
                  <a:lnTo>
                    <a:pt x="125552" y="40297"/>
                  </a:lnTo>
                  <a:lnTo>
                    <a:pt x="127000" y="39116"/>
                  </a:lnTo>
                  <a:lnTo>
                    <a:pt x="129984" y="36728"/>
                  </a:lnTo>
                  <a:close/>
                </a:path>
                <a:path w="142875" h="47625">
                  <a:moveTo>
                    <a:pt x="137160" y="31762"/>
                  </a:moveTo>
                  <a:lnTo>
                    <a:pt x="133400" y="28905"/>
                  </a:lnTo>
                  <a:lnTo>
                    <a:pt x="128511" y="28155"/>
                  </a:lnTo>
                  <a:lnTo>
                    <a:pt x="124040" y="29337"/>
                  </a:lnTo>
                  <a:lnTo>
                    <a:pt x="126847" y="31165"/>
                  </a:lnTo>
                  <a:lnTo>
                    <a:pt x="129692" y="32918"/>
                  </a:lnTo>
                  <a:lnTo>
                    <a:pt x="132422" y="34886"/>
                  </a:lnTo>
                  <a:lnTo>
                    <a:pt x="133972" y="33743"/>
                  </a:lnTo>
                  <a:lnTo>
                    <a:pt x="135547" y="32689"/>
                  </a:lnTo>
                  <a:lnTo>
                    <a:pt x="137160" y="31762"/>
                  </a:lnTo>
                  <a:close/>
                </a:path>
                <a:path w="142875" h="47625">
                  <a:moveTo>
                    <a:pt x="138201" y="42519"/>
                  </a:moveTo>
                  <a:lnTo>
                    <a:pt x="136118" y="41160"/>
                  </a:lnTo>
                  <a:lnTo>
                    <a:pt x="134073" y="39763"/>
                  </a:lnTo>
                  <a:lnTo>
                    <a:pt x="132054" y="38277"/>
                  </a:lnTo>
                  <a:lnTo>
                    <a:pt x="127266" y="41643"/>
                  </a:lnTo>
                  <a:lnTo>
                    <a:pt x="130543" y="44246"/>
                  </a:lnTo>
                  <a:lnTo>
                    <a:pt x="136880" y="43345"/>
                  </a:lnTo>
                  <a:lnTo>
                    <a:pt x="138201" y="42519"/>
                  </a:lnTo>
                  <a:close/>
                </a:path>
                <a:path w="142875" h="47625">
                  <a:moveTo>
                    <a:pt x="142786" y="39903"/>
                  </a:moveTo>
                  <a:lnTo>
                    <a:pt x="142125" y="37452"/>
                  </a:lnTo>
                  <a:lnTo>
                    <a:pt x="140817" y="35191"/>
                  </a:lnTo>
                  <a:lnTo>
                    <a:pt x="138811" y="33172"/>
                  </a:lnTo>
                  <a:lnTo>
                    <a:pt x="137363" y="34277"/>
                  </a:lnTo>
                  <a:lnTo>
                    <a:pt x="135953" y="35394"/>
                  </a:lnTo>
                  <a:lnTo>
                    <a:pt x="134480" y="36461"/>
                  </a:lnTo>
                  <a:lnTo>
                    <a:pt x="136512" y="37960"/>
                  </a:lnTo>
                  <a:lnTo>
                    <a:pt x="138417" y="39585"/>
                  </a:lnTo>
                  <a:lnTo>
                    <a:pt x="140398" y="41135"/>
                  </a:lnTo>
                  <a:lnTo>
                    <a:pt x="141173" y="40678"/>
                  </a:lnTo>
                  <a:lnTo>
                    <a:pt x="141986" y="40309"/>
                  </a:lnTo>
                  <a:lnTo>
                    <a:pt x="142786" y="399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058189" y="7494397"/>
              <a:ext cx="17145" cy="5080"/>
            </a:xfrm>
            <a:custGeom>
              <a:avLst/>
              <a:gdLst/>
              <a:ahLst/>
              <a:cxnLst/>
              <a:rect l="l" t="t" r="r" b="b"/>
              <a:pathLst>
                <a:path w="17145" h="5079">
                  <a:moveTo>
                    <a:pt x="11151" y="0"/>
                  </a:moveTo>
                  <a:lnTo>
                    <a:pt x="0" y="2774"/>
                  </a:lnTo>
                  <a:lnTo>
                    <a:pt x="1435" y="4445"/>
                  </a:lnTo>
                  <a:lnTo>
                    <a:pt x="17063" y="5083"/>
                  </a:lnTo>
                  <a:lnTo>
                    <a:pt x="11151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50031" y="7352264"/>
              <a:ext cx="418465" cy="179070"/>
            </a:xfrm>
            <a:custGeom>
              <a:avLst/>
              <a:gdLst/>
              <a:ahLst/>
              <a:cxnLst/>
              <a:rect l="l" t="t" r="r" b="b"/>
              <a:pathLst>
                <a:path w="418465" h="179070">
                  <a:moveTo>
                    <a:pt x="417918" y="104482"/>
                  </a:moveTo>
                  <a:lnTo>
                    <a:pt x="414210" y="91655"/>
                  </a:lnTo>
                  <a:lnTo>
                    <a:pt x="411708" y="84797"/>
                  </a:lnTo>
                  <a:lnTo>
                    <a:pt x="409295" y="81559"/>
                  </a:lnTo>
                  <a:lnTo>
                    <a:pt x="405815" y="79641"/>
                  </a:lnTo>
                  <a:lnTo>
                    <a:pt x="400939" y="76885"/>
                  </a:lnTo>
                  <a:lnTo>
                    <a:pt x="333895" y="61480"/>
                  </a:lnTo>
                  <a:lnTo>
                    <a:pt x="333768" y="61760"/>
                  </a:lnTo>
                  <a:lnTo>
                    <a:pt x="311162" y="61137"/>
                  </a:lnTo>
                  <a:lnTo>
                    <a:pt x="236359" y="45605"/>
                  </a:lnTo>
                  <a:lnTo>
                    <a:pt x="196913" y="30734"/>
                  </a:lnTo>
                  <a:lnTo>
                    <a:pt x="143497" y="6261"/>
                  </a:lnTo>
                  <a:lnTo>
                    <a:pt x="132232" y="1320"/>
                  </a:lnTo>
                  <a:lnTo>
                    <a:pt x="126758" y="0"/>
                  </a:lnTo>
                  <a:lnTo>
                    <a:pt x="123202" y="863"/>
                  </a:lnTo>
                  <a:lnTo>
                    <a:pt x="100888" y="11595"/>
                  </a:lnTo>
                  <a:lnTo>
                    <a:pt x="89700" y="24574"/>
                  </a:lnTo>
                  <a:lnTo>
                    <a:pt x="81864" y="34531"/>
                  </a:lnTo>
                  <a:lnTo>
                    <a:pt x="69583" y="36156"/>
                  </a:lnTo>
                  <a:lnTo>
                    <a:pt x="55816" y="32829"/>
                  </a:lnTo>
                  <a:lnTo>
                    <a:pt x="44894" y="31064"/>
                  </a:lnTo>
                  <a:lnTo>
                    <a:pt x="31115" y="30238"/>
                  </a:lnTo>
                  <a:lnTo>
                    <a:pt x="8763" y="29768"/>
                  </a:lnTo>
                  <a:lnTo>
                    <a:pt x="3022" y="59918"/>
                  </a:lnTo>
                  <a:lnTo>
                    <a:pt x="1346" y="96659"/>
                  </a:lnTo>
                  <a:lnTo>
                    <a:pt x="1879" y="137147"/>
                  </a:lnTo>
                  <a:lnTo>
                    <a:pt x="0" y="144259"/>
                  </a:lnTo>
                  <a:lnTo>
                    <a:pt x="1104" y="157467"/>
                  </a:lnTo>
                  <a:lnTo>
                    <a:pt x="3886" y="170802"/>
                  </a:lnTo>
                  <a:lnTo>
                    <a:pt x="6934" y="178435"/>
                  </a:lnTo>
                  <a:lnTo>
                    <a:pt x="21196" y="178790"/>
                  </a:lnTo>
                  <a:lnTo>
                    <a:pt x="52692" y="175501"/>
                  </a:lnTo>
                  <a:lnTo>
                    <a:pt x="92722" y="170522"/>
                  </a:lnTo>
                  <a:lnTo>
                    <a:pt x="132575" y="165773"/>
                  </a:lnTo>
                  <a:lnTo>
                    <a:pt x="167513" y="163588"/>
                  </a:lnTo>
                  <a:lnTo>
                    <a:pt x="201269" y="163372"/>
                  </a:lnTo>
                  <a:lnTo>
                    <a:pt x="237871" y="162648"/>
                  </a:lnTo>
                  <a:lnTo>
                    <a:pt x="281368" y="158965"/>
                  </a:lnTo>
                  <a:lnTo>
                    <a:pt x="330746" y="150202"/>
                  </a:lnTo>
                  <a:lnTo>
                    <a:pt x="376135" y="137033"/>
                  </a:lnTo>
                  <a:lnTo>
                    <a:pt x="408279" y="121208"/>
                  </a:lnTo>
                  <a:lnTo>
                    <a:pt x="417918" y="104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951072" y="7475137"/>
              <a:ext cx="262255" cy="40005"/>
            </a:xfrm>
            <a:custGeom>
              <a:avLst/>
              <a:gdLst/>
              <a:ahLst/>
              <a:cxnLst/>
              <a:rect l="l" t="t" r="r" b="b"/>
              <a:pathLst>
                <a:path w="262254" h="40004">
                  <a:moveTo>
                    <a:pt x="261962" y="38061"/>
                  </a:moveTo>
                  <a:lnTo>
                    <a:pt x="260654" y="33108"/>
                  </a:lnTo>
                  <a:lnTo>
                    <a:pt x="259232" y="23228"/>
                  </a:lnTo>
                  <a:lnTo>
                    <a:pt x="258013" y="11252"/>
                  </a:lnTo>
                  <a:lnTo>
                    <a:pt x="257378" y="0"/>
                  </a:lnTo>
                  <a:lnTo>
                    <a:pt x="251180" y="736"/>
                  </a:lnTo>
                  <a:lnTo>
                    <a:pt x="251701" y="15430"/>
                  </a:lnTo>
                  <a:lnTo>
                    <a:pt x="251955" y="18669"/>
                  </a:lnTo>
                  <a:lnTo>
                    <a:pt x="228358" y="20294"/>
                  </a:lnTo>
                  <a:lnTo>
                    <a:pt x="198145" y="21501"/>
                  </a:lnTo>
                  <a:lnTo>
                    <a:pt x="160210" y="21856"/>
                  </a:lnTo>
                  <a:lnTo>
                    <a:pt x="112128" y="23431"/>
                  </a:lnTo>
                  <a:lnTo>
                    <a:pt x="59880" y="27355"/>
                  </a:lnTo>
                  <a:lnTo>
                    <a:pt x="17741" y="31381"/>
                  </a:lnTo>
                  <a:lnTo>
                    <a:pt x="0" y="33274"/>
                  </a:lnTo>
                  <a:lnTo>
                    <a:pt x="711" y="39408"/>
                  </a:lnTo>
                  <a:lnTo>
                    <a:pt x="56210" y="33883"/>
                  </a:lnTo>
                  <a:lnTo>
                    <a:pt x="88836" y="31191"/>
                  </a:lnTo>
                  <a:lnTo>
                    <a:pt x="135902" y="28460"/>
                  </a:lnTo>
                  <a:lnTo>
                    <a:pt x="152844" y="27965"/>
                  </a:lnTo>
                  <a:lnTo>
                    <a:pt x="160159" y="28028"/>
                  </a:lnTo>
                  <a:lnTo>
                    <a:pt x="198335" y="27673"/>
                  </a:lnTo>
                  <a:lnTo>
                    <a:pt x="228765" y="26466"/>
                  </a:lnTo>
                  <a:lnTo>
                    <a:pt x="252463" y="24815"/>
                  </a:lnTo>
                  <a:lnTo>
                    <a:pt x="252641" y="26873"/>
                  </a:lnTo>
                  <a:lnTo>
                    <a:pt x="254139" y="34696"/>
                  </a:lnTo>
                  <a:lnTo>
                    <a:pt x="256387" y="38544"/>
                  </a:lnTo>
                  <a:lnTo>
                    <a:pt x="261962" y="38061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79261" y="7357941"/>
              <a:ext cx="167303" cy="7698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44620" y="6170867"/>
              <a:ext cx="231391" cy="122362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9619069" y="5858706"/>
              <a:ext cx="422275" cy="1390015"/>
            </a:xfrm>
            <a:custGeom>
              <a:avLst/>
              <a:gdLst/>
              <a:ahLst/>
              <a:cxnLst/>
              <a:rect l="l" t="t" r="r" b="b"/>
              <a:pathLst>
                <a:path w="422275" h="1390015">
                  <a:moveTo>
                    <a:pt x="421779" y="1358442"/>
                  </a:moveTo>
                  <a:lnTo>
                    <a:pt x="418287" y="1294472"/>
                  </a:lnTo>
                  <a:lnTo>
                    <a:pt x="409435" y="1143901"/>
                  </a:lnTo>
                  <a:lnTo>
                    <a:pt x="397738" y="968705"/>
                  </a:lnTo>
                  <a:lnTo>
                    <a:pt x="385648" y="830872"/>
                  </a:lnTo>
                  <a:lnTo>
                    <a:pt x="380022" y="812533"/>
                  </a:lnTo>
                  <a:lnTo>
                    <a:pt x="381596" y="775360"/>
                  </a:lnTo>
                  <a:lnTo>
                    <a:pt x="383159" y="725779"/>
                  </a:lnTo>
                  <a:lnTo>
                    <a:pt x="384111" y="669163"/>
                  </a:lnTo>
                  <a:lnTo>
                    <a:pt x="384060" y="606958"/>
                  </a:lnTo>
                  <a:lnTo>
                    <a:pt x="382587" y="540626"/>
                  </a:lnTo>
                  <a:lnTo>
                    <a:pt x="379272" y="471589"/>
                  </a:lnTo>
                  <a:lnTo>
                    <a:pt x="373710" y="401320"/>
                  </a:lnTo>
                  <a:lnTo>
                    <a:pt x="361619" y="277355"/>
                  </a:lnTo>
                  <a:lnTo>
                    <a:pt x="353910" y="201752"/>
                  </a:lnTo>
                  <a:lnTo>
                    <a:pt x="347256" y="143637"/>
                  </a:lnTo>
                  <a:lnTo>
                    <a:pt x="338328" y="72148"/>
                  </a:lnTo>
                  <a:lnTo>
                    <a:pt x="318287" y="28435"/>
                  </a:lnTo>
                  <a:lnTo>
                    <a:pt x="283362" y="6337"/>
                  </a:lnTo>
                  <a:lnTo>
                    <a:pt x="240106" y="0"/>
                  </a:lnTo>
                  <a:lnTo>
                    <a:pt x="195084" y="3594"/>
                  </a:lnTo>
                  <a:lnTo>
                    <a:pt x="154876" y="11264"/>
                  </a:lnTo>
                  <a:lnTo>
                    <a:pt x="114528" y="21971"/>
                  </a:lnTo>
                  <a:lnTo>
                    <a:pt x="70370" y="39560"/>
                  </a:lnTo>
                  <a:lnTo>
                    <a:pt x="30911" y="65582"/>
                  </a:lnTo>
                  <a:lnTo>
                    <a:pt x="4622" y="101523"/>
                  </a:lnTo>
                  <a:lnTo>
                    <a:pt x="0" y="148945"/>
                  </a:lnTo>
                  <a:lnTo>
                    <a:pt x="4406" y="172935"/>
                  </a:lnTo>
                  <a:lnTo>
                    <a:pt x="20459" y="252361"/>
                  </a:lnTo>
                  <a:lnTo>
                    <a:pt x="31369" y="304304"/>
                  </a:lnTo>
                  <a:lnTo>
                    <a:pt x="57150" y="423951"/>
                  </a:lnTo>
                  <a:lnTo>
                    <a:pt x="85712" y="552996"/>
                  </a:lnTo>
                  <a:lnTo>
                    <a:pt x="100139" y="616686"/>
                  </a:lnTo>
                  <a:lnTo>
                    <a:pt x="114160" y="677519"/>
                  </a:lnTo>
                  <a:lnTo>
                    <a:pt x="127406" y="733729"/>
                  </a:lnTo>
                  <a:lnTo>
                    <a:pt x="139522" y="783577"/>
                  </a:lnTo>
                  <a:lnTo>
                    <a:pt x="150139" y="825347"/>
                  </a:lnTo>
                  <a:lnTo>
                    <a:pt x="165392" y="877608"/>
                  </a:lnTo>
                  <a:lnTo>
                    <a:pt x="175463" y="900696"/>
                  </a:lnTo>
                  <a:lnTo>
                    <a:pt x="177761" y="933399"/>
                  </a:lnTo>
                  <a:lnTo>
                    <a:pt x="186664" y="983907"/>
                  </a:lnTo>
                  <a:lnTo>
                    <a:pt x="201434" y="1056233"/>
                  </a:lnTo>
                  <a:lnTo>
                    <a:pt x="216141" y="1126566"/>
                  </a:lnTo>
                  <a:lnTo>
                    <a:pt x="230974" y="1184732"/>
                  </a:lnTo>
                  <a:lnTo>
                    <a:pt x="254876" y="1261986"/>
                  </a:lnTo>
                  <a:lnTo>
                    <a:pt x="296773" y="1389583"/>
                  </a:lnTo>
                  <a:lnTo>
                    <a:pt x="319544" y="1380998"/>
                  </a:lnTo>
                  <a:lnTo>
                    <a:pt x="340156" y="1374889"/>
                  </a:lnTo>
                  <a:lnTo>
                    <a:pt x="370332" y="1368348"/>
                  </a:lnTo>
                  <a:lnTo>
                    <a:pt x="421779" y="13584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492245" y="6619817"/>
              <a:ext cx="1259840" cy="1302385"/>
            </a:xfrm>
            <a:custGeom>
              <a:avLst/>
              <a:gdLst/>
              <a:ahLst/>
              <a:cxnLst/>
              <a:rect l="l" t="t" r="r" b="b"/>
              <a:pathLst>
                <a:path w="1259840" h="1302384">
                  <a:moveTo>
                    <a:pt x="1259509" y="594118"/>
                  </a:moveTo>
                  <a:lnTo>
                    <a:pt x="1259370" y="589686"/>
                  </a:lnTo>
                  <a:lnTo>
                    <a:pt x="1257300" y="588175"/>
                  </a:lnTo>
                  <a:lnTo>
                    <a:pt x="1255280" y="588022"/>
                  </a:lnTo>
                  <a:lnTo>
                    <a:pt x="964831" y="597293"/>
                  </a:lnTo>
                  <a:lnTo>
                    <a:pt x="1229779" y="529361"/>
                  </a:lnTo>
                  <a:lnTo>
                    <a:pt x="1231074" y="527177"/>
                  </a:lnTo>
                  <a:lnTo>
                    <a:pt x="1229969" y="522871"/>
                  </a:lnTo>
                  <a:lnTo>
                    <a:pt x="1227797" y="521589"/>
                  </a:lnTo>
                  <a:lnTo>
                    <a:pt x="927900" y="598462"/>
                  </a:lnTo>
                  <a:lnTo>
                    <a:pt x="892086" y="599617"/>
                  </a:lnTo>
                  <a:lnTo>
                    <a:pt x="892086" y="607644"/>
                  </a:lnTo>
                  <a:lnTo>
                    <a:pt x="778814" y="636676"/>
                  </a:lnTo>
                  <a:lnTo>
                    <a:pt x="759371" y="633501"/>
                  </a:lnTo>
                  <a:lnTo>
                    <a:pt x="759371" y="641654"/>
                  </a:lnTo>
                  <a:lnTo>
                    <a:pt x="681634" y="661593"/>
                  </a:lnTo>
                  <a:lnTo>
                    <a:pt x="679132" y="659257"/>
                  </a:lnTo>
                  <a:lnTo>
                    <a:pt x="727100" y="636397"/>
                  </a:lnTo>
                  <a:lnTo>
                    <a:pt x="759371" y="641654"/>
                  </a:lnTo>
                  <a:lnTo>
                    <a:pt x="759371" y="633501"/>
                  </a:lnTo>
                  <a:lnTo>
                    <a:pt x="739851" y="630313"/>
                  </a:lnTo>
                  <a:lnTo>
                    <a:pt x="779907" y="611225"/>
                  </a:lnTo>
                  <a:lnTo>
                    <a:pt x="892086" y="607644"/>
                  </a:lnTo>
                  <a:lnTo>
                    <a:pt x="892086" y="599617"/>
                  </a:lnTo>
                  <a:lnTo>
                    <a:pt x="797979" y="602615"/>
                  </a:lnTo>
                  <a:lnTo>
                    <a:pt x="1195120" y="413308"/>
                  </a:lnTo>
                  <a:lnTo>
                    <a:pt x="1195971" y="410908"/>
                  </a:lnTo>
                  <a:lnTo>
                    <a:pt x="1194054" y="406908"/>
                  </a:lnTo>
                  <a:lnTo>
                    <a:pt x="1191641" y="406044"/>
                  </a:lnTo>
                  <a:lnTo>
                    <a:pt x="777938" y="603250"/>
                  </a:lnTo>
                  <a:lnTo>
                    <a:pt x="759866" y="603834"/>
                  </a:lnTo>
                  <a:lnTo>
                    <a:pt x="759866" y="611860"/>
                  </a:lnTo>
                  <a:lnTo>
                    <a:pt x="725932" y="628040"/>
                  </a:lnTo>
                  <a:lnTo>
                    <a:pt x="713181" y="625957"/>
                  </a:lnTo>
                  <a:lnTo>
                    <a:pt x="713181" y="634123"/>
                  </a:lnTo>
                  <a:lnTo>
                    <a:pt x="672846" y="653351"/>
                  </a:lnTo>
                  <a:lnTo>
                    <a:pt x="665683" y="646620"/>
                  </a:lnTo>
                  <a:lnTo>
                    <a:pt x="665683" y="665670"/>
                  </a:lnTo>
                  <a:lnTo>
                    <a:pt x="665683" y="646620"/>
                  </a:lnTo>
                  <a:lnTo>
                    <a:pt x="661250" y="642454"/>
                  </a:lnTo>
                  <a:lnTo>
                    <a:pt x="670331" y="627113"/>
                  </a:lnTo>
                  <a:lnTo>
                    <a:pt x="713181" y="634123"/>
                  </a:lnTo>
                  <a:lnTo>
                    <a:pt x="713181" y="625957"/>
                  </a:lnTo>
                  <a:lnTo>
                    <a:pt x="674751" y="619671"/>
                  </a:lnTo>
                  <a:lnTo>
                    <a:pt x="677824" y="614476"/>
                  </a:lnTo>
                  <a:lnTo>
                    <a:pt x="759866" y="611860"/>
                  </a:lnTo>
                  <a:lnTo>
                    <a:pt x="759866" y="603834"/>
                  </a:lnTo>
                  <a:lnTo>
                    <a:pt x="682675" y="606285"/>
                  </a:lnTo>
                  <a:lnTo>
                    <a:pt x="727341" y="530796"/>
                  </a:lnTo>
                  <a:lnTo>
                    <a:pt x="1088097" y="271386"/>
                  </a:lnTo>
                  <a:lnTo>
                    <a:pt x="1088504" y="268884"/>
                  </a:lnTo>
                  <a:lnTo>
                    <a:pt x="1085926" y="265252"/>
                  </a:lnTo>
                  <a:lnTo>
                    <a:pt x="1083424" y="264858"/>
                  </a:lnTo>
                  <a:lnTo>
                    <a:pt x="737539" y="513562"/>
                  </a:lnTo>
                  <a:lnTo>
                    <a:pt x="818502" y="376770"/>
                  </a:lnTo>
                  <a:lnTo>
                    <a:pt x="1028471" y="152971"/>
                  </a:lnTo>
                  <a:lnTo>
                    <a:pt x="1028407" y="150431"/>
                  </a:lnTo>
                  <a:lnTo>
                    <a:pt x="1025182" y="147396"/>
                  </a:lnTo>
                  <a:lnTo>
                    <a:pt x="1022616" y="147472"/>
                  </a:lnTo>
                  <a:lnTo>
                    <a:pt x="837349" y="344944"/>
                  </a:lnTo>
                  <a:lnTo>
                    <a:pt x="964298" y="130467"/>
                  </a:lnTo>
                  <a:lnTo>
                    <a:pt x="963650" y="128016"/>
                  </a:lnTo>
                  <a:lnTo>
                    <a:pt x="959840" y="125742"/>
                  </a:lnTo>
                  <a:lnTo>
                    <a:pt x="957376" y="126377"/>
                  </a:lnTo>
                  <a:lnTo>
                    <a:pt x="812025" y="371919"/>
                  </a:lnTo>
                  <a:lnTo>
                    <a:pt x="793191" y="391998"/>
                  </a:lnTo>
                  <a:lnTo>
                    <a:pt x="793191" y="403758"/>
                  </a:lnTo>
                  <a:lnTo>
                    <a:pt x="721271" y="525259"/>
                  </a:lnTo>
                  <a:lnTo>
                    <a:pt x="711073" y="532599"/>
                  </a:lnTo>
                  <a:lnTo>
                    <a:pt x="711073" y="542493"/>
                  </a:lnTo>
                  <a:lnTo>
                    <a:pt x="673138" y="606590"/>
                  </a:lnTo>
                  <a:lnTo>
                    <a:pt x="668299" y="606755"/>
                  </a:lnTo>
                  <a:lnTo>
                    <a:pt x="668299" y="614781"/>
                  </a:lnTo>
                  <a:lnTo>
                    <a:pt x="666229" y="618274"/>
                  </a:lnTo>
                  <a:lnTo>
                    <a:pt x="661809" y="617562"/>
                  </a:lnTo>
                  <a:lnTo>
                    <a:pt x="661809" y="625716"/>
                  </a:lnTo>
                  <a:lnTo>
                    <a:pt x="660527" y="627900"/>
                  </a:lnTo>
                  <a:lnTo>
                    <a:pt x="660527" y="658469"/>
                  </a:lnTo>
                  <a:lnTo>
                    <a:pt x="660069" y="658393"/>
                  </a:lnTo>
                  <a:lnTo>
                    <a:pt x="660285" y="658152"/>
                  </a:lnTo>
                  <a:lnTo>
                    <a:pt x="660527" y="658469"/>
                  </a:lnTo>
                  <a:lnTo>
                    <a:pt x="660527" y="627900"/>
                  </a:lnTo>
                  <a:lnTo>
                    <a:pt x="659257" y="630047"/>
                  </a:lnTo>
                  <a:lnTo>
                    <a:pt x="659853" y="626402"/>
                  </a:lnTo>
                  <a:lnTo>
                    <a:pt x="659028" y="625259"/>
                  </a:lnTo>
                  <a:lnTo>
                    <a:pt x="661809" y="625716"/>
                  </a:lnTo>
                  <a:lnTo>
                    <a:pt x="661809" y="617562"/>
                  </a:lnTo>
                  <a:lnTo>
                    <a:pt x="660361" y="617321"/>
                  </a:lnTo>
                  <a:lnTo>
                    <a:pt x="661187" y="615010"/>
                  </a:lnTo>
                  <a:lnTo>
                    <a:pt x="668299" y="614781"/>
                  </a:lnTo>
                  <a:lnTo>
                    <a:pt x="668299" y="606755"/>
                  </a:lnTo>
                  <a:lnTo>
                    <a:pt x="664057" y="606882"/>
                  </a:lnTo>
                  <a:lnTo>
                    <a:pt x="678611" y="565848"/>
                  </a:lnTo>
                  <a:lnTo>
                    <a:pt x="711073" y="542493"/>
                  </a:lnTo>
                  <a:lnTo>
                    <a:pt x="711073" y="532599"/>
                  </a:lnTo>
                  <a:lnTo>
                    <a:pt x="683323" y="552551"/>
                  </a:lnTo>
                  <a:lnTo>
                    <a:pt x="701357" y="501637"/>
                  </a:lnTo>
                  <a:lnTo>
                    <a:pt x="793191" y="403758"/>
                  </a:lnTo>
                  <a:lnTo>
                    <a:pt x="793191" y="391998"/>
                  </a:lnTo>
                  <a:lnTo>
                    <a:pt x="708063" y="482727"/>
                  </a:lnTo>
                  <a:lnTo>
                    <a:pt x="856919" y="62712"/>
                  </a:lnTo>
                  <a:lnTo>
                    <a:pt x="855827" y="60401"/>
                  </a:lnTo>
                  <a:lnTo>
                    <a:pt x="851636" y="58915"/>
                  </a:lnTo>
                  <a:lnTo>
                    <a:pt x="849337" y="60020"/>
                  </a:lnTo>
                  <a:lnTo>
                    <a:pt x="694334" y="497357"/>
                  </a:lnTo>
                  <a:lnTo>
                    <a:pt x="687641" y="504494"/>
                  </a:lnTo>
                  <a:lnTo>
                    <a:pt x="687641" y="516267"/>
                  </a:lnTo>
                  <a:lnTo>
                    <a:pt x="671855" y="560793"/>
                  </a:lnTo>
                  <a:lnTo>
                    <a:pt x="667143" y="564184"/>
                  </a:lnTo>
                  <a:lnTo>
                    <a:pt x="667143" y="574090"/>
                  </a:lnTo>
                  <a:lnTo>
                    <a:pt x="655421" y="607161"/>
                  </a:lnTo>
                  <a:lnTo>
                    <a:pt x="652538" y="607250"/>
                  </a:lnTo>
                  <a:lnTo>
                    <a:pt x="652538" y="615289"/>
                  </a:lnTo>
                  <a:lnTo>
                    <a:pt x="652284" y="616013"/>
                  </a:lnTo>
                  <a:lnTo>
                    <a:pt x="650786" y="615772"/>
                  </a:lnTo>
                  <a:lnTo>
                    <a:pt x="650786" y="897661"/>
                  </a:lnTo>
                  <a:lnTo>
                    <a:pt x="629246" y="813625"/>
                  </a:lnTo>
                  <a:lnTo>
                    <a:pt x="633006" y="790536"/>
                  </a:lnTo>
                  <a:lnTo>
                    <a:pt x="648385" y="822807"/>
                  </a:lnTo>
                  <a:lnTo>
                    <a:pt x="650786" y="897661"/>
                  </a:lnTo>
                  <a:lnTo>
                    <a:pt x="650786" y="615772"/>
                  </a:lnTo>
                  <a:lnTo>
                    <a:pt x="648576" y="615403"/>
                  </a:lnTo>
                  <a:lnTo>
                    <a:pt x="652538" y="615289"/>
                  </a:lnTo>
                  <a:lnTo>
                    <a:pt x="652538" y="607250"/>
                  </a:lnTo>
                  <a:lnTo>
                    <a:pt x="647750" y="607402"/>
                  </a:lnTo>
                  <a:lnTo>
                    <a:pt x="647750" y="802792"/>
                  </a:lnTo>
                  <a:lnTo>
                    <a:pt x="635279" y="776630"/>
                  </a:lnTo>
                  <a:lnTo>
                    <a:pt x="645020" y="717003"/>
                  </a:lnTo>
                  <a:lnTo>
                    <a:pt x="647750" y="802792"/>
                  </a:lnTo>
                  <a:lnTo>
                    <a:pt x="647750" y="607402"/>
                  </a:lnTo>
                  <a:lnTo>
                    <a:pt x="642975" y="607555"/>
                  </a:lnTo>
                  <a:lnTo>
                    <a:pt x="642975" y="679792"/>
                  </a:lnTo>
                  <a:lnTo>
                    <a:pt x="642150" y="684860"/>
                  </a:lnTo>
                  <a:lnTo>
                    <a:pt x="640702" y="684911"/>
                  </a:lnTo>
                  <a:lnTo>
                    <a:pt x="640702" y="693775"/>
                  </a:lnTo>
                  <a:lnTo>
                    <a:pt x="640638" y="694143"/>
                  </a:lnTo>
                  <a:lnTo>
                    <a:pt x="640372" y="694055"/>
                  </a:lnTo>
                  <a:lnTo>
                    <a:pt x="640702" y="693775"/>
                  </a:lnTo>
                  <a:lnTo>
                    <a:pt x="640702" y="684911"/>
                  </a:lnTo>
                  <a:lnTo>
                    <a:pt x="638835" y="684974"/>
                  </a:lnTo>
                  <a:lnTo>
                    <a:pt x="638835" y="705192"/>
                  </a:lnTo>
                  <a:lnTo>
                    <a:pt x="629234" y="763930"/>
                  </a:lnTo>
                  <a:lnTo>
                    <a:pt x="626960" y="759167"/>
                  </a:lnTo>
                  <a:lnTo>
                    <a:pt x="626960" y="777836"/>
                  </a:lnTo>
                  <a:lnTo>
                    <a:pt x="624281" y="794245"/>
                  </a:lnTo>
                  <a:lnTo>
                    <a:pt x="612038" y="746544"/>
                  </a:lnTo>
                  <a:lnTo>
                    <a:pt x="626960" y="777836"/>
                  </a:lnTo>
                  <a:lnTo>
                    <a:pt x="626960" y="759167"/>
                  </a:lnTo>
                  <a:lnTo>
                    <a:pt x="606259" y="715746"/>
                  </a:lnTo>
                  <a:lnTo>
                    <a:pt x="624039" y="696798"/>
                  </a:lnTo>
                  <a:lnTo>
                    <a:pt x="625398" y="697268"/>
                  </a:lnTo>
                  <a:lnTo>
                    <a:pt x="638835" y="705192"/>
                  </a:lnTo>
                  <a:lnTo>
                    <a:pt x="638835" y="684974"/>
                  </a:lnTo>
                  <a:lnTo>
                    <a:pt x="635609" y="685076"/>
                  </a:lnTo>
                  <a:lnTo>
                    <a:pt x="642937" y="679805"/>
                  </a:lnTo>
                  <a:lnTo>
                    <a:pt x="642975" y="607555"/>
                  </a:lnTo>
                  <a:lnTo>
                    <a:pt x="640981" y="607606"/>
                  </a:lnTo>
                  <a:lnTo>
                    <a:pt x="640676" y="606425"/>
                  </a:lnTo>
                  <a:lnTo>
                    <a:pt x="640676" y="648754"/>
                  </a:lnTo>
                  <a:lnTo>
                    <a:pt x="632498" y="671855"/>
                  </a:lnTo>
                  <a:lnTo>
                    <a:pt x="632764" y="672452"/>
                  </a:lnTo>
                  <a:lnTo>
                    <a:pt x="625246" y="676033"/>
                  </a:lnTo>
                  <a:lnTo>
                    <a:pt x="611936" y="679437"/>
                  </a:lnTo>
                  <a:lnTo>
                    <a:pt x="611708" y="679818"/>
                  </a:lnTo>
                  <a:lnTo>
                    <a:pt x="609612" y="678586"/>
                  </a:lnTo>
                  <a:lnTo>
                    <a:pt x="609612" y="693851"/>
                  </a:lnTo>
                  <a:lnTo>
                    <a:pt x="607466" y="695388"/>
                  </a:lnTo>
                  <a:lnTo>
                    <a:pt x="607707" y="694004"/>
                  </a:lnTo>
                  <a:lnTo>
                    <a:pt x="609612" y="693851"/>
                  </a:lnTo>
                  <a:lnTo>
                    <a:pt x="609612" y="678586"/>
                  </a:lnTo>
                  <a:lnTo>
                    <a:pt x="595718" y="670344"/>
                  </a:lnTo>
                  <a:lnTo>
                    <a:pt x="595718" y="715238"/>
                  </a:lnTo>
                  <a:lnTo>
                    <a:pt x="529082" y="786269"/>
                  </a:lnTo>
                  <a:lnTo>
                    <a:pt x="540766" y="753262"/>
                  </a:lnTo>
                  <a:lnTo>
                    <a:pt x="595401" y="713981"/>
                  </a:lnTo>
                  <a:lnTo>
                    <a:pt x="595718" y="715238"/>
                  </a:lnTo>
                  <a:lnTo>
                    <a:pt x="595718" y="670344"/>
                  </a:lnTo>
                  <a:lnTo>
                    <a:pt x="592709" y="668566"/>
                  </a:lnTo>
                  <a:lnTo>
                    <a:pt x="592709" y="706005"/>
                  </a:lnTo>
                  <a:lnTo>
                    <a:pt x="545490" y="739952"/>
                  </a:lnTo>
                  <a:lnTo>
                    <a:pt x="561289" y="695388"/>
                  </a:lnTo>
                  <a:lnTo>
                    <a:pt x="587260" y="694563"/>
                  </a:lnTo>
                  <a:lnTo>
                    <a:pt x="592709" y="706005"/>
                  </a:lnTo>
                  <a:lnTo>
                    <a:pt x="592709" y="668566"/>
                  </a:lnTo>
                  <a:lnTo>
                    <a:pt x="592442" y="668401"/>
                  </a:lnTo>
                  <a:lnTo>
                    <a:pt x="592048" y="668502"/>
                  </a:lnTo>
                  <a:lnTo>
                    <a:pt x="586486" y="646785"/>
                  </a:lnTo>
                  <a:lnTo>
                    <a:pt x="586117" y="646569"/>
                  </a:lnTo>
                  <a:lnTo>
                    <a:pt x="597535" y="627291"/>
                  </a:lnTo>
                  <a:lnTo>
                    <a:pt x="597433" y="626910"/>
                  </a:lnTo>
                  <a:lnTo>
                    <a:pt x="615518" y="622274"/>
                  </a:lnTo>
                  <a:lnTo>
                    <a:pt x="627773" y="626605"/>
                  </a:lnTo>
                  <a:lnTo>
                    <a:pt x="628218" y="626605"/>
                  </a:lnTo>
                  <a:lnTo>
                    <a:pt x="628827" y="626605"/>
                  </a:lnTo>
                  <a:lnTo>
                    <a:pt x="629678" y="627113"/>
                  </a:lnTo>
                  <a:lnTo>
                    <a:pt x="639737" y="648195"/>
                  </a:lnTo>
                  <a:lnTo>
                    <a:pt x="640676" y="648754"/>
                  </a:lnTo>
                  <a:lnTo>
                    <a:pt x="640676" y="606425"/>
                  </a:lnTo>
                  <a:lnTo>
                    <a:pt x="637806" y="595185"/>
                  </a:lnTo>
                  <a:lnTo>
                    <a:pt x="667143" y="574090"/>
                  </a:lnTo>
                  <a:lnTo>
                    <a:pt x="667143" y="564184"/>
                  </a:lnTo>
                  <a:lnTo>
                    <a:pt x="635660" y="586816"/>
                  </a:lnTo>
                  <a:lnTo>
                    <a:pt x="632599" y="574929"/>
                  </a:lnTo>
                  <a:lnTo>
                    <a:pt x="687641" y="516267"/>
                  </a:lnTo>
                  <a:lnTo>
                    <a:pt x="687641" y="504494"/>
                  </a:lnTo>
                  <a:lnTo>
                    <a:pt x="632028" y="563778"/>
                  </a:lnTo>
                  <a:lnTo>
                    <a:pt x="632028" y="605040"/>
                  </a:lnTo>
                  <a:lnTo>
                    <a:pt x="629920" y="602094"/>
                  </a:lnTo>
                  <a:lnTo>
                    <a:pt x="628510" y="601865"/>
                  </a:lnTo>
                  <a:lnTo>
                    <a:pt x="630796" y="600227"/>
                  </a:lnTo>
                  <a:lnTo>
                    <a:pt x="632028" y="605040"/>
                  </a:lnTo>
                  <a:lnTo>
                    <a:pt x="632028" y="563778"/>
                  </a:lnTo>
                  <a:lnTo>
                    <a:pt x="630237" y="565683"/>
                  </a:lnTo>
                  <a:lnTo>
                    <a:pt x="628650" y="559498"/>
                  </a:lnTo>
                  <a:lnTo>
                    <a:pt x="628650" y="591858"/>
                  </a:lnTo>
                  <a:lnTo>
                    <a:pt x="623531" y="595541"/>
                  </a:lnTo>
                  <a:lnTo>
                    <a:pt x="620064" y="588289"/>
                  </a:lnTo>
                  <a:lnTo>
                    <a:pt x="626084" y="581875"/>
                  </a:lnTo>
                  <a:lnTo>
                    <a:pt x="628650" y="591858"/>
                  </a:lnTo>
                  <a:lnTo>
                    <a:pt x="628650" y="559498"/>
                  </a:lnTo>
                  <a:lnTo>
                    <a:pt x="623709" y="540207"/>
                  </a:lnTo>
                  <a:lnTo>
                    <a:pt x="623709" y="572643"/>
                  </a:lnTo>
                  <a:lnTo>
                    <a:pt x="616902" y="579920"/>
                  </a:lnTo>
                  <a:lnTo>
                    <a:pt x="616902" y="600316"/>
                  </a:lnTo>
                  <a:lnTo>
                    <a:pt x="616572" y="600544"/>
                  </a:lnTo>
                  <a:lnTo>
                    <a:pt x="613460" y="597611"/>
                  </a:lnTo>
                  <a:lnTo>
                    <a:pt x="611251" y="597687"/>
                  </a:lnTo>
                  <a:lnTo>
                    <a:pt x="614172" y="594575"/>
                  </a:lnTo>
                  <a:lnTo>
                    <a:pt x="616902" y="600316"/>
                  </a:lnTo>
                  <a:lnTo>
                    <a:pt x="616902" y="579920"/>
                  </a:lnTo>
                  <a:lnTo>
                    <a:pt x="616356" y="580491"/>
                  </a:lnTo>
                  <a:lnTo>
                    <a:pt x="610450" y="568109"/>
                  </a:lnTo>
                  <a:lnTo>
                    <a:pt x="610450" y="586778"/>
                  </a:lnTo>
                  <a:lnTo>
                    <a:pt x="609904" y="587362"/>
                  </a:lnTo>
                  <a:lnTo>
                    <a:pt x="609904" y="605345"/>
                  </a:lnTo>
                  <a:lnTo>
                    <a:pt x="609333" y="605751"/>
                  </a:lnTo>
                  <a:lnTo>
                    <a:pt x="605688" y="603605"/>
                  </a:lnTo>
                  <a:lnTo>
                    <a:pt x="607860" y="601306"/>
                  </a:lnTo>
                  <a:lnTo>
                    <a:pt x="607936" y="603478"/>
                  </a:lnTo>
                  <a:lnTo>
                    <a:pt x="609904" y="605345"/>
                  </a:lnTo>
                  <a:lnTo>
                    <a:pt x="609904" y="587362"/>
                  </a:lnTo>
                  <a:lnTo>
                    <a:pt x="598601" y="599414"/>
                  </a:lnTo>
                  <a:lnTo>
                    <a:pt x="592975" y="596087"/>
                  </a:lnTo>
                  <a:lnTo>
                    <a:pt x="592975" y="605409"/>
                  </a:lnTo>
                  <a:lnTo>
                    <a:pt x="592658" y="605739"/>
                  </a:lnTo>
                  <a:lnTo>
                    <a:pt x="590689" y="605040"/>
                  </a:lnTo>
                  <a:lnTo>
                    <a:pt x="590842" y="604139"/>
                  </a:lnTo>
                  <a:lnTo>
                    <a:pt x="592975" y="605409"/>
                  </a:lnTo>
                  <a:lnTo>
                    <a:pt x="592975" y="596087"/>
                  </a:lnTo>
                  <a:lnTo>
                    <a:pt x="592226" y="595630"/>
                  </a:lnTo>
                  <a:lnTo>
                    <a:pt x="597954" y="560565"/>
                  </a:lnTo>
                  <a:lnTo>
                    <a:pt x="610450" y="586778"/>
                  </a:lnTo>
                  <a:lnTo>
                    <a:pt x="610450" y="568109"/>
                  </a:lnTo>
                  <a:lnTo>
                    <a:pt x="600227" y="546658"/>
                  </a:lnTo>
                  <a:lnTo>
                    <a:pt x="606780" y="506552"/>
                  </a:lnTo>
                  <a:lnTo>
                    <a:pt x="623709" y="572643"/>
                  </a:lnTo>
                  <a:lnTo>
                    <a:pt x="623709" y="540207"/>
                  </a:lnTo>
                  <a:lnTo>
                    <a:pt x="610019" y="486765"/>
                  </a:lnTo>
                  <a:lnTo>
                    <a:pt x="681697" y="48247"/>
                  </a:lnTo>
                  <a:lnTo>
                    <a:pt x="680212" y="46177"/>
                  </a:lnTo>
                  <a:lnTo>
                    <a:pt x="675881" y="45440"/>
                  </a:lnTo>
                  <a:lnTo>
                    <a:pt x="673760" y="46951"/>
                  </a:lnTo>
                  <a:lnTo>
                    <a:pt x="605040" y="467385"/>
                  </a:lnTo>
                  <a:lnTo>
                    <a:pt x="601814" y="454812"/>
                  </a:lnTo>
                  <a:lnTo>
                    <a:pt x="601814" y="487172"/>
                  </a:lnTo>
                  <a:lnTo>
                    <a:pt x="594169" y="533946"/>
                  </a:lnTo>
                  <a:lnTo>
                    <a:pt x="591896" y="529183"/>
                  </a:lnTo>
                  <a:lnTo>
                    <a:pt x="591896" y="547852"/>
                  </a:lnTo>
                  <a:lnTo>
                    <a:pt x="584809" y="591235"/>
                  </a:lnTo>
                  <a:lnTo>
                    <a:pt x="583526" y="590486"/>
                  </a:lnTo>
                  <a:lnTo>
                    <a:pt x="583526" y="686727"/>
                  </a:lnTo>
                  <a:lnTo>
                    <a:pt x="573278" y="687057"/>
                  </a:lnTo>
                  <a:lnTo>
                    <a:pt x="574878" y="685342"/>
                  </a:lnTo>
                  <a:lnTo>
                    <a:pt x="574827" y="684136"/>
                  </a:lnTo>
                  <a:lnTo>
                    <a:pt x="582434" y="685368"/>
                  </a:lnTo>
                  <a:lnTo>
                    <a:pt x="583247" y="686142"/>
                  </a:lnTo>
                  <a:lnTo>
                    <a:pt x="583526" y="686727"/>
                  </a:lnTo>
                  <a:lnTo>
                    <a:pt x="583526" y="590486"/>
                  </a:lnTo>
                  <a:lnTo>
                    <a:pt x="583412" y="599744"/>
                  </a:lnTo>
                  <a:lnTo>
                    <a:pt x="582993" y="602310"/>
                  </a:lnTo>
                  <a:lnTo>
                    <a:pt x="580491" y="601433"/>
                  </a:lnTo>
                  <a:lnTo>
                    <a:pt x="580491" y="617575"/>
                  </a:lnTo>
                  <a:lnTo>
                    <a:pt x="580263" y="618947"/>
                  </a:lnTo>
                  <a:lnTo>
                    <a:pt x="575208" y="624332"/>
                  </a:lnTo>
                  <a:lnTo>
                    <a:pt x="572947" y="624916"/>
                  </a:lnTo>
                  <a:lnTo>
                    <a:pt x="572668" y="616242"/>
                  </a:lnTo>
                  <a:lnTo>
                    <a:pt x="574192" y="617702"/>
                  </a:lnTo>
                  <a:lnTo>
                    <a:pt x="576364" y="617702"/>
                  </a:lnTo>
                  <a:lnTo>
                    <a:pt x="580491" y="617575"/>
                  </a:lnTo>
                  <a:lnTo>
                    <a:pt x="580491" y="601433"/>
                  </a:lnTo>
                  <a:lnTo>
                    <a:pt x="579628" y="601129"/>
                  </a:lnTo>
                  <a:lnTo>
                    <a:pt x="579628" y="609561"/>
                  </a:lnTo>
                  <a:lnTo>
                    <a:pt x="574014" y="609739"/>
                  </a:lnTo>
                  <a:lnTo>
                    <a:pt x="572516" y="611327"/>
                  </a:lnTo>
                  <a:lnTo>
                    <a:pt x="572376" y="606996"/>
                  </a:lnTo>
                  <a:lnTo>
                    <a:pt x="579628" y="609561"/>
                  </a:lnTo>
                  <a:lnTo>
                    <a:pt x="579628" y="601129"/>
                  </a:lnTo>
                  <a:lnTo>
                    <a:pt x="572096" y="598462"/>
                  </a:lnTo>
                  <a:lnTo>
                    <a:pt x="571931" y="592950"/>
                  </a:lnTo>
                  <a:lnTo>
                    <a:pt x="583412" y="599744"/>
                  </a:lnTo>
                  <a:lnTo>
                    <a:pt x="583412" y="590410"/>
                  </a:lnTo>
                  <a:lnTo>
                    <a:pt x="571627" y="583438"/>
                  </a:lnTo>
                  <a:lnTo>
                    <a:pt x="568960" y="499732"/>
                  </a:lnTo>
                  <a:lnTo>
                    <a:pt x="591896" y="547852"/>
                  </a:lnTo>
                  <a:lnTo>
                    <a:pt x="591896" y="529183"/>
                  </a:lnTo>
                  <a:lnTo>
                    <a:pt x="568528" y="480174"/>
                  </a:lnTo>
                  <a:lnTo>
                    <a:pt x="568528" y="687209"/>
                  </a:lnTo>
                  <a:lnTo>
                    <a:pt x="564134" y="687349"/>
                  </a:lnTo>
                  <a:lnTo>
                    <a:pt x="565797" y="682650"/>
                  </a:lnTo>
                  <a:lnTo>
                    <a:pt x="566737" y="682815"/>
                  </a:lnTo>
                  <a:lnTo>
                    <a:pt x="566826" y="685558"/>
                  </a:lnTo>
                  <a:lnTo>
                    <a:pt x="568528" y="687209"/>
                  </a:lnTo>
                  <a:lnTo>
                    <a:pt x="568528" y="480174"/>
                  </a:lnTo>
                  <a:lnTo>
                    <a:pt x="568312" y="479717"/>
                  </a:lnTo>
                  <a:lnTo>
                    <a:pt x="565950" y="405384"/>
                  </a:lnTo>
                  <a:lnTo>
                    <a:pt x="565950" y="658164"/>
                  </a:lnTo>
                  <a:lnTo>
                    <a:pt x="565759" y="658698"/>
                  </a:lnTo>
                  <a:lnTo>
                    <a:pt x="562825" y="655955"/>
                  </a:lnTo>
                  <a:lnTo>
                    <a:pt x="562825" y="666991"/>
                  </a:lnTo>
                  <a:lnTo>
                    <a:pt x="560451" y="673671"/>
                  </a:lnTo>
                  <a:lnTo>
                    <a:pt x="556374" y="673011"/>
                  </a:lnTo>
                  <a:lnTo>
                    <a:pt x="556374" y="681101"/>
                  </a:lnTo>
                  <a:lnTo>
                    <a:pt x="552462" y="687705"/>
                  </a:lnTo>
                  <a:lnTo>
                    <a:pt x="456641" y="690753"/>
                  </a:lnTo>
                  <a:lnTo>
                    <a:pt x="497166" y="671436"/>
                  </a:lnTo>
                  <a:lnTo>
                    <a:pt x="556374" y="681101"/>
                  </a:lnTo>
                  <a:lnTo>
                    <a:pt x="556374" y="673011"/>
                  </a:lnTo>
                  <a:lnTo>
                    <a:pt x="509841" y="665391"/>
                  </a:lnTo>
                  <a:lnTo>
                    <a:pt x="543852" y="649173"/>
                  </a:lnTo>
                  <a:lnTo>
                    <a:pt x="562825" y="666991"/>
                  </a:lnTo>
                  <a:lnTo>
                    <a:pt x="562825" y="655955"/>
                  </a:lnTo>
                  <a:lnTo>
                    <a:pt x="557745" y="651192"/>
                  </a:lnTo>
                  <a:lnTo>
                    <a:pt x="558177" y="651344"/>
                  </a:lnTo>
                  <a:lnTo>
                    <a:pt x="559155" y="651344"/>
                  </a:lnTo>
                  <a:lnTo>
                    <a:pt x="560235" y="651344"/>
                  </a:lnTo>
                  <a:lnTo>
                    <a:pt x="561301" y="650925"/>
                  </a:lnTo>
                  <a:lnTo>
                    <a:pt x="564400" y="647623"/>
                  </a:lnTo>
                  <a:lnTo>
                    <a:pt x="565670" y="649401"/>
                  </a:lnTo>
                  <a:lnTo>
                    <a:pt x="565950" y="658164"/>
                  </a:lnTo>
                  <a:lnTo>
                    <a:pt x="565950" y="405384"/>
                  </a:lnTo>
                  <a:lnTo>
                    <a:pt x="564946" y="373811"/>
                  </a:lnTo>
                  <a:lnTo>
                    <a:pt x="564946" y="626960"/>
                  </a:lnTo>
                  <a:lnTo>
                    <a:pt x="560324" y="628142"/>
                  </a:lnTo>
                  <a:lnTo>
                    <a:pt x="558406" y="625487"/>
                  </a:lnTo>
                  <a:lnTo>
                    <a:pt x="558406" y="642251"/>
                  </a:lnTo>
                  <a:lnTo>
                    <a:pt x="554710" y="646188"/>
                  </a:lnTo>
                  <a:lnTo>
                    <a:pt x="554774" y="648398"/>
                  </a:lnTo>
                  <a:lnTo>
                    <a:pt x="551649" y="645464"/>
                  </a:lnTo>
                  <a:lnTo>
                    <a:pt x="558406" y="642251"/>
                  </a:lnTo>
                  <a:lnTo>
                    <a:pt x="558406" y="625487"/>
                  </a:lnTo>
                  <a:lnTo>
                    <a:pt x="551942" y="616496"/>
                  </a:lnTo>
                  <a:lnTo>
                    <a:pt x="551942" y="630288"/>
                  </a:lnTo>
                  <a:lnTo>
                    <a:pt x="539026" y="633603"/>
                  </a:lnTo>
                  <a:lnTo>
                    <a:pt x="537565" y="632244"/>
                  </a:lnTo>
                  <a:lnTo>
                    <a:pt x="537565" y="643280"/>
                  </a:lnTo>
                  <a:lnTo>
                    <a:pt x="495935" y="663117"/>
                  </a:lnTo>
                  <a:lnTo>
                    <a:pt x="483273" y="661047"/>
                  </a:lnTo>
                  <a:lnTo>
                    <a:pt x="483273" y="669163"/>
                  </a:lnTo>
                  <a:lnTo>
                    <a:pt x="436638" y="691388"/>
                  </a:lnTo>
                  <a:lnTo>
                    <a:pt x="333121" y="694664"/>
                  </a:lnTo>
                  <a:lnTo>
                    <a:pt x="452348" y="664095"/>
                  </a:lnTo>
                  <a:lnTo>
                    <a:pt x="483273" y="669163"/>
                  </a:lnTo>
                  <a:lnTo>
                    <a:pt x="483273" y="661047"/>
                  </a:lnTo>
                  <a:lnTo>
                    <a:pt x="471690" y="659142"/>
                  </a:lnTo>
                  <a:lnTo>
                    <a:pt x="536714" y="642467"/>
                  </a:lnTo>
                  <a:lnTo>
                    <a:pt x="537565" y="643280"/>
                  </a:lnTo>
                  <a:lnTo>
                    <a:pt x="537565" y="632244"/>
                  </a:lnTo>
                  <a:lnTo>
                    <a:pt x="473214" y="571855"/>
                  </a:lnTo>
                  <a:lnTo>
                    <a:pt x="522478" y="589318"/>
                  </a:lnTo>
                  <a:lnTo>
                    <a:pt x="551942" y="630288"/>
                  </a:lnTo>
                  <a:lnTo>
                    <a:pt x="551942" y="616496"/>
                  </a:lnTo>
                  <a:lnTo>
                    <a:pt x="535787" y="594029"/>
                  </a:lnTo>
                  <a:lnTo>
                    <a:pt x="564222" y="604113"/>
                  </a:lnTo>
                  <a:lnTo>
                    <a:pt x="564946" y="626960"/>
                  </a:lnTo>
                  <a:lnTo>
                    <a:pt x="564946" y="373811"/>
                  </a:lnTo>
                  <a:lnTo>
                    <a:pt x="563956" y="342646"/>
                  </a:lnTo>
                  <a:lnTo>
                    <a:pt x="563956" y="595566"/>
                  </a:lnTo>
                  <a:lnTo>
                    <a:pt x="527634" y="582688"/>
                  </a:lnTo>
                  <a:lnTo>
                    <a:pt x="514324" y="564172"/>
                  </a:lnTo>
                  <a:lnTo>
                    <a:pt x="514324" y="577964"/>
                  </a:lnTo>
                  <a:lnTo>
                    <a:pt x="458711" y="558253"/>
                  </a:lnTo>
                  <a:lnTo>
                    <a:pt x="365366" y="470662"/>
                  </a:lnTo>
                  <a:lnTo>
                    <a:pt x="490397" y="544664"/>
                  </a:lnTo>
                  <a:lnTo>
                    <a:pt x="514324" y="577964"/>
                  </a:lnTo>
                  <a:lnTo>
                    <a:pt x="514324" y="564172"/>
                  </a:lnTo>
                  <a:lnTo>
                    <a:pt x="507657" y="554888"/>
                  </a:lnTo>
                  <a:lnTo>
                    <a:pt x="563714" y="588086"/>
                  </a:lnTo>
                  <a:lnTo>
                    <a:pt x="563956" y="595566"/>
                  </a:lnTo>
                  <a:lnTo>
                    <a:pt x="563956" y="342646"/>
                  </a:lnTo>
                  <a:lnTo>
                    <a:pt x="563841" y="339039"/>
                  </a:lnTo>
                  <a:lnTo>
                    <a:pt x="601814" y="487172"/>
                  </a:lnTo>
                  <a:lnTo>
                    <a:pt x="601814" y="454812"/>
                  </a:lnTo>
                  <a:lnTo>
                    <a:pt x="562660" y="302082"/>
                  </a:lnTo>
                  <a:lnTo>
                    <a:pt x="553097" y="1866"/>
                  </a:lnTo>
                  <a:lnTo>
                    <a:pt x="550989" y="0"/>
                  </a:lnTo>
                  <a:lnTo>
                    <a:pt x="546785" y="254"/>
                  </a:lnTo>
                  <a:lnTo>
                    <a:pt x="545045" y="2120"/>
                  </a:lnTo>
                  <a:lnTo>
                    <a:pt x="553453" y="266179"/>
                  </a:lnTo>
                  <a:lnTo>
                    <a:pt x="494499" y="36156"/>
                  </a:lnTo>
                  <a:lnTo>
                    <a:pt x="492353" y="34861"/>
                  </a:lnTo>
                  <a:lnTo>
                    <a:pt x="488010" y="35966"/>
                  </a:lnTo>
                  <a:lnTo>
                    <a:pt x="486714" y="38150"/>
                  </a:lnTo>
                  <a:lnTo>
                    <a:pt x="554634" y="303136"/>
                  </a:lnTo>
                  <a:lnTo>
                    <a:pt x="559676" y="461594"/>
                  </a:lnTo>
                  <a:lnTo>
                    <a:pt x="368122" y="59728"/>
                  </a:lnTo>
                  <a:lnTo>
                    <a:pt x="365721" y="58864"/>
                  </a:lnTo>
                  <a:lnTo>
                    <a:pt x="361708" y="60782"/>
                  </a:lnTo>
                  <a:lnTo>
                    <a:pt x="360857" y="63182"/>
                  </a:lnTo>
                  <a:lnTo>
                    <a:pt x="560311" y="481609"/>
                  </a:lnTo>
                  <a:lnTo>
                    <a:pt x="563410" y="578573"/>
                  </a:lnTo>
                  <a:lnTo>
                    <a:pt x="495960" y="538607"/>
                  </a:lnTo>
                  <a:lnTo>
                    <a:pt x="236537" y="177825"/>
                  </a:lnTo>
                  <a:lnTo>
                    <a:pt x="234022" y="177419"/>
                  </a:lnTo>
                  <a:lnTo>
                    <a:pt x="230416" y="180009"/>
                  </a:lnTo>
                  <a:lnTo>
                    <a:pt x="229997" y="182524"/>
                  </a:lnTo>
                  <a:lnTo>
                    <a:pt x="478688" y="528396"/>
                  </a:lnTo>
                  <a:lnTo>
                    <a:pt x="338404" y="445363"/>
                  </a:lnTo>
                  <a:lnTo>
                    <a:pt x="133261" y="252882"/>
                  </a:lnTo>
                  <a:lnTo>
                    <a:pt x="130695" y="252945"/>
                  </a:lnTo>
                  <a:lnTo>
                    <a:pt x="127660" y="256197"/>
                  </a:lnTo>
                  <a:lnTo>
                    <a:pt x="127736" y="258737"/>
                  </a:lnTo>
                  <a:lnTo>
                    <a:pt x="306527" y="426504"/>
                  </a:lnTo>
                  <a:lnTo>
                    <a:pt x="95618" y="301650"/>
                  </a:lnTo>
                  <a:lnTo>
                    <a:pt x="93154" y="302285"/>
                  </a:lnTo>
                  <a:lnTo>
                    <a:pt x="90881" y="306095"/>
                  </a:lnTo>
                  <a:lnTo>
                    <a:pt x="91516" y="308559"/>
                  </a:lnTo>
                  <a:lnTo>
                    <a:pt x="333489" y="451802"/>
                  </a:lnTo>
                  <a:lnTo>
                    <a:pt x="439788" y="551548"/>
                  </a:lnTo>
                  <a:lnTo>
                    <a:pt x="46418" y="412115"/>
                  </a:lnTo>
                  <a:lnTo>
                    <a:pt x="44132" y="413219"/>
                  </a:lnTo>
                  <a:lnTo>
                    <a:pt x="42633" y="417423"/>
                  </a:lnTo>
                  <a:lnTo>
                    <a:pt x="43713" y="419709"/>
                  </a:lnTo>
                  <a:lnTo>
                    <a:pt x="454291" y="565162"/>
                  </a:lnTo>
                  <a:lnTo>
                    <a:pt x="529780" y="635977"/>
                  </a:lnTo>
                  <a:lnTo>
                    <a:pt x="451954" y="655916"/>
                  </a:lnTo>
                  <a:lnTo>
                    <a:pt x="13423" y="584200"/>
                  </a:lnTo>
                  <a:lnTo>
                    <a:pt x="11328" y="585711"/>
                  </a:lnTo>
                  <a:lnTo>
                    <a:pt x="10604" y="590105"/>
                  </a:lnTo>
                  <a:lnTo>
                    <a:pt x="12090" y="592175"/>
                  </a:lnTo>
                  <a:lnTo>
                    <a:pt x="432600" y="660869"/>
                  </a:lnTo>
                  <a:lnTo>
                    <a:pt x="296202" y="695833"/>
                  </a:lnTo>
                  <a:lnTo>
                    <a:pt x="2730" y="705142"/>
                  </a:lnTo>
                  <a:lnTo>
                    <a:pt x="977" y="707009"/>
                  </a:lnTo>
                  <a:lnTo>
                    <a:pt x="1130" y="711390"/>
                  </a:lnTo>
                  <a:lnTo>
                    <a:pt x="2908" y="713105"/>
                  </a:lnTo>
                  <a:lnTo>
                    <a:pt x="5080" y="713105"/>
                  </a:lnTo>
                  <a:lnTo>
                    <a:pt x="260578" y="704964"/>
                  </a:lnTo>
                  <a:lnTo>
                    <a:pt x="1295" y="771423"/>
                  </a:lnTo>
                  <a:lnTo>
                    <a:pt x="0" y="773620"/>
                  </a:lnTo>
                  <a:lnTo>
                    <a:pt x="1016" y="777582"/>
                  </a:lnTo>
                  <a:lnTo>
                    <a:pt x="2641" y="778789"/>
                  </a:lnTo>
                  <a:lnTo>
                    <a:pt x="4445" y="778789"/>
                  </a:lnTo>
                  <a:lnTo>
                    <a:pt x="5448" y="778662"/>
                  </a:lnTo>
                  <a:lnTo>
                    <a:pt x="297522" y="703795"/>
                  </a:lnTo>
                  <a:lnTo>
                    <a:pt x="418693" y="699935"/>
                  </a:lnTo>
                  <a:lnTo>
                    <a:pt x="43421" y="878814"/>
                  </a:lnTo>
                  <a:lnTo>
                    <a:pt x="42570" y="881214"/>
                  </a:lnTo>
                  <a:lnTo>
                    <a:pt x="44234" y="884656"/>
                  </a:lnTo>
                  <a:lnTo>
                    <a:pt x="45669" y="885507"/>
                  </a:lnTo>
                  <a:lnTo>
                    <a:pt x="47167" y="885507"/>
                  </a:lnTo>
                  <a:lnTo>
                    <a:pt x="48336" y="885380"/>
                  </a:lnTo>
                  <a:lnTo>
                    <a:pt x="438708" y="699300"/>
                  </a:lnTo>
                  <a:lnTo>
                    <a:pt x="547662" y="695820"/>
                  </a:lnTo>
                  <a:lnTo>
                    <a:pt x="546087" y="698487"/>
                  </a:lnTo>
                  <a:lnTo>
                    <a:pt x="546087" y="714197"/>
                  </a:lnTo>
                  <a:lnTo>
                    <a:pt x="534047" y="748182"/>
                  </a:lnTo>
                  <a:lnTo>
                    <a:pt x="529323" y="751586"/>
                  </a:lnTo>
                  <a:lnTo>
                    <a:pt x="529323" y="761492"/>
                  </a:lnTo>
                  <a:lnTo>
                    <a:pt x="515366" y="800874"/>
                  </a:lnTo>
                  <a:lnTo>
                    <a:pt x="459613" y="860298"/>
                  </a:lnTo>
                  <a:lnTo>
                    <a:pt x="509778" y="775550"/>
                  </a:lnTo>
                  <a:lnTo>
                    <a:pt x="529323" y="761492"/>
                  </a:lnTo>
                  <a:lnTo>
                    <a:pt x="529323" y="751586"/>
                  </a:lnTo>
                  <a:lnTo>
                    <a:pt x="520001" y="758278"/>
                  </a:lnTo>
                  <a:lnTo>
                    <a:pt x="546087" y="714197"/>
                  </a:lnTo>
                  <a:lnTo>
                    <a:pt x="546087" y="698487"/>
                  </a:lnTo>
                  <a:lnTo>
                    <a:pt x="503770" y="769950"/>
                  </a:lnTo>
                  <a:lnTo>
                    <a:pt x="142976" y="1029385"/>
                  </a:lnTo>
                  <a:lnTo>
                    <a:pt x="142557" y="1031900"/>
                  </a:lnTo>
                  <a:lnTo>
                    <a:pt x="144640" y="1034796"/>
                  </a:lnTo>
                  <a:lnTo>
                    <a:pt x="145884" y="1035380"/>
                  </a:lnTo>
                  <a:lnTo>
                    <a:pt x="147129" y="1035380"/>
                  </a:lnTo>
                  <a:lnTo>
                    <a:pt x="147942" y="1035380"/>
                  </a:lnTo>
                  <a:lnTo>
                    <a:pt x="148755" y="1035138"/>
                  </a:lnTo>
                  <a:lnTo>
                    <a:pt x="493547" y="787222"/>
                  </a:lnTo>
                  <a:lnTo>
                    <a:pt x="434352" y="887234"/>
                  </a:lnTo>
                  <a:lnTo>
                    <a:pt x="188252" y="1149540"/>
                  </a:lnTo>
                  <a:lnTo>
                    <a:pt x="188328" y="1152080"/>
                  </a:lnTo>
                  <a:lnTo>
                    <a:pt x="190728" y="1154328"/>
                  </a:lnTo>
                  <a:lnTo>
                    <a:pt x="191719" y="1154684"/>
                  </a:lnTo>
                  <a:lnTo>
                    <a:pt x="192697" y="1154684"/>
                  </a:lnTo>
                  <a:lnTo>
                    <a:pt x="193763" y="1154684"/>
                  </a:lnTo>
                  <a:lnTo>
                    <a:pt x="194843" y="1154264"/>
                  </a:lnTo>
                  <a:lnTo>
                    <a:pt x="415505" y="919073"/>
                  </a:lnTo>
                  <a:lnTo>
                    <a:pt x="266788" y="1170317"/>
                  </a:lnTo>
                  <a:lnTo>
                    <a:pt x="267423" y="1172781"/>
                  </a:lnTo>
                  <a:lnTo>
                    <a:pt x="269976" y="1174292"/>
                  </a:lnTo>
                  <a:lnTo>
                    <a:pt x="271386" y="1174470"/>
                  </a:lnTo>
                  <a:lnTo>
                    <a:pt x="272757" y="1174470"/>
                  </a:lnTo>
                  <a:lnTo>
                    <a:pt x="274091" y="1173759"/>
                  </a:lnTo>
                  <a:lnTo>
                    <a:pt x="440766" y="892136"/>
                  </a:lnTo>
                  <a:lnTo>
                    <a:pt x="508673" y="819759"/>
                  </a:lnTo>
                  <a:lnTo>
                    <a:pt x="367499" y="1218107"/>
                  </a:lnTo>
                  <a:lnTo>
                    <a:pt x="368592" y="1220406"/>
                  </a:lnTo>
                  <a:lnTo>
                    <a:pt x="371576" y="1221384"/>
                  </a:lnTo>
                  <a:lnTo>
                    <a:pt x="372033" y="1221384"/>
                  </a:lnTo>
                  <a:lnTo>
                    <a:pt x="373684" y="1221384"/>
                  </a:lnTo>
                  <a:lnTo>
                    <a:pt x="375234" y="1220355"/>
                  </a:lnTo>
                  <a:lnTo>
                    <a:pt x="522389" y="805154"/>
                  </a:lnTo>
                  <a:lnTo>
                    <a:pt x="598081" y="724471"/>
                  </a:lnTo>
                  <a:lnTo>
                    <a:pt x="621042" y="814006"/>
                  </a:lnTo>
                  <a:lnTo>
                    <a:pt x="549389" y="1252550"/>
                  </a:lnTo>
                  <a:lnTo>
                    <a:pt x="550875" y="1254620"/>
                  </a:lnTo>
                  <a:lnTo>
                    <a:pt x="553720" y="1255026"/>
                  </a:lnTo>
                  <a:lnTo>
                    <a:pt x="555663" y="1255026"/>
                  </a:lnTo>
                  <a:lnTo>
                    <a:pt x="557352" y="1253617"/>
                  </a:lnTo>
                  <a:lnTo>
                    <a:pt x="626021" y="833386"/>
                  </a:lnTo>
                  <a:lnTo>
                    <a:pt x="651967" y="934605"/>
                  </a:lnTo>
                  <a:lnTo>
                    <a:pt x="663638" y="1300607"/>
                  </a:lnTo>
                  <a:lnTo>
                    <a:pt x="665429" y="1302334"/>
                  </a:lnTo>
                  <a:lnTo>
                    <a:pt x="667588" y="1302334"/>
                  </a:lnTo>
                  <a:lnTo>
                    <a:pt x="669925" y="1302258"/>
                  </a:lnTo>
                  <a:lnTo>
                    <a:pt x="671677" y="1300391"/>
                  </a:lnTo>
                  <a:lnTo>
                    <a:pt x="661149" y="970457"/>
                  </a:lnTo>
                  <a:lnTo>
                    <a:pt x="736485" y="1264297"/>
                  </a:lnTo>
                  <a:lnTo>
                    <a:pt x="738124" y="1265504"/>
                  </a:lnTo>
                  <a:lnTo>
                    <a:pt x="739927" y="1265504"/>
                  </a:lnTo>
                  <a:lnTo>
                    <a:pt x="743077" y="1264831"/>
                  </a:lnTo>
                  <a:lnTo>
                    <a:pt x="744359" y="1262634"/>
                  </a:lnTo>
                  <a:lnTo>
                    <a:pt x="659968" y="933500"/>
                  </a:lnTo>
                  <a:lnTo>
                    <a:pt x="657009" y="840892"/>
                  </a:lnTo>
                  <a:lnTo>
                    <a:pt x="844715" y="1234630"/>
                  </a:lnTo>
                  <a:lnTo>
                    <a:pt x="846150" y="1235481"/>
                  </a:lnTo>
                  <a:lnTo>
                    <a:pt x="847648" y="1235481"/>
                  </a:lnTo>
                  <a:lnTo>
                    <a:pt x="848817" y="1235354"/>
                  </a:lnTo>
                  <a:lnTo>
                    <a:pt x="851382" y="1234147"/>
                  </a:lnTo>
                  <a:lnTo>
                    <a:pt x="852233" y="1231734"/>
                  </a:lnTo>
                  <a:lnTo>
                    <a:pt x="656374" y="820877"/>
                  </a:lnTo>
                  <a:lnTo>
                    <a:pt x="652957" y="713574"/>
                  </a:lnTo>
                  <a:lnTo>
                    <a:pt x="735088" y="762177"/>
                  </a:lnTo>
                  <a:lnTo>
                    <a:pt x="994029" y="1122248"/>
                  </a:lnTo>
                  <a:lnTo>
                    <a:pt x="995260" y="1122832"/>
                  </a:lnTo>
                  <a:lnTo>
                    <a:pt x="996518" y="1122832"/>
                  </a:lnTo>
                  <a:lnTo>
                    <a:pt x="997331" y="1122832"/>
                  </a:lnTo>
                  <a:lnTo>
                    <a:pt x="998143" y="1122578"/>
                  </a:lnTo>
                  <a:lnTo>
                    <a:pt x="1000658" y="1120775"/>
                  </a:lnTo>
                  <a:lnTo>
                    <a:pt x="1001077" y="1118260"/>
                  </a:lnTo>
                  <a:lnTo>
                    <a:pt x="752360" y="772401"/>
                  </a:lnTo>
                  <a:lnTo>
                    <a:pt x="848855" y="829525"/>
                  </a:lnTo>
                  <a:lnTo>
                    <a:pt x="1105789" y="1070571"/>
                  </a:lnTo>
                  <a:lnTo>
                    <a:pt x="1106779" y="1070940"/>
                  </a:lnTo>
                  <a:lnTo>
                    <a:pt x="1107770" y="1070940"/>
                  </a:lnTo>
                  <a:lnTo>
                    <a:pt x="1108837" y="1070940"/>
                  </a:lnTo>
                  <a:lnTo>
                    <a:pt x="1109916" y="1070508"/>
                  </a:lnTo>
                  <a:lnTo>
                    <a:pt x="1112215" y="1068044"/>
                  </a:lnTo>
                  <a:lnTo>
                    <a:pt x="1112151" y="1065504"/>
                  </a:lnTo>
                  <a:lnTo>
                    <a:pt x="880745" y="848398"/>
                  </a:lnTo>
                  <a:lnTo>
                    <a:pt x="1134186" y="998397"/>
                  </a:lnTo>
                  <a:lnTo>
                    <a:pt x="1135595" y="998575"/>
                  </a:lnTo>
                  <a:lnTo>
                    <a:pt x="1136967" y="998575"/>
                  </a:lnTo>
                  <a:lnTo>
                    <a:pt x="1138313" y="997877"/>
                  </a:lnTo>
                  <a:lnTo>
                    <a:pt x="1140180" y="994689"/>
                  </a:lnTo>
                  <a:lnTo>
                    <a:pt x="1139558" y="992212"/>
                  </a:lnTo>
                  <a:lnTo>
                    <a:pt x="853770" y="823087"/>
                  </a:lnTo>
                  <a:lnTo>
                    <a:pt x="821893" y="793191"/>
                  </a:lnTo>
                  <a:lnTo>
                    <a:pt x="821893" y="804227"/>
                  </a:lnTo>
                  <a:lnTo>
                    <a:pt x="740664" y="756145"/>
                  </a:lnTo>
                  <a:lnTo>
                    <a:pt x="723392" y="732155"/>
                  </a:lnTo>
                  <a:lnTo>
                    <a:pt x="723392" y="745921"/>
                  </a:lnTo>
                  <a:lnTo>
                    <a:pt x="664679" y="711187"/>
                  </a:lnTo>
                  <a:lnTo>
                    <a:pt x="709930" y="727214"/>
                  </a:lnTo>
                  <a:lnTo>
                    <a:pt x="723392" y="745921"/>
                  </a:lnTo>
                  <a:lnTo>
                    <a:pt x="723392" y="732155"/>
                  </a:lnTo>
                  <a:lnTo>
                    <a:pt x="723239" y="731939"/>
                  </a:lnTo>
                  <a:lnTo>
                    <a:pt x="757910" y="744220"/>
                  </a:lnTo>
                  <a:lnTo>
                    <a:pt x="821893" y="804227"/>
                  </a:lnTo>
                  <a:lnTo>
                    <a:pt x="821893" y="793191"/>
                  </a:lnTo>
                  <a:lnTo>
                    <a:pt x="776833" y="750912"/>
                  </a:lnTo>
                  <a:lnTo>
                    <a:pt x="1179982" y="893724"/>
                  </a:lnTo>
                  <a:lnTo>
                    <a:pt x="1180426" y="893724"/>
                  </a:lnTo>
                  <a:lnTo>
                    <a:pt x="1182077" y="893724"/>
                  </a:lnTo>
                  <a:lnTo>
                    <a:pt x="1183627" y="892695"/>
                  </a:lnTo>
                  <a:lnTo>
                    <a:pt x="1184960" y="888961"/>
                  </a:lnTo>
                  <a:lnTo>
                    <a:pt x="1183855" y="886650"/>
                  </a:lnTo>
                  <a:lnTo>
                    <a:pt x="762266" y="737247"/>
                  </a:lnTo>
                  <a:lnTo>
                    <a:pt x="743331" y="719480"/>
                  </a:lnTo>
                  <a:lnTo>
                    <a:pt x="743331" y="730542"/>
                  </a:lnTo>
                  <a:lnTo>
                    <a:pt x="715022" y="720509"/>
                  </a:lnTo>
                  <a:lnTo>
                    <a:pt x="701713" y="701992"/>
                  </a:lnTo>
                  <a:lnTo>
                    <a:pt x="701713" y="715784"/>
                  </a:lnTo>
                  <a:lnTo>
                    <a:pt x="652462" y="698334"/>
                  </a:lnTo>
                  <a:lnTo>
                    <a:pt x="651814" y="677545"/>
                  </a:lnTo>
                  <a:lnTo>
                    <a:pt x="670725" y="672680"/>
                  </a:lnTo>
                  <a:lnTo>
                    <a:pt x="701713" y="715784"/>
                  </a:lnTo>
                  <a:lnTo>
                    <a:pt x="701713" y="701992"/>
                  </a:lnTo>
                  <a:lnTo>
                    <a:pt x="679107" y="670534"/>
                  </a:lnTo>
                  <a:lnTo>
                    <a:pt x="679335" y="670483"/>
                  </a:lnTo>
                  <a:lnTo>
                    <a:pt x="743331" y="730542"/>
                  </a:lnTo>
                  <a:lnTo>
                    <a:pt x="743331" y="719480"/>
                  </a:lnTo>
                  <a:lnTo>
                    <a:pt x="688581" y="668108"/>
                  </a:lnTo>
                  <a:lnTo>
                    <a:pt x="779157" y="644880"/>
                  </a:lnTo>
                  <a:lnTo>
                    <a:pt x="1216152" y="716241"/>
                  </a:lnTo>
                  <a:lnTo>
                    <a:pt x="1218082" y="716241"/>
                  </a:lnTo>
                  <a:lnTo>
                    <a:pt x="1219784" y="714844"/>
                  </a:lnTo>
                  <a:lnTo>
                    <a:pt x="1220482" y="710679"/>
                  </a:lnTo>
                  <a:lnTo>
                    <a:pt x="1218996" y="708609"/>
                  </a:lnTo>
                  <a:lnTo>
                    <a:pt x="798588" y="639902"/>
                  </a:lnTo>
                  <a:lnTo>
                    <a:pt x="929017" y="606463"/>
                  </a:lnTo>
                  <a:lnTo>
                    <a:pt x="1257769" y="595985"/>
                  </a:lnTo>
                  <a:lnTo>
                    <a:pt x="1259509" y="594118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454344" y="6617434"/>
              <a:ext cx="1307465" cy="1307465"/>
            </a:xfrm>
            <a:custGeom>
              <a:avLst/>
              <a:gdLst/>
              <a:ahLst/>
              <a:cxnLst/>
              <a:rect l="l" t="t" r="r" b="b"/>
              <a:pathLst>
                <a:path w="1307465" h="1307465">
                  <a:moveTo>
                    <a:pt x="653446" y="0"/>
                  </a:moveTo>
                  <a:lnTo>
                    <a:pt x="604750" y="1795"/>
                  </a:lnTo>
                  <a:lnTo>
                    <a:pt x="557014" y="7097"/>
                  </a:lnTo>
                  <a:lnTo>
                    <a:pt x="510365" y="15779"/>
                  </a:lnTo>
                  <a:lnTo>
                    <a:pt x="464932" y="27712"/>
                  </a:lnTo>
                  <a:lnTo>
                    <a:pt x="420840" y="42770"/>
                  </a:lnTo>
                  <a:lnTo>
                    <a:pt x="378218" y="60825"/>
                  </a:lnTo>
                  <a:lnTo>
                    <a:pt x="337193" y="81751"/>
                  </a:lnTo>
                  <a:lnTo>
                    <a:pt x="297891" y="105418"/>
                  </a:lnTo>
                  <a:lnTo>
                    <a:pt x="260441" y="131701"/>
                  </a:lnTo>
                  <a:lnTo>
                    <a:pt x="224970" y="160472"/>
                  </a:lnTo>
                  <a:lnTo>
                    <a:pt x="191605" y="191604"/>
                  </a:lnTo>
                  <a:lnTo>
                    <a:pt x="160473" y="224968"/>
                  </a:lnTo>
                  <a:lnTo>
                    <a:pt x="131702" y="260439"/>
                  </a:lnTo>
                  <a:lnTo>
                    <a:pt x="105419" y="297889"/>
                  </a:lnTo>
                  <a:lnTo>
                    <a:pt x="81751" y="337189"/>
                  </a:lnTo>
                  <a:lnTo>
                    <a:pt x="60826" y="378214"/>
                  </a:lnTo>
                  <a:lnTo>
                    <a:pt x="42770" y="420835"/>
                  </a:lnTo>
                  <a:lnTo>
                    <a:pt x="27712" y="464926"/>
                  </a:lnTo>
                  <a:lnTo>
                    <a:pt x="15779" y="510358"/>
                  </a:lnTo>
                  <a:lnTo>
                    <a:pt x="7097" y="557006"/>
                  </a:lnTo>
                  <a:lnTo>
                    <a:pt x="1795" y="604740"/>
                  </a:lnTo>
                  <a:lnTo>
                    <a:pt x="0" y="653435"/>
                  </a:lnTo>
                  <a:lnTo>
                    <a:pt x="1795" y="702131"/>
                  </a:lnTo>
                  <a:lnTo>
                    <a:pt x="7097" y="749867"/>
                  </a:lnTo>
                  <a:lnTo>
                    <a:pt x="15779" y="796515"/>
                  </a:lnTo>
                  <a:lnTo>
                    <a:pt x="27712" y="841949"/>
                  </a:lnTo>
                  <a:lnTo>
                    <a:pt x="42770" y="886041"/>
                  </a:lnTo>
                  <a:lnTo>
                    <a:pt x="60826" y="928663"/>
                  </a:lnTo>
                  <a:lnTo>
                    <a:pt x="81751" y="969688"/>
                  </a:lnTo>
                  <a:lnTo>
                    <a:pt x="105419" y="1008989"/>
                  </a:lnTo>
                  <a:lnTo>
                    <a:pt x="131702" y="1046439"/>
                  </a:lnTo>
                  <a:lnTo>
                    <a:pt x="160473" y="1081911"/>
                  </a:lnTo>
                  <a:lnTo>
                    <a:pt x="191605" y="1115276"/>
                  </a:lnTo>
                  <a:lnTo>
                    <a:pt x="224970" y="1146408"/>
                  </a:lnTo>
                  <a:lnTo>
                    <a:pt x="260441" y="1175179"/>
                  </a:lnTo>
                  <a:lnTo>
                    <a:pt x="297891" y="1201462"/>
                  </a:lnTo>
                  <a:lnTo>
                    <a:pt x="337193" y="1225130"/>
                  </a:lnTo>
                  <a:lnTo>
                    <a:pt x="378218" y="1246055"/>
                  </a:lnTo>
                  <a:lnTo>
                    <a:pt x="420840" y="1264110"/>
                  </a:lnTo>
                  <a:lnTo>
                    <a:pt x="464932" y="1279168"/>
                  </a:lnTo>
                  <a:lnTo>
                    <a:pt x="510365" y="1291102"/>
                  </a:lnTo>
                  <a:lnTo>
                    <a:pt x="557014" y="1299783"/>
                  </a:lnTo>
                  <a:lnTo>
                    <a:pt x="604750" y="1305085"/>
                  </a:lnTo>
                  <a:lnTo>
                    <a:pt x="653446" y="1306881"/>
                  </a:lnTo>
                  <a:lnTo>
                    <a:pt x="702142" y="1305085"/>
                  </a:lnTo>
                  <a:lnTo>
                    <a:pt x="749877" y="1299783"/>
                  </a:lnTo>
                  <a:lnTo>
                    <a:pt x="796525" y="1291102"/>
                  </a:lnTo>
                  <a:lnTo>
                    <a:pt x="841959" y="1279168"/>
                  </a:lnTo>
                  <a:lnTo>
                    <a:pt x="878577" y="1266663"/>
                  </a:lnTo>
                  <a:lnTo>
                    <a:pt x="653446" y="1266663"/>
                  </a:lnTo>
                  <a:lnTo>
                    <a:pt x="605592" y="1264814"/>
                  </a:lnTo>
                  <a:lnTo>
                    <a:pt x="558734" y="1259360"/>
                  </a:lnTo>
                  <a:lnTo>
                    <a:pt x="513008" y="1250438"/>
                  </a:lnTo>
                  <a:lnTo>
                    <a:pt x="468552" y="1238186"/>
                  </a:lnTo>
                  <a:lnTo>
                    <a:pt x="425504" y="1222740"/>
                  </a:lnTo>
                  <a:lnTo>
                    <a:pt x="384000" y="1204239"/>
                  </a:lnTo>
                  <a:lnTo>
                    <a:pt x="344178" y="1182819"/>
                  </a:lnTo>
                  <a:lnTo>
                    <a:pt x="306175" y="1158618"/>
                  </a:lnTo>
                  <a:lnTo>
                    <a:pt x="270130" y="1131773"/>
                  </a:lnTo>
                  <a:lnTo>
                    <a:pt x="236178" y="1102422"/>
                  </a:lnTo>
                  <a:lnTo>
                    <a:pt x="204458" y="1070702"/>
                  </a:lnTo>
                  <a:lnTo>
                    <a:pt x="175107" y="1036751"/>
                  </a:lnTo>
                  <a:lnTo>
                    <a:pt x="148263" y="1000705"/>
                  </a:lnTo>
                  <a:lnTo>
                    <a:pt x="124062" y="962703"/>
                  </a:lnTo>
                  <a:lnTo>
                    <a:pt x="102642" y="922881"/>
                  </a:lnTo>
                  <a:lnTo>
                    <a:pt x="84140" y="881377"/>
                  </a:lnTo>
                  <a:lnTo>
                    <a:pt x="68695" y="838328"/>
                  </a:lnTo>
                  <a:lnTo>
                    <a:pt x="56442" y="793873"/>
                  </a:lnTo>
                  <a:lnTo>
                    <a:pt x="47520" y="748147"/>
                  </a:lnTo>
                  <a:lnTo>
                    <a:pt x="42067" y="701289"/>
                  </a:lnTo>
                  <a:lnTo>
                    <a:pt x="40218" y="653435"/>
                  </a:lnTo>
                  <a:lnTo>
                    <a:pt x="42067" y="605583"/>
                  </a:lnTo>
                  <a:lnTo>
                    <a:pt x="47520" y="558726"/>
                  </a:lnTo>
                  <a:lnTo>
                    <a:pt x="56442" y="513001"/>
                  </a:lnTo>
                  <a:lnTo>
                    <a:pt x="68695" y="468546"/>
                  </a:lnTo>
                  <a:lnTo>
                    <a:pt x="84140" y="425498"/>
                  </a:lnTo>
                  <a:lnTo>
                    <a:pt x="102642" y="383994"/>
                  </a:lnTo>
                  <a:lnTo>
                    <a:pt x="124062" y="344172"/>
                  </a:lnTo>
                  <a:lnTo>
                    <a:pt x="148263" y="306170"/>
                  </a:lnTo>
                  <a:lnTo>
                    <a:pt x="175107" y="270124"/>
                  </a:lnTo>
                  <a:lnTo>
                    <a:pt x="204458" y="236172"/>
                  </a:lnTo>
                  <a:lnTo>
                    <a:pt x="236178" y="204452"/>
                  </a:lnTo>
                  <a:lnTo>
                    <a:pt x="270130" y="175100"/>
                  </a:lnTo>
                  <a:lnTo>
                    <a:pt x="306175" y="148255"/>
                  </a:lnTo>
                  <a:lnTo>
                    <a:pt x="344178" y="124054"/>
                  </a:lnTo>
                  <a:lnTo>
                    <a:pt x="384000" y="102633"/>
                  </a:lnTo>
                  <a:lnTo>
                    <a:pt x="425504" y="84131"/>
                  </a:lnTo>
                  <a:lnTo>
                    <a:pt x="468552" y="68685"/>
                  </a:lnTo>
                  <a:lnTo>
                    <a:pt x="513008" y="56432"/>
                  </a:lnTo>
                  <a:lnTo>
                    <a:pt x="558734" y="47510"/>
                  </a:lnTo>
                  <a:lnTo>
                    <a:pt x="605592" y="42056"/>
                  </a:lnTo>
                  <a:lnTo>
                    <a:pt x="653446" y="40208"/>
                  </a:lnTo>
                  <a:lnTo>
                    <a:pt x="878546" y="40208"/>
                  </a:lnTo>
                  <a:lnTo>
                    <a:pt x="841959" y="27712"/>
                  </a:lnTo>
                  <a:lnTo>
                    <a:pt x="796525" y="15779"/>
                  </a:lnTo>
                  <a:lnTo>
                    <a:pt x="749877" y="7097"/>
                  </a:lnTo>
                  <a:lnTo>
                    <a:pt x="702142" y="1795"/>
                  </a:lnTo>
                  <a:lnTo>
                    <a:pt x="653446" y="0"/>
                  </a:lnTo>
                  <a:close/>
                </a:path>
                <a:path w="1307465" h="1307465">
                  <a:moveTo>
                    <a:pt x="878546" y="40208"/>
                  </a:moveTo>
                  <a:lnTo>
                    <a:pt x="653446" y="40208"/>
                  </a:lnTo>
                  <a:lnTo>
                    <a:pt x="701298" y="42056"/>
                  </a:lnTo>
                  <a:lnTo>
                    <a:pt x="748155" y="47510"/>
                  </a:lnTo>
                  <a:lnTo>
                    <a:pt x="793880" y="56432"/>
                  </a:lnTo>
                  <a:lnTo>
                    <a:pt x="838335" y="68685"/>
                  </a:lnTo>
                  <a:lnTo>
                    <a:pt x="881383" y="84131"/>
                  </a:lnTo>
                  <a:lnTo>
                    <a:pt x="922887" y="102633"/>
                  </a:lnTo>
                  <a:lnTo>
                    <a:pt x="962709" y="124054"/>
                  </a:lnTo>
                  <a:lnTo>
                    <a:pt x="1000711" y="148255"/>
                  </a:lnTo>
                  <a:lnTo>
                    <a:pt x="1036757" y="175100"/>
                  </a:lnTo>
                  <a:lnTo>
                    <a:pt x="1070709" y="204452"/>
                  </a:lnTo>
                  <a:lnTo>
                    <a:pt x="1102429" y="236172"/>
                  </a:lnTo>
                  <a:lnTo>
                    <a:pt x="1131781" y="270124"/>
                  </a:lnTo>
                  <a:lnTo>
                    <a:pt x="1158626" y="306170"/>
                  </a:lnTo>
                  <a:lnTo>
                    <a:pt x="1182827" y="344172"/>
                  </a:lnTo>
                  <a:lnTo>
                    <a:pt x="1204248" y="383994"/>
                  </a:lnTo>
                  <a:lnTo>
                    <a:pt x="1222749" y="425498"/>
                  </a:lnTo>
                  <a:lnTo>
                    <a:pt x="1238196" y="468546"/>
                  </a:lnTo>
                  <a:lnTo>
                    <a:pt x="1250448" y="513001"/>
                  </a:lnTo>
                  <a:lnTo>
                    <a:pt x="1259370" y="558726"/>
                  </a:lnTo>
                  <a:lnTo>
                    <a:pt x="1264824" y="605583"/>
                  </a:lnTo>
                  <a:lnTo>
                    <a:pt x="1266673" y="653435"/>
                  </a:lnTo>
                  <a:lnTo>
                    <a:pt x="1264824" y="701289"/>
                  </a:lnTo>
                  <a:lnTo>
                    <a:pt x="1259370" y="748147"/>
                  </a:lnTo>
                  <a:lnTo>
                    <a:pt x="1250448" y="793873"/>
                  </a:lnTo>
                  <a:lnTo>
                    <a:pt x="1238196" y="838328"/>
                  </a:lnTo>
                  <a:lnTo>
                    <a:pt x="1222749" y="881377"/>
                  </a:lnTo>
                  <a:lnTo>
                    <a:pt x="1204248" y="922881"/>
                  </a:lnTo>
                  <a:lnTo>
                    <a:pt x="1182827" y="962703"/>
                  </a:lnTo>
                  <a:lnTo>
                    <a:pt x="1158626" y="1000705"/>
                  </a:lnTo>
                  <a:lnTo>
                    <a:pt x="1131781" y="1036751"/>
                  </a:lnTo>
                  <a:lnTo>
                    <a:pt x="1102429" y="1070702"/>
                  </a:lnTo>
                  <a:lnTo>
                    <a:pt x="1070709" y="1102422"/>
                  </a:lnTo>
                  <a:lnTo>
                    <a:pt x="1036757" y="1131773"/>
                  </a:lnTo>
                  <a:lnTo>
                    <a:pt x="1000711" y="1158618"/>
                  </a:lnTo>
                  <a:lnTo>
                    <a:pt x="962709" y="1182819"/>
                  </a:lnTo>
                  <a:lnTo>
                    <a:pt x="922887" y="1204239"/>
                  </a:lnTo>
                  <a:lnTo>
                    <a:pt x="881383" y="1222740"/>
                  </a:lnTo>
                  <a:lnTo>
                    <a:pt x="838335" y="1238186"/>
                  </a:lnTo>
                  <a:lnTo>
                    <a:pt x="793880" y="1250438"/>
                  </a:lnTo>
                  <a:lnTo>
                    <a:pt x="748155" y="1259360"/>
                  </a:lnTo>
                  <a:lnTo>
                    <a:pt x="701298" y="1264814"/>
                  </a:lnTo>
                  <a:lnTo>
                    <a:pt x="653446" y="1266663"/>
                  </a:lnTo>
                  <a:lnTo>
                    <a:pt x="878577" y="1266663"/>
                  </a:lnTo>
                  <a:lnTo>
                    <a:pt x="928671" y="1246055"/>
                  </a:lnTo>
                  <a:lnTo>
                    <a:pt x="969696" y="1225130"/>
                  </a:lnTo>
                  <a:lnTo>
                    <a:pt x="1008997" y="1201462"/>
                  </a:lnTo>
                  <a:lnTo>
                    <a:pt x="1046446" y="1175179"/>
                  </a:lnTo>
                  <a:lnTo>
                    <a:pt x="1081917" y="1146408"/>
                  </a:lnTo>
                  <a:lnTo>
                    <a:pt x="1115281" y="1115276"/>
                  </a:lnTo>
                  <a:lnTo>
                    <a:pt x="1146412" y="1081911"/>
                  </a:lnTo>
                  <a:lnTo>
                    <a:pt x="1175183" y="1046439"/>
                  </a:lnTo>
                  <a:lnTo>
                    <a:pt x="1201465" y="1008989"/>
                  </a:lnTo>
                  <a:lnTo>
                    <a:pt x="1225132" y="969688"/>
                  </a:lnTo>
                  <a:lnTo>
                    <a:pt x="1246057" y="928663"/>
                  </a:lnTo>
                  <a:lnTo>
                    <a:pt x="1264112" y="886041"/>
                  </a:lnTo>
                  <a:lnTo>
                    <a:pt x="1279169" y="841949"/>
                  </a:lnTo>
                  <a:lnTo>
                    <a:pt x="1291102" y="796515"/>
                  </a:lnTo>
                  <a:lnTo>
                    <a:pt x="1299783" y="749867"/>
                  </a:lnTo>
                  <a:lnTo>
                    <a:pt x="1305086" y="702131"/>
                  </a:lnTo>
                  <a:lnTo>
                    <a:pt x="1306881" y="653435"/>
                  </a:lnTo>
                  <a:lnTo>
                    <a:pt x="1305086" y="604740"/>
                  </a:lnTo>
                  <a:lnTo>
                    <a:pt x="1299783" y="557006"/>
                  </a:lnTo>
                  <a:lnTo>
                    <a:pt x="1291102" y="510358"/>
                  </a:lnTo>
                  <a:lnTo>
                    <a:pt x="1279169" y="464926"/>
                  </a:lnTo>
                  <a:lnTo>
                    <a:pt x="1264112" y="420835"/>
                  </a:lnTo>
                  <a:lnTo>
                    <a:pt x="1246057" y="378214"/>
                  </a:lnTo>
                  <a:lnTo>
                    <a:pt x="1225132" y="337189"/>
                  </a:lnTo>
                  <a:lnTo>
                    <a:pt x="1201465" y="297889"/>
                  </a:lnTo>
                  <a:lnTo>
                    <a:pt x="1175183" y="260439"/>
                  </a:lnTo>
                  <a:lnTo>
                    <a:pt x="1146412" y="224968"/>
                  </a:lnTo>
                  <a:lnTo>
                    <a:pt x="1115281" y="191604"/>
                  </a:lnTo>
                  <a:lnTo>
                    <a:pt x="1081917" y="160472"/>
                  </a:lnTo>
                  <a:lnTo>
                    <a:pt x="1046446" y="131701"/>
                  </a:lnTo>
                  <a:lnTo>
                    <a:pt x="1008997" y="105418"/>
                  </a:lnTo>
                  <a:lnTo>
                    <a:pt x="969696" y="81751"/>
                  </a:lnTo>
                  <a:lnTo>
                    <a:pt x="928671" y="60825"/>
                  </a:lnTo>
                  <a:lnTo>
                    <a:pt x="886050" y="42770"/>
                  </a:lnTo>
                  <a:lnTo>
                    <a:pt x="878546" y="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494255" y="6619817"/>
              <a:ext cx="3230880" cy="1302385"/>
            </a:xfrm>
            <a:custGeom>
              <a:avLst/>
              <a:gdLst/>
              <a:ahLst/>
              <a:cxnLst/>
              <a:rect l="l" t="t" r="r" b="b"/>
              <a:pathLst>
                <a:path w="3230879" h="1302384">
                  <a:moveTo>
                    <a:pt x="1259497" y="594118"/>
                  </a:moveTo>
                  <a:lnTo>
                    <a:pt x="1259357" y="589686"/>
                  </a:lnTo>
                  <a:lnTo>
                    <a:pt x="1257566" y="588175"/>
                  </a:lnTo>
                  <a:lnTo>
                    <a:pt x="1255280" y="588022"/>
                  </a:lnTo>
                  <a:lnTo>
                    <a:pt x="964831" y="597293"/>
                  </a:lnTo>
                  <a:lnTo>
                    <a:pt x="1229779" y="529361"/>
                  </a:lnTo>
                  <a:lnTo>
                    <a:pt x="1231061" y="527177"/>
                  </a:lnTo>
                  <a:lnTo>
                    <a:pt x="1229969" y="522871"/>
                  </a:lnTo>
                  <a:lnTo>
                    <a:pt x="1227785" y="521589"/>
                  </a:lnTo>
                  <a:lnTo>
                    <a:pt x="927887" y="598462"/>
                  </a:lnTo>
                  <a:lnTo>
                    <a:pt x="892073" y="599617"/>
                  </a:lnTo>
                  <a:lnTo>
                    <a:pt x="892073" y="607644"/>
                  </a:lnTo>
                  <a:lnTo>
                    <a:pt x="778802" y="636676"/>
                  </a:lnTo>
                  <a:lnTo>
                    <a:pt x="759358" y="633501"/>
                  </a:lnTo>
                  <a:lnTo>
                    <a:pt x="759358" y="641654"/>
                  </a:lnTo>
                  <a:lnTo>
                    <a:pt x="681609" y="661581"/>
                  </a:lnTo>
                  <a:lnTo>
                    <a:pt x="679119" y="659257"/>
                  </a:lnTo>
                  <a:lnTo>
                    <a:pt x="727087" y="636397"/>
                  </a:lnTo>
                  <a:lnTo>
                    <a:pt x="759358" y="641654"/>
                  </a:lnTo>
                  <a:lnTo>
                    <a:pt x="759358" y="633501"/>
                  </a:lnTo>
                  <a:lnTo>
                    <a:pt x="739838" y="630313"/>
                  </a:lnTo>
                  <a:lnTo>
                    <a:pt x="779894" y="611225"/>
                  </a:lnTo>
                  <a:lnTo>
                    <a:pt x="892073" y="607644"/>
                  </a:lnTo>
                  <a:lnTo>
                    <a:pt x="892073" y="599617"/>
                  </a:lnTo>
                  <a:lnTo>
                    <a:pt x="797966" y="602615"/>
                  </a:lnTo>
                  <a:lnTo>
                    <a:pt x="1195108" y="413308"/>
                  </a:lnTo>
                  <a:lnTo>
                    <a:pt x="1195946" y="410908"/>
                  </a:lnTo>
                  <a:lnTo>
                    <a:pt x="1194041" y="406908"/>
                  </a:lnTo>
                  <a:lnTo>
                    <a:pt x="1191641" y="406044"/>
                  </a:lnTo>
                  <a:lnTo>
                    <a:pt x="777925" y="603250"/>
                  </a:lnTo>
                  <a:lnTo>
                    <a:pt x="759853" y="603834"/>
                  </a:lnTo>
                  <a:lnTo>
                    <a:pt x="759853" y="611860"/>
                  </a:lnTo>
                  <a:lnTo>
                    <a:pt x="725919" y="628040"/>
                  </a:lnTo>
                  <a:lnTo>
                    <a:pt x="713168" y="625957"/>
                  </a:lnTo>
                  <a:lnTo>
                    <a:pt x="713168" y="634123"/>
                  </a:lnTo>
                  <a:lnTo>
                    <a:pt x="672833" y="653351"/>
                  </a:lnTo>
                  <a:lnTo>
                    <a:pt x="661238" y="642454"/>
                  </a:lnTo>
                  <a:lnTo>
                    <a:pt x="670318" y="627113"/>
                  </a:lnTo>
                  <a:lnTo>
                    <a:pt x="713168" y="634123"/>
                  </a:lnTo>
                  <a:lnTo>
                    <a:pt x="713168" y="625957"/>
                  </a:lnTo>
                  <a:lnTo>
                    <a:pt x="674725" y="619671"/>
                  </a:lnTo>
                  <a:lnTo>
                    <a:pt x="677799" y="614476"/>
                  </a:lnTo>
                  <a:lnTo>
                    <a:pt x="759853" y="611860"/>
                  </a:lnTo>
                  <a:lnTo>
                    <a:pt x="759853" y="603834"/>
                  </a:lnTo>
                  <a:lnTo>
                    <a:pt x="682650" y="606285"/>
                  </a:lnTo>
                  <a:lnTo>
                    <a:pt x="727316" y="530821"/>
                  </a:lnTo>
                  <a:lnTo>
                    <a:pt x="1088097" y="271386"/>
                  </a:lnTo>
                  <a:lnTo>
                    <a:pt x="1088504" y="268884"/>
                  </a:lnTo>
                  <a:lnTo>
                    <a:pt x="1085913" y="265252"/>
                  </a:lnTo>
                  <a:lnTo>
                    <a:pt x="1083398" y="264858"/>
                  </a:lnTo>
                  <a:lnTo>
                    <a:pt x="737527" y="513562"/>
                  </a:lnTo>
                  <a:lnTo>
                    <a:pt x="818464" y="376809"/>
                  </a:lnTo>
                  <a:lnTo>
                    <a:pt x="1028458" y="152971"/>
                  </a:lnTo>
                  <a:lnTo>
                    <a:pt x="1028382" y="150431"/>
                  </a:lnTo>
                  <a:lnTo>
                    <a:pt x="1025156" y="147396"/>
                  </a:lnTo>
                  <a:lnTo>
                    <a:pt x="1022591" y="147472"/>
                  </a:lnTo>
                  <a:lnTo>
                    <a:pt x="837323" y="344957"/>
                  </a:lnTo>
                  <a:lnTo>
                    <a:pt x="964272" y="130467"/>
                  </a:lnTo>
                  <a:lnTo>
                    <a:pt x="963650" y="128016"/>
                  </a:lnTo>
                  <a:lnTo>
                    <a:pt x="959840" y="125742"/>
                  </a:lnTo>
                  <a:lnTo>
                    <a:pt x="957364" y="126377"/>
                  </a:lnTo>
                  <a:lnTo>
                    <a:pt x="812038" y="371894"/>
                  </a:lnTo>
                  <a:lnTo>
                    <a:pt x="793191" y="391985"/>
                  </a:lnTo>
                  <a:lnTo>
                    <a:pt x="793191" y="403758"/>
                  </a:lnTo>
                  <a:lnTo>
                    <a:pt x="721271" y="525259"/>
                  </a:lnTo>
                  <a:lnTo>
                    <a:pt x="711047" y="532612"/>
                  </a:lnTo>
                  <a:lnTo>
                    <a:pt x="711047" y="542518"/>
                  </a:lnTo>
                  <a:lnTo>
                    <a:pt x="673125" y="606590"/>
                  </a:lnTo>
                  <a:lnTo>
                    <a:pt x="668274" y="606755"/>
                  </a:lnTo>
                  <a:lnTo>
                    <a:pt x="668274" y="614781"/>
                  </a:lnTo>
                  <a:lnTo>
                    <a:pt x="666203" y="618274"/>
                  </a:lnTo>
                  <a:lnTo>
                    <a:pt x="661797" y="617562"/>
                  </a:lnTo>
                  <a:lnTo>
                    <a:pt x="661797" y="625716"/>
                  </a:lnTo>
                  <a:lnTo>
                    <a:pt x="660527" y="627875"/>
                  </a:lnTo>
                  <a:lnTo>
                    <a:pt x="660527" y="658469"/>
                  </a:lnTo>
                  <a:lnTo>
                    <a:pt x="660057" y="658393"/>
                  </a:lnTo>
                  <a:lnTo>
                    <a:pt x="660285" y="658152"/>
                  </a:lnTo>
                  <a:lnTo>
                    <a:pt x="660527" y="658469"/>
                  </a:lnTo>
                  <a:lnTo>
                    <a:pt x="660527" y="627875"/>
                  </a:lnTo>
                  <a:lnTo>
                    <a:pt x="659257" y="630021"/>
                  </a:lnTo>
                  <a:lnTo>
                    <a:pt x="659853" y="626402"/>
                  </a:lnTo>
                  <a:lnTo>
                    <a:pt x="659015" y="625259"/>
                  </a:lnTo>
                  <a:lnTo>
                    <a:pt x="661797" y="625716"/>
                  </a:lnTo>
                  <a:lnTo>
                    <a:pt x="661797" y="617562"/>
                  </a:lnTo>
                  <a:lnTo>
                    <a:pt x="660336" y="617321"/>
                  </a:lnTo>
                  <a:lnTo>
                    <a:pt x="661162" y="615010"/>
                  </a:lnTo>
                  <a:lnTo>
                    <a:pt x="668274" y="614781"/>
                  </a:lnTo>
                  <a:lnTo>
                    <a:pt x="668274" y="606755"/>
                  </a:lnTo>
                  <a:lnTo>
                    <a:pt x="664044" y="606882"/>
                  </a:lnTo>
                  <a:lnTo>
                    <a:pt x="678573" y="565861"/>
                  </a:lnTo>
                  <a:lnTo>
                    <a:pt x="711047" y="542518"/>
                  </a:lnTo>
                  <a:lnTo>
                    <a:pt x="711047" y="532612"/>
                  </a:lnTo>
                  <a:lnTo>
                    <a:pt x="683285" y="552577"/>
                  </a:lnTo>
                  <a:lnTo>
                    <a:pt x="701332" y="501675"/>
                  </a:lnTo>
                  <a:lnTo>
                    <a:pt x="793191" y="403758"/>
                  </a:lnTo>
                  <a:lnTo>
                    <a:pt x="793191" y="391985"/>
                  </a:lnTo>
                  <a:lnTo>
                    <a:pt x="708025" y="482765"/>
                  </a:lnTo>
                  <a:lnTo>
                    <a:pt x="856907" y="62712"/>
                  </a:lnTo>
                  <a:lnTo>
                    <a:pt x="855814" y="60401"/>
                  </a:lnTo>
                  <a:lnTo>
                    <a:pt x="851611" y="58915"/>
                  </a:lnTo>
                  <a:lnTo>
                    <a:pt x="849325" y="60020"/>
                  </a:lnTo>
                  <a:lnTo>
                    <a:pt x="694321" y="497382"/>
                  </a:lnTo>
                  <a:lnTo>
                    <a:pt x="687616" y="504532"/>
                  </a:lnTo>
                  <a:lnTo>
                    <a:pt x="687616" y="516293"/>
                  </a:lnTo>
                  <a:lnTo>
                    <a:pt x="671842" y="560806"/>
                  </a:lnTo>
                  <a:lnTo>
                    <a:pt x="667131" y="564197"/>
                  </a:lnTo>
                  <a:lnTo>
                    <a:pt x="667131" y="574103"/>
                  </a:lnTo>
                  <a:lnTo>
                    <a:pt x="655408" y="607161"/>
                  </a:lnTo>
                  <a:lnTo>
                    <a:pt x="652526" y="607250"/>
                  </a:lnTo>
                  <a:lnTo>
                    <a:pt x="652526" y="615289"/>
                  </a:lnTo>
                  <a:lnTo>
                    <a:pt x="652272" y="616013"/>
                  </a:lnTo>
                  <a:lnTo>
                    <a:pt x="650773" y="615772"/>
                  </a:lnTo>
                  <a:lnTo>
                    <a:pt x="650773" y="897674"/>
                  </a:lnTo>
                  <a:lnTo>
                    <a:pt x="629234" y="813638"/>
                  </a:lnTo>
                  <a:lnTo>
                    <a:pt x="633006" y="790549"/>
                  </a:lnTo>
                  <a:lnTo>
                    <a:pt x="648373" y="822807"/>
                  </a:lnTo>
                  <a:lnTo>
                    <a:pt x="650773" y="897674"/>
                  </a:lnTo>
                  <a:lnTo>
                    <a:pt x="650773" y="615772"/>
                  </a:lnTo>
                  <a:lnTo>
                    <a:pt x="648550" y="615403"/>
                  </a:lnTo>
                  <a:lnTo>
                    <a:pt x="652526" y="615289"/>
                  </a:lnTo>
                  <a:lnTo>
                    <a:pt x="652526" y="607250"/>
                  </a:lnTo>
                  <a:lnTo>
                    <a:pt x="647738" y="607402"/>
                  </a:lnTo>
                  <a:lnTo>
                    <a:pt x="647738" y="802792"/>
                  </a:lnTo>
                  <a:lnTo>
                    <a:pt x="635279" y="776643"/>
                  </a:lnTo>
                  <a:lnTo>
                    <a:pt x="645007" y="717080"/>
                  </a:lnTo>
                  <a:lnTo>
                    <a:pt x="647738" y="802792"/>
                  </a:lnTo>
                  <a:lnTo>
                    <a:pt x="647738" y="607402"/>
                  </a:lnTo>
                  <a:lnTo>
                    <a:pt x="642962" y="607555"/>
                  </a:lnTo>
                  <a:lnTo>
                    <a:pt x="642962" y="679792"/>
                  </a:lnTo>
                  <a:lnTo>
                    <a:pt x="642137" y="684860"/>
                  </a:lnTo>
                  <a:lnTo>
                    <a:pt x="640689" y="684911"/>
                  </a:lnTo>
                  <a:lnTo>
                    <a:pt x="640689" y="693775"/>
                  </a:lnTo>
                  <a:lnTo>
                    <a:pt x="640626" y="694143"/>
                  </a:lnTo>
                  <a:lnTo>
                    <a:pt x="640359" y="694055"/>
                  </a:lnTo>
                  <a:lnTo>
                    <a:pt x="640689" y="693775"/>
                  </a:lnTo>
                  <a:lnTo>
                    <a:pt x="640689" y="684911"/>
                  </a:lnTo>
                  <a:lnTo>
                    <a:pt x="638810" y="684974"/>
                  </a:lnTo>
                  <a:lnTo>
                    <a:pt x="638810" y="705205"/>
                  </a:lnTo>
                  <a:lnTo>
                    <a:pt x="629208" y="763930"/>
                  </a:lnTo>
                  <a:lnTo>
                    <a:pt x="626935" y="759167"/>
                  </a:lnTo>
                  <a:lnTo>
                    <a:pt x="626935" y="777836"/>
                  </a:lnTo>
                  <a:lnTo>
                    <a:pt x="624268" y="794232"/>
                  </a:lnTo>
                  <a:lnTo>
                    <a:pt x="612038" y="746594"/>
                  </a:lnTo>
                  <a:lnTo>
                    <a:pt x="626935" y="777836"/>
                  </a:lnTo>
                  <a:lnTo>
                    <a:pt x="626935" y="759167"/>
                  </a:lnTo>
                  <a:lnTo>
                    <a:pt x="606247" y="715746"/>
                  </a:lnTo>
                  <a:lnTo>
                    <a:pt x="624027" y="696798"/>
                  </a:lnTo>
                  <a:lnTo>
                    <a:pt x="625373" y="697268"/>
                  </a:lnTo>
                  <a:lnTo>
                    <a:pt x="638810" y="705205"/>
                  </a:lnTo>
                  <a:lnTo>
                    <a:pt x="638810" y="684974"/>
                  </a:lnTo>
                  <a:lnTo>
                    <a:pt x="635609" y="685063"/>
                  </a:lnTo>
                  <a:lnTo>
                    <a:pt x="642924" y="679805"/>
                  </a:lnTo>
                  <a:lnTo>
                    <a:pt x="642962" y="607555"/>
                  </a:lnTo>
                  <a:lnTo>
                    <a:pt x="640969" y="607606"/>
                  </a:lnTo>
                  <a:lnTo>
                    <a:pt x="640664" y="606425"/>
                  </a:lnTo>
                  <a:lnTo>
                    <a:pt x="640664" y="648766"/>
                  </a:lnTo>
                  <a:lnTo>
                    <a:pt x="632485" y="671855"/>
                  </a:lnTo>
                  <a:lnTo>
                    <a:pt x="632752" y="672452"/>
                  </a:lnTo>
                  <a:lnTo>
                    <a:pt x="625271" y="676021"/>
                  </a:lnTo>
                  <a:lnTo>
                    <a:pt x="611924" y="679437"/>
                  </a:lnTo>
                  <a:lnTo>
                    <a:pt x="611695" y="679831"/>
                  </a:lnTo>
                  <a:lnTo>
                    <a:pt x="609612" y="678599"/>
                  </a:lnTo>
                  <a:lnTo>
                    <a:pt x="609612" y="693839"/>
                  </a:lnTo>
                  <a:lnTo>
                    <a:pt x="607441" y="695401"/>
                  </a:lnTo>
                  <a:lnTo>
                    <a:pt x="607682" y="694004"/>
                  </a:lnTo>
                  <a:lnTo>
                    <a:pt x="609612" y="693839"/>
                  </a:lnTo>
                  <a:lnTo>
                    <a:pt x="609612" y="678599"/>
                  </a:lnTo>
                  <a:lnTo>
                    <a:pt x="595706" y="670356"/>
                  </a:lnTo>
                  <a:lnTo>
                    <a:pt x="595706" y="715238"/>
                  </a:lnTo>
                  <a:lnTo>
                    <a:pt x="529069" y="786269"/>
                  </a:lnTo>
                  <a:lnTo>
                    <a:pt x="540766" y="753262"/>
                  </a:lnTo>
                  <a:lnTo>
                    <a:pt x="595388" y="713981"/>
                  </a:lnTo>
                  <a:lnTo>
                    <a:pt x="595706" y="715238"/>
                  </a:lnTo>
                  <a:lnTo>
                    <a:pt x="595706" y="670356"/>
                  </a:lnTo>
                  <a:lnTo>
                    <a:pt x="592696" y="668566"/>
                  </a:lnTo>
                  <a:lnTo>
                    <a:pt x="592696" y="706005"/>
                  </a:lnTo>
                  <a:lnTo>
                    <a:pt x="545477" y="739965"/>
                  </a:lnTo>
                  <a:lnTo>
                    <a:pt x="561276" y="695388"/>
                  </a:lnTo>
                  <a:lnTo>
                    <a:pt x="587248" y="694563"/>
                  </a:lnTo>
                  <a:lnTo>
                    <a:pt x="592696" y="706005"/>
                  </a:lnTo>
                  <a:lnTo>
                    <a:pt x="592696" y="668566"/>
                  </a:lnTo>
                  <a:lnTo>
                    <a:pt x="592429" y="668401"/>
                  </a:lnTo>
                  <a:lnTo>
                    <a:pt x="592023" y="668502"/>
                  </a:lnTo>
                  <a:lnTo>
                    <a:pt x="586473" y="646785"/>
                  </a:lnTo>
                  <a:lnTo>
                    <a:pt x="586117" y="646582"/>
                  </a:lnTo>
                  <a:lnTo>
                    <a:pt x="597535" y="627291"/>
                  </a:lnTo>
                  <a:lnTo>
                    <a:pt x="597433" y="626910"/>
                  </a:lnTo>
                  <a:lnTo>
                    <a:pt x="615492" y="622274"/>
                  </a:lnTo>
                  <a:lnTo>
                    <a:pt x="627748" y="626605"/>
                  </a:lnTo>
                  <a:lnTo>
                    <a:pt x="628205" y="626605"/>
                  </a:lnTo>
                  <a:lnTo>
                    <a:pt x="628827" y="626605"/>
                  </a:lnTo>
                  <a:lnTo>
                    <a:pt x="629666" y="627113"/>
                  </a:lnTo>
                  <a:lnTo>
                    <a:pt x="639724" y="648195"/>
                  </a:lnTo>
                  <a:lnTo>
                    <a:pt x="640664" y="648766"/>
                  </a:lnTo>
                  <a:lnTo>
                    <a:pt x="640664" y="606425"/>
                  </a:lnTo>
                  <a:lnTo>
                    <a:pt x="637794" y="595185"/>
                  </a:lnTo>
                  <a:lnTo>
                    <a:pt x="667131" y="574103"/>
                  </a:lnTo>
                  <a:lnTo>
                    <a:pt x="667131" y="564197"/>
                  </a:lnTo>
                  <a:lnTo>
                    <a:pt x="635660" y="586816"/>
                  </a:lnTo>
                  <a:lnTo>
                    <a:pt x="632599" y="574929"/>
                  </a:lnTo>
                  <a:lnTo>
                    <a:pt x="687616" y="516293"/>
                  </a:lnTo>
                  <a:lnTo>
                    <a:pt x="687616" y="504532"/>
                  </a:lnTo>
                  <a:lnTo>
                    <a:pt x="632040" y="563765"/>
                  </a:lnTo>
                  <a:lnTo>
                    <a:pt x="632040" y="605078"/>
                  </a:lnTo>
                  <a:lnTo>
                    <a:pt x="629907" y="602094"/>
                  </a:lnTo>
                  <a:lnTo>
                    <a:pt x="628510" y="601865"/>
                  </a:lnTo>
                  <a:lnTo>
                    <a:pt x="630796" y="600227"/>
                  </a:lnTo>
                  <a:lnTo>
                    <a:pt x="632040" y="605078"/>
                  </a:lnTo>
                  <a:lnTo>
                    <a:pt x="632040" y="563765"/>
                  </a:lnTo>
                  <a:lnTo>
                    <a:pt x="630237" y="565683"/>
                  </a:lnTo>
                  <a:lnTo>
                    <a:pt x="628650" y="559498"/>
                  </a:lnTo>
                  <a:lnTo>
                    <a:pt x="628650" y="591858"/>
                  </a:lnTo>
                  <a:lnTo>
                    <a:pt x="623519" y="595541"/>
                  </a:lnTo>
                  <a:lnTo>
                    <a:pt x="620064" y="588302"/>
                  </a:lnTo>
                  <a:lnTo>
                    <a:pt x="626084" y="581875"/>
                  </a:lnTo>
                  <a:lnTo>
                    <a:pt x="628650" y="591858"/>
                  </a:lnTo>
                  <a:lnTo>
                    <a:pt x="628650" y="559498"/>
                  </a:lnTo>
                  <a:lnTo>
                    <a:pt x="623709" y="540232"/>
                  </a:lnTo>
                  <a:lnTo>
                    <a:pt x="623709" y="572643"/>
                  </a:lnTo>
                  <a:lnTo>
                    <a:pt x="616889" y="579920"/>
                  </a:lnTo>
                  <a:lnTo>
                    <a:pt x="616889" y="600303"/>
                  </a:lnTo>
                  <a:lnTo>
                    <a:pt x="616559" y="600544"/>
                  </a:lnTo>
                  <a:lnTo>
                    <a:pt x="613448" y="597611"/>
                  </a:lnTo>
                  <a:lnTo>
                    <a:pt x="611251" y="597687"/>
                  </a:lnTo>
                  <a:lnTo>
                    <a:pt x="614159" y="594588"/>
                  </a:lnTo>
                  <a:lnTo>
                    <a:pt x="616889" y="600303"/>
                  </a:lnTo>
                  <a:lnTo>
                    <a:pt x="616889" y="579920"/>
                  </a:lnTo>
                  <a:lnTo>
                    <a:pt x="616343" y="580491"/>
                  </a:lnTo>
                  <a:lnTo>
                    <a:pt x="610438" y="568109"/>
                  </a:lnTo>
                  <a:lnTo>
                    <a:pt x="610438" y="586778"/>
                  </a:lnTo>
                  <a:lnTo>
                    <a:pt x="609892" y="587362"/>
                  </a:lnTo>
                  <a:lnTo>
                    <a:pt x="609892" y="605345"/>
                  </a:lnTo>
                  <a:lnTo>
                    <a:pt x="609333" y="605739"/>
                  </a:lnTo>
                  <a:lnTo>
                    <a:pt x="605701" y="603605"/>
                  </a:lnTo>
                  <a:lnTo>
                    <a:pt x="607847" y="601306"/>
                  </a:lnTo>
                  <a:lnTo>
                    <a:pt x="607910" y="603478"/>
                  </a:lnTo>
                  <a:lnTo>
                    <a:pt x="609892" y="605345"/>
                  </a:lnTo>
                  <a:lnTo>
                    <a:pt x="609892" y="587362"/>
                  </a:lnTo>
                  <a:lnTo>
                    <a:pt x="598601" y="599401"/>
                  </a:lnTo>
                  <a:lnTo>
                    <a:pt x="592963" y="596061"/>
                  </a:lnTo>
                  <a:lnTo>
                    <a:pt x="592963" y="605409"/>
                  </a:lnTo>
                  <a:lnTo>
                    <a:pt x="592658" y="605739"/>
                  </a:lnTo>
                  <a:lnTo>
                    <a:pt x="590677" y="605040"/>
                  </a:lnTo>
                  <a:lnTo>
                    <a:pt x="590829" y="604139"/>
                  </a:lnTo>
                  <a:lnTo>
                    <a:pt x="592963" y="605409"/>
                  </a:lnTo>
                  <a:lnTo>
                    <a:pt x="592963" y="596061"/>
                  </a:lnTo>
                  <a:lnTo>
                    <a:pt x="592226" y="595617"/>
                  </a:lnTo>
                  <a:lnTo>
                    <a:pt x="597941" y="560578"/>
                  </a:lnTo>
                  <a:lnTo>
                    <a:pt x="610438" y="586778"/>
                  </a:lnTo>
                  <a:lnTo>
                    <a:pt x="610438" y="568109"/>
                  </a:lnTo>
                  <a:lnTo>
                    <a:pt x="600214" y="546671"/>
                  </a:lnTo>
                  <a:lnTo>
                    <a:pt x="606780" y="506552"/>
                  </a:lnTo>
                  <a:lnTo>
                    <a:pt x="623709" y="572643"/>
                  </a:lnTo>
                  <a:lnTo>
                    <a:pt x="623709" y="540232"/>
                  </a:lnTo>
                  <a:lnTo>
                    <a:pt x="610006" y="486778"/>
                  </a:lnTo>
                  <a:lnTo>
                    <a:pt x="681685" y="48247"/>
                  </a:lnTo>
                  <a:lnTo>
                    <a:pt x="680199" y="46177"/>
                  </a:lnTo>
                  <a:lnTo>
                    <a:pt x="675855" y="45440"/>
                  </a:lnTo>
                  <a:lnTo>
                    <a:pt x="673747" y="46951"/>
                  </a:lnTo>
                  <a:lnTo>
                    <a:pt x="605028" y="467372"/>
                  </a:lnTo>
                  <a:lnTo>
                    <a:pt x="601802" y="454799"/>
                  </a:lnTo>
                  <a:lnTo>
                    <a:pt x="601802" y="487146"/>
                  </a:lnTo>
                  <a:lnTo>
                    <a:pt x="594156" y="533946"/>
                  </a:lnTo>
                  <a:lnTo>
                    <a:pt x="591883" y="529183"/>
                  </a:lnTo>
                  <a:lnTo>
                    <a:pt x="591883" y="547839"/>
                  </a:lnTo>
                  <a:lnTo>
                    <a:pt x="584796" y="591223"/>
                  </a:lnTo>
                  <a:lnTo>
                    <a:pt x="583501" y="590461"/>
                  </a:lnTo>
                  <a:lnTo>
                    <a:pt x="583501" y="686714"/>
                  </a:lnTo>
                  <a:lnTo>
                    <a:pt x="573265" y="687044"/>
                  </a:lnTo>
                  <a:lnTo>
                    <a:pt x="574865" y="685342"/>
                  </a:lnTo>
                  <a:lnTo>
                    <a:pt x="574814" y="684136"/>
                  </a:lnTo>
                  <a:lnTo>
                    <a:pt x="582434" y="685368"/>
                  </a:lnTo>
                  <a:lnTo>
                    <a:pt x="583222" y="686130"/>
                  </a:lnTo>
                  <a:lnTo>
                    <a:pt x="583501" y="686714"/>
                  </a:lnTo>
                  <a:lnTo>
                    <a:pt x="583501" y="590461"/>
                  </a:lnTo>
                  <a:lnTo>
                    <a:pt x="583399" y="599744"/>
                  </a:lnTo>
                  <a:lnTo>
                    <a:pt x="582980" y="602310"/>
                  </a:lnTo>
                  <a:lnTo>
                    <a:pt x="580478" y="601433"/>
                  </a:lnTo>
                  <a:lnTo>
                    <a:pt x="580478" y="617575"/>
                  </a:lnTo>
                  <a:lnTo>
                    <a:pt x="580250" y="618972"/>
                  </a:lnTo>
                  <a:lnTo>
                    <a:pt x="575221" y="624332"/>
                  </a:lnTo>
                  <a:lnTo>
                    <a:pt x="572935" y="624916"/>
                  </a:lnTo>
                  <a:lnTo>
                    <a:pt x="572655" y="616242"/>
                  </a:lnTo>
                  <a:lnTo>
                    <a:pt x="574179" y="617702"/>
                  </a:lnTo>
                  <a:lnTo>
                    <a:pt x="576351" y="617702"/>
                  </a:lnTo>
                  <a:lnTo>
                    <a:pt x="580478" y="617575"/>
                  </a:lnTo>
                  <a:lnTo>
                    <a:pt x="580478" y="601433"/>
                  </a:lnTo>
                  <a:lnTo>
                    <a:pt x="579615" y="601129"/>
                  </a:lnTo>
                  <a:lnTo>
                    <a:pt x="579615" y="609561"/>
                  </a:lnTo>
                  <a:lnTo>
                    <a:pt x="574001" y="609739"/>
                  </a:lnTo>
                  <a:lnTo>
                    <a:pt x="572503" y="611314"/>
                  </a:lnTo>
                  <a:lnTo>
                    <a:pt x="572363" y="606996"/>
                  </a:lnTo>
                  <a:lnTo>
                    <a:pt x="579615" y="609561"/>
                  </a:lnTo>
                  <a:lnTo>
                    <a:pt x="579615" y="601129"/>
                  </a:lnTo>
                  <a:lnTo>
                    <a:pt x="572084" y="598462"/>
                  </a:lnTo>
                  <a:lnTo>
                    <a:pt x="571919" y="592950"/>
                  </a:lnTo>
                  <a:lnTo>
                    <a:pt x="583399" y="599744"/>
                  </a:lnTo>
                  <a:lnTo>
                    <a:pt x="583399" y="590397"/>
                  </a:lnTo>
                  <a:lnTo>
                    <a:pt x="571614" y="583425"/>
                  </a:lnTo>
                  <a:lnTo>
                    <a:pt x="568934" y="499706"/>
                  </a:lnTo>
                  <a:lnTo>
                    <a:pt x="591883" y="547839"/>
                  </a:lnTo>
                  <a:lnTo>
                    <a:pt x="591883" y="529183"/>
                  </a:lnTo>
                  <a:lnTo>
                    <a:pt x="568515" y="480161"/>
                  </a:lnTo>
                  <a:lnTo>
                    <a:pt x="568515" y="687197"/>
                  </a:lnTo>
                  <a:lnTo>
                    <a:pt x="564121" y="687336"/>
                  </a:lnTo>
                  <a:lnTo>
                    <a:pt x="565785" y="682650"/>
                  </a:lnTo>
                  <a:lnTo>
                    <a:pt x="566724" y="682815"/>
                  </a:lnTo>
                  <a:lnTo>
                    <a:pt x="566813" y="685558"/>
                  </a:lnTo>
                  <a:lnTo>
                    <a:pt x="568515" y="687197"/>
                  </a:lnTo>
                  <a:lnTo>
                    <a:pt x="568515" y="480161"/>
                  </a:lnTo>
                  <a:lnTo>
                    <a:pt x="568299" y="479704"/>
                  </a:lnTo>
                  <a:lnTo>
                    <a:pt x="565937" y="405561"/>
                  </a:lnTo>
                  <a:lnTo>
                    <a:pt x="565937" y="658152"/>
                  </a:lnTo>
                  <a:lnTo>
                    <a:pt x="565746" y="658685"/>
                  </a:lnTo>
                  <a:lnTo>
                    <a:pt x="562813" y="655942"/>
                  </a:lnTo>
                  <a:lnTo>
                    <a:pt x="562813" y="666978"/>
                  </a:lnTo>
                  <a:lnTo>
                    <a:pt x="560438" y="673658"/>
                  </a:lnTo>
                  <a:lnTo>
                    <a:pt x="556348" y="672998"/>
                  </a:lnTo>
                  <a:lnTo>
                    <a:pt x="556348" y="681088"/>
                  </a:lnTo>
                  <a:lnTo>
                    <a:pt x="552424" y="687705"/>
                  </a:lnTo>
                  <a:lnTo>
                    <a:pt x="456641" y="690753"/>
                  </a:lnTo>
                  <a:lnTo>
                    <a:pt x="497179" y="671423"/>
                  </a:lnTo>
                  <a:lnTo>
                    <a:pt x="556348" y="681088"/>
                  </a:lnTo>
                  <a:lnTo>
                    <a:pt x="556348" y="672998"/>
                  </a:lnTo>
                  <a:lnTo>
                    <a:pt x="509841" y="665391"/>
                  </a:lnTo>
                  <a:lnTo>
                    <a:pt x="543852" y="649173"/>
                  </a:lnTo>
                  <a:lnTo>
                    <a:pt x="562813" y="666978"/>
                  </a:lnTo>
                  <a:lnTo>
                    <a:pt x="562813" y="655942"/>
                  </a:lnTo>
                  <a:lnTo>
                    <a:pt x="557758" y="651205"/>
                  </a:lnTo>
                  <a:lnTo>
                    <a:pt x="558165" y="651344"/>
                  </a:lnTo>
                  <a:lnTo>
                    <a:pt x="559155" y="651344"/>
                  </a:lnTo>
                  <a:lnTo>
                    <a:pt x="560222" y="651344"/>
                  </a:lnTo>
                  <a:lnTo>
                    <a:pt x="561301" y="650925"/>
                  </a:lnTo>
                  <a:lnTo>
                    <a:pt x="564388" y="647623"/>
                  </a:lnTo>
                  <a:lnTo>
                    <a:pt x="565658" y="649401"/>
                  </a:lnTo>
                  <a:lnTo>
                    <a:pt x="565937" y="658152"/>
                  </a:lnTo>
                  <a:lnTo>
                    <a:pt x="565937" y="405561"/>
                  </a:lnTo>
                  <a:lnTo>
                    <a:pt x="564934" y="374078"/>
                  </a:lnTo>
                  <a:lnTo>
                    <a:pt x="564934" y="626960"/>
                  </a:lnTo>
                  <a:lnTo>
                    <a:pt x="560298" y="628142"/>
                  </a:lnTo>
                  <a:lnTo>
                    <a:pt x="558406" y="625513"/>
                  </a:lnTo>
                  <a:lnTo>
                    <a:pt x="558406" y="642251"/>
                  </a:lnTo>
                  <a:lnTo>
                    <a:pt x="554710" y="646188"/>
                  </a:lnTo>
                  <a:lnTo>
                    <a:pt x="554761" y="648398"/>
                  </a:lnTo>
                  <a:lnTo>
                    <a:pt x="551649" y="645464"/>
                  </a:lnTo>
                  <a:lnTo>
                    <a:pt x="558406" y="642251"/>
                  </a:lnTo>
                  <a:lnTo>
                    <a:pt x="558406" y="625513"/>
                  </a:lnTo>
                  <a:lnTo>
                    <a:pt x="551942" y="616534"/>
                  </a:lnTo>
                  <a:lnTo>
                    <a:pt x="551942" y="630288"/>
                  </a:lnTo>
                  <a:lnTo>
                    <a:pt x="539026" y="633603"/>
                  </a:lnTo>
                  <a:lnTo>
                    <a:pt x="537565" y="632244"/>
                  </a:lnTo>
                  <a:lnTo>
                    <a:pt x="537565" y="643267"/>
                  </a:lnTo>
                  <a:lnTo>
                    <a:pt x="495935" y="663117"/>
                  </a:lnTo>
                  <a:lnTo>
                    <a:pt x="483260" y="661047"/>
                  </a:lnTo>
                  <a:lnTo>
                    <a:pt x="483260" y="669150"/>
                  </a:lnTo>
                  <a:lnTo>
                    <a:pt x="436626" y="691388"/>
                  </a:lnTo>
                  <a:lnTo>
                    <a:pt x="333108" y="694664"/>
                  </a:lnTo>
                  <a:lnTo>
                    <a:pt x="452335" y="664095"/>
                  </a:lnTo>
                  <a:lnTo>
                    <a:pt x="483260" y="669150"/>
                  </a:lnTo>
                  <a:lnTo>
                    <a:pt x="483260" y="661047"/>
                  </a:lnTo>
                  <a:lnTo>
                    <a:pt x="471690" y="659142"/>
                  </a:lnTo>
                  <a:lnTo>
                    <a:pt x="536714" y="642467"/>
                  </a:lnTo>
                  <a:lnTo>
                    <a:pt x="537565" y="643267"/>
                  </a:lnTo>
                  <a:lnTo>
                    <a:pt x="537565" y="632244"/>
                  </a:lnTo>
                  <a:lnTo>
                    <a:pt x="473214" y="571868"/>
                  </a:lnTo>
                  <a:lnTo>
                    <a:pt x="522490" y="589330"/>
                  </a:lnTo>
                  <a:lnTo>
                    <a:pt x="551942" y="630288"/>
                  </a:lnTo>
                  <a:lnTo>
                    <a:pt x="551942" y="616534"/>
                  </a:lnTo>
                  <a:lnTo>
                    <a:pt x="535762" y="594029"/>
                  </a:lnTo>
                  <a:lnTo>
                    <a:pt x="564210" y="604113"/>
                  </a:lnTo>
                  <a:lnTo>
                    <a:pt x="564934" y="626960"/>
                  </a:lnTo>
                  <a:lnTo>
                    <a:pt x="564934" y="374078"/>
                  </a:lnTo>
                  <a:lnTo>
                    <a:pt x="563943" y="342976"/>
                  </a:lnTo>
                  <a:lnTo>
                    <a:pt x="563943" y="595566"/>
                  </a:lnTo>
                  <a:lnTo>
                    <a:pt x="527608" y="582676"/>
                  </a:lnTo>
                  <a:lnTo>
                    <a:pt x="514324" y="564197"/>
                  </a:lnTo>
                  <a:lnTo>
                    <a:pt x="514324" y="577977"/>
                  </a:lnTo>
                  <a:lnTo>
                    <a:pt x="458698" y="558253"/>
                  </a:lnTo>
                  <a:lnTo>
                    <a:pt x="365328" y="470649"/>
                  </a:lnTo>
                  <a:lnTo>
                    <a:pt x="490385" y="544652"/>
                  </a:lnTo>
                  <a:lnTo>
                    <a:pt x="514324" y="577977"/>
                  </a:lnTo>
                  <a:lnTo>
                    <a:pt x="514324" y="564197"/>
                  </a:lnTo>
                  <a:lnTo>
                    <a:pt x="507619" y="554863"/>
                  </a:lnTo>
                  <a:lnTo>
                    <a:pt x="563702" y="588086"/>
                  </a:lnTo>
                  <a:lnTo>
                    <a:pt x="563943" y="595566"/>
                  </a:lnTo>
                  <a:lnTo>
                    <a:pt x="563943" y="342976"/>
                  </a:lnTo>
                  <a:lnTo>
                    <a:pt x="563816" y="338988"/>
                  </a:lnTo>
                  <a:lnTo>
                    <a:pt x="601802" y="487146"/>
                  </a:lnTo>
                  <a:lnTo>
                    <a:pt x="601802" y="454799"/>
                  </a:lnTo>
                  <a:lnTo>
                    <a:pt x="562635" y="302018"/>
                  </a:lnTo>
                  <a:lnTo>
                    <a:pt x="553072" y="1866"/>
                  </a:lnTo>
                  <a:lnTo>
                    <a:pt x="551332" y="0"/>
                  </a:lnTo>
                  <a:lnTo>
                    <a:pt x="546773" y="254"/>
                  </a:lnTo>
                  <a:lnTo>
                    <a:pt x="545033" y="2120"/>
                  </a:lnTo>
                  <a:lnTo>
                    <a:pt x="553440" y="266141"/>
                  </a:lnTo>
                  <a:lnTo>
                    <a:pt x="494499" y="36156"/>
                  </a:lnTo>
                  <a:lnTo>
                    <a:pt x="492328" y="34861"/>
                  </a:lnTo>
                  <a:lnTo>
                    <a:pt x="488010" y="35966"/>
                  </a:lnTo>
                  <a:lnTo>
                    <a:pt x="486702" y="38150"/>
                  </a:lnTo>
                  <a:lnTo>
                    <a:pt x="554621" y="303123"/>
                  </a:lnTo>
                  <a:lnTo>
                    <a:pt x="559663" y="461594"/>
                  </a:lnTo>
                  <a:lnTo>
                    <a:pt x="369785" y="63233"/>
                  </a:lnTo>
                  <a:lnTo>
                    <a:pt x="367372" y="62395"/>
                  </a:lnTo>
                  <a:lnTo>
                    <a:pt x="363372" y="64287"/>
                  </a:lnTo>
                  <a:lnTo>
                    <a:pt x="362534" y="66687"/>
                  </a:lnTo>
                  <a:lnTo>
                    <a:pt x="560298" y="481596"/>
                  </a:lnTo>
                  <a:lnTo>
                    <a:pt x="563397" y="578561"/>
                  </a:lnTo>
                  <a:lnTo>
                    <a:pt x="495922" y="538594"/>
                  </a:lnTo>
                  <a:lnTo>
                    <a:pt x="236524" y="177825"/>
                  </a:lnTo>
                  <a:lnTo>
                    <a:pt x="234010" y="177419"/>
                  </a:lnTo>
                  <a:lnTo>
                    <a:pt x="230416" y="180009"/>
                  </a:lnTo>
                  <a:lnTo>
                    <a:pt x="229997" y="182524"/>
                  </a:lnTo>
                  <a:lnTo>
                    <a:pt x="478688" y="528396"/>
                  </a:lnTo>
                  <a:lnTo>
                    <a:pt x="338378" y="445350"/>
                  </a:lnTo>
                  <a:lnTo>
                    <a:pt x="133248" y="252882"/>
                  </a:lnTo>
                  <a:lnTo>
                    <a:pt x="130683" y="252945"/>
                  </a:lnTo>
                  <a:lnTo>
                    <a:pt x="127647" y="256197"/>
                  </a:lnTo>
                  <a:lnTo>
                    <a:pt x="127723" y="258737"/>
                  </a:lnTo>
                  <a:lnTo>
                    <a:pt x="306514" y="426491"/>
                  </a:lnTo>
                  <a:lnTo>
                    <a:pt x="95618" y="301650"/>
                  </a:lnTo>
                  <a:lnTo>
                    <a:pt x="93141" y="302285"/>
                  </a:lnTo>
                  <a:lnTo>
                    <a:pt x="90868" y="306095"/>
                  </a:lnTo>
                  <a:lnTo>
                    <a:pt x="91516" y="308559"/>
                  </a:lnTo>
                  <a:lnTo>
                    <a:pt x="333463" y="451777"/>
                  </a:lnTo>
                  <a:lnTo>
                    <a:pt x="439788" y="551561"/>
                  </a:lnTo>
                  <a:lnTo>
                    <a:pt x="46405" y="412115"/>
                  </a:lnTo>
                  <a:lnTo>
                    <a:pt x="44107" y="413219"/>
                  </a:lnTo>
                  <a:lnTo>
                    <a:pt x="42621" y="417423"/>
                  </a:lnTo>
                  <a:lnTo>
                    <a:pt x="43700" y="419709"/>
                  </a:lnTo>
                  <a:lnTo>
                    <a:pt x="454304" y="565175"/>
                  </a:lnTo>
                  <a:lnTo>
                    <a:pt x="529780" y="635977"/>
                  </a:lnTo>
                  <a:lnTo>
                    <a:pt x="451954" y="655916"/>
                  </a:lnTo>
                  <a:lnTo>
                    <a:pt x="13436" y="584200"/>
                  </a:lnTo>
                  <a:lnTo>
                    <a:pt x="11315" y="585711"/>
                  </a:lnTo>
                  <a:lnTo>
                    <a:pt x="10604" y="590105"/>
                  </a:lnTo>
                  <a:lnTo>
                    <a:pt x="12077" y="592175"/>
                  </a:lnTo>
                  <a:lnTo>
                    <a:pt x="432587" y="660882"/>
                  </a:lnTo>
                  <a:lnTo>
                    <a:pt x="296227" y="695833"/>
                  </a:lnTo>
                  <a:lnTo>
                    <a:pt x="2717" y="705142"/>
                  </a:lnTo>
                  <a:lnTo>
                    <a:pt x="965" y="707009"/>
                  </a:lnTo>
                  <a:lnTo>
                    <a:pt x="1117" y="711390"/>
                  </a:lnTo>
                  <a:lnTo>
                    <a:pt x="2895" y="713105"/>
                  </a:lnTo>
                  <a:lnTo>
                    <a:pt x="5054" y="713105"/>
                  </a:lnTo>
                  <a:lnTo>
                    <a:pt x="260591" y="704964"/>
                  </a:lnTo>
                  <a:lnTo>
                    <a:pt x="1282" y="771423"/>
                  </a:lnTo>
                  <a:lnTo>
                    <a:pt x="0" y="773620"/>
                  </a:lnTo>
                  <a:lnTo>
                    <a:pt x="1003" y="777582"/>
                  </a:lnTo>
                  <a:lnTo>
                    <a:pt x="2641" y="778789"/>
                  </a:lnTo>
                  <a:lnTo>
                    <a:pt x="4445" y="778789"/>
                  </a:lnTo>
                  <a:lnTo>
                    <a:pt x="5435" y="778662"/>
                  </a:lnTo>
                  <a:lnTo>
                    <a:pt x="297510" y="703795"/>
                  </a:lnTo>
                  <a:lnTo>
                    <a:pt x="418680" y="699935"/>
                  </a:lnTo>
                  <a:lnTo>
                    <a:pt x="43408" y="878814"/>
                  </a:lnTo>
                  <a:lnTo>
                    <a:pt x="42557" y="881214"/>
                  </a:lnTo>
                  <a:lnTo>
                    <a:pt x="44208" y="884656"/>
                  </a:lnTo>
                  <a:lnTo>
                    <a:pt x="45656" y="885507"/>
                  </a:lnTo>
                  <a:lnTo>
                    <a:pt x="47142" y="885507"/>
                  </a:lnTo>
                  <a:lnTo>
                    <a:pt x="48323" y="885380"/>
                  </a:lnTo>
                  <a:lnTo>
                    <a:pt x="438708" y="699300"/>
                  </a:lnTo>
                  <a:lnTo>
                    <a:pt x="547624" y="695820"/>
                  </a:lnTo>
                  <a:lnTo>
                    <a:pt x="546074" y="698449"/>
                  </a:lnTo>
                  <a:lnTo>
                    <a:pt x="546074" y="714209"/>
                  </a:lnTo>
                  <a:lnTo>
                    <a:pt x="534022" y="748195"/>
                  </a:lnTo>
                  <a:lnTo>
                    <a:pt x="529310" y="751586"/>
                  </a:lnTo>
                  <a:lnTo>
                    <a:pt x="529310" y="761492"/>
                  </a:lnTo>
                  <a:lnTo>
                    <a:pt x="515353" y="800874"/>
                  </a:lnTo>
                  <a:lnTo>
                    <a:pt x="459600" y="860298"/>
                  </a:lnTo>
                  <a:lnTo>
                    <a:pt x="509778" y="775538"/>
                  </a:lnTo>
                  <a:lnTo>
                    <a:pt x="529310" y="761492"/>
                  </a:lnTo>
                  <a:lnTo>
                    <a:pt x="529310" y="751586"/>
                  </a:lnTo>
                  <a:lnTo>
                    <a:pt x="520001" y="758278"/>
                  </a:lnTo>
                  <a:lnTo>
                    <a:pt x="546074" y="714209"/>
                  </a:lnTo>
                  <a:lnTo>
                    <a:pt x="546074" y="698449"/>
                  </a:lnTo>
                  <a:lnTo>
                    <a:pt x="503745" y="769962"/>
                  </a:lnTo>
                  <a:lnTo>
                    <a:pt x="142963" y="1029385"/>
                  </a:lnTo>
                  <a:lnTo>
                    <a:pt x="142544" y="1031900"/>
                  </a:lnTo>
                  <a:lnTo>
                    <a:pt x="144627" y="1034796"/>
                  </a:lnTo>
                  <a:lnTo>
                    <a:pt x="145859" y="1035380"/>
                  </a:lnTo>
                  <a:lnTo>
                    <a:pt x="147116" y="1035380"/>
                  </a:lnTo>
                  <a:lnTo>
                    <a:pt x="147929" y="1035380"/>
                  </a:lnTo>
                  <a:lnTo>
                    <a:pt x="148742" y="1035138"/>
                  </a:lnTo>
                  <a:lnTo>
                    <a:pt x="493522" y="787222"/>
                  </a:lnTo>
                  <a:lnTo>
                    <a:pt x="434314" y="887260"/>
                  </a:lnTo>
                  <a:lnTo>
                    <a:pt x="188239" y="1149540"/>
                  </a:lnTo>
                  <a:lnTo>
                    <a:pt x="188315" y="1152080"/>
                  </a:lnTo>
                  <a:lnTo>
                    <a:pt x="190715" y="1154328"/>
                  </a:lnTo>
                  <a:lnTo>
                    <a:pt x="191706" y="1154684"/>
                  </a:lnTo>
                  <a:lnTo>
                    <a:pt x="192697" y="1154684"/>
                  </a:lnTo>
                  <a:lnTo>
                    <a:pt x="193763" y="1154684"/>
                  </a:lnTo>
                  <a:lnTo>
                    <a:pt x="194843" y="1154264"/>
                  </a:lnTo>
                  <a:lnTo>
                    <a:pt x="415455" y="919111"/>
                  </a:lnTo>
                  <a:lnTo>
                    <a:pt x="266776" y="1170317"/>
                  </a:lnTo>
                  <a:lnTo>
                    <a:pt x="267411" y="1172781"/>
                  </a:lnTo>
                  <a:lnTo>
                    <a:pt x="269951" y="1174292"/>
                  </a:lnTo>
                  <a:lnTo>
                    <a:pt x="271373" y="1174470"/>
                  </a:lnTo>
                  <a:lnTo>
                    <a:pt x="272745" y="1174470"/>
                  </a:lnTo>
                  <a:lnTo>
                    <a:pt x="274066" y="1173759"/>
                  </a:lnTo>
                  <a:lnTo>
                    <a:pt x="440753" y="892149"/>
                  </a:lnTo>
                  <a:lnTo>
                    <a:pt x="508660" y="819772"/>
                  </a:lnTo>
                  <a:lnTo>
                    <a:pt x="367487" y="1218107"/>
                  </a:lnTo>
                  <a:lnTo>
                    <a:pt x="368592" y="1220406"/>
                  </a:lnTo>
                  <a:lnTo>
                    <a:pt x="371576" y="1221384"/>
                  </a:lnTo>
                  <a:lnTo>
                    <a:pt x="372021" y="1221384"/>
                  </a:lnTo>
                  <a:lnTo>
                    <a:pt x="373672" y="1221384"/>
                  </a:lnTo>
                  <a:lnTo>
                    <a:pt x="375221" y="1220355"/>
                  </a:lnTo>
                  <a:lnTo>
                    <a:pt x="522363" y="805154"/>
                  </a:lnTo>
                  <a:lnTo>
                    <a:pt x="598068" y="724471"/>
                  </a:lnTo>
                  <a:lnTo>
                    <a:pt x="621030" y="814006"/>
                  </a:lnTo>
                  <a:lnTo>
                    <a:pt x="549363" y="1252550"/>
                  </a:lnTo>
                  <a:lnTo>
                    <a:pt x="550862" y="1254620"/>
                  </a:lnTo>
                  <a:lnTo>
                    <a:pt x="553707" y="1255026"/>
                  </a:lnTo>
                  <a:lnTo>
                    <a:pt x="555637" y="1255026"/>
                  </a:lnTo>
                  <a:lnTo>
                    <a:pt x="557339" y="1253617"/>
                  </a:lnTo>
                  <a:lnTo>
                    <a:pt x="626008" y="833412"/>
                  </a:lnTo>
                  <a:lnTo>
                    <a:pt x="651954" y="934631"/>
                  </a:lnTo>
                  <a:lnTo>
                    <a:pt x="663625" y="1300607"/>
                  </a:lnTo>
                  <a:lnTo>
                    <a:pt x="665416" y="1302334"/>
                  </a:lnTo>
                  <a:lnTo>
                    <a:pt x="667575" y="1302334"/>
                  </a:lnTo>
                  <a:lnTo>
                    <a:pt x="669912" y="1302258"/>
                  </a:lnTo>
                  <a:lnTo>
                    <a:pt x="671664" y="1300391"/>
                  </a:lnTo>
                  <a:lnTo>
                    <a:pt x="661136" y="970470"/>
                  </a:lnTo>
                  <a:lnTo>
                    <a:pt x="736473" y="1264297"/>
                  </a:lnTo>
                  <a:lnTo>
                    <a:pt x="738098" y="1265504"/>
                  </a:lnTo>
                  <a:lnTo>
                    <a:pt x="739902" y="1265504"/>
                  </a:lnTo>
                  <a:lnTo>
                    <a:pt x="743051" y="1264831"/>
                  </a:lnTo>
                  <a:lnTo>
                    <a:pt x="744347" y="1262634"/>
                  </a:lnTo>
                  <a:lnTo>
                    <a:pt x="659955" y="933513"/>
                  </a:lnTo>
                  <a:lnTo>
                    <a:pt x="656996" y="840892"/>
                  </a:lnTo>
                  <a:lnTo>
                    <a:pt x="844689" y="1234630"/>
                  </a:lnTo>
                  <a:lnTo>
                    <a:pt x="846137" y="1235481"/>
                  </a:lnTo>
                  <a:lnTo>
                    <a:pt x="847636" y="1235481"/>
                  </a:lnTo>
                  <a:lnTo>
                    <a:pt x="848804" y="1235354"/>
                  </a:lnTo>
                  <a:lnTo>
                    <a:pt x="851369" y="1234147"/>
                  </a:lnTo>
                  <a:lnTo>
                    <a:pt x="852220" y="1231734"/>
                  </a:lnTo>
                  <a:lnTo>
                    <a:pt x="656361" y="820877"/>
                  </a:lnTo>
                  <a:lnTo>
                    <a:pt x="652945" y="713574"/>
                  </a:lnTo>
                  <a:lnTo>
                    <a:pt x="735101" y="762203"/>
                  </a:lnTo>
                  <a:lnTo>
                    <a:pt x="994029" y="1122248"/>
                  </a:lnTo>
                  <a:lnTo>
                    <a:pt x="995260" y="1122832"/>
                  </a:lnTo>
                  <a:lnTo>
                    <a:pt x="996505" y="1122832"/>
                  </a:lnTo>
                  <a:lnTo>
                    <a:pt x="997331" y="1122832"/>
                  </a:lnTo>
                  <a:lnTo>
                    <a:pt x="998143" y="1122578"/>
                  </a:lnTo>
                  <a:lnTo>
                    <a:pt x="1000658" y="1120775"/>
                  </a:lnTo>
                  <a:lnTo>
                    <a:pt x="1001077" y="1118260"/>
                  </a:lnTo>
                  <a:lnTo>
                    <a:pt x="752360" y="772414"/>
                  </a:lnTo>
                  <a:lnTo>
                    <a:pt x="848855" y="829538"/>
                  </a:lnTo>
                  <a:lnTo>
                    <a:pt x="1105789" y="1070571"/>
                  </a:lnTo>
                  <a:lnTo>
                    <a:pt x="1106766" y="1070940"/>
                  </a:lnTo>
                  <a:lnTo>
                    <a:pt x="1107770" y="1070940"/>
                  </a:lnTo>
                  <a:lnTo>
                    <a:pt x="1108837" y="1070940"/>
                  </a:lnTo>
                  <a:lnTo>
                    <a:pt x="1109916" y="1070508"/>
                  </a:lnTo>
                  <a:lnTo>
                    <a:pt x="1112215" y="1068044"/>
                  </a:lnTo>
                  <a:lnTo>
                    <a:pt x="1112139" y="1065504"/>
                  </a:lnTo>
                  <a:lnTo>
                    <a:pt x="880745" y="848410"/>
                  </a:lnTo>
                  <a:lnTo>
                    <a:pt x="1134173" y="998397"/>
                  </a:lnTo>
                  <a:lnTo>
                    <a:pt x="1135583" y="998575"/>
                  </a:lnTo>
                  <a:lnTo>
                    <a:pt x="1136954" y="998575"/>
                  </a:lnTo>
                  <a:lnTo>
                    <a:pt x="1138288" y="997877"/>
                  </a:lnTo>
                  <a:lnTo>
                    <a:pt x="1140180" y="994689"/>
                  </a:lnTo>
                  <a:lnTo>
                    <a:pt x="1139545" y="992212"/>
                  </a:lnTo>
                  <a:lnTo>
                    <a:pt x="853744" y="823074"/>
                  </a:lnTo>
                  <a:lnTo>
                    <a:pt x="821855" y="793165"/>
                  </a:lnTo>
                  <a:lnTo>
                    <a:pt x="821855" y="804202"/>
                  </a:lnTo>
                  <a:lnTo>
                    <a:pt x="740664" y="756145"/>
                  </a:lnTo>
                  <a:lnTo>
                    <a:pt x="723404" y="732180"/>
                  </a:lnTo>
                  <a:lnTo>
                    <a:pt x="723404" y="745934"/>
                  </a:lnTo>
                  <a:lnTo>
                    <a:pt x="664718" y="711200"/>
                  </a:lnTo>
                  <a:lnTo>
                    <a:pt x="709942" y="727227"/>
                  </a:lnTo>
                  <a:lnTo>
                    <a:pt x="723404" y="745934"/>
                  </a:lnTo>
                  <a:lnTo>
                    <a:pt x="723404" y="732180"/>
                  </a:lnTo>
                  <a:lnTo>
                    <a:pt x="723239" y="731939"/>
                  </a:lnTo>
                  <a:lnTo>
                    <a:pt x="757910" y="744220"/>
                  </a:lnTo>
                  <a:lnTo>
                    <a:pt x="821855" y="804202"/>
                  </a:lnTo>
                  <a:lnTo>
                    <a:pt x="821855" y="793165"/>
                  </a:lnTo>
                  <a:lnTo>
                    <a:pt x="776820" y="750925"/>
                  </a:lnTo>
                  <a:lnTo>
                    <a:pt x="1179957" y="893724"/>
                  </a:lnTo>
                  <a:lnTo>
                    <a:pt x="1180414" y="893724"/>
                  </a:lnTo>
                  <a:lnTo>
                    <a:pt x="1182065" y="893724"/>
                  </a:lnTo>
                  <a:lnTo>
                    <a:pt x="1183614" y="892695"/>
                  </a:lnTo>
                  <a:lnTo>
                    <a:pt x="1184948" y="888961"/>
                  </a:lnTo>
                  <a:lnTo>
                    <a:pt x="1183843" y="886650"/>
                  </a:lnTo>
                  <a:lnTo>
                    <a:pt x="762254" y="737247"/>
                  </a:lnTo>
                  <a:lnTo>
                    <a:pt x="743331" y="719493"/>
                  </a:lnTo>
                  <a:lnTo>
                    <a:pt x="743331" y="730542"/>
                  </a:lnTo>
                  <a:lnTo>
                    <a:pt x="715022" y="720509"/>
                  </a:lnTo>
                  <a:lnTo>
                    <a:pt x="701725" y="702017"/>
                  </a:lnTo>
                  <a:lnTo>
                    <a:pt x="701725" y="715797"/>
                  </a:lnTo>
                  <a:lnTo>
                    <a:pt x="652449" y="698334"/>
                  </a:lnTo>
                  <a:lnTo>
                    <a:pt x="651802" y="677545"/>
                  </a:lnTo>
                  <a:lnTo>
                    <a:pt x="670725" y="672680"/>
                  </a:lnTo>
                  <a:lnTo>
                    <a:pt x="701725" y="715797"/>
                  </a:lnTo>
                  <a:lnTo>
                    <a:pt x="701725" y="702017"/>
                  </a:lnTo>
                  <a:lnTo>
                    <a:pt x="679094" y="670534"/>
                  </a:lnTo>
                  <a:lnTo>
                    <a:pt x="679323" y="670483"/>
                  </a:lnTo>
                  <a:lnTo>
                    <a:pt x="743331" y="730542"/>
                  </a:lnTo>
                  <a:lnTo>
                    <a:pt x="743331" y="719493"/>
                  </a:lnTo>
                  <a:lnTo>
                    <a:pt x="688568" y="668108"/>
                  </a:lnTo>
                  <a:lnTo>
                    <a:pt x="779157" y="644880"/>
                  </a:lnTo>
                  <a:lnTo>
                    <a:pt x="1216152" y="716241"/>
                  </a:lnTo>
                  <a:lnTo>
                    <a:pt x="1218082" y="716241"/>
                  </a:lnTo>
                  <a:lnTo>
                    <a:pt x="1219784" y="714844"/>
                  </a:lnTo>
                  <a:lnTo>
                    <a:pt x="1220470" y="710679"/>
                  </a:lnTo>
                  <a:lnTo>
                    <a:pt x="1218984" y="708609"/>
                  </a:lnTo>
                  <a:lnTo>
                    <a:pt x="798576" y="639902"/>
                  </a:lnTo>
                  <a:lnTo>
                    <a:pt x="929017" y="606463"/>
                  </a:lnTo>
                  <a:lnTo>
                    <a:pt x="1257744" y="595985"/>
                  </a:lnTo>
                  <a:lnTo>
                    <a:pt x="1259497" y="594118"/>
                  </a:lnTo>
                  <a:close/>
                </a:path>
                <a:path w="3230879" h="1302384">
                  <a:moveTo>
                    <a:pt x="3230664" y="650392"/>
                  </a:moveTo>
                  <a:lnTo>
                    <a:pt x="3228797" y="601878"/>
                  </a:lnTo>
                  <a:lnTo>
                    <a:pt x="3223298" y="554380"/>
                  </a:lnTo>
                  <a:lnTo>
                    <a:pt x="3214586" y="509612"/>
                  </a:lnTo>
                  <a:lnTo>
                    <a:pt x="3214586" y="650392"/>
                  </a:lnTo>
                  <a:lnTo>
                    <a:pt x="3212769" y="697636"/>
                  </a:lnTo>
                  <a:lnTo>
                    <a:pt x="3207410" y="743915"/>
                  </a:lnTo>
                  <a:lnTo>
                    <a:pt x="3198634" y="789063"/>
                  </a:lnTo>
                  <a:lnTo>
                    <a:pt x="3186582" y="832967"/>
                  </a:lnTo>
                  <a:lnTo>
                    <a:pt x="3171393" y="875474"/>
                  </a:lnTo>
                  <a:lnTo>
                    <a:pt x="3153194" y="916457"/>
                  </a:lnTo>
                  <a:lnTo>
                    <a:pt x="3132124" y="955776"/>
                  </a:lnTo>
                  <a:lnTo>
                    <a:pt x="3108325" y="993305"/>
                  </a:lnTo>
                  <a:lnTo>
                    <a:pt x="3081921" y="1028890"/>
                  </a:lnTo>
                  <a:lnTo>
                    <a:pt x="3053054" y="1062418"/>
                  </a:lnTo>
                  <a:lnTo>
                    <a:pt x="3021850" y="1093736"/>
                  </a:lnTo>
                  <a:lnTo>
                    <a:pt x="2988462" y="1122718"/>
                  </a:lnTo>
                  <a:lnTo>
                    <a:pt x="2953016" y="1149235"/>
                  </a:lnTo>
                  <a:lnTo>
                    <a:pt x="2915640" y="1173124"/>
                  </a:lnTo>
                  <a:lnTo>
                    <a:pt x="2876473" y="1194282"/>
                  </a:lnTo>
                  <a:lnTo>
                    <a:pt x="2835643" y="1212545"/>
                  </a:lnTo>
                  <a:lnTo>
                    <a:pt x="2793314" y="1227797"/>
                  </a:lnTo>
                  <a:lnTo>
                    <a:pt x="2749588" y="1239901"/>
                  </a:lnTo>
                  <a:lnTo>
                    <a:pt x="2704617" y="1248714"/>
                  </a:lnTo>
                  <a:lnTo>
                    <a:pt x="2658529" y="1254099"/>
                  </a:lnTo>
                  <a:lnTo>
                    <a:pt x="2611463" y="1255915"/>
                  </a:lnTo>
                  <a:lnTo>
                    <a:pt x="2564396" y="1254099"/>
                  </a:lnTo>
                  <a:lnTo>
                    <a:pt x="2518308" y="1248714"/>
                  </a:lnTo>
                  <a:lnTo>
                    <a:pt x="2473337" y="1239901"/>
                  </a:lnTo>
                  <a:lnTo>
                    <a:pt x="2429611" y="1227797"/>
                  </a:lnTo>
                  <a:lnTo>
                    <a:pt x="2387282" y="1212545"/>
                  </a:lnTo>
                  <a:lnTo>
                    <a:pt x="2346452" y="1194282"/>
                  </a:lnTo>
                  <a:lnTo>
                    <a:pt x="2307285" y="1173124"/>
                  </a:lnTo>
                  <a:lnTo>
                    <a:pt x="2269909" y="1149235"/>
                  </a:lnTo>
                  <a:lnTo>
                    <a:pt x="2234463" y="1122718"/>
                  </a:lnTo>
                  <a:lnTo>
                    <a:pt x="2201075" y="1093736"/>
                  </a:lnTo>
                  <a:lnTo>
                    <a:pt x="2169871" y="1062418"/>
                  </a:lnTo>
                  <a:lnTo>
                    <a:pt x="2141004" y="1028890"/>
                  </a:lnTo>
                  <a:lnTo>
                    <a:pt x="2114600" y="993305"/>
                  </a:lnTo>
                  <a:lnTo>
                    <a:pt x="2090801" y="955776"/>
                  </a:lnTo>
                  <a:lnTo>
                    <a:pt x="2069731" y="916457"/>
                  </a:lnTo>
                  <a:lnTo>
                    <a:pt x="2051532" y="875474"/>
                  </a:lnTo>
                  <a:lnTo>
                    <a:pt x="2036343" y="832967"/>
                  </a:lnTo>
                  <a:lnTo>
                    <a:pt x="2024291" y="789063"/>
                  </a:lnTo>
                  <a:lnTo>
                    <a:pt x="2015528" y="743915"/>
                  </a:lnTo>
                  <a:lnTo>
                    <a:pt x="2010156" y="697636"/>
                  </a:lnTo>
                  <a:lnTo>
                    <a:pt x="2008339" y="650392"/>
                  </a:lnTo>
                  <a:lnTo>
                    <a:pt x="2010156" y="603135"/>
                  </a:lnTo>
                  <a:lnTo>
                    <a:pt x="2015528" y="556869"/>
                  </a:lnTo>
                  <a:lnTo>
                    <a:pt x="2024291" y="511721"/>
                  </a:lnTo>
                  <a:lnTo>
                    <a:pt x="2036343" y="467817"/>
                  </a:lnTo>
                  <a:lnTo>
                    <a:pt x="2051532" y="425310"/>
                  </a:lnTo>
                  <a:lnTo>
                    <a:pt x="2069731" y="384327"/>
                  </a:lnTo>
                  <a:lnTo>
                    <a:pt x="2090801" y="345008"/>
                  </a:lnTo>
                  <a:lnTo>
                    <a:pt x="2114600" y="307479"/>
                  </a:lnTo>
                  <a:lnTo>
                    <a:pt x="2141004" y="271881"/>
                  </a:lnTo>
                  <a:lnTo>
                    <a:pt x="2169871" y="238366"/>
                  </a:lnTo>
                  <a:lnTo>
                    <a:pt x="2201075" y="207035"/>
                  </a:lnTo>
                  <a:lnTo>
                    <a:pt x="2234463" y="178054"/>
                  </a:lnTo>
                  <a:lnTo>
                    <a:pt x="2269909" y="151549"/>
                  </a:lnTo>
                  <a:lnTo>
                    <a:pt x="2307285" y="127647"/>
                  </a:lnTo>
                  <a:lnTo>
                    <a:pt x="2346452" y="106502"/>
                  </a:lnTo>
                  <a:lnTo>
                    <a:pt x="2387282" y="88226"/>
                  </a:lnTo>
                  <a:lnTo>
                    <a:pt x="2429611" y="72974"/>
                  </a:lnTo>
                  <a:lnTo>
                    <a:pt x="2473337" y="60883"/>
                  </a:lnTo>
                  <a:lnTo>
                    <a:pt x="2518308" y="52070"/>
                  </a:lnTo>
                  <a:lnTo>
                    <a:pt x="2564396" y="46685"/>
                  </a:lnTo>
                  <a:lnTo>
                    <a:pt x="2611463" y="44856"/>
                  </a:lnTo>
                  <a:lnTo>
                    <a:pt x="2658529" y="46685"/>
                  </a:lnTo>
                  <a:lnTo>
                    <a:pt x="2704617" y="52070"/>
                  </a:lnTo>
                  <a:lnTo>
                    <a:pt x="2749588" y="60883"/>
                  </a:lnTo>
                  <a:lnTo>
                    <a:pt x="2793314" y="72974"/>
                  </a:lnTo>
                  <a:lnTo>
                    <a:pt x="2835643" y="88226"/>
                  </a:lnTo>
                  <a:lnTo>
                    <a:pt x="2876473" y="106502"/>
                  </a:lnTo>
                  <a:lnTo>
                    <a:pt x="2915640" y="127647"/>
                  </a:lnTo>
                  <a:lnTo>
                    <a:pt x="2953016" y="151549"/>
                  </a:lnTo>
                  <a:lnTo>
                    <a:pt x="2988462" y="178054"/>
                  </a:lnTo>
                  <a:lnTo>
                    <a:pt x="3021850" y="207035"/>
                  </a:lnTo>
                  <a:lnTo>
                    <a:pt x="3053054" y="238366"/>
                  </a:lnTo>
                  <a:lnTo>
                    <a:pt x="3081921" y="271881"/>
                  </a:lnTo>
                  <a:lnTo>
                    <a:pt x="3108325" y="307479"/>
                  </a:lnTo>
                  <a:lnTo>
                    <a:pt x="3132124" y="345008"/>
                  </a:lnTo>
                  <a:lnTo>
                    <a:pt x="3153194" y="384327"/>
                  </a:lnTo>
                  <a:lnTo>
                    <a:pt x="3171393" y="425310"/>
                  </a:lnTo>
                  <a:lnTo>
                    <a:pt x="3186582" y="467817"/>
                  </a:lnTo>
                  <a:lnTo>
                    <a:pt x="3198634" y="511721"/>
                  </a:lnTo>
                  <a:lnTo>
                    <a:pt x="3207410" y="556869"/>
                  </a:lnTo>
                  <a:lnTo>
                    <a:pt x="3212769" y="603135"/>
                  </a:lnTo>
                  <a:lnTo>
                    <a:pt x="3214586" y="650392"/>
                  </a:lnTo>
                  <a:lnTo>
                    <a:pt x="3214586" y="509612"/>
                  </a:lnTo>
                  <a:lnTo>
                    <a:pt x="3201911" y="462965"/>
                  </a:lnTo>
                  <a:lnTo>
                    <a:pt x="3186315" y="419328"/>
                  </a:lnTo>
                  <a:lnTo>
                    <a:pt x="3167634" y="377266"/>
                  </a:lnTo>
                  <a:lnTo>
                    <a:pt x="3146006" y="336892"/>
                  </a:lnTo>
                  <a:lnTo>
                    <a:pt x="3121571" y="298373"/>
                  </a:lnTo>
                  <a:lnTo>
                    <a:pt x="3094456" y="261835"/>
                  </a:lnTo>
                  <a:lnTo>
                    <a:pt x="3064827" y="227418"/>
                  </a:lnTo>
                  <a:lnTo>
                    <a:pt x="3032798" y="195262"/>
                  </a:lnTo>
                  <a:lnTo>
                    <a:pt x="2998508" y="165506"/>
                  </a:lnTo>
                  <a:lnTo>
                    <a:pt x="2962110" y="138303"/>
                  </a:lnTo>
                  <a:lnTo>
                    <a:pt x="2923743" y="113766"/>
                  </a:lnTo>
                  <a:lnTo>
                    <a:pt x="2883535" y="92049"/>
                  </a:lnTo>
                  <a:lnTo>
                    <a:pt x="2841625" y="73291"/>
                  </a:lnTo>
                  <a:lnTo>
                    <a:pt x="2798153" y="57645"/>
                  </a:lnTo>
                  <a:lnTo>
                    <a:pt x="2753271" y="45224"/>
                  </a:lnTo>
                  <a:lnTo>
                    <a:pt x="2707094" y="36169"/>
                  </a:lnTo>
                  <a:lnTo>
                    <a:pt x="2659786" y="30645"/>
                  </a:lnTo>
                  <a:lnTo>
                    <a:pt x="2611463" y="28778"/>
                  </a:lnTo>
                  <a:lnTo>
                    <a:pt x="2563139" y="30645"/>
                  </a:lnTo>
                  <a:lnTo>
                    <a:pt x="2515832" y="36169"/>
                  </a:lnTo>
                  <a:lnTo>
                    <a:pt x="2469654" y="45224"/>
                  </a:lnTo>
                  <a:lnTo>
                    <a:pt x="2424760" y="57645"/>
                  </a:lnTo>
                  <a:lnTo>
                    <a:pt x="2381300" y="73291"/>
                  </a:lnTo>
                  <a:lnTo>
                    <a:pt x="2339390" y="92049"/>
                  </a:lnTo>
                  <a:lnTo>
                    <a:pt x="2299182" y="113766"/>
                  </a:lnTo>
                  <a:lnTo>
                    <a:pt x="2260803" y="138303"/>
                  </a:lnTo>
                  <a:lnTo>
                    <a:pt x="2224405" y="165506"/>
                  </a:lnTo>
                  <a:lnTo>
                    <a:pt x="2190127" y="195262"/>
                  </a:lnTo>
                  <a:lnTo>
                    <a:pt x="2158098" y="227418"/>
                  </a:lnTo>
                  <a:lnTo>
                    <a:pt x="2128456" y="261835"/>
                  </a:lnTo>
                  <a:lnTo>
                    <a:pt x="2101354" y="298373"/>
                  </a:lnTo>
                  <a:lnTo>
                    <a:pt x="2076919" y="336892"/>
                  </a:lnTo>
                  <a:lnTo>
                    <a:pt x="2055291" y="377266"/>
                  </a:lnTo>
                  <a:lnTo>
                    <a:pt x="2036610" y="419328"/>
                  </a:lnTo>
                  <a:lnTo>
                    <a:pt x="2021014" y="462965"/>
                  </a:lnTo>
                  <a:lnTo>
                    <a:pt x="2008644" y="508038"/>
                  </a:lnTo>
                  <a:lnTo>
                    <a:pt x="1999627" y="554380"/>
                  </a:lnTo>
                  <a:lnTo>
                    <a:pt x="1994128" y="601878"/>
                  </a:lnTo>
                  <a:lnTo>
                    <a:pt x="1992261" y="650392"/>
                  </a:lnTo>
                  <a:lnTo>
                    <a:pt x="1994128" y="698893"/>
                  </a:lnTo>
                  <a:lnTo>
                    <a:pt x="1999627" y="746391"/>
                  </a:lnTo>
                  <a:lnTo>
                    <a:pt x="2008644" y="792746"/>
                  </a:lnTo>
                  <a:lnTo>
                    <a:pt x="2021014" y="837806"/>
                  </a:lnTo>
                  <a:lnTo>
                    <a:pt x="2036610" y="881443"/>
                  </a:lnTo>
                  <a:lnTo>
                    <a:pt x="2055291" y="923518"/>
                  </a:lnTo>
                  <a:lnTo>
                    <a:pt x="2076919" y="963879"/>
                  </a:lnTo>
                  <a:lnTo>
                    <a:pt x="2101354" y="1002411"/>
                  </a:lnTo>
                  <a:lnTo>
                    <a:pt x="2128456" y="1038948"/>
                  </a:lnTo>
                  <a:lnTo>
                    <a:pt x="2158098" y="1073365"/>
                  </a:lnTo>
                  <a:lnTo>
                    <a:pt x="2190127" y="1105509"/>
                  </a:lnTo>
                  <a:lnTo>
                    <a:pt x="2224405" y="1135265"/>
                  </a:lnTo>
                  <a:lnTo>
                    <a:pt x="2260803" y="1162481"/>
                  </a:lnTo>
                  <a:lnTo>
                    <a:pt x="2299182" y="1187005"/>
                  </a:lnTo>
                  <a:lnTo>
                    <a:pt x="2339390" y="1208722"/>
                  </a:lnTo>
                  <a:lnTo>
                    <a:pt x="2381300" y="1227480"/>
                  </a:lnTo>
                  <a:lnTo>
                    <a:pt x="2424760" y="1243139"/>
                  </a:lnTo>
                  <a:lnTo>
                    <a:pt x="2469654" y="1255560"/>
                  </a:lnTo>
                  <a:lnTo>
                    <a:pt x="2515832" y="1264602"/>
                  </a:lnTo>
                  <a:lnTo>
                    <a:pt x="2563139" y="1270127"/>
                  </a:lnTo>
                  <a:lnTo>
                    <a:pt x="2611463" y="1272006"/>
                  </a:lnTo>
                  <a:lnTo>
                    <a:pt x="2659786" y="1270127"/>
                  </a:lnTo>
                  <a:lnTo>
                    <a:pt x="2707094" y="1264602"/>
                  </a:lnTo>
                  <a:lnTo>
                    <a:pt x="2751417" y="1255915"/>
                  </a:lnTo>
                  <a:lnTo>
                    <a:pt x="2753271" y="1255560"/>
                  </a:lnTo>
                  <a:lnTo>
                    <a:pt x="2798153" y="1243139"/>
                  </a:lnTo>
                  <a:lnTo>
                    <a:pt x="2841625" y="1227480"/>
                  </a:lnTo>
                  <a:lnTo>
                    <a:pt x="2883535" y="1208722"/>
                  </a:lnTo>
                  <a:lnTo>
                    <a:pt x="2923743" y="1187005"/>
                  </a:lnTo>
                  <a:lnTo>
                    <a:pt x="2962110" y="1162481"/>
                  </a:lnTo>
                  <a:lnTo>
                    <a:pt x="2998508" y="1135265"/>
                  </a:lnTo>
                  <a:lnTo>
                    <a:pt x="3032798" y="1105509"/>
                  </a:lnTo>
                  <a:lnTo>
                    <a:pt x="3064827" y="1073365"/>
                  </a:lnTo>
                  <a:lnTo>
                    <a:pt x="3094456" y="1038948"/>
                  </a:lnTo>
                  <a:lnTo>
                    <a:pt x="3121571" y="1002411"/>
                  </a:lnTo>
                  <a:lnTo>
                    <a:pt x="3146006" y="963879"/>
                  </a:lnTo>
                  <a:lnTo>
                    <a:pt x="3167634" y="923518"/>
                  </a:lnTo>
                  <a:lnTo>
                    <a:pt x="3186315" y="881443"/>
                  </a:lnTo>
                  <a:lnTo>
                    <a:pt x="3201911" y="837806"/>
                  </a:lnTo>
                  <a:lnTo>
                    <a:pt x="3214281" y="792746"/>
                  </a:lnTo>
                  <a:lnTo>
                    <a:pt x="3223298" y="746391"/>
                  </a:lnTo>
                  <a:lnTo>
                    <a:pt x="3228797" y="698893"/>
                  </a:lnTo>
                  <a:lnTo>
                    <a:pt x="3230664" y="650392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456344" y="6617434"/>
              <a:ext cx="1307465" cy="1307465"/>
            </a:xfrm>
            <a:custGeom>
              <a:avLst/>
              <a:gdLst/>
              <a:ahLst/>
              <a:cxnLst/>
              <a:rect l="l" t="t" r="r" b="b"/>
              <a:pathLst>
                <a:path w="1307465" h="1307465">
                  <a:moveTo>
                    <a:pt x="653446" y="0"/>
                  </a:moveTo>
                  <a:lnTo>
                    <a:pt x="604750" y="1795"/>
                  </a:lnTo>
                  <a:lnTo>
                    <a:pt x="557014" y="7097"/>
                  </a:lnTo>
                  <a:lnTo>
                    <a:pt x="510365" y="15779"/>
                  </a:lnTo>
                  <a:lnTo>
                    <a:pt x="464932" y="27712"/>
                  </a:lnTo>
                  <a:lnTo>
                    <a:pt x="420840" y="42770"/>
                  </a:lnTo>
                  <a:lnTo>
                    <a:pt x="378218" y="60825"/>
                  </a:lnTo>
                  <a:lnTo>
                    <a:pt x="337193" y="81751"/>
                  </a:lnTo>
                  <a:lnTo>
                    <a:pt x="297891" y="105418"/>
                  </a:lnTo>
                  <a:lnTo>
                    <a:pt x="260441" y="131701"/>
                  </a:lnTo>
                  <a:lnTo>
                    <a:pt x="224970" y="160472"/>
                  </a:lnTo>
                  <a:lnTo>
                    <a:pt x="191605" y="191604"/>
                  </a:lnTo>
                  <a:lnTo>
                    <a:pt x="160473" y="224968"/>
                  </a:lnTo>
                  <a:lnTo>
                    <a:pt x="131702" y="260439"/>
                  </a:lnTo>
                  <a:lnTo>
                    <a:pt x="105419" y="297889"/>
                  </a:lnTo>
                  <a:lnTo>
                    <a:pt x="81751" y="337189"/>
                  </a:lnTo>
                  <a:lnTo>
                    <a:pt x="60826" y="378214"/>
                  </a:lnTo>
                  <a:lnTo>
                    <a:pt x="42770" y="420835"/>
                  </a:lnTo>
                  <a:lnTo>
                    <a:pt x="27712" y="464926"/>
                  </a:lnTo>
                  <a:lnTo>
                    <a:pt x="15779" y="510358"/>
                  </a:lnTo>
                  <a:lnTo>
                    <a:pt x="7097" y="557006"/>
                  </a:lnTo>
                  <a:lnTo>
                    <a:pt x="1795" y="604740"/>
                  </a:lnTo>
                  <a:lnTo>
                    <a:pt x="0" y="653435"/>
                  </a:lnTo>
                  <a:lnTo>
                    <a:pt x="1795" y="702131"/>
                  </a:lnTo>
                  <a:lnTo>
                    <a:pt x="7097" y="749867"/>
                  </a:lnTo>
                  <a:lnTo>
                    <a:pt x="15779" y="796515"/>
                  </a:lnTo>
                  <a:lnTo>
                    <a:pt x="27712" y="841949"/>
                  </a:lnTo>
                  <a:lnTo>
                    <a:pt x="42770" y="886041"/>
                  </a:lnTo>
                  <a:lnTo>
                    <a:pt x="60826" y="928663"/>
                  </a:lnTo>
                  <a:lnTo>
                    <a:pt x="81751" y="969688"/>
                  </a:lnTo>
                  <a:lnTo>
                    <a:pt x="105419" y="1008989"/>
                  </a:lnTo>
                  <a:lnTo>
                    <a:pt x="131702" y="1046439"/>
                  </a:lnTo>
                  <a:lnTo>
                    <a:pt x="160473" y="1081911"/>
                  </a:lnTo>
                  <a:lnTo>
                    <a:pt x="191605" y="1115276"/>
                  </a:lnTo>
                  <a:lnTo>
                    <a:pt x="224970" y="1146408"/>
                  </a:lnTo>
                  <a:lnTo>
                    <a:pt x="260441" y="1175179"/>
                  </a:lnTo>
                  <a:lnTo>
                    <a:pt x="297891" y="1201462"/>
                  </a:lnTo>
                  <a:lnTo>
                    <a:pt x="337193" y="1225130"/>
                  </a:lnTo>
                  <a:lnTo>
                    <a:pt x="378218" y="1246055"/>
                  </a:lnTo>
                  <a:lnTo>
                    <a:pt x="420840" y="1264110"/>
                  </a:lnTo>
                  <a:lnTo>
                    <a:pt x="464932" y="1279168"/>
                  </a:lnTo>
                  <a:lnTo>
                    <a:pt x="510365" y="1291102"/>
                  </a:lnTo>
                  <a:lnTo>
                    <a:pt x="557014" y="1299783"/>
                  </a:lnTo>
                  <a:lnTo>
                    <a:pt x="604750" y="1305085"/>
                  </a:lnTo>
                  <a:lnTo>
                    <a:pt x="653446" y="1306881"/>
                  </a:lnTo>
                  <a:lnTo>
                    <a:pt x="702142" y="1305085"/>
                  </a:lnTo>
                  <a:lnTo>
                    <a:pt x="749877" y="1299783"/>
                  </a:lnTo>
                  <a:lnTo>
                    <a:pt x="796525" y="1291102"/>
                  </a:lnTo>
                  <a:lnTo>
                    <a:pt x="841959" y="1279168"/>
                  </a:lnTo>
                  <a:lnTo>
                    <a:pt x="878577" y="1266663"/>
                  </a:lnTo>
                  <a:lnTo>
                    <a:pt x="653446" y="1266663"/>
                  </a:lnTo>
                  <a:lnTo>
                    <a:pt x="605592" y="1264814"/>
                  </a:lnTo>
                  <a:lnTo>
                    <a:pt x="558734" y="1259360"/>
                  </a:lnTo>
                  <a:lnTo>
                    <a:pt x="513008" y="1250438"/>
                  </a:lnTo>
                  <a:lnTo>
                    <a:pt x="468552" y="1238186"/>
                  </a:lnTo>
                  <a:lnTo>
                    <a:pt x="425504" y="1222740"/>
                  </a:lnTo>
                  <a:lnTo>
                    <a:pt x="384000" y="1204239"/>
                  </a:lnTo>
                  <a:lnTo>
                    <a:pt x="344178" y="1182819"/>
                  </a:lnTo>
                  <a:lnTo>
                    <a:pt x="306175" y="1158618"/>
                  </a:lnTo>
                  <a:lnTo>
                    <a:pt x="270130" y="1131773"/>
                  </a:lnTo>
                  <a:lnTo>
                    <a:pt x="236178" y="1102422"/>
                  </a:lnTo>
                  <a:lnTo>
                    <a:pt x="204458" y="1070702"/>
                  </a:lnTo>
                  <a:lnTo>
                    <a:pt x="175107" y="1036751"/>
                  </a:lnTo>
                  <a:lnTo>
                    <a:pt x="148263" y="1000705"/>
                  </a:lnTo>
                  <a:lnTo>
                    <a:pt x="124062" y="962703"/>
                  </a:lnTo>
                  <a:lnTo>
                    <a:pt x="102642" y="922881"/>
                  </a:lnTo>
                  <a:lnTo>
                    <a:pt x="84140" y="881377"/>
                  </a:lnTo>
                  <a:lnTo>
                    <a:pt x="68695" y="838328"/>
                  </a:lnTo>
                  <a:lnTo>
                    <a:pt x="56442" y="793873"/>
                  </a:lnTo>
                  <a:lnTo>
                    <a:pt x="47520" y="748147"/>
                  </a:lnTo>
                  <a:lnTo>
                    <a:pt x="42067" y="701289"/>
                  </a:lnTo>
                  <a:lnTo>
                    <a:pt x="40218" y="653435"/>
                  </a:lnTo>
                  <a:lnTo>
                    <a:pt x="42067" y="605583"/>
                  </a:lnTo>
                  <a:lnTo>
                    <a:pt x="47520" y="558726"/>
                  </a:lnTo>
                  <a:lnTo>
                    <a:pt x="56442" y="513001"/>
                  </a:lnTo>
                  <a:lnTo>
                    <a:pt x="68695" y="468546"/>
                  </a:lnTo>
                  <a:lnTo>
                    <a:pt x="84140" y="425498"/>
                  </a:lnTo>
                  <a:lnTo>
                    <a:pt x="102642" y="383994"/>
                  </a:lnTo>
                  <a:lnTo>
                    <a:pt x="124062" y="344172"/>
                  </a:lnTo>
                  <a:lnTo>
                    <a:pt x="148263" y="306170"/>
                  </a:lnTo>
                  <a:lnTo>
                    <a:pt x="175107" y="270124"/>
                  </a:lnTo>
                  <a:lnTo>
                    <a:pt x="204458" y="236172"/>
                  </a:lnTo>
                  <a:lnTo>
                    <a:pt x="236178" y="204452"/>
                  </a:lnTo>
                  <a:lnTo>
                    <a:pt x="270130" y="175100"/>
                  </a:lnTo>
                  <a:lnTo>
                    <a:pt x="306175" y="148255"/>
                  </a:lnTo>
                  <a:lnTo>
                    <a:pt x="344178" y="124054"/>
                  </a:lnTo>
                  <a:lnTo>
                    <a:pt x="384000" y="102633"/>
                  </a:lnTo>
                  <a:lnTo>
                    <a:pt x="425504" y="84131"/>
                  </a:lnTo>
                  <a:lnTo>
                    <a:pt x="468552" y="68685"/>
                  </a:lnTo>
                  <a:lnTo>
                    <a:pt x="513008" y="56432"/>
                  </a:lnTo>
                  <a:lnTo>
                    <a:pt x="558734" y="47510"/>
                  </a:lnTo>
                  <a:lnTo>
                    <a:pt x="605592" y="42056"/>
                  </a:lnTo>
                  <a:lnTo>
                    <a:pt x="653446" y="40208"/>
                  </a:lnTo>
                  <a:lnTo>
                    <a:pt x="878546" y="40208"/>
                  </a:lnTo>
                  <a:lnTo>
                    <a:pt x="841959" y="27712"/>
                  </a:lnTo>
                  <a:lnTo>
                    <a:pt x="796525" y="15779"/>
                  </a:lnTo>
                  <a:lnTo>
                    <a:pt x="749877" y="7097"/>
                  </a:lnTo>
                  <a:lnTo>
                    <a:pt x="702142" y="1795"/>
                  </a:lnTo>
                  <a:lnTo>
                    <a:pt x="653446" y="0"/>
                  </a:lnTo>
                  <a:close/>
                </a:path>
                <a:path w="1307465" h="1307465">
                  <a:moveTo>
                    <a:pt x="878546" y="40208"/>
                  </a:moveTo>
                  <a:lnTo>
                    <a:pt x="653446" y="40208"/>
                  </a:lnTo>
                  <a:lnTo>
                    <a:pt x="701299" y="42056"/>
                  </a:lnTo>
                  <a:lnTo>
                    <a:pt x="748157" y="47510"/>
                  </a:lnTo>
                  <a:lnTo>
                    <a:pt x="793883" y="56432"/>
                  </a:lnTo>
                  <a:lnTo>
                    <a:pt x="838339" y="68685"/>
                  </a:lnTo>
                  <a:lnTo>
                    <a:pt x="881387" y="84131"/>
                  </a:lnTo>
                  <a:lnTo>
                    <a:pt x="922891" y="102633"/>
                  </a:lnTo>
                  <a:lnTo>
                    <a:pt x="962713" y="124054"/>
                  </a:lnTo>
                  <a:lnTo>
                    <a:pt x="1000716" y="148255"/>
                  </a:lnTo>
                  <a:lnTo>
                    <a:pt x="1036761" y="175100"/>
                  </a:lnTo>
                  <a:lnTo>
                    <a:pt x="1070713" y="204452"/>
                  </a:lnTo>
                  <a:lnTo>
                    <a:pt x="1102433" y="236172"/>
                  </a:lnTo>
                  <a:lnTo>
                    <a:pt x="1131784" y="270124"/>
                  </a:lnTo>
                  <a:lnTo>
                    <a:pt x="1158629" y="306170"/>
                  </a:lnTo>
                  <a:lnTo>
                    <a:pt x="1182829" y="344172"/>
                  </a:lnTo>
                  <a:lnTo>
                    <a:pt x="1204249" y="383994"/>
                  </a:lnTo>
                  <a:lnTo>
                    <a:pt x="1222751" y="425498"/>
                  </a:lnTo>
                  <a:lnTo>
                    <a:pt x="1238196" y="468546"/>
                  </a:lnTo>
                  <a:lnTo>
                    <a:pt x="1250449" y="513001"/>
                  </a:lnTo>
                  <a:lnTo>
                    <a:pt x="1259371" y="558726"/>
                  </a:lnTo>
                  <a:lnTo>
                    <a:pt x="1264825" y="605583"/>
                  </a:lnTo>
                  <a:lnTo>
                    <a:pt x="1266673" y="653435"/>
                  </a:lnTo>
                  <a:lnTo>
                    <a:pt x="1264825" y="701289"/>
                  </a:lnTo>
                  <a:lnTo>
                    <a:pt x="1259371" y="748147"/>
                  </a:lnTo>
                  <a:lnTo>
                    <a:pt x="1250449" y="793873"/>
                  </a:lnTo>
                  <a:lnTo>
                    <a:pt x="1238196" y="838328"/>
                  </a:lnTo>
                  <a:lnTo>
                    <a:pt x="1222751" y="881377"/>
                  </a:lnTo>
                  <a:lnTo>
                    <a:pt x="1204249" y="922881"/>
                  </a:lnTo>
                  <a:lnTo>
                    <a:pt x="1182829" y="962703"/>
                  </a:lnTo>
                  <a:lnTo>
                    <a:pt x="1158629" y="1000705"/>
                  </a:lnTo>
                  <a:lnTo>
                    <a:pt x="1131784" y="1036751"/>
                  </a:lnTo>
                  <a:lnTo>
                    <a:pt x="1102433" y="1070702"/>
                  </a:lnTo>
                  <a:lnTo>
                    <a:pt x="1070713" y="1102422"/>
                  </a:lnTo>
                  <a:lnTo>
                    <a:pt x="1036761" y="1131773"/>
                  </a:lnTo>
                  <a:lnTo>
                    <a:pt x="1000716" y="1158618"/>
                  </a:lnTo>
                  <a:lnTo>
                    <a:pt x="962713" y="1182819"/>
                  </a:lnTo>
                  <a:lnTo>
                    <a:pt x="922891" y="1204239"/>
                  </a:lnTo>
                  <a:lnTo>
                    <a:pt x="881387" y="1222740"/>
                  </a:lnTo>
                  <a:lnTo>
                    <a:pt x="838339" y="1238186"/>
                  </a:lnTo>
                  <a:lnTo>
                    <a:pt x="793883" y="1250438"/>
                  </a:lnTo>
                  <a:lnTo>
                    <a:pt x="748157" y="1259360"/>
                  </a:lnTo>
                  <a:lnTo>
                    <a:pt x="701299" y="1264814"/>
                  </a:lnTo>
                  <a:lnTo>
                    <a:pt x="653446" y="1266663"/>
                  </a:lnTo>
                  <a:lnTo>
                    <a:pt x="878577" y="1266663"/>
                  </a:lnTo>
                  <a:lnTo>
                    <a:pt x="928671" y="1246055"/>
                  </a:lnTo>
                  <a:lnTo>
                    <a:pt x="969696" y="1225130"/>
                  </a:lnTo>
                  <a:lnTo>
                    <a:pt x="1008997" y="1201462"/>
                  </a:lnTo>
                  <a:lnTo>
                    <a:pt x="1046446" y="1175179"/>
                  </a:lnTo>
                  <a:lnTo>
                    <a:pt x="1081917" y="1146408"/>
                  </a:lnTo>
                  <a:lnTo>
                    <a:pt x="1115281" y="1115276"/>
                  </a:lnTo>
                  <a:lnTo>
                    <a:pt x="1146412" y="1081911"/>
                  </a:lnTo>
                  <a:lnTo>
                    <a:pt x="1175183" y="1046439"/>
                  </a:lnTo>
                  <a:lnTo>
                    <a:pt x="1201465" y="1008989"/>
                  </a:lnTo>
                  <a:lnTo>
                    <a:pt x="1225132" y="969688"/>
                  </a:lnTo>
                  <a:lnTo>
                    <a:pt x="1246057" y="928663"/>
                  </a:lnTo>
                  <a:lnTo>
                    <a:pt x="1264112" y="886041"/>
                  </a:lnTo>
                  <a:lnTo>
                    <a:pt x="1279169" y="841949"/>
                  </a:lnTo>
                  <a:lnTo>
                    <a:pt x="1291102" y="796515"/>
                  </a:lnTo>
                  <a:lnTo>
                    <a:pt x="1299783" y="749867"/>
                  </a:lnTo>
                  <a:lnTo>
                    <a:pt x="1305086" y="702131"/>
                  </a:lnTo>
                  <a:lnTo>
                    <a:pt x="1306881" y="653435"/>
                  </a:lnTo>
                  <a:lnTo>
                    <a:pt x="1305086" y="604740"/>
                  </a:lnTo>
                  <a:lnTo>
                    <a:pt x="1299783" y="557006"/>
                  </a:lnTo>
                  <a:lnTo>
                    <a:pt x="1291102" y="510358"/>
                  </a:lnTo>
                  <a:lnTo>
                    <a:pt x="1279169" y="464926"/>
                  </a:lnTo>
                  <a:lnTo>
                    <a:pt x="1264112" y="420835"/>
                  </a:lnTo>
                  <a:lnTo>
                    <a:pt x="1246057" y="378214"/>
                  </a:lnTo>
                  <a:lnTo>
                    <a:pt x="1225132" y="337189"/>
                  </a:lnTo>
                  <a:lnTo>
                    <a:pt x="1201465" y="297889"/>
                  </a:lnTo>
                  <a:lnTo>
                    <a:pt x="1175183" y="260439"/>
                  </a:lnTo>
                  <a:lnTo>
                    <a:pt x="1146412" y="224968"/>
                  </a:lnTo>
                  <a:lnTo>
                    <a:pt x="1115281" y="191604"/>
                  </a:lnTo>
                  <a:lnTo>
                    <a:pt x="1081917" y="160472"/>
                  </a:lnTo>
                  <a:lnTo>
                    <a:pt x="1046446" y="131701"/>
                  </a:lnTo>
                  <a:lnTo>
                    <a:pt x="1008997" y="105418"/>
                  </a:lnTo>
                  <a:lnTo>
                    <a:pt x="969696" y="81751"/>
                  </a:lnTo>
                  <a:lnTo>
                    <a:pt x="928671" y="60825"/>
                  </a:lnTo>
                  <a:lnTo>
                    <a:pt x="886050" y="42770"/>
                  </a:lnTo>
                  <a:lnTo>
                    <a:pt x="878546" y="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488521" y="6648585"/>
              <a:ext cx="1238885" cy="1243330"/>
            </a:xfrm>
            <a:custGeom>
              <a:avLst/>
              <a:gdLst/>
              <a:ahLst/>
              <a:cxnLst/>
              <a:rect l="l" t="t" r="r" b="b"/>
              <a:pathLst>
                <a:path w="1238884" h="1243329">
                  <a:moveTo>
                    <a:pt x="619206" y="0"/>
                  </a:moveTo>
                  <a:lnTo>
                    <a:pt x="570886" y="1873"/>
                  </a:lnTo>
                  <a:lnTo>
                    <a:pt x="523570" y="7402"/>
                  </a:lnTo>
                  <a:lnTo>
                    <a:pt x="477399" y="16446"/>
                  </a:lnTo>
                  <a:lnTo>
                    <a:pt x="432509" y="28866"/>
                  </a:lnTo>
                  <a:lnTo>
                    <a:pt x="389041" y="44523"/>
                  </a:lnTo>
                  <a:lnTo>
                    <a:pt x="347132" y="63278"/>
                  </a:lnTo>
                  <a:lnTo>
                    <a:pt x="306922" y="84991"/>
                  </a:lnTo>
                  <a:lnTo>
                    <a:pt x="268549" y="109524"/>
                  </a:lnTo>
                  <a:lnTo>
                    <a:pt x="232152" y="136736"/>
                  </a:lnTo>
                  <a:lnTo>
                    <a:pt x="197870" y="166488"/>
                  </a:lnTo>
                  <a:lnTo>
                    <a:pt x="165840" y="198643"/>
                  </a:lnTo>
                  <a:lnTo>
                    <a:pt x="136203" y="233059"/>
                  </a:lnTo>
                  <a:lnTo>
                    <a:pt x="109097" y="269597"/>
                  </a:lnTo>
                  <a:lnTo>
                    <a:pt x="84660" y="308120"/>
                  </a:lnTo>
                  <a:lnTo>
                    <a:pt x="63031" y="348486"/>
                  </a:lnTo>
                  <a:lnTo>
                    <a:pt x="44350" y="390558"/>
                  </a:lnTo>
                  <a:lnTo>
                    <a:pt x="28754" y="434195"/>
                  </a:lnTo>
                  <a:lnTo>
                    <a:pt x="16382" y="479258"/>
                  </a:lnTo>
                  <a:lnTo>
                    <a:pt x="7373" y="525609"/>
                  </a:lnTo>
                  <a:lnTo>
                    <a:pt x="1866" y="573107"/>
                  </a:lnTo>
                  <a:lnTo>
                    <a:pt x="0" y="621614"/>
                  </a:lnTo>
                  <a:lnTo>
                    <a:pt x="1866" y="670121"/>
                  </a:lnTo>
                  <a:lnTo>
                    <a:pt x="7373" y="717619"/>
                  </a:lnTo>
                  <a:lnTo>
                    <a:pt x="16382" y="763970"/>
                  </a:lnTo>
                  <a:lnTo>
                    <a:pt x="28754" y="809034"/>
                  </a:lnTo>
                  <a:lnTo>
                    <a:pt x="44350" y="852671"/>
                  </a:lnTo>
                  <a:lnTo>
                    <a:pt x="63031" y="894742"/>
                  </a:lnTo>
                  <a:lnTo>
                    <a:pt x="84660" y="935109"/>
                  </a:lnTo>
                  <a:lnTo>
                    <a:pt x="109097" y="973631"/>
                  </a:lnTo>
                  <a:lnTo>
                    <a:pt x="136203" y="1010170"/>
                  </a:lnTo>
                  <a:lnTo>
                    <a:pt x="165840" y="1044586"/>
                  </a:lnTo>
                  <a:lnTo>
                    <a:pt x="197870" y="1076740"/>
                  </a:lnTo>
                  <a:lnTo>
                    <a:pt x="232152" y="1106492"/>
                  </a:lnTo>
                  <a:lnTo>
                    <a:pt x="268549" y="1133705"/>
                  </a:lnTo>
                  <a:lnTo>
                    <a:pt x="306922" y="1158237"/>
                  </a:lnTo>
                  <a:lnTo>
                    <a:pt x="347132" y="1179950"/>
                  </a:lnTo>
                  <a:lnTo>
                    <a:pt x="389041" y="1198705"/>
                  </a:lnTo>
                  <a:lnTo>
                    <a:pt x="432509" y="1214362"/>
                  </a:lnTo>
                  <a:lnTo>
                    <a:pt x="477399" y="1226782"/>
                  </a:lnTo>
                  <a:lnTo>
                    <a:pt x="523570" y="1235826"/>
                  </a:lnTo>
                  <a:lnTo>
                    <a:pt x="570886" y="1241355"/>
                  </a:lnTo>
                  <a:lnTo>
                    <a:pt x="619206" y="1243229"/>
                  </a:lnTo>
                  <a:lnTo>
                    <a:pt x="667526" y="1241355"/>
                  </a:lnTo>
                  <a:lnTo>
                    <a:pt x="714841" y="1235826"/>
                  </a:lnTo>
                  <a:lnTo>
                    <a:pt x="759159" y="1227145"/>
                  </a:lnTo>
                  <a:lnTo>
                    <a:pt x="619206" y="1227145"/>
                  </a:lnTo>
                  <a:lnTo>
                    <a:pt x="572141" y="1225320"/>
                  </a:lnTo>
                  <a:lnTo>
                    <a:pt x="526054" y="1219935"/>
                  </a:lnTo>
                  <a:lnTo>
                    <a:pt x="481082" y="1211125"/>
                  </a:lnTo>
                  <a:lnTo>
                    <a:pt x="437359" y="1199027"/>
                  </a:lnTo>
                  <a:lnTo>
                    <a:pt x="395019" y="1183775"/>
                  </a:lnTo>
                  <a:lnTo>
                    <a:pt x="354199" y="1165506"/>
                  </a:lnTo>
                  <a:lnTo>
                    <a:pt x="315034" y="1144355"/>
                  </a:lnTo>
                  <a:lnTo>
                    <a:pt x="277657" y="1120458"/>
                  </a:lnTo>
                  <a:lnTo>
                    <a:pt x="242206" y="1093950"/>
                  </a:lnTo>
                  <a:lnTo>
                    <a:pt x="208814" y="1064968"/>
                  </a:lnTo>
                  <a:lnTo>
                    <a:pt x="177616" y="1033646"/>
                  </a:lnTo>
                  <a:lnTo>
                    <a:pt x="148749" y="1000120"/>
                  </a:lnTo>
                  <a:lnTo>
                    <a:pt x="122347" y="964527"/>
                  </a:lnTo>
                  <a:lnTo>
                    <a:pt x="98544" y="927002"/>
                  </a:lnTo>
                  <a:lnTo>
                    <a:pt x="77478" y="887680"/>
                  </a:lnTo>
                  <a:lnTo>
                    <a:pt x="59281" y="846696"/>
                  </a:lnTo>
                  <a:lnTo>
                    <a:pt x="44090" y="804188"/>
                  </a:lnTo>
                  <a:lnTo>
                    <a:pt x="32039" y="760290"/>
                  </a:lnTo>
                  <a:lnTo>
                    <a:pt x="23265" y="715138"/>
                  </a:lnTo>
                  <a:lnTo>
                    <a:pt x="17901" y="668867"/>
                  </a:lnTo>
                  <a:lnTo>
                    <a:pt x="16083" y="621614"/>
                  </a:lnTo>
                  <a:lnTo>
                    <a:pt x="17901" y="574362"/>
                  </a:lnTo>
                  <a:lnTo>
                    <a:pt x="23265" y="528093"/>
                  </a:lnTo>
                  <a:lnTo>
                    <a:pt x="32039" y="482942"/>
                  </a:lnTo>
                  <a:lnTo>
                    <a:pt x="44090" y="439044"/>
                  </a:lnTo>
                  <a:lnTo>
                    <a:pt x="59281" y="396536"/>
                  </a:lnTo>
                  <a:lnTo>
                    <a:pt x="77478" y="355553"/>
                  </a:lnTo>
                  <a:lnTo>
                    <a:pt x="98544" y="316231"/>
                  </a:lnTo>
                  <a:lnTo>
                    <a:pt x="122347" y="278706"/>
                  </a:lnTo>
                  <a:lnTo>
                    <a:pt x="148749" y="243112"/>
                  </a:lnTo>
                  <a:lnTo>
                    <a:pt x="177616" y="209586"/>
                  </a:lnTo>
                  <a:lnTo>
                    <a:pt x="208814" y="178264"/>
                  </a:lnTo>
                  <a:lnTo>
                    <a:pt x="242206" y="149281"/>
                  </a:lnTo>
                  <a:lnTo>
                    <a:pt x="277657" y="122773"/>
                  </a:lnTo>
                  <a:lnTo>
                    <a:pt x="315034" y="98876"/>
                  </a:lnTo>
                  <a:lnTo>
                    <a:pt x="354199" y="77724"/>
                  </a:lnTo>
                  <a:lnTo>
                    <a:pt x="395019" y="59455"/>
                  </a:lnTo>
                  <a:lnTo>
                    <a:pt x="437359" y="44203"/>
                  </a:lnTo>
                  <a:lnTo>
                    <a:pt x="481082" y="32104"/>
                  </a:lnTo>
                  <a:lnTo>
                    <a:pt x="526054" y="23294"/>
                  </a:lnTo>
                  <a:lnTo>
                    <a:pt x="572141" y="17908"/>
                  </a:lnTo>
                  <a:lnTo>
                    <a:pt x="619206" y="16083"/>
                  </a:lnTo>
                  <a:lnTo>
                    <a:pt x="759159" y="16083"/>
                  </a:lnTo>
                  <a:lnTo>
                    <a:pt x="714841" y="7402"/>
                  </a:lnTo>
                  <a:lnTo>
                    <a:pt x="667526" y="1873"/>
                  </a:lnTo>
                  <a:lnTo>
                    <a:pt x="619206" y="0"/>
                  </a:lnTo>
                  <a:close/>
                </a:path>
                <a:path w="1238884" h="1243329">
                  <a:moveTo>
                    <a:pt x="759159" y="16083"/>
                  </a:moveTo>
                  <a:lnTo>
                    <a:pt x="619206" y="16083"/>
                  </a:lnTo>
                  <a:lnTo>
                    <a:pt x="666271" y="17908"/>
                  </a:lnTo>
                  <a:lnTo>
                    <a:pt x="712357" y="23294"/>
                  </a:lnTo>
                  <a:lnTo>
                    <a:pt x="757330" y="32104"/>
                  </a:lnTo>
                  <a:lnTo>
                    <a:pt x="801053" y="44203"/>
                  </a:lnTo>
                  <a:lnTo>
                    <a:pt x="843392" y="59455"/>
                  </a:lnTo>
                  <a:lnTo>
                    <a:pt x="884212" y="77724"/>
                  </a:lnTo>
                  <a:lnTo>
                    <a:pt x="923378" y="98876"/>
                  </a:lnTo>
                  <a:lnTo>
                    <a:pt x="960754" y="122773"/>
                  </a:lnTo>
                  <a:lnTo>
                    <a:pt x="996206" y="149281"/>
                  </a:lnTo>
                  <a:lnTo>
                    <a:pt x="1029598" y="178264"/>
                  </a:lnTo>
                  <a:lnTo>
                    <a:pt x="1060795" y="209586"/>
                  </a:lnTo>
                  <a:lnTo>
                    <a:pt x="1089663" y="243112"/>
                  </a:lnTo>
                  <a:lnTo>
                    <a:pt x="1116065" y="278706"/>
                  </a:lnTo>
                  <a:lnTo>
                    <a:pt x="1139867" y="316231"/>
                  </a:lnTo>
                  <a:lnTo>
                    <a:pt x="1160934" y="355553"/>
                  </a:lnTo>
                  <a:lnTo>
                    <a:pt x="1179131" y="396536"/>
                  </a:lnTo>
                  <a:lnTo>
                    <a:pt x="1194322" y="439044"/>
                  </a:lnTo>
                  <a:lnTo>
                    <a:pt x="1206372" y="482942"/>
                  </a:lnTo>
                  <a:lnTo>
                    <a:pt x="1215147" y="528093"/>
                  </a:lnTo>
                  <a:lnTo>
                    <a:pt x="1220511" y="574362"/>
                  </a:lnTo>
                  <a:lnTo>
                    <a:pt x="1222329" y="621614"/>
                  </a:lnTo>
                  <a:lnTo>
                    <a:pt x="1220511" y="668867"/>
                  </a:lnTo>
                  <a:lnTo>
                    <a:pt x="1215147" y="715138"/>
                  </a:lnTo>
                  <a:lnTo>
                    <a:pt x="1206372" y="760290"/>
                  </a:lnTo>
                  <a:lnTo>
                    <a:pt x="1194322" y="804188"/>
                  </a:lnTo>
                  <a:lnTo>
                    <a:pt x="1179131" y="846696"/>
                  </a:lnTo>
                  <a:lnTo>
                    <a:pt x="1160934" y="887680"/>
                  </a:lnTo>
                  <a:lnTo>
                    <a:pt x="1139867" y="927002"/>
                  </a:lnTo>
                  <a:lnTo>
                    <a:pt x="1116065" y="964527"/>
                  </a:lnTo>
                  <a:lnTo>
                    <a:pt x="1089663" y="1000120"/>
                  </a:lnTo>
                  <a:lnTo>
                    <a:pt x="1060795" y="1033646"/>
                  </a:lnTo>
                  <a:lnTo>
                    <a:pt x="1029598" y="1064968"/>
                  </a:lnTo>
                  <a:lnTo>
                    <a:pt x="996206" y="1093950"/>
                  </a:lnTo>
                  <a:lnTo>
                    <a:pt x="960754" y="1120458"/>
                  </a:lnTo>
                  <a:lnTo>
                    <a:pt x="923378" y="1144355"/>
                  </a:lnTo>
                  <a:lnTo>
                    <a:pt x="884212" y="1165506"/>
                  </a:lnTo>
                  <a:lnTo>
                    <a:pt x="843392" y="1183775"/>
                  </a:lnTo>
                  <a:lnTo>
                    <a:pt x="801053" y="1199027"/>
                  </a:lnTo>
                  <a:lnTo>
                    <a:pt x="757330" y="1211125"/>
                  </a:lnTo>
                  <a:lnTo>
                    <a:pt x="712357" y="1219935"/>
                  </a:lnTo>
                  <a:lnTo>
                    <a:pt x="666271" y="1225320"/>
                  </a:lnTo>
                  <a:lnTo>
                    <a:pt x="619206" y="1227145"/>
                  </a:lnTo>
                  <a:lnTo>
                    <a:pt x="759159" y="1227145"/>
                  </a:lnTo>
                  <a:lnTo>
                    <a:pt x="805902" y="1214362"/>
                  </a:lnTo>
                  <a:lnTo>
                    <a:pt x="849371" y="1198705"/>
                  </a:lnTo>
                  <a:lnTo>
                    <a:pt x="891279" y="1179950"/>
                  </a:lnTo>
                  <a:lnTo>
                    <a:pt x="931489" y="1158237"/>
                  </a:lnTo>
                  <a:lnTo>
                    <a:pt x="969862" y="1133705"/>
                  </a:lnTo>
                  <a:lnTo>
                    <a:pt x="1006260" y="1106492"/>
                  </a:lnTo>
                  <a:lnTo>
                    <a:pt x="1040542" y="1076740"/>
                  </a:lnTo>
                  <a:lnTo>
                    <a:pt x="1072571" y="1044586"/>
                  </a:lnTo>
                  <a:lnTo>
                    <a:pt x="1102208" y="1010170"/>
                  </a:lnTo>
                  <a:lnTo>
                    <a:pt x="1129315" y="973631"/>
                  </a:lnTo>
                  <a:lnTo>
                    <a:pt x="1153751" y="935109"/>
                  </a:lnTo>
                  <a:lnTo>
                    <a:pt x="1175380" y="894742"/>
                  </a:lnTo>
                  <a:lnTo>
                    <a:pt x="1194062" y="852671"/>
                  </a:lnTo>
                  <a:lnTo>
                    <a:pt x="1209658" y="809034"/>
                  </a:lnTo>
                  <a:lnTo>
                    <a:pt x="1222030" y="763970"/>
                  </a:lnTo>
                  <a:lnTo>
                    <a:pt x="1231039" y="717619"/>
                  </a:lnTo>
                  <a:lnTo>
                    <a:pt x="1236546" y="670121"/>
                  </a:lnTo>
                  <a:lnTo>
                    <a:pt x="1238412" y="621614"/>
                  </a:lnTo>
                  <a:lnTo>
                    <a:pt x="1236546" y="573107"/>
                  </a:lnTo>
                  <a:lnTo>
                    <a:pt x="1231039" y="525609"/>
                  </a:lnTo>
                  <a:lnTo>
                    <a:pt x="1222030" y="479258"/>
                  </a:lnTo>
                  <a:lnTo>
                    <a:pt x="1209658" y="434195"/>
                  </a:lnTo>
                  <a:lnTo>
                    <a:pt x="1194062" y="390558"/>
                  </a:lnTo>
                  <a:lnTo>
                    <a:pt x="1175380" y="348486"/>
                  </a:lnTo>
                  <a:lnTo>
                    <a:pt x="1153751" y="308120"/>
                  </a:lnTo>
                  <a:lnTo>
                    <a:pt x="1129315" y="269597"/>
                  </a:lnTo>
                  <a:lnTo>
                    <a:pt x="1102208" y="233059"/>
                  </a:lnTo>
                  <a:lnTo>
                    <a:pt x="1072571" y="198643"/>
                  </a:lnTo>
                  <a:lnTo>
                    <a:pt x="1040542" y="166488"/>
                  </a:lnTo>
                  <a:lnTo>
                    <a:pt x="1006260" y="136736"/>
                  </a:lnTo>
                  <a:lnTo>
                    <a:pt x="969862" y="109524"/>
                  </a:lnTo>
                  <a:lnTo>
                    <a:pt x="931489" y="84991"/>
                  </a:lnTo>
                  <a:lnTo>
                    <a:pt x="891279" y="63278"/>
                  </a:lnTo>
                  <a:lnTo>
                    <a:pt x="849371" y="44523"/>
                  </a:lnTo>
                  <a:lnTo>
                    <a:pt x="805902" y="28866"/>
                  </a:lnTo>
                  <a:lnTo>
                    <a:pt x="761013" y="16446"/>
                  </a:lnTo>
                  <a:lnTo>
                    <a:pt x="759159" y="16083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21754" y="6187961"/>
              <a:ext cx="101719" cy="13935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35407" y="7198485"/>
              <a:ext cx="144759" cy="14477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9947459" y="7246187"/>
              <a:ext cx="175895" cy="316865"/>
            </a:xfrm>
            <a:custGeom>
              <a:avLst/>
              <a:gdLst/>
              <a:ahLst/>
              <a:cxnLst/>
              <a:rect l="l" t="t" r="r" b="b"/>
              <a:pathLst>
                <a:path w="175895" h="316865">
                  <a:moveTo>
                    <a:pt x="14691" y="0"/>
                  </a:moveTo>
                  <a:lnTo>
                    <a:pt x="8559" y="1786"/>
                  </a:lnTo>
                  <a:lnTo>
                    <a:pt x="3599" y="5814"/>
                  </a:lnTo>
                  <a:lnTo>
                    <a:pt x="673" y="11242"/>
                  </a:lnTo>
                  <a:lnTo>
                    <a:pt x="0" y="17372"/>
                  </a:lnTo>
                  <a:lnTo>
                    <a:pt x="1795" y="23502"/>
                  </a:lnTo>
                  <a:lnTo>
                    <a:pt x="147277" y="310541"/>
                  </a:lnTo>
                  <a:lnTo>
                    <a:pt x="162701" y="316404"/>
                  </a:lnTo>
                  <a:lnTo>
                    <a:pt x="167256" y="314007"/>
                  </a:lnTo>
                  <a:lnTo>
                    <a:pt x="172216" y="309979"/>
                  </a:lnTo>
                  <a:lnTo>
                    <a:pt x="175143" y="304551"/>
                  </a:lnTo>
                  <a:lnTo>
                    <a:pt x="175820" y="298425"/>
                  </a:lnTo>
                  <a:lnTo>
                    <a:pt x="174030" y="292300"/>
                  </a:lnTo>
                  <a:lnTo>
                    <a:pt x="30276" y="8560"/>
                  </a:lnTo>
                  <a:lnTo>
                    <a:pt x="26252" y="3609"/>
                  </a:lnTo>
                  <a:lnTo>
                    <a:pt x="20823" y="681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97809" y="7507797"/>
              <a:ext cx="211805" cy="6743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9473152" y="6098034"/>
              <a:ext cx="218440" cy="306705"/>
            </a:xfrm>
            <a:custGeom>
              <a:avLst/>
              <a:gdLst/>
              <a:ahLst/>
              <a:cxnLst/>
              <a:rect l="l" t="t" r="r" b="b"/>
              <a:pathLst>
                <a:path w="218440" h="306704">
                  <a:moveTo>
                    <a:pt x="23642" y="0"/>
                  </a:moveTo>
                  <a:lnTo>
                    <a:pt x="0" y="23625"/>
                  </a:lnTo>
                  <a:lnTo>
                    <a:pt x="2084" y="31509"/>
                  </a:lnTo>
                  <a:lnTo>
                    <a:pt x="22069" y="70688"/>
                  </a:lnTo>
                  <a:lnTo>
                    <a:pt x="64371" y="101376"/>
                  </a:lnTo>
                  <a:lnTo>
                    <a:pt x="113617" y="107676"/>
                  </a:lnTo>
                  <a:lnTo>
                    <a:pt x="134917" y="106879"/>
                  </a:lnTo>
                  <a:lnTo>
                    <a:pt x="180696" y="299899"/>
                  </a:lnTo>
                  <a:lnTo>
                    <a:pt x="188947" y="306130"/>
                  </a:lnTo>
                  <a:lnTo>
                    <a:pt x="198046" y="306130"/>
                  </a:lnTo>
                  <a:lnTo>
                    <a:pt x="217897" y="289357"/>
                  </a:lnTo>
                  <a:lnTo>
                    <a:pt x="217626" y="281376"/>
                  </a:lnTo>
                  <a:lnTo>
                    <a:pt x="169963" y="80388"/>
                  </a:lnTo>
                  <a:lnTo>
                    <a:pt x="147451" y="65142"/>
                  </a:lnTo>
                  <a:lnTo>
                    <a:pt x="126482" y="67140"/>
                  </a:lnTo>
                  <a:lnTo>
                    <a:pt x="103307" y="67201"/>
                  </a:lnTo>
                  <a:lnTo>
                    <a:pt x="53458" y="45594"/>
                  </a:lnTo>
                  <a:lnTo>
                    <a:pt x="39412" y="15625"/>
                  </a:lnTo>
                  <a:lnTo>
                    <a:pt x="36262" y="8307"/>
                  </a:lnTo>
                  <a:lnTo>
                    <a:pt x="30755" y="2924"/>
                  </a:lnTo>
                  <a:lnTo>
                    <a:pt x="236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101548" y="7249513"/>
              <a:ext cx="647700" cy="46990"/>
            </a:xfrm>
            <a:custGeom>
              <a:avLst/>
              <a:gdLst/>
              <a:ahLst/>
              <a:cxnLst/>
              <a:rect l="l" t="t" r="r" b="b"/>
              <a:pathLst>
                <a:path w="647700" h="46990">
                  <a:moveTo>
                    <a:pt x="8628" y="10"/>
                  </a:moveTo>
                  <a:lnTo>
                    <a:pt x="3968" y="0"/>
                  </a:lnTo>
                  <a:lnTo>
                    <a:pt x="418" y="3350"/>
                  </a:lnTo>
                  <a:lnTo>
                    <a:pt x="0" y="12083"/>
                  </a:lnTo>
                  <a:lnTo>
                    <a:pt x="3423" y="15863"/>
                  </a:lnTo>
                  <a:lnTo>
                    <a:pt x="638839" y="46564"/>
                  </a:lnTo>
                  <a:lnTo>
                    <a:pt x="643100" y="46564"/>
                  </a:lnTo>
                  <a:lnTo>
                    <a:pt x="646650" y="43213"/>
                  </a:lnTo>
                  <a:lnTo>
                    <a:pt x="647079" y="34480"/>
                  </a:lnTo>
                  <a:lnTo>
                    <a:pt x="643655" y="30700"/>
                  </a:lnTo>
                  <a:lnTo>
                    <a:pt x="8628" y="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18860" y="7169440"/>
              <a:ext cx="206004" cy="20600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9093708" y="6279038"/>
              <a:ext cx="2042795" cy="1038225"/>
            </a:xfrm>
            <a:custGeom>
              <a:avLst/>
              <a:gdLst/>
              <a:ahLst/>
              <a:cxnLst/>
              <a:rect l="l" t="t" r="r" b="b"/>
              <a:pathLst>
                <a:path w="2042795" h="1038225">
                  <a:moveTo>
                    <a:pt x="2042223" y="991235"/>
                  </a:moveTo>
                  <a:lnTo>
                    <a:pt x="2040026" y="980274"/>
                  </a:lnTo>
                  <a:lnTo>
                    <a:pt x="1698383" y="166814"/>
                  </a:lnTo>
                  <a:lnTo>
                    <a:pt x="1698421" y="165709"/>
                  </a:lnTo>
                  <a:lnTo>
                    <a:pt x="1696199" y="157695"/>
                  </a:lnTo>
                  <a:lnTo>
                    <a:pt x="1684909" y="132334"/>
                  </a:lnTo>
                  <a:lnTo>
                    <a:pt x="1667281" y="92748"/>
                  </a:lnTo>
                  <a:lnTo>
                    <a:pt x="1636280" y="18910"/>
                  </a:lnTo>
                  <a:lnTo>
                    <a:pt x="1636280" y="164325"/>
                  </a:lnTo>
                  <a:lnTo>
                    <a:pt x="887120" y="956030"/>
                  </a:lnTo>
                  <a:lnTo>
                    <a:pt x="835990" y="796315"/>
                  </a:lnTo>
                  <a:lnTo>
                    <a:pt x="835990" y="980948"/>
                  </a:lnTo>
                  <a:lnTo>
                    <a:pt x="78943" y="964145"/>
                  </a:lnTo>
                  <a:lnTo>
                    <a:pt x="580580" y="183159"/>
                  </a:lnTo>
                  <a:lnTo>
                    <a:pt x="835990" y="980948"/>
                  </a:lnTo>
                  <a:lnTo>
                    <a:pt x="835990" y="796315"/>
                  </a:lnTo>
                  <a:lnTo>
                    <a:pt x="639699" y="183159"/>
                  </a:lnTo>
                  <a:lnTo>
                    <a:pt x="623417" y="132334"/>
                  </a:lnTo>
                  <a:lnTo>
                    <a:pt x="1622856" y="132334"/>
                  </a:lnTo>
                  <a:lnTo>
                    <a:pt x="1636280" y="164325"/>
                  </a:lnTo>
                  <a:lnTo>
                    <a:pt x="1636280" y="18910"/>
                  </a:lnTo>
                  <a:lnTo>
                    <a:pt x="1635594" y="17272"/>
                  </a:lnTo>
                  <a:lnTo>
                    <a:pt x="1629321" y="8026"/>
                  </a:lnTo>
                  <a:lnTo>
                    <a:pt x="1620304" y="2095"/>
                  </a:lnTo>
                  <a:lnTo>
                    <a:pt x="1609725" y="0"/>
                  </a:lnTo>
                  <a:lnTo>
                    <a:pt x="1598752" y="2222"/>
                  </a:lnTo>
                  <a:lnTo>
                    <a:pt x="1589506" y="8496"/>
                  </a:lnTo>
                  <a:lnTo>
                    <a:pt x="1583588" y="17526"/>
                  </a:lnTo>
                  <a:lnTo>
                    <a:pt x="1581492" y="28105"/>
                  </a:lnTo>
                  <a:lnTo>
                    <a:pt x="1583690" y="39065"/>
                  </a:lnTo>
                  <a:lnTo>
                    <a:pt x="1599209" y="76022"/>
                  </a:lnTo>
                  <a:lnTo>
                    <a:pt x="605396" y="76022"/>
                  </a:lnTo>
                  <a:lnTo>
                    <a:pt x="594601" y="42303"/>
                  </a:lnTo>
                  <a:lnTo>
                    <a:pt x="589153" y="32537"/>
                  </a:lnTo>
                  <a:lnTo>
                    <a:pt x="580682" y="25857"/>
                  </a:lnTo>
                  <a:lnTo>
                    <a:pt x="570331" y="22834"/>
                  </a:lnTo>
                  <a:lnTo>
                    <a:pt x="559219" y="24079"/>
                  </a:lnTo>
                  <a:lnTo>
                    <a:pt x="549452" y="29527"/>
                  </a:lnTo>
                  <a:lnTo>
                    <a:pt x="542772" y="37998"/>
                  </a:lnTo>
                  <a:lnTo>
                    <a:pt x="539762" y="48361"/>
                  </a:lnTo>
                  <a:lnTo>
                    <a:pt x="540994" y="59474"/>
                  </a:lnTo>
                  <a:lnTo>
                    <a:pt x="558330" y="113652"/>
                  </a:lnTo>
                  <a:lnTo>
                    <a:pt x="4445" y="975969"/>
                  </a:lnTo>
                  <a:lnTo>
                    <a:pt x="1270" y="982764"/>
                  </a:lnTo>
                  <a:lnTo>
                    <a:pt x="0" y="990015"/>
                  </a:lnTo>
                  <a:lnTo>
                    <a:pt x="673" y="997369"/>
                  </a:lnTo>
                  <a:lnTo>
                    <a:pt x="874115" y="1038110"/>
                  </a:lnTo>
                  <a:lnTo>
                    <a:pt x="876401" y="1038098"/>
                  </a:lnTo>
                  <a:lnTo>
                    <a:pt x="883513" y="1037488"/>
                  </a:lnTo>
                  <a:lnTo>
                    <a:pt x="889622" y="1034859"/>
                  </a:lnTo>
                  <a:lnTo>
                    <a:pt x="894778" y="1029855"/>
                  </a:lnTo>
                  <a:lnTo>
                    <a:pt x="941044" y="980948"/>
                  </a:lnTo>
                  <a:lnTo>
                    <a:pt x="964628" y="956030"/>
                  </a:lnTo>
                  <a:lnTo>
                    <a:pt x="1660105" y="221043"/>
                  </a:lnTo>
                  <a:lnTo>
                    <a:pt x="1988121" y="1002068"/>
                  </a:lnTo>
                  <a:lnTo>
                    <a:pt x="1992541" y="1009319"/>
                  </a:lnTo>
                  <a:lnTo>
                    <a:pt x="1998687" y="1014742"/>
                  </a:lnTo>
                  <a:lnTo>
                    <a:pt x="2006028" y="1018146"/>
                  </a:lnTo>
                  <a:lnTo>
                    <a:pt x="2014093" y="1019327"/>
                  </a:lnTo>
                  <a:lnTo>
                    <a:pt x="2017725" y="1019327"/>
                  </a:lnTo>
                  <a:lnTo>
                    <a:pt x="2021408" y="1018628"/>
                  </a:lnTo>
                  <a:lnTo>
                    <a:pt x="2024976" y="1017117"/>
                  </a:lnTo>
                  <a:lnTo>
                    <a:pt x="2034222" y="1010843"/>
                  </a:lnTo>
                  <a:lnTo>
                    <a:pt x="2040128" y="1001814"/>
                  </a:lnTo>
                  <a:lnTo>
                    <a:pt x="2042223" y="991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784018" y="7084208"/>
              <a:ext cx="372110" cy="375920"/>
            </a:xfrm>
            <a:custGeom>
              <a:avLst/>
              <a:gdLst/>
              <a:ahLst/>
              <a:cxnLst/>
              <a:rect l="l" t="t" r="r" b="b"/>
              <a:pathLst>
                <a:path w="372109" h="375920">
                  <a:moveTo>
                    <a:pt x="193878" y="355600"/>
                  </a:moveTo>
                  <a:lnTo>
                    <a:pt x="169094" y="355600"/>
                  </a:lnTo>
                  <a:lnTo>
                    <a:pt x="171083" y="360680"/>
                  </a:lnTo>
                  <a:lnTo>
                    <a:pt x="176245" y="375920"/>
                  </a:lnTo>
                  <a:lnTo>
                    <a:pt x="179355" y="375920"/>
                  </a:lnTo>
                  <a:lnTo>
                    <a:pt x="182632" y="374650"/>
                  </a:lnTo>
                  <a:lnTo>
                    <a:pt x="186852" y="368300"/>
                  </a:lnTo>
                  <a:lnTo>
                    <a:pt x="190955" y="361950"/>
                  </a:lnTo>
                  <a:lnTo>
                    <a:pt x="193878" y="355600"/>
                  </a:lnTo>
                  <a:close/>
                </a:path>
                <a:path w="372109" h="375920">
                  <a:moveTo>
                    <a:pt x="217676" y="355600"/>
                  </a:moveTo>
                  <a:lnTo>
                    <a:pt x="193878" y="355600"/>
                  </a:lnTo>
                  <a:lnTo>
                    <a:pt x="196716" y="361950"/>
                  </a:lnTo>
                  <a:lnTo>
                    <a:pt x="203972" y="374650"/>
                  </a:lnTo>
                  <a:lnTo>
                    <a:pt x="207166" y="375920"/>
                  </a:lnTo>
                  <a:lnTo>
                    <a:pt x="210107" y="373380"/>
                  </a:lnTo>
                  <a:lnTo>
                    <a:pt x="213438" y="367030"/>
                  </a:lnTo>
                  <a:lnTo>
                    <a:pt x="216463" y="359410"/>
                  </a:lnTo>
                  <a:lnTo>
                    <a:pt x="217676" y="355600"/>
                  </a:lnTo>
                  <a:close/>
                </a:path>
                <a:path w="372109" h="375920">
                  <a:moveTo>
                    <a:pt x="159225" y="350520"/>
                  </a:moveTo>
                  <a:lnTo>
                    <a:pt x="144697" y="350520"/>
                  </a:lnTo>
                  <a:lnTo>
                    <a:pt x="145775" y="356870"/>
                  </a:lnTo>
                  <a:lnTo>
                    <a:pt x="148738" y="372110"/>
                  </a:lnTo>
                  <a:lnTo>
                    <a:pt x="151702" y="373380"/>
                  </a:lnTo>
                  <a:lnTo>
                    <a:pt x="155229" y="372110"/>
                  </a:lnTo>
                  <a:lnTo>
                    <a:pt x="160241" y="367030"/>
                  </a:lnTo>
                  <a:lnTo>
                    <a:pt x="165331" y="360680"/>
                  </a:lnTo>
                  <a:lnTo>
                    <a:pt x="169094" y="355600"/>
                  </a:lnTo>
                  <a:lnTo>
                    <a:pt x="217676" y="355600"/>
                  </a:lnTo>
                  <a:lnTo>
                    <a:pt x="218485" y="353060"/>
                  </a:lnTo>
                  <a:lnTo>
                    <a:pt x="169900" y="353060"/>
                  </a:lnTo>
                  <a:lnTo>
                    <a:pt x="167408" y="351790"/>
                  </a:lnTo>
                  <a:lnTo>
                    <a:pt x="159225" y="350520"/>
                  </a:lnTo>
                  <a:close/>
                </a:path>
                <a:path w="372109" h="375920">
                  <a:moveTo>
                    <a:pt x="215721" y="349250"/>
                  </a:moveTo>
                  <a:lnTo>
                    <a:pt x="199449" y="351790"/>
                  </a:lnTo>
                  <a:lnTo>
                    <a:pt x="194297" y="353060"/>
                  </a:lnTo>
                  <a:lnTo>
                    <a:pt x="218485" y="353060"/>
                  </a:lnTo>
                  <a:lnTo>
                    <a:pt x="222056" y="358140"/>
                  </a:lnTo>
                  <a:lnTo>
                    <a:pt x="231259" y="370840"/>
                  </a:lnTo>
                  <a:lnTo>
                    <a:pt x="237867" y="369570"/>
                  </a:lnTo>
                  <a:lnTo>
                    <a:pt x="241615" y="353060"/>
                  </a:lnTo>
                  <a:lnTo>
                    <a:pt x="241917" y="350520"/>
                  </a:lnTo>
                  <a:lnTo>
                    <a:pt x="218516" y="350520"/>
                  </a:lnTo>
                  <a:lnTo>
                    <a:pt x="215721" y="349250"/>
                  </a:lnTo>
                  <a:close/>
                </a:path>
                <a:path w="372109" h="375920">
                  <a:moveTo>
                    <a:pt x="131710" y="342900"/>
                  </a:moveTo>
                  <a:lnTo>
                    <a:pt x="121210" y="342900"/>
                  </a:lnTo>
                  <a:lnTo>
                    <a:pt x="121378" y="349250"/>
                  </a:lnTo>
                  <a:lnTo>
                    <a:pt x="122069" y="364490"/>
                  </a:lnTo>
                  <a:lnTo>
                    <a:pt x="124812" y="365760"/>
                  </a:lnTo>
                  <a:lnTo>
                    <a:pt x="128539" y="365760"/>
                  </a:lnTo>
                  <a:lnTo>
                    <a:pt x="134248" y="360680"/>
                  </a:lnTo>
                  <a:lnTo>
                    <a:pt x="140210" y="355600"/>
                  </a:lnTo>
                  <a:lnTo>
                    <a:pt x="144697" y="350520"/>
                  </a:lnTo>
                  <a:lnTo>
                    <a:pt x="159225" y="350520"/>
                  </a:lnTo>
                  <a:lnTo>
                    <a:pt x="151042" y="349250"/>
                  </a:lnTo>
                  <a:lnTo>
                    <a:pt x="145869" y="347980"/>
                  </a:lnTo>
                  <a:lnTo>
                    <a:pt x="143608" y="346710"/>
                  </a:lnTo>
                  <a:lnTo>
                    <a:pt x="131710" y="342900"/>
                  </a:lnTo>
                  <a:close/>
                </a:path>
                <a:path w="372109" h="375920">
                  <a:moveTo>
                    <a:pt x="264957" y="346710"/>
                  </a:moveTo>
                  <a:lnTo>
                    <a:pt x="242369" y="346710"/>
                  </a:lnTo>
                  <a:lnTo>
                    <a:pt x="246620" y="350520"/>
                  </a:lnTo>
                  <a:lnTo>
                    <a:pt x="257562" y="361950"/>
                  </a:lnTo>
                  <a:lnTo>
                    <a:pt x="264044" y="360680"/>
                  </a:lnTo>
                  <a:lnTo>
                    <a:pt x="264957" y="346710"/>
                  </a:lnTo>
                  <a:close/>
                </a:path>
                <a:path w="372109" h="375920">
                  <a:moveTo>
                    <a:pt x="105755" y="331470"/>
                  </a:moveTo>
                  <a:lnTo>
                    <a:pt x="99180" y="331470"/>
                  </a:lnTo>
                  <a:lnTo>
                    <a:pt x="98426" y="337820"/>
                  </a:lnTo>
                  <a:lnTo>
                    <a:pt x="96834" y="353060"/>
                  </a:lnTo>
                  <a:lnTo>
                    <a:pt x="99284" y="355600"/>
                  </a:lnTo>
                  <a:lnTo>
                    <a:pt x="103112" y="354330"/>
                  </a:lnTo>
                  <a:lnTo>
                    <a:pt x="109380" y="351790"/>
                  </a:lnTo>
                  <a:lnTo>
                    <a:pt x="116081" y="346710"/>
                  </a:lnTo>
                  <a:lnTo>
                    <a:pt x="121210" y="342900"/>
                  </a:lnTo>
                  <a:lnTo>
                    <a:pt x="131710" y="342900"/>
                  </a:lnTo>
                  <a:lnTo>
                    <a:pt x="127744" y="341630"/>
                  </a:lnTo>
                  <a:lnTo>
                    <a:pt x="122729" y="340360"/>
                  </a:lnTo>
                  <a:lnTo>
                    <a:pt x="120750" y="339090"/>
                  </a:lnTo>
                  <a:lnTo>
                    <a:pt x="105755" y="331470"/>
                  </a:lnTo>
                  <a:close/>
                </a:path>
                <a:path w="372109" h="375920">
                  <a:moveTo>
                    <a:pt x="191617" y="351790"/>
                  </a:moveTo>
                  <a:lnTo>
                    <a:pt x="175125" y="353060"/>
                  </a:lnTo>
                  <a:lnTo>
                    <a:pt x="194297" y="353060"/>
                  </a:lnTo>
                  <a:lnTo>
                    <a:pt x="191617" y="351790"/>
                  </a:lnTo>
                  <a:close/>
                </a:path>
                <a:path w="372109" h="375920">
                  <a:moveTo>
                    <a:pt x="168183" y="1270"/>
                  </a:moveTo>
                  <a:lnTo>
                    <a:pt x="164979" y="1270"/>
                  </a:lnTo>
                  <a:lnTo>
                    <a:pt x="162035" y="3810"/>
                  </a:lnTo>
                  <a:lnTo>
                    <a:pt x="158696" y="10160"/>
                  </a:lnTo>
                  <a:lnTo>
                    <a:pt x="155664" y="17780"/>
                  </a:lnTo>
                  <a:lnTo>
                    <a:pt x="153639" y="24130"/>
                  </a:lnTo>
                  <a:lnTo>
                    <a:pt x="202213" y="24130"/>
                  </a:lnTo>
                  <a:lnTo>
                    <a:pt x="204684" y="25400"/>
                  </a:lnTo>
                  <a:lnTo>
                    <a:pt x="220611" y="27940"/>
                  </a:lnTo>
                  <a:lnTo>
                    <a:pt x="226024" y="27940"/>
                  </a:lnTo>
                  <a:lnTo>
                    <a:pt x="228506" y="30480"/>
                  </a:lnTo>
                  <a:lnTo>
                    <a:pt x="244118" y="34290"/>
                  </a:lnTo>
                  <a:lnTo>
                    <a:pt x="249091" y="36830"/>
                  </a:lnTo>
                  <a:lnTo>
                    <a:pt x="251070" y="38100"/>
                  </a:lnTo>
                  <a:lnTo>
                    <a:pt x="266075" y="45720"/>
                  </a:lnTo>
                  <a:lnTo>
                    <a:pt x="270829" y="46990"/>
                  </a:lnTo>
                  <a:lnTo>
                    <a:pt x="272473" y="49530"/>
                  </a:lnTo>
                  <a:lnTo>
                    <a:pt x="286284" y="58420"/>
                  </a:lnTo>
                  <a:lnTo>
                    <a:pt x="290671" y="62230"/>
                  </a:lnTo>
                  <a:lnTo>
                    <a:pt x="291970" y="64770"/>
                  </a:lnTo>
                  <a:lnTo>
                    <a:pt x="304618" y="76200"/>
                  </a:lnTo>
                  <a:lnTo>
                    <a:pt x="308346" y="78740"/>
                  </a:lnTo>
                  <a:lnTo>
                    <a:pt x="309142" y="81280"/>
                  </a:lnTo>
                  <a:lnTo>
                    <a:pt x="319623" y="95250"/>
                  </a:lnTo>
                  <a:lnTo>
                    <a:pt x="322953" y="99060"/>
                  </a:lnTo>
                  <a:lnTo>
                    <a:pt x="323414" y="101600"/>
                  </a:lnTo>
                  <a:lnTo>
                    <a:pt x="331937" y="115570"/>
                  </a:lnTo>
                  <a:lnTo>
                    <a:pt x="334659" y="120650"/>
                  </a:lnTo>
                  <a:lnTo>
                    <a:pt x="334701" y="123190"/>
                  </a:lnTo>
                  <a:lnTo>
                    <a:pt x="341015" y="138430"/>
                  </a:lnTo>
                  <a:lnTo>
                    <a:pt x="343047" y="143510"/>
                  </a:lnTo>
                  <a:lnTo>
                    <a:pt x="342659" y="146050"/>
                  </a:lnTo>
                  <a:lnTo>
                    <a:pt x="346638" y="162560"/>
                  </a:lnTo>
                  <a:lnTo>
                    <a:pt x="347926" y="167640"/>
                  </a:lnTo>
                  <a:lnTo>
                    <a:pt x="347120" y="170180"/>
                  </a:lnTo>
                  <a:lnTo>
                    <a:pt x="348659" y="186690"/>
                  </a:lnTo>
                  <a:lnTo>
                    <a:pt x="349172" y="191770"/>
                  </a:lnTo>
                  <a:lnTo>
                    <a:pt x="347978" y="194310"/>
                  </a:lnTo>
                  <a:lnTo>
                    <a:pt x="346785" y="217170"/>
                  </a:lnTo>
                  <a:lnTo>
                    <a:pt x="345214" y="219710"/>
                  </a:lnTo>
                  <a:lnTo>
                    <a:pt x="340795" y="241300"/>
                  </a:lnTo>
                  <a:lnTo>
                    <a:pt x="338879" y="242570"/>
                  </a:lnTo>
                  <a:lnTo>
                    <a:pt x="333141" y="259080"/>
                  </a:lnTo>
                  <a:lnTo>
                    <a:pt x="331351" y="264160"/>
                  </a:lnTo>
                  <a:lnTo>
                    <a:pt x="329141" y="265430"/>
                  </a:lnTo>
                  <a:lnTo>
                    <a:pt x="321162" y="279400"/>
                  </a:lnTo>
                  <a:lnTo>
                    <a:pt x="318660" y="284480"/>
                  </a:lnTo>
                  <a:lnTo>
                    <a:pt x="316168" y="285750"/>
                  </a:lnTo>
                  <a:lnTo>
                    <a:pt x="305865" y="299720"/>
                  </a:lnTo>
                  <a:lnTo>
                    <a:pt x="302859" y="303530"/>
                  </a:lnTo>
                  <a:lnTo>
                    <a:pt x="300284" y="304800"/>
                  </a:lnTo>
                  <a:lnTo>
                    <a:pt x="288431" y="316230"/>
                  </a:lnTo>
                  <a:lnTo>
                    <a:pt x="284724" y="320040"/>
                  </a:lnTo>
                  <a:lnTo>
                    <a:pt x="281949" y="320040"/>
                  </a:lnTo>
                  <a:lnTo>
                    <a:pt x="268473" y="330200"/>
                  </a:lnTo>
                  <a:lnTo>
                    <a:pt x="264232" y="332740"/>
                  </a:lnTo>
                  <a:lnTo>
                    <a:pt x="261384" y="334010"/>
                  </a:lnTo>
                  <a:lnTo>
                    <a:pt x="246652" y="341630"/>
                  </a:lnTo>
                  <a:lnTo>
                    <a:pt x="242003" y="342900"/>
                  </a:lnTo>
                  <a:lnTo>
                    <a:pt x="239144" y="342900"/>
                  </a:lnTo>
                  <a:lnTo>
                    <a:pt x="218516" y="350520"/>
                  </a:lnTo>
                  <a:lnTo>
                    <a:pt x="241917" y="350520"/>
                  </a:lnTo>
                  <a:lnTo>
                    <a:pt x="242369" y="346710"/>
                  </a:lnTo>
                  <a:lnTo>
                    <a:pt x="264957" y="346710"/>
                  </a:lnTo>
                  <a:lnTo>
                    <a:pt x="265123" y="344170"/>
                  </a:lnTo>
                  <a:lnTo>
                    <a:pt x="265023" y="336550"/>
                  </a:lnTo>
                  <a:lnTo>
                    <a:pt x="264986" y="335280"/>
                  </a:lnTo>
                  <a:lnTo>
                    <a:pt x="287133" y="335280"/>
                  </a:lnTo>
                  <a:lnTo>
                    <a:pt x="286708" y="328930"/>
                  </a:lnTo>
                  <a:lnTo>
                    <a:pt x="285834" y="322580"/>
                  </a:lnTo>
                  <a:lnTo>
                    <a:pt x="308231" y="322580"/>
                  </a:lnTo>
                  <a:lnTo>
                    <a:pt x="307984" y="320040"/>
                  </a:lnTo>
                  <a:lnTo>
                    <a:pt x="306282" y="312420"/>
                  </a:lnTo>
                  <a:lnTo>
                    <a:pt x="304451" y="306070"/>
                  </a:lnTo>
                  <a:lnTo>
                    <a:pt x="327506" y="306070"/>
                  </a:lnTo>
                  <a:lnTo>
                    <a:pt x="326025" y="299720"/>
                  </a:lnTo>
                  <a:lnTo>
                    <a:pt x="323170" y="292100"/>
                  </a:lnTo>
                  <a:lnTo>
                    <a:pt x="320430" y="287020"/>
                  </a:lnTo>
                  <a:lnTo>
                    <a:pt x="343763" y="287020"/>
                  </a:lnTo>
                  <a:lnTo>
                    <a:pt x="343710" y="284480"/>
                  </a:lnTo>
                  <a:lnTo>
                    <a:pt x="340935" y="278130"/>
                  </a:lnTo>
                  <a:lnTo>
                    <a:pt x="336989" y="270510"/>
                  </a:lnTo>
                  <a:lnTo>
                    <a:pt x="333392" y="265430"/>
                  </a:lnTo>
                  <a:lnTo>
                    <a:pt x="354858" y="265430"/>
                  </a:lnTo>
                  <a:lnTo>
                    <a:pt x="356743" y="262890"/>
                  </a:lnTo>
                  <a:lnTo>
                    <a:pt x="356085" y="259080"/>
                  </a:lnTo>
                  <a:lnTo>
                    <a:pt x="352357" y="254000"/>
                  </a:lnTo>
                  <a:lnTo>
                    <a:pt x="347397" y="247650"/>
                  </a:lnTo>
                  <a:lnTo>
                    <a:pt x="343047" y="242570"/>
                  </a:lnTo>
                  <a:lnTo>
                    <a:pt x="349172" y="241300"/>
                  </a:lnTo>
                  <a:lnTo>
                    <a:pt x="364386" y="240030"/>
                  </a:lnTo>
                  <a:lnTo>
                    <a:pt x="365873" y="236220"/>
                  </a:lnTo>
                  <a:lnTo>
                    <a:pt x="364666" y="233680"/>
                  </a:lnTo>
                  <a:lnTo>
                    <a:pt x="360106" y="227330"/>
                  </a:lnTo>
                  <a:lnTo>
                    <a:pt x="354270" y="222250"/>
                  </a:lnTo>
                  <a:lnTo>
                    <a:pt x="349235" y="218440"/>
                  </a:lnTo>
                  <a:lnTo>
                    <a:pt x="355214" y="215900"/>
                  </a:lnTo>
                  <a:lnTo>
                    <a:pt x="369946" y="212090"/>
                  </a:lnTo>
                  <a:lnTo>
                    <a:pt x="370983" y="209550"/>
                  </a:lnTo>
                  <a:lnTo>
                    <a:pt x="369251" y="205740"/>
                  </a:lnTo>
                  <a:lnTo>
                    <a:pt x="363944" y="200660"/>
                  </a:lnTo>
                  <a:lnTo>
                    <a:pt x="357345" y="196850"/>
                  </a:lnTo>
                  <a:lnTo>
                    <a:pt x="351737" y="193040"/>
                  </a:lnTo>
                  <a:lnTo>
                    <a:pt x="371391" y="184150"/>
                  </a:lnTo>
                  <a:lnTo>
                    <a:pt x="371957" y="181610"/>
                  </a:lnTo>
                  <a:lnTo>
                    <a:pt x="369737" y="177800"/>
                  </a:lnTo>
                  <a:lnTo>
                    <a:pt x="363799" y="173990"/>
                  </a:lnTo>
                  <a:lnTo>
                    <a:pt x="356586" y="170180"/>
                  </a:lnTo>
                  <a:lnTo>
                    <a:pt x="350544" y="167640"/>
                  </a:lnTo>
                  <a:lnTo>
                    <a:pt x="355727" y="165100"/>
                  </a:lnTo>
                  <a:lnTo>
                    <a:pt x="368690" y="156210"/>
                  </a:lnTo>
                  <a:lnTo>
                    <a:pt x="368878" y="149860"/>
                  </a:lnTo>
                  <a:lnTo>
                    <a:pt x="352114" y="144780"/>
                  </a:lnTo>
                  <a:lnTo>
                    <a:pt x="345675" y="143510"/>
                  </a:lnTo>
                  <a:lnTo>
                    <a:pt x="350324" y="139700"/>
                  </a:lnTo>
                  <a:lnTo>
                    <a:pt x="361905" y="129540"/>
                  </a:lnTo>
                  <a:lnTo>
                    <a:pt x="361109" y="121920"/>
                  </a:lnTo>
                  <a:lnTo>
                    <a:pt x="343780" y="119380"/>
                  </a:lnTo>
                  <a:lnTo>
                    <a:pt x="337235" y="119380"/>
                  </a:lnTo>
                  <a:lnTo>
                    <a:pt x="341246" y="115570"/>
                  </a:lnTo>
                  <a:lnTo>
                    <a:pt x="351193" y="102870"/>
                  </a:lnTo>
                  <a:lnTo>
                    <a:pt x="349777" y="97790"/>
                  </a:lnTo>
                  <a:lnTo>
                    <a:pt x="325403" y="97790"/>
                  </a:lnTo>
                  <a:lnTo>
                    <a:pt x="328702" y="92710"/>
                  </a:lnTo>
                  <a:lnTo>
                    <a:pt x="336775" y="78740"/>
                  </a:lnTo>
                  <a:lnTo>
                    <a:pt x="336120" y="77470"/>
                  </a:lnTo>
                  <a:lnTo>
                    <a:pt x="310472" y="77470"/>
                  </a:lnTo>
                  <a:lnTo>
                    <a:pt x="312995" y="72390"/>
                  </a:lnTo>
                  <a:lnTo>
                    <a:pt x="317986" y="59690"/>
                  </a:lnTo>
                  <a:lnTo>
                    <a:pt x="292755" y="59690"/>
                  </a:lnTo>
                  <a:lnTo>
                    <a:pt x="294409" y="54610"/>
                  </a:lnTo>
                  <a:lnTo>
                    <a:pt x="296639" y="45720"/>
                  </a:lnTo>
                  <a:lnTo>
                    <a:pt x="272640" y="45720"/>
                  </a:lnTo>
                  <a:lnTo>
                    <a:pt x="273394" y="39370"/>
                  </a:lnTo>
                  <a:lnTo>
                    <a:pt x="273921" y="34290"/>
                  </a:lnTo>
                  <a:lnTo>
                    <a:pt x="250599" y="34290"/>
                  </a:lnTo>
                  <a:lnTo>
                    <a:pt x="250421" y="27940"/>
                  </a:lnTo>
                  <a:lnTo>
                    <a:pt x="250304" y="25400"/>
                  </a:lnTo>
                  <a:lnTo>
                    <a:pt x="227364" y="25400"/>
                  </a:lnTo>
                  <a:lnTo>
                    <a:pt x="226686" y="21590"/>
                  </a:lnTo>
                  <a:lnTo>
                    <a:pt x="178245" y="21590"/>
                  </a:lnTo>
                  <a:lnTo>
                    <a:pt x="175418" y="15240"/>
                  </a:lnTo>
                  <a:lnTo>
                    <a:pt x="168183" y="1270"/>
                  </a:lnTo>
                  <a:close/>
                </a:path>
                <a:path w="372109" h="375920">
                  <a:moveTo>
                    <a:pt x="287133" y="335280"/>
                  </a:moveTo>
                  <a:lnTo>
                    <a:pt x="264986" y="335280"/>
                  </a:lnTo>
                  <a:lnTo>
                    <a:pt x="269845" y="339090"/>
                  </a:lnTo>
                  <a:lnTo>
                    <a:pt x="282274" y="349250"/>
                  </a:lnTo>
                  <a:lnTo>
                    <a:pt x="285321" y="347980"/>
                  </a:lnTo>
                  <a:lnTo>
                    <a:pt x="286909" y="344170"/>
                  </a:lnTo>
                  <a:lnTo>
                    <a:pt x="287115" y="339090"/>
                  </a:lnTo>
                  <a:lnTo>
                    <a:pt x="287133" y="335280"/>
                  </a:lnTo>
                  <a:close/>
                </a:path>
                <a:path w="372109" h="375920">
                  <a:moveTo>
                    <a:pt x="83358" y="316230"/>
                  </a:moveTo>
                  <a:lnTo>
                    <a:pt x="79086" y="316230"/>
                  </a:lnTo>
                  <a:lnTo>
                    <a:pt x="77432" y="322580"/>
                  </a:lnTo>
                  <a:lnTo>
                    <a:pt x="73589" y="337820"/>
                  </a:lnTo>
                  <a:lnTo>
                    <a:pt x="75694" y="340360"/>
                  </a:lnTo>
                  <a:lnTo>
                    <a:pt x="79516" y="340360"/>
                  </a:lnTo>
                  <a:lnTo>
                    <a:pt x="86180" y="337820"/>
                  </a:lnTo>
                  <a:lnTo>
                    <a:pt x="93472" y="334010"/>
                  </a:lnTo>
                  <a:lnTo>
                    <a:pt x="99180" y="331470"/>
                  </a:lnTo>
                  <a:lnTo>
                    <a:pt x="105755" y="331470"/>
                  </a:lnTo>
                  <a:lnTo>
                    <a:pt x="101002" y="328930"/>
                  </a:lnTo>
                  <a:lnTo>
                    <a:pt x="99358" y="327660"/>
                  </a:lnTo>
                  <a:lnTo>
                    <a:pt x="85547" y="317500"/>
                  </a:lnTo>
                  <a:lnTo>
                    <a:pt x="83358" y="316230"/>
                  </a:lnTo>
                  <a:close/>
                </a:path>
                <a:path w="372109" h="375920">
                  <a:moveTo>
                    <a:pt x="308231" y="322580"/>
                  </a:moveTo>
                  <a:lnTo>
                    <a:pt x="285834" y="322580"/>
                  </a:lnTo>
                  <a:lnTo>
                    <a:pt x="291268" y="325120"/>
                  </a:lnTo>
                  <a:lnTo>
                    <a:pt x="304849" y="332740"/>
                  </a:lnTo>
                  <a:lnTo>
                    <a:pt x="307676" y="331470"/>
                  </a:lnTo>
                  <a:lnTo>
                    <a:pt x="308726" y="327660"/>
                  </a:lnTo>
                  <a:lnTo>
                    <a:pt x="308231" y="322580"/>
                  </a:lnTo>
                  <a:close/>
                </a:path>
                <a:path w="372109" h="375920">
                  <a:moveTo>
                    <a:pt x="66001" y="299720"/>
                  </a:moveTo>
                  <a:lnTo>
                    <a:pt x="61380" y="299720"/>
                  </a:lnTo>
                  <a:lnTo>
                    <a:pt x="58856" y="304800"/>
                  </a:lnTo>
                  <a:lnTo>
                    <a:pt x="52846" y="318770"/>
                  </a:lnTo>
                  <a:lnTo>
                    <a:pt x="54574" y="321310"/>
                  </a:lnTo>
                  <a:lnTo>
                    <a:pt x="58321" y="322580"/>
                  </a:lnTo>
                  <a:lnTo>
                    <a:pt x="65251" y="321310"/>
                  </a:lnTo>
                  <a:lnTo>
                    <a:pt x="72971" y="318770"/>
                  </a:lnTo>
                  <a:lnTo>
                    <a:pt x="79086" y="316230"/>
                  </a:lnTo>
                  <a:lnTo>
                    <a:pt x="83358" y="316230"/>
                  </a:lnTo>
                  <a:lnTo>
                    <a:pt x="81170" y="314960"/>
                  </a:lnTo>
                  <a:lnTo>
                    <a:pt x="79871" y="312420"/>
                  </a:lnTo>
                  <a:lnTo>
                    <a:pt x="67244" y="300990"/>
                  </a:lnTo>
                  <a:lnTo>
                    <a:pt x="66001" y="299720"/>
                  </a:lnTo>
                  <a:close/>
                </a:path>
                <a:path w="372109" h="375920">
                  <a:moveTo>
                    <a:pt x="327506" y="306070"/>
                  </a:moveTo>
                  <a:lnTo>
                    <a:pt x="304451" y="306070"/>
                  </a:lnTo>
                  <a:lnTo>
                    <a:pt x="310273" y="307340"/>
                  </a:lnTo>
                  <a:lnTo>
                    <a:pt x="324744" y="312420"/>
                  </a:lnTo>
                  <a:lnTo>
                    <a:pt x="327309" y="311150"/>
                  </a:lnTo>
                  <a:lnTo>
                    <a:pt x="327802" y="307340"/>
                  </a:lnTo>
                  <a:lnTo>
                    <a:pt x="327506" y="306070"/>
                  </a:lnTo>
                  <a:close/>
                </a:path>
                <a:path w="372109" h="375920">
                  <a:moveTo>
                    <a:pt x="17193" y="110490"/>
                  </a:moveTo>
                  <a:lnTo>
                    <a:pt x="15297" y="113030"/>
                  </a:lnTo>
                  <a:lnTo>
                    <a:pt x="15951" y="116840"/>
                  </a:lnTo>
                  <a:lnTo>
                    <a:pt x="19673" y="123190"/>
                  </a:lnTo>
                  <a:lnTo>
                    <a:pt x="24626" y="129540"/>
                  </a:lnTo>
                  <a:lnTo>
                    <a:pt x="28972" y="134620"/>
                  </a:lnTo>
                  <a:lnTo>
                    <a:pt x="22837" y="134620"/>
                  </a:lnTo>
                  <a:lnTo>
                    <a:pt x="7622" y="137160"/>
                  </a:lnTo>
                  <a:lnTo>
                    <a:pt x="6135" y="139700"/>
                  </a:lnTo>
                  <a:lnTo>
                    <a:pt x="7339" y="143510"/>
                  </a:lnTo>
                  <a:lnTo>
                    <a:pt x="11893" y="148590"/>
                  </a:lnTo>
                  <a:lnTo>
                    <a:pt x="17725" y="154940"/>
                  </a:lnTo>
                  <a:lnTo>
                    <a:pt x="22763" y="158750"/>
                  </a:lnTo>
                  <a:lnTo>
                    <a:pt x="16774" y="160020"/>
                  </a:lnTo>
                  <a:lnTo>
                    <a:pt x="2041" y="165100"/>
                  </a:lnTo>
                  <a:lnTo>
                    <a:pt x="1005" y="167640"/>
                  </a:lnTo>
                  <a:lnTo>
                    <a:pt x="2735" y="171450"/>
                  </a:lnTo>
                  <a:lnTo>
                    <a:pt x="8037" y="175260"/>
                  </a:lnTo>
                  <a:lnTo>
                    <a:pt x="14629" y="180340"/>
                  </a:lnTo>
                  <a:lnTo>
                    <a:pt x="20229" y="184150"/>
                  </a:lnTo>
                  <a:lnTo>
                    <a:pt x="575" y="193040"/>
                  </a:lnTo>
                  <a:lnTo>
                    <a:pt x="0" y="195580"/>
                  </a:lnTo>
                  <a:lnTo>
                    <a:pt x="2219" y="199390"/>
                  </a:lnTo>
                  <a:lnTo>
                    <a:pt x="8156" y="203200"/>
                  </a:lnTo>
                  <a:lnTo>
                    <a:pt x="15366" y="205740"/>
                  </a:lnTo>
                  <a:lnTo>
                    <a:pt x="21402" y="208280"/>
                  </a:lnTo>
                  <a:lnTo>
                    <a:pt x="16208" y="212090"/>
                  </a:lnTo>
                  <a:lnTo>
                    <a:pt x="3256" y="220980"/>
                  </a:lnTo>
                  <a:lnTo>
                    <a:pt x="3047" y="227330"/>
                  </a:lnTo>
                  <a:lnTo>
                    <a:pt x="19810" y="232410"/>
                  </a:lnTo>
                  <a:lnTo>
                    <a:pt x="26250" y="233680"/>
                  </a:lnTo>
                  <a:lnTo>
                    <a:pt x="21590" y="237490"/>
                  </a:lnTo>
                  <a:lnTo>
                    <a:pt x="10010" y="247650"/>
                  </a:lnTo>
                  <a:lnTo>
                    <a:pt x="10795" y="254000"/>
                  </a:lnTo>
                  <a:lnTo>
                    <a:pt x="28114" y="256540"/>
                  </a:lnTo>
                  <a:lnTo>
                    <a:pt x="34669" y="256540"/>
                  </a:lnTo>
                  <a:lnTo>
                    <a:pt x="30648" y="261620"/>
                  </a:lnTo>
                  <a:lnTo>
                    <a:pt x="20690" y="273050"/>
                  </a:lnTo>
                  <a:lnTo>
                    <a:pt x="22449" y="279400"/>
                  </a:lnTo>
                  <a:lnTo>
                    <a:pt x="46469" y="279400"/>
                  </a:lnTo>
                  <a:lnTo>
                    <a:pt x="43171" y="284480"/>
                  </a:lnTo>
                  <a:lnTo>
                    <a:pt x="35077" y="297180"/>
                  </a:lnTo>
                  <a:lnTo>
                    <a:pt x="36396" y="300990"/>
                  </a:lnTo>
                  <a:lnTo>
                    <a:pt x="39982" y="302260"/>
                  </a:lnTo>
                  <a:lnTo>
                    <a:pt x="47019" y="300990"/>
                  </a:lnTo>
                  <a:lnTo>
                    <a:pt x="54991" y="300990"/>
                  </a:lnTo>
                  <a:lnTo>
                    <a:pt x="61380" y="299720"/>
                  </a:lnTo>
                  <a:lnTo>
                    <a:pt x="66001" y="299720"/>
                  </a:lnTo>
                  <a:lnTo>
                    <a:pt x="63516" y="297180"/>
                  </a:lnTo>
                  <a:lnTo>
                    <a:pt x="62720" y="294640"/>
                  </a:lnTo>
                  <a:lnTo>
                    <a:pt x="52249" y="281940"/>
                  </a:lnTo>
                  <a:lnTo>
                    <a:pt x="48930" y="278130"/>
                  </a:lnTo>
                  <a:lnTo>
                    <a:pt x="48469" y="275590"/>
                  </a:lnTo>
                  <a:lnTo>
                    <a:pt x="39956" y="260350"/>
                  </a:lnTo>
                  <a:lnTo>
                    <a:pt x="37244" y="256540"/>
                  </a:lnTo>
                  <a:lnTo>
                    <a:pt x="37203" y="254000"/>
                  </a:lnTo>
                  <a:lnTo>
                    <a:pt x="30899" y="238760"/>
                  </a:lnTo>
                  <a:lnTo>
                    <a:pt x="28878" y="233680"/>
                  </a:lnTo>
                  <a:lnTo>
                    <a:pt x="29266" y="229870"/>
                  </a:lnTo>
                  <a:lnTo>
                    <a:pt x="25308" y="214630"/>
                  </a:lnTo>
                  <a:lnTo>
                    <a:pt x="24020" y="209550"/>
                  </a:lnTo>
                  <a:lnTo>
                    <a:pt x="24826" y="205740"/>
                  </a:lnTo>
                  <a:lnTo>
                    <a:pt x="23308" y="189230"/>
                  </a:lnTo>
                  <a:lnTo>
                    <a:pt x="22795" y="184150"/>
                  </a:lnTo>
                  <a:lnTo>
                    <a:pt x="23999" y="181610"/>
                  </a:lnTo>
                  <a:lnTo>
                    <a:pt x="25203" y="160020"/>
                  </a:lnTo>
                  <a:lnTo>
                    <a:pt x="26784" y="157480"/>
                  </a:lnTo>
                  <a:lnTo>
                    <a:pt x="31213" y="135890"/>
                  </a:lnTo>
                  <a:lnTo>
                    <a:pt x="33129" y="133350"/>
                  </a:lnTo>
                  <a:lnTo>
                    <a:pt x="38888" y="118110"/>
                  </a:lnTo>
                  <a:lnTo>
                    <a:pt x="40689" y="113030"/>
                  </a:lnTo>
                  <a:lnTo>
                    <a:pt x="42899" y="111760"/>
                  </a:lnTo>
                  <a:lnTo>
                    <a:pt x="32470" y="111760"/>
                  </a:lnTo>
                  <a:lnTo>
                    <a:pt x="17193" y="110490"/>
                  </a:lnTo>
                  <a:close/>
                </a:path>
                <a:path w="372109" h="375920">
                  <a:moveTo>
                    <a:pt x="343763" y="287020"/>
                  </a:moveTo>
                  <a:lnTo>
                    <a:pt x="320430" y="287020"/>
                  </a:lnTo>
                  <a:lnTo>
                    <a:pt x="326492" y="288290"/>
                  </a:lnTo>
                  <a:lnTo>
                    <a:pt x="341539" y="290830"/>
                  </a:lnTo>
                  <a:lnTo>
                    <a:pt x="343790" y="288290"/>
                  </a:lnTo>
                  <a:lnTo>
                    <a:pt x="343763" y="287020"/>
                  </a:lnTo>
                  <a:close/>
                </a:path>
                <a:path w="372109" h="375920">
                  <a:moveTo>
                    <a:pt x="30522" y="86360"/>
                  </a:moveTo>
                  <a:lnTo>
                    <a:pt x="28271" y="88900"/>
                  </a:lnTo>
                  <a:lnTo>
                    <a:pt x="28349" y="92710"/>
                  </a:lnTo>
                  <a:lnTo>
                    <a:pt x="31119" y="99060"/>
                  </a:lnTo>
                  <a:lnTo>
                    <a:pt x="35059" y="105410"/>
                  </a:lnTo>
                  <a:lnTo>
                    <a:pt x="38648" y="111760"/>
                  </a:lnTo>
                  <a:lnTo>
                    <a:pt x="42899" y="111760"/>
                  </a:lnTo>
                  <a:lnTo>
                    <a:pt x="50898" y="96520"/>
                  </a:lnTo>
                  <a:lnTo>
                    <a:pt x="53401" y="92710"/>
                  </a:lnTo>
                  <a:lnTo>
                    <a:pt x="55893" y="90170"/>
                  </a:lnTo>
                  <a:lnTo>
                    <a:pt x="51631" y="90170"/>
                  </a:lnTo>
                  <a:lnTo>
                    <a:pt x="45569" y="88900"/>
                  </a:lnTo>
                  <a:lnTo>
                    <a:pt x="30522" y="86360"/>
                  </a:lnTo>
                  <a:close/>
                </a:path>
                <a:path w="372109" h="375920">
                  <a:moveTo>
                    <a:pt x="349423" y="96520"/>
                  </a:moveTo>
                  <a:lnTo>
                    <a:pt x="331927" y="96520"/>
                  </a:lnTo>
                  <a:lnTo>
                    <a:pt x="325403" y="97790"/>
                  </a:lnTo>
                  <a:lnTo>
                    <a:pt x="349777" y="97790"/>
                  </a:lnTo>
                  <a:lnTo>
                    <a:pt x="349423" y="96520"/>
                  </a:lnTo>
                  <a:close/>
                </a:path>
                <a:path w="372109" h="375920">
                  <a:moveTo>
                    <a:pt x="47338" y="63500"/>
                  </a:moveTo>
                  <a:lnTo>
                    <a:pt x="44773" y="66040"/>
                  </a:lnTo>
                  <a:lnTo>
                    <a:pt x="44282" y="69850"/>
                  </a:lnTo>
                  <a:lnTo>
                    <a:pt x="46054" y="76200"/>
                  </a:lnTo>
                  <a:lnTo>
                    <a:pt x="48900" y="83820"/>
                  </a:lnTo>
                  <a:lnTo>
                    <a:pt x="51631" y="90170"/>
                  </a:lnTo>
                  <a:lnTo>
                    <a:pt x="55893" y="90170"/>
                  </a:lnTo>
                  <a:lnTo>
                    <a:pt x="66207" y="77470"/>
                  </a:lnTo>
                  <a:lnTo>
                    <a:pt x="69212" y="73660"/>
                  </a:lnTo>
                  <a:lnTo>
                    <a:pt x="71798" y="72390"/>
                  </a:lnTo>
                  <a:lnTo>
                    <a:pt x="73117" y="71120"/>
                  </a:lnTo>
                  <a:lnTo>
                    <a:pt x="67620" y="71120"/>
                  </a:lnTo>
                  <a:lnTo>
                    <a:pt x="61809" y="68580"/>
                  </a:lnTo>
                  <a:lnTo>
                    <a:pt x="47338" y="63500"/>
                  </a:lnTo>
                  <a:close/>
                </a:path>
                <a:path w="372109" h="375920">
                  <a:moveTo>
                    <a:pt x="331874" y="74930"/>
                  </a:moveTo>
                  <a:lnTo>
                    <a:pt x="324834" y="74930"/>
                  </a:lnTo>
                  <a:lnTo>
                    <a:pt x="316861" y="76200"/>
                  </a:lnTo>
                  <a:lnTo>
                    <a:pt x="310472" y="77470"/>
                  </a:lnTo>
                  <a:lnTo>
                    <a:pt x="336120" y="77470"/>
                  </a:lnTo>
                  <a:lnTo>
                    <a:pt x="335466" y="76200"/>
                  </a:lnTo>
                  <a:lnTo>
                    <a:pt x="331874" y="74930"/>
                  </a:lnTo>
                  <a:close/>
                </a:path>
                <a:path w="372109" h="375920">
                  <a:moveTo>
                    <a:pt x="67254" y="44450"/>
                  </a:moveTo>
                  <a:lnTo>
                    <a:pt x="64427" y="45720"/>
                  </a:lnTo>
                  <a:lnTo>
                    <a:pt x="63375" y="49530"/>
                  </a:lnTo>
                  <a:lnTo>
                    <a:pt x="64111" y="57150"/>
                  </a:lnTo>
                  <a:lnTo>
                    <a:pt x="65804" y="64770"/>
                  </a:lnTo>
                  <a:lnTo>
                    <a:pt x="67620" y="71120"/>
                  </a:lnTo>
                  <a:lnTo>
                    <a:pt x="73117" y="71120"/>
                  </a:lnTo>
                  <a:lnTo>
                    <a:pt x="83662" y="60960"/>
                  </a:lnTo>
                  <a:lnTo>
                    <a:pt x="87369" y="57150"/>
                  </a:lnTo>
                  <a:lnTo>
                    <a:pt x="90154" y="55880"/>
                  </a:lnTo>
                  <a:lnTo>
                    <a:pt x="92079" y="54610"/>
                  </a:lnTo>
                  <a:lnTo>
                    <a:pt x="86259" y="54610"/>
                  </a:lnTo>
                  <a:lnTo>
                    <a:pt x="80824" y="52070"/>
                  </a:lnTo>
                  <a:lnTo>
                    <a:pt x="67254" y="44450"/>
                  </a:lnTo>
                  <a:close/>
                </a:path>
                <a:path w="372109" h="375920">
                  <a:moveTo>
                    <a:pt x="317257" y="54610"/>
                  </a:moveTo>
                  <a:lnTo>
                    <a:pt x="313511" y="54610"/>
                  </a:lnTo>
                  <a:lnTo>
                    <a:pt x="306584" y="55880"/>
                  </a:lnTo>
                  <a:lnTo>
                    <a:pt x="298869" y="58420"/>
                  </a:lnTo>
                  <a:lnTo>
                    <a:pt x="292755" y="59690"/>
                  </a:lnTo>
                  <a:lnTo>
                    <a:pt x="317986" y="59690"/>
                  </a:lnTo>
                  <a:lnTo>
                    <a:pt x="318985" y="57150"/>
                  </a:lnTo>
                  <a:lnTo>
                    <a:pt x="317257" y="54610"/>
                  </a:lnTo>
                  <a:close/>
                </a:path>
                <a:path w="372109" h="375920">
                  <a:moveTo>
                    <a:pt x="89850" y="27940"/>
                  </a:moveTo>
                  <a:lnTo>
                    <a:pt x="86803" y="29210"/>
                  </a:lnTo>
                  <a:lnTo>
                    <a:pt x="85212" y="33020"/>
                  </a:lnTo>
                  <a:lnTo>
                    <a:pt x="85084" y="35560"/>
                  </a:lnTo>
                  <a:lnTo>
                    <a:pt x="84965" y="40640"/>
                  </a:lnTo>
                  <a:lnTo>
                    <a:pt x="85394" y="48260"/>
                  </a:lnTo>
                  <a:lnTo>
                    <a:pt x="86259" y="54610"/>
                  </a:lnTo>
                  <a:lnTo>
                    <a:pt x="92079" y="54610"/>
                  </a:lnTo>
                  <a:lnTo>
                    <a:pt x="103630" y="46990"/>
                  </a:lnTo>
                  <a:lnTo>
                    <a:pt x="107871" y="43180"/>
                  </a:lnTo>
                  <a:lnTo>
                    <a:pt x="110719" y="43180"/>
                  </a:lnTo>
                  <a:lnTo>
                    <a:pt x="115633" y="40640"/>
                  </a:lnTo>
                  <a:lnTo>
                    <a:pt x="107127" y="40640"/>
                  </a:lnTo>
                  <a:lnTo>
                    <a:pt x="102269" y="36830"/>
                  </a:lnTo>
                  <a:lnTo>
                    <a:pt x="89850" y="27940"/>
                  </a:lnTo>
                  <a:close/>
                </a:path>
                <a:path w="372109" h="375920">
                  <a:moveTo>
                    <a:pt x="296116" y="36830"/>
                  </a:moveTo>
                  <a:lnTo>
                    <a:pt x="292295" y="36830"/>
                  </a:lnTo>
                  <a:lnTo>
                    <a:pt x="285635" y="39370"/>
                  </a:lnTo>
                  <a:lnTo>
                    <a:pt x="278346" y="41910"/>
                  </a:lnTo>
                  <a:lnTo>
                    <a:pt x="272640" y="45720"/>
                  </a:lnTo>
                  <a:lnTo>
                    <a:pt x="296639" y="45720"/>
                  </a:lnTo>
                  <a:lnTo>
                    <a:pt x="298231" y="39370"/>
                  </a:lnTo>
                  <a:lnTo>
                    <a:pt x="296116" y="36830"/>
                  </a:lnTo>
                  <a:close/>
                </a:path>
                <a:path w="372109" h="375920">
                  <a:moveTo>
                    <a:pt x="114561" y="15240"/>
                  </a:moveTo>
                  <a:lnTo>
                    <a:pt x="108080" y="16510"/>
                  </a:lnTo>
                  <a:lnTo>
                    <a:pt x="106991" y="33020"/>
                  </a:lnTo>
                  <a:lnTo>
                    <a:pt x="106951" y="35560"/>
                  </a:lnTo>
                  <a:lnTo>
                    <a:pt x="107127" y="40640"/>
                  </a:lnTo>
                  <a:lnTo>
                    <a:pt x="115633" y="40640"/>
                  </a:lnTo>
                  <a:lnTo>
                    <a:pt x="125462" y="35560"/>
                  </a:lnTo>
                  <a:lnTo>
                    <a:pt x="130121" y="33020"/>
                  </a:lnTo>
                  <a:lnTo>
                    <a:pt x="132969" y="33020"/>
                  </a:lnTo>
                  <a:lnTo>
                    <a:pt x="140812" y="30480"/>
                  </a:lnTo>
                  <a:lnTo>
                    <a:pt x="129755" y="30480"/>
                  </a:lnTo>
                  <a:lnTo>
                    <a:pt x="125504" y="26670"/>
                  </a:lnTo>
                  <a:lnTo>
                    <a:pt x="114561" y="15240"/>
                  </a:lnTo>
                  <a:close/>
                </a:path>
                <a:path w="372109" h="375920">
                  <a:moveTo>
                    <a:pt x="272515" y="21590"/>
                  </a:moveTo>
                  <a:lnTo>
                    <a:pt x="268688" y="21590"/>
                  </a:lnTo>
                  <a:lnTo>
                    <a:pt x="262425" y="25400"/>
                  </a:lnTo>
                  <a:lnTo>
                    <a:pt x="255727" y="30480"/>
                  </a:lnTo>
                  <a:lnTo>
                    <a:pt x="250599" y="34290"/>
                  </a:lnTo>
                  <a:lnTo>
                    <a:pt x="273921" y="34290"/>
                  </a:lnTo>
                  <a:lnTo>
                    <a:pt x="274975" y="24130"/>
                  </a:lnTo>
                  <a:lnTo>
                    <a:pt x="272515" y="21590"/>
                  </a:lnTo>
                  <a:close/>
                </a:path>
                <a:path w="372109" h="375920">
                  <a:moveTo>
                    <a:pt x="140875" y="6350"/>
                  </a:moveTo>
                  <a:lnTo>
                    <a:pt x="134278" y="6350"/>
                  </a:lnTo>
                  <a:lnTo>
                    <a:pt x="130509" y="24130"/>
                  </a:lnTo>
                  <a:lnTo>
                    <a:pt x="129755" y="30480"/>
                  </a:lnTo>
                  <a:lnTo>
                    <a:pt x="140812" y="30480"/>
                  </a:lnTo>
                  <a:lnTo>
                    <a:pt x="148655" y="27940"/>
                  </a:lnTo>
                  <a:lnTo>
                    <a:pt x="153607" y="26670"/>
                  </a:lnTo>
                  <a:lnTo>
                    <a:pt x="156403" y="26670"/>
                  </a:lnTo>
                  <a:lnTo>
                    <a:pt x="172675" y="24130"/>
                  </a:lnTo>
                  <a:lnTo>
                    <a:pt x="153639" y="24130"/>
                  </a:lnTo>
                  <a:lnTo>
                    <a:pt x="150079" y="19050"/>
                  </a:lnTo>
                  <a:lnTo>
                    <a:pt x="140875" y="6350"/>
                  </a:lnTo>
                  <a:close/>
                </a:path>
                <a:path w="372109" h="375920">
                  <a:moveTo>
                    <a:pt x="246987" y="10160"/>
                  </a:moveTo>
                  <a:lnTo>
                    <a:pt x="243348" y="11430"/>
                  </a:lnTo>
                  <a:lnTo>
                    <a:pt x="237776" y="15240"/>
                  </a:lnTo>
                  <a:lnTo>
                    <a:pt x="231904" y="21590"/>
                  </a:lnTo>
                  <a:lnTo>
                    <a:pt x="227364" y="25400"/>
                  </a:lnTo>
                  <a:lnTo>
                    <a:pt x="250304" y="25400"/>
                  </a:lnTo>
                  <a:lnTo>
                    <a:pt x="249720" y="12700"/>
                  </a:lnTo>
                  <a:lnTo>
                    <a:pt x="246987" y="10160"/>
                  </a:lnTo>
                  <a:close/>
                </a:path>
                <a:path w="372109" h="375920">
                  <a:moveTo>
                    <a:pt x="192789" y="0"/>
                  </a:moveTo>
                  <a:lnTo>
                    <a:pt x="189516" y="2540"/>
                  </a:lnTo>
                  <a:lnTo>
                    <a:pt x="185290" y="7620"/>
                  </a:lnTo>
                  <a:lnTo>
                    <a:pt x="181178" y="15240"/>
                  </a:lnTo>
                  <a:lnTo>
                    <a:pt x="178245" y="21590"/>
                  </a:lnTo>
                  <a:lnTo>
                    <a:pt x="203030" y="21590"/>
                  </a:lnTo>
                  <a:lnTo>
                    <a:pt x="201051" y="15240"/>
                  </a:lnTo>
                  <a:lnTo>
                    <a:pt x="195899" y="1270"/>
                  </a:lnTo>
                  <a:lnTo>
                    <a:pt x="192789" y="0"/>
                  </a:lnTo>
                  <a:close/>
                </a:path>
                <a:path w="372109" h="375920">
                  <a:moveTo>
                    <a:pt x="220443" y="3810"/>
                  </a:moveTo>
                  <a:lnTo>
                    <a:pt x="216914" y="5080"/>
                  </a:lnTo>
                  <a:lnTo>
                    <a:pt x="211897" y="10160"/>
                  </a:lnTo>
                  <a:lnTo>
                    <a:pt x="206801" y="16510"/>
                  </a:lnTo>
                  <a:lnTo>
                    <a:pt x="203030" y="21590"/>
                  </a:lnTo>
                  <a:lnTo>
                    <a:pt x="226686" y="21590"/>
                  </a:lnTo>
                  <a:lnTo>
                    <a:pt x="226233" y="19050"/>
                  </a:lnTo>
                  <a:lnTo>
                    <a:pt x="223343" y="5080"/>
                  </a:lnTo>
                  <a:lnTo>
                    <a:pt x="220443" y="38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05609" y="7155192"/>
              <a:ext cx="232464" cy="23495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9803816" y="7107624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329577" y="164782"/>
                  </a:moveTo>
                  <a:lnTo>
                    <a:pt x="323684" y="121031"/>
                  </a:lnTo>
                  <a:lnTo>
                    <a:pt x="307047" y="81673"/>
                  </a:lnTo>
                  <a:lnTo>
                    <a:pt x="297408" y="69215"/>
                  </a:lnTo>
                  <a:lnTo>
                    <a:pt x="297408" y="164782"/>
                  </a:lnTo>
                  <a:lnTo>
                    <a:pt x="291452" y="201612"/>
                  </a:lnTo>
                  <a:lnTo>
                    <a:pt x="290004" y="199288"/>
                  </a:lnTo>
                  <a:lnTo>
                    <a:pt x="283375" y="196138"/>
                  </a:lnTo>
                  <a:lnTo>
                    <a:pt x="283375" y="220687"/>
                  </a:lnTo>
                  <a:lnTo>
                    <a:pt x="271792" y="243065"/>
                  </a:lnTo>
                  <a:lnTo>
                    <a:pt x="243065" y="271792"/>
                  </a:lnTo>
                  <a:lnTo>
                    <a:pt x="206667" y="290639"/>
                  </a:lnTo>
                  <a:lnTo>
                    <a:pt x="164795" y="297408"/>
                  </a:lnTo>
                  <a:lnTo>
                    <a:pt x="164426" y="297357"/>
                  </a:lnTo>
                  <a:lnTo>
                    <a:pt x="170307" y="291363"/>
                  </a:lnTo>
                  <a:lnTo>
                    <a:pt x="175933" y="261200"/>
                  </a:lnTo>
                  <a:lnTo>
                    <a:pt x="180898" y="228396"/>
                  </a:lnTo>
                  <a:lnTo>
                    <a:pt x="191211" y="207848"/>
                  </a:lnTo>
                  <a:lnTo>
                    <a:pt x="215379" y="206717"/>
                  </a:lnTo>
                  <a:lnTo>
                    <a:pt x="249682" y="214845"/>
                  </a:lnTo>
                  <a:lnTo>
                    <a:pt x="281876" y="221221"/>
                  </a:lnTo>
                  <a:lnTo>
                    <a:pt x="283375" y="220687"/>
                  </a:lnTo>
                  <a:lnTo>
                    <a:pt x="283375" y="196138"/>
                  </a:lnTo>
                  <a:lnTo>
                    <a:pt x="259626" y="184810"/>
                  </a:lnTo>
                  <a:lnTo>
                    <a:pt x="226504" y="170154"/>
                  </a:lnTo>
                  <a:lnTo>
                    <a:pt x="208584" y="154076"/>
                  </a:lnTo>
                  <a:lnTo>
                    <a:pt x="216547" y="130657"/>
                  </a:lnTo>
                  <a:lnTo>
                    <a:pt x="238328" y="100342"/>
                  </a:lnTo>
                  <a:lnTo>
                    <a:pt x="257378" y="72110"/>
                  </a:lnTo>
                  <a:lnTo>
                    <a:pt x="271792" y="86512"/>
                  </a:lnTo>
                  <a:lnTo>
                    <a:pt x="290639" y="122910"/>
                  </a:lnTo>
                  <a:lnTo>
                    <a:pt x="297408" y="164782"/>
                  </a:lnTo>
                  <a:lnTo>
                    <a:pt x="297408" y="69215"/>
                  </a:lnTo>
                  <a:lnTo>
                    <a:pt x="281254" y="48310"/>
                  </a:lnTo>
                  <a:lnTo>
                    <a:pt x="260362" y="32156"/>
                  </a:lnTo>
                  <a:lnTo>
                    <a:pt x="247904" y="22529"/>
                  </a:lnTo>
                  <a:lnTo>
                    <a:pt x="240703" y="19494"/>
                  </a:lnTo>
                  <a:lnTo>
                    <a:pt x="240703" y="56565"/>
                  </a:lnTo>
                  <a:lnTo>
                    <a:pt x="217563" y="79540"/>
                  </a:lnTo>
                  <a:lnTo>
                    <a:pt x="193192" y="105295"/>
                  </a:lnTo>
                  <a:lnTo>
                    <a:pt x="172275" y="116801"/>
                  </a:lnTo>
                  <a:lnTo>
                    <a:pt x="152552" y="102565"/>
                  </a:lnTo>
                  <a:lnTo>
                    <a:pt x="150939" y="100444"/>
                  </a:lnTo>
                  <a:lnTo>
                    <a:pt x="150939" y="295173"/>
                  </a:lnTo>
                  <a:lnTo>
                    <a:pt x="86512" y="271792"/>
                  </a:lnTo>
                  <a:lnTo>
                    <a:pt x="57797" y="243065"/>
                  </a:lnTo>
                  <a:lnTo>
                    <a:pt x="38950" y="206654"/>
                  </a:lnTo>
                  <a:lnTo>
                    <a:pt x="38087" y="201383"/>
                  </a:lnTo>
                  <a:lnTo>
                    <a:pt x="45529" y="205435"/>
                  </a:lnTo>
                  <a:lnTo>
                    <a:pt x="76733" y="203581"/>
                  </a:lnTo>
                  <a:lnTo>
                    <a:pt x="110248" y="200279"/>
                  </a:lnTo>
                  <a:lnTo>
                    <a:pt x="133324" y="204698"/>
                  </a:lnTo>
                  <a:lnTo>
                    <a:pt x="141516" y="226377"/>
                  </a:lnTo>
                  <a:lnTo>
                    <a:pt x="143598" y="259397"/>
                  </a:lnTo>
                  <a:lnTo>
                    <a:pt x="146710" y="289890"/>
                  </a:lnTo>
                  <a:lnTo>
                    <a:pt x="150939" y="295173"/>
                  </a:lnTo>
                  <a:lnTo>
                    <a:pt x="150939" y="100444"/>
                  </a:lnTo>
                  <a:lnTo>
                    <a:pt x="130657" y="73710"/>
                  </a:lnTo>
                  <a:lnTo>
                    <a:pt x="128066" y="70523"/>
                  </a:lnTo>
                  <a:lnTo>
                    <a:pt x="128066" y="152336"/>
                  </a:lnTo>
                  <a:lnTo>
                    <a:pt x="108127" y="165290"/>
                  </a:lnTo>
                  <a:lnTo>
                    <a:pt x="73266" y="174117"/>
                  </a:lnTo>
                  <a:lnTo>
                    <a:pt x="41148" y="183134"/>
                  </a:lnTo>
                  <a:lnTo>
                    <a:pt x="36080" y="188963"/>
                  </a:lnTo>
                  <a:lnTo>
                    <a:pt x="32181" y="164782"/>
                  </a:lnTo>
                  <a:lnTo>
                    <a:pt x="38950" y="122910"/>
                  </a:lnTo>
                  <a:lnTo>
                    <a:pt x="57797" y="86512"/>
                  </a:lnTo>
                  <a:lnTo>
                    <a:pt x="86512" y="57785"/>
                  </a:lnTo>
                  <a:lnTo>
                    <a:pt x="90589" y="55676"/>
                  </a:lnTo>
                  <a:lnTo>
                    <a:pt x="90195" y="60807"/>
                  </a:lnTo>
                  <a:lnTo>
                    <a:pt x="105689" y="93268"/>
                  </a:lnTo>
                  <a:lnTo>
                    <a:pt x="123278" y="127482"/>
                  </a:lnTo>
                  <a:lnTo>
                    <a:pt x="128066" y="152336"/>
                  </a:lnTo>
                  <a:lnTo>
                    <a:pt x="128066" y="70523"/>
                  </a:lnTo>
                  <a:lnTo>
                    <a:pt x="109435" y="47510"/>
                  </a:lnTo>
                  <a:lnTo>
                    <a:pt x="107607" y="46863"/>
                  </a:lnTo>
                  <a:lnTo>
                    <a:pt x="122910" y="38938"/>
                  </a:lnTo>
                  <a:lnTo>
                    <a:pt x="164795" y="32156"/>
                  </a:lnTo>
                  <a:lnTo>
                    <a:pt x="206667" y="38938"/>
                  </a:lnTo>
                  <a:lnTo>
                    <a:pt x="240703" y="56565"/>
                  </a:lnTo>
                  <a:lnTo>
                    <a:pt x="240703" y="19494"/>
                  </a:lnTo>
                  <a:lnTo>
                    <a:pt x="208546" y="5892"/>
                  </a:lnTo>
                  <a:lnTo>
                    <a:pt x="164795" y="0"/>
                  </a:lnTo>
                  <a:lnTo>
                    <a:pt x="121031" y="5892"/>
                  </a:lnTo>
                  <a:lnTo>
                    <a:pt x="81686" y="22529"/>
                  </a:lnTo>
                  <a:lnTo>
                    <a:pt x="48323" y="48310"/>
                  </a:lnTo>
                  <a:lnTo>
                    <a:pt x="22529" y="81673"/>
                  </a:lnTo>
                  <a:lnTo>
                    <a:pt x="5892" y="121031"/>
                  </a:lnTo>
                  <a:lnTo>
                    <a:pt x="0" y="164782"/>
                  </a:lnTo>
                  <a:lnTo>
                    <a:pt x="5892" y="208546"/>
                  </a:lnTo>
                  <a:lnTo>
                    <a:pt x="22529" y="247904"/>
                  </a:lnTo>
                  <a:lnTo>
                    <a:pt x="48323" y="281254"/>
                  </a:lnTo>
                  <a:lnTo>
                    <a:pt x="81686" y="307047"/>
                  </a:lnTo>
                  <a:lnTo>
                    <a:pt x="121031" y="323684"/>
                  </a:lnTo>
                  <a:lnTo>
                    <a:pt x="164795" y="329577"/>
                  </a:lnTo>
                  <a:lnTo>
                    <a:pt x="208546" y="323684"/>
                  </a:lnTo>
                  <a:lnTo>
                    <a:pt x="247904" y="307047"/>
                  </a:lnTo>
                  <a:lnTo>
                    <a:pt x="260362" y="297408"/>
                  </a:lnTo>
                  <a:lnTo>
                    <a:pt x="281254" y="281254"/>
                  </a:lnTo>
                  <a:lnTo>
                    <a:pt x="307047" y="247904"/>
                  </a:lnTo>
                  <a:lnTo>
                    <a:pt x="323684" y="208546"/>
                  </a:lnTo>
                  <a:lnTo>
                    <a:pt x="329577" y="1647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989009" y="7090225"/>
              <a:ext cx="1157605" cy="367030"/>
            </a:xfrm>
            <a:custGeom>
              <a:avLst/>
              <a:gdLst/>
              <a:ahLst/>
              <a:cxnLst/>
              <a:rect l="l" t="t" r="r" b="b"/>
              <a:pathLst>
                <a:path w="1157604" h="367029">
                  <a:moveTo>
                    <a:pt x="889469" y="202438"/>
                  </a:moveTo>
                  <a:lnTo>
                    <a:pt x="885190" y="198145"/>
                  </a:lnTo>
                  <a:lnTo>
                    <a:pt x="874598" y="198145"/>
                  </a:lnTo>
                  <a:lnTo>
                    <a:pt x="870305" y="202438"/>
                  </a:lnTo>
                  <a:lnTo>
                    <a:pt x="870305" y="207721"/>
                  </a:lnTo>
                  <a:lnTo>
                    <a:pt x="870305" y="213017"/>
                  </a:lnTo>
                  <a:lnTo>
                    <a:pt x="874598" y="217309"/>
                  </a:lnTo>
                  <a:lnTo>
                    <a:pt x="885190" y="217309"/>
                  </a:lnTo>
                  <a:lnTo>
                    <a:pt x="889469" y="213017"/>
                  </a:lnTo>
                  <a:lnTo>
                    <a:pt x="889469" y="202438"/>
                  </a:lnTo>
                  <a:close/>
                </a:path>
                <a:path w="1157604" h="367029">
                  <a:moveTo>
                    <a:pt x="931786" y="2540"/>
                  </a:moveTo>
                  <a:lnTo>
                    <a:pt x="930554" y="1270"/>
                  </a:lnTo>
                  <a:lnTo>
                    <a:pt x="929182" y="1270"/>
                  </a:lnTo>
                  <a:lnTo>
                    <a:pt x="901979" y="2540"/>
                  </a:lnTo>
                  <a:lnTo>
                    <a:pt x="931786" y="2540"/>
                  </a:lnTo>
                  <a:close/>
                </a:path>
                <a:path w="1157604" h="367029">
                  <a:moveTo>
                    <a:pt x="934377" y="83654"/>
                  </a:moveTo>
                  <a:lnTo>
                    <a:pt x="930097" y="79362"/>
                  </a:lnTo>
                  <a:lnTo>
                    <a:pt x="919518" y="79362"/>
                  </a:lnTo>
                  <a:lnTo>
                    <a:pt x="915225" y="83654"/>
                  </a:lnTo>
                  <a:lnTo>
                    <a:pt x="915225" y="88950"/>
                  </a:lnTo>
                  <a:lnTo>
                    <a:pt x="915225" y="94234"/>
                  </a:lnTo>
                  <a:lnTo>
                    <a:pt x="919518" y="98526"/>
                  </a:lnTo>
                  <a:lnTo>
                    <a:pt x="930097" y="98526"/>
                  </a:lnTo>
                  <a:lnTo>
                    <a:pt x="934377" y="94234"/>
                  </a:lnTo>
                  <a:lnTo>
                    <a:pt x="934377" y="83654"/>
                  </a:lnTo>
                  <a:close/>
                </a:path>
                <a:path w="1157604" h="367029">
                  <a:moveTo>
                    <a:pt x="968971" y="2540"/>
                  </a:moveTo>
                  <a:lnTo>
                    <a:pt x="967968" y="1270"/>
                  </a:lnTo>
                  <a:lnTo>
                    <a:pt x="966711" y="0"/>
                  </a:lnTo>
                  <a:lnTo>
                    <a:pt x="957453" y="0"/>
                  </a:lnTo>
                  <a:lnTo>
                    <a:pt x="934288" y="1270"/>
                  </a:lnTo>
                  <a:lnTo>
                    <a:pt x="932929" y="1270"/>
                  </a:lnTo>
                  <a:lnTo>
                    <a:pt x="931786" y="2540"/>
                  </a:lnTo>
                  <a:lnTo>
                    <a:pt x="968971" y="2540"/>
                  </a:lnTo>
                  <a:close/>
                </a:path>
                <a:path w="1157604" h="367029">
                  <a:moveTo>
                    <a:pt x="977442" y="2540"/>
                  </a:moveTo>
                  <a:lnTo>
                    <a:pt x="971702" y="1270"/>
                  </a:lnTo>
                  <a:lnTo>
                    <a:pt x="970280" y="1270"/>
                  </a:lnTo>
                  <a:lnTo>
                    <a:pt x="968971" y="2540"/>
                  </a:lnTo>
                  <a:lnTo>
                    <a:pt x="977442" y="2540"/>
                  </a:lnTo>
                  <a:close/>
                </a:path>
                <a:path w="1157604" h="367029">
                  <a:moveTo>
                    <a:pt x="984783" y="291465"/>
                  </a:moveTo>
                  <a:lnTo>
                    <a:pt x="978458" y="282956"/>
                  </a:lnTo>
                  <a:lnTo>
                    <a:pt x="972464" y="282067"/>
                  </a:lnTo>
                  <a:lnTo>
                    <a:pt x="968209" y="285229"/>
                  </a:lnTo>
                  <a:lnTo>
                    <a:pt x="963955" y="288378"/>
                  </a:lnTo>
                  <a:lnTo>
                    <a:pt x="963066" y="294386"/>
                  </a:lnTo>
                  <a:lnTo>
                    <a:pt x="969391" y="302882"/>
                  </a:lnTo>
                  <a:lnTo>
                    <a:pt x="975385" y="303771"/>
                  </a:lnTo>
                  <a:lnTo>
                    <a:pt x="983881" y="297459"/>
                  </a:lnTo>
                  <a:lnTo>
                    <a:pt x="984783" y="291465"/>
                  </a:lnTo>
                  <a:close/>
                </a:path>
                <a:path w="1157604" h="367029">
                  <a:moveTo>
                    <a:pt x="1063231" y="92887"/>
                  </a:moveTo>
                  <a:lnTo>
                    <a:pt x="1056919" y="84404"/>
                  </a:lnTo>
                  <a:lnTo>
                    <a:pt x="1050925" y="83515"/>
                  </a:lnTo>
                  <a:lnTo>
                    <a:pt x="1046670" y="86664"/>
                  </a:lnTo>
                  <a:lnTo>
                    <a:pt x="1042416" y="89814"/>
                  </a:lnTo>
                  <a:lnTo>
                    <a:pt x="1041527" y="95821"/>
                  </a:lnTo>
                  <a:lnTo>
                    <a:pt x="1047838" y="104317"/>
                  </a:lnTo>
                  <a:lnTo>
                    <a:pt x="1053846" y="105206"/>
                  </a:lnTo>
                  <a:lnTo>
                    <a:pt x="1062342" y="98907"/>
                  </a:lnTo>
                  <a:lnTo>
                    <a:pt x="1063231" y="92887"/>
                  </a:lnTo>
                  <a:close/>
                </a:path>
                <a:path w="1157604" h="367029">
                  <a:moveTo>
                    <a:pt x="1097749" y="222669"/>
                  </a:moveTo>
                  <a:lnTo>
                    <a:pt x="1091438" y="214185"/>
                  </a:lnTo>
                  <a:lnTo>
                    <a:pt x="1085443" y="213283"/>
                  </a:lnTo>
                  <a:lnTo>
                    <a:pt x="1081189" y="216446"/>
                  </a:lnTo>
                  <a:lnTo>
                    <a:pt x="1076934" y="219595"/>
                  </a:lnTo>
                  <a:lnTo>
                    <a:pt x="1076045" y="225602"/>
                  </a:lnTo>
                  <a:lnTo>
                    <a:pt x="1082357" y="234099"/>
                  </a:lnTo>
                  <a:lnTo>
                    <a:pt x="1088364" y="234988"/>
                  </a:lnTo>
                  <a:lnTo>
                    <a:pt x="1096860" y="228676"/>
                  </a:lnTo>
                  <a:lnTo>
                    <a:pt x="1097749" y="222669"/>
                  </a:lnTo>
                  <a:close/>
                </a:path>
                <a:path w="1157604" h="367029">
                  <a:moveTo>
                    <a:pt x="1157224" y="190500"/>
                  </a:moveTo>
                  <a:lnTo>
                    <a:pt x="1154684" y="160020"/>
                  </a:lnTo>
                  <a:lnTo>
                    <a:pt x="1155268" y="158750"/>
                  </a:lnTo>
                  <a:lnTo>
                    <a:pt x="1148626" y="127000"/>
                  </a:lnTo>
                  <a:lnTo>
                    <a:pt x="1148994" y="125730"/>
                  </a:lnTo>
                  <a:lnTo>
                    <a:pt x="1148994" y="124460"/>
                  </a:lnTo>
                  <a:lnTo>
                    <a:pt x="1146060" y="114300"/>
                  </a:lnTo>
                  <a:lnTo>
                    <a:pt x="1143000" y="106680"/>
                  </a:lnTo>
                  <a:lnTo>
                    <a:pt x="1138783" y="97790"/>
                  </a:lnTo>
                  <a:lnTo>
                    <a:pt x="1137754" y="96520"/>
                  </a:lnTo>
                  <a:lnTo>
                    <a:pt x="1136548" y="95250"/>
                  </a:lnTo>
                  <a:lnTo>
                    <a:pt x="1136599" y="93980"/>
                  </a:lnTo>
                  <a:lnTo>
                    <a:pt x="1136281" y="92710"/>
                  </a:lnTo>
                  <a:lnTo>
                    <a:pt x="1135532" y="91440"/>
                  </a:lnTo>
                  <a:lnTo>
                    <a:pt x="1132255" y="86360"/>
                  </a:lnTo>
                  <a:lnTo>
                    <a:pt x="1128737" y="80010"/>
                  </a:lnTo>
                  <a:lnTo>
                    <a:pt x="1124978" y="74930"/>
                  </a:lnTo>
                  <a:lnTo>
                    <a:pt x="1120013" y="68580"/>
                  </a:lnTo>
                  <a:lnTo>
                    <a:pt x="1118743" y="68580"/>
                  </a:lnTo>
                  <a:lnTo>
                    <a:pt x="1117371" y="67310"/>
                  </a:lnTo>
                  <a:lnTo>
                    <a:pt x="1106157" y="55880"/>
                  </a:lnTo>
                  <a:lnTo>
                    <a:pt x="1101204" y="50800"/>
                  </a:lnTo>
                  <a:lnTo>
                    <a:pt x="1096035" y="46990"/>
                  </a:lnTo>
                  <a:lnTo>
                    <a:pt x="1094790" y="46990"/>
                  </a:lnTo>
                  <a:lnTo>
                    <a:pt x="1093368" y="45720"/>
                  </a:lnTo>
                  <a:lnTo>
                    <a:pt x="1091946" y="45720"/>
                  </a:lnTo>
                  <a:lnTo>
                    <a:pt x="1091323" y="44450"/>
                  </a:lnTo>
                  <a:lnTo>
                    <a:pt x="1090358" y="43180"/>
                  </a:lnTo>
                  <a:lnTo>
                    <a:pt x="1082370" y="38100"/>
                  </a:lnTo>
                  <a:lnTo>
                    <a:pt x="1074966" y="34290"/>
                  </a:lnTo>
                  <a:lnTo>
                    <a:pt x="1065618" y="29210"/>
                  </a:lnTo>
                  <a:lnTo>
                    <a:pt x="1062748" y="29210"/>
                  </a:lnTo>
                  <a:lnTo>
                    <a:pt x="1061910" y="27940"/>
                  </a:lnTo>
                  <a:lnTo>
                    <a:pt x="1060780" y="27940"/>
                  </a:lnTo>
                  <a:lnTo>
                    <a:pt x="1052144" y="24130"/>
                  </a:lnTo>
                  <a:lnTo>
                    <a:pt x="1044536" y="21590"/>
                  </a:lnTo>
                  <a:lnTo>
                    <a:pt x="1034694" y="17780"/>
                  </a:lnTo>
                  <a:lnTo>
                    <a:pt x="1031862" y="17780"/>
                  </a:lnTo>
                  <a:lnTo>
                    <a:pt x="1030922" y="16510"/>
                  </a:lnTo>
                  <a:lnTo>
                    <a:pt x="1029703" y="16510"/>
                  </a:lnTo>
                  <a:lnTo>
                    <a:pt x="1021207" y="13970"/>
                  </a:lnTo>
                  <a:lnTo>
                    <a:pt x="1017346" y="12700"/>
                  </a:lnTo>
                  <a:lnTo>
                    <a:pt x="1013485" y="11430"/>
                  </a:lnTo>
                  <a:lnTo>
                    <a:pt x="1008354" y="10160"/>
                  </a:lnTo>
                  <a:lnTo>
                    <a:pt x="1003223" y="8890"/>
                  </a:lnTo>
                  <a:lnTo>
                    <a:pt x="999451" y="8890"/>
                  </a:lnTo>
                  <a:lnTo>
                    <a:pt x="998194" y="7620"/>
                  </a:lnTo>
                  <a:lnTo>
                    <a:pt x="993571" y="6350"/>
                  </a:lnTo>
                  <a:lnTo>
                    <a:pt x="988936" y="5080"/>
                  </a:lnTo>
                  <a:lnTo>
                    <a:pt x="983183" y="3810"/>
                  </a:lnTo>
                  <a:lnTo>
                    <a:pt x="900633" y="3810"/>
                  </a:lnTo>
                  <a:lnTo>
                    <a:pt x="898271" y="3810"/>
                  </a:lnTo>
                  <a:lnTo>
                    <a:pt x="895413" y="3810"/>
                  </a:lnTo>
                  <a:lnTo>
                    <a:pt x="869759" y="5080"/>
                  </a:lnTo>
                  <a:lnTo>
                    <a:pt x="868400" y="5080"/>
                  </a:lnTo>
                  <a:lnTo>
                    <a:pt x="867257" y="6350"/>
                  </a:lnTo>
                  <a:lnTo>
                    <a:pt x="866038" y="5080"/>
                  </a:lnTo>
                  <a:lnTo>
                    <a:pt x="863180" y="5080"/>
                  </a:lnTo>
                  <a:lnTo>
                    <a:pt x="837552" y="6350"/>
                  </a:lnTo>
                  <a:lnTo>
                    <a:pt x="836206" y="7620"/>
                  </a:lnTo>
                  <a:lnTo>
                    <a:pt x="830986" y="7620"/>
                  </a:lnTo>
                  <a:lnTo>
                    <a:pt x="805370" y="8890"/>
                  </a:lnTo>
                  <a:lnTo>
                    <a:pt x="804024" y="10160"/>
                  </a:lnTo>
                  <a:lnTo>
                    <a:pt x="801649" y="10160"/>
                  </a:lnTo>
                  <a:lnTo>
                    <a:pt x="800239" y="8890"/>
                  </a:lnTo>
                  <a:lnTo>
                    <a:pt x="798791" y="8890"/>
                  </a:lnTo>
                  <a:lnTo>
                    <a:pt x="773188" y="11430"/>
                  </a:lnTo>
                  <a:lnTo>
                    <a:pt x="771855" y="11430"/>
                  </a:lnTo>
                  <a:lnTo>
                    <a:pt x="770724" y="12700"/>
                  </a:lnTo>
                  <a:lnTo>
                    <a:pt x="769493" y="11430"/>
                  </a:lnTo>
                  <a:lnTo>
                    <a:pt x="766635" y="11430"/>
                  </a:lnTo>
                  <a:lnTo>
                    <a:pt x="741019" y="13970"/>
                  </a:lnTo>
                  <a:lnTo>
                    <a:pt x="739673" y="13970"/>
                  </a:lnTo>
                  <a:lnTo>
                    <a:pt x="738543" y="15240"/>
                  </a:lnTo>
                  <a:lnTo>
                    <a:pt x="737323" y="13970"/>
                  </a:lnTo>
                  <a:lnTo>
                    <a:pt x="734453" y="13970"/>
                  </a:lnTo>
                  <a:lnTo>
                    <a:pt x="709358" y="15240"/>
                  </a:lnTo>
                  <a:lnTo>
                    <a:pt x="707885" y="16510"/>
                  </a:lnTo>
                  <a:lnTo>
                    <a:pt x="702310" y="16510"/>
                  </a:lnTo>
                  <a:lnTo>
                    <a:pt x="676719" y="17780"/>
                  </a:lnTo>
                  <a:lnTo>
                    <a:pt x="675373" y="17780"/>
                  </a:lnTo>
                  <a:lnTo>
                    <a:pt x="674243" y="19050"/>
                  </a:lnTo>
                  <a:lnTo>
                    <a:pt x="673011" y="19050"/>
                  </a:lnTo>
                  <a:lnTo>
                    <a:pt x="671614" y="17780"/>
                  </a:lnTo>
                  <a:lnTo>
                    <a:pt x="670153" y="17780"/>
                  </a:lnTo>
                  <a:lnTo>
                    <a:pt x="644563" y="20320"/>
                  </a:lnTo>
                  <a:lnTo>
                    <a:pt x="643229" y="20320"/>
                  </a:lnTo>
                  <a:lnTo>
                    <a:pt x="642099" y="21590"/>
                  </a:lnTo>
                  <a:lnTo>
                    <a:pt x="640854" y="20320"/>
                  </a:lnTo>
                  <a:lnTo>
                    <a:pt x="637997" y="20320"/>
                  </a:lnTo>
                  <a:lnTo>
                    <a:pt x="612419" y="22860"/>
                  </a:lnTo>
                  <a:lnTo>
                    <a:pt x="611085" y="22860"/>
                  </a:lnTo>
                  <a:lnTo>
                    <a:pt x="609955" y="24130"/>
                  </a:lnTo>
                  <a:lnTo>
                    <a:pt x="608723" y="22860"/>
                  </a:lnTo>
                  <a:lnTo>
                    <a:pt x="605853" y="22860"/>
                  </a:lnTo>
                  <a:lnTo>
                    <a:pt x="580288" y="24130"/>
                  </a:lnTo>
                  <a:lnTo>
                    <a:pt x="578942" y="25400"/>
                  </a:lnTo>
                  <a:lnTo>
                    <a:pt x="573735" y="25400"/>
                  </a:lnTo>
                  <a:lnTo>
                    <a:pt x="548170" y="26670"/>
                  </a:lnTo>
                  <a:lnTo>
                    <a:pt x="546836" y="27940"/>
                  </a:lnTo>
                  <a:lnTo>
                    <a:pt x="544461" y="27940"/>
                  </a:lnTo>
                  <a:lnTo>
                    <a:pt x="543052" y="26670"/>
                  </a:lnTo>
                  <a:lnTo>
                    <a:pt x="541591" y="27940"/>
                  </a:lnTo>
                  <a:lnTo>
                    <a:pt x="515962" y="29210"/>
                  </a:lnTo>
                  <a:lnTo>
                    <a:pt x="514616" y="29210"/>
                  </a:lnTo>
                  <a:lnTo>
                    <a:pt x="513486" y="30480"/>
                  </a:lnTo>
                  <a:lnTo>
                    <a:pt x="512254" y="30480"/>
                  </a:lnTo>
                  <a:lnTo>
                    <a:pt x="510908" y="29210"/>
                  </a:lnTo>
                  <a:lnTo>
                    <a:pt x="509397" y="29210"/>
                  </a:lnTo>
                  <a:lnTo>
                    <a:pt x="483819" y="31750"/>
                  </a:lnTo>
                  <a:lnTo>
                    <a:pt x="482473" y="31750"/>
                  </a:lnTo>
                  <a:lnTo>
                    <a:pt x="481342" y="33020"/>
                  </a:lnTo>
                  <a:lnTo>
                    <a:pt x="480123" y="31750"/>
                  </a:lnTo>
                  <a:lnTo>
                    <a:pt x="477253" y="31750"/>
                  </a:lnTo>
                  <a:lnTo>
                    <a:pt x="451675" y="34290"/>
                  </a:lnTo>
                  <a:lnTo>
                    <a:pt x="450329" y="34290"/>
                  </a:lnTo>
                  <a:lnTo>
                    <a:pt x="449211" y="35560"/>
                  </a:lnTo>
                  <a:lnTo>
                    <a:pt x="447992" y="34290"/>
                  </a:lnTo>
                  <a:lnTo>
                    <a:pt x="445122" y="34290"/>
                  </a:lnTo>
                  <a:lnTo>
                    <a:pt x="419557" y="36830"/>
                  </a:lnTo>
                  <a:lnTo>
                    <a:pt x="418223" y="36830"/>
                  </a:lnTo>
                  <a:lnTo>
                    <a:pt x="417093" y="38100"/>
                  </a:lnTo>
                  <a:lnTo>
                    <a:pt x="415861" y="36830"/>
                  </a:lnTo>
                  <a:lnTo>
                    <a:pt x="414426" y="36830"/>
                  </a:lnTo>
                  <a:lnTo>
                    <a:pt x="387413" y="39370"/>
                  </a:lnTo>
                  <a:lnTo>
                    <a:pt x="386067" y="39370"/>
                  </a:lnTo>
                  <a:lnTo>
                    <a:pt x="384937" y="40640"/>
                  </a:lnTo>
                  <a:lnTo>
                    <a:pt x="383705" y="39370"/>
                  </a:lnTo>
                  <a:lnTo>
                    <a:pt x="382295" y="39370"/>
                  </a:lnTo>
                  <a:lnTo>
                    <a:pt x="355282" y="41910"/>
                  </a:lnTo>
                  <a:lnTo>
                    <a:pt x="353949" y="41910"/>
                  </a:lnTo>
                  <a:lnTo>
                    <a:pt x="352831" y="43180"/>
                  </a:lnTo>
                  <a:lnTo>
                    <a:pt x="351586" y="41910"/>
                  </a:lnTo>
                  <a:lnTo>
                    <a:pt x="350215" y="41910"/>
                  </a:lnTo>
                  <a:lnTo>
                    <a:pt x="323138" y="44450"/>
                  </a:lnTo>
                  <a:lnTo>
                    <a:pt x="321805" y="44450"/>
                  </a:lnTo>
                  <a:lnTo>
                    <a:pt x="320687" y="45720"/>
                  </a:lnTo>
                  <a:lnTo>
                    <a:pt x="319430" y="44450"/>
                  </a:lnTo>
                  <a:lnTo>
                    <a:pt x="318033" y="44450"/>
                  </a:lnTo>
                  <a:lnTo>
                    <a:pt x="291007" y="46990"/>
                  </a:lnTo>
                  <a:lnTo>
                    <a:pt x="289661" y="46990"/>
                  </a:lnTo>
                  <a:lnTo>
                    <a:pt x="288556" y="48260"/>
                  </a:lnTo>
                  <a:lnTo>
                    <a:pt x="287299" y="46990"/>
                  </a:lnTo>
                  <a:lnTo>
                    <a:pt x="284429" y="46990"/>
                  </a:lnTo>
                  <a:lnTo>
                    <a:pt x="258851" y="49530"/>
                  </a:lnTo>
                  <a:lnTo>
                    <a:pt x="257505" y="49530"/>
                  </a:lnTo>
                  <a:lnTo>
                    <a:pt x="256387" y="50800"/>
                  </a:lnTo>
                  <a:lnTo>
                    <a:pt x="255155" y="49530"/>
                  </a:lnTo>
                  <a:lnTo>
                    <a:pt x="252298" y="49530"/>
                  </a:lnTo>
                  <a:lnTo>
                    <a:pt x="235978" y="50800"/>
                  </a:lnTo>
                  <a:lnTo>
                    <a:pt x="226707" y="52070"/>
                  </a:lnTo>
                  <a:lnTo>
                    <a:pt x="225361" y="52070"/>
                  </a:lnTo>
                  <a:lnTo>
                    <a:pt x="224256" y="53340"/>
                  </a:lnTo>
                  <a:lnTo>
                    <a:pt x="223012" y="53340"/>
                  </a:lnTo>
                  <a:lnTo>
                    <a:pt x="221627" y="52070"/>
                  </a:lnTo>
                  <a:lnTo>
                    <a:pt x="203746" y="54610"/>
                  </a:lnTo>
                  <a:lnTo>
                    <a:pt x="194564" y="54610"/>
                  </a:lnTo>
                  <a:lnTo>
                    <a:pt x="193217" y="55880"/>
                  </a:lnTo>
                  <a:lnTo>
                    <a:pt x="187972" y="55880"/>
                  </a:lnTo>
                  <a:lnTo>
                    <a:pt x="171399" y="57150"/>
                  </a:lnTo>
                  <a:lnTo>
                    <a:pt x="162356" y="58420"/>
                  </a:lnTo>
                  <a:lnTo>
                    <a:pt x="161036" y="58420"/>
                  </a:lnTo>
                  <a:lnTo>
                    <a:pt x="159918" y="59690"/>
                  </a:lnTo>
                  <a:lnTo>
                    <a:pt x="158673" y="59690"/>
                  </a:lnTo>
                  <a:lnTo>
                    <a:pt x="157276" y="58420"/>
                  </a:lnTo>
                  <a:lnTo>
                    <a:pt x="146964" y="59690"/>
                  </a:lnTo>
                  <a:lnTo>
                    <a:pt x="138849" y="60960"/>
                  </a:lnTo>
                  <a:lnTo>
                    <a:pt x="130111" y="62230"/>
                  </a:lnTo>
                  <a:lnTo>
                    <a:pt x="128790" y="62230"/>
                  </a:lnTo>
                  <a:lnTo>
                    <a:pt x="127698" y="63500"/>
                  </a:lnTo>
                  <a:lnTo>
                    <a:pt x="126428" y="62230"/>
                  </a:lnTo>
                  <a:lnTo>
                    <a:pt x="123520" y="62230"/>
                  </a:lnTo>
                  <a:lnTo>
                    <a:pt x="113017" y="63500"/>
                  </a:lnTo>
                  <a:lnTo>
                    <a:pt x="104787" y="64770"/>
                  </a:lnTo>
                  <a:lnTo>
                    <a:pt x="97434" y="67310"/>
                  </a:lnTo>
                  <a:lnTo>
                    <a:pt x="96037" y="67310"/>
                  </a:lnTo>
                  <a:lnTo>
                    <a:pt x="94945" y="68580"/>
                  </a:lnTo>
                  <a:lnTo>
                    <a:pt x="90119" y="68580"/>
                  </a:lnTo>
                  <a:lnTo>
                    <a:pt x="83947" y="71120"/>
                  </a:lnTo>
                  <a:lnTo>
                    <a:pt x="78003" y="73660"/>
                  </a:lnTo>
                  <a:lnTo>
                    <a:pt x="72288" y="76200"/>
                  </a:lnTo>
                  <a:lnTo>
                    <a:pt x="66802" y="78740"/>
                  </a:lnTo>
                  <a:lnTo>
                    <a:pt x="65443" y="80010"/>
                  </a:lnTo>
                  <a:lnTo>
                    <a:pt x="64363" y="80010"/>
                  </a:lnTo>
                  <a:lnTo>
                    <a:pt x="63639" y="81280"/>
                  </a:lnTo>
                  <a:lnTo>
                    <a:pt x="62166" y="81280"/>
                  </a:lnTo>
                  <a:lnTo>
                    <a:pt x="60731" y="82550"/>
                  </a:lnTo>
                  <a:lnTo>
                    <a:pt x="59423" y="82550"/>
                  </a:lnTo>
                  <a:lnTo>
                    <a:pt x="53936" y="86360"/>
                  </a:lnTo>
                  <a:lnTo>
                    <a:pt x="36512" y="101600"/>
                  </a:lnTo>
                  <a:lnTo>
                    <a:pt x="35115" y="102870"/>
                  </a:lnTo>
                  <a:lnTo>
                    <a:pt x="33769" y="102870"/>
                  </a:lnTo>
                  <a:lnTo>
                    <a:pt x="32689" y="104140"/>
                  </a:lnTo>
                  <a:lnTo>
                    <a:pt x="28295" y="109220"/>
                  </a:lnTo>
                  <a:lnTo>
                    <a:pt x="15659" y="127000"/>
                  </a:lnTo>
                  <a:lnTo>
                    <a:pt x="15684" y="128270"/>
                  </a:lnTo>
                  <a:lnTo>
                    <a:pt x="14427" y="129540"/>
                  </a:lnTo>
                  <a:lnTo>
                    <a:pt x="13347" y="130810"/>
                  </a:lnTo>
                  <a:lnTo>
                    <a:pt x="12636" y="132080"/>
                  </a:lnTo>
                  <a:lnTo>
                    <a:pt x="9842" y="138430"/>
                  </a:lnTo>
                  <a:lnTo>
                    <a:pt x="7378" y="143510"/>
                  </a:lnTo>
                  <a:lnTo>
                    <a:pt x="5245" y="149860"/>
                  </a:lnTo>
                  <a:lnTo>
                    <a:pt x="3479" y="156210"/>
                  </a:lnTo>
                  <a:lnTo>
                    <a:pt x="3098" y="157480"/>
                  </a:lnTo>
                  <a:lnTo>
                    <a:pt x="3175" y="158750"/>
                  </a:lnTo>
                  <a:lnTo>
                    <a:pt x="3619" y="161290"/>
                  </a:lnTo>
                  <a:lnTo>
                    <a:pt x="2641" y="161290"/>
                  </a:lnTo>
                  <a:lnTo>
                    <a:pt x="1943" y="162560"/>
                  </a:lnTo>
                  <a:lnTo>
                    <a:pt x="482" y="171450"/>
                  </a:lnTo>
                  <a:lnTo>
                    <a:pt x="127" y="175260"/>
                  </a:lnTo>
                  <a:lnTo>
                    <a:pt x="0" y="190500"/>
                  </a:lnTo>
                  <a:lnTo>
                    <a:pt x="76" y="191770"/>
                  </a:lnTo>
                  <a:lnTo>
                    <a:pt x="571" y="193040"/>
                  </a:lnTo>
                  <a:lnTo>
                    <a:pt x="1409" y="194310"/>
                  </a:lnTo>
                  <a:lnTo>
                    <a:pt x="787" y="195580"/>
                  </a:lnTo>
                  <a:lnTo>
                    <a:pt x="7785" y="227330"/>
                  </a:lnTo>
                  <a:lnTo>
                    <a:pt x="8915" y="227330"/>
                  </a:lnTo>
                  <a:lnTo>
                    <a:pt x="8686" y="229870"/>
                  </a:lnTo>
                  <a:lnTo>
                    <a:pt x="8839" y="231140"/>
                  </a:lnTo>
                  <a:lnTo>
                    <a:pt x="9448" y="232410"/>
                  </a:lnTo>
                  <a:lnTo>
                    <a:pt x="12141" y="238760"/>
                  </a:lnTo>
                  <a:lnTo>
                    <a:pt x="15138" y="243840"/>
                  </a:lnTo>
                  <a:lnTo>
                    <a:pt x="18427" y="248920"/>
                  </a:lnTo>
                  <a:lnTo>
                    <a:pt x="21996" y="255270"/>
                  </a:lnTo>
                  <a:lnTo>
                    <a:pt x="22898" y="256540"/>
                  </a:lnTo>
                  <a:lnTo>
                    <a:pt x="24104" y="256540"/>
                  </a:lnTo>
                  <a:lnTo>
                    <a:pt x="25450" y="257810"/>
                  </a:lnTo>
                  <a:lnTo>
                    <a:pt x="45847" y="279400"/>
                  </a:lnTo>
                  <a:lnTo>
                    <a:pt x="47104" y="280670"/>
                  </a:lnTo>
                  <a:lnTo>
                    <a:pt x="48539" y="280670"/>
                  </a:lnTo>
                  <a:lnTo>
                    <a:pt x="49999" y="281940"/>
                  </a:lnTo>
                  <a:lnTo>
                    <a:pt x="50622" y="283210"/>
                  </a:lnTo>
                  <a:lnTo>
                    <a:pt x="51600" y="283210"/>
                  </a:lnTo>
                  <a:lnTo>
                    <a:pt x="76123" y="295910"/>
                  </a:lnTo>
                  <a:lnTo>
                    <a:pt x="77597" y="297180"/>
                  </a:lnTo>
                  <a:lnTo>
                    <a:pt x="79133" y="297180"/>
                  </a:lnTo>
                  <a:lnTo>
                    <a:pt x="80556" y="295910"/>
                  </a:lnTo>
                  <a:lnTo>
                    <a:pt x="81534" y="297180"/>
                  </a:lnTo>
                  <a:lnTo>
                    <a:pt x="82842" y="298450"/>
                  </a:lnTo>
                  <a:lnTo>
                    <a:pt x="84340" y="298450"/>
                  </a:lnTo>
                  <a:lnTo>
                    <a:pt x="90512" y="300990"/>
                  </a:lnTo>
                  <a:lnTo>
                    <a:pt x="96824" y="300990"/>
                  </a:lnTo>
                  <a:lnTo>
                    <a:pt x="109753" y="303530"/>
                  </a:lnTo>
                  <a:lnTo>
                    <a:pt x="111315" y="303530"/>
                  </a:lnTo>
                  <a:lnTo>
                    <a:pt x="112814" y="302260"/>
                  </a:lnTo>
                  <a:lnTo>
                    <a:pt x="115290" y="302260"/>
                  </a:lnTo>
                  <a:lnTo>
                    <a:pt x="116725" y="303530"/>
                  </a:lnTo>
                  <a:lnTo>
                    <a:pt x="129768" y="303530"/>
                  </a:lnTo>
                  <a:lnTo>
                    <a:pt x="143497" y="304800"/>
                  </a:lnTo>
                  <a:lnTo>
                    <a:pt x="144919" y="304800"/>
                  </a:lnTo>
                  <a:lnTo>
                    <a:pt x="146138" y="303530"/>
                  </a:lnTo>
                  <a:lnTo>
                    <a:pt x="147269" y="304800"/>
                  </a:lnTo>
                  <a:lnTo>
                    <a:pt x="148615" y="304800"/>
                  </a:lnTo>
                  <a:lnTo>
                    <a:pt x="165239" y="306070"/>
                  </a:lnTo>
                  <a:lnTo>
                    <a:pt x="175717" y="307340"/>
                  </a:lnTo>
                  <a:lnTo>
                    <a:pt x="177101" y="306070"/>
                  </a:lnTo>
                  <a:lnTo>
                    <a:pt x="178333" y="306070"/>
                  </a:lnTo>
                  <a:lnTo>
                    <a:pt x="179463" y="307340"/>
                  </a:lnTo>
                  <a:lnTo>
                    <a:pt x="180797" y="307340"/>
                  </a:lnTo>
                  <a:lnTo>
                    <a:pt x="207886" y="309880"/>
                  </a:lnTo>
                  <a:lnTo>
                    <a:pt x="209257" y="308610"/>
                  </a:lnTo>
                  <a:lnTo>
                    <a:pt x="211620" y="308610"/>
                  </a:lnTo>
                  <a:lnTo>
                    <a:pt x="212953" y="309880"/>
                  </a:lnTo>
                  <a:lnTo>
                    <a:pt x="238544" y="311150"/>
                  </a:lnTo>
                  <a:lnTo>
                    <a:pt x="243776" y="311150"/>
                  </a:lnTo>
                  <a:lnTo>
                    <a:pt x="245110" y="312420"/>
                  </a:lnTo>
                  <a:lnTo>
                    <a:pt x="272135" y="313690"/>
                  </a:lnTo>
                  <a:lnTo>
                    <a:pt x="275907" y="313690"/>
                  </a:lnTo>
                  <a:lnTo>
                    <a:pt x="277253" y="314960"/>
                  </a:lnTo>
                  <a:lnTo>
                    <a:pt x="302793" y="316230"/>
                  </a:lnTo>
                  <a:lnTo>
                    <a:pt x="308025" y="316230"/>
                  </a:lnTo>
                  <a:lnTo>
                    <a:pt x="309372" y="317500"/>
                  </a:lnTo>
                  <a:lnTo>
                    <a:pt x="336384" y="320040"/>
                  </a:lnTo>
                  <a:lnTo>
                    <a:pt x="337807" y="318770"/>
                  </a:lnTo>
                  <a:lnTo>
                    <a:pt x="340156" y="318770"/>
                  </a:lnTo>
                  <a:lnTo>
                    <a:pt x="341503" y="320040"/>
                  </a:lnTo>
                  <a:lnTo>
                    <a:pt x="367042" y="321310"/>
                  </a:lnTo>
                  <a:lnTo>
                    <a:pt x="368528" y="322580"/>
                  </a:lnTo>
                  <a:lnTo>
                    <a:pt x="369912" y="321310"/>
                  </a:lnTo>
                  <a:lnTo>
                    <a:pt x="372275" y="321310"/>
                  </a:lnTo>
                  <a:lnTo>
                    <a:pt x="373608" y="322580"/>
                  </a:lnTo>
                  <a:lnTo>
                    <a:pt x="400608" y="325120"/>
                  </a:lnTo>
                  <a:lnTo>
                    <a:pt x="402056" y="323850"/>
                  </a:lnTo>
                  <a:lnTo>
                    <a:pt x="404406" y="323850"/>
                  </a:lnTo>
                  <a:lnTo>
                    <a:pt x="405739" y="325120"/>
                  </a:lnTo>
                  <a:lnTo>
                    <a:pt x="432727" y="327660"/>
                  </a:lnTo>
                  <a:lnTo>
                    <a:pt x="434149" y="326390"/>
                  </a:lnTo>
                  <a:lnTo>
                    <a:pt x="435368" y="326390"/>
                  </a:lnTo>
                  <a:lnTo>
                    <a:pt x="436499" y="327660"/>
                  </a:lnTo>
                  <a:lnTo>
                    <a:pt x="437845" y="327660"/>
                  </a:lnTo>
                  <a:lnTo>
                    <a:pt x="464832" y="330200"/>
                  </a:lnTo>
                  <a:lnTo>
                    <a:pt x="466242" y="328930"/>
                  </a:lnTo>
                  <a:lnTo>
                    <a:pt x="467499" y="328930"/>
                  </a:lnTo>
                  <a:lnTo>
                    <a:pt x="468630" y="330200"/>
                  </a:lnTo>
                  <a:lnTo>
                    <a:pt x="469963" y="330200"/>
                  </a:lnTo>
                  <a:lnTo>
                    <a:pt x="497014" y="332740"/>
                  </a:lnTo>
                  <a:lnTo>
                    <a:pt x="498386" y="331470"/>
                  </a:lnTo>
                  <a:lnTo>
                    <a:pt x="499618" y="331470"/>
                  </a:lnTo>
                  <a:lnTo>
                    <a:pt x="500722" y="332740"/>
                  </a:lnTo>
                  <a:lnTo>
                    <a:pt x="502069" y="332740"/>
                  </a:lnTo>
                  <a:lnTo>
                    <a:pt x="529069" y="335280"/>
                  </a:lnTo>
                  <a:lnTo>
                    <a:pt x="530453" y="335280"/>
                  </a:lnTo>
                  <a:lnTo>
                    <a:pt x="531685" y="334010"/>
                  </a:lnTo>
                  <a:lnTo>
                    <a:pt x="532828" y="335280"/>
                  </a:lnTo>
                  <a:lnTo>
                    <a:pt x="534162" y="335280"/>
                  </a:lnTo>
                  <a:lnTo>
                    <a:pt x="561289" y="337820"/>
                  </a:lnTo>
                  <a:lnTo>
                    <a:pt x="562660" y="337820"/>
                  </a:lnTo>
                  <a:lnTo>
                    <a:pt x="563905" y="336550"/>
                  </a:lnTo>
                  <a:lnTo>
                    <a:pt x="565023" y="337820"/>
                  </a:lnTo>
                  <a:lnTo>
                    <a:pt x="566356" y="337820"/>
                  </a:lnTo>
                  <a:lnTo>
                    <a:pt x="591908" y="340360"/>
                  </a:lnTo>
                  <a:lnTo>
                    <a:pt x="594766" y="340360"/>
                  </a:lnTo>
                  <a:lnTo>
                    <a:pt x="595998" y="339090"/>
                  </a:lnTo>
                  <a:lnTo>
                    <a:pt x="597128" y="340360"/>
                  </a:lnTo>
                  <a:lnTo>
                    <a:pt x="598474" y="340360"/>
                  </a:lnTo>
                  <a:lnTo>
                    <a:pt x="624039" y="342900"/>
                  </a:lnTo>
                  <a:lnTo>
                    <a:pt x="626897" y="342900"/>
                  </a:lnTo>
                  <a:lnTo>
                    <a:pt x="628129" y="341630"/>
                  </a:lnTo>
                  <a:lnTo>
                    <a:pt x="629246" y="342900"/>
                  </a:lnTo>
                  <a:lnTo>
                    <a:pt x="630593" y="342900"/>
                  </a:lnTo>
                  <a:lnTo>
                    <a:pt x="657580" y="345440"/>
                  </a:lnTo>
                  <a:lnTo>
                    <a:pt x="658990" y="345440"/>
                  </a:lnTo>
                  <a:lnTo>
                    <a:pt x="660234" y="344170"/>
                  </a:lnTo>
                  <a:lnTo>
                    <a:pt x="661365" y="345440"/>
                  </a:lnTo>
                  <a:lnTo>
                    <a:pt x="662698" y="345440"/>
                  </a:lnTo>
                  <a:lnTo>
                    <a:pt x="689749" y="347980"/>
                  </a:lnTo>
                  <a:lnTo>
                    <a:pt x="691121" y="347980"/>
                  </a:lnTo>
                  <a:lnTo>
                    <a:pt x="692353" y="346710"/>
                  </a:lnTo>
                  <a:lnTo>
                    <a:pt x="693483" y="347980"/>
                  </a:lnTo>
                  <a:lnTo>
                    <a:pt x="694829" y="347980"/>
                  </a:lnTo>
                  <a:lnTo>
                    <a:pt x="720382" y="350520"/>
                  </a:lnTo>
                  <a:lnTo>
                    <a:pt x="724903" y="350520"/>
                  </a:lnTo>
                  <a:lnTo>
                    <a:pt x="728675" y="346710"/>
                  </a:lnTo>
                  <a:lnTo>
                    <a:pt x="728878" y="344170"/>
                  </a:lnTo>
                  <a:lnTo>
                    <a:pt x="729081" y="341630"/>
                  </a:lnTo>
                  <a:lnTo>
                    <a:pt x="729284" y="339090"/>
                  </a:lnTo>
                  <a:lnTo>
                    <a:pt x="729386" y="337820"/>
                  </a:lnTo>
                  <a:lnTo>
                    <a:pt x="728281" y="336550"/>
                  </a:lnTo>
                  <a:lnTo>
                    <a:pt x="726071" y="334010"/>
                  </a:lnTo>
                  <a:lnTo>
                    <a:pt x="697547" y="332740"/>
                  </a:lnTo>
                  <a:lnTo>
                    <a:pt x="692340" y="332740"/>
                  </a:lnTo>
                  <a:lnTo>
                    <a:pt x="690994" y="331470"/>
                  </a:lnTo>
                  <a:lnTo>
                    <a:pt x="663981" y="330200"/>
                  </a:lnTo>
                  <a:lnTo>
                    <a:pt x="660209" y="330200"/>
                  </a:lnTo>
                  <a:lnTo>
                    <a:pt x="658876" y="328930"/>
                  </a:lnTo>
                  <a:lnTo>
                    <a:pt x="633323" y="327660"/>
                  </a:lnTo>
                  <a:lnTo>
                    <a:pt x="628103" y="327660"/>
                  </a:lnTo>
                  <a:lnTo>
                    <a:pt x="626783" y="326390"/>
                  </a:lnTo>
                  <a:lnTo>
                    <a:pt x="601218" y="325120"/>
                  </a:lnTo>
                  <a:lnTo>
                    <a:pt x="595998" y="325120"/>
                  </a:lnTo>
                  <a:lnTo>
                    <a:pt x="594652" y="323850"/>
                  </a:lnTo>
                  <a:lnTo>
                    <a:pt x="569099" y="322580"/>
                  </a:lnTo>
                  <a:lnTo>
                    <a:pt x="567613" y="321310"/>
                  </a:lnTo>
                  <a:lnTo>
                    <a:pt x="566242" y="322580"/>
                  </a:lnTo>
                  <a:lnTo>
                    <a:pt x="563892" y="322580"/>
                  </a:lnTo>
                  <a:lnTo>
                    <a:pt x="562546" y="321310"/>
                  </a:lnTo>
                  <a:lnTo>
                    <a:pt x="549008" y="320040"/>
                  </a:lnTo>
                  <a:lnTo>
                    <a:pt x="535457" y="318770"/>
                  </a:lnTo>
                  <a:lnTo>
                    <a:pt x="534047" y="320040"/>
                  </a:lnTo>
                  <a:lnTo>
                    <a:pt x="531685" y="320040"/>
                  </a:lnTo>
                  <a:lnTo>
                    <a:pt x="530352" y="318770"/>
                  </a:lnTo>
                  <a:lnTo>
                    <a:pt x="517575" y="317500"/>
                  </a:lnTo>
                  <a:lnTo>
                    <a:pt x="504799" y="316230"/>
                  </a:lnTo>
                  <a:lnTo>
                    <a:pt x="503326" y="316230"/>
                  </a:lnTo>
                  <a:lnTo>
                    <a:pt x="501954" y="317500"/>
                  </a:lnTo>
                  <a:lnTo>
                    <a:pt x="500722" y="317500"/>
                  </a:lnTo>
                  <a:lnTo>
                    <a:pt x="499592" y="316230"/>
                  </a:lnTo>
                  <a:lnTo>
                    <a:pt x="498271" y="316230"/>
                  </a:lnTo>
                  <a:lnTo>
                    <a:pt x="484746" y="314960"/>
                  </a:lnTo>
                  <a:lnTo>
                    <a:pt x="471220" y="313690"/>
                  </a:lnTo>
                  <a:lnTo>
                    <a:pt x="469849" y="314960"/>
                  </a:lnTo>
                  <a:lnTo>
                    <a:pt x="468617" y="314960"/>
                  </a:lnTo>
                  <a:lnTo>
                    <a:pt x="467499" y="313690"/>
                  </a:lnTo>
                  <a:lnTo>
                    <a:pt x="466153" y="313690"/>
                  </a:lnTo>
                  <a:lnTo>
                    <a:pt x="453377" y="312420"/>
                  </a:lnTo>
                  <a:lnTo>
                    <a:pt x="440601" y="311150"/>
                  </a:lnTo>
                  <a:lnTo>
                    <a:pt x="439127" y="311150"/>
                  </a:lnTo>
                  <a:lnTo>
                    <a:pt x="437743" y="312420"/>
                  </a:lnTo>
                  <a:lnTo>
                    <a:pt x="436524" y="312420"/>
                  </a:lnTo>
                  <a:lnTo>
                    <a:pt x="435394" y="311150"/>
                  </a:lnTo>
                  <a:lnTo>
                    <a:pt x="434035" y="311150"/>
                  </a:lnTo>
                  <a:lnTo>
                    <a:pt x="421271" y="309880"/>
                  </a:lnTo>
                  <a:lnTo>
                    <a:pt x="408495" y="308610"/>
                  </a:lnTo>
                  <a:lnTo>
                    <a:pt x="405612" y="308610"/>
                  </a:lnTo>
                  <a:lnTo>
                    <a:pt x="404380" y="309880"/>
                  </a:lnTo>
                  <a:lnTo>
                    <a:pt x="403263" y="308610"/>
                  </a:lnTo>
                  <a:lnTo>
                    <a:pt x="401942" y="308610"/>
                  </a:lnTo>
                  <a:lnTo>
                    <a:pt x="374865" y="306070"/>
                  </a:lnTo>
                  <a:lnTo>
                    <a:pt x="373507" y="306070"/>
                  </a:lnTo>
                  <a:lnTo>
                    <a:pt x="372275" y="307340"/>
                  </a:lnTo>
                  <a:lnTo>
                    <a:pt x="371157" y="306070"/>
                  </a:lnTo>
                  <a:lnTo>
                    <a:pt x="369798" y="306070"/>
                  </a:lnTo>
                  <a:lnTo>
                    <a:pt x="342760" y="303530"/>
                  </a:lnTo>
                  <a:lnTo>
                    <a:pt x="341376" y="303530"/>
                  </a:lnTo>
                  <a:lnTo>
                    <a:pt x="340144" y="304800"/>
                  </a:lnTo>
                  <a:lnTo>
                    <a:pt x="339013" y="303530"/>
                  </a:lnTo>
                  <a:lnTo>
                    <a:pt x="337693" y="303530"/>
                  </a:lnTo>
                  <a:lnTo>
                    <a:pt x="310667" y="300990"/>
                  </a:lnTo>
                  <a:lnTo>
                    <a:pt x="309245" y="300990"/>
                  </a:lnTo>
                  <a:lnTo>
                    <a:pt x="308013" y="302260"/>
                  </a:lnTo>
                  <a:lnTo>
                    <a:pt x="306895" y="300990"/>
                  </a:lnTo>
                  <a:lnTo>
                    <a:pt x="305536" y="300990"/>
                  </a:lnTo>
                  <a:lnTo>
                    <a:pt x="292011" y="299720"/>
                  </a:lnTo>
                  <a:lnTo>
                    <a:pt x="278485" y="298450"/>
                  </a:lnTo>
                  <a:lnTo>
                    <a:pt x="277114" y="298450"/>
                  </a:lnTo>
                  <a:lnTo>
                    <a:pt x="275882" y="299720"/>
                  </a:lnTo>
                  <a:lnTo>
                    <a:pt x="274751" y="298450"/>
                  </a:lnTo>
                  <a:lnTo>
                    <a:pt x="273405" y="298450"/>
                  </a:lnTo>
                  <a:lnTo>
                    <a:pt x="259892" y="297180"/>
                  </a:lnTo>
                  <a:lnTo>
                    <a:pt x="246392" y="295910"/>
                  </a:lnTo>
                  <a:lnTo>
                    <a:pt x="244957" y="295910"/>
                  </a:lnTo>
                  <a:lnTo>
                    <a:pt x="243725" y="297180"/>
                  </a:lnTo>
                  <a:lnTo>
                    <a:pt x="242595" y="295910"/>
                  </a:lnTo>
                  <a:lnTo>
                    <a:pt x="241261" y="295910"/>
                  </a:lnTo>
                  <a:lnTo>
                    <a:pt x="228460" y="294640"/>
                  </a:lnTo>
                  <a:lnTo>
                    <a:pt x="215646" y="293370"/>
                  </a:lnTo>
                  <a:lnTo>
                    <a:pt x="212788" y="293370"/>
                  </a:lnTo>
                  <a:lnTo>
                    <a:pt x="211569" y="294640"/>
                  </a:lnTo>
                  <a:lnTo>
                    <a:pt x="210439" y="293370"/>
                  </a:lnTo>
                  <a:lnTo>
                    <a:pt x="209080" y="293370"/>
                  </a:lnTo>
                  <a:lnTo>
                    <a:pt x="195529" y="292100"/>
                  </a:lnTo>
                  <a:lnTo>
                    <a:pt x="181965" y="290830"/>
                  </a:lnTo>
                  <a:lnTo>
                    <a:pt x="180568" y="292100"/>
                  </a:lnTo>
                  <a:lnTo>
                    <a:pt x="179362" y="292100"/>
                  </a:lnTo>
                  <a:lnTo>
                    <a:pt x="178219" y="290830"/>
                  </a:lnTo>
                  <a:lnTo>
                    <a:pt x="176860" y="290830"/>
                  </a:lnTo>
                  <a:lnTo>
                    <a:pt x="166395" y="289560"/>
                  </a:lnTo>
                  <a:lnTo>
                    <a:pt x="145923" y="289560"/>
                  </a:lnTo>
                  <a:lnTo>
                    <a:pt x="144576" y="288290"/>
                  </a:lnTo>
                  <a:lnTo>
                    <a:pt x="130098" y="287020"/>
                  </a:lnTo>
                  <a:lnTo>
                    <a:pt x="115824" y="287020"/>
                  </a:lnTo>
                  <a:lnTo>
                    <a:pt x="114630" y="288290"/>
                  </a:lnTo>
                  <a:lnTo>
                    <a:pt x="113499" y="287020"/>
                  </a:lnTo>
                  <a:lnTo>
                    <a:pt x="103136" y="287020"/>
                  </a:lnTo>
                  <a:lnTo>
                    <a:pt x="95707" y="285750"/>
                  </a:lnTo>
                  <a:lnTo>
                    <a:pt x="87376" y="283210"/>
                  </a:lnTo>
                  <a:lnTo>
                    <a:pt x="84810" y="283210"/>
                  </a:lnTo>
                  <a:lnTo>
                    <a:pt x="83947" y="281940"/>
                  </a:lnTo>
                  <a:lnTo>
                    <a:pt x="82854" y="281940"/>
                  </a:lnTo>
                  <a:lnTo>
                    <a:pt x="74587" y="278130"/>
                  </a:lnTo>
                  <a:lnTo>
                    <a:pt x="67881" y="275590"/>
                  </a:lnTo>
                  <a:lnTo>
                    <a:pt x="60553" y="270510"/>
                  </a:lnTo>
                  <a:lnTo>
                    <a:pt x="58051" y="270510"/>
                  </a:lnTo>
                  <a:lnTo>
                    <a:pt x="57518" y="269240"/>
                  </a:lnTo>
                  <a:lnTo>
                    <a:pt x="56705" y="267970"/>
                  </a:lnTo>
                  <a:lnTo>
                    <a:pt x="49771" y="262890"/>
                  </a:lnTo>
                  <a:lnTo>
                    <a:pt x="44386" y="257810"/>
                  </a:lnTo>
                  <a:lnTo>
                    <a:pt x="38773" y="250190"/>
                  </a:lnTo>
                  <a:lnTo>
                    <a:pt x="37693" y="250190"/>
                  </a:lnTo>
                  <a:lnTo>
                    <a:pt x="36537" y="248920"/>
                  </a:lnTo>
                  <a:lnTo>
                    <a:pt x="36372" y="247650"/>
                  </a:lnTo>
                  <a:lnTo>
                    <a:pt x="35902" y="246380"/>
                  </a:lnTo>
                  <a:lnTo>
                    <a:pt x="30848" y="240030"/>
                  </a:lnTo>
                  <a:lnTo>
                    <a:pt x="27190" y="232410"/>
                  </a:lnTo>
                  <a:lnTo>
                    <a:pt x="23736" y="224790"/>
                  </a:lnTo>
                  <a:lnTo>
                    <a:pt x="22936" y="223520"/>
                  </a:lnTo>
                  <a:lnTo>
                    <a:pt x="21932" y="223520"/>
                  </a:lnTo>
                  <a:lnTo>
                    <a:pt x="22047" y="219710"/>
                  </a:lnTo>
                  <a:lnTo>
                    <a:pt x="19189" y="212090"/>
                  </a:lnTo>
                  <a:lnTo>
                    <a:pt x="17538" y="204470"/>
                  </a:lnTo>
                  <a:lnTo>
                    <a:pt x="16510" y="195580"/>
                  </a:lnTo>
                  <a:lnTo>
                    <a:pt x="16027" y="194310"/>
                  </a:lnTo>
                  <a:lnTo>
                    <a:pt x="15303" y="193040"/>
                  </a:lnTo>
                  <a:lnTo>
                    <a:pt x="15849" y="193040"/>
                  </a:lnTo>
                  <a:lnTo>
                    <a:pt x="16129" y="191770"/>
                  </a:lnTo>
                  <a:lnTo>
                    <a:pt x="16002" y="187960"/>
                  </a:lnTo>
                  <a:lnTo>
                    <a:pt x="16065" y="177800"/>
                  </a:lnTo>
                  <a:lnTo>
                    <a:pt x="16484" y="172720"/>
                  </a:lnTo>
                  <a:lnTo>
                    <a:pt x="17741" y="166370"/>
                  </a:lnTo>
                  <a:lnTo>
                    <a:pt x="17640" y="165100"/>
                  </a:lnTo>
                  <a:lnTo>
                    <a:pt x="17246" y="163830"/>
                  </a:lnTo>
                  <a:lnTo>
                    <a:pt x="18110" y="162560"/>
                  </a:lnTo>
                  <a:lnTo>
                    <a:pt x="18745" y="161290"/>
                  </a:lnTo>
                  <a:lnTo>
                    <a:pt x="20904" y="153670"/>
                  </a:lnTo>
                  <a:lnTo>
                    <a:pt x="23545" y="146050"/>
                  </a:lnTo>
                  <a:lnTo>
                    <a:pt x="27571" y="138430"/>
                  </a:lnTo>
                  <a:lnTo>
                    <a:pt x="27851" y="137160"/>
                  </a:lnTo>
                  <a:lnTo>
                    <a:pt x="27838" y="135890"/>
                  </a:lnTo>
                  <a:lnTo>
                    <a:pt x="28917" y="134620"/>
                  </a:lnTo>
                  <a:lnTo>
                    <a:pt x="29870" y="134620"/>
                  </a:lnTo>
                  <a:lnTo>
                    <a:pt x="34429" y="127000"/>
                  </a:lnTo>
                  <a:lnTo>
                    <a:pt x="39039" y="120650"/>
                  </a:lnTo>
                  <a:lnTo>
                    <a:pt x="45212" y="114300"/>
                  </a:lnTo>
                  <a:lnTo>
                    <a:pt x="45859" y="113030"/>
                  </a:lnTo>
                  <a:lnTo>
                    <a:pt x="46202" y="111760"/>
                  </a:lnTo>
                  <a:lnTo>
                    <a:pt x="47447" y="111760"/>
                  </a:lnTo>
                  <a:lnTo>
                    <a:pt x="48628" y="110490"/>
                  </a:lnTo>
                  <a:lnTo>
                    <a:pt x="55092" y="105410"/>
                  </a:lnTo>
                  <a:lnTo>
                    <a:pt x="61175" y="100330"/>
                  </a:lnTo>
                  <a:lnTo>
                    <a:pt x="68948" y="96520"/>
                  </a:lnTo>
                  <a:lnTo>
                    <a:pt x="69875" y="95250"/>
                  </a:lnTo>
                  <a:lnTo>
                    <a:pt x="70523" y="93980"/>
                  </a:lnTo>
                  <a:lnTo>
                    <a:pt x="73139" y="93980"/>
                  </a:lnTo>
                  <a:lnTo>
                    <a:pt x="80810" y="88900"/>
                  </a:lnTo>
                  <a:lnTo>
                    <a:pt x="87820" y="86360"/>
                  </a:lnTo>
                  <a:lnTo>
                    <a:pt x="96291" y="83820"/>
                  </a:lnTo>
                  <a:lnTo>
                    <a:pt x="97282" y="82550"/>
                  </a:lnTo>
                  <a:lnTo>
                    <a:pt x="100647" y="82550"/>
                  </a:lnTo>
                  <a:lnTo>
                    <a:pt x="107454" y="81280"/>
                  </a:lnTo>
                  <a:lnTo>
                    <a:pt x="115379" y="80010"/>
                  </a:lnTo>
                  <a:lnTo>
                    <a:pt x="127000" y="78740"/>
                  </a:lnTo>
                  <a:lnTo>
                    <a:pt x="128308" y="77470"/>
                  </a:lnTo>
                  <a:lnTo>
                    <a:pt x="140703" y="77470"/>
                  </a:lnTo>
                  <a:lnTo>
                    <a:pt x="148729" y="76200"/>
                  </a:lnTo>
                  <a:lnTo>
                    <a:pt x="158953" y="74930"/>
                  </a:lnTo>
                  <a:lnTo>
                    <a:pt x="160274" y="74930"/>
                  </a:lnTo>
                  <a:lnTo>
                    <a:pt x="161378" y="73660"/>
                  </a:lnTo>
                  <a:lnTo>
                    <a:pt x="162623" y="73660"/>
                  </a:lnTo>
                  <a:lnTo>
                    <a:pt x="164007" y="74930"/>
                  </a:lnTo>
                  <a:lnTo>
                    <a:pt x="165493" y="73660"/>
                  </a:lnTo>
                  <a:lnTo>
                    <a:pt x="173037" y="73660"/>
                  </a:lnTo>
                  <a:lnTo>
                    <a:pt x="190995" y="71120"/>
                  </a:lnTo>
                  <a:lnTo>
                    <a:pt x="192303" y="71120"/>
                  </a:lnTo>
                  <a:lnTo>
                    <a:pt x="193433" y="69850"/>
                  </a:lnTo>
                  <a:lnTo>
                    <a:pt x="194652" y="71120"/>
                  </a:lnTo>
                  <a:lnTo>
                    <a:pt x="197548" y="71120"/>
                  </a:lnTo>
                  <a:lnTo>
                    <a:pt x="213271" y="69850"/>
                  </a:lnTo>
                  <a:lnTo>
                    <a:pt x="223062" y="68580"/>
                  </a:lnTo>
                  <a:lnTo>
                    <a:pt x="224396" y="68580"/>
                  </a:lnTo>
                  <a:lnTo>
                    <a:pt x="225513" y="67310"/>
                  </a:lnTo>
                  <a:lnTo>
                    <a:pt x="226758" y="67310"/>
                  </a:lnTo>
                  <a:lnTo>
                    <a:pt x="228142" y="68580"/>
                  </a:lnTo>
                  <a:lnTo>
                    <a:pt x="237401" y="67310"/>
                  </a:lnTo>
                  <a:lnTo>
                    <a:pt x="255155" y="66040"/>
                  </a:lnTo>
                  <a:lnTo>
                    <a:pt x="256489" y="64770"/>
                  </a:lnTo>
                  <a:lnTo>
                    <a:pt x="261696" y="64770"/>
                  </a:lnTo>
                  <a:lnTo>
                    <a:pt x="287248" y="63500"/>
                  </a:lnTo>
                  <a:lnTo>
                    <a:pt x="288582" y="62230"/>
                  </a:lnTo>
                  <a:lnTo>
                    <a:pt x="293801" y="62230"/>
                  </a:lnTo>
                  <a:lnTo>
                    <a:pt x="319341" y="60960"/>
                  </a:lnTo>
                  <a:lnTo>
                    <a:pt x="320687" y="59690"/>
                  </a:lnTo>
                  <a:lnTo>
                    <a:pt x="324446" y="59690"/>
                  </a:lnTo>
                  <a:lnTo>
                    <a:pt x="351447" y="58420"/>
                  </a:lnTo>
                  <a:lnTo>
                    <a:pt x="352780" y="57150"/>
                  </a:lnTo>
                  <a:lnTo>
                    <a:pt x="356527" y="57150"/>
                  </a:lnTo>
                  <a:lnTo>
                    <a:pt x="383565" y="55880"/>
                  </a:lnTo>
                  <a:lnTo>
                    <a:pt x="384898" y="54610"/>
                  </a:lnTo>
                  <a:lnTo>
                    <a:pt x="390131" y="54610"/>
                  </a:lnTo>
                  <a:lnTo>
                    <a:pt x="415671" y="53340"/>
                  </a:lnTo>
                  <a:lnTo>
                    <a:pt x="417004" y="52070"/>
                  </a:lnTo>
                  <a:lnTo>
                    <a:pt x="422224" y="52070"/>
                  </a:lnTo>
                  <a:lnTo>
                    <a:pt x="447802" y="50800"/>
                  </a:lnTo>
                  <a:lnTo>
                    <a:pt x="449122" y="49530"/>
                  </a:lnTo>
                  <a:lnTo>
                    <a:pt x="452856" y="49530"/>
                  </a:lnTo>
                  <a:lnTo>
                    <a:pt x="479907" y="48260"/>
                  </a:lnTo>
                  <a:lnTo>
                    <a:pt x="481253" y="46990"/>
                  </a:lnTo>
                  <a:lnTo>
                    <a:pt x="484974" y="46990"/>
                  </a:lnTo>
                  <a:lnTo>
                    <a:pt x="512025" y="45720"/>
                  </a:lnTo>
                  <a:lnTo>
                    <a:pt x="513372" y="45720"/>
                  </a:lnTo>
                  <a:lnTo>
                    <a:pt x="514502" y="44450"/>
                  </a:lnTo>
                  <a:lnTo>
                    <a:pt x="515734" y="44450"/>
                  </a:lnTo>
                  <a:lnTo>
                    <a:pt x="517093" y="45720"/>
                  </a:lnTo>
                  <a:lnTo>
                    <a:pt x="544220" y="43180"/>
                  </a:lnTo>
                  <a:lnTo>
                    <a:pt x="545566" y="43180"/>
                  </a:lnTo>
                  <a:lnTo>
                    <a:pt x="546696" y="41910"/>
                  </a:lnTo>
                  <a:lnTo>
                    <a:pt x="547928" y="43180"/>
                  </a:lnTo>
                  <a:lnTo>
                    <a:pt x="550824" y="43180"/>
                  </a:lnTo>
                  <a:lnTo>
                    <a:pt x="576338" y="40640"/>
                  </a:lnTo>
                  <a:lnTo>
                    <a:pt x="577684" y="40640"/>
                  </a:lnTo>
                  <a:lnTo>
                    <a:pt x="578815" y="39370"/>
                  </a:lnTo>
                  <a:lnTo>
                    <a:pt x="580021" y="40640"/>
                  </a:lnTo>
                  <a:lnTo>
                    <a:pt x="581380" y="40640"/>
                  </a:lnTo>
                  <a:lnTo>
                    <a:pt x="608444" y="38100"/>
                  </a:lnTo>
                  <a:lnTo>
                    <a:pt x="609790" y="38100"/>
                  </a:lnTo>
                  <a:lnTo>
                    <a:pt x="610920" y="36830"/>
                  </a:lnTo>
                  <a:lnTo>
                    <a:pt x="612152" y="38100"/>
                  </a:lnTo>
                  <a:lnTo>
                    <a:pt x="615010" y="38100"/>
                  </a:lnTo>
                  <a:lnTo>
                    <a:pt x="640588" y="36830"/>
                  </a:lnTo>
                  <a:lnTo>
                    <a:pt x="641934" y="35560"/>
                  </a:lnTo>
                  <a:lnTo>
                    <a:pt x="645718" y="35560"/>
                  </a:lnTo>
                  <a:lnTo>
                    <a:pt x="672719" y="34290"/>
                  </a:lnTo>
                  <a:lnTo>
                    <a:pt x="674065" y="34290"/>
                  </a:lnTo>
                  <a:lnTo>
                    <a:pt x="675208" y="33020"/>
                  </a:lnTo>
                  <a:lnTo>
                    <a:pt x="676440" y="33020"/>
                  </a:lnTo>
                  <a:lnTo>
                    <a:pt x="677849" y="34290"/>
                  </a:lnTo>
                  <a:lnTo>
                    <a:pt x="679284" y="34290"/>
                  </a:lnTo>
                  <a:lnTo>
                    <a:pt x="704875" y="31750"/>
                  </a:lnTo>
                  <a:lnTo>
                    <a:pt x="706234" y="31750"/>
                  </a:lnTo>
                  <a:lnTo>
                    <a:pt x="707377" y="30480"/>
                  </a:lnTo>
                  <a:lnTo>
                    <a:pt x="708571" y="31750"/>
                  </a:lnTo>
                  <a:lnTo>
                    <a:pt x="711428" y="31750"/>
                  </a:lnTo>
                  <a:lnTo>
                    <a:pt x="737006" y="29210"/>
                  </a:lnTo>
                  <a:lnTo>
                    <a:pt x="738352" y="29210"/>
                  </a:lnTo>
                  <a:lnTo>
                    <a:pt x="739482" y="27940"/>
                  </a:lnTo>
                  <a:lnTo>
                    <a:pt x="740727" y="29210"/>
                  </a:lnTo>
                  <a:lnTo>
                    <a:pt x="743585" y="29210"/>
                  </a:lnTo>
                  <a:lnTo>
                    <a:pt x="769162" y="27940"/>
                  </a:lnTo>
                  <a:lnTo>
                    <a:pt x="770496" y="26670"/>
                  </a:lnTo>
                  <a:lnTo>
                    <a:pt x="774280" y="26670"/>
                  </a:lnTo>
                  <a:lnTo>
                    <a:pt x="801331" y="25400"/>
                  </a:lnTo>
                  <a:lnTo>
                    <a:pt x="802665" y="25400"/>
                  </a:lnTo>
                  <a:lnTo>
                    <a:pt x="803795" y="24130"/>
                  </a:lnTo>
                  <a:lnTo>
                    <a:pt x="805027" y="25400"/>
                  </a:lnTo>
                  <a:lnTo>
                    <a:pt x="807897" y="25400"/>
                  </a:lnTo>
                  <a:lnTo>
                    <a:pt x="833488" y="22860"/>
                  </a:lnTo>
                  <a:lnTo>
                    <a:pt x="834847" y="22860"/>
                  </a:lnTo>
                  <a:lnTo>
                    <a:pt x="835990" y="21590"/>
                  </a:lnTo>
                  <a:lnTo>
                    <a:pt x="837209" y="22860"/>
                  </a:lnTo>
                  <a:lnTo>
                    <a:pt x="840066" y="22860"/>
                  </a:lnTo>
                  <a:lnTo>
                    <a:pt x="865670" y="21590"/>
                  </a:lnTo>
                  <a:lnTo>
                    <a:pt x="867029" y="20320"/>
                  </a:lnTo>
                  <a:lnTo>
                    <a:pt x="872248" y="20320"/>
                  </a:lnTo>
                  <a:lnTo>
                    <a:pt x="897877" y="19050"/>
                  </a:lnTo>
                  <a:lnTo>
                    <a:pt x="899236" y="19050"/>
                  </a:lnTo>
                  <a:lnTo>
                    <a:pt x="900366" y="17780"/>
                  </a:lnTo>
                  <a:lnTo>
                    <a:pt x="901598" y="19050"/>
                  </a:lnTo>
                  <a:lnTo>
                    <a:pt x="904455" y="19050"/>
                  </a:lnTo>
                  <a:lnTo>
                    <a:pt x="930122" y="17780"/>
                  </a:lnTo>
                  <a:lnTo>
                    <a:pt x="931481" y="16510"/>
                  </a:lnTo>
                  <a:lnTo>
                    <a:pt x="936713" y="16510"/>
                  </a:lnTo>
                  <a:lnTo>
                    <a:pt x="952995" y="15240"/>
                  </a:lnTo>
                  <a:lnTo>
                    <a:pt x="959726" y="15240"/>
                  </a:lnTo>
                  <a:lnTo>
                    <a:pt x="963180" y="16510"/>
                  </a:lnTo>
                  <a:lnTo>
                    <a:pt x="964603" y="16510"/>
                  </a:lnTo>
                  <a:lnTo>
                    <a:pt x="965923" y="15240"/>
                  </a:lnTo>
                  <a:lnTo>
                    <a:pt x="966927" y="16510"/>
                  </a:lnTo>
                  <a:lnTo>
                    <a:pt x="968184" y="17780"/>
                  </a:lnTo>
                  <a:lnTo>
                    <a:pt x="985253" y="21590"/>
                  </a:lnTo>
                  <a:lnTo>
                    <a:pt x="994422" y="22860"/>
                  </a:lnTo>
                  <a:lnTo>
                    <a:pt x="997127" y="22860"/>
                  </a:lnTo>
                  <a:lnTo>
                    <a:pt x="998093" y="24130"/>
                  </a:lnTo>
                  <a:lnTo>
                    <a:pt x="999324" y="24130"/>
                  </a:lnTo>
                  <a:lnTo>
                    <a:pt x="1009319" y="26670"/>
                  </a:lnTo>
                  <a:lnTo>
                    <a:pt x="1016812" y="29210"/>
                  </a:lnTo>
                  <a:lnTo>
                    <a:pt x="1025004" y="31750"/>
                  </a:lnTo>
                  <a:lnTo>
                    <a:pt x="1027709" y="31750"/>
                  </a:lnTo>
                  <a:lnTo>
                    <a:pt x="1028611" y="33020"/>
                  </a:lnTo>
                  <a:lnTo>
                    <a:pt x="1029779" y="33020"/>
                  </a:lnTo>
                  <a:lnTo>
                    <a:pt x="1039126" y="36830"/>
                  </a:lnTo>
                  <a:lnTo>
                    <a:pt x="1046302" y="39370"/>
                  </a:lnTo>
                  <a:lnTo>
                    <a:pt x="1054404" y="41910"/>
                  </a:lnTo>
                  <a:lnTo>
                    <a:pt x="1057084" y="41910"/>
                  </a:lnTo>
                  <a:lnTo>
                    <a:pt x="1057859" y="43180"/>
                  </a:lnTo>
                  <a:lnTo>
                    <a:pt x="1058900" y="44450"/>
                  </a:lnTo>
                  <a:lnTo>
                    <a:pt x="1067473" y="48260"/>
                  </a:lnTo>
                  <a:lnTo>
                    <a:pt x="1074267" y="52070"/>
                  </a:lnTo>
                  <a:lnTo>
                    <a:pt x="1081506" y="57150"/>
                  </a:lnTo>
                  <a:lnTo>
                    <a:pt x="1084084" y="57150"/>
                  </a:lnTo>
                  <a:lnTo>
                    <a:pt x="1084643" y="58420"/>
                  </a:lnTo>
                  <a:lnTo>
                    <a:pt x="1085481" y="59690"/>
                  </a:lnTo>
                  <a:lnTo>
                    <a:pt x="1092860" y="64770"/>
                  </a:lnTo>
                  <a:lnTo>
                    <a:pt x="1098600" y="69850"/>
                  </a:lnTo>
                  <a:lnTo>
                    <a:pt x="1104633" y="76200"/>
                  </a:lnTo>
                  <a:lnTo>
                    <a:pt x="1105763" y="76200"/>
                  </a:lnTo>
                  <a:lnTo>
                    <a:pt x="1106982" y="77470"/>
                  </a:lnTo>
                  <a:lnTo>
                    <a:pt x="1107249" y="78740"/>
                  </a:lnTo>
                  <a:lnTo>
                    <a:pt x="1107821" y="80010"/>
                  </a:lnTo>
                  <a:lnTo>
                    <a:pt x="1113472" y="86360"/>
                  </a:lnTo>
                  <a:lnTo>
                    <a:pt x="1117790" y="92710"/>
                  </a:lnTo>
                  <a:lnTo>
                    <a:pt x="1122159" y="100330"/>
                  </a:lnTo>
                  <a:lnTo>
                    <a:pt x="1123086" y="101600"/>
                  </a:lnTo>
                  <a:lnTo>
                    <a:pt x="1124165" y="101600"/>
                  </a:lnTo>
                  <a:lnTo>
                    <a:pt x="1124115" y="102870"/>
                  </a:lnTo>
                  <a:lnTo>
                    <a:pt x="1124369" y="104140"/>
                  </a:lnTo>
                  <a:lnTo>
                    <a:pt x="1128141" y="113030"/>
                  </a:lnTo>
                  <a:lnTo>
                    <a:pt x="1130896" y="119380"/>
                  </a:lnTo>
                  <a:lnTo>
                    <a:pt x="1133538" y="128270"/>
                  </a:lnTo>
                  <a:lnTo>
                    <a:pt x="1134249" y="129540"/>
                  </a:lnTo>
                  <a:lnTo>
                    <a:pt x="1135189" y="130810"/>
                  </a:lnTo>
                  <a:lnTo>
                    <a:pt x="1134859" y="132080"/>
                  </a:lnTo>
                  <a:lnTo>
                    <a:pt x="1134833" y="133350"/>
                  </a:lnTo>
                  <a:lnTo>
                    <a:pt x="1136954" y="142240"/>
                  </a:lnTo>
                  <a:lnTo>
                    <a:pt x="1138351" y="149860"/>
                  </a:lnTo>
                  <a:lnTo>
                    <a:pt x="1139520" y="158750"/>
                  </a:lnTo>
                  <a:lnTo>
                    <a:pt x="1140066" y="160020"/>
                  </a:lnTo>
                  <a:lnTo>
                    <a:pt x="1140841" y="161290"/>
                  </a:lnTo>
                  <a:lnTo>
                    <a:pt x="1140294" y="162560"/>
                  </a:lnTo>
                  <a:lnTo>
                    <a:pt x="1140053" y="163830"/>
                  </a:lnTo>
                  <a:lnTo>
                    <a:pt x="1140358" y="166370"/>
                  </a:lnTo>
                  <a:lnTo>
                    <a:pt x="1140993" y="175260"/>
                  </a:lnTo>
                  <a:lnTo>
                    <a:pt x="1141082" y="177800"/>
                  </a:lnTo>
                  <a:lnTo>
                    <a:pt x="1141133" y="189230"/>
                  </a:lnTo>
                  <a:lnTo>
                    <a:pt x="1141488" y="190500"/>
                  </a:lnTo>
                  <a:lnTo>
                    <a:pt x="1142111" y="191770"/>
                  </a:lnTo>
                  <a:lnTo>
                    <a:pt x="1141412" y="193040"/>
                  </a:lnTo>
                  <a:lnTo>
                    <a:pt x="1140980" y="194310"/>
                  </a:lnTo>
                  <a:lnTo>
                    <a:pt x="1140498" y="204470"/>
                  </a:lnTo>
                  <a:lnTo>
                    <a:pt x="1139609" y="212090"/>
                  </a:lnTo>
                  <a:lnTo>
                    <a:pt x="1137983" y="219710"/>
                  </a:lnTo>
                  <a:lnTo>
                    <a:pt x="1138097" y="222250"/>
                  </a:lnTo>
                  <a:lnTo>
                    <a:pt x="1138504" y="222250"/>
                  </a:lnTo>
                  <a:lnTo>
                    <a:pt x="1137627" y="223520"/>
                  </a:lnTo>
                  <a:lnTo>
                    <a:pt x="1136980" y="224790"/>
                  </a:lnTo>
                  <a:lnTo>
                    <a:pt x="1134884" y="233680"/>
                  </a:lnTo>
                  <a:lnTo>
                    <a:pt x="1132573" y="241300"/>
                  </a:lnTo>
                  <a:lnTo>
                    <a:pt x="1129245" y="248920"/>
                  </a:lnTo>
                  <a:lnTo>
                    <a:pt x="1129080" y="250190"/>
                  </a:lnTo>
                  <a:lnTo>
                    <a:pt x="1129220" y="251460"/>
                  </a:lnTo>
                  <a:lnTo>
                    <a:pt x="1128179" y="252730"/>
                  </a:lnTo>
                  <a:lnTo>
                    <a:pt x="1127302" y="254000"/>
                  </a:lnTo>
                  <a:lnTo>
                    <a:pt x="1119682" y="269240"/>
                  </a:lnTo>
                  <a:lnTo>
                    <a:pt x="1114615" y="275590"/>
                  </a:lnTo>
                  <a:lnTo>
                    <a:pt x="1114171" y="276860"/>
                  </a:lnTo>
                  <a:lnTo>
                    <a:pt x="1114031" y="278130"/>
                  </a:lnTo>
                  <a:lnTo>
                    <a:pt x="1112862" y="279400"/>
                  </a:lnTo>
                  <a:lnTo>
                    <a:pt x="1111783" y="279400"/>
                  </a:lnTo>
                  <a:lnTo>
                    <a:pt x="1106360" y="287020"/>
                  </a:lnTo>
                  <a:lnTo>
                    <a:pt x="1101229" y="292100"/>
                  </a:lnTo>
                  <a:lnTo>
                    <a:pt x="1094651" y="298450"/>
                  </a:lnTo>
                  <a:lnTo>
                    <a:pt x="1093952" y="299720"/>
                  </a:lnTo>
                  <a:lnTo>
                    <a:pt x="1093558" y="300990"/>
                  </a:lnTo>
                  <a:lnTo>
                    <a:pt x="1092276" y="302260"/>
                  </a:lnTo>
                  <a:lnTo>
                    <a:pt x="1091044" y="302260"/>
                  </a:lnTo>
                  <a:lnTo>
                    <a:pt x="1089977" y="303530"/>
                  </a:lnTo>
                  <a:lnTo>
                    <a:pt x="1084376" y="308610"/>
                  </a:lnTo>
                  <a:lnTo>
                    <a:pt x="1078191" y="312420"/>
                  </a:lnTo>
                  <a:lnTo>
                    <a:pt x="1070444" y="317500"/>
                  </a:lnTo>
                  <a:lnTo>
                    <a:pt x="1069543" y="318770"/>
                  </a:lnTo>
                  <a:lnTo>
                    <a:pt x="1068920" y="320040"/>
                  </a:lnTo>
                  <a:lnTo>
                    <a:pt x="1066279" y="320040"/>
                  </a:lnTo>
                  <a:lnTo>
                    <a:pt x="1058621" y="325120"/>
                  </a:lnTo>
                  <a:lnTo>
                    <a:pt x="1051712" y="328930"/>
                  </a:lnTo>
                  <a:lnTo>
                    <a:pt x="1043241" y="332740"/>
                  </a:lnTo>
                  <a:lnTo>
                    <a:pt x="1042187" y="334010"/>
                  </a:lnTo>
                  <a:lnTo>
                    <a:pt x="1040015" y="334010"/>
                  </a:lnTo>
                  <a:lnTo>
                    <a:pt x="1038707" y="335280"/>
                  </a:lnTo>
                  <a:lnTo>
                    <a:pt x="1030363" y="337820"/>
                  </a:lnTo>
                  <a:lnTo>
                    <a:pt x="1022972" y="340360"/>
                  </a:lnTo>
                  <a:lnTo>
                    <a:pt x="1014082" y="344170"/>
                  </a:lnTo>
                  <a:lnTo>
                    <a:pt x="1012926" y="344170"/>
                  </a:lnTo>
                  <a:lnTo>
                    <a:pt x="1012012" y="345440"/>
                  </a:lnTo>
                  <a:lnTo>
                    <a:pt x="1009319" y="345440"/>
                  </a:lnTo>
                  <a:lnTo>
                    <a:pt x="998207" y="347980"/>
                  </a:lnTo>
                  <a:lnTo>
                    <a:pt x="990193" y="349250"/>
                  </a:lnTo>
                  <a:lnTo>
                    <a:pt x="983792" y="350520"/>
                  </a:lnTo>
                  <a:lnTo>
                    <a:pt x="982573" y="351790"/>
                  </a:lnTo>
                  <a:lnTo>
                    <a:pt x="966406" y="351790"/>
                  </a:lnTo>
                  <a:lnTo>
                    <a:pt x="953198" y="350520"/>
                  </a:lnTo>
                  <a:lnTo>
                    <a:pt x="951788" y="350520"/>
                  </a:lnTo>
                  <a:lnTo>
                    <a:pt x="950582" y="351790"/>
                  </a:lnTo>
                  <a:lnTo>
                    <a:pt x="949452" y="350520"/>
                  </a:lnTo>
                  <a:lnTo>
                    <a:pt x="939558" y="350520"/>
                  </a:lnTo>
                  <a:lnTo>
                    <a:pt x="931468" y="349250"/>
                  </a:lnTo>
                  <a:lnTo>
                    <a:pt x="917270" y="349250"/>
                  </a:lnTo>
                  <a:lnTo>
                    <a:pt x="915936" y="347980"/>
                  </a:lnTo>
                  <a:lnTo>
                    <a:pt x="898893" y="347980"/>
                  </a:lnTo>
                  <a:lnTo>
                    <a:pt x="890346" y="346710"/>
                  </a:lnTo>
                  <a:lnTo>
                    <a:pt x="887476" y="346710"/>
                  </a:lnTo>
                  <a:lnTo>
                    <a:pt x="886231" y="347980"/>
                  </a:lnTo>
                  <a:lnTo>
                    <a:pt x="885101" y="346710"/>
                  </a:lnTo>
                  <a:lnTo>
                    <a:pt x="883767" y="346710"/>
                  </a:lnTo>
                  <a:lnTo>
                    <a:pt x="870978" y="345440"/>
                  </a:lnTo>
                  <a:lnTo>
                    <a:pt x="858189" y="344170"/>
                  </a:lnTo>
                  <a:lnTo>
                    <a:pt x="855319" y="344170"/>
                  </a:lnTo>
                  <a:lnTo>
                    <a:pt x="854100" y="345440"/>
                  </a:lnTo>
                  <a:lnTo>
                    <a:pt x="852970" y="344170"/>
                  </a:lnTo>
                  <a:lnTo>
                    <a:pt x="851623" y="344170"/>
                  </a:lnTo>
                  <a:lnTo>
                    <a:pt x="838111" y="342900"/>
                  </a:lnTo>
                  <a:lnTo>
                    <a:pt x="824585" y="341630"/>
                  </a:lnTo>
                  <a:lnTo>
                    <a:pt x="823201" y="342900"/>
                  </a:lnTo>
                  <a:lnTo>
                    <a:pt x="821969" y="342900"/>
                  </a:lnTo>
                  <a:lnTo>
                    <a:pt x="820839" y="341630"/>
                  </a:lnTo>
                  <a:lnTo>
                    <a:pt x="819480" y="341630"/>
                  </a:lnTo>
                  <a:lnTo>
                    <a:pt x="805942" y="340360"/>
                  </a:lnTo>
                  <a:lnTo>
                    <a:pt x="792403" y="339090"/>
                  </a:lnTo>
                  <a:lnTo>
                    <a:pt x="791044" y="340360"/>
                  </a:lnTo>
                  <a:lnTo>
                    <a:pt x="788682" y="340360"/>
                  </a:lnTo>
                  <a:lnTo>
                    <a:pt x="787349" y="339090"/>
                  </a:lnTo>
                  <a:lnTo>
                    <a:pt x="773849" y="337820"/>
                  </a:lnTo>
                  <a:lnTo>
                    <a:pt x="760349" y="336550"/>
                  </a:lnTo>
                  <a:lnTo>
                    <a:pt x="758926" y="337820"/>
                  </a:lnTo>
                  <a:lnTo>
                    <a:pt x="756577" y="337820"/>
                  </a:lnTo>
                  <a:lnTo>
                    <a:pt x="755230" y="336550"/>
                  </a:lnTo>
                  <a:lnTo>
                    <a:pt x="730148" y="335280"/>
                  </a:lnTo>
                  <a:lnTo>
                    <a:pt x="729030" y="342900"/>
                  </a:lnTo>
                  <a:lnTo>
                    <a:pt x="728903" y="350520"/>
                  </a:lnTo>
                  <a:lnTo>
                    <a:pt x="754024" y="353060"/>
                  </a:lnTo>
                  <a:lnTo>
                    <a:pt x="755383" y="353060"/>
                  </a:lnTo>
                  <a:lnTo>
                    <a:pt x="756602" y="351790"/>
                  </a:lnTo>
                  <a:lnTo>
                    <a:pt x="757732" y="353060"/>
                  </a:lnTo>
                  <a:lnTo>
                    <a:pt x="759091" y="353060"/>
                  </a:lnTo>
                  <a:lnTo>
                    <a:pt x="784669" y="355600"/>
                  </a:lnTo>
                  <a:lnTo>
                    <a:pt x="787539" y="355600"/>
                  </a:lnTo>
                  <a:lnTo>
                    <a:pt x="788771" y="354330"/>
                  </a:lnTo>
                  <a:lnTo>
                    <a:pt x="789901" y="355600"/>
                  </a:lnTo>
                  <a:lnTo>
                    <a:pt x="791235" y="355600"/>
                  </a:lnTo>
                  <a:lnTo>
                    <a:pt x="818311" y="358140"/>
                  </a:lnTo>
                  <a:lnTo>
                    <a:pt x="819683" y="356870"/>
                  </a:lnTo>
                  <a:lnTo>
                    <a:pt x="820902" y="356870"/>
                  </a:lnTo>
                  <a:lnTo>
                    <a:pt x="822032" y="358140"/>
                  </a:lnTo>
                  <a:lnTo>
                    <a:pt x="823379" y="358140"/>
                  </a:lnTo>
                  <a:lnTo>
                    <a:pt x="850442" y="360680"/>
                  </a:lnTo>
                  <a:lnTo>
                    <a:pt x="851865" y="359410"/>
                  </a:lnTo>
                  <a:lnTo>
                    <a:pt x="854214" y="359410"/>
                  </a:lnTo>
                  <a:lnTo>
                    <a:pt x="855560" y="360680"/>
                  </a:lnTo>
                  <a:lnTo>
                    <a:pt x="881164" y="361950"/>
                  </a:lnTo>
                  <a:lnTo>
                    <a:pt x="886409" y="361950"/>
                  </a:lnTo>
                  <a:lnTo>
                    <a:pt x="887755" y="363220"/>
                  </a:lnTo>
                  <a:lnTo>
                    <a:pt x="905878" y="364490"/>
                  </a:lnTo>
                  <a:lnTo>
                    <a:pt x="916279" y="364490"/>
                  </a:lnTo>
                  <a:lnTo>
                    <a:pt x="917511" y="363220"/>
                  </a:lnTo>
                  <a:lnTo>
                    <a:pt x="918654" y="364490"/>
                  </a:lnTo>
                  <a:lnTo>
                    <a:pt x="920000" y="364490"/>
                  </a:lnTo>
                  <a:lnTo>
                    <a:pt x="930490" y="365760"/>
                  </a:lnTo>
                  <a:lnTo>
                    <a:pt x="947254" y="367030"/>
                  </a:lnTo>
                  <a:lnTo>
                    <a:pt x="948626" y="365760"/>
                  </a:lnTo>
                  <a:lnTo>
                    <a:pt x="949858" y="365760"/>
                  </a:lnTo>
                  <a:lnTo>
                    <a:pt x="951014" y="367030"/>
                  </a:lnTo>
                  <a:lnTo>
                    <a:pt x="982243" y="367030"/>
                  </a:lnTo>
                  <a:lnTo>
                    <a:pt x="983475" y="365760"/>
                  </a:lnTo>
                  <a:lnTo>
                    <a:pt x="984821" y="367030"/>
                  </a:lnTo>
                  <a:lnTo>
                    <a:pt x="986307" y="367030"/>
                  </a:lnTo>
                  <a:lnTo>
                    <a:pt x="987844" y="365760"/>
                  </a:lnTo>
                  <a:lnTo>
                    <a:pt x="993228" y="365760"/>
                  </a:lnTo>
                  <a:lnTo>
                    <a:pt x="1001839" y="363220"/>
                  </a:lnTo>
                  <a:lnTo>
                    <a:pt x="1013688" y="360680"/>
                  </a:lnTo>
                  <a:lnTo>
                    <a:pt x="1014945" y="359410"/>
                  </a:lnTo>
                  <a:lnTo>
                    <a:pt x="1015911" y="358140"/>
                  </a:lnTo>
                  <a:lnTo>
                    <a:pt x="1017295" y="359410"/>
                  </a:lnTo>
                  <a:lnTo>
                    <a:pt x="1018781" y="359410"/>
                  </a:lnTo>
                  <a:lnTo>
                    <a:pt x="1025093" y="356870"/>
                  </a:lnTo>
                  <a:lnTo>
                    <a:pt x="1028255" y="355600"/>
                  </a:lnTo>
                  <a:lnTo>
                    <a:pt x="1032192" y="354330"/>
                  </a:lnTo>
                  <a:lnTo>
                    <a:pt x="1036129" y="353060"/>
                  </a:lnTo>
                  <a:lnTo>
                    <a:pt x="1045032" y="349250"/>
                  </a:lnTo>
                  <a:lnTo>
                    <a:pt x="1046175" y="347980"/>
                  </a:lnTo>
                  <a:lnTo>
                    <a:pt x="1048435" y="347980"/>
                  </a:lnTo>
                  <a:lnTo>
                    <a:pt x="1049870" y="346710"/>
                  </a:lnTo>
                  <a:lnTo>
                    <a:pt x="1076350" y="331470"/>
                  </a:lnTo>
                  <a:lnTo>
                    <a:pt x="1079207" y="331470"/>
                  </a:lnTo>
                  <a:lnTo>
                    <a:pt x="1087653" y="326390"/>
                  </a:lnTo>
                  <a:lnTo>
                    <a:pt x="1094409" y="320040"/>
                  </a:lnTo>
                  <a:lnTo>
                    <a:pt x="1101699" y="313690"/>
                  </a:lnTo>
                  <a:lnTo>
                    <a:pt x="1102487" y="312420"/>
                  </a:lnTo>
                  <a:lnTo>
                    <a:pt x="1102918" y="311150"/>
                  </a:lnTo>
                  <a:lnTo>
                    <a:pt x="1105662" y="311150"/>
                  </a:lnTo>
                  <a:lnTo>
                    <a:pt x="1125321" y="287020"/>
                  </a:lnTo>
                  <a:lnTo>
                    <a:pt x="1126617" y="285750"/>
                  </a:lnTo>
                  <a:lnTo>
                    <a:pt x="1127798" y="285750"/>
                  </a:lnTo>
                  <a:lnTo>
                    <a:pt x="1133436" y="276860"/>
                  </a:lnTo>
                  <a:lnTo>
                    <a:pt x="1137678" y="269240"/>
                  </a:lnTo>
                  <a:lnTo>
                    <a:pt x="1141920" y="260350"/>
                  </a:lnTo>
                  <a:lnTo>
                    <a:pt x="1142149" y="259080"/>
                  </a:lnTo>
                  <a:lnTo>
                    <a:pt x="1141984" y="257810"/>
                  </a:lnTo>
                  <a:lnTo>
                    <a:pt x="1143152" y="256540"/>
                  </a:lnTo>
                  <a:lnTo>
                    <a:pt x="1144092" y="255270"/>
                  </a:lnTo>
                  <a:lnTo>
                    <a:pt x="1147787" y="246380"/>
                  </a:lnTo>
                  <a:lnTo>
                    <a:pt x="1150353" y="238760"/>
                  </a:lnTo>
                  <a:lnTo>
                    <a:pt x="1152664" y="228600"/>
                  </a:lnTo>
                  <a:lnTo>
                    <a:pt x="1152575" y="227330"/>
                  </a:lnTo>
                  <a:lnTo>
                    <a:pt x="1152131" y="226060"/>
                  </a:lnTo>
                  <a:lnTo>
                    <a:pt x="1153096" y="224790"/>
                  </a:lnTo>
                  <a:lnTo>
                    <a:pt x="1153782" y="223520"/>
                  </a:lnTo>
                  <a:lnTo>
                    <a:pt x="1155560" y="213360"/>
                  </a:lnTo>
                  <a:lnTo>
                    <a:pt x="1156525" y="205740"/>
                  </a:lnTo>
                  <a:lnTo>
                    <a:pt x="1157058" y="195580"/>
                  </a:lnTo>
                  <a:lnTo>
                    <a:pt x="1156703" y="194310"/>
                  </a:lnTo>
                  <a:lnTo>
                    <a:pt x="1156042" y="193040"/>
                  </a:lnTo>
                  <a:lnTo>
                    <a:pt x="1156792" y="191770"/>
                  </a:lnTo>
                  <a:lnTo>
                    <a:pt x="1157224" y="19050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350489" y="5977794"/>
              <a:ext cx="1681480" cy="1306195"/>
            </a:xfrm>
            <a:custGeom>
              <a:avLst/>
              <a:gdLst/>
              <a:ahLst/>
              <a:cxnLst/>
              <a:rect l="l" t="t" r="r" b="b"/>
              <a:pathLst>
                <a:path w="1681479" h="1306195">
                  <a:moveTo>
                    <a:pt x="350774" y="352272"/>
                  </a:moveTo>
                  <a:lnTo>
                    <a:pt x="343687" y="318706"/>
                  </a:lnTo>
                  <a:lnTo>
                    <a:pt x="338353" y="315226"/>
                  </a:lnTo>
                  <a:lnTo>
                    <a:pt x="269595" y="329730"/>
                  </a:lnTo>
                  <a:lnTo>
                    <a:pt x="264210" y="330873"/>
                  </a:lnTo>
                  <a:lnTo>
                    <a:pt x="260718" y="336219"/>
                  </a:lnTo>
                  <a:lnTo>
                    <a:pt x="267817" y="369773"/>
                  </a:lnTo>
                  <a:lnTo>
                    <a:pt x="273164" y="373265"/>
                  </a:lnTo>
                  <a:lnTo>
                    <a:pt x="347294" y="357606"/>
                  </a:lnTo>
                  <a:lnTo>
                    <a:pt x="350774" y="352272"/>
                  </a:lnTo>
                  <a:close/>
                </a:path>
                <a:path w="1681479" h="1306195">
                  <a:moveTo>
                    <a:pt x="564476" y="106045"/>
                  </a:moveTo>
                  <a:lnTo>
                    <a:pt x="501980" y="73164"/>
                  </a:lnTo>
                  <a:lnTo>
                    <a:pt x="462064" y="59855"/>
                  </a:lnTo>
                  <a:lnTo>
                    <a:pt x="417576" y="48260"/>
                  </a:lnTo>
                  <a:lnTo>
                    <a:pt x="405777" y="45885"/>
                  </a:lnTo>
                  <a:lnTo>
                    <a:pt x="405777" y="125869"/>
                  </a:lnTo>
                  <a:lnTo>
                    <a:pt x="393103" y="135928"/>
                  </a:lnTo>
                  <a:lnTo>
                    <a:pt x="362178" y="154000"/>
                  </a:lnTo>
                  <a:lnTo>
                    <a:pt x="322567" y="167513"/>
                  </a:lnTo>
                  <a:lnTo>
                    <a:pt x="275945" y="170167"/>
                  </a:lnTo>
                  <a:lnTo>
                    <a:pt x="223951" y="155689"/>
                  </a:lnTo>
                  <a:lnTo>
                    <a:pt x="197218" y="137502"/>
                  </a:lnTo>
                  <a:lnTo>
                    <a:pt x="205054" y="136728"/>
                  </a:lnTo>
                  <a:lnTo>
                    <a:pt x="266433" y="131724"/>
                  </a:lnTo>
                  <a:lnTo>
                    <a:pt x="335051" y="127863"/>
                  </a:lnTo>
                  <a:lnTo>
                    <a:pt x="405777" y="125869"/>
                  </a:lnTo>
                  <a:lnTo>
                    <a:pt x="405777" y="45885"/>
                  </a:lnTo>
                  <a:lnTo>
                    <a:pt x="366458" y="37947"/>
                  </a:lnTo>
                  <a:lnTo>
                    <a:pt x="306578" y="28435"/>
                  </a:lnTo>
                  <a:lnTo>
                    <a:pt x="182600" y="12280"/>
                  </a:lnTo>
                  <a:lnTo>
                    <a:pt x="131635" y="5372"/>
                  </a:lnTo>
                  <a:lnTo>
                    <a:pt x="85509" y="584"/>
                  </a:lnTo>
                  <a:lnTo>
                    <a:pt x="46748" y="0"/>
                  </a:lnTo>
                  <a:lnTo>
                    <a:pt x="17881" y="5664"/>
                  </a:lnTo>
                  <a:lnTo>
                    <a:pt x="1460" y="19634"/>
                  </a:lnTo>
                  <a:lnTo>
                    <a:pt x="0" y="43967"/>
                  </a:lnTo>
                  <a:lnTo>
                    <a:pt x="16040" y="80708"/>
                  </a:lnTo>
                  <a:lnTo>
                    <a:pt x="27444" y="96812"/>
                  </a:lnTo>
                  <a:lnTo>
                    <a:pt x="47002" y="119519"/>
                  </a:lnTo>
                  <a:lnTo>
                    <a:pt x="69837" y="139585"/>
                  </a:lnTo>
                  <a:lnTo>
                    <a:pt x="91109" y="147828"/>
                  </a:lnTo>
                  <a:lnTo>
                    <a:pt x="114706" y="145834"/>
                  </a:lnTo>
                  <a:lnTo>
                    <a:pt x="153581" y="141782"/>
                  </a:lnTo>
                  <a:lnTo>
                    <a:pt x="170916" y="140081"/>
                  </a:lnTo>
                  <a:lnTo>
                    <a:pt x="192189" y="156476"/>
                  </a:lnTo>
                  <a:lnTo>
                    <a:pt x="226009" y="174028"/>
                  </a:lnTo>
                  <a:lnTo>
                    <a:pt x="258533" y="183616"/>
                  </a:lnTo>
                  <a:lnTo>
                    <a:pt x="289420" y="186537"/>
                  </a:lnTo>
                  <a:lnTo>
                    <a:pt x="347230" y="176606"/>
                  </a:lnTo>
                  <a:lnTo>
                    <a:pt x="392849" y="154698"/>
                  </a:lnTo>
                  <a:lnTo>
                    <a:pt x="422935" y="132613"/>
                  </a:lnTo>
                  <a:lnTo>
                    <a:pt x="430199" y="125831"/>
                  </a:lnTo>
                  <a:lnTo>
                    <a:pt x="463270" y="125920"/>
                  </a:lnTo>
                  <a:lnTo>
                    <a:pt x="500964" y="127368"/>
                  </a:lnTo>
                  <a:lnTo>
                    <a:pt x="525386" y="129197"/>
                  </a:lnTo>
                  <a:lnTo>
                    <a:pt x="546087" y="127406"/>
                  </a:lnTo>
                  <a:lnTo>
                    <a:pt x="562902" y="119316"/>
                  </a:lnTo>
                  <a:lnTo>
                    <a:pt x="564476" y="106045"/>
                  </a:lnTo>
                  <a:close/>
                </a:path>
                <a:path w="1681479" h="1306195">
                  <a:moveTo>
                    <a:pt x="630224" y="1290548"/>
                  </a:moveTo>
                  <a:lnTo>
                    <a:pt x="513638" y="987920"/>
                  </a:lnTo>
                  <a:lnTo>
                    <a:pt x="499249" y="977480"/>
                  </a:lnTo>
                  <a:lnTo>
                    <a:pt x="492937" y="978484"/>
                  </a:lnTo>
                  <a:lnTo>
                    <a:pt x="488111" y="980287"/>
                  </a:lnTo>
                  <a:lnTo>
                    <a:pt x="484657" y="984173"/>
                  </a:lnTo>
                  <a:lnTo>
                    <a:pt x="483222" y="988733"/>
                  </a:lnTo>
                  <a:lnTo>
                    <a:pt x="482193" y="992047"/>
                  </a:lnTo>
                  <a:lnTo>
                    <a:pt x="482206" y="995692"/>
                  </a:lnTo>
                  <a:lnTo>
                    <a:pt x="599084" y="1295514"/>
                  </a:lnTo>
                  <a:lnTo>
                    <a:pt x="602462" y="1300937"/>
                  </a:lnTo>
                  <a:lnTo>
                    <a:pt x="607479" y="1304518"/>
                  </a:lnTo>
                  <a:lnTo>
                    <a:pt x="613473" y="1305953"/>
                  </a:lnTo>
                  <a:lnTo>
                    <a:pt x="619785" y="1304950"/>
                  </a:lnTo>
                  <a:lnTo>
                    <a:pt x="625208" y="1301572"/>
                  </a:lnTo>
                  <a:lnTo>
                    <a:pt x="628789" y="1296543"/>
                  </a:lnTo>
                  <a:lnTo>
                    <a:pt x="630224" y="1290548"/>
                  </a:lnTo>
                  <a:close/>
                </a:path>
                <a:path w="1681479" h="1306195">
                  <a:moveTo>
                    <a:pt x="1483106" y="527672"/>
                  </a:moveTo>
                  <a:lnTo>
                    <a:pt x="1477708" y="513156"/>
                  </a:lnTo>
                  <a:lnTo>
                    <a:pt x="1469580" y="509422"/>
                  </a:lnTo>
                  <a:lnTo>
                    <a:pt x="1409217" y="531812"/>
                  </a:lnTo>
                  <a:lnTo>
                    <a:pt x="1401953" y="534504"/>
                  </a:lnTo>
                  <a:lnTo>
                    <a:pt x="1398219" y="542658"/>
                  </a:lnTo>
                  <a:lnTo>
                    <a:pt x="1403616" y="557161"/>
                  </a:lnTo>
                  <a:lnTo>
                    <a:pt x="1411744" y="560895"/>
                  </a:lnTo>
                  <a:lnTo>
                    <a:pt x="1479372" y="535813"/>
                  </a:lnTo>
                  <a:lnTo>
                    <a:pt x="1483106" y="527672"/>
                  </a:lnTo>
                  <a:close/>
                </a:path>
                <a:path w="1681479" h="1306195">
                  <a:moveTo>
                    <a:pt x="1681226" y="136486"/>
                  </a:moveTo>
                  <a:lnTo>
                    <a:pt x="1679003" y="128752"/>
                  </a:lnTo>
                  <a:lnTo>
                    <a:pt x="1670151" y="119291"/>
                  </a:lnTo>
                  <a:lnTo>
                    <a:pt x="1661922" y="116268"/>
                  </a:lnTo>
                  <a:lnTo>
                    <a:pt x="1652841" y="121602"/>
                  </a:lnTo>
                  <a:lnTo>
                    <a:pt x="1650809" y="123939"/>
                  </a:lnTo>
                  <a:lnTo>
                    <a:pt x="1650733" y="124129"/>
                  </a:lnTo>
                  <a:lnTo>
                    <a:pt x="1645716" y="125133"/>
                  </a:lnTo>
                  <a:lnTo>
                    <a:pt x="1639087" y="129578"/>
                  </a:lnTo>
                  <a:lnTo>
                    <a:pt x="1612303" y="154952"/>
                  </a:lnTo>
                  <a:lnTo>
                    <a:pt x="1575473" y="186093"/>
                  </a:lnTo>
                  <a:lnTo>
                    <a:pt x="1532191" y="217970"/>
                  </a:lnTo>
                  <a:lnTo>
                    <a:pt x="1486077" y="245618"/>
                  </a:lnTo>
                  <a:lnTo>
                    <a:pt x="1440751" y="264033"/>
                  </a:lnTo>
                  <a:lnTo>
                    <a:pt x="1399832" y="268211"/>
                  </a:lnTo>
                  <a:lnTo>
                    <a:pt x="1370495" y="258622"/>
                  </a:lnTo>
                  <a:lnTo>
                    <a:pt x="1354810" y="242912"/>
                  </a:lnTo>
                  <a:lnTo>
                    <a:pt x="1348511" y="226936"/>
                  </a:lnTo>
                  <a:lnTo>
                    <a:pt x="1347355" y="216547"/>
                  </a:lnTo>
                  <a:lnTo>
                    <a:pt x="1345819" y="208749"/>
                  </a:lnTo>
                  <a:lnTo>
                    <a:pt x="1341589" y="202323"/>
                  </a:lnTo>
                  <a:lnTo>
                    <a:pt x="1335278" y="197942"/>
                  </a:lnTo>
                  <a:lnTo>
                    <a:pt x="1327518" y="196265"/>
                  </a:lnTo>
                  <a:lnTo>
                    <a:pt x="1319657" y="197789"/>
                  </a:lnTo>
                  <a:lnTo>
                    <a:pt x="1313230" y="201942"/>
                  </a:lnTo>
                  <a:lnTo>
                    <a:pt x="1308874" y="208153"/>
                  </a:lnTo>
                  <a:lnTo>
                    <a:pt x="1307160" y="215823"/>
                  </a:lnTo>
                  <a:lnTo>
                    <a:pt x="1310640" y="240893"/>
                  </a:lnTo>
                  <a:lnTo>
                    <a:pt x="1324229" y="269278"/>
                  </a:lnTo>
                  <a:lnTo>
                    <a:pt x="1351229" y="294005"/>
                  </a:lnTo>
                  <a:lnTo>
                    <a:pt x="1359852" y="296799"/>
                  </a:lnTo>
                  <a:lnTo>
                    <a:pt x="1312938" y="314198"/>
                  </a:lnTo>
                  <a:lnTo>
                    <a:pt x="1305687" y="316890"/>
                  </a:lnTo>
                  <a:lnTo>
                    <a:pt x="1301940" y="325043"/>
                  </a:lnTo>
                  <a:lnTo>
                    <a:pt x="1307338" y="339559"/>
                  </a:lnTo>
                  <a:lnTo>
                    <a:pt x="1315478" y="343281"/>
                  </a:lnTo>
                  <a:lnTo>
                    <a:pt x="1383093" y="318198"/>
                  </a:lnTo>
                  <a:lnTo>
                    <a:pt x="1386827" y="310057"/>
                  </a:lnTo>
                  <a:lnTo>
                    <a:pt x="1384896" y="304888"/>
                  </a:lnTo>
                  <a:lnTo>
                    <a:pt x="1394955" y="308127"/>
                  </a:lnTo>
                  <a:lnTo>
                    <a:pt x="1399463" y="308660"/>
                  </a:lnTo>
                  <a:lnTo>
                    <a:pt x="1404035" y="308927"/>
                  </a:lnTo>
                  <a:lnTo>
                    <a:pt x="1408671" y="308927"/>
                  </a:lnTo>
                  <a:lnTo>
                    <a:pt x="1465211" y="298183"/>
                  </a:lnTo>
                  <a:lnTo>
                    <a:pt x="1522793" y="271183"/>
                  </a:lnTo>
                  <a:lnTo>
                    <a:pt x="1576628" y="235775"/>
                  </a:lnTo>
                  <a:lnTo>
                    <a:pt x="1621929" y="199847"/>
                  </a:lnTo>
                  <a:lnTo>
                    <a:pt x="1653895" y="171234"/>
                  </a:lnTo>
                  <a:lnTo>
                    <a:pt x="1671675" y="151752"/>
                  </a:lnTo>
                  <a:lnTo>
                    <a:pt x="1672907" y="151892"/>
                  </a:lnTo>
                  <a:lnTo>
                    <a:pt x="1676920" y="147104"/>
                  </a:lnTo>
                  <a:lnTo>
                    <a:pt x="1678711" y="142697"/>
                  </a:lnTo>
                  <a:lnTo>
                    <a:pt x="1681226" y="1364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43234" y="6937781"/>
              <a:ext cx="213574" cy="78301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9553214" y="5565437"/>
              <a:ext cx="487680" cy="569595"/>
            </a:xfrm>
            <a:custGeom>
              <a:avLst/>
              <a:gdLst/>
              <a:ahLst/>
              <a:cxnLst/>
              <a:rect l="l" t="t" r="r" b="b"/>
              <a:pathLst>
                <a:path w="487679" h="569595">
                  <a:moveTo>
                    <a:pt x="365355" y="0"/>
                  </a:moveTo>
                  <a:lnTo>
                    <a:pt x="250974" y="20187"/>
                  </a:lnTo>
                  <a:lnTo>
                    <a:pt x="203603" y="59826"/>
                  </a:lnTo>
                  <a:lnTo>
                    <a:pt x="151729" y="104449"/>
                  </a:lnTo>
                  <a:lnTo>
                    <a:pt x="87587" y="161230"/>
                  </a:lnTo>
                  <a:lnTo>
                    <a:pt x="59235" y="191672"/>
                  </a:lnTo>
                  <a:lnTo>
                    <a:pt x="31893" y="232186"/>
                  </a:lnTo>
                  <a:lnTo>
                    <a:pt x="10502" y="280003"/>
                  </a:lnTo>
                  <a:lnTo>
                    <a:pt x="0" y="332354"/>
                  </a:lnTo>
                  <a:lnTo>
                    <a:pt x="5327" y="386469"/>
                  </a:lnTo>
                  <a:lnTo>
                    <a:pt x="23414" y="440861"/>
                  </a:lnTo>
                  <a:lnTo>
                    <a:pt x="44801" y="481118"/>
                  </a:lnTo>
                  <a:lnTo>
                    <a:pt x="71943" y="510769"/>
                  </a:lnTo>
                  <a:lnTo>
                    <a:pt x="107293" y="533344"/>
                  </a:lnTo>
                  <a:lnTo>
                    <a:pt x="177473" y="560930"/>
                  </a:lnTo>
                  <a:lnTo>
                    <a:pt x="234286" y="569268"/>
                  </a:lnTo>
                  <a:lnTo>
                    <a:pt x="276591" y="561938"/>
                  </a:lnTo>
                  <a:lnTo>
                    <a:pt x="341075" y="487715"/>
                  </a:lnTo>
                  <a:lnTo>
                    <a:pt x="371841" y="434327"/>
                  </a:lnTo>
                  <a:lnTo>
                    <a:pt x="396397" y="384485"/>
                  </a:lnTo>
                  <a:lnTo>
                    <a:pt x="415598" y="340325"/>
                  </a:lnTo>
                  <a:lnTo>
                    <a:pt x="430299" y="303979"/>
                  </a:lnTo>
                  <a:lnTo>
                    <a:pt x="474588" y="193273"/>
                  </a:lnTo>
                  <a:lnTo>
                    <a:pt x="487637" y="158350"/>
                  </a:lnTo>
                  <a:lnTo>
                    <a:pt x="461499" y="56128"/>
                  </a:lnTo>
                  <a:lnTo>
                    <a:pt x="428134" y="7662"/>
                  </a:lnTo>
                  <a:lnTo>
                    <a:pt x="365355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539580" y="5594648"/>
              <a:ext cx="928369" cy="861694"/>
            </a:xfrm>
            <a:custGeom>
              <a:avLst/>
              <a:gdLst/>
              <a:ahLst/>
              <a:cxnLst/>
              <a:rect l="l" t="t" r="r" b="b"/>
              <a:pathLst>
                <a:path w="928370" h="861695">
                  <a:moveTo>
                    <a:pt x="928014" y="737171"/>
                  </a:moveTo>
                  <a:lnTo>
                    <a:pt x="906221" y="678713"/>
                  </a:lnTo>
                  <a:lnTo>
                    <a:pt x="868692" y="644194"/>
                  </a:lnTo>
                  <a:lnTo>
                    <a:pt x="838301" y="616483"/>
                  </a:lnTo>
                  <a:lnTo>
                    <a:pt x="801293" y="583450"/>
                  </a:lnTo>
                  <a:lnTo>
                    <a:pt x="758507" y="546379"/>
                  </a:lnTo>
                  <a:lnTo>
                    <a:pt x="710780" y="506476"/>
                  </a:lnTo>
                  <a:lnTo>
                    <a:pt x="658964" y="465023"/>
                  </a:lnTo>
                  <a:lnTo>
                    <a:pt x="603923" y="423240"/>
                  </a:lnTo>
                  <a:lnTo>
                    <a:pt x="546468" y="382397"/>
                  </a:lnTo>
                  <a:lnTo>
                    <a:pt x="443674" y="312064"/>
                  </a:lnTo>
                  <a:lnTo>
                    <a:pt x="441312" y="310476"/>
                  </a:lnTo>
                  <a:lnTo>
                    <a:pt x="460425" y="265798"/>
                  </a:lnTo>
                  <a:lnTo>
                    <a:pt x="512953" y="145275"/>
                  </a:lnTo>
                  <a:lnTo>
                    <a:pt x="481863" y="148285"/>
                  </a:lnTo>
                  <a:lnTo>
                    <a:pt x="462597" y="148437"/>
                  </a:lnTo>
                  <a:lnTo>
                    <a:pt x="399046" y="118935"/>
                  </a:lnTo>
                  <a:lnTo>
                    <a:pt x="354787" y="85725"/>
                  </a:lnTo>
                  <a:lnTo>
                    <a:pt x="305168" y="47891"/>
                  </a:lnTo>
                  <a:lnTo>
                    <a:pt x="260667" y="15836"/>
                  </a:lnTo>
                  <a:lnTo>
                    <a:pt x="146532" y="81800"/>
                  </a:lnTo>
                  <a:lnTo>
                    <a:pt x="99618" y="127698"/>
                  </a:lnTo>
                  <a:lnTo>
                    <a:pt x="54076" y="178854"/>
                  </a:lnTo>
                  <a:lnTo>
                    <a:pt x="23304" y="225513"/>
                  </a:lnTo>
                  <a:lnTo>
                    <a:pt x="5753" y="271614"/>
                  </a:lnTo>
                  <a:lnTo>
                    <a:pt x="0" y="316395"/>
                  </a:lnTo>
                  <a:lnTo>
                    <a:pt x="4648" y="359130"/>
                  </a:lnTo>
                  <a:lnTo>
                    <a:pt x="18275" y="399097"/>
                  </a:lnTo>
                  <a:lnTo>
                    <a:pt x="39484" y="435533"/>
                  </a:lnTo>
                  <a:lnTo>
                    <a:pt x="66840" y="467715"/>
                  </a:lnTo>
                  <a:lnTo>
                    <a:pt x="98958" y="494906"/>
                  </a:lnTo>
                  <a:lnTo>
                    <a:pt x="104711" y="498398"/>
                  </a:lnTo>
                  <a:lnTo>
                    <a:pt x="113055" y="506882"/>
                  </a:lnTo>
                  <a:lnTo>
                    <a:pt x="165608" y="536092"/>
                  </a:lnTo>
                  <a:lnTo>
                    <a:pt x="205473" y="557593"/>
                  </a:lnTo>
                  <a:lnTo>
                    <a:pt x="252310" y="582574"/>
                  </a:lnTo>
                  <a:lnTo>
                    <a:pt x="360578" y="639622"/>
                  </a:lnTo>
                  <a:lnTo>
                    <a:pt x="477862" y="700570"/>
                  </a:lnTo>
                  <a:lnTo>
                    <a:pt x="535965" y="730402"/>
                  </a:lnTo>
                  <a:lnTo>
                    <a:pt x="591591" y="758710"/>
                  </a:lnTo>
                  <a:lnTo>
                    <a:pt x="643204" y="784644"/>
                  </a:lnTo>
                  <a:lnTo>
                    <a:pt x="689203" y="807351"/>
                  </a:lnTo>
                  <a:lnTo>
                    <a:pt x="728040" y="826033"/>
                  </a:lnTo>
                  <a:lnTo>
                    <a:pt x="777887" y="847902"/>
                  </a:lnTo>
                  <a:lnTo>
                    <a:pt x="822274" y="860907"/>
                  </a:lnTo>
                  <a:lnTo>
                    <a:pt x="853719" y="861402"/>
                  </a:lnTo>
                  <a:lnTo>
                    <a:pt x="878243" y="847140"/>
                  </a:lnTo>
                  <a:lnTo>
                    <a:pt x="901814" y="815848"/>
                  </a:lnTo>
                  <a:lnTo>
                    <a:pt x="920915" y="775423"/>
                  </a:lnTo>
                  <a:lnTo>
                    <a:pt x="928014" y="7371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021354" y="5753706"/>
              <a:ext cx="20320" cy="27940"/>
            </a:xfrm>
            <a:custGeom>
              <a:avLst/>
              <a:gdLst/>
              <a:ahLst/>
              <a:cxnLst/>
              <a:rect l="l" t="t" r="r" b="b"/>
              <a:pathLst>
                <a:path w="20320" h="27939">
                  <a:moveTo>
                    <a:pt x="16880" y="0"/>
                  </a:moveTo>
                  <a:lnTo>
                    <a:pt x="9330" y="1600"/>
                  </a:lnTo>
                  <a:lnTo>
                    <a:pt x="2857" y="10134"/>
                  </a:lnTo>
                  <a:lnTo>
                    <a:pt x="0" y="20457"/>
                  </a:lnTo>
                  <a:lnTo>
                    <a:pt x="3299" y="27423"/>
                  </a:lnTo>
                  <a:lnTo>
                    <a:pt x="10849" y="25828"/>
                  </a:lnTo>
                  <a:lnTo>
                    <a:pt x="17322" y="17296"/>
                  </a:lnTo>
                  <a:lnTo>
                    <a:pt x="20180" y="6972"/>
                  </a:lnTo>
                  <a:lnTo>
                    <a:pt x="16880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70220" y="6163725"/>
              <a:ext cx="252123" cy="12349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8067" y="4739676"/>
              <a:ext cx="197617" cy="224681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0085616" y="4318221"/>
              <a:ext cx="483870" cy="603885"/>
            </a:xfrm>
            <a:custGeom>
              <a:avLst/>
              <a:gdLst/>
              <a:ahLst/>
              <a:cxnLst/>
              <a:rect l="l" t="t" r="r" b="b"/>
              <a:pathLst>
                <a:path w="483870" h="603885">
                  <a:moveTo>
                    <a:pt x="464604" y="304431"/>
                  </a:moveTo>
                  <a:lnTo>
                    <a:pt x="464324" y="305104"/>
                  </a:lnTo>
                  <a:lnTo>
                    <a:pt x="464604" y="304431"/>
                  </a:lnTo>
                  <a:close/>
                </a:path>
                <a:path w="483870" h="603885">
                  <a:moveTo>
                    <a:pt x="483819" y="203327"/>
                  </a:moveTo>
                  <a:lnTo>
                    <a:pt x="479399" y="167551"/>
                  </a:lnTo>
                  <a:lnTo>
                    <a:pt x="463588" y="127863"/>
                  </a:lnTo>
                  <a:lnTo>
                    <a:pt x="432231" y="86194"/>
                  </a:lnTo>
                  <a:lnTo>
                    <a:pt x="431634" y="85712"/>
                  </a:lnTo>
                  <a:lnTo>
                    <a:pt x="431634" y="198742"/>
                  </a:lnTo>
                  <a:lnTo>
                    <a:pt x="430123" y="198259"/>
                  </a:lnTo>
                  <a:lnTo>
                    <a:pt x="429971" y="193294"/>
                  </a:lnTo>
                  <a:lnTo>
                    <a:pt x="430618" y="194945"/>
                  </a:lnTo>
                  <a:lnTo>
                    <a:pt x="431634" y="198742"/>
                  </a:lnTo>
                  <a:lnTo>
                    <a:pt x="431634" y="85712"/>
                  </a:lnTo>
                  <a:lnTo>
                    <a:pt x="381152" y="44450"/>
                  </a:lnTo>
                  <a:lnTo>
                    <a:pt x="330200" y="17691"/>
                  </a:lnTo>
                  <a:lnTo>
                    <a:pt x="279082" y="3022"/>
                  </a:lnTo>
                  <a:lnTo>
                    <a:pt x="230898" y="0"/>
                  </a:lnTo>
                  <a:lnTo>
                    <a:pt x="188696" y="8216"/>
                  </a:lnTo>
                  <a:lnTo>
                    <a:pt x="155575" y="27241"/>
                  </a:lnTo>
                  <a:lnTo>
                    <a:pt x="128574" y="56349"/>
                  </a:lnTo>
                  <a:lnTo>
                    <a:pt x="102463" y="93002"/>
                  </a:lnTo>
                  <a:lnTo>
                    <a:pt x="76835" y="134048"/>
                  </a:lnTo>
                  <a:lnTo>
                    <a:pt x="51282" y="176352"/>
                  </a:lnTo>
                  <a:lnTo>
                    <a:pt x="25412" y="216801"/>
                  </a:lnTo>
                  <a:lnTo>
                    <a:pt x="14795" y="235915"/>
                  </a:lnTo>
                  <a:lnTo>
                    <a:pt x="4787" y="264071"/>
                  </a:lnTo>
                  <a:lnTo>
                    <a:pt x="0" y="298856"/>
                  </a:lnTo>
                  <a:lnTo>
                    <a:pt x="5041" y="337820"/>
                  </a:lnTo>
                  <a:lnTo>
                    <a:pt x="24536" y="378548"/>
                  </a:lnTo>
                  <a:lnTo>
                    <a:pt x="63106" y="418617"/>
                  </a:lnTo>
                  <a:lnTo>
                    <a:pt x="125349" y="455574"/>
                  </a:lnTo>
                  <a:lnTo>
                    <a:pt x="147815" y="446189"/>
                  </a:lnTo>
                  <a:lnTo>
                    <a:pt x="152768" y="479209"/>
                  </a:lnTo>
                  <a:lnTo>
                    <a:pt x="179158" y="524116"/>
                  </a:lnTo>
                  <a:lnTo>
                    <a:pt x="197954" y="540550"/>
                  </a:lnTo>
                  <a:lnTo>
                    <a:pt x="217779" y="555917"/>
                  </a:lnTo>
                  <a:lnTo>
                    <a:pt x="226631" y="583031"/>
                  </a:lnTo>
                  <a:lnTo>
                    <a:pt x="228244" y="569442"/>
                  </a:lnTo>
                  <a:lnTo>
                    <a:pt x="229057" y="564642"/>
                  </a:lnTo>
                  <a:lnTo>
                    <a:pt x="235254" y="569429"/>
                  </a:lnTo>
                  <a:lnTo>
                    <a:pt x="276936" y="595591"/>
                  </a:lnTo>
                  <a:lnTo>
                    <a:pt x="308902" y="603846"/>
                  </a:lnTo>
                  <a:lnTo>
                    <a:pt x="313182" y="601891"/>
                  </a:lnTo>
                  <a:lnTo>
                    <a:pt x="319062" y="594360"/>
                  </a:lnTo>
                  <a:lnTo>
                    <a:pt x="330542" y="575068"/>
                  </a:lnTo>
                  <a:lnTo>
                    <a:pt x="351650" y="537819"/>
                  </a:lnTo>
                  <a:lnTo>
                    <a:pt x="365213" y="521004"/>
                  </a:lnTo>
                  <a:lnTo>
                    <a:pt x="377139" y="505714"/>
                  </a:lnTo>
                  <a:lnTo>
                    <a:pt x="388010" y="490905"/>
                  </a:lnTo>
                  <a:lnTo>
                    <a:pt x="394411" y="489508"/>
                  </a:lnTo>
                  <a:lnTo>
                    <a:pt x="404672" y="484289"/>
                  </a:lnTo>
                  <a:lnTo>
                    <a:pt x="414528" y="476872"/>
                  </a:lnTo>
                  <a:lnTo>
                    <a:pt x="419735" y="468896"/>
                  </a:lnTo>
                  <a:lnTo>
                    <a:pt x="418871" y="457009"/>
                  </a:lnTo>
                  <a:lnTo>
                    <a:pt x="414489" y="440702"/>
                  </a:lnTo>
                  <a:lnTo>
                    <a:pt x="408190" y="425869"/>
                  </a:lnTo>
                  <a:lnTo>
                    <a:pt x="406996" y="424522"/>
                  </a:lnTo>
                  <a:lnTo>
                    <a:pt x="410629" y="410591"/>
                  </a:lnTo>
                  <a:lnTo>
                    <a:pt x="418160" y="388112"/>
                  </a:lnTo>
                  <a:lnTo>
                    <a:pt x="442620" y="329488"/>
                  </a:lnTo>
                  <a:lnTo>
                    <a:pt x="452247" y="299339"/>
                  </a:lnTo>
                  <a:lnTo>
                    <a:pt x="452869" y="299567"/>
                  </a:lnTo>
                  <a:lnTo>
                    <a:pt x="464502" y="304406"/>
                  </a:lnTo>
                  <a:lnTo>
                    <a:pt x="468236" y="291807"/>
                  </a:lnTo>
                  <a:lnTo>
                    <a:pt x="474827" y="266903"/>
                  </a:lnTo>
                  <a:lnTo>
                    <a:pt x="481101" y="235470"/>
                  </a:lnTo>
                  <a:lnTo>
                    <a:pt x="483819" y="203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56291" y="4579310"/>
              <a:ext cx="267837" cy="17903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0085616" y="4161300"/>
              <a:ext cx="473075" cy="740410"/>
            </a:xfrm>
            <a:custGeom>
              <a:avLst/>
              <a:gdLst/>
              <a:ahLst/>
              <a:cxnLst/>
              <a:rect l="l" t="t" r="r" b="b"/>
              <a:pathLst>
                <a:path w="473075" h="740410">
                  <a:moveTo>
                    <a:pt x="464604" y="461352"/>
                  </a:moveTo>
                  <a:lnTo>
                    <a:pt x="464324" y="462026"/>
                  </a:lnTo>
                  <a:lnTo>
                    <a:pt x="464604" y="461352"/>
                  </a:lnTo>
                  <a:close/>
                </a:path>
                <a:path w="473075" h="740410">
                  <a:moveTo>
                    <a:pt x="472719" y="358394"/>
                  </a:moveTo>
                  <a:lnTo>
                    <a:pt x="458038" y="283857"/>
                  </a:lnTo>
                  <a:lnTo>
                    <a:pt x="430504" y="242824"/>
                  </a:lnTo>
                  <a:lnTo>
                    <a:pt x="381152" y="201371"/>
                  </a:lnTo>
                  <a:lnTo>
                    <a:pt x="335953" y="177647"/>
                  </a:lnTo>
                  <a:lnTo>
                    <a:pt x="345376" y="175018"/>
                  </a:lnTo>
                  <a:lnTo>
                    <a:pt x="363486" y="158153"/>
                  </a:lnTo>
                  <a:lnTo>
                    <a:pt x="372618" y="134581"/>
                  </a:lnTo>
                  <a:lnTo>
                    <a:pt x="372668" y="110274"/>
                  </a:lnTo>
                  <a:lnTo>
                    <a:pt x="365264" y="88569"/>
                  </a:lnTo>
                  <a:lnTo>
                    <a:pt x="338416" y="48006"/>
                  </a:lnTo>
                  <a:lnTo>
                    <a:pt x="308737" y="20548"/>
                  </a:lnTo>
                  <a:lnTo>
                    <a:pt x="270916" y="4940"/>
                  </a:lnTo>
                  <a:lnTo>
                    <a:pt x="228485" y="0"/>
                  </a:lnTo>
                  <a:lnTo>
                    <a:pt x="185000" y="4559"/>
                  </a:lnTo>
                  <a:lnTo>
                    <a:pt x="144005" y="17424"/>
                  </a:lnTo>
                  <a:lnTo>
                    <a:pt x="109029" y="37426"/>
                  </a:lnTo>
                  <a:lnTo>
                    <a:pt x="73367" y="83185"/>
                  </a:lnTo>
                  <a:lnTo>
                    <a:pt x="69824" y="104101"/>
                  </a:lnTo>
                  <a:lnTo>
                    <a:pt x="73444" y="127622"/>
                  </a:lnTo>
                  <a:lnTo>
                    <a:pt x="84696" y="155194"/>
                  </a:lnTo>
                  <a:lnTo>
                    <a:pt x="99961" y="180505"/>
                  </a:lnTo>
                  <a:lnTo>
                    <a:pt x="116370" y="196164"/>
                  </a:lnTo>
                  <a:lnTo>
                    <a:pt x="135483" y="202145"/>
                  </a:lnTo>
                  <a:lnTo>
                    <a:pt x="139471" y="201523"/>
                  </a:lnTo>
                  <a:lnTo>
                    <a:pt x="128574" y="213271"/>
                  </a:lnTo>
                  <a:lnTo>
                    <a:pt x="102463" y="249923"/>
                  </a:lnTo>
                  <a:lnTo>
                    <a:pt x="76835" y="290969"/>
                  </a:lnTo>
                  <a:lnTo>
                    <a:pt x="51282" y="333273"/>
                  </a:lnTo>
                  <a:lnTo>
                    <a:pt x="25412" y="373722"/>
                  </a:lnTo>
                  <a:lnTo>
                    <a:pt x="14795" y="392836"/>
                  </a:lnTo>
                  <a:lnTo>
                    <a:pt x="4787" y="420992"/>
                  </a:lnTo>
                  <a:lnTo>
                    <a:pt x="0" y="455777"/>
                  </a:lnTo>
                  <a:lnTo>
                    <a:pt x="5041" y="494741"/>
                  </a:lnTo>
                  <a:lnTo>
                    <a:pt x="24536" y="535470"/>
                  </a:lnTo>
                  <a:lnTo>
                    <a:pt x="63106" y="575538"/>
                  </a:lnTo>
                  <a:lnTo>
                    <a:pt x="125349" y="612495"/>
                  </a:lnTo>
                  <a:lnTo>
                    <a:pt x="148145" y="602970"/>
                  </a:lnTo>
                  <a:lnTo>
                    <a:pt x="173494" y="571906"/>
                  </a:lnTo>
                  <a:lnTo>
                    <a:pt x="197599" y="543280"/>
                  </a:lnTo>
                  <a:lnTo>
                    <a:pt x="216649" y="541108"/>
                  </a:lnTo>
                  <a:lnTo>
                    <a:pt x="212775" y="564273"/>
                  </a:lnTo>
                  <a:lnTo>
                    <a:pt x="207149" y="619442"/>
                  </a:lnTo>
                  <a:lnTo>
                    <a:pt x="208762" y="685152"/>
                  </a:lnTo>
                  <a:lnTo>
                    <a:pt x="226631" y="739952"/>
                  </a:lnTo>
                  <a:lnTo>
                    <a:pt x="228244" y="726363"/>
                  </a:lnTo>
                  <a:lnTo>
                    <a:pt x="234581" y="689317"/>
                  </a:lnTo>
                  <a:lnTo>
                    <a:pt x="247891" y="634403"/>
                  </a:lnTo>
                  <a:lnTo>
                    <a:pt x="270433" y="567156"/>
                  </a:lnTo>
                  <a:lnTo>
                    <a:pt x="284721" y="531533"/>
                  </a:lnTo>
                  <a:lnTo>
                    <a:pt x="316725" y="476059"/>
                  </a:lnTo>
                  <a:lnTo>
                    <a:pt x="349224" y="430593"/>
                  </a:lnTo>
                  <a:lnTo>
                    <a:pt x="354203" y="431139"/>
                  </a:lnTo>
                  <a:lnTo>
                    <a:pt x="368007" y="433133"/>
                  </a:lnTo>
                  <a:lnTo>
                    <a:pt x="388912" y="437146"/>
                  </a:lnTo>
                  <a:lnTo>
                    <a:pt x="415188" y="443750"/>
                  </a:lnTo>
                  <a:lnTo>
                    <a:pt x="424878" y="416394"/>
                  </a:lnTo>
                  <a:lnTo>
                    <a:pt x="429653" y="397522"/>
                  </a:lnTo>
                  <a:lnTo>
                    <a:pt x="430885" y="378383"/>
                  </a:lnTo>
                  <a:lnTo>
                    <a:pt x="429971" y="350215"/>
                  </a:lnTo>
                  <a:lnTo>
                    <a:pt x="430618" y="351866"/>
                  </a:lnTo>
                  <a:lnTo>
                    <a:pt x="432003" y="357009"/>
                  </a:lnTo>
                  <a:lnTo>
                    <a:pt x="433273" y="365937"/>
                  </a:lnTo>
                  <a:lnTo>
                    <a:pt x="433590" y="378904"/>
                  </a:lnTo>
                  <a:lnTo>
                    <a:pt x="431800" y="393687"/>
                  </a:lnTo>
                  <a:lnTo>
                    <a:pt x="427964" y="412127"/>
                  </a:lnTo>
                  <a:lnTo>
                    <a:pt x="423430" y="430491"/>
                  </a:lnTo>
                  <a:lnTo>
                    <a:pt x="419519" y="445008"/>
                  </a:lnTo>
                  <a:lnTo>
                    <a:pt x="430288" y="448360"/>
                  </a:lnTo>
                  <a:lnTo>
                    <a:pt x="441426" y="452183"/>
                  </a:lnTo>
                  <a:lnTo>
                    <a:pt x="452869" y="456488"/>
                  </a:lnTo>
                  <a:lnTo>
                    <a:pt x="464502" y="461327"/>
                  </a:lnTo>
                  <a:lnTo>
                    <a:pt x="466496" y="448449"/>
                  </a:lnTo>
                  <a:lnTo>
                    <a:pt x="469277" y="422897"/>
                  </a:lnTo>
                  <a:lnTo>
                    <a:pt x="471728" y="390842"/>
                  </a:lnTo>
                  <a:lnTo>
                    <a:pt x="472719" y="358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62068" y="4566348"/>
              <a:ext cx="79913" cy="136060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9752520" y="4860994"/>
              <a:ext cx="590550" cy="768350"/>
            </a:xfrm>
            <a:custGeom>
              <a:avLst/>
              <a:gdLst/>
              <a:ahLst/>
              <a:cxnLst/>
              <a:rect l="l" t="t" r="r" b="b"/>
              <a:pathLst>
                <a:path w="590550" h="768350">
                  <a:moveTo>
                    <a:pt x="590296" y="391642"/>
                  </a:moveTo>
                  <a:lnTo>
                    <a:pt x="583412" y="355003"/>
                  </a:lnTo>
                  <a:lnTo>
                    <a:pt x="569137" y="321106"/>
                  </a:lnTo>
                  <a:lnTo>
                    <a:pt x="559206" y="259765"/>
                  </a:lnTo>
                  <a:lnTo>
                    <a:pt x="565378" y="78384"/>
                  </a:lnTo>
                  <a:lnTo>
                    <a:pt x="509130" y="80086"/>
                  </a:lnTo>
                  <a:lnTo>
                    <a:pt x="506514" y="76682"/>
                  </a:lnTo>
                  <a:lnTo>
                    <a:pt x="462940" y="50927"/>
                  </a:lnTo>
                  <a:lnTo>
                    <a:pt x="427596" y="35026"/>
                  </a:lnTo>
                  <a:lnTo>
                    <a:pt x="416191" y="0"/>
                  </a:lnTo>
                  <a:lnTo>
                    <a:pt x="401154" y="8166"/>
                  </a:lnTo>
                  <a:lnTo>
                    <a:pt x="387489" y="16979"/>
                  </a:lnTo>
                  <a:lnTo>
                    <a:pt x="381952" y="14478"/>
                  </a:lnTo>
                  <a:lnTo>
                    <a:pt x="318274" y="53378"/>
                  </a:lnTo>
                  <a:lnTo>
                    <a:pt x="279869" y="95948"/>
                  </a:lnTo>
                  <a:lnTo>
                    <a:pt x="243852" y="149999"/>
                  </a:lnTo>
                  <a:lnTo>
                    <a:pt x="215696" y="207454"/>
                  </a:lnTo>
                  <a:lnTo>
                    <a:pt x="196316" y="258000"/>
                  </a:lnTo>
                  <a:lnTo>
                    <a:pt x="196049" y="257835"/>
                  </a:lnTo>
                  <a:lnTo>
                    <a:pt x="104546" y="446824"/>
                  </a:lnTo>
                  <a:lnTo>
                    <a:pt x="112077" y="450659"/>
                  </a:lnTo>
                  <a:lnTo>
                    <a:pt x="78727" y="511581"/>
                  </a:lnTo>
                  <a:lnTo>
                    <a:pt x="0" y="653618"/>
                  </a:lnTo>
                  <a:lnTo>
                    <a:pt x="106324" y="672020"/>
                  </a:lnTo>
                  <a:lnTo>
                    <a:pt x="109461" y="678649"/>
                  </a:lnTo>
                  <a:lnTo>
                    <a:pt x="143713" y="720839"/>
                  </a:lnTo>
                  <a:lnTo>
                    <a:pt x="180860" y="747229"/>
                  </a:lnTo>
                  <a:lnTo>
                    <a:pt x="218249" y="760730"/>
                  </a:lnTo>
                  <a:lnTo>
                    <a:pt x="253288" y="764222"/>
                  </a:lnTo>
                  <a:lnTo>
                    <a:pt x="283337" y="760577"/>
                  </a:lnTo>
                  <a:lnTo>
                    <a:pt x="305777" y="752690"/>
                  </a:lnTo>
                  <a:lnTo>
                    <a:pt x="317995" y="743458"/>
                  </a:lnTo>
                  <a:lnTo>
                    <a:pt x="318947" y="742073"/>
                  </a:lnTo>
                  <a:lnTo>
                    <a:pt x="360527" y="767880"/>
                  </a:lnTo>
                  <a:lnTo>
                    <a:pt x="418236" y="670026"/>
                  </a:lnTo>
                  <a:lnTo>
                    <a:pt x="447484" y="620826"/>
                  </a:lnTo>
                  <a:lnTo>
                    <a:pt x="454240" y="624243"/>
                  </a:lnTo>
                  <a:lnTo>
                    <a:pt x="539877" y="511670"/>
                  </a:lnTo>
                  <a:lnTo>
                    <a:pt x="580999" y="446278"/>
                  </a:lnTo>
                  <a:lnTo>
                    <a:pt x="588899" y="402971"/>
                  </a:lnTo>
                  <a:lnTo>
                    <a:pt x="587349" y="397878"/>
                  </a:lnTo>
                  <a:lnTo>
                    <a:pt x="590296" y="391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727019" y="4960778"/>
              <a:ext cx="534035" cy="965835"/>
            </a:xfrm>
            <a:custGeom>
              <a:avLst/>
              <a:gdLst/>
              <a:ahLst/>
              <a:cxnLst/>
              <a:rect l="l" t="t" r="r" b="b"/>
              <a:pathLst>
                <a:path w="534034" h="965835">
                  <a:moveTo>
                    <a:pt x="533742" y="66725"/>
                  </a:moveTo>
                  <a:lnTo>
                    <a:pt x="520941" y="33959"/>
                  </a:lnTo>
                  <a:lnTo>
                    <a:pt x="495642" y="11226"/>
                  </a:lnTo>
                  <a:lnTo>
                    <a:pt x="463715" y="0"/>
                  </a:lnTo>
                  <a:lnTo>
                    <a:pt x="430999" y="1803"/>
                  </a:lnTo>
                  <a:lnTo>
                    <a:pt x="375640" y="53378"/>
                  </a:lnTo>
                  <a:lnTo>
                    <a:pt x="347129" y="100622"/>
                  </a:lnTo>
                  <a:lnTo>
                    <a:pt x="318617" y="156298"/>
                  </a:lnTo>
                  <a:lnTo>
                    <a:pt x="290944" y="216827"/>
                  </a:lnTo>
                  <a:lnTo>
                    <a:pt x="264922" y="278663"/>
                  </a:lnTo>
                  <a:lnTo>
                    <a:pt x="241363" y="338264"/>
                  </a:lnTo>
                  <a:lnTo>
                    <a:pt x="221081" y="392061"/>
                  </a:lnTo>
                  <a:lnTo>
                    <a:pt x="204889" y="436499"/>
                  </a:lnTo>
                  <a:lnTo>
                    <a:pt x="188061" y="483069"/>
                  </a:lnTo>
                  <a:lnTo>
                    <a:pt x="164871" y="521322"/>
                  </a:lnTo>
                  <a:lnTo>
                    <a:pt x="141414" y="565708"/>
                  </a:lnTo>
                  <a:lnTo>
                    <a:pt x="118148" y="614476"/>
                  </a:lnTo>
                  <a:lnTo>
                    <a:pt x="95554" y="665873"/>
                  </a:lnTo>
                  <a:lnTo>
                    <a:pt x="74079" y="718121"/>
                  </a:lnTo>
                  <a:lnTo>
                    <a:pt x="54216" y="769467"/>
                  </a:lnTo>
                  <a:lnTo>
                    <a:pt x="36398" y="818134"/>
                  </a:lnTo>
                  <a:lnTo>
                    <a:pt x="21120" y="862380"/>
                  </a:lnTo>
                  <a:lnTo>
                    <a:pt x="8826" y="900430"/>
                  </a:lnTo>
                  <a:lnTo>
                    <a:pt x="0" y="930503"/>
                  </a:lnTo>
                  <a:lnTo>
                    <a:pt x="3873" y="946721"/>
                  </a:lnTo>
                  <a:lnTo>
                    <a:pt x="19469" y="962545"/>
                  </a:lnTo>
                  <a:lnTo>
                    <a:pt x="42811" y="965212"/>
                  </a:lnTo>
                  <a:lnTo>
                    <a:pt x="69926" y="941984"/>
                  </a:lnTo>
                  <a:lnTo>
                    <a:pt x="135966" y="844626"/>
                  </a:lnTo>
                  <a:lnTo>
                    <a:pt x="187248" y="767092"/>
                  </a:lnTo>
                  <a:lnTo>
                    <a:pt x="225806" y="706666"/>
                  </a:lnTo>
                  <a:lnTo>
                    <a:pt x="253644" y="660654"/>
                  </a:lnTo>
                  <a:lnTo>
                    <a:pt x="272808" y="626364"/>
                  </a:lnTo>
                  <a:lnTo>
                    <a:pt x="293141" y="582129"/>
                  </a:lnTo>
                  <a:lnTo>
                    <a:pt x="302971" y="552361"/>
                  </a:lnTo>
                  <a:lnTo>
                    <a:pt x="302920" y="550926"/>
                  </a:lnTo>
                  <a:lnTo>
                    <a:pt x="304012" y="549541"/>
                  </a:lnTo>
                  <a:lnTo>
                    <a:pt x="323354" y="516509"/>
                  </a:lnTo>
                  <a:lnTo>
                    <a:pt x="349440" y="468325"/>
                  </a:lnTo>
                  <a:lnTo>
                    <a:pt x="379984" y="409778"/>
                  </a:lnTo>
                  <a:lnTo>
                    <a:pt x="412686" y="345643"/>
                  </a:lnTo>
                  <a:lnTo>
                    <a:pt x="445249" y="280682"/>
                  </a:lnTo>
                  <a:lnTo>
                    <a:pt x="475386" y="219659"/>
                  </a:lnTo>
                  <a:lnTo>
                    <a:pt x="500786" y="167360"/>
                  </a:lnTo>
                  <a:lnTo>
                    <a:pt x="519163" y="128562"/>
                  </a:lnTo>
                  <a:lnTo>
                    <a:pt x="528218" y="108013"/>
                  </a:lnTo>
                  <a:lnTo>
                    <a:pt x="533742" y="66725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559912" y="4858060"/>
              <a:ext cx="753745" cy="1163955"/>
            </a:xfrm>
            <a:custGeom>
              <a:avLst/>
              <a:gdLst/>
              <a:ahLst/>
              <a:cxnLst/>
              <a:rect l="l" t="t" r="r" b="b"/>
              <a:pathLst>
                <a:path w="753745" h="1163954">
                  <a:moveTo>
                    <a:pt x="753427" y="215912"/>
                  </a:moveTo>
                  <a:lnTo>
                    <a:pt x="730999" y="129667"/>
                  </a:lnTo>
                  <a:lnTo>
                    <a:pt x="681621" y="61277"/>
                  </a:lnTo>
                  <a:lnTo>
                    <a:pt x="632244" y="16230"/>
                  </a:lnTo>
                  <a:lnTo>
                    <a:pt x="609803" y="0"/>
                  </a:lnTo>
                  <a:lnTo>
                    <a:pt x="567804" y="14846"/>
                  </a:lnTo>
                  <a:lnTo>
                    <a:pt x="528129" y="35585"/>
                  </a:lnTo>
                  <a:lnTo>
                    <a:pt x="490664" y="61582"/>
                  </a:lnTo>
                  <a:lnTo>
                    <a:pt x="455295" y="92202"/>
                  </a:lnTo>
                  <a:lnTo>
                    <a:pt x="421906" y="126796"/>
                  </a:lnTo>
                  <a:lnTo>
                    <a:pt x="390398" y="164744"/>
                  </a:lnTo>
                  <a:lnTo>
                    <a:pt x="345300" y="231736"/>
                  </a:lnTo>
                  <a:lnTo>
                    <a:pt x="316458" y="280073"/>
                  </a:lnTo>
                  <a:lnTo>
                    <a:pt x="288607" y="329222"/>
                  </a:lnTo>
                  <a:lnTo>
                    <a:pt x="261988" y="378193"/>
                  </a:lnTo>
                  <a:lnTo>
                    <a:pt x="236842" y="425970"/>
                  </a:lnTo>
                  <a:lnTo>
                    <a:pt x="213423" y="471538"/>
                  </a:lnTo>
                  <a:lnTo>
                    <a:pt x="172720" y="552056"/>
                  </a:lnTo>
                  <a:lnTo>
                    <a:pt x="138468" y="620814"/>
                  </a:lnTo>
                  <a:lnTo>
                    <a:pt x="108267" y="683920"/>
                  </a:lnTo>
                  <a:lnTo>
                    <a:pt x="82550" y="740740"/>
                  </a:lnTo>
                  <a:lnTo>
                    <a:pt x="61722" y="790714"/>
                  </a:lnTo>
                  <a:lnTo>
                    <a:pt x="46228" y="833234"/>
                  </a:lnTo>
                  <a:lnTo>
                    <a:pt x="32880" y="893521"/>
                  </a:lnTo>
                  <a:lnTo>
                    <a:pt x="33121" y="894867"/>
                  </a:lnTo>
                  <a:lnTo>
                    <a:pt x="19100" y="890473"/>
                  </a:lnTo>
                  <a:lnTo>
                    <a:pt x="16065" y="906818"/>
                  </a:lnTo>
                  <a:lnTo>
                    <a:pt x="0" y="989190"/>
                  </a:lnTo>
                  <a:lnTo>
                    <a:pt x="103695" y="1058418"/>
                  </a:lnTo>
                  <a:lnTo>
                    <a:pt x="177444" y="1099642"/>
                  </a:lnTo>
                  <a:lnTo>
                    <a:pt x="256476" y="1129220"/>
                  </a:lnTo>
                  <a:lnTo>
                    <a:pt x="376072" y="1163485"/>
                  </a:lnTo>
                  <a:lnTo>
                    <a:pt x="423976" y="1092314"/>
                  </a:lnTo>
                  <a:lnTo>
                    <a:pt x="423710" y="1092174"/>
                  </a:lnTo>
                  <a:lnTo>
                    <a:pt x="448754" y="1088072"/>
                  </a:lnTo>
                  <a:lnTo>
                    <a:pt x="500735" y="1046543"/>
                  </a:lnTo>
                  <a:lnTo>
                    <a:pt x="526059" y="1009840"/>
                  </a:lnTo>
                  <a:lnTo>
                    <a:pt x="548132" y="967346"/>
                  </a:lnTo>
                  <a:lnTo>
                    <a:pt x="573493" y="906068"/>
                  </a:lnTo>
                  <a:lnTo>
                    <a:pt x="594893" y="839597"/>
                  </a:lnTo>
                  <a:lnTo>
                    <a:pt x="601878" y="815670"/>
                  </a:lnTo>
                  <a:lnTo>
                    <a:pt x="608279" y="793788"/>
                  </a:lnTo>
                  <a:lnTo>
                    <a:pt x="622998" y="744588"/>
                  </a:lnTo>
                  <a:lnTo>
                    <a:pt x="654786" y="639267"/>
                  </a:lnTo>
                  <a:lnTo>
                    <a:pt x="671017" y="584809"/>
                  </a:lnTo>
                  <a:lnTo>
                    <a:pt x="686904" y="530275"/>
                  </a:lnTo>
                  <a:lnTo>
                    <a:pt x="702043" y="476478"/>
                  </a:lnTo>
                  <a:lnTo>
                    <a:pt x="715987" y="424268"/>
                  </a:lnTo>
                  <a:lnTo>
                    <a:pt x="728357" y="374459"/>
                  </a:lnTo>
                  <a:lnTo>
                    <a:pt x="738695" y="327888"/>
                  </a:lnTo>
                  <a:lnTo>
                    <a:pt x="746594" y="285381"/>
                  </a:lnTo>
                  <a:lnTo>
                    <a:pt x="751649" y="247789"/>
                  </a:lnTo>
                  <a:lnTo>
                    <a:pt x="753427" y="2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830600" y="5756039"/>
              <a:ext cx="261620" cy="194945"/>
            </a:xfrm>
            <a:custGeom>
              <a:avLst/>
              <a:gdLst/>
              <a:ahLst/>
              <a:cxnLst/>
              <a:rect l="l" t="t" r="r" b="b"/>
              <a:pathLst>
                <a:path w="261620" h="194945">
                  <a:moveTo>
                    <a:pt x="152717" y="0"/>
                  </a:moveTo>
                  <a:lnTo>
                    <a:pt x="5080" y="76288"/>
                  </a:lnTo>
                  <a:lnTo>
                    <a:pt x="0" y="129667"/>
                  </a:lnTo>
                  <a:lnTo>
                    <a:pt x="92075" y="170624"/>
                  </a:lnTo>
                  <a:lnTo>
                    <a:pt x="108000" y="178231"/>
                  </a:lnTo>
                  <a:lnTo>
                    <a:pt x="125996" y="170103"/>
                  </a:lnTo>
                  <a:lnTo>
                    <a:pt x="152717" y="0"/>
                  </a:lnTo>
                  <a:close/>
                </a:path>
                <a:path w="261620" h="194945">
                  <a:moveTo>
                    <a:pt x="261543" y="99987"/>
                  </a:moveTo>
                  <a:lnTo>
                    <a:pt x="126047" y="170002"/>
                  </a:lnTo>
                  <a:lnTo>
                    <a:pt x="124510" y="186118"/>
                  </a:lnTo>
                  <a:lnTo>
                    <a:pt x="126695" y="187159"/>
                  </a:lnTo>
                  <a:lnTo>
                    <a:pt x="152120" y="194335"/>
                  </a:lnTo>
                  <a:lnTo>
                    <a:pt x="178066" y="190093"/>
                  </a:lnTo>
                  <a:lnTo>
                    <a:pt x="204165" y="174739"/>
                  </a:lnTo>
                  <a:lnTo>
                    <a:pt x="230060" y="148564"/>
                  </a:lnTo>
                  <a:lnTo>
                    <a:pt x="255371" y="111861"/>
                  </a:lnTo>
                  <a:lnTo>
                    <a:pt x="261543" y="99987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732467" y="5325941"/>
              <a:ext cx="162560" cy="231775"/>
            </a:xfrm>
            <a:custGeom>
              <a:avLst/>
              <a:gdLst/>
              <a:ahLst/>
              <a:cxnLst/>
              <a:rect l="l" t="t" r="r" b="b"/>
              <a:pathLst>
                <a:path w="162559" h="231775">
                  <a:moveTo>
                    <a:pt x="16827" y="50711"/>
                  </a:moveTo>
                  <a:lnTo>
                    <a:pt x="1638" y="81203"/>
                  </a:lnTo>
                  <a:lnTo>
                    <a:pt x="14516" y="76784"/>
                  </a:lnTo>
                  <a:lnTo>
                    <a:pt x="16827" y="50711"/>
                  </a:lnTo>
                  <a:close/>
                </a:path>
                <a:path w="162559" h="231775">
                  <a:moveTo>
                    <a:pt x="162394" y="0"/>
                  </a:moveTo>
                  <a:lnTo>
                    <a:pt x="14770" y="76288"/>
                  </a:lnTo>
                  <a:lnTo>
                    <a:pt x="0" y="231317"/>
                  </a:lnTo>
                  <a:lnTo>
                    <a:pt x="146329" y="181165"/>
                  </a:lnTo>
                  <a:lnTo>
                    <a:pt x="1623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79140" y="5070011"/>
              <a:ext cx="687705" cy="790575"/>
            </a:xfrm>
            <a:custGeom>
              <a:avLst/>
              <a:gdLst/>
              <a:ahLst/>
              <a:cxnLst/>
              <a:rect l="l" t="t" r="r" b="b"/>
              <a:pathLst>
                <a:path w="687704" h="790575">
                  <a:moveTo>
                    <a:pt x="152031" y="486625"/>
                  </a:moveTo>
                  <a:lnTo>
                    <a:pt x="53174" y="537718"/>
                  </a:lnTo>
                  <a:lnTo>
                    <a:pt x="35356" y="574509"/>
                  </a:lnTo>
                  <a:lnTo>
                    <a:pt x="17246" y="615467"/>
                  </a:lnTo>
                  <a:lnTo>
                    <a:pt x="0" y="673417"/>
                  </a:lnTo>
                  <a:lnTo>
                    <a:pt x="2400" y="689635"/>
                  </a:lnTo>
                  <a:lnTo>
                    <a:pt x="20751" y="705116"/>
                  </a:lnTo>
                  <a:lnTo>
                    <a:pt x="23139" y="706462"/>
                  </a:lnTo>
                  <a:lnTo>
                    <a:pt x="135978" y="667791"/>
                  </a:lnTo>
                  <a:lnTo>
                    <a:pt x="152031" y="486625"/>
                  </a:lnTo>
                  <a:close/>
                </a:path>
                <a:path w="687704" h="790575">
                  <a:moveTo>
                    <a:pt x="283603" y="591502"/>
                  </a:moveTo>
                  <a:lnTo>
                    <a:pt x="135978" y="667791"/>
                  </a:lnTo>
                  <a:lnTo>
                    <a:pt x="127215" y="759739"/>
                  </a:lnTo>
                  <a:lnTo>
                    <a:pt x="171678" y="780199"/>
                  </a:lnTo>
                  <a:lnTo>
                    <a:pt x="193827" y="790054"/>
                  </a:lnTo>
                  <a:lnTo>
                    <a:pt x="256882" y="761606"/>
                  </a:lnTo>
                  <a:lnTo>
                    <a:pt x="283603" y="591502"/>
                  </a:lnTo>
                  <a:close/>
                </a:path>
                <a:path w="687704" h="790575">
                  <a:moveTo>
                    <a:pt x="337108" y="0"/>
                  </a:moveTo>
                  <a:lnTo>
                    <a:pt x="313321" y="36182"/>
                  </a:lnTo>
                  <a:lnTo>
                    <a:pt x="286766" y="80352"/>
                  </a:lnTo>
                  <a:lnTo>
                    <a:pt x="261632" y="125336"/>
                  </a:lnTo>
                  <a:lnTo>
                    <a:pt x="260896" y="126733"/>
                  </a:lnTo>
                  <a:lnTo>
                    <a:pt x="327901" y="103771"/>
                  </a:lnTo>
                  <a:lnTo>
                    <a:pt x="337108" y="0"/>
                  </a:lnTo>
                  <a:close/>
                </a:path>
                <a:path w="687704" h="790575">
                  <a:moveTo>
                    <a:pt x="607250" y="132054"/>
                  </a:moveTo>
                  <a:lnTo>
                    <a:pt x="459625" y="208343"/>
                  </a:lnTo>
                  <a:lnTo>
                    <a:pt x="475691" y="27178"/>
                  </a:lnTo>
                  <a:lnTo>
                    <a:pt x="328053" y="103479"/>
                  </a:lnTo>
                  <a:lnTo>
                    <a:pt x="313296" y="258508"/>
                  </a:lnTo>
                  <a:lnTo>
                    <a:pt x="459613" y="208368"/>
                  </a:lnTo>
                  <a:lnTo>
                    <a:pt x="444842" y="363385"/>
                  </a:lnTo>
                  <a:lnTo>
                    <a:pt x="580529" y="302171"/>
                  </a:lnTo>
                  <a:lnTo>
                    <a:pt x="607250" y="132054"/>
                  </a:lnTo>
                  <a:close/>
                </a:path>
                <a:path w="687704" h="790575">
                  <a:moveTo>
                    <a:pt x="687374" y="247484"/>
                  </a:moveTo>
                  <a:lnTo>
                    <a:pt x="580186" y="302882"/>
                  </a:lnTo>
                  <a:lnTo>
                    <a:pt x="565429" y="457911"/>
                  </a:lnTo>
                  <a:lnTo>
                    <a:pt x="635927" y="426097"/>
                  </a:lnTo>
                  <a:lnTo>
                    <a:pt x="651802" y="372872"/>
                  </a:lnTo>
                  <a:lnTo>
                    <a:pt x="667689" y="318325"/>
                  </a:lnTo>
                  <a:lnTo>
                    <a:pt x="682815" y="264541"/>
                  </a:lnTo>
                  <a:lnTo>
                    <a:pt x="687374" y="247484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996513" y="4878380"/>
              <a:ext cx="384810" cy="762000"/>
            </a:xfrm>
            <a:custGeom>
              <a:avLst/>
              <a:gdLst/>
              <a:ahLst/>
              <a:cxnLst/>
              <a:rect l="l" t="t" r="r" b="b"/>
              <a:pathLst>
                <a:path w="384809" h="762000">
                  <a:moveTo>
                    <a:pt x="74701" y="26936"/>
                  </a:moveTo>
                  <a:lnTo>
                    <a:pt x="54063" y="41262"/>
                  </a:lnTo>
                  <a:lnTo>
                    <a:pt x="18694" y="71882"/>
                  </a:lnTo>
                  <a:lnTo>
                    <a:pt x="0" y="91249"/>
                  </a:lnTo>
                  <a:lnTo>
                    <a:pt x="71170" y="66865"/>
                  </a:lnTo>
                  <a:lnTo>
                    <a:pt x="74701" y="26936"/>
                  </a:lnTo>
                  <a:close/>
                </a:path>
                <a:path w="384809" h="762000">
                  <a:moveTo>
                    <a:pt x="384403" y="639546"/>
                  </a:moveTo>
                  <a:lnTo>
                    <a:pt x="382498" y="599821"/>
                  </a:lnTo>
                  <a:lnTo>
                    <a:pt x="376288" y="555548"/>
                  </a:lnTo>
                  <a:lnTo>
                    <a:pt x="366217" y="507796"/>
                  </a:lnTo>
                  <a:lnTo>
                    <a:pt x="352691" y="457682"/>
                  </a:lnTo>
                  <a:lnTo>
                    <a:pt x="336143" y="406298"/>
                  </a:lnTo>
                  <a:lnTo>
                    <a:pt x="316979" y="354723"/>
                  </a:lnTo>
                  <a:lnTo>
                    <a:pt x="295643" y="304076"/>
                  </a:lnTo>
                  <a:lnTo>
                    <a:pt x="285419" y="282562"/>
                  </a:lnTo>
                  <a:lnTo>
                    <a:pt x="308698" y="272059"/>
                  </a:lnTo>
                  <a:lnTo>
                    <a:pt x="310007" y="265061"/>
                  </a:lnTo>
                  <a:lnTo>
                    <a:pt x="315048" y="227469"/>
                  </a:lnTo>
                  <a:lnTo>
                    <a:pt x="316826" y="195592"/>
                  </a:lnTo>
                  <a:lnTo>
                    <a:pt x="297789" y="122389"/>
                  </a:lnTo>
                  <a:lnTo>
                    <a:pt x="215265" y="165036"/>
                  </a:lnTo>
                  <a:lnTo>
                    <a:pt x="211391" y="159715"/>
                  </a:lnTo>
                  <a:lnTo>
                    <a:pt x="204457" y="153416"/>
                  </a:lnTo>
                  <a:lnTo>
                    <a:pt x="216725" y="15151"/>
                  </a:lnTo>
                  <a:lnTo>
                    <a:pt x="200126" y="0"/>
                  </a:lnTo>
                  <a:lnTo>
                    <a:pt x="71310" y="66560"/>
                  </a:lnTo>
                  <a:lnTo>
                    <a:pt x="68694" y="93891"/>
                  </a:lnTo>
                  <a:lnTo>
                    <a:pt x="58140" y="95491"/>
                  </a:lnTo>
                  <a:lnTo>
                    <a:pt x="21577" y="120891"/>
                  </a:lnTo>
                  <a:lnTo>
                    <a:pt x="12192" y="153022"/>
                  </a:lnTo>
                  <a:lnTo>
                    <a:pt x="11328" y="157949"/>
                  </a:lnTo>
                  <a:lnTo>
                    <a:pt x="14300" y="200914"/>
                  </a:lnTo>
                  <a:lnTo>
                    <a:pt x="19596" y="247878"/>
                  </a:lnTo>
                  <a:lnTo>
                    <a:pt x="27393" y="300964"/>
                  </a:lnTo>
                  <a:lnTo>
                    <a:pt x="36728" y="355701"/>
                  </a:lnTo>
                  <a:lnTo>
                    <a:pt x="51168" y="433984"/>
                  </a:lnTo>
                  <a:lnTo>
                    <a:pt x="64731" y="499364"/>
                  </a:lnTo>
                  <a:lnTo>
                    <a:pt x="80098" y="563841"/>
                  </a:lnTo>
                  <a:lnTo>
                    <a:pt x="96151" y="623874"/>
                  </a:lnTo>
                  <a:lnTo>
                    <a:pt x="111836" y="675932"/>
                  </a:lnTo>
                  <a:lnTo>
                    <a:pt x="126034" y="716457"/>
                  </a:lnTo>
                  <a:lnTo>
                    <a:pt x="156565" y="754113"/>
                  </a:lnTo>
                  <a:lnTo>
                    <a:pt x="236512" y="761530"/>
                  </a:lnTo>
                  <a:lnTo>
                    <a:pt x="284467" y="754265"/>
                  </a:lnTo>
                  <a:lnTo>
                    <a:pt x="329006" y="738022"/>
                  </a:lnTo>
                  <a:lnTo>
                    <a:pt x="363562" y="711555"/>
                  </a:lnTo>
                  <a:lnTo>
                    <a:pt x="381596" y="673608"/>
                  </a:lnTo>
                  <a:lnTo>
                    <a:pt x="384403" y="639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50629" y="4993107"/>
              <a:ext cx="142238" cy="191005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0166165" y="5307098"/>
              <a:ext cx="175260" cy="287655"/>
            </a:xfrm>
            <a:custGeom>
              <a:avLst/>
              <a:gdLst/>
              <a:ahLst/>
              <a:cxnLst/>
              <a:rect l="l" t="t" r="r" b="b"/>
              <a:pathLst>
                <a:path w="175259" h="287654">
                  <a:moveTo>
                    <a:pt x="0" y="0"/>
                  </a:moveTo>
                  <a:lnTo>
                    <a:pt x="22920" y="202946"/>
                  </a:lnTo>
                  <a:lnTo>
                    <a:pt x="174633" y="287310"/>
                  </a:lnTo>
                  <a:lnTo>
                    <a:pt x="164654" y="103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75876" y="5439127"/>
              <a:ext cx="120251" cy="200389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0323627" y="5260371"/>
              <a:ext cx="399415" cy="942340"/>
            </a:xfrm>
            <a:custGeom>
              <a:avLst/>
              <a:gdLst/>
              <a:ahLst/>
              <a:cxnLst/>
              <a:rect l="l" t="t" r="r" b="b"/>
              <a:pathLst>
                <a:path w="399415" h="942339">
                  <a:moveTo>
                    <a:pt x="47980" y="167894"/>
                  </a:moveTo>
                  <a:lnTo>
                    <a:pt x="39103" y="125806"/>
                  </a:lnTo>
                  <a:lnTo>
                    <a:pt x="25577" y="75692"/>
                  </a:lnTo>
                  <a:lnTo>
                    <a:pt x="9029" y="24307"/>
                  </a:lnTo>
                  <a:lnTo>
                    <a:pt x="0" y="0"/>
                  </a:lnTo>
                  <a:lnTo>
                    <a:pt x="7188" y="149948"/>
                  </a:lnTo>
                  <a:lnTo>
                    <a:pt x="47980" y="167894"/>
                  </a:lnTo>
                  <a:close/>
                </a:path>
                <a:path w="399415" h="942339">
                  <a:moveTo>
                    <a:pt x="398907" y="915835"/>
                  </a:moveTo>
                  <a:lnTo>
                    <a:pt x="392353" y="877303"/>
                  </a:lnTo>
                  <a:lnTo>
                    <a:pt x="343001" y="771042"/>
                  </a:lnTo>
                  <a:lnTo>
                    <a:pt x="302120" y="685292"/>
                  </a:lnTo>
                  <a:lnTo>
                    <a:pt x="268693" y="617588"/>
                  </a:lnTo>
                  <a:lnTo>
                    <a:pt x="241681" y="565416"/>
                  </a:lnTo>
                  <a:lnTo>
                    <a:pt x="220091" y="526300"/>
                  </a:lnTo>
                  <a:lnTo>
                    <a:pt x="189039" y="477266"/>
                  </a:lnTo>
                  <a:lnTo>
                    <a:pt x="157530" y="439343"/>
                  </a:lnTo>
                  <a:lnTo>
                    <a:pt x="98475" y="418096"/>
                  </a:lnTo>
                  <a:lnTo>
                    <a:pt x="62623" y="422833"/>
                  </a:lnTo>
                  <a:lnTo>
                    <a:pt x="33451" y="438886"/>
                  </a:lnTo>
                  <a:lnTo>
                    <a:pt x="19138" y="467106"/>
                  </a:lnTo>
                  <a:lnTo>
                    <a:pt x="27838" y="508292"/>
                  </a:lnTo>
                  <a:lnTo>
                    <a:pt x="48374" y="547471"/>
                  </a:lnTo>
                  <a:lnTo>
                    <a:pt x="73672" y="589813"/>
                  </a:lnTo>
                  <a:lnTo>
                    <a:pt x="102654" y="634263"/>
                  </a:lnTo>
                  <a:lnTo>
                    <a:pt x="134302" y="679729"/>
                  </a:lnTo>
                  <a:lnTo>
                    <a:pt x="167563" y="725157"/>
                  </a:lnTo>
                  <a:lnTo>
                    <a:pt x="201383" y="769454"/>
                  </a:lnTo>
                  <a:lnTo>
                    <a:pt x="234721" y="811555"/>
                  </a:lnTo>
                  <a:lnTo>
                    <a:pt x="266522" y="850379"/>
                  </a:lnTo>
                  <a:lnTo>
                    <a:pt x="295732" y="884872"/>
                  </a:lnTo>
                  <a:lnTo>
                    <a:pt x="321322" y="913942"/>
                  </a:lnTo>
                  <a:lnTo>
                    <a:pt x="359651" y="942009"/>
                  </a:lnTo>
                  <a:lnTo>
                    <a:pt x="383273" y="936256"/>
                  </a:lnTo>
                  <a:lnTo>
                    <a:pt x="398907" y="915835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71197" y="5886935"/>
              <a:ext cx="202109" cy="195480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0142322" y="5437600"/>
              <a:ext cx="464184" cy="550545"/>
            </a:xfrm>
            <a:custGeom>
              <a:avLst/>
              <a:gdLst/>
              <a:ahLst/>
              <a:cxnLst/>
              <a:rect l="l" t="t" r="r" b="b"/>
              <a:pathLst>
                <a:path w="464184" h="550545">
                  <a:moveTo>
                    <a:pt x="463804" y="446417"/>
                  </a:moveTo>
                  <a:lnTo>
                    <a:pt x="457263" y="426161"/>
                  </a:lnTo>
                  <a:lnTo>
                    <a:pt x="439826" y="390766"/>
                  </a:lnTo>
                  <a:lnTo>
                    <a:pt x="414045" y="344157"/>
                  </a:lnTo>
                  <a:lnTo>
                    <a:pt x="390271" y="303580"/>
                  </a:lnTo>
                  <a:lnTo>
                    <a:pt x="382473" y="290245"/>
                  </a:lnTo>
                  <a:lnTo>
                    <a:pt x="347675" y="232943"/>
                  </a:lnTo>
                  <a:lnTo>
                    <a:pt x="312216" y="176161"/>
                  </a:lnTo>
                  <a:lnTo>
                    <a:pt x="289166" y="140233"/>
                  </a:lnTo>
                  <a:lnTo>
                    <a:pt x="278638" y="123825"/>
                  </a:lnTo>
                  <a:lnTo>
                    <a:pt x="249516" y="79857"/>
                  </a:lnTo>
                  <a:lnTo>
                    <a:pt x="227393" y="48171"/>
                  </a:lnTo>
                  <a:lnTo>
                    <a:pt x="195110" y="18059"/>
                  </a:lnTo>
                  <a:lnTo>
                    <a:pt x="153060" y="723"/>
                  </a:lnTo>
                  <a:lnTo>
                    <a:pt x="146380" y="0"/>
                  </a:lnTo>
                  <a:lnTo>
                    <a:pt x="113220" y="368"/>
                  </a:lnTo>
                  <a:lnTo>
                    <a:pt x="75209" y="11861"/>
                  </a:lnTo>
                  <a:lnTo>
                    <a:pt x="41808" y="34493"/>
                  </a:lnTo>
                  <a:lnTo>
                    <a:pt x="16725" y="70434"/>
                  </a:lnTo>
                  <a:lnTo>
                    <a:pt x="3009" y="111810"/>
                  </a:lnTo>
                  <a:lnTo>
                    <a:pt x="0" y="152323"/>
                  </a:lnTo>
                  <a:lnTo>
                    <a:pt x="6985" y="185661"/>
                  </a:lnTo>
                  <a:lnTo>
                    <a:pt x="39179" y="240411"/>
                  </a:lnTo>
                  <a:lnTo>
                    <a:pt x="65430" y="278955"/>
                  </a:lnTo>
                  <a:lnTo>
                    <a:pt x="99695" y="319570"/>
                  </a:lnTo>
                  <a:lnTo>
                    <a:pt x="155956" y="380517"/>
                  </a:lnTo>
                  <a:lnTo>
                    <a:pt x="207098" y="437553"/>
                  </a:lnTo>
                  <a:lnTo>
                    <a:pt x="247535" y="484251"/>
                  </a:lnTo>
                  <a:lnTo>
                    <a:pt x="280314" y="519430"/>
                  </a:lnTo>
                  <a:lnTo>
                    <a:pt x="308483" y="541870"/>
                  </a:lnTo>
                  <a:lnTo>
                    <a:pt x="335102" y="550354"/>
                  </a:lnTo>
                  <a:lnTo>
                    <a:pt x="374180" y="539711"/>
                  </a:lnTo>
                  <a:lnTo>
                    <a:pt x="416483" y="511898"/>
                  </a:lnTo>
                  <a:lnTo>
                    <a:pt x="450278" y="477329"/>
                  </a:lnTo>
                  <a:lnTo>
                    <a:pt x="463804" y="446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0142322" y="5436050"/>
              <a:ext cx="457200" cy="523875"/>
            </a:xfrm>
            <a:custGeom>
              <a:avLst/>
              <a:gdLst/>
              <a:ahLst/>
              <a:cxnLst/>
              <a:rect l="l" t="t" r="r" b="b"/>
              <a:pathLst>
                <a:path w="457200" h="523875">
                  <a:moveTo>
                    <a:pt x="123634" y="266649"/>
                  </a:moveTo>
                  <a:lnTo>
                    <a:pt x="58013" y="112826"/>
                  </a:lnTo>
                  <a:lnTo>
                    <a:pt x="6121" y="103987"/>
                  </a:lnTo>
                  <a:lnTo>
                    <a:pt x="3009" y="113360"/>
                  </a:lnTo>
                  <a:lnTo>
                    <a:pt x="0" y="153873"/>
                  </a:lnTo>
                  <a:lnTo>
                    <a:pt x="6985" y="187223"/>
                  </a:lnTo>
                  <a:lnTo>
                    <a:pt x="39179" y="241960"/>
                  </a:lnTo>
                  <a:lnTo>
                    <a:pt x="50190" y="258127"/>
                  </a:lnTo>
                  <a:lnTo>
                    <a:pt x="123634" y="266649"/>
                  </a:lnTo>
                  <a:close/>
                </a:path>
                <a:path w="457200" h="523875">
                  <a:moveTo>
                    <a:pt x="216204" y="130632"/>
                  </a:moveTo>
                  <a:lnTo>
                    <a:pt x="162369" y="4432"/>
                  </a:lnTo>
                  <a:lnTo>
                    <a:pt x="157480" y="2743"/>
                  </a:lnTo>
                  <a:lnTo>
                    <a:pt x="131876" y="0"/>
                  </a:lnTo>
                  <a:lnTo>
                    <a:pt x="105918" y="2667"/>
                  </a:lnTo>
                  <a:lnTo>
                    <a:pt x="81521" y="10096"/>
                  </a:lnTo>
                  <a:lnTo>
                    <a:pt x="59804" y="21488"/>
                  </a:lnTo>
                  <a:lnTo>
                    <a:pt x="41808" y="36029"/>
                  </a:lnTo>
                  <a:lnTo>
                    <a:pt x="28702" y="54813"/>
                  </a:lnTo>
                  <a:lnTo>
                    <a:pt x="57429" y="112217"/>
                  </a:lnTo>
                  <a:lnTo>
                    <a:pt x="216204" y="130632"/>
                  </a:lnTo>
                  <a:close/>
                </a:path>
                <a:path w="457200" h="523875">
                  <a:moveTo>
                    <a:pt x="456984" y="463537"/>
                  </a:moveTo>
                  <a:lnTo>
                    <a:pt x="362966" y="447522"/>
                  </a:lnTo>
                  <a:lnTo>
                    <a:pt x="401053" y="523595"/>
                  </a:lnTo>
                  <a:lnTo>
                    <a:pt x="416483" y="513448"/>
                  </a:lnTo>
                  <a:lnTo>
                    <a:pt x="450278" y="478878"/>
                  </a:lnTo>
                  <a:lnTo>
                    <a:pt x="456984" y="463537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9857550" y="6723513"/>
              <a:ext cx="339090" cy="308610"/>
            </a:xfrm>
            <a:custGeom>
              <a:avLst/>
              <a:gdLst/>
              <a:ahLst/>
              <a:cxnLst/>
              <a:rect l="l" t="t" r="r" b="b"/>
              <a:pathLst>
                <a:path w="339090" h="308609">
                  <a:moveTo>
                    <a:pt x="338848" y="288442"/>
                  </a:moveTo>
                  <a:lnTo>
                    <a:pt x="313182" y="268224"/>
                  </a:lnTo>
                  <a:lnTo>
                    <a:pt x="294093" y="257873"/>
                  </a:lnTo>
                  <a:lnTo>
                    <a:pt x="274345" y="249986"/>
                  </a:lnTo>
                  <a:lnTo>
                    <a:pt x="251383" y="241655"/>
                  </a:lnTo>
                  <a:lnTo>
                    <a:pt x="183794" y="203187"/>
                  </a:lnTo>
                  <a:lnTo>
                    <a:pt x="179374" y="196875"/>
                  </a:lnTo>
                  <a:lnTo>
                    <a:pt x="166979" y="189801"/>
                  </a:lnTo>
                  <a:lnTo>
                    <a:pt x="164579" y="185178"/>
                  </a:lnTo>
                  <a:lnTo>
                    <a:pt x="162814" y="181775"/>
                  </a:lnTo>
                  <a:lnTo>
                    <a:pt x="161531" y="179324"/>
                  </a:lnTo>
                  <a:lnTo>
                    <a:pt x="159029" y="174459"/>
                  </a:lnTo>
                  <a:lnTo>
                    <a:pt x="158013" y="172516"/>
                  </a:lnTo>
                  <a:lnTo>
                    <a:pt x="157810" y="171665"/>
                  </a:lnTo>
                  <a:lnTo>
                    <a:pt x="157353" y="169684"/>
                  </a:lnTo>
                  <a:lnTo>
                    <a:pt x="156095" y="164147"/>
                  </a:lnTo>
                  <a:lnTo>
                    <a:pt x="155981" y="163614"/>
                  </a:lnTo>
                  <a:lnTo>
                    <a:pt x="155956" y="163461"/>
                  </a:lnTo>
                  <a:lnTo>
                    <a:pt x="154355" y="156413"/>
                  </a:lnTo>
                  <a:lnTo>
                    <a:pt x="153530" y="156997"/>
                  </a:lnTo>
                  <a:lnTo>
                    <a:pt x="153187" y="157276"/>
                  </a:lnTo>
                  <a:lnTo>
                    <a:pt x="152920" y="155981"/>
                  </a:lnTo>
                  <a:lnTo>
                    <a:pt x="154076" y="155143"/>
                  </a:lnTo>
                  <a:lnTo>
                    <a:pt x="152806" y="149529"/>
                  </a:lnTo>
                  <a:lnTo>
                    <a:pt x="151714" y="150190"/>
                  </a:lnTo>
                  <a:lnTo>
                    <a:pt x="151295" y="148183"/>
                  </a:lnTo>
                  <a:lnTo>
                    <a:pt x="151866" y="147777"/>
                  </a:lnTo>
                  <a:lnTo>
                    <a:pt x="151091" y="147256"/>
                  </a:lnTo>
                  <a:lnTo>
                    <a:pt x="150723" y="145491"/>
                  </a:lnTo>
                  <a:lnTo>
                    <a:pt x="151523" y="145872"/>
                  </a:lnTo>
                  <a:lnTo>
                    <a:pt x="152044" y="146189"/>
                  </a:lnTo>
                  <a:lnTo>
                    <a:pt x="151841" y="144792"/>
                  </a:lnTo>
                  <a:lnTo>
                    <a:pt x="151358" y="141541"/>
                  </a:lnTo>
                  <a:lnTo>
                    <a:pt x="149961" y="141859"/>
                  </a:lnTo>
                  <a:lnTo>
                    <a:pt x="146304" y="124396"/>
                  </a:lnTo>
                  <a:lnTo>
                    <a:pt x="145732" y="105587"/>
                  </a:lnTo>
                  <a:lnTo>
                    <a:pt x="144729" y="99656"/>
                  </a:lnTo>
                  <a:lnTo>
                    <a:pt x="148640" y="91071"/>
                  </a:lnTo>
                  <a:lnTo>
                    <a:pt x="161290" y="73850"/>
                  </a:lnTo>
                  <a:lnTo>
                    <a:pt x="186486" y="42062"/>
                  </a:lnTo>
                  <a:lnTo>
                    <a:pt x="163118" y="27990"/>
                  </a:lnTo>
                  <a:lnTo>
                    <a:pt x="134239" y="14363"/>
                  </a:lnTo>
                  <a:lnTo>
                    <a:pt x="109689" y="4064"/>
                  </a:lnTo>
                  <a:lnTo>
                    <a:pt x="99314" y="0"/>
                  </a:lnTo>
                  <a:lnTo>
                    <a:pt x="82435" y="28968"/>
                  </a:lnTo>
                  <a:lnTo>
                    <a:pt x="72783" y="46062"/>
                  </a:lnTo>
                  <a:lnTo>
                    <a:pt x="66725" y="57950"/>
                  </a:lnTo>
                  <a:lnTo>
                    <a:pt x="60629" y="71310"/>
                  </a:lnTo>
                  <a:lnTo>
                    <a:pt x="47866" y="93433"/>
                  </a:lnTo>
                  <a:lnTo>
                    <a:pt x="28879" y="122250"/>
                  </a:lnTo>
                  <a:lnTo>
                    <a:pt x="10604" y="150431"/>
                  </a:lnTo>
                  <a:lnTo>
                    <a:pt x="0" y="170688"/>
                  </a:lnTo>
                  <a:lnTo>
                    <a:pt x="508" y="183756"/>
                  </a:lnTo>
                  <a:lnTo>
                    <a:pt x="9461" y="195503"/>
                  </a:lnTo>
                  <a:lnTo>
                    <a:pt x="24511" y="206336"/>
                  </a:lnTo>
                  <a:lnTo>
                    <a:pt x="43332" y="216636"/>
                  </a:lnTo>
                  <a:lnTo>
                    <a:pt x="63538" y="227215"/>
                  </a:lnTo>
                  <a:lnTo>
                    <a:pt x="105524" y="249770"/>
                  </a:lnTo>
                  <a:lnTo>
                    <a:pt x="154355" y="272148"/>
                  </a:lnTo>
                  <a:lnTo>
                    <a:pt x="258508" y="301675"/>
                  </a:lnTo>
                  <a:lnTo>
                    <a:pt x="294805" y="308457"/>
                  </a:lnTo>
                  <a:lnTo>
                    <a:pt x="324688" y="307949"/>
                  </a:lnTo>
                  <a:lnTo>
                    <a:pt x="325856" y="307581"/>
                  </a:lnTo>
                  <a:lnTo>
                    <a:pt x="336219" y="299821"/>
                  </a:lnTo>
                  <a:lnTo>
                    <a:pt x="338848" y="2884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984549" y="6848050"/>
              <a:ext cx="25400" cy="27305"/>
            </a:xfrm>
            <a:custGeom>
              <a:avLst/>
              <a:gdLst/>
              <a:ahLst/>
              <a:cxnLst/>
              <a:rect l="l" t="t" r="r" b="b"/>
              <a:pathLst>
                <a:path w="25400" h="27304">
                  <a:moveTo>
                    <a:pt x="12010" y="0"/>
                  </a:moveTo>
                  <a:lnTo>
                    <a:pt x="11507" y="6334"/>
                  </a:lnTo>
                  <a:lnTo>
                    <a:pt x="15748" y="13161"/>
                  </a:lnTo>
                  <a:lnTo>
                    <a:pt x="15119" y="12701"/>
                  </a:lnTo>
                  <a:lnTo>
                    <a:pt x="9455" y="8921"/>
                  </a:lnTo>
                  <a:lnTo>
                    <a:pt x="2020" y="9696"/>
                  </a:lnTo>
                  <a:lnTo>
                    <a:pt x="5476" y="15025"/>
                  </a:lnTo>
                  <a:lnTo>
                    <a:pt x="12994" y="17852"/>
                  </a:lnTo>
                  <a:lnTo>
                    <a:pt x="12219" y="17873"/>
                  </a:lnTo>
                  <a:lnTo>
                    <a:pt x="5423" y="18324"/>
                  </a:lnTo>
                  <a:lnTo>
                    <a:pt x="0" y="23475"/>
                  </a:lnTo>
                  <a:lnTo>
                    <a:pt x="10324" y="27182"/>
                  </a:lnTo>
                  <a:lnTo>
                    <a:pt x="21266" y="19549"/>
                  </a:lnTo>
                  <a:lnTo>
                    <a:pt x="24281" y="20271"/>
                  </a:lnTo>
                  <a:lnTo>
                    <a:pt x="24797" y="19928"/>
                  </a:lnTo>
                  <a:lnTo>
                    <a:pt x="22202" y="2432"/>
                  </a:lnTo>
                  <a:lnTo>
                    <a:pt x="21580" y="3120"/>
                  </a:lnTo>
                  <a:lnTo>
                    <a:pt x="20784" y="11120"/>
                  </a:lnTo>
                  <a:lnTo>
                    <a:pt x="20564" y="10366"/>
                  </a:lnTo>
                  <a:lnTo>
                    <a:pt x="18386" y="3916"/>
                  </a:lnTo>
                  <a:lnTo>
                    <a:pt x="12010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931756" y="6749852"/>
              <a:ext cx="34290" cy="48895"/>
            </a:xfrm>
            <a:custGeom>
              <a:avLst/>
              <a:gdLst/>
              <a:ahLst/>
              <a:cxnLst/>
              <a:rect l="l" t="t" r="r" b="b"/>
              <a:pathLst>
                <a:path w="34290" h="48895">
                  <a:moveTo>
                    <a:pt x="3860" y="23698"/>
                  </a:moveTo>
                  <a:lnTo>
                    <a:pt x="1765" y="21526"/>
                  </a:lnTo>
                  <a:lnTo>
                    <a:pt x="698" y="20497"/>
                  </a:lnTo>
                  <a:lnTo>
                    <a:pt x="558" y="20624"/>
                  </a:lnTo>
                  <a:lnTo>
                    <a:pt x="723" y="22263"/>
                  </a:lnTo>
                  <a:lnTo>
                    <a:pt x="1028" y="23977"/>
                  </a:lnTo>
                  <a:lnTo>
                    <a:pt x="1384" y="25742"/>
                  </a:lnTo>
                  <a:lnTo>
                    <a:pt x="2197" y="25057"/>
                  </a:lnTo>
                  <a:lnTo>
                    <a:pt x="2997" y="24345"/>
                  </a:lnTo>
                  <a:lnTo>
                    <a:pt x="3860" y="23698"/>
                  </a:lnTo>
                  <a:close/>
                </a:path>
                <a:path w="34290" h="48895">
                  <a:moveTo>
                    <a:pt x="6019" y="13614"/>
                  </a:moveTo>
                  <a:lnTo>
                    <a:pt x="4533" y="12128"/>
                  </a:lnTo>
                  <a:lnTo>
                    <a:pt x="3454" y="11087"/>
                  </a:lnTo>
                  <a:lnTo>
                    <a:pt x="0" y="17195"/>
                  </a:lnTo>
                  <a:lnTo>
                    <a:pt x="254" y="19075"/>
                  </a:lnTo>
                  <a:lnTo>
                    <a:pt x="2184" y="17195"/>
                  </a:lnTo>
                  <a:lnTo>
                    <a:pt x="4025" y="15405"/>
                  </a:lnTo>
                  <a:lnTo>
                    <a:pt x="6019" y="13614"/>
                  </a:lnTo>
                  <a:close/>
                </a:path>
                <a:path w="34290" h="48895">
                  <a:moveTo>
                    <a:pt x="9702" y="29921"/>
                  </a:moveTo>
                  <a:lnTo>
                    <a:pt x="8216" y="28359"/>
                  </a:lnTo>
                  <a:lnTo>
                    <a:pt x="5283" y="25171"/>
                  </a:lnTo>
                  <a:lnTo>
                    <a:pt x="4127" y="26200"/>
                  </a:lnTo>
                  <a:lnTo>
                    <a:pt x="3060" y="27279"/>
                  </a:lnTo>
                  <a:lnTo>
                    <a:pt x="1943" y="28333"/>
                  </a:lnTo>
                  <a:lnTo>
                    <a:pt x="2438" y="30480"/>
                  </a:lnTo>
                  <a:lnTo>
                    <a:pt x="3060" y="32639"/>
                  </a:lnTo>
                  <a:lnTo>
                    <a:pt x="3797" y="34709"/>
                  </a:lnTo>
                  <a:lnTo>
                    <a:pt x="5664" y="33032"/>
                  </a:lnTo>
                  <a:lnTo>
                    <a:pt x="7645" y="31432"/>
                  </a:lnTo>
                  <a:lnTo>
                    <a:pt x="9702" y="29921"/>
                  </a:lnTo>
                  <a:close/>
                </a:path>
                <a:path w="34290" h="48895">
                  <a:moveTo>
                    <a:pt x="10845" y="18618"/>
                  </a:moveTo>
                  <a:lnTo>
                    <a:pt x="9639" y="17335"/>
                  </a:lnTo>
                  <a:lnTo>
                    <a:pt x="7188" y="14820"/>
                  </a:lnTo>
                  <a:lnTo>
                    <a:pt x="5232" y="16484"/>
                  </a:lnTo>
                  <a:lnTo>
                    <a:pt x="3314" y="18173"/>
                  </a:lnTo>
                  <a:lnTo>
                    <a:pt x="1397" y="19875"/>
                  </a:lnTo>
                  <a:lnTo>
                    <a:pt x="2578" y="20853"/>
                  </a:lnTo>
                  <a:lnTo>
                    <a:pt x="3708" y="21907"/>
                  </a:lnTo>
                  <a:lnTo>
                    <a:pt x="4826" y="22987"/>
                  </a:lnTo>
                  <a:lnTo>
                    <a:pt x="6819" y="21539"/>
                  </a:lnTo>
                  <a:lnTo>
                    <a:pt x="8839" y="20116"/>
                  </a:lnTo>
                  <a:lnTo>
                    <a:pt x="10845" y="18618"/>
                  </a:lnTo>
                  <a:close/>
                </a:path>
                <a:path w="34290" h="48895">
                  <a:moveTo>
                    <a:pt x="15087" y="35318"/>
                  </a:moveTo>
                  <a:lnTo>
                    <a:pt x="14592" y="34836"/>
                  </a:lnTo>
                  <a:lnTo>
                    <a:pt x="14071" y="34290"/>
                  </a:lnTo>
                  <a:lnTo>
                    <a:pt x="13576" y="33832"/>
                  </a:lnTo>
                  <a:lnTo>
                    <a:pt x="12801" y="33108"/>
                  </a:lnTo>
                  <a:lnTo>
                    <a:pt x="12039" y="32296"/>
                  </a:lnTo>
                  <a:lnTo>
                    <a:pt x="11290" y="31534"/>
                  </a:lnTo>
                  <a:lnTo>
                    <a:pt x="9067" y="33261"/>
                  </a:lnTo>
                  <a:lnTo>
                    <a:pt x="6794" y="34899"/>
                  </a:lnTo>
                  <a:lnTo>
                    <a:pt x="4470" y="36449"/>
                  </a:lnTo>
                  <a:lnTo>
                    <a:pt x="5168" y="38150"/>
                  </a:lnTo>
                  <a:lnTo>
                    <a:pt x="5930" y="39763"/>
                  </a:lnTo>
                  <a:lnTo>
                    <a:pt x="6819" y="41173"/>
                  </a:lnTo>
                  <a:lnTo>
                    <a:pt x="9486" y="39116"/>
                  </a:lnTo>
                  <a:lnTo>
                    <a:pt x="12255" y="37172"/>
                  </a:lnTo>
                  <a:lnTo>
                    <a:pt x="15087" y="35318"/>
                  </a:lnTo>
                  <a:close/>
                </a:path>
                <a:path w="34290" h="48895">
                  <a:moveTo>
                    <a:pt x="16789" y="24853"/>
                  </a:moveTo>
                  <a:lnTo>
                    <a:pt x="13512" y="21450"/>
                  </a:lnTo>
                  <a:lnTo>
                    <a:pt x="11887" y="19723"/>
                  </a:lnTo>
                  <a:lnTo>
                    <a:pt x="10007" y="21272"/>
                  </a:lnTo>
                  <a:lnTo>
                    <a:pt x="8064" y="22758"/>
                  </a:lnTo>
                  <a:lnTo>
                    <a:pt x="6248" y="24358"/>
                  </a:lnTo>
                  <a:lnTo>
                    <a:pt x="10934" y="29019"/>
                  </a:lnTo>
                  <a:lnTo>
                    <a:pt x="12903" y="27609"/>
                  </a:lnTo>
                  <a:lnTo>
                    <a:pt x="14871" y="26225"/>
                  </a:lnTo>
                  <a:lnTo>
                    <a:pt x="16789" y="24853"/>
                  </a:lnTo>
                  <a:close/>
                </a:path>
                <a:path w="34290" h="48895">
                  <a:moveTo>
                    <a:pt x="20523" y="40652"/>
                  </a:moveTo>
                  <a:lnTo>
                    <a:pt x="17907" y="38125"/>
                  </a:lnTo>
                  <a:lnTo>
                    <a:pt x="16649" y="36855"/>
                  </a:lnTo>
                  <a:lnTo>
                    <a:pt x="13703" y="38760"/>
                  </a:lnTo>
                  <a:lnTo>
                    <a:pt x="10680" y="40576"/>
                  </a:lnTo>
                  <a:lnTo>
                    <a:pt x="7607" y="42227"/>
                  </a:lnTo>
                  <a:lnTo>
                    <a:pt x="8394" y="43332"/>
                  </a:lnTo>
                  <a:lnTo>
                    <a:pt x="9842" y="44843"/>
                  </a:lnTo>
                  <a:lnTo>
                    <a:pt x="11049" y="45605"/>
                  </a:lnTo>
                  <a:lnTo>
                    <a:pt x="12293" y="46291"/>
                  </a:lnTo>
                  <a:lnTo>
                    <a:pt x="14960" y="44323"/>
                  </a:lnTo>
                  <a:lnTo>
                    <a:pt x="17678" y="42418"/>
                  </a:lnTo>
                  <a:lnTo>
                    <a:pt x="20523" y="40652"/>
                  </a:lnTo>
                  <a:close/>
                </a:path>
                <a:path w="34290" h="48895">
                  <a:moveTo>
                    <a:pt x="20942" y="11328"/>
                  </a:moveTo>
                  <a:lnTo>
                    <a:pt x="18211" y="8978"/>
                  </a:lnTo>
                  <a:lnTo>
                    <a:pt x="16776" y="7899"/>
                  </a:lnTo>
                  <a:lnTo>
                    <a:pt x="13258" y="10020"/>
                  </a:lnTo>
                  <a:lnTo>
                    <a:pt x="11671" y="11201"/>
                  </a:lnTo>
                  <a:lnTo>
                    <a:pt x="10807" y="11849"/>
                  </a:lnTo>
                  <a:lnTo>
                    <a:pt x="10007" y="12560"/>
                  </a:lnTo>
                  <a:lnTo>
                    <a:pt x="9169" y="13220"/>
                  </a:lnTo>
                  <a:lnTo>
                    <a:pt x="10541" y="14414"/>
                  </a:lnTo>
                  <a:lnTo>
                    <a:pt x="11861" y="15659"/>
                  </a:lnTo>
                  <a:lnTo>
                    <a:pt x="13119" y="16979"/>
                  </a:lnTo>
                  <a:lnTo>
                    <a:pt x="15709" y="15074"/>
                  </a:lnTo>
                  <a:lnTo>
                    <a:pt x="20942" y="11328"/>
                  </a:lnTo>
                  <a:close/>
                </a:path>
                <a:path w="34290" h="48895">
                  <a:moveTo>
                    <a:pt x="21755" y="2374"/>
                  </a:moveTo>
                  <a:lnTo>
                    <a:pt x="16433" y="0"/>
                  </a:lnTo>
                  <a:lnTo>
                    <a:pt x="12331" y="901"/>
                  </a:lnTo>
                  <a:lnTo>
                    <a:pt x="9385" y="3530"/>
                  </a:lnTo>
                  <a:lnTo>
                    <a:pt x="8915" y="3581"/>
                  </a:lnTo>
                  <a:lnTo>
                    <a:pt x="7556" y="3822"/>
                  </a:lnTo>
                  <a:lnTo>
                    <a:pt x="4292" y="9613"/>
                  </a:lnTo>
                  <a:lnTo>
                    <a:pt x="6057" y="10769"/>
                  </a:lnTo>
                  <a:lnTo>
                    <a:pt x="7823" y="12128"/>
                  </a:lnTo>
                  <a:lnTo>
                    <a:pt x="10109" y="10185"/>
                  </a:lnTo>
                  <a:lnTo>
                    <a:pt x="12522" y="8407"/>
                  </a:lnTo>
                  <a:lnTo>
                    <a:pt x="14960" y="6680"/>
                  </a:lnTo>
                  <a:lnTo>
                    <a:pt x="13614" y="5727"/>
                  </a:lnTo>
                  <a:lnTo>
                    <a:pt x="12306" y="4737"/>
                  </a:lnTo>
                  <a:lnTo>
                    <a:pt x="10807" y="3937"/>
                  </a:lnTo>
                  <a:lnTo>
                    <a:pt x="10845" y="3695"/>
                  </a:lnTo>
                  <a:lnTo>
                    <a:pt x="12890" y="3937"/>
                  </a:lnTo>
                  <a:lnTo>
                    <a:pt x="14617" y="4775"/>
                  </a:lnTo>
                  <a:lnTo>
                    <a:pt x="16192" y="5727"/>
                  </a:lnTo>
                  <a:lnTo>
                    <a:pt x="18034" y="4470"/>
                  </a:lnTo>
                  <a:lnTo>
                    <a:pt x="19469" y="3695"/>
                  </a:lnTo>
                  <a:lnTo>
                    <a:pt x="21755" y="2374"/>
                  </a:lnTo>
                  <a:close/>
                </a:path>
                <a:path w="34290" h="48895">
                  <a:moveTo>
                    <a:pt x="22453" y="30492"/>
                  </a:moveTo>
                  <a:lnTo>
                    <a:pt x="21031" y="29146"/>
                  </a:lnTo>
                  <a:lnTo>
                    <a:pt x="19608" y="27762"/>
                  </a:lnTo>
                  <a:lnTo>
                    <a:pt x="18237" y="26339"/>
                  </a:lnTo>
                  <a:lnTo>
                    <a:pt x="17983" y="26517"/>
                  </a:lnTo>
                  <a:lnTo>
                    <a:pt x="17691" y="26682"/>
                  </a:lnTo>
                  <a:lnTo>
                    <a:pt x="15798" y="28041"/>
                  </a:lnTo>
                  <a:lnTo>
                    <a:pt x="12534" y="30568"/>
                  </a:lnTo>
                  <a:lnTo>
                    <a:pt x="12877" y="30873"/>
                  </a:lnTo>
                  <a:lnTo>
                    <a:pt x="13220" y="31242"/>
                  </a:lnTo>
                  <a:lnTo>
                    <a:pt x="14605" y="32461"/>
                  </a:lnTo>
                  <a:lnTo>
                    <a:pt x="16713" y="34277"/>
                  </a:lnTo>
                  <a:lnTo>
                    <a:pt x="21882" y="30899"/>
                  </a:lnTo>
                  <a:lnTo>
                    <a:pt x="22453" y="30492"/>
                  </a:lnTo>
                  <a:close/>
                </a:path>
                <a:path w="34290" h="48895">
                  <a:moveTo>
                    <a:pt x="26847" y="46062"/>
                  </a:moveTo>
                  <a:lnTo>
                    <a:pt x="25412" y="45034"/>
                  </a:lnTo>
                  <a:lnTo>
                    <a:pt x="24015" y="43865"/>
                  </a:lnTo>
                  <a:lnTo>
                    <a:pt x="22656" y="42646"/>
                  </a:lnTo>
                  <a:lnTo>
                    <a:pt x="19875" y="44246"/>
                  </a:lnTo>
                  <a:lnTo>
                    <a:pt x="17018" y="45643"/>
                  </a:lnTo>
                  <a:lnTo>
                    <a:pt x="14160" y="47104"/>
                  </a:lnTo>
                  <a:lnTo>
                    <a:pt x="18300" y="48641"/>
                  </a:lnTo>
                  <a:lnTo>
                    <a:pt x="22999" y="48399"/>
                  </a:lnTo>
                  <a:lnTo>
                    <a:pt x="26847" y="46062"/>
                  </a:lnTo>
                  <a:close/>
                </a:path>
                <a:path w="34290" h="48895">
                  <a:moveTo>
                    <a:pt x="27114" y="6870"/>
                  </a:moveTo>
                  <a:lnTo>
                    <a:pt x="26060" y="5448"/>
                  </a:lnTo>
                  <a:lnTo>
                    <a:pt x="24803" y="4279"/>
                  </a:lnTo>
                  <a:lnTo>
                    <a:pt x="23342" y="3340"/>
                  </a:lnTo>
                  <a:lnTo>
                    <a:pt x="21742" y="4673"/>
                  </a:lnTo>
                  <a:lnTo>
                    <a:pt x="20027" y="5918"/>
                  </a:lnTo>
                  <a:lnTo>
                    <a:pt x="18199" y="7035"/>
                  </a:lnTo>
                  <a:lnTo>
                    <a:pt x="19646" y="8102"/>
                  </a:lnTo>
                  <a:lnTo>
                    <a:pt x="21043" y="9232"/>
                  </a:lnTo>
                  <a:lnTo>
                    <a:pt x="22390" y="10287"/>
                  </a:lnTo>
                  <a:lnTo>
                    <a:pt x="27114" y="6870"/>
                  </a:lnTo>
                  <a:close/>
                </a:path>
                <a:path w="34290" h="48895">
                  <a:moveTo>
                    <a:pt x="27508" y="16967"/>
                  </a:moveTo>
                  <a:lnTo>
                    <a:pt x="23723" y="13741"/>
                  </a:lnTo>
                  <a:lnTo>
                    <a:pt x="21844" y="12103"/>
                  </a:lnTo>
                  <a:lnTo>
                    <a:pt x="19253" y="14046"/>
                  </a:lnTo>
                  <a:lnTo>
                    <a:pt x="16624" y="15887"/>
                  </a:lnTo>
                  <a:lnTo>
                    <a:pt x="14071" y="17932"/>
                  </a:lnTo>
                  <a:lnTo>
                    <a:pt x="16243" y="20256"/>
                  </a:lnTo>
                  <a:lnTo>
                    <a:pt x="17907" y="21920"/>
                  </a:lnTo>
                  <a:lnTo>
                    <a:pt x="18554" y="22453"/>
                  </a:lnTo>
                  <a:lnTo>
                    <a:pt x="19164" y="23050"/>
                  </a:lnTo>
                  <a:lnTo>
                    <a:pt x="21793" y="21018"/>
                  </a:lnTo>
                  <a:lnTo>
                    <a:pt x="24587" y="18783"/>
                  </a:lnTo>
                  <a:lnTo>
                    <a:pt x="27508" y="16967"/>
                  </a:lnTo>
                  <a:close/>
                </a:path>
                <a:path w="34290" h="48895">
                  <a:moveTo>
                    <a:pt x="28867" y="35966"/>
                  </a:moveTo>
                  <a:lnTo>
                    <a:pt x="27292" y="34734"/>
                  </a:lnTo>
                  <a:lnTo>
                    <a:pt x="25755" y="33464"/>
                  </a:lnTo>
                  <a:lnTo>
                    <a:pt x="24257" y="32118"/>
                  </a:lnTo>
                  <a:lnTo>
                    <a:pt x="22110" y="33362"/>
                  </a:lnTo>
                  <a:lnTo>
                    <a:pt x="18402" y="35737"/>
                  </a:lnTo>
                  <a:lnTo>
                    <a:pt x="22631" y="39395"/>
                  </a:lnTo>
                  <a:lnTo>
                    <a:pt x="24676" y="38176"/>
                  </a:lnTo>
                  <a:lnTo>
                    <a:pt x="26758" y="37045"/>
                  </a:lnTo>
                  <a:lnTo>
                    <a:pt x="28867" y="35966"/>
                  </a:lnTo>
                  <a:close/>
                </a:path>
                <a:path w="34290" h="48895">
                  <a:moveTo>
                    <a:pt x="31140" y="15113"/>
                  </a:moveTo>
                  <a:lnTo>
                    <a:pt x="30302" y="12471"/>
                  </a:lnTo>
                  <a:lnTo>
                    <a:pt x="29171" y="9918"/>
                  </a:lnTo>
                  <a:lnTo>
                    <a:pt x="27698" y="7721"/>
                  </a:lnTo>
                  <a:lnTo>
                    <a:pt x="26238" y="8801"/>
                  </a:lnTo>
                  <a:lnTo>
                    <a:pt x="24790" y="9906"/>
                  </a:lnTo>
                  <a:lnTo>
                    <a:pt x="23329" y="10985"/>
                  </a:lnTo>
                  <a:lnTo>
                    <a:pt x="25400" y="12534"/>
                  </a:lnTo>
                  <a:lnTo>
                    <a:pt x="27597" y="14046"/>
                  </a:lnTo>
                  <a:lnTo>
                    <a:pt x="29705" y="15671"/>
                  </a:lnTo>
                  <a:lnTo>
                    <a:pt x="30175" y="15430"/>
                  </a:lnTo>
                  <a:lnTo>
                    <a:pt x="30670" y="15328"/>
                  </a:lnTo>
                  <a:lnTo>
                    <a:pt x="31140" y="15113"/>
                  </a:lnTo>
                  <a:close/>
                </a:path>
                <a:path w="34290" h="48895">
                  <a:moveTo>
                    <a:pt x="31788" y="17386"/>
                  </a:moveTo>
                  <a:close/>
                </a:path>
                <a:path w="34290" h="48895">
                  <a:moveTo>
                    <a:pt x="32956" y="38874"/>
                  </a:moveTo>
                  <a:lnTo>
                    <a:pt x="32245" y="38404"/>
                  </a:lnTo>
                  <a:lnTo>
                    <a:pt x="31508" y="37985"/>
                  </a:lnTo>
                  <a:lnTo>
                    <a:pt x="30810" y="37490"/>
                  </a:lnTo>
                  <a:lnTo>
                    <a:pt x="28778" y="38760"/>
                  </a:lnTo>
                  <a:lnTo>
                    <a:pt x="26822" y="40132"/>
                  </a:lnTo>
                  <a:lnTo>
                    <a:pt x="24752" y="41351"/>
                  </a:lnTo>
                  <a:lnTo>
                    <a:pt x="26047" y="42506"/>
                  </a:lnTo>
                  <a:lnTo>
                    <a:pt x="27279" y="43713"/>
                  </a:lnTo>
                  <a:lnTo>
                    <a:pt x="28549" y="44881"/>
                  </a:lnTo>
                  <a:lnTo>
                    <a:pt x="30645" y="43167"/>
                  </a:lnTo>
                  <a:lnTo>
                    <a:pt x="32105" y="41148"/>
                  </a:lnTo>
                  <a:lnTo>
                    <a:pt x="32956" y="38874"/>
                  </a:lnTo>
                  <a:close/>
                </a:path>
                <a:path w="34290" h="48895">
                  <a:moveTo>
                    <a:pt x="33210" y="23698"/>
                  </a:moveTo>
                  <a:lnTo>
                    <a:pt x="32626" y="20802"/>
                  </a:lnTo>
                  <a:lnTo>
                    <a:pt x="31673" y="20129"/>
                  </a:lnTo>
                  <a:lnTo>
                    <a:pt x="30695" y="19532"/>
                  </a:lnTo>
                  <a:lnTo>
                    <a:pt x="29794" y="18821"/>
                  </a:lnTo>
                  <a:lnTo>
                    <a:pt x="27000" y="20929"/>
                  </a:lnTo>
                  <a:lnTo>
                    <a:pt x="23837" y="22809"/>
                  </a:lnTo>
                  <a:lnTo>
                    <a:pt x="20866" y="24638"/>
                  </a:lnTo>
                  <a:lnTo>
                    <a:pt x="23698" y="27330"/>
                  </a:lnTo>
                  <a:lnTo>
                    <a:pt x="25146" y="28625"/>
                  </a:lnTo>
                  <a:lnTo>
                    <a:pt x="27698" y="26784"/>
                  </a:lnTo>
                  <a:lnTo>
                    <a:pt x="30403" y="24879"/>
                  </a:lnTo>
                  <a:lnTo>
                    <a:pt x="33210" y="23698"/>
                  </a:lnTo>
                  <a:close/>
                </a:path>
                <a:path w="34290" h="48895">
                  <a:moveTo>
                    <a:pt x="33782" y="35598"/>
                  </a:moveTo>
                  <a:close/>
                </a:path>
                <a:path w="34290" h="48895">
                  <a:moveTo>
                    <a:pt x="34213" y="31038"/>
                  </a:moveTo>
                  <a:lnTo>
                    <a:pt x="33997" y="28448"/>
                  </a:lnTo>
                  <a:lnTo>
                    <a:pt x="33578" y="25869"/>
                  </a:lnTo>
                  <a:lnTo>
                    <a:pt x="31661" y="27571"/>
                  </a:lnTo>
                  <a:lnTo>
                    <a:pt x="29400" y="29057"/>
                  </a:lnTo>
                  <a:lnTo>
                    <a:pt x="27101" y="30416"/>
                  </a:lnTo>
                  <a:lnTo>
                    <a:pt x="28714" y="31813"/>
                  </a:lnTo>
                  <a:lnTo>
                    <a:pt x="30480" y="33070"/>
                  </a:lnTo>
                  <a:lnTo>
                    <a:pt x="32169" y="34404"/>
                  </a:lnTo>
                  <a:lnTo>
                    <a:pt x="32791" y="34112"/>
                  </a:lnTo>
                  <a:lnTo>
                    <a:pt x="33426" y="33832"/>
                  </a:lnTo>
                  <a:lnTo>
                    <a:pt x="34048" y="33540"/>
                  </a:lnTo>
                  <a:lnTo>
                    <a:pt x="34213" y="31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937645" y="6736275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4">
                  <a:moveTo>
                    <a:pt x="11787" y="0"/>
                  </a:moveTo>
                  <a:lnTo>
                    <a:pt x="2351" y="16206"/>
                  </a:lnTo>
                  <a:lnTo>
                    <a:pt x="0" y="20369"/>
                  </a:lnTo>
                  <a:lnTo>
                    <a:pt x="5469" y="16548"/>
                  </a:lnTo>
                  <a:lnTo>
                    <a:pt x="9590" y="16548"/>
                  </a:lnTo>
                  <a:lnTo>
                    <a:pt x="19835" y="9752"/>
                  </a:lnTo>
                  <a:lnTo>
                    <a:pt x="19888" y="9574"/>
                  </a:lnTo>
                  <a:lnTo>
                    <a:pt x="10223" y="9574"/>
                  </a:lnTo>
                  <a:lnTo>
                    <a:pt x="10506" y="8852"/>
                  </a:lnTo>
                  <a:lnTo>
                    <a:pt x="12704" y="2412"/>
                  </a:lnTo>
                  <a:lnTo>
                    <a:pt x="11787" y="0"/>
                  </a:lnTo>
                  <a:close/>
                </a:path>
                <a:path w="22225" h="20954">
                  <a:moveTo>
                    <a:pt x="9590" y="16548"/>
                  </a:moveTo>
                  <a:lnTo>
                    <a:pt x="5469" y="16548"/>
                  </a:lnTo>
                  <a:lnTo>
                    <a:pt x="8485" y="17281"/>
                  </a:lnTo>
                  <a:lnTo>
                    <a:pt x="9590" y="16548"/>
                  </a:lnTo>
                  <a:close/>
                </a:path>
                <a:path w="22225" h="20954">
                  <a:moveTo>
                    <a:pt x="21982" y="2580"/>
                  </a:moveTo>
                  <a:lnTo>
                    <a:pt x="15730" y="3721"/>
                  </a:lnTo>
                  <a:lnTo>
                    <a:pt x="10223" y="9574"/>
                  </a:lnTo>
                  <a:lnTo>
                    <a:pt x="19888" y="9574"/>
                  </a:lnTo>
                  <a:lnTo>
                    <a:pt x="21982" y="258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878581" y="6867962"/>
              <a:ext cx="48260" cy="37465"/>
            </a:xfrm>
            <a:custGeom>
              <a:avLst/>
              <a:gdLst/>
              <a:ahLst/>
              <a:cxnLst/>
              <a:rect l="l" t="t" r="r" b="b"/>
              <a:pathLst>
                <a:path w="48259" h="37465">
                  <a:moveTo>
                    <a:pt x="4013" y="12738"/>
                  </a:moveTo>
                  <a:close/>
                </a:path>
                <a:path w="48259" h="37465">
                  <a:moveTo>
                    <a:pt x="5118" y="23355"/>
                  </a:moveTo>
                  <a:lnTo>
                    <a:pt x="4787" y="20967"/>
                  </a:lnTo>
                  <a:lnTo>
                    <a:pt x="4622" y="18592"/>
                  </a:lnTo>
                  <a:lnTo>
                    <a:pt x="4368" y="16205"/>
                  </a:lnTo>
                  <a:lnTo>
                    <a:pt x="3556" y="15976"/>
                  </a:lnTo>
                  <a:lnTo>
                    <a:pt x="2755" y="15659"/>
                  </a:lnTo>
                  <a:lnTo>
                    <a:pt x="1943" y="15392"/>
                  </a:lnTo>
                  <a:lnTo>
                    <a:pt x="711" y="17475"/>
                  </a:lnTo>
                  <a:lnTo>
                    <a:pt x="38" y="19862"/>
                  </a:lnTo>
                  <a:lnTo>
                    <a:pt x="0" y="22580"/>
                  </a:lnTo>
                  <a:lnTo>
                    <a:pt x="1701" y="22834"/>
                  </a:lnTo>
                  <a:lnTo>
                    <a:pt x="3403" y="23063"/>
                  </a:lnTo>
                  <a:lnTo>
                    <a:pt x="5118" y="23355"/>
                  </a:lnTo>
                  <a:close/>
                </a:path>
                <a:path w="48259" h="37465">
                  <a:moveTo>
                    <a:pt x="7200" y="35217"/>
                  </a:moveTo>
                  <a:lnTo>
                    <a:pt x="6578" y="32080"/>
                  </a:lnTo>
                  <a:lnTo>
                    <a:pt x="5892" y="28968"/>
                  </a:lnTo>
                  <a:lnTo>
                    <a:pt x="5410" y="25793"/>
                  </a:lnTo>
                  <a:lnTo>
                    <a:pt x="3594" y="25501"/>
                  </a:lnTo>
                  <a:lnTo>
                    <a:pt x="1828" y="25133"/>
                  </a:lnTo>
                  <a:lnTo>
                    <a:pt x="114" y="24650"/>
                  </a:lnTo>
                  <a:lnTo>
                    <a:pt x="673" y="29108"/>
                  </a:lnTo>
                  <a:lnTo>
                    <a:pt x="3416" y="32943"/>
                  </a:lnTo>
                  <a:lnTo>
                    <a:pt x="7200" y="35217"/>
                  </a:lnTo>
                  <a:close/>
                </a:path>
                <a:path w="48259" h="37465">
                  <a:moveTo>
                    <a:pt x="12217" y="14719"/>
                  </a:moveTo>
                  <a:lnTo>
                    <a:pt x="11849" y="12052"/>
                  </a:lnTo>
                  <a:lnTo>
                    <a:pt x="11607" y="9372"/>
                  </a:lnTo>
                  <a:lnTo>
                    <a:pt x="11747" y="6807"/>
                  </a:lnTo>
                  <a:lnTo>
                    <a:pt x="9461" y="8089"/>
                  </a:lnTo>
                  <a:lnTo>
                    <a:pt x="7302" y="9525"/>
                  </a:lnTo>
                  <a:lnTo>
                    <a:pt x="5448" y="11214"/>
                  </a:lnTo>
                  <a:lnTo>
                    <a:pt x="5600" y="11887"/>
                  </a:lnTo>
                  <a:lnTo>
                    <a:pt x="5943" y="13233"/>
                  </a:lnTo>
                  <a:lnTo>
                    <a:pt x="8026" y="13716"/>
                  </a:lnTo>
                  <a:lnTo>
                    <a:pt x="10121" y="14312"/>
                  </a:lnTo>
                  <a:lnTo>
                    <a:pt x="12217" y="14719"/>
                  </a:lnTo>
                  <a:close/>
                </a:path>
                <a:path w="48259" h="37465">
                  <a:moveTo>
                    <a:pt x="13462" y="24828"/>
                  </a:moveTo>
                  <a:lnTo>
                    <a:pt x="13017" y="20459"/>
                  </a:lnTo>
                  <a:lnTo>
                    <a:pt x="12649" y="17995"/>
                  </a:lnTo>
                  <a:lnTo>
                    <a:pt x="10668" y="17653"/>
                  </a:lnTo>
                  <a:lnTo>
                    <a:pt x="8712" y="17246"/>
                  </a:lnTo>
                  <a:lnTo>
                    <a:pt x="6769" y="16776"/>
                  </a:lnTo>
                  <a:lnTo>
                    <a:pt x="7239" y="19088"/>
                  </a:lnTo>
                  <a:lnTo>
                    <a:pt x="7645" y="21437"/>
                  </a:lnTo>
                  <a:lnTo>
                    <a:pt x="7975" y="23799"/>
                  </a:lnTo>
                  <a:lnTo>
                    <a:pt x="9804" y="24130"/>
                  </a:lnTo>
                  <a:lnTo>
                    <a:pt x="13462" y="24828"/>
                  </a:lnTo>
                  <a:close/>
                </a:path>
                <a:path w="48259" h="37465">
                  <a:moveTo>
                    <a:pt x="15100" y="37325"/>
                  </a:moveTo>
                  <a:lnTo>
                    <a:pt x="14478" y="33883"/>
                  </a:lnTo>
                  <a:lnTo>
                    <a:pt x="14033" y="30391"/>
                  </a:lnTo>
                  <a:lnTo>
                    <a:pt x="13677" y="26898"/>
                  </a:lnTo>
                  <a:lnTo>
                    <a:pt x="11899" y="26695"/>
                  </a:lnTo>
                  <a:lnTo>
                    <a:pt x="8293" y="26238"/>
                  </a:lnTo>
                  <a:lnTo>
                    <a:pt x="8674" y="29552"/>
                  </a:lnTo>
                  <a:lnTo>
                    <a:pt x="8890" y="32880"/>
                  </a:lnTo>
                  <a:lnTo>
                    <a:pt x="9004" y="36169"/>
                  </a:lnTo>
                  <a:lnTo>
                    <a:pt x="10312" y="36728"/>
                  </a:lnTo>
                  <a:lnTo>
                    <a:pt x="11658" y="37198"/>
                  </a:lnTo>
                  <a:lnTo>
                    <a:pt x="13741" y="37401"/>
                  </a:lnTo>
                  <a:lnTo>
                    <a:pt x="14427" y="37350"/>
                  </a:lnTo>
                  <a:lnTo>
                    <a:pt x="15100" y="37325"/>
                  </a:lnTo>
                  <a:close/>
                </a:path>
                <a:path w="48259" h="37465">
                  <a:moveTo>
                    <a:pt x="19608" y="2895"/>
                  </a:moveTo>
                  <a:close/>
                </a:path>
                <a:path w="48259" h="37465">
                  <a:moveTo>
                    <a:pt x="20612" y="15989"/>
                  </a:moveTo>
                  <a:lnTo>
                    <a:pt x="20205" y="12534"/>
                  </a:lnTo>
                  <a:lnTo>
                    <a:pt x="19710" y="8890"/>
                  </a:lnTo>
                  <a:lnTo>
                    <a:pt x="19621" y="5397"/>
                  </a:lnTo>
                  <a:lnTo>
                    <a:pt x="18503" y="5118"/>
                  </a:lnTo>
                  <a:lnTo>
                    <a:pt x="17424" y="4724"/>
                  </a:lnTo>
                  <a:lnTo>
                    <a:pt x="16319" y="4406"/>
                  </a:lnTo>
                  <a:lnTo>
                    <a:pt x="15392" y="4864"/>
                  </a:lnTo>
                  <a:lnTo>
                    <a:pt x="13677" y="5753"/>
                  </a:lnTo>
                  <a:lnTo>
                    <a:pt x="14490" y="8686"/>
                  </a:lnTo>
                  <a:lnTo>
                    <a:pt x="14833" y="15125"/>
                  </a:lnTo>
                  <a:lnTo>
                    <a:pt x="16738" y="15455"/>
                  </a:lnTo>
                  <a:lnTo>
                    <a:pt x="20612" y="15989"/>
                  </a:lnTo>
                  <a:close/>
                </a:path>
                <a:path w="48259" h="37465">
                  <a:moveTo>
                    <a:pt x="21158" y="26200"/>
                  </a:moveTo>
                  <a:lnTo>
                    <a:pt x="21120" y="22085"/>
                  </a:lnTo>
                  <a:lnTo>
                    <a:pt x="20993" y="19761"/>
                  </a:lnTo>
                  <a:lnTo>
                    <a:pt x="20942" y="19418"/>
                  </a:lnTo>
                  <a:lnTo>
                    <a:pt x="20916" y="19126"/>
                  </a:lnTo>
                  <a:lnTo>
                    <a:pt x="18948" y="18923"/>
                  </a:lnTo>
                  <a:lnTo>
                    <a:pt x="16992" y="18681"/>
                  </a:lnTo>
                  <a:lnTo>
                    <a:pt x="15049" y="18389"/>
                  </a:lnTo>
                  <a:lnTo>
                    <a:pt x="15074" y="18732"/>
                  </a:lnTo>
                  <a:lnTo>
                    <a:pt x="20701" y="26136"/>
                  </a:lnTo>
                  <a:lnTo>
                    <a:pt x="21158" y="26200"/>
                  </a:lnTo>
                  <a:close/>
                </a:path>
                <a:path w="48259" h="37465">
                  <a:moveTo>
                    <a:pt x="21577" y="36182"/>
                  </a:moveTo>
                  <a:lnTo>
                    <a:pt x="21336" y="33401"/>
                  </a:lnTo>
                  <a:lnTo>
                    <a:pt x="21209" y="30594"/>
                  </a:lnTo>
                  <a:lnTo>
                    <a:pt x="21170" y="27774"/>
                  </a:lnTo>
                  <a:lnTo>
                    <a:pt x="20104" y="27660"/>
                  </a:lnTo>
                  <a:lnTo>
                    <a:pt x="19011" y="27584"/>
                  </a:lnTo>
                  <a:lnTo>
                    <a:pt x="17957" y="27419"/>
                  </a:lnTo>
                  <a:lnTo>
                    <a:pt x="17297" y="27317"/>
                  </a:lnTo>
                  <a:lnTo>
                    <a:pt x="15849" y="27165"/>
                  </a:lnTo>
                  <a:lnTo>
                    <a:pt x="16167" y="30530"/>
                  </a:lnTo>
                  <a:lnTo>
                    <a:pt x="16370" y="33909"/>
                  </a:lnTo>
                  <a:lnTo>
                    <a:pt x="16421" y="37274"/>
                  </a:lnTo>
                  <a:lnTo>
                    <a:pt x="18072" y="37096"/>
                  </a:lnTo>
                  <a:lnTo>
                    <a:pt x="19812" y="36703"/>
                  </a:lnTo>
                  <a:lnTo>
                    <a:pt x="21577" y="36182"/>
                  </a:lnTo>
                  <a:close/>
                </a:path>
                <a:path w="48259" h="37465">
                  <a:moveTo>
                    <a:pt x="29768" y="5575"/>
                  </a:moveTo>
                  <a:lnTo>
                    <a:pt x="29705" y="3759"/>
                  </a:lnTo>
                  <a:lnTo>
                    <a:pt x="29667" y="1943"/>
                  </a:lnTo>
                  <a:lnTo>
                    <a:pt x="29616" y="127"/>
                  </a:lnTo>
                  <a:lnTo>
                    <a:pt x="26962" y="342"/>
                  </a:lnTo>
                  <a:lnTo>
                    <a:pt x="24269" y="1041"/>
                  </a:lnTo>
                  <a:lnTo>
                    <a:pt x="21691" y="2019"/>
                  </a:lnTo>
                  <a:lnTo>
                    <a:pt x="21818" y="2527"/>
                  </a:lnTo>
                  <a:lnTo>
                    <a:pt x="22034" y="2984"/>
                  </a:lnTo>
                  <a:lnTo>
                    <a:pt x="22136" y="3492"/>
                  </a:lnTo>
                  <a:lnTo>
                    <a:pt x="24726" y="4152"/>
                  </a:lnTo>
                  <a:lnTo>
                    <a:pt x="27279" y="4914"/>
                  </a:lnTo>
                  <a:lnTo>
                    <a:pt x="29768" y="5575"/>
                  </a:lnTo>
                  <a:close/>
                </a:path>
                <a:path w="48259" h="37465">
                  <a:moveTo>
                    <a:pt x="29895" y="28536"/>
                  </a:moveTo>
                  <a:lnTo>
                    <a:pt x="25565" y="28206"/>
                  </a:lnTo>
                  <a:lnTo>
                    <a:pt x="23431" y="28028"/>
                  </a:lnTo>
                  <a:lnTo>
                    <a:pt x="23533" y="30568"/>
                  </a:lnTo>
                  <a:lnTo>
                    <a:pt x="23507" y="33121"/>
                  </a:lnTo>
                  <a:lnTo>
                    <a:pt x="23355" y="35636"/>
                  </a:lnTo>
                  <a:lnTo>
                    <a:pt x="25425" y="34912"/>
                  </a:lnTo>
                  <a:lnTo>
                    <a:pt x="27508" y="34061"/>
                  </a:lnTo>
                  <a:lnTo>
                    <a:pt x="29514" y="33108"/>
                  </a:lnTo>
                  <a:lnTo>
                    <a:pt x="29629" y="31572"/>
                  </a:lnTo>
                  <a:lnTo>
                    <a:pt x="29819" y="30073"/>
                  </a:lnTo>
                  <a:lnTo>
                    <a:pt x="29895" y="28536"/>
                  </a:lnTo>
                  <a:close/>
                </a:path>
                <a:path w="48259" h="37465">
                  <a:moveTo>
                    <a:pt x="30048" y="19977"/>
                  </a:moveTo>
                  <a:lnTo>
                    <a:pt x="25336" y="19558"/>
                  </a:lnTo>
                  <a:lnTo>
                    <a:pt x="22987" y="19316"/>
                  </a:lnTo>
                  <a:lnTo>
                    <a:pt x="23101" y="21678"/>
                  </a:lnTo>
                  <a:lnTo>
                    <a:pt x="23368" y="26504"/>
                  </a:lnTo>
                  <a:lnTo>
                    <a:pt x="25527" y="26771"/>
                  </a:lnTo>
                  <a:lnTo>
                    <a:pt x="29933" y="27266"/>
                  </a:lnTo>
                  <a:lnTo>
                    <a:pt x="30048" y="24841"/>
                  </a:lnTo>
                  <a:lnTo>
                    <a:pt x="30010" y="22402"/>
                  </a:lnTo>
                  <a:lnTo>
                    <a:pt x="30048" y="19977"/>
                  </a:lnTo>
                  <a:close/>
                </a:path>
                <a:path w="48259" h="37465">
                  <a:moveTo>
                    <a:pt x="30111" y="13881"/>
                  </a:moveTo>
                  <a:lnTo>
                    <a:pt x="29908" y="10668"/>
                  </a:lnTo>
                  <a:lnTo>
                    <a:pt x="29819" y="7429"/>
                  </a:lnTo>
                  <a:lnTo>
                    <a:pt x="27368" y="6985"/>
                  </a:lnTo>
                  <a:lnTo>
                    <a:pt x="22504" y="6032"/>
                  </a:lnTo>
                  <a:lnTo>
                    <a:pt x="22885" y="9448"/>
                  </a:lnTo>
                  <a:lnTo>
                    <a:pt x="22872" y="13017"/>
                  </a:lnTo>
                  <a:lnTo>
                    <a:pt x="22923" y="16344"/>
                  </a:lnTo>
                  <a:lnTo>
                    <a:pt x="23774" y="16446"/>
                  </a:lnTo>
                  <a:lnTo>
                    <a:pt x="24574" y="16624"/>
                  </a:lnTo>
                  <a:lnTo>
                    <a:pt x="26924" y="16903"/>
                  </a:lnTo>
                  <a:lnTo>
                    <a:pt x="30099" y="17145"/>
                  </a:lnTo>
                  <a:lnTo>
                    <a:pt x="30111" y="13881"/>
                  </a:lnTo>
                  <a:close/>
                </a:path>
                <a:path w="48259" h="37465">
                  <a:moveTo>
                    <a:pt x="36068" y="7137"/>
                  </a:moveTo>
                  <a:lnTo>
                    <a:pt x="35801" y="5003"/>
                  </a:lnTo>
                  <a:lnTo>
                    <a:pt x="35699" y="2882"/>
                  </a:lnTo>
                  <a:lnTo>
                    <a:pt x="35763" y="812"/>
                  </a:lnTo>
                  <a:lnTo>
                    <a:pt x="34112" y="254"/>
                  </a:lnTo>
                  <a:lnTo>
                    <a:pt x="32397" y="0"/>
                  </a:lnTo>
                  <a:lnTo>
                    <a:pt x="30645" y="50"/>
                  </a:lnTo>
                  <a:lnTo>
                    <a:pt x="30810" y="3924"/>
                  </a:lnTo>
                  <a:lnTo>
                    <a:pt x="30911" y="5867"/>
                  </a:lnTo>
                  <a:lnTo>
                    <a:pt x="32562" y="6273"/>
                  </a:lnTo>
                  <a:lnTo>
                    <a:pt x="34328" y="6667"/>
                  </a:lnTo>
                  <a:lnTo>
                    <a:pt x="36068" y="7137"/>
                  </a:lnTo>
                  <a:close/>
                </a:path>
                <a:path w="48259" h="37465">
                  <a:moveTo>
                    <a:pt x="36410" y="29210"/>
                  </a:moveTo>
                  <a:lnTo>
                    <a:pt x="34937" y="29006"/>
                  </a:lnTo>
                  <a:lnTo>
                    <a:pt x="33439" y="28854"/>
                  </a:lnTo>
                  <a:lnTo>
                    <a:pt x="31927" y="28740"/>
                  </a:lnTo>
                  <a:lnTo>
                    <a:pt x="31965" y="29806"/>
                  </a:lnTo>
                  <a:lnTo>
                    <a:pt x="31902" y="30873"/>
                  </a:lnTo>
                  <a:lnTo>
                    <a:pt x="31877" y="31940"/>
                  </a:lnTo>
                  <a:lnTo>
                    <a:pt x="33489" y="31115"/>
                  </a:lnTo>
                  <a:lnTo>
                    <a:pt x="35013" y="30289"/>
                  </a:lnTo>
                  <a:lnTo>
                    <a:pt x="36398" y="29489"/>
                  </a:lnTo>
                  <a:lnTo>
                    <a:pt x="36410" y="29311"/>
                  </a:lnTo>
                  <a:close/>
                </a:path>
                <a:path w="48259" h="37465">
                  <a:moveTo>
                    <a:pt x="36817" y="20599"/>
                  </a:moveTo>
                  <a:lnTo>
                    <a:pt x="35064" y="20421"/>
                  </a:lnTo>
                  <a:lnTo>
                    <a:pt x="31572" y="20091"/>
                  </a:lnTo>
                  <a:lnTo>
                    <a:pt x="31648" y="22606"/>
                  </a:lnTo>
                  <a:lnTo>
                    <a:pt x="31788" y="25069"/>
                  </a:lnTo>
                  <a:lnTo>
                    <a:pt x="31877" y="27533"/>
                  </a:lnTo>
                  <a:lnTo>
                    <a:pt x="34963" y="27952"/>
                  </a:lnTo>
                  <a:lnTo>
                    <a:pt x="36461" y="28282"/>
                  </a:lnTo>
                  <a:lnTo>
                    <a:pt x="36601" y="25730"/>
                  </a:lnTo>
                  <a:lnTo>
                    <a:pt x="36728" y="23164"/>
                  </a:lnTo>
                  <a:lnTo>
                    <a:pt x="36817" y="20599"/>
                  </a:lnTo>
                  <a:close/>
                </a:path>
                <a:path w="48259" h="37465">
                  <a:moveTo>
                    <a:pt x="36880" y="15913"/>
                  </a:moveTo>
                  <a:lnTo>
                    <a:pt x="30988" y="7658"/>
                  </a:lnTo>
                  <a:lnTo>
                    <a:pt x="31318" y="14084"/>
                  </a:lnTo>
                  <a:lnTo>
                    <a:pt x="31432" y="17284"/>
                  </a:lnTo>
                  <a:lnTo>
                    <a:pt x="33248" y="17449"/>
                  </a:lnTo>
                  <a:lnTo>
                    <a:pt x="35039" y="17716"/>
                  </a:lnTo>
                  <a:lnTo>
                    <a:pt x="36830" y="18046"/>
                  </a:lnTo>
                  <a:lnTo>
                    <a:pt x="36830" y="16979"/>
                  </a:lnTo>
                  <a:lnTo>
                    <a:pt x="36880" y="15913"/>
                  </a:lnTo>
                  <a:close/>
                </a:path>
                <a:path w="48259" h="37465">
                  <a:moveTo>
                    <a:pt x="47866" y="18491"/>
                  </a:moveTo>
                  <a:lnTo>
                    <a:pt x="44538" y="12255"/>
                  </a:lnTo>
                  <a:lnTo>
                    <a:pt x="44284" y="11861"/>
                  </a:lnTo>
                  <a:lnTo>
                    <a:pt x="44513" y="7912"/>
                  </a:lnTo>
                  <a:lnTo>
                    <a:pt x="42672" y="4152"/>
                  </a:lnTo>
                  <a:lnTo>
                    <a:pt x="37503" y="1460"/>
                  </a:lnTo>
                  <a:lnTo>
                    <a:pt x="37807" y="3581"/>
                  </a:lnTo>
                  <a:lnTo>
                    <a:pt x="38176" y="5664"/>
                  </a:lnTo>
                  <a:lnTo>
                    <a:pt x="38328" y="7899"/>
                  </a:lnTo>
                  <a:lnTo>
                    <a:pt x="40119" y="8559"/>
                  </a:lnTo>
                  <a:lnTo>
                    <a:pt x="41808" y="9359"/>
                  </a:lnTo>
                  <a:lnTo>
                    <a:pt x="43256" y="10807"/>
                  </a:lnTo>
                  <a:lnTo>
                    <a:pt x="43078" y="10985"/>
                  </a:lnTo>
                  <a:lnTo>
                    <a:pt x="41465" y="10299"/>
                  </a:lnTo>
                  <a:lnTo>
                    <a:pt x="39903" y="9906"/>
                  </a:lnTo>
                  <a:lnTo>
                    <a:pt x="38366" y="9461"/>
                  </a:lnTo>
                  <a:lnTo>
                    <a:pt x="38620" y="15430"/>
                  </a:lnTo>
                  <a:lnTo>
                    <a:pt x="38531" y="18427"/>
                  </a:lnTo>
                  <a:lnTo>
                    <a:pt x="40690" y="18961"/>
                  </a:lnTo>
                  <a:lnTo>
                    <a:pt x="42773" y="19659"/>
                  </a:lnTo>
                  <a:lnTo>
                    <a:pt x="44919" y="21094"/>
                  </a:lnTo>
                  <a:lnTo>
                    <a:pt x="44691" y="21590"/>
                  </a:lnTo>
                  <a:lnTo>
                    <a:pt x="42367" y="21234"/>
                  </a:lnTo>
                  <a:lnTo>
                    <a:pt x="38481" y="20764"/>
                  </a:lnTo>
                  <a:lnTo>
                    <a:pt x="38328" y="23431"/>
                  </a:lnTo>
                  <a:lnTo>
                    <a:pt x="38061" y="26073"/>
                  </a:lnTo>
                  <a:lnTo>
                    <a:pt x="37655" y="28625"/>
                  </a:lnTo>
                  <a:lnTo>
                    <a:pt x="37795" y="28676"/>
                  </a:lnTo>
                  <a:lnTo>
                    <a:pt x="44043" y="24930"/>
                  </a:lnTo>
                  <a:lnTo>
                    <a:pt x="47866" y="18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918473" y="6856307"/>
              <a:ext cx="24765" cy="41275"/>
            </a:xfrm>
            <a:custGeom>
              <a:avLst/>
              <a:gdLst/>
              <a:ahLst/>
              <a:cxnLst/>
              <a:rect l="l" t="t" r="r" b="b"/>
              <a:pathLst>
                <a:path w="24765" h="41275">
                  <a:moveTo>
                    <a:pt x="4272" y="0"/>
                  </a:moveTo>
                  <a:lnTo>
                    <a:pt x="0" y="6146"/>
                  </a:lnTo>
                  <a:lnTo>
                    <a:pt x="1162" y="19716"/>
                  </a:lnTo>
                  <a:lnTo>
                    <a:pt x="3601" y="21622"/>
                  </a:lnTo>
                  <a:lnTo>
                    <a:pt x="4439" y="34941"/>
                  </a:lnTo>
                  <a:lnTo>
                    <a:pt x="13758" y="40710"/>
                  </a:lnTo>
                  <a:lnTo>
                    <a:pt x="14418" y="33266"/>
                  </a:lnTo>
                  <a:lnTo>
                    <a:pt x="10072" y="27046"/>
                  </a:lnTo>
                  <a:lnTo>
                    <a:pt x="16973" y="31171"/>
                  </a:lnTo>
                  <a:lnTo>
                    <a:pt x="23297" y="30564"/>
                  </a:lnTo>
                  <a:lnTo>
                    <a:pt x="19276" y="24261"/>
                  </a:lnTo>
                  <a:lnTo>
                    <a:pt x="12041" y="21967"/>
                  </a:lnTo>
                  <a:lnTo>
                    <a:pt x="20020" y="21046"/>
                  </a:lnTo>
                  <a:lnTo>
                    <a:pt x="24669" y="16711"/>
                  </a:lnTo>
                  <a:lnTo>
                    <a:pt x="17632" y="14156"/>
                  </a:lnTo>
                  <a:lnTo>
                    <a:pt x="10512" y="16753"/>
                  </a:lnTo>
                  <a:lnTo>
                    <a:pt x="16271" y="11161"/>
                  </a:lnTo>
                  <a:lnTo>
                    <a:pt x="17308" y="4889"/>
                  </a:lnTo>
                  <a:lnTo>
                    <a:pt x="10177" y="7151"/>
                  </a:lnTo>
                  <a:lnTo>
                    <a:pt x="6114" y="13559"/>
                  </a:lnTo>
                  <a:lnTo>
                    <a:pt x="7266" y="5601"/>
                  </a:lnTo>
                  <a:lnTo>
                    <a:pt x="4272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0015208" y="6761625"/>
              <a:ext cx="60960" cy="229235"/>
            </a:xfrm>
            <a:custGeom>
              <a:avLst/>
              <a:gdLst/>
              <a:ahLst/>
              <a:cxnLst/>
              <a:rect l="l" t="t" r="r" b="b"/>
              <a:pathLst>
                <a:path w="60959" h="229234">
                  <a:moveTo>
                    <a:pt x="4013" y="10883"/>
                  </a:moveTo>
                  <a:close/>
                </a:path>
                <a:path w="60959" h="229234">
                  <a:moveTo>
                    <a:pt x="5118" y="21551"/>
                  </a:moveTo>
                  <a:lnTo>
                    <a:pt x="4800" y="19164"/>
                  </a:lnTo>
                  <a:lnTo>
                    <a:pt x="4622" y="16789"/>
                  </a:lnTo>
                  <a:lnTo>
                    <a:pt x="4381" y="14401"/>
                  </a:lnTo>
                  <a:lnTo>
                    <a:pt x="3556" y="14173"/>
                  </a:lnTo>
                  <a:lnTo>
                    <a:pt x="2768" y="13855"/>
                  </a:lnTo>
                  <a:lnTo>
                    <a:pt x="1943" y="13589"/>
                  </a:lnTo>
                  <a:lnTo>
                    <a:pt x="711" y="15671"/>
                  </a:lnTo>
                  <a:lnTo>
                    <a:pt x="38" y="18072"/>
                  </a:lnTo>
                  <a:lnTo>
                    <a:pt x="0" y="20777"/>
                  </a:lnTo>
                  <a:lnTo>
                    <a:pt x="1701" y="21043"/>
                  </a:lnTo>
                  <a:lnTo>
                    <a:pt x="3416" y="21259"/>
                  </a:lnTo>
                  <a:lnTo>
                    <a:pt x="5118" y="21551"/>
                  </a:lnTo>
                  <a:close/>
                </a:path>
                <a:path w="60959" h="229234">
                  <a:moveTo>
                    <a:pt x="7086" y="32829"/>
                  </a:moveTo>
                  <a:lnTo>
                    <a:pt x="6578" y="30276"/>
                  </a:lnTo>
                  <a:lnTo>
                    <a:pt x="5892" y="27165"/>
                  </a:lnTo>
                  <a:lnTo>
                    <a:pt x="5410" y="24003"/>
                  </a:lnTo>
                  <a:lnTo>
                    <a:pt x="3594" y="23698"/>
                  </a:lnTo>
                  <a:lnTo>
                    <a:pt x="1828" y="23329"/>
                  </a:lnTo>
                  <a:lnTo>
                    <a:pt x="127" y="22847"/>
                  </a:lnTo>
                  <a:lnTo>
                    <a:pt x="673" y="27305"/>
                  </a:lnTo>
                  <a:lnTo>
                    <a:pt x="3416" y="31140"/>
                  </a:lnTo>
                  <a:lnTo>
                    <a:pt x="6845" y="33197"/>
                  </a:lnTo>
                  <a:lnTo>
                    <a:pt x="7086" y="32829"/>
                  </a:lnTo>
                  <a:close/>
                </a:path>
                <a:path w="60959" h="229234">
                  <a:moveTo>
                    <a:pt x="12230" y="12915"/>
                  </a:moveTo>
                  <a:lnTo>
                    <a:pt x="11861" y="10248"/>
                  </a:lnTo>
                  <a:lnTo>
                    <a:pt x="11620" y="7569"/>
                  </a:lnTo>
                  <a:lnTo>
                    <a:pt x="11760" y="5003"/>
                  </a:lnTo>
                  <a:lnTo>
                    <a:pt x="9474" y="6286"/>
                  </a:lnTo>
                  <a:lnTo>
                    <a:pt x="7302" y="7734"/>
                  </a:lnTo>
                  <a:lnTo>
                    <a:pt x="5448" y="9410"/>
                  </a:lnTo>
                  <a:lnTo>
                    <a:pt x="5613" y="10083"/>
                  </a:lnTo>
                  <a:lnTo>
                    <a:pt x="5791" y="10756"/>
                  </a:lnTo>
                  <a:lnTo>
                    <a:pt x="5943" y="11430"/>
                  </a:lnTo>
                  <a:lnTo>
                    <a:pt x="8039" y="11912"/>
                  </a:lnTo>
                  <a:lnTo>
                    <a:pt x="10134" y="12509"/>
                  </a:lnTo>
                  <a:lnTo>
                    <a:pt x="12230" y="12915"/>
                  </a:lnTo>
                  <a:close/>
                </a:path>
                <a:path w="60959" h="229234">
                  <a:moveTo>
                    <a:pt x="12877" y="25006"/>
                  </a:moveTo>
                  <a:lnTo>
                    <a:pt x="8293" y="24434"/>
                  </a:lnTo>
                  <a:lnTo>
                    <a:pt x="8686" y="27749"/>
                  </a:lnTo>
                  <a:lnTo>
                    <a:pt x="8851" y="30416"/>
                  </a:lnTo>
                  <a:lnTo>
                    <a:pt x="12877" y="25006"/>
                  </a:lnTo>
                  <a:close/>
                </a:path>
                <a:path w="60959" h="229234">
                  <a:moveTo>
                    <a:pt x="13474" y="23025"/>
                  </a:moveTo>
                  <a:lnTo>
                    <a:pt x="13017" y="18656"/>
                  </a:lnTo>
                  <a:lnTo>
                    <a:pt x="12661" y="16192"/>
                  </a:lnTo>
                  <a:lnTo>
                    <a:pt x="10668" y="15862"/>
                  </a:lnTo>
                  <a:lnTo>
                    <a:pt x="8712" y="15443"/>
                  </a:lnTo>
                  <a:lnTo>
                    <a:pt x="6781" y="14973"/>
                  </a:lnTo>
                  <a:lnTo>
                    <a:pt x="7251" y="17297"/>
                  </a:lnTo>
                  <a:lnTo>
                    <a:pt x="7658" y="19634"/>
                  </a:lnTo>
                  <a:lnTo>
                    <a:pt x="7975" y="21996"/>
                  </a:lnTo>
                  <a:lnTo>
                    <a:pt x="9817" y="22326"/>
                  </a:lnTo>
                  <a:lnTo>
                    <a:pt x="13474" y="23025"/>
                  </a:lnTo>
                  <a:close/>
                </a:path>
                <a:path w="60959" h="229234">
                  <a:moveTo>
                    <a:pt x="16878" y="204139"/>
                  </a:moveTo>
                  <a:close/>
                </a:path>
                <a:path w="60959" h="229234">
                  <a:moveTo>
                    <a:pt x="17983" y="214807"/>
                  </a:moveTo>
                  <a:lnTo>
                    <a:pt x="17653" y="212432"/>
                  </a:lnTo>
                  <a:lnTo>
                    <a:pt x="17500" y="210045"/>
                  </a:lnTo>
                  <a:lnTo>
                    <a:pt x="17233" y="207657"/>
                  </a:lnTo>
                  <a:lnTo>
                    <a:pt x="16421" y="207429"/>
                  </a:lnTo>
                  <a:lnTo>
                    <a:pt x="15633" y="207111"/>
                  </a:lnTo>
                  <a:lnTo>
                    <a:pt x="14808" y="206857"/>
                  </a:lnTo>
                  <a:lnTo>
                    <a:pt x="13576" y="208915"/>
                  </a:lnTo>
                  <a:lnTo>
                    <a:pt x="12903" y="211315"/>
                  </a:lnTo>
                  <a:lnTo>
                    <a:pt x="12865" y="214033"/>
                  </a:lnTo>
                  <a:lnTo>
                    <a:pt x="14566" y="214299"/>
                  </a:lnTo>
                  <a:lnTo>
                    <a:pt x="16281" y="214515"/>
                  </a:lnTo>
                  <a:lnTo>
                    <a:pt x="17983" y="214807"/>
                  </a:lnTo>
                  <a:close/>
                </a:path>
                <a:path w="60959" h="229234">
                  <a:moveTo>
                    <a:pt x="18745" y="17094"/>
                  </a:moveTo>
                  <a:lnTo>
                    <a:pt x="16992" y="16878"/>
                  </a:lnTo>
                  <a:lnTo>
                    <a:pt x="15049" y="16586"/>
                  </a:lnTo>
                  <a:lnTo>
                    <a:pt x="15087" y="17297"/>
                  </a:lnTo>
                  <a:lnTo>
                    <a:pt x="15481" y="21501"/>
                  </a:lnTo>
                  <a:lnTo>
                    <a:pt x="18745" y="17094"/>
                  </a:lnTo>
                  <a:close/>
                </a:path>
                <a:path w="60959" h="229234">
                  <a:moveTo>
                    <a:pt x="19608" y="1092"/>
                  </a:moveTo>
                  <a:close/>
                </a:path>
                <a:path w="60959" h="229234">
                  <a:moveTo>
                    <a:pt x="20066" y="226669"/>
                  </a:moveTo>
                  <a:lnTo>
                    <a:pt x="19443" y="223545"/>
                  </a:lnTo>
                  <a:lnTo>
                    <a:pt x="18757" y="220433"/>
                  </a:lnTo>
                  <a:lnTo>
                    <a:pt x="18275" y="217258"/>
                  </a:lnTo>
                  <a:lnTo>
                    <a:pt x="16459" y="216966"/>
                  </a:lnTo>
                  <a:lnTo>
                    <a:pt x="14693" y="216585"/>
                  </a:lnTo>
                  <a:lnTo>
                    <a:pt x="12992" y="216103"/>
                  </a:lnTo>
                  <a:lnTo>
                    <a:pt x="13538" y="220560"/>
                  </a:lnTo>
                  <a:lnTo>
                    <a:pt x="16281" y="224396"/>
                  </a:lnTo>
                  <a:lnTo>
                    <a:pt x="20066" y="226669"/>
                  </a:lnTo>
                  <a:close/>
                </a:path>
                <a:path w="60959" h="229234">
                  <a:moveTo>
                    <a:pt x="20612" y="14185"/>
                  </a:moveTo>
                  <a:lnTo>
                    <a:pt x="20218" y="10731"/>
                  </a:lnTo>
                  <a:lnTo>
                    <a:pt x="19710" y="7086"/>
                  </a:lnTo>
                  <a:lnTo>
                    <a:pt x="19634" y="3594"/>
                  </a:lnTo>
                  <a:lnTo>
                    <a:pt x="18503" y="3327"/>
                  </a:lnTo>
                  <a:lnTo>
                    <a:pt x="17424" y="2921"/>
                  </a:lnTo>
                  <a:lnTo>
                    <a:pt x="16319" y="2616"/>
                  </a:lnTo>
                  <a:lnTo>
                    <a:pt x="15392" y="3060"/>
                  </a:lnTo>
                  <a:lnTo>
                    <a:pt x="13677" y="3949"/>
                  </a:lnTo>
                  <a:lnTo>
                    <a:pt x="14503" y="6883"/>
                  </a:lnTo>
                  <a:lnTo>
                    <a:pt x="14846" y="13322"/>
                  </a:lnTo>
                  <a:lnTo>
                    <a:pt x="16751" y="13652"/>
                  </a:lnTo>
                  <a:lnTo>
                    <a:pt x="20612" y="14185"/>
                  </a:lnTo>
                  <a:close/>
                </a:path>
                <a:path w="60959" h="229234">
                  <a:moveTo>
                    <a:pt x="25095" y="206171"/>
                  </a:moveTo>
                  <a:lnTo>
                    <a:pt x="24726" y="203517"/>
                  </a:lnTo>
                  <a:lnTo>
                    <a:pt x="24485" y="200837"/>
                  </a:lnTo>
                  <a:lnTo>
                    <a:pt x="24612" y="198272"/>
                  </a:lnTo>
                  <a:lnTo>
                    <a:pt x="22339" y="199542"/>
                  </a:lnTo>
                  <a:lnTo>
                    <a:pt x="20167" y="200990"/>
                  </a:lnTo>
                  <a:lnTo>
                    <a:pt x="18313" y="202679"/>
                  </a:lnTo>
                  <a:lnTo>
                    <a:pt x="18478" y="203339"/>
                  </a:lnTo>
                  <a:lnTo>
                    <a:pt x="18656" y="204012"/>
                  </a:lnTo>
                  <a:lnTo>
                    <a:pt x="18808" y="204685"/>
                  </a:lnTo>
                  <a:lnTo>
                    <a:pt x="20904" y="205181"/>
                  </a:lnTo>
                  <a:lnTo>
                    <a:pt x="22999" y="205778"/>
                  </a:lnTo>
                  <a:lnTo>
                    <a:pt x="25095" y="206171"/>
                  </a:lnTo>
                  <a:close/>
                </a:path>
                <a:path w="60959" h="229234">
                  <a:moveTo>
                    <a:pt x="26327" y="216293"/>
                  </a:moveTo>
                  <a:lnTo>
                    <a:pt x="25882" y="211899"/>
                  </a:lnTo>
                  <a:lnTo>
                    <a:pt x="25527" y="209448"/>
                  </a:lnTo>
                  <a:lnTo>
                    <a:pt x="23545" y="209118"/>
                  </a:lnTo>
                  <a:lnTo>
                    <a:pt x="21577" y="208711"/>
                  </a:lnTo>
                  <a:lnTo>
                    <a:pt x="19646" y="208241"/>
                  </a:lnTo>
                  <a:lnTo>
                    <a:pt x="20116" y="210553"/>
                  </a:lnTo>
                  <a:lnTo>
                    <a:pt x="20523" y="212902"/>
                  </a:lnTo>
                  <a:lnTo>
                    <a:pt x="20840" y="215252"/>
                  </a:lnTo>
                  <a:lnTo>
                    <a:pt x="22682" y="215582"/>
                  </a:lnTo>
                  <a:lnTo>
                    <a:pt x="26327" y="216293"/>
                  </a:lnTo>
                  <a:close/>
                </a:path>
                <a:path w="60959" h="229234">
                  <a:moveTo>
                    <a:pt x="27533" y="3175"/>
                  </a:moveTo>
                  <a:lnTo>
                    <a:pt x="22263" y="0"/>
                  </a:lnTo>
                  <a:lnTo>
                    <a:pt x="21691" y="215"/>
                  </a:lnTo>
                  <a:lnTo>
                    <a:pt x="21818" y="723"/>
                  </a:lnTo>
                  <a:lnTo>
                    <a:pt x="22047" y="1181"/>
                  </a:lnTo>
                  <a:lnTo>
                    <a:pt x="22148" y="1701"/>
                  </a:lnTo>
                  <a:lnTo>
                    <a:pt x="24726" y="2349"/>
                  </a:lnTo>
                  <a:lnTo>
                    <a:pt x="27533" y="3175"/>
                  </a:lnTo>
                  <a:close/>
                </a:path>
                <a:path w="60959" h="229234">
                  <a:moveTo>
                    <a:pt x="27813" y="5257"/>
                  </a:moveTo>
                  <a:lnTo>
                    <a:pt x="22517" y="4229"/>
                  </a:lnTo>
                  <a:lnTo>
                    <a:pt x="22885" y="7645"/>
                  </a:lnTo>
                  <a:lnTo>
                    <a:pt x="22885" y="11582"/>
                  </a:lnTo>
                  <a:lnTo>
                    <a:pt x="27813" y="5257"/>
                  </a:lnTo>
                  <a:close/>
                </a:path>
                <a:path w="60959" h="229234">
                  <a:moveTo>
                    <a:pt x="27965" y="228790"/>
                  </a:moveTo>
                  <a:lnTo>
                    <a:pt x="27355" y="225336"/>
                  </a:lnTo>
                  <a:lnTo>
                    <a:pt x="26885" y="221856"/>
                  </a:lnTo>
                  <a:lnTo>
                    <a:pt x="26543" y="218351"/>
                  </a:lnTo>
                  <a:lnTo>
                    <a:pt x="24777" y="218160"/>
                  </a:lnTo>
                  <a:lnTo>
                    <a:pt x="21170" y="217690"/>
                  </a:lnTo>
                  <a:lnTo>
                    <a:pt x="21551" y="221018"/>
                  </a:lnTo>
                  <a:lnTo>
                    <a:pt x="21755" y="224320"/>
                  </a:lnTo>
                  <a:lnTo>
                    <a:pt x="21869" y="227634"/>
                  </a:lnTo>
                  <a:lnTo>
                    <a:pt x="23190" y="228193"/>
                  </a:lnTo>
                  <a:lnTo>
                    <a:pt x="24536" y="228663"/>
                  </a:lnTo>
                  <a:lnTo>
                    <a:pt x="26619" y="228854"/>
                  </a:lnTo>
                  <a:lnTo>
                    <a:pt x="27305" y="228803"/>
                  </a:lnTo>
                  <a:lnTo>
                    <a:pt x="27965" y="228790"/>
                  </a:lnTo>
                  <a:close/>
                </a:path>
                <a:path w="60959" h="229234">
                  <a:moveTo>
                    <a:pt x="32473" y="194360"/>
                  </a:moveTo>
                  <a:close/>
                </a:path>
                <a:path w="60959" h="229234">
                  <a:moveTo>
                    <a:pt x="33477" y="207454"/>
                  </a:moveTo>
                  <a:lnTo>
                    <a:pt x="33083" y="204000"/>
                  </a:lnTo>
                  <a:lnTo>
                    <a:pt x="32575" y="200355"/>
                  </a:lnTo>
                  <a:lnTo>
                    <a:pt x="32499" y="196850"/>
                  </a:lnTo>
                  <a:lnTo>
                    <a:pt x="31369" y="196583"/>
                  </a:lnTo>
                  <a:lnTo>
                    <a:pt x="30289" y="196189"/>
                  </a:lnTo>
                  <a:lnTo>
                    <a:pt x="29184" y="195872"/>
                  </a:lnTo>
                  <a:lnTo>
                    <a:pt x="28257" y="196316"/>
                  </a:lnTo>
                  <a:lnTo>
                    <a:pt x="26543" y="197205"/>
                  </a:lnTo>
                  <a:lnTo>
                    <a:pt x="27368" y="200139"/>
                  </a:lnTo>
                  <a:lnTo>
                    <a:pt x="27711" y="206578"/>
                  </a:lnTo>
                  <a:lnTo>
                    <a:pt x="29616" y="206921"/>
                  </a:lnTo>
                  <a:lnTo>
                    <a:pt x="33477" y="207454"/>
                  </a:lnTo>
                  <a:close/>
                </a:path>
                <a:path w="60959" h="229234">
                  <a:moveTo>
                    <a:pt x="34023" y="217665"/>
                  </a:moveTo>
                  <a:lnTo>
                    <a:pt x="33985" y="213537"/>
                  </a:lnTo>
                  <a:lnTo>
                    <a:pt x="33858" y="211213"/>
                  </a:lnTo>
                  <a:lnTo>
                    <a:pt x="33807" y="210883"/>
                  </a:lnTo>
                  <a:lnTo>
                    <a:pt x="33782" y="210591"/>
                  </a:lnTo>
                  <a:lnTo>
                    <a:pt x="31813" y="210375"/>
                  </a:lnTo>
                  <a:lnTo>
                    <a:pt x="29857" y="210134"/>
                  </a:lnTo>
                  <a:lnTo>
                    <a:pt x="27914" y="209854"/>
                  </a:lnTo>
                  <a:lnTo>
                    <a:pt x="27940" y="210185"/>
                  </a:lnTo>
                  <a:lnTo>
                    <a:pt x="33566" y="217589"/>
                  </a:lnTo>
                  <a:lnTo>
                    <a:pt x="34023" y="217665"/>
                  </a:lnTo>
                  <a:close/>
                </a:path>
                <a:path w="60959" h="229234">
                  <a:moveTo>
                    <a:pt x="34442" y="227634"/>
                  </a:moveTo>
                  <a:lnTo>
                    <a:pt x="34201" y="224866"/>
                  </a:lnTo>
                  <a:lnTo>
                    <a:pt x="34074" y="222059"/>
                  </a:lnTo>
                  <a:lnTo>
                    <a:pt x="34048" y="219240"/>
                  </a:lnTo>
                  <a:lnTo>
                    <a:pt x="32981" y="219125"/>
                  </a:lnTo>
                  <a:lnTo>
                    <a:pt x="31877" y="219036"/>
                  </a:lnTo>
                  <a:lnTo>
                    <a:pt x="30835" y="218884"/>
                  </a:lnTo>
                  <a:lnTo>
                    <a:pt x="30162" y="218782"/>
                  </a:lnTo>
                  <a:lnTo>
                    <a:pt x="28714" y="218617"/>
                  </a:lnTo>
                  <a:lnTo>
                    <a:pt x="29032" y="221996"/>
                  </a:lnTo>
                  <a:lnTo>
                    <a:pt x="29235" y="225374"/>
                  </a:lnTo>
                  <a:lnTo>
                    <a:pt x="29286" y="228739"/>
                  </a:lnTo>
                  <a:lnTo>
                    <a:pt x="30949" y="228561"/>
                  </a:lnTo>
                  <a:lnTo>
                    <a:pt x="32689" y="228155"/>
                  </a:lnTo>
                  <a:lnTo>
                    <a:pt x="34442" y="227634"/>
                  </a:lnTo>
                  <a:close/>
                </a:path>
                <a:path w="60959" h="229234">
                  <a:moveTo>
                    <a:pt x="42633" y="197040"/>
                  </a:moveTo>
                  <a:lnTo>
                    <a:pt x="42570" y="195211"/>
                  </a:lnTo>
                  <a:lnTo>
                    <a:pt x="42545" y="193395"/>
                  </a:lnTo>
                  <a:lnTo>
                    <a:pt x="42481" y="191579"/>
                  </a:lnTo>
                  <a:lnTo>
                    <a:pt x="39839" y="191808"/>
                  </a:lnTo>
                  <a:lnTo>
                    <a:pt x="37147" y="192493"/>
                  </a:lnTo>
                  <a:lnTo>
                    <a:pt x="34556" y="193484"/>
                  </a:lnTo>
                  <a:lnTo>
                    <a:pt x="34683" y="193992"/>
                  </a:lnTo>
                  <a:lnTo>
                    <a:pt x="34912" y="194437"/>
                  </a:lnTo>
                  <a:lnTo>
                    <a:pt x="35013" y="194957"/>
                  </a:lnTo>
                  <a:lnTo>
                    <a:pt x="37592" y="195605"/>
                  </a:lnTo>
                  <a:lnTo>
                    <a:pt x="40157" y="196367"/>
                  </a:lnTo>
                  <a:lnTo>
                    <a:pt x="42633" y="197040"/>
                  </a:lnTo>
                  <a:close/>
                </a:path>
                <a:path w="60959" h="229234">
                  <a:moveTo>
                    <a:pt x="42773" y="219989"/>
                  </a:moveTo>
                  <a:lnTo>
                    <a:pt x="38430" y="219659"/>
                  </a:lnTo>
                  <a:lnTo>
                    <a:pt x="36296" y="219481"/>
                  </a:lnTo>
                  <a:lnTo>
                    <a:pt x="36410" y="222034"/>
                  </a:lnTo>
                  <a:lnTo>
                    <a:pt x="36372" y="224574"/>
                  </a:lnTo>
                  <a:lnTo>
                    <a:pt x="36233" y="227088"/>
                  </a:lnTo>
                  <a:lnTo>
                    <a:pt x="38303" y="226377"/>
                  </a:lnTo>
                  <a:lnTo>
                    <a:pt x="40386" y="225513"/>
                  </a:lnTo>
                  <a:lnTo>
                    <a:pt x="42367" y="224574"/>
                  </a:lnTo>
                  <a:lnTo>
                    <a:pt x="42494" y="223037"/>
                  </a:lnTo>
                  <a:lnTo>
                    <a:pt x="42684" y="221526"/>
                  </a:lnTo>
                  <a:lnTo>
                    <a:pt x="42773" y="219989"/>
                  </a:lnTo>
                  <a:close/>
                </a:path>
                <a:path w="60959" h="229234">
                  <a:moveTo>
                    <a:pt x="42926" y="211429"/>
                  </a:moveTo>
                  <a:lnTo>
                    <a:pt x="38214" y="211010"/>
                  </a:lnTo>
                  <a:lnTo>
                    <a:pt x="35852" y="210781"/>
                  </a:lnTo>
                  <a:lnTo>
                    <a:pt x="35966" y="213131"/>
                  </a:lnTo>
                  <a:lnTo>
                    <a:pt x="36233" y="217957"/>
                  </a:lnTo>
                  <a:lnTo>
                    <a:pt x="38404" y="218224"/>
                  </a:lnTo>
                  <a:lnTo>
                    <a:pt x="42811" y="218732"/>
                  </a:lnTo>
                  <a:lnTo>
                    <a:pt x="42926" y="216293"/>
                  </a:lnTo>
                  <a:lnTo>
                    <a:pt x="42887" y="213855"/>
                  </a:lnTo>
                  <a:lnTo>
                    <a:pt x="42926" y="211429"/>
                  </a:lnTo>
                  <a:close/>
                </a:path>
                <a:path w="60959" h="229234">
                  <a:moveTo>
                    <a:pt x="42976" y="205346"/>
                  </a:moveTo>
                  <a:lnTo>
                    <a:pt x="42773" y="202133"/>
                  </a:lnTo>
                  <a:lnTo>
                    <a:pt x="42697" y="198882"/>
                  </a:lnTo>
                  <a:lnTo>
                    <a:pt x="40233" y="198437"/>
                  </a:lnTo>
                  <a:lnTo>
                    <a:pt x="35382" y="197485"/>
                  </a:lnTo>
                  <a:lnTo>
                    <a:pt x="35750" y="200901"/>
                  </a:lnTo>
                  <a:lnTo>
                    <a:pt x="35737" y="204470"/>
                  </a:lnTo>
                  <a:lnTo>
                    <a:pt x="35788" y="207797"/>
                  </a:lnTo>
                  <a:lnTo>
                    <a:pt x="36639" y="207911"/>
                  </a:lnTo>
                  <a:lnTo>
                    <a:pt x="37452" y="208089"/>
                  </a:lnTo>
                  <a:lnTo>
                    <a:pt x="39789" y="208356"/>
                  </a:lnTo>
                  <a:lnTo>
                    <a:pt x="42964" y="208610"/>
                  </a:lnTo>
                  <a:lnTo>
                    <a:pt x="42976" y="205346"/>
                  </a:lnTo>
                  <a:close/>
                </a:path>
                <a:path w="60959" h="229234">
                  <a:moveTo>
                    <a:pt x="48933" y="198602"/>
                  </a:moveTo>
                  <a:lnTo>
                    <a:pt x="48679" y="196469"/>
                  </a:lnTo>
                  <a:lnTo>
                    <a:pt x="48564" y="194348"/>
                  </a:lnTo>
                  <a:lnTo>
                    <a:pt x="48628" y="192265"/>
                  </a:lnTo>
                  <a:lnTo>
                    <a:pt x="46990" y="191706"/>
                  </a:lnTo>
                  <a:lnTo>
                    <a:pt x="45275" y="191452"/>
                  </a:lnTo>
                  <a:lnTo>
                    <a:pt x="43510" y="191516"/>
                  </a:lnTo>
                  <a:lnTo>
                    <a:pt x="43675" y="195389"/>
                  </a:lnTo>
                  <a:lnTo>
                    <a:pt x="43789" y="197319"/>
                  </a:lnTo>
                  <a:lnTo>
                    <a:pt x="45440" y="197739"/>
                  </a:lnTo>
                  <a:lnTo>
                    <a:pt x="47180" y="198132"/>
                  </a:lnTo>
                  <a:lnTo>
                    <a:pt x="48933" y="198602"/>
                  </a:lnTo>
                  <a:close/>
                </a:path>
                <a:path w="60959" h="229234">
                  <a:moveTo>
                    <a:pt x="49288" y="220675"/>
                  </a:moveTo>
                  <a:lnTo>
                    <a:pt x="47802" y="220459"/>
                  </a:lnTo>
                  <a:lnTo>
                    <a:pt x="44805" y="220192"/>
                  </a:lnTo>
                  <a:lnTo>
                    <a:pt x="44831" y="221272"/>
                  </a:lnTo>
                  <a:lnTo>
                    <a:pt x="44767" y="222326"/>
                  </a:lnTo>
                  <a:lnTo>
                    <a:pt x="44742" y="223393"/>
                  </a:lnTo>
                  <a:lnTo>
                    <a:pt x="46355" y="222567"/>
                  </a:lnTo>
                  <a:lnTo>
                    <a:pt x="47879" y="221754"/>
                  </a:lnTo>
                  <a:lnTo>
                    <a:pt x="49276" y="220941"/>
                  </a:lnTo>
                  <a:lnTo>
                    <a:pt x="49288" y="220764"/>
                  </a:lnTo>
                  <a:close/>
                </a:path>
                <a:path w="60959" h="229234">
                  <a:moveTo>
                    <a:pt x="49682" y="212064"/>
                  </a:moveTo>
                  <a:lnTo>
                    <a:pt x="47942" y="211874"/>
                  </a:lnTo>
                  <a:lnTo>
                    <a:pt x="44437" y="211556"/>
                  </a:lnTo>
                  <a:lnTo>
                    <a:pt x="44513" y="214071"/>
                  </a:lnTo>
                  <a:lnTo>
                    <a:pt x="44653" y="216522"/>
                  </a:lnTo>
                  <a:lnTo>
                    <a:pt x="44754" y="218986"/>
                  </a:lnTo>
                  <a:lnTo>
                    <a:pt x="47828" y="219417"/>
                  </a:lnTo>
                  <a:lnTo>
                    <a:pt x="49326" y="219735"/>
                  </a:lnTo>
                  <a:lnTo>
                    <a:pt x="49479" y="217182"/>
                  </a:lnTo>
                  <a:lnTo>
                    <a:pt x="49606" y="214617"/>
                  </a:lnTo>
                  <a:lnTo>
                    <a:pt x="49682" y="212064"/>
                  </a:lnTo>
                  <a:close/>
                </a:path>
                <a:path w="60959" h="229234">
                  <a:moveTo>
                    <a:pt x="49758" y="207378"/>
                  </a:moveTo>
                  <a:lnTo>
                    <a:pt x="43865" y="199110"/>
                  </a:lnTo>
                  <a:lnTo>
                    <a:pt x="44183" y="205536"/>
                  </a:lnTo>
                  <a:lnTo>
                    <a:pt x="44297" y="208762"/>
                  </a:lnTo>
                  <a:lnTo>
                    <a:pt x="46126" y="208915"/>
                  </a:lnTo>
                  <a:lnTo>
                    <a:pt x="47917" y="209181"/>
                  </a:lnTo>
                  <a:lnTo>
                    <a:pt x="49707" y="209511"/>
                  </a:lnTo>
                  <a:lnTo>
                    <a:pt x="49707" y="208445"/>
                  </a:lnTo>
                  <a:lnTo>
                    <a:pt x="49758" y="207378"/>
                  </a:lnTo>
                  <a:close/>
                </a:path>
                <a:path w="60959" h="229234">
                  <a:moveTo>
                    <a:pt x="60744" y="209956"/>
                  </a:moveTo>
                  <a:lnTo>
                    <a:pt x="57416" y="203708"/>
                  </a:lnTo>
                  <a:lnTo>
                    <a:pt x="57162" y="203314"/>
                  </a:lnTo>
                  <a:lnTo>
                    <a:pt x="57378" y="199364"/>
                  </a:lnTo>
                  <a:lnTo>
                    <a:pt x="55537" y="195605"/>
                  </a:lnTo>
                  <a:lnTo>
                    <a:pt x="50368" y="192913"/>
                  </a:lnTo>
                  <a:lnTo>
                    <a:pt x="50673" y="195046"/>
                  </a:lnTo>
                  <a:lnTo>
                    <a:pt x="51041" y="197129"/>
                  </a:lnTo>
                  <a:lnTo>
                    <a:pt x="51206" y="199351"/>
                  </a:lnTo>
                  <a:lnTo>
                    <a:pt x="52997" y="200012"/>
                  </a:lnTo>
                  <a:lnTo>
                    <a:pt x="54673" y="200825"/>
                  </a:lnTo>
                  <a:lnTo>
                    <a:pt x="56121" y="202272"/>
                  </a:lnTo>
                  <a:lnTo>
                    <a:pt x="55956" y="202450"/>
                  </a:lnTo>
                  <a:lnTo>
                    <a:pt x="54330" y="201752"/>
                  </a:lnTo>
                  <a:lnTo>
                    <a:pt x="52768" y="201371"/>
                  </a:lnTo>
                  <a:lnTo>
                    <a:pt x="51231" y="200914"/>
                  </a:lnTo>
                  <a:lnTo>
                    <a:pt x="51498" y="206883"/>
                  </a:lnTo>
                  <a:lnTo>
                    <a:pt x="51396" y="209892"/>
                  </a:lnTo>
                  <a:lnTo>
                    <a:pt x="53555" y="210426"/>
                  </a:lnTo>
                  <a:lnTo>
                    <a:pt x="55638" y="211112"/>
                  </a:lnTo>
                  <a:lnTo>
                    <a:pt x="57785" y="212547"/>
                  </a:lnTo>
                  <a:lnTo>
                    <a:pt x="57556" y="213055"/>
                  </a:lnTo>
                  <a:lnTo>
                    <a:pt x="55232" y="212699"/>
                  </a:lnTo>
                  <a:lnTo>
                    <a:pt x="51346" y="212229"/>
                  </a:lnTo>
                  <a:lnTo>
                    <a:pt x="51193" y="214896"/>
                  </a:lnTo>
                  <a:lnTo>
                    <a:pt x="50927" y="217538"/>
                  </a:lnTo>
                  <a:lnTo>
                    <a:pt x="50533" y="220091"/>
                  </a:lnTo>
                  <a:lnTo>
                    <a:pt x="50673" y="220129"/>
                  </a:lnTo>
                  <a:lnTo>
                    <a:pt x="56921" y="216382"/>
                  </a:lnTo>
                  <a:lnTo>
                    <a:pt x="60744" y="209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0067969" y="6941428"/>
              <a:ext cx="24765" cy="41275"/>
            </a:xfrm>
            <a:custGeom>
              <a:avLst/>
              <a:gdLst/>
              <a:ahLst/>
              <a:cxnLst/>
              <a:rect l="l" t="t" r="r" b="b"/>
              <a:pathLst>
                <a:path w="24765" h="41275">
                  <a:moveTo>
                    <a:pt x="4272" y="0"/>
                  </a:moveTo>
                  <a:lnTo>
                    <a:pt x="0" y="6146"/>
                  </a:lnTo>
                  <a:lnTo>
                    <a:pt x="1162" y="19716"/>
                  </a:lnTo>
                  <a:lnTo>
                    <a:pt x="3601" y="21622"/>
                  </a:lnTo>
                  <a:lnTo>
                    <a:pt x="4439" y="34941"/>
                  </a:lnTo>
                  <a:lnTo>
                    <a:pt x="13758" y="40721"/>
                  </a:lnTo>
                  <a:lnTo>
                    <a:pt x="14418" y="33266"/>
                  </a:lnTo>
                  <a:lnTo>
                    <a:pt x="10072" y="27046"/>
                  </a:lnTo>
                  <a:lnTo>
                    <a:pt x="16973" y="31171"/>
                  </a:lnTo>
                  <a:lnTo>
                    <a:pt x="23297" y="30574"/>
                  </a:lnTo>
                  <a:lnTo>
                    <a:pt x="19276" y="24261"/>
                  </a:lnTo>
                  <a:lnTo>
                    <a:pt x="12041" y="21978"/>
                  </a:lnTo>
                  <a:lnTo>
                    <a:pt x="20020" y="21046"/>
                  </a:lnTo>
                  <a:lnTo>
                    <a:pt x="24669" y="16711"/>
                  </a:lnTo>
                  <a:lnTo>
                    <a:pt x="17632" y="14156"/>
                  </a:lnTo>
                  <a:lnTo>
                    <a:pt x="10512" y="16763"/>
                  </a:lnTo>
                  <a:lnTo>
                    <a:pt x="16271" y="11161"/>
                  </a:lnTo>
                  <a:lnTo>
                    <a:pt x="17308" y="4889"/>
                  </a:lnTo>
                  <a:lnTo>
                    <a:pt x="10177" y="7151"/>
                  </a:lnTo>
                  <a:lnTo>
                    <a:pt x="6114" y="13559"/>
                  </a:lnTo>
                  <a:lnTo>
                    <a:pt x="7266" y="5601"/>
                  </a:lnTo>
                  <a:lnTo>
                    <a:pt x="4272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933458" y="6940048"/>
              <a:ext cx="208279" cy="92075"/>
            </a:xfrm>
            <a:custGeom>
              <a:avLst/>
              <a:gdLst/>
              <a:ahLst/>
              <a:cxnLst/>
              <a:rect l="l" t="t" r="r" b="b"/>
              <a:pathLst>
                <a:path w="208279" h="92075">
                  <a:moveTo>
                    <a:pt x="10274" y="31292"/>
                  </a:moveTo>
                  <a:lnTo>
                    <a:pt x="9702" y="28676"/>
                  </a:lnTo>
                  <a:lnTo>
                    <a:pt x="9131" y="25742"/>
                  </a:lnTo>
                  <a:lnTo>
                    <a:pt x="8763" y="22758"/>
                  </a:lnTo>
                  <a:lnTo>
                    <a:pt x="6540" y="22567"/>
                  </a:lnTo>
                  <a:lnTo>
                    <a:pt x="4381" y="22212"/>
                  </a:lnTo>
                  <a:lnTo>
                    <a:pt x="2032" y="21132"/>
                  </a:lnTo>
                  <a:lnTo>
                    <a:pt x="2184" y="20586"/>
                  </a:lnTo>
                  <a:lnTo>
                    <a:pt x="4533" y="20586"/>
                  </a:lnTo>
                  <a:lnTo>
                    <a:pt x="6477" y="20535"/>
                  </a:lnTo>
                  <a:lnTo>
                    <a:pt x="8445" y="20447"/>
                  </a:lnTo>
                  <a:lnTo>
                    <a:pt x="8178" y="17780"/>
                  </a:lnTo>
                  <a:lnTo>
                    <a:pt x="8153" y="17208"/>
                  </a:lnTo>
                  <a:lnTo>
                    <a:pt x="8026" y="12547"/>
                  </a:lnTo>
                  <a:lnTo>
                    <a:pt x="7874" y="12522"/>
                  </a:lnTo>
                  <a:lnTo>
                    <a:pt x="2298" y="17208"/>
                  </a:lnTo>
                  <a:lnTo>
                    <a:pt x="0" y="22961"/>
                  </a:lnTo>
                  <a:lnTo>
                    <a:pt x="10274" y="31292"/>
                  </a:lnTo>
                  <a:close/>
                </a:path>
                <a:path w="208279" h="92075">
                  <a:moveTo>
                    <a:pt x="13665" y="11557"/>
                  </a:moveTo>
                  <a:lnTo>
                    <a:pt x="13462" y="10490"/>
                  </a:lnTo>
                  <a:lnTo>
                    <a:pt x="13360" y="9423"/>
                  </a:lnTo>
                  <a:lnTo>
                    <a:pt x="13208" y="8369"/>
                  </a:lnTo>
                  <a:lnTo>
                    <a:pt x="11760" y="9436"/>
                  </a:lnTo>
                  <a:lnTo>
                    <a:pt x="10375" y="10490"/>
                  </a:lnTo>
                  <a:lnTo>
                    <a:pt x="9131" y="11506"/>
                  </a:lnTo>
                  <a:lnTo>
                    <a:pt x="9156" y="11772"/>
                  </a:lnTo>
                  <a:lnTo>
                    <a:pt x="10642" y="11747"/>
                  </a:lnTo>
                  <a:lnTo>
                    <a:pt x="12153" y="11658"/>
                  </a:lnTo>
                  <a:lnTo>
                    <a:pt x="13665" y="11557"/>
                  </a:lnTo>
                  <a:close/>
                </a:path>
                <a:path w="208279" h="92075">
                  <a:moveTo>
                    <a:pt x="15379" y="20015"/>
                  </a:moveTo>
                  <a:lnTo>
                    <a:pt x="14909" y="17564"/>
                  </a:lnTo>
                  <a:lnTo>
                    <a:pt x="14363" y="15151"/>
                  </a:lnTo>
                  <a:lnTo>
                    <a:pt x="13893" y="12725"/>
                  </a:lnTo>
                  <a:lnTo>
                    <a:pt x="10782" y="12788"/>
                  </a:lnTo>
                  <a:lnTo>
                    <a:pt x="9258" y="12700"/>
                  </a:lnTo>
                  <a:lnTo>
                    <a:pt x="9791" y="17805"/>
                  </a:lnTo>
                  <a:lnTo>
                    <a:pt x="10121" y="20345"/>
                  </a:lnTo>
                  <a:lnTo>
                    <a:pt x="13614" y="20142"/>
                  </a:lnTo>
                  <a:lnTo>
                    <a:pt x="15379" y="20015"/>
                  </a:lnTo>
                  <a:close/>
                </a:path>
                <a:path w="208279" h="92075">
                  <a:moveTo>
                    <a:pt x="17894" y="32207"/>
                  </a:moveTo>
                  <a:lnTo>
                    <a:pt x="16560" y="25920"/>
                  </a:lnTo>
                  <a:lnTo>
                    <a:pt x="15951" y="22771"/>
                  </a:lnTo>
                  <a:lnTo>
                    <a:pt x="14122" y="22885"/>
                  </a:lnTo>
                  <a:lnTo>
                    <a:pt x="12306" y="22910"/>
                  </a:lnTo>
                  <a:lnTo>
                    <a:pt x="10490" y="22860"/>
                  </a:lnTo>
                  <a:lnTo>
                    <a:pt x="10655" y="23926"/>
                  </a:lnTo>
                  <a:lnTo>
                    <a:pt x="16090" y="32169"/>
                  </a:lnTo>
                  <a:lnTo>
                    <a:pt x="17894" y="32207"/>
                  </a:lnTo>
                  <a:close/>
                </a:path>
                <a:path w="208279" h="92075">
                  <a:moveTo>
                    <a:pt x="19342" y="39192"/>
                  </a:moveTo>
                  <a:lnTo>
                    <a:pt x="18249" y="33972"/>
                  </a:lnTo>
                  <a:lnTo>
                    <a:pt x="16560" y="33820"/>
                  </a:lnTo>
                  <a:lnTo>
                    <a:pt x="14757" y="33718"/>
                  </a:lnTo>
                  <a:lnTo>
                    <a:pt x="12966" y="33528"/>
                  </a:lnTo>
                  <a:lnTo>
                    <a:pt x="19342" y="39192"/>
                  </a:lnTo>
                  <a:close/>
                </a:path>
                <a:path w="208279" h="92075">
                  <a:moveTo>
                    <a:pt x="22161" y="10909"/>
                  </a:moveTo>
                  <a:lnTo>
                    <a:pt x="21666" y="8407"/>
                  </a:lnTo>
                  <a:lnTo>
                    <a:pt x="21285" y="5892"/>
                  </a:lnTo>
                  <a:lnTo>
                    <a:pt x="21043" y="3390"/>
                  </a:lnTo>
                  <a:lnTo>
                    <a:pt x="19113" y="4419"/>
                  </a:lnTo>
                  <a:lnTo>
                    <a:pt x="17195" y="5588"/>
                  </a:lnTo>
                  <a:lnTo>
                    <a:pt x="15367" y="6845"/>
                  </a:lnTo>
                  <a:lnTo>
                    <a:pt x="15481" y="8382"/>
                  </a:lnTo>
                  <a:lnTo>
                    <a:pt x="15544" y="9893"/>
                  </a:lnTo>
                  <a:lnTo>
                    <a:pt x="15697" y="11430"/>
                  </a:lnTo>
                  <a:lnTo>
                    <a:pt x="20015" y="11061"/>
                  </a:lnTo>
                  <a:lnTo>
                    <a:pt x="22161" y="10909"/>
                  </a:lnTo>
                  <a:close/>
                </a:path>
                <a:path w="208279" h="92075">
                  <a:moveTo>
                    <a:pt x="23977" y="19431"/>
                  </a:moveTo>
                  <a:lnTo>
                    <a:pt x="23495" y="17132"/>
                  </a:lnTo>
                  <a:lnTo>
                    <a:pt x="22961" y="14770"/>
                  </a:lnTo>
                  <a:lnTo>
                    <a:pt x="22479" y="12407"/>
                  </a:lnTo>
                  <a:lnTo>
                    <a:pt x="15862" y="12674"/>
                  </a:lnTo>
                  <a:lnTo>
                    <a:pt x="16116" y="15100"/>
                  </a:lnTo>
                  <a:lnTo>
                    <a:pt x="16535" y="17500"/>
                  </a:lnTo>
                  <a:lnTo>
                    <a:pt x="16891" y="19900"/>
                  </a:lnTo>
                  <a:lnTo>
                    <a:pt x="19253" y="19735"/>
                  </a:lnTo>
                  <a:lnTo>
                    <a:pt x="23977" y="19431"/>
                  </a:lnTo>
                  <a:close/>
                </a:path>
                <a:path w="208279" h="92075">
                  <a:moveTo>
                    <a:pt x="26530" y="32499"/>
                  </a:moveTo>
                  <a:lnTo>
                    <a:pt x="25628" y="29184"/>
                  </a:lnTo>
                  <a:lnTo>
                    <a:pt x="25069" y="25654"/>
                  </a:lnTo>
                  <a:lnTo>
                    <a:pt x="24498" y="22377"/>
                  </a:lnTo>
                  <a:lnTo>
                    <a:pt x="23647" y="22390"/>
                  </a:lnTo>
                  <a:lnTo>
                    <a:pt x="22821" y="22352"/>
                  </a:lnTo>
                  <a:lnTo>
                    <a:pt x="20459" y="22453"/>
                  </a:lnTo>
                  <a:lnTo>
                    <a:pt x="17284" y="22694"/>
                  </a:lnTo>
                  <a:lnTo>
                    <a:pt x="17792" y="25920"/>
                  </a:lnTo>
                  <a:lnTo>
                    <a:pt x="18491" y="29070"/>
                  </a:lnTo>
                  <a:lnTo>
                    <a:pt x="19088" y="32258"/>
                  </a:lnTo>
                  <a:lnTo>
                    <a:pt x="21577" y="32308"/>
                  </a:lnTo>
                  <a:lnTo>
                    <a:pt x="24066" y="32397"/>
                  </a:lnTo>
                  <a:lnTo>
                    <a:pt x="26530" y="32499"/>
                  </a:lnTo>
                  <a:close/>
                </a:path>
                <a:path w="208279" h="92075">
                  <a:moveTo>
                    <a:pt x="27965" y="36309"/>
                  </a:moveTo>
                  <a:lnTo>
                    <a:pt x="27762" y="35839"/>
                  </a:lnTo>
                  <a:lnTo>
                    <a:pt x="27470" y="35420"/>
                  </a:lnTo>
                  <a:lnTo>
                    <a:pt x="27292" y="34937"/>
                  </a:lnTo>
                  <a:lnTo>
                    <a:pt x="24625" y="34696"/>
                  </a:lnTo>
                  <a:lnTo>
                    <a:pt x="21996" y="34340"/>
                  </a:lnTo>
                  <a:lnTo>
                    <a:pt x="19431" y="34074"/>
                  </a:lnTo>
                  <a:lnTo>
                    <a:pt x="19786" y="35864"/>
                  </a:lnTo>
                  <a:lnTo>
                    <a:pt x="20091" y="37655"/>
                  </a:lnTo>
                  <a:lnTo>
                    <a:pt x="20434" y="39433"/>
                  </a:lnTo>
                  <a:lnTo>
                    <a:pt x="23012" y="38811"/>
                  </a:lnTo>
                  <a:lnTo>
                    <a:pt x="25565" y="37693"/>
                  </a:lnTo>
                  <a:lnTo>
                    <a:pt x="27965" y="36309"/>
                  </a:lnTo>
                  <a:close/>
                </a:path>
                <a:path w="208279" h="92075">
                  <a:moveTo>
                    <a:pt x="29794" y="10579"/>
                  </a:moveTo>
                  <a:lnTo>
                    <a:pt x="28956" y="7289"/>
                  </a:lnTo>
                  <a:lnTo>
                    <a:pt x="28219" y="3987"/>
                  </a:lnTo>
                  <a:lnTo>
                    <a:pt x="27635" y="685"/>
                  </a:lnTo>
                  <a:lnTo>
                    <a:pt x="26035" y="1104"/>
                  </a:lnTo>
                  <a:lnTo>
                    <a:pt x="24384" y="1778"/>
                  </a:lnTo>
                  <a:lnTo>
                    <a:pt x="22720" y="2565"/>
                  </a:lnTo>
                  <a:lnTo>
                    <a:pt x="23406" y="5283"/>
                  </a:lnTo>
                  <a:lnTo>
                    <a:pt x="23952" y="8026"/>
                  </a:lnTo>
                  <a:lnTo>
                    <a:pt x="24422" y="10795"/>
                  </a:lnTo>
                  <a:lnTo>
                    <a:pt x="25501" y="10744"/>
                  </a:lnTo>
                  <a:lnTo>
                    <a:pt x="26606" y="10655"/>
                  </a:lnTo>
                  <a:lnTo>
                    <a:pt x="27660" y="10655"/>
                  </a:lnTo>
                  <a:lnTo>
                    <a:pt x="28346" y="10642"/>
                  </a:lnTo>
                  <a:lnTo>
                    <a:pt x="29794" y="10579"/>
                  </a:lnTo>
                  <a:close/>
                </a:path>
                <a:path w="208279" h="92075">
                  <a:moveTo>
                    <a:pt x="29984" y="35077"/>
                  </a:moveTo>
                  <a:close/>
                </a:path>
                <a:path w="208279" h="92075">
                  <a:moveTo>
                    <a:pt x="31953" y="19100"/>
                  </a:moveTo>
                  <a:lnTo>
                    <a:pt x="31877" y="18783"/>
                  </a:lnTo>
                  <a:lnTo>
                    <a:pt x="31813" y="18415"/>
                  </a:lnTo>
                  <a:lnTo>
                    <a:pt x="31267" y="16217"/>
                  </a:lnTo>
                  <a:lnTo>
                    <a:pt x="30276" y="12446"/>
                  </a:lnTo>
                  <a:lnTo>
                    <a:pt x="27495" y="12344"/>
                  </a:lnTo>
                  <a:lnTo>
                    <a:pt x="26111" y="12319"/>
                  </a:lnTo>
                  <a:lnTo>
                    <a:pt x="25654" y="12319"/>
                  </a:lnTo>
                  <a:lnTo>
                    <a:pt x="25171" y="12344"/>
                  </a:lnTo>
                  <a:lnTo>
                    <a:pt x="24701" y="12357"/>
                  </a:lnTo>
                  <a:lnTo>
                    <a:pt x="25031" y="14389"/>
                  </a:lnTo>
                  <a:lnTo>
                    <a:pt x="25387" y="16421"/>
                  </a:lnTo>
                  <a:lnTo>
                    <a:pt x="25869" y="18694"/>
                  </a:lnTo>
                  <a:lnTo>
                    <a:pt x="25971" y="19024"/>
                  </a:lnTo>
                  <a:lnTo>
                    <a:pt x="26047" y="19316"/>
                  </a:lnTo>
                  <a:lnTo>
                    <a:pt x="28016" y="19202"/>
                  </a:lnTo>
                  <a:lnTo>
                    <a:pt x="29997" y="19138"/>
                  </a:lnTo>
                  <a:lnTo>
                    <a:pt x="31953" y="19100"/>
                  </a:lnTo>
                  <a:close/>
                </a:path>
                <a:path w="208279" h="92075">
                  <a:moveTo>
                    <a:pt x="35293" y="31381"/>
                  </a:moveTo>
                  <a:lnTo>
                    <a:pt x="34023" y="28600"/>
                  </a:lnTo>
                  <a:lnTo>
                    <a:pt x="33324" y="25387"/>
                  </a:lnTo>
                  <a:lnTo>
                    <a:pt x="32677" y="22301"/>
                  </a:lnTo>
                  <a:lnTo>
                    <a:pt x="30734" y="22288"/>
                  </a:lnTo>
                  <a:lnTo>
                    <a:pt x="26835" y="22352"/>
                  </a:lnTo>
                  <a:lnTo>
                    <a:pt x="27774" y="25704"/>
                  </a:lnTo>
                  <a:lnTo>
                    <a:pt x="28841" y="29222"/>
                  </a:lnTo>
                  <a:lnTo>
                    <a:pt x="29476" y="32664"/>
                  </a:lnTo>
                  <a:lnTo>
                    <a:pt x="30632" y="32753"/>
                  </a:lnTo>
                  <a:lnTo>
                    <a:pt x="31750" y="32969"/>
                  </a:lnTo>
                  <a:lnTo>
                    <a:pt x="32893" y="33121"/>
                  </a:lnTo>
                  <a:lnTo>
                    <a:pt x="35293" y="31381"/>
                  </a:lnTo>
                  <a:close/>
                </a:path>
                <a:path w="208279" h="92075">
                  <a:moveTo>
                    <a:pt x="37401" y="10312"/>
                  </a:moveTo>
                  <a:lnTo>
                    <a:pt x="36487" y="7099"/>
                  </a:lnTo>
                  <a:lnTo>
                    <a:pt x="35775" y="3848"/>
                  </a:lnTo>
                  <a:lnTo>
                    <a:pt x="35140" y="596"/>
                  </a:lnTo>
                  <a:lnTo>
                    <a:pt x="33756" y="254"/>
                  </a:lnTo>
                  <a:lnTo>
                    <a:pt x="32346" y="0"/>
                  </a:lnTo>
                  <a:lnTo>
                    <a:pt x="30264" y="139"/>
                  </a:lnTo>
                  <a:lnTo>
                    <a:pt x="29591" y="304"/>
                  </a:lnTo>
                  <a:lnTo>
                    <a:pt x="28930" y="419"/>
                  </a:lnTo>
                  <a:lnTo>
                    <a:pt x="30086" y="3721"/>
                  </a:lnTo>
                  <a:lnTo>
                    <a:pt x="31076" y="7099"/>
                  </a:lnTo>
                  <a:lnTo>
                    <a:pt x="31978" y="10502"/>
                  </a:lnTo>
                  <a:lnTo>
                    <a:pt x="33756" y="10414"/>
                  </a:lnTo>
                  <a:lnTo>
                    <a:pt x="37401" y="10312"/>
                  </a:lnTo>
                  <a:close/>
                </a:path>
                <a:path w="208279" h="92075">
                  <a:moveTo>
                    <a:pt x="40386" y="19405"/>
                  </a:moveTo>
                  <a:lnTo>
                    <a:pt x="39560" y="17183"/>
                  </a:lnTo>
                  <a:lnTo>
                    <a:pt x="38785" y="14947"/>
                  </a:lnTo>
                  <a:lnTo>
                    <a:pt x="38087" y="12674"/>
                  </a:lnTo>
                  <a:lnTo>
                    <a:pt x="32512" y="12509"/>
                  </a:lnTo>
                  <a:lnTo>
                    <a:pt x="32778" y="13550"/>
                  </a:lnTo>
                  <a:lnTo>
                    <a:pt x="33070" y="14605"/>
                  </a:lnTo>
                  <a:lnTo>
                    <a:pt x="33642" y="16764"/>
                  </a:lnTo>
                  <a:lnTo>
                    <a:pt x="34378" y="19138"/>
                  </a:lnTo>
                  <a:lnTo>
                    <a:pt x="36398" y="19151"/>
                  </a:lnTo>
                  <a:lnTo>
                    <a:pt x="38392" y="19253"/>
                  </a:lnTo>
                  <a:lnTo>
                    <a:pt x="40386" y="19405"/>
                  </a:lnTo>
                  <a:close/>
                </a:path>
                <a:path w="208279" h="92075">
                  <a:moveTo>
                    <a:pt x="42570" y="24688"/>
                  </a:moveTo>
                  <a:lnTo>
                    <a:pt x="42303" y="24053"/>
                  </a:lnTo>
                  <a:lnTo>
                    <a:pt x="42024" y="23418"/>
                  </a:lnTo>
                  <a:lnTo>
                    <a:pt x="41757" y="22783"/>
                  </a:lnTo>
                  <a:lnTo>
                    <a:pt x="39624" y="22631"/>
                  </a:lnTo>
                  <a:lnTo>
                    <a:pt x="37465" y="22364"/>
                  </a:lnTo>
                  <a:lnTo>
                    <a:pt x="35331" y="22288"/>
                  </a:lnTo>
                  <a:lnTo>
                    <a:pt x="36106" y="24866"/>
                  </a:lnTo>
                  <a:lnTo>
                    <a:pt x="36779" y="27482"/>
                  </a:lnTo>
                  <a:lnTo>
                    <a:pt x="37033" y="30035"/>
                  </a:lnTo>
                  <a:lnTo>
                    <a:pt x="39077" y="28409"/>
                  </a:lnTo>
                  <a:lnTo>
                    <a:pt x="41008" y="26644"/>
                  </a:lnTo>
                  <a:lnTo>
                    <a:pt x="42570" y="24688"/>
                  </a:lnTo>
                  <a:close/>
                </a:path>
                <a:path w="208279" h="92075">
                  <a:moveTo>
                    <a:pt x="43815" y="22948"/>
                  </a:moveTo>
                  <a:close/>
                </a:path>
                <a:path w="208279" h="92075">
                  <a:moveTo>
                    <a:pt x="45720" y="10604"/>
                  </a:moveTo>
                  <a:lnTo>
                    <a:pt x="44475" y="6273"/>
                  </a:lnTo>
                  <a:lnTo>
                    <a:pt x="41160" y="2908"/>
                  </a:lnTo>
                  <a:lnTo>
                    <a:pt x="37071" y="1270"/>
                  </a:lnTo>
                  <a:lnTo>
                    <a:pt x="38176" y="4267"/>
                  </a:lnTo>
                  <a:lnTo>
                    <a:pt x="39344" y="7213"/>
                  </a:lnTo>
                  <a:lnTo>
                    <a:pt x="40322" y="10287"/>
                  </a:lnTo>
                  <a:lnTo>
                    <a:pt x="42151" y="10299"/>
                  </a:lnTo>
                  <a:lnTo>
                    <a:pt x="43967" y="10375"/>
                  </a:lnTo>
                  <a:lnTo>
                    <a:pt x="45720" y="10604"/>
                  </a:lnTo>
                  <a:close/>
                </a:path>
                <a:path w="208279" h="92075">
                  <a:moveTo>
                    <a:pt x="46545" y="15303"/>
                  </a:moveTo>
                  <a:lnTo>
                    <a:pt x="46177" y="12611"/>
                  </a:lnTo>
                  <a:lnTo>
                    <a:pt x="44450" y="12623"/>
                  </a:lnTo>
                  <a:lnTo>
                    <a:pt x="42722" y="12674"/>
                  </a:lnTo>
                  <a:lnTo>
                    <a:pt x="40995" y="12661"/>
                  </a:lnTo>
                  <a:lnTo>
                    <a:pt x="41681" y="14960"/>
                  </a:lnTo>
                  <a:lnTo>
                    <a:pt x="42214" y="17284"/>
                  </a:lnTo>
                  <a:lnTo>
                    <a:pt x="42849" y="19596"/>
                  </a:lnTo>
                  <a:lnTo>
                    <a:pt x="43688" y="19697"/>
                  </a:lnTo>
                  <a:lnTo>
                    <a:pt x="44526" y="19888"/>
                  </a:lnTo>
                  <a:lnTo>
                    <a:pt x="45364" y="20015"/>
                  </a:lnTo>
                  <a:lnTo>
                    <a:pt x="46266" y="17780"/>
                  </a:lnTo>
                  <a:lnTo>
                    <a:pt x="46545" y="15303"/>
                  </a:lnTo>
                  <a:close/>
                </a:path>
                <a:path w="208279" h="92075">
                  <a:moveTo>
                    <a:pt x="96570" y="81292"/>
                  </a:moveTo>
                  <a:lnTo>
                    <a:pt x="96380" y="81267"/>
                  </a:lnTo>
                  <a:lnTo>
                    <a:pt x="96189" y="81280"/>
                  </a:lnTo>
                  <a:lnTo>
                    <a:pt x="96570" y="81292"/>
                  </a:lnTo>
                  <a:close/>
                </a:path>
                <a:path w="208279" h="92075">
                  <a:moveTo>
                    <a:pt x="194106" y="89090"/>
                  </a:moveTo>
                  <a:lnTo>
                    <a:pt x="194056" y="88785"/>
                  </a:lnTo>
                  <a:lnTo>
                    <a:pt x="193344" y="88976"/>
                  </a:lnTo>
                  <a:lnTo>
                    <a:pt x="194106" y="89090"/>
                  </a:lnTo>
                  <a:close/>
                </a:path>
                <a:path w="208279" h="92075">
                  <a:moveTo>
                    <a:pt x="201879" y="90436"/>
                  </a:moveTo>
                  <a:lnTo>
                    <a:pt x="201549" y="88709"/>
                  </a:lnTo>
                  <a:lnTo>
                    <a:pt x="200164" y="88366"/>
                  </a:lnTo>
                  <a:lnTo>
                    <a:pt x="198767" y="88112"/>
                  </a:lnTo>
                  <a:lnTo>
                    <a:pt x="196672" y="88252"/>
                  </a:lnTo>
                  <a:lnTo>
                    <a:pt x="195999" y="88404"/>
                  </a:lnTo>
                  <a:lnTo>
                    <a:pt x="195338" y="88531"/>
                  </a:lnTo>
                  <a:lnTo>
                    <a:pt x="195630" y="89344"/>
                  </a:lnTo>
                  <a:lnTo>
                    <a:pt x="201879" y="90436"/>
                  </a:lnTo>
                  <a:close/>
                </a:path>
                <a:path w="208279" h="92075">
                  <a:moveTo>
                    <a:pt x="208064" y="91516"/>
                  </a:moveTo>
                  <a:lnTo>
                    <a:pt x="207581" y="91020"/>
                  </a:lnTo>
                  <a:lnTo>
                    <a:pt x="203479" y="89382"/>
                  </a:lnTo>
                  <a:lnTo>
                    <a:pt x="204012" y="90805"/>
                  </a:lnTo>
                  <a:lnTo>
                    <a:pt x="208064" y="91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925635" y="6954663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0" y="0"/>
                  </a:moveTo>
                  <a:lnTo>
                    <a:pt x="144" y="2103"/>
                  </a:lnTo>
                  <a:lnTo>
                    <a:pt x="11726" y="11501"/>
                  </a:lnTo>
                  <a:lnTo>
                    <a:pt x="10104" y="4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816960" y="6831691"/>
              <a:ext cx="413384" cy="225425"/>
            </a:xfrm>
            <a:custGeom>
              <a:avLst/>
              <a:gdLst/>
              <a:ahLst/>
              <a:cxnLst/>
              <a:rect l="l" t="t" r="r" b="b"/>
              <a:pathLst>
                <a:path w="413384" h="225425">
                  <a:moveTo>
                    <a:pt x="412991" y="194906"/>
                  </a:moveTo>
                  <a:lnTo>
                    <a:pt x="412953" y="187604"/>
                  </a:lnTo>
                  <a:lnTo>
                    <a:pt x="411759" y="183743"/>
                  </a:lnTo>
                  <a:lnTo>
                    <a:pt x="409130" y="180784"/>
                  </a:lnTo>
                  <a:lnTo>
                    <a:pt x="379425" y="155346"/>
                  </a:lnTo>
                  <a:lnTo>
                    <a:pt x="326250" y="131457"/>
                  </a:lnTo>
                  <a:lnTo>
                    <a:pt x="295021" y="115912"/>
                  </a:lnTo>
                  <a:lnTo>
                    <a:pt x="261061" y="91617"/>
                  </a:lnTo>
                  <a:lnTo>
                    <a:pt x="228942" y="64312"/>
                  </a:lnTo>
                  <a:lnTo>
                    <a:pt x="203200" y="39712"/>
                  </a:lnTo>
                  <a:lnTo>
                    <a:pt x="186893" y="23253"/>
                  </a:lnTo>
                  <a:lnTo>
                    <a:pt x="177965" y="14820"/>
                  </a:lnTo>
                  <a:lnTo>
                    <a:pt x="173253" y="11734"/>
                  </a:lnTo>
                  <a:lnTo>
                    <a:pt x="169621" y="11341"/>
                  </a:lnTo>
                  <a:lnTo>
                    <a:pt x="144983" y="13931"/>
                  </a:lnTo>
                  <a:lnTo>
                    <a:pt x="130073" y="22390"/>
                  </a:lnTo>
                  <a:lnTo>
                    <a:pt x="119341" y="29108"/>
                  </a:lnTo>
                  <a:lnTo>
                    <a:pt x="107226" y="26504"/>
                  </a:lnTo>
                  <a:lnTo>
                    <a:pt x="95389" y="18732"/>
                  </a:lnTo>
                  <a:lnTo>
                    <a:pt x="85699" y="13385"/>
                  </a:lnTo>
                  <a:lnTo>
                    <a:pt x="72999" y="7962"/>
                  </a:lnTo>
                  <a:lnTo>
                    <a:pt x="52120" y="0"/>
                  </a:lnTo>
                  <a:lnTo>
                    <a:pt x="36563" y="26454"/>
                  </a:lnTo>
                  <a:lnTo>
                    <a:pt x="22606" y="60464"/>
                  </a:lnTo>
                  <a:lnTo>
                    <a:pt x="9474" y="98729"/>
                  </a:lnTo>
                  <a:lnTo>
                    <a:pt x="5283" y="104825"/>
                  </a:lnTo>
                  <a:lnTo>
                    <a:pt x="1879" y="117627"/>
                  </a:lnTo>
                  <a:lnTo>
                    <a:pt x="0" y="131127"/>
                  </a:lnTo>
                  <a:lnTo>
                    <a:pt x="304" y="139331"/>
                  </a:lnTo>
                  <a:lnTo>
                    <a:pt x="13601" y="144487"/>
                  </a:lnTo>
                  <a:lnTo>
                    <a:pt x="44361" y="152006"/>
                  </a:lnTo>
                  <a:lnTo>
                    <a:pt x="83731" y="160807"/>
                  </a:lnTo>
                  <a:lnTo>
                    <a:pt x="122847" y="169760"/>
                  </a:lnTo>
                  <a:lnTo>
                    <a:pt x="156476" y="179489"/>
                  </a:lnTo>
                  <a:lnTo>
                    <a:pt x="188328" y="190652"/>
                  </a:lnTo>
                  <a:lnTo>
                    <a:pt x="223037" y="202311"/>
                  </a:lnTo>
                  <a:lnTo>
                    <a:pt x="265226" y="213512"/>
                  </a:lnTo>
                  <a:lnTo>
                    <a:pt x="314667" y="221907"/>
                  </a:lnTo>
                  <a:lnTo>
                    <a:pt x="361848" y="224802"/>
                  </a:lnTo>
                  <a:lnTo>
                    <a:pt x="397446" y="220738"/>
                  </a:lnTo>
                  <a:lnTo>
                    <a:pt x="412165" y="208241"/>
                  </a:lnTo>
                  <a:lnTo>
                    <a:pt x="412991" y="194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817821" y="6856085"/>
              <a:ext cx="405450" cy="184784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9935152" y="6290814"/>
              <a:ext cx="510540" cy="518159"/>
            </a:xfrm>
            <a:custGeom>
              <a:avLst/>
              <a:gdLst/>
              <a:ahLst/>
              <a:cxnLst/>
              <a:rect l="l" t="t" r="r" b="b"/>
              <a:pathLst>
                <a:path w="510540" h="518159">
                  <a:moveTo>
                    <a:pt x="356346" y="0"/>
                  </a:moveTo>
                  <a:lnTo>
                    <a:pt x="299372" y="29360"/>
                  </a:lnTo>
                  <a:lnTo>
                    <a:pt x="271089" y="56955"/>
                  </a:lnTo>
                  <a:lnTo>
                    <a:pt x="238305" y="96395"/>
                  </a:lnTo>
                  <a:lnTo>
                    <a:pt x="192664" y="154427"/>
                  </a:lnTo>
                  <a:lnTo>
                    <a:pt x="148519" y="211116"/>
                  </a:lnTo>
                  <a:lnTo>
                    <a:pt x="113734" y="260037"/>
                  </a:lnTo>
                  <a:lnTo>
                    <a:pt x="70249" y="328214"/>
                  </a:lnTo>
                  <a:lnTo>
                    <a:pt x="0" y="442670"/>
                  </a:lnTo>
                  <a:lnTo>
                    <a:pt x="21270" y="454495"/>
                  </a:lnTo>
                  <a:lnTo>
                    <a:pt x="39254" y="466274"/>
                  </a:lnTo>
                  <a:lnTo>
                    <a:pt x="63753" y="485062"/>
                  </a:lnTo>
                  <a:lnTo>
                    <a:pt x="104572" y="517914"/>
                  </a:lnTo>
                  <a:lnTo>
                    <a:pt x="151111" y="473889"/>
                  </a:lnTo>
                  <a:lnTo>
                    <a:pt x="260270" y="369793"/>
                  </a:lnTo>
                  <a:lnTo>
                    <a:pt x="386363" y="247595"/>
                  </a:lnTo>
                  <a:lnTo>
                    <a:pt x="483702" y="149265"/>
                  </a:lnTo>
                  <a:lnTo>
                    <a:pt x="508507" y="110579"/>
                  </a:lnTo>
                  <a:lnTo>
                    <a:pt x="509928" y="76781"/>
                  </a:lnTo>
                  <a:lnTo>
                    <a:pt x="493395" y="48411"/>
                  </a:lnTo>
                  <a:lnTo>
                    <a:pt x="464340" y="26009"/>
                  </a:lnTo>
                  <a:lnTo>
                    <a:pt x="428193" y="10113"/>
                  </a:lnTo>
                  <a:lnTo>
                    <a:pt x="390384" y="1263"/>
                  </a:lnTo>
                  <a:lnTo>
                    <a:pt x="356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39594" y="2080165"/>
              <a:ext cx="7135175" cy="7138757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50786" y="2214163"/>
              <a:ext cx="6905957" cy="689610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207698" y="7464265"/>
              <a:ext cx="921434" cy="123556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8253924" y="7484459"/>
              <a:ext cx="845185" cy="1147445"/>
            </a:xfrm>
            <a:custGeom>
              <a:avLst/>
              <a:gdLst/>
              <a:ahLst/>
              <a:cxnLst/>
              <a:rect l="l" t="t" r="r" b="b"/>
              <a:pathLst>
                <a:path w="845184" h="1147445">
                  <a:moveTo>
                    <a:pt x="821591" y="1106819"/>
                  </a:moveTo>
                  <a:lnTo>
                    <a:pt x="660120" y="1106819"/>
                  </a:lnTo>
                  <a:lnTo>
                    <a:pt x="676142" y="1123498"/>
                  </a:lnTo>
                  <a:lnTo>
                    <a:pt x="695534" y="1136251"/>
                  </a:lnTo>
                  <a:lnTo>
                    <a:pt x="717645" y="1144400"/>
                  </a:lnTo>
                  <a:lnTo>
                    <a:pt x="741824" y="1147268"/>
                  </a:lnTo>
                  <a:lnTo>
                    <a:pt x="781920" y="1139172"/>
                  </a:lnTo>
                  <a:lnTo>
                    <a:pt x="814664" y="1117093"/>
                  </a:lnTo>
                  <a:lnTo>
                    <a:pt x="821591" y="1106819"/>
                  </a:lnTo>
                  <a:close/>
                </a:path>
                <a:path w="845184" h="1147445">
                  <a:moveTo>
                    <a:pt x="825477" y="987074"/>
                  </a:moveTo>
                  <a:lnTo>
                    <a:pt x="290791" y="987074"/>
                  </a:lnTo>
                  <a:lnTo>
                    <a:pt x="309843" y="1024198"/>
                  </a:lnTo>
                  <a:lnTo>
                    <a:pt x="331226" y="1053480"/>
                  </a:lnTo>
                  <a:lnTo>
                    <a:pt x="348661" y="1072686"/>
                  </a:lnTo>
                  <a:lnTo>
                    <a:pt x="355868" y="1079584"/>
                  </a:lnTo>
                  <a:lnTo>
                    <a:pt x="311186" y="1086213"/>
                  </a:lnTo>
                  <a:lnTo>
                    <a:pt x="287649" y="1092840"/>
                  </a:lnTo>
                  <a:lnTo>
                    <a:pt x="277475" y="1103441"/>
                  </a:lnTo>
                  <a:lnTo>
                    <a:pt x="272886" y="1121991"/>
                  </a:lnTo>
                  <a:lnTo>
                    <a:pt x="283455" y="1132574"/>
                  </a:lnTo>
                  <a:lnTo>
                    <a:pt x="315649" y="1140381"/>
                  </a:lnTo>
                  <a:lnTo>
                    <a:pt x="363602" y="1145288"/>
                  </a:lnTo>
                  <a:lnTo>
                    <a:pt x="421448" y="1147172"/>
                  </a:lnTo>
                  <a:lnTo>
                    <a:pt x="483322" y="1145908"/>
                  </a:lnTo>
                  <a:lnTo>
                    <a:pt x="543356" y="1141373"/>
                  </a:lnTo>
                  <a:lnTo>
                    <a:pt x="595686" y="1133442"/>
                  </a:lnTo>
                  <a:lnTo>
                    <a:pt x="634446" y="1121991"/>
                  </a:lnTo>
                  <a:lnTo>
                    <a:pt x="660120" y="1106819"/>
                  </a:lnTo>
                  <a:lnTo>
                    <a:pt x="821591" y="1106819"/>
                  </a:lnTo>
                  <a:lnTo>
                    <a:pt x="836741" y="1084346"/>
                  </a:lnTo>
                  <a:lnTo>
                    <a:pt x="844837" y="1044245"/>
                  </a:lnTo>
                  <a:lnTo>
                    <a:pt x="837457" y="1005902"/>
                  </a:lnTo>
                  <a:lnTo>
                    <a:pt x="825477" y="987074"/>
                  </a:lnTo>
                  <a:close/>
                </a:path>
                <a:path w="845184" h="1147445">
                  <a:moveTo>
                    <a:pt x="509520" y="650089"/>
                  </a:moveTo>
                  <a:lnTo>
                    <a:pt x="146188" y="650089"/>
                  </a:lnTo>
                  <a:lnTo>
                    <a:pt x="152599" y="682871"/>
                  </a:lnTo>
                  <a:lnTo>
                    <a:pt x="156095" y="716082"/>
                  </a:lnTo>
                  <a:lnTo>
                    <a:pt x="156656" y="749528"/>
                  </a:lnTo>
                  <a:lnTo>
                    <a:pt x="154261" y="783017"/>
                  </a:lnTo>
                  <a:lnTo>
                    <a:pt x="148395" y="838735"/>
                  </a:lnTo>
                  <a:lnTo>
                    <a:pt x="143379" y="896792"/>
                  </a:lnTo>
                  <a:lnTo>
                    <a:pt x="139669" y="952405"/>
                  </a:lnTo>
                  <a:lnTo>
                    <a:pt x="137724" y="1000794"/>
                  </a:lnTo>
                  <a:lnTo>
                    <a:pt x="138000" y="1037177"/>
                  </a:lnTo>
                  <a:lnTo>
                    <a:pt x="127459" y="1079197"/>
                  </a:lnTo>
                  <a:lnTo>
                    <a:pt x="97357" y="1097695"/>
                  </a:lnTo>
                  <a:lnTo>
                    <a:pt x="59308" y="1106252"/>
                  </a:lnTo>
                  <a:lnTo>
                    <a:pt x="24925" y="1118452"/>
                  </a:lnTo>
                  <a:lnTo>
                    <a:pt x="22022" y="1130168"/>
                  </a:lnTo>
                  <a:lnTo>
                    <a:pt x="45194" y="1139136"/>
                  </a:lnTo>
                  <a:lnTo>
                    <a:pt x="84902" y="1143194"/>
                  </a:lnTo>
                  <a:lnTo>
                    <a:pt x="131608" y="1140185"/>
                  </a:lnTo>
                  <a:lnTo>
                    <a:pt x="175774" y="1127949"/>
                  </a:lnTo>
                  <a:lnTo>
                    <a:pt x="207862" y="1104327"/>
                  </a:lnTo>
                  <a:lnTo>
                    <a:pt x="246645" y="1050993"/>
                  </a:lnTo>
                  <a:lnTo>
                    <a:pt x="290791" y="987074"/>
                  </a:lnTo>
                  <a:lnTo>
                    <a:pt x="825477" y="987074"/>
                  </a:lnTo>
                  <a:lnTo>
                    <a:pt x="817232" y="974116"/>
                  </a:lnTo>
                  <a:lnTo>
                    <a:pt x="787035" y="951738"/>
                  </a:lnTo>
                  <a:lnTo>
                    <a:pt x="749740" y="941619"/>
                  </a:lnTo>
                  <a:lnTo>
                    <a:pt x="746331" y="880249"/>
                  </a:lnTo>
                  <a:lnTo>
                    <a:pt x="734765" y="828428"/>
                  </a:lnTo>
                  <a:lnTo>
                    <a:pt x="716562" y="785938"/>
                  </a:lnTo>
                  <a:lnTo>
                    <a:pt x="394495" y="785938"/>
                  </a:lnTo>
                  <a:lnTo>
                    <a:pt x="394212" y="783781"/>
                  </a:lnTo>
                  <a:lnTo>
                    <a:pt x="715270" y="783781"/>
                  </a:lnTo>
                  <a:lnTo>
                    <a:pt x="692023" y="749716"/>
                  </a:lnTo>
                  <a:lnTo>
                    <a:pt x="663278" y="720964"/>
                  </a:lnTo>
                  <a:lnTo>
                    <a:pt x="631235" y="698039"/>
                  </a:lnTo>
                  <a:lnTo>
                    <a:pt x="597110" y="680012"/>
                  </a:lnTo>
                  <a:lnTo>
                    <a:pt x="527473" y="654928"/>
                  </a:lnTo>
                  <a:lnTo>
                    <a:pt x="509520" y="650089"/>
                  </a:lnTo>
                  <a:close/>
                </a:path>
                <a:path w="845184" h="1147445">
                  <a:moveTo>
                    <a:pt x="715270" y="783781"/>
                  </a:moveTo>
                  <a:lnTo>
                    <a:pt x="394212" y="783781"/>
                  </a:lnTo>
                  <a:lnTo>
                    <a:pt x="397406" y="784870"/>
                  </a:lnTo>
                  <a:lnTo>
                    <a:pt x="396369" y="785228"/>
                  </a:lnTo>
                  <a:lnTo>
                    <a:pt x="394495" y="785938"/>
                  </a:lnTo>
                  <a:lnTo>
                    <a:pt x="716562" y="785938"/>
                  </a:lnTo>
                  <a:lnTo>
                    <a:pt x="716235" y="785195"/>
                  </a:lnTo>
                  <a:lnTo>
                    <a:pt x="715270" y="783781"/>
                  </a:lnTo>
                  <a:close/>
                </a:path>
                <a:path w="845184" h="1147445">
                  <a:moveTo>
                    <a:pt x="55693" y="17129"/>
                  </a:moveTo>
                  <a:lnTo>
                    <a:pt x="38840" y="23039"/>
                  </a:lnTo>
                  <a:lnTo>
                    <a:pt x="30047" y="38968"/>
                  </a:lnTo>
                  <a:lnTo>
                    <a:pt x="31142" y="64785"/>
                  </a:lnTo>
                  <a:lnTo>
                    <a:pt x="43950" y="100357"/>
                  </a:lnTo>
                  <a:lnTo>
                    <a:pt x="67674" y="148641"/>
                  </a:lnTo>
                  <a:lnTo>
                    <a:pt x="91560" y="196345"/>
                  </a:lnTo>
                  <a:lnTo>
                    <a:pt x="113883" y="242828"/>
                  </a:lnTo>
                  <a:lnTo>
                    <a:pt x="132916" y="287450"/>
                  </a:lnTo>
                  <a:lnTo>
                    <a:pt x="146933" y="329570"/>
                  </a:lnTo>
                  <a:lnTo>
                    <a:pt x="154209" y="368548"/>
                  </a:lnTo>
                  <a:lnTo>
                    <a:pt x="132790" y="376930"/>
                  </a:lnTo>
                  <a:lnTo>
                    <a:pt x="111760" y="387889"/>
                  </a:lnTo>
                  <a:lnTo>
                    <a:pt x="73991" y="419112"/>
                  </a:lnTo>
                  <a:lnTo>
                    <a:pt x="44742" y="457381"/>
                  </a:lnTo>
                  <a:lnTo>
                    <a:pt x="19977" y="500383"/>
                  </a:lnTo>
                  <a:lnTo>
                    <a:pt x="3721" y="544081"/>
                  </a:lnTo>
                  <a:lnTo>
                    <a:pt x="0" y="584441"/>
                  </a:lnTo>
                  <a:lnTo>
                    <a:pt x="12836" y="617429"/>
                  </a:lnTo>
                  <a:lnTo>
                    <a:pt x="46254" y="639011"/>
                  </a:lnTo>
                  <a:lnTo>
                    <a:pt x="70315" y="645317"/>
                  </a:lnTo>
                  <a:lnTo>
                    <a:pt x="95247" y="649164"/>
                  </a:lnTo>
                  <a:lnTo>
                    <a:pt x="120667" y="650704"/>
                  </a:lnTo>
                  <a:lnTo>
                    <a:pt x="146188" y="650089"/>
                  </a:lnTo>
                  <a:lnTo>
                    <a:pt x="509520" y="650089"/>
                  </a:lnTo>
                  <a:lnTo>
                    <a:pt x="494390" y="646011"/>
                  </a:lnTo>
                  <a:lnTo>
                    <a:pt x="464085" y="638268"/>
                  </a:lnTo>
                  <a:lnTo>
                    <a:pt x="437771" y="630770"/>
                  </a:lnTo>
                  <a:lnTo>
                    <a:pt x="394715" y="610205"/>
                  </a:lnTo>
                  <a:lnTo>
                    <a:pt x="363468" y="583345"/>
                  </a:lnTo>
                  <a:lnTo>
                    <a:pt x="342247" y="554667"/>
                  </a:lnTo>
                  <a:lnTo>
                    <a:pt x="329272" y="528648"/>
                  </a:lnTo>
                  <a:lnTo>
                    <a:pt x="337806" y="489330"/>
                  </a:lnTo>
                  <a:lnTo>
                    <a:pt x="339579" y="449744"/>
                  </a:lnTo>
                  <a:lnTo>
                    <a:pt x="330631" y="412735"/>
                  </a:lnTo>
                  <a:lnTo>
                    <a:pt x="307000" y="381144"/>
                  </a:lnTo>
                  <a:lnTo>
                    <a:pt x="327533" y="342364"/>
                  </a:lnTo>
                  <a:lnTo>
                    <a:pt x="344647" y="294898"/>
                  </a:lnTo>
                  <a:lnTo>
                    <a:pt x="350668" y="262802"/>
                  </a:lnTo>
                  <a:lnTo>
                    <a:pt x="237965" y="262802"/>
                  </a:lnTo>
                  <a:lnTo>
                    <a:pt x="232636" y="234326"/>
                  </a:lnTo>
                  <a:lnTo>
                    <a:pt x="212562" y="173921"/>
                  </a:lnTo>
                  <a:lnTo>
                    <a:pt x="167194" y="96285"/>
                  </a:lnTo>
                  <a:lnTo>
                    <a:pt x="136358" y="60814"/>
                  </a:lnTo>
                  <a:lnTo>
                    <a:pt x="106278" y="35885"/>
                  </a:lnTo>
                  <a:lnTo>
                    <a:pt x="78781" y="21367"/>
                  </a:lnTo>
                  <a:lnTo>
                    <a:pt x="55693" y="17129"/>
                  </a:lnTo>
                  <a:close/>
                </a:path>
                <a:path w="845184" h="1147445">
                  <a:moveTo>
                    <a:pt x="262011" y="0"/>
                  </a:moveTo>
                  <a:lnTo>
                    <a:pt x="247373" y="10806"/>
                  </a:lnTo>
                  <a:lnTo>
                    <a:pt x="237593" y="34725"/>
                  </a:lnTo>
                  <a:lnTo>
                    <a:pt x="234384" y="72400"/>
                  </a:lnTo>
                  <a:lnTo>
                    <a:pt x="235633" y="121406"/>
                  </a:lnTo>
                  <a:lnTo>
                    <a:pt x="237298" y="170126"/>
                  </a:lnTo>
                  <a:lnTo>
                    <a:pt x="238401" y="217584"/>
                  </a:lnTo>
                  <a:lnTo>
                    <a:pt x="237965" y="262802"/>
                  </a:lnTo>
                  <a:lnTo>
                    <a:pt x="350668" y="262802"/>
                  </a:lnTo>
                  <a:lnTo>
                    <a:pt x="355154" y="238892"/>
                  </a:lnTo>
                  <a:lnTo>
                    <a:pt x="355868" y="174491"/>
                  </a:lnTo>
                  <a:lnTo>
                    <a:pt x="348077" y="120133"/>
                  </a:lnTo>
                  <a:lnTo>
                    <a:pt x="334860" y="75028"/>
                  </a:lnTo>
                  <a:lnTo>
                    <a:pt x="317931" y="39819"/>
                  </a:lnTo>
                  <a:lnTo>
                    <a:pt x="299004" y="15149"/>
                  </a:lnTo>
                  <a:lnTo>
                    <a:pt x="279792" y="1661"/>
                  </a:lnTo>
                  <a:lnTo>
                    <a:pt x="262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8976424" y="6993362"/>
              <a:ext cx="2447290" cy="1080770"/>
            </a:xfrm>
            <a:custGeom>
              <a:avLst/>
              <a:gdLst/>
              <a:ahLst/>
              <a:cxnLst/>
              <a:rect l="l" t="t" r="r" b="b"/>
              <a:pathLst>
                <a:path w="2447290" h="1080770">
                  <a:moveTo>
                    <a:pt x="97383" y="988898"/>
                  </a:moveTo>
                  <a:lnTo>
                    <a:pt x="37045" y="859231"/>
                  </a:lnTo>
                  <a:lnTo>
                    <a:pt x="14986" y="771944"/>
                  </a:lnTo>
                  <a:lnTo>
                    <a:pt x="29464" y="687400"/>
                  </a:lnTo>
                  <a:lnTo>
                    <a:pt x="78727" y="565937"/>
                  </a:lnTo>
                  <a:lnTo>
                    <a:pt x="30073" y="575945"/>
                  </a:lnTo>
                  <a:lnTo>
                    <a:pt x="6146" y="625538"/>
                  </a:lnTo>
                  <a:lnTo>
                    <a:pt x="0" y="756399"/>
                  </a:lnTo>
                  <a:lnTo>
                    <a:pt x="4724" y="1010145"/>
                  </a:lnTo>
                  <a:lnTo>
                    <a:pt x="20955" y="1080731"/>
                  </a:lnTo>
                  <a:lnTo>
                    <a:pt x="52616" y="1065225"/>
                  </a:lnTo>
                  <a:lnTo>
                    <a:pt x="83489" y="1016863"/>
                  </a:lnTo>
                  <a:lnTo>
                    <a:pt x="97383" y="988898"/>
                  </a:lnTo>
                  <a:close/>
                </a:path>
                <a:path w="2447290" h="1080770">
                  <a:moveTo>
                    <a:pt x="1768576" y="545426"/>
                  </a:moveTo>
                  <a:lnTo>
                    <a:pt x="1711325" y="414362"/>
                  </a:lnTo>
                  <a:lnTo>
                    <a:pt x="1705838" y="390309"/>
                  </a:lnTo>
                  <a:lnTo>
                    <a:pt x="1709191" y="377761"/>
                  </a:lnTo>
                  <a:lnTo>
                    <a:pt x="1711591" y="297497"/>
                  </a:lnTo>
                  <a:lnTo>
                    <a:pt x="1703031" y="266877"/>
                  </a:lnTo>
                  <a:lnTo>
                    <a:pt x="1707832" y="242392"/>
                  </a:lnTo>
                  <a:lnTo>
                    <a:pt x="1759953" y="122148"/>
                  </a:lnTo>
                  <a:lnTo>
                    <a:pt x="1711083" y="130987"/>
                  </a:lnTo>
                  <a:lnTo>
                    <a:pt x="1685988" y="180009"/>
                  </a:lnTo>
                  <a:lnTo>
                    <a:pt x="1684528" y="200621"/>
                  </a:lnTo>
                  <a:lnTo>
                    <a:pt x="1683423" y="196646"/>
                  </a:lnTo>
                  <a:lnTo>
                    <a:pt x="1618729" y="33401"/>
                  </a:lnTo>
                  <a:lnTo>
                    <a:pt x="1649526" y="142417"/>
                  </a:lnTo>
                  <a:lnTo>
                    <a:pt x="1656803" y="222758"/>
                  </a:lnTo>
                  <a:lnTo>
                    <a:pt x="1637868" y="314020"/>
                  </a:lnTo>
                  <a:lnTo>
                    <a:pt x="1590027" y="455790"/>
                  </a:lnTo>
                  <a:lnTo>
                    <a:pt x="1597418" y="483082"/>
                  </a:lnTo>
                  <a:lnTo>
                    <a:pt x="1617421" y="530517"/>
                  </a:lnTo>
                  <a:lnTo>
                    <a:pt x="1646758" y="546455"/>
                  </a:lnTo>
                  <a:lnTo>
                    <a:pt x="1675803" y="491299"/>
                  </a:lnTo>
                  <a:lnTo>
                    <a:pt x="1675434" y="564476"/>
                  </a:lnTo>
                  <a:lnTo>
                    <a:pt x="1689989" y="635419"/>
                  </a:lnTo>
                  <a:lnTo>
                    <a:pt x="1722005" y="620661"/>
                  </a:lnTo>
                  <a:lnTo>
                    <a:pt x="1754022" y="573049"/>
                  </a:lnTo>
                  <a:lnTo>
                    <a:pt x="1768576" y="545426"/>
                  </a:lnTo>
                  <a:close/>
                </a:path>
                <a:path w="2447290" h="1080770">
                  <a:moveTo>
                    <a:pt x="2163813" y="598246"/>
                  </a:moveTo>
                  <a:lnTo>
                    <a:pt x="2106777" y="467664"/>
                  </a:lnTo>
                  <a:lnTo>
                    <a:pt x="2109178" y="387731"/>
                  </a:lnTo>
                  <a:lnTo>
                    <a:pt x="2094928" y="336740"/>
                  </a:lnTo>
                  <a:lnTo>
                    <a:pt x="2103069" y="295211"/>
                  </a:lnTo>
                  <a:lnTo>
                    <a:pt x="2155202" y="174955"/>
                  </a:lnTo>
                  <a:lnTo>
                    <a:pt x="2106320" y="183794"/>
                  </a:lnTo>
                  <a:lnTo>
                    <a:pt x="2081225" y="232816"/>
                  </a:lnTo>
                  <a:lnTo>
                    <a:pt x="2077935" y="279146"/>
                  </a:lnTo>
                  <a:lnTo>
                    <a:pt x="2054390" y="219735"/>
                  </a:lnTo>
                  <a:lnTo>
                    <a:pt x="2054390" y="312991"/>
                  </a:lnTo>
                  <a:lnTo>
                    <a:pt x="2036559" y="398868"/>
                  </a:lnTo>
                  <a:lnTo>
                    <a:pt x="2032863" y="390398"/>
                  </a:lnTo>
                  <a:lnTo>
                    <a:pt x="2027453" y="370992"/>
                  </a:lnTo>
                  <a:lnTo>
                    <a:pt x="2026005" y="367360"/>
                  </a:lnTo>
                  <a:lnTo>
                    <a:pt x="2009521" y="294894"/>
                  </a:lnTo>
                  <a:lnTo>
                    <a:pt x="2025992" y="210718"/>
                  </a:lnTo>
                  <a:lnTo>
                    <a:pt x="2035022" y="189877"/>
                  </a:lnTo>
                  <a:lnTo>
                    <a:pt x="2047113" y="232651"/>
                  </a:lnTo>
                  <a:lnTo>
                    <a:pt x="2054390" y="312991"/>
                  </a:lnTo>
                  <a:lnTo>
                    <a:pt x="2054390" y="219735"/>
                  </a:lnTo>
                  <a:lnTo>
                    <a:pt x="2038959" y="180797"/>
                  </a:lnTo>
                  <a:lnTo>
                    <a:pt x="2078126" y="90474"/>
                  </a:lnTo>
                  <a:lnTo>
                    <a:pt x="2029256" y="99301"/>
                  </a:lnTo>
                  <a:lnTo>
                    <a:pt x="2016518" y="124167"/>
                  </a:lnTo>
                  <a:lnTo>
                    <a:pt x="2016315" y="123621"/>
                  </a:lnTo>
                  <a:lnTo>
                    <a:pt x="2016480" y="124244"/>
                  </a:lnTo>
                  <a:lnTo>
                    <a:pt x="2004148" y="148323"/>
                  </a:lnTo>
                  <a:lnTo>
                    <a:pt x="1994916" y="279006"/>
                  </a:lnTo>
                  <a:lnTo>
                    <a:pt x="1994865" y="288772"/>
                  </a:lnTo>
                  <a:lnTo>
                    <a:pt x="1962759" y="207746"/>
                  </a:lnTo>
                  <a:lnTo>
                    <a:pt x="1994839" y="292608"/>
                  </a:lnTo>
                  <a:lnTo>
                    <a:pt x="1993950" y="465264"/>
                  </a:lnTo>
                  <a:lnTo>
                    <a:pt x="1957158" y="380961"/>
                  </a:lnTo>
                  <a:lnTo>
                    <a:pt x="1951672" y="356920"/>
                  </a:lnTo>
                  <a:lnTo>
                    <a:pt x="1955025" y="344373"/>
                  </a:lnTo>
                  <a:lnTo>
                    <a:pt x="1957425" y="264109"/>
                  </a:lnTo>
                  <a:lnTo>
                    <a:pt x="1948865" y="233476"/>
                  </a:lnTo>
                  <a:lnTo>
                    <a:pt x="1953653" y="209003"/>
                  </a:lnTo>
                  <a:lnTo>
                    <a:pt x="2005787" y="88747"/>
                  </a:lnTo>
                  <a:lnTo>
                    <a:pt x="1956917" y="97586"/>
                  </a:lnTo>
                  <a:lnTo>
                    <a:pt x="1931822" y="146608"/>
                  </a:lnTo>
                  <a:lnTo>
                    <a:pt x="1930361" y="167233"/>
                  </a:lnTo>
                  <a:lnTo>
                    <a:pt x="1929257" y="163258"/>
                  </a:lnTo>
                  <a:lnTo>
                    <a:pt x="1864563" y="0"/>
                  </a:lnTo>
                  <a:lnTo>
                    <a:pt x="1895360" y="109029"/>
                  </a:lnTo>
                  <a:lnTo>
                    <a:pt x="1902637" y="189369"/>
                  </a:lnTo>
                  <a:lnTo>
                    <a:pt x="1884235" y="278015"/>
                  </a:lnTo>
                  <a:lnTo>
                    <a:pt x="1875688" y="247370"/>
                  </a:lnTo>
                  <a:lnTo>
                    <a:pt x="1810994" y="84124"/>
                  </a:lnTo>
                  <a:lnTo>
                    <a:pt x="1857362" y="206717"/>
                  </a:lnTo>
                  <a:lnTo>
                    <a:pt x="1869821" y="291592"/>
                  </a:lnTo>
                  <a:lnTo>
                    <a:pt x="1845703" y="378320"/>
                  </a:lnTo>
                  <a:lnTo>
                    <a:pt x="1782292" y="506526"/>
                  </a:lnTo>
                  <a:lnTo>
                    <a:pt x="1789684" y="533819"/>
                  </a:lnTo>
                  <a:lnTo>
                    <a:pt x="1809686" y="581253"/>
                  </a:lnTo>
                  <a:lnTo>
                    <a:pt x="1839023" y="597179"/>
                  </a:lnTo>
                  <a:lnTo>
                    <a:pt x="1874431" y="529971"/>
                  </a:lnTo>
                  <a:lnTo>
                    <a:pt x="1880654" y="506590"/>
                  </a:lnTo>
                  <a:lnTo>
                    <a:pt x="1892579" y="513054"/>
                  </a:lnTo>
                  <a:lnTo>
                    <a:pt x="1921637" y="457885"/>
                  </a:lnTo>
                  <a:lnTo>
                    <a:pt x="1921268" y="531088"/>
                  </a:lnTo>
                  <a:lnTo>
                    <a:pt x="1935822" y="602030"/>
                  </a:lnTo>
                  <a:lnTo>
                    <a:pt x="1951532" y="594791"/>
                  </a:lnTo>
                  <a:lnTo>
                    <a:pt x="1934057" y="630135"/>
                  </a:lnTo>
                  <a:lnTo>
                    <a:pt x="1941449" y="657428"/>
                  </a:lnTo>
                  <a:lnTo>
                    <a:pt x="1961438" y="704862"/>
                  </a:lnTo>
                  <a:lnTo>
                    <a:pt x="1990775" y="720801"/>
                  </a:lnTo>
                  <a:lnTo>
                    <a:pt x="2026183" y="653580"/>
                  </a:lnTo>
                  <a:lnTo>
                    <a:pt x="2032406" y="630199"/>
                  </a:lnTo>
                  <a:lnTo>
                    <a:pt x="2044344" y="636676"/>
                  </a:lnTo>
                  <a:lnTo>
                    <a:pt x="2070823" y="586397"/>
                  </a:lnTo>
                  <a:lnTo>
                    <a:pt x="2070671" y="617283"/>
                  </a:lnTo>
                  <a:lnTo>
                    <a:pt x="2085225" y="688238"/>
                  </a:lnTo>
                  <a:lnTo>
                    <a:pt x="2117242" y="673481"/>
                  </a:lnTo>
                  <a:lnTo>
                    <a:pt x="2149259" y="625856"/>
                  </a:lnTo>
                  <a:lnTo>
                    <a:pt x="2163813" y="598246"/>
                  </a:lnTo>
                  <a:close/>
                </a:path>
                <a:path w="2447290" h="1080770">
                  <a:moveTo>
                    <a:pt x="2446845" y="24650"/>
                  </a:moveTo>
                  <a:lnTo>
                    <a:pt x="2397188" y="25387"/>
                  </a:lnTo>
                  <a:lnTo>
                    <a:pt x="2364409" y="69634"/>
                  </a:lnTo>
                  <a:lnTo>
                    <a:pt x="2333942" y="197040"/>
                  </a:lnTo>
                  <a:lnTo>
                    <a:pt x="2304262" y="370547"/>
                  </a:lnTo>
                  <a:lnTo>
                    <a:pt x="2276030" y="305892"/>
                  </a:lnTo>
                  <a:lnTo>
                    <a:pt x="2256053" y="218109"/>
                  </a:lnTo>
                  <a:lnTo>
                    <a:pt x="2272538" y="133921"/>
                  </a:lnTo>
                  <a:lnTo>
                    <a:pt x="2324671" y="13677"/>
                  </a:lnTo>
                  <a:lnTo>
                    <a:pt x="2275789" y="22517"/>
                  </a:lnTo>
                  <a:lnTo>
                    <a:pt x="2250694" y="71539"/>
                  </a:lnTo>
                  <a:lnTo>
                    <a:pt x="2241461" y="202209"/>
                  </a:lnTo>
                  <a:lnTo>
                    <a:pt x="2241067" y="277710"/>
                  </a:lnTo>
                  <a:lnTo>
                    <a:pt x="2183904" y="133426"/>
                  </a:lnTo>
                  <a:lnTo>
                    <a:pt x="2214689" y="242443"/>
                  </a:lnTo>
                  <a:lnTo>
                    <a:pt x="2221966" y="322783"/>
                  </a:lnTo>
                  <a:lnTo>
                    <a:pt x="2203031" y="414045"/>
                  </a:lnTo>
                  <a:lnTo>
                    <a:pt x="2155202" y="555815"/>
                  </a:lnTo>
                  <a:lnTo>
                    <a:pt x="2162594" y="583107"/>
                  </a:lnTo>
                  <a:lnTo>
                    <a:pt x="2182584" y="630542"/>
                  </a:lnTo>
                  <a:lnTo>
                    <a:pt x="2211921" y="646468"/>
                  </a:lnTo>
                  <a:lnTo>
                    <a:pt x="2247328" y="579259"/>
                  </a:lnTo>
                  <a:lnTo>
                    <a:pt x="2262174" y="523519"/>
                  </a:lnTo>
                  <a:lnTo>
                    <a:pt x="2286711" y="512203"/>
                  </a:lnTo>
                  <a:lnTo>
                    <a:pt x="2293264" y="502450"/>
                  </a:lnTo>
                  <a:lnTo>
                    <a:pt x="2293924" y="519595"/>
                  </a:lnTo>
                  <a:lnTo>
                    <a:pt x="2327922" y="510260"/>
                  </a:lnTo>
                  <a:lnTo>
                    <a:pt x="2367292" y="468515"/>
                  </a:lnTo>
                  <a:lnTo>
                    <a:pt x="2386165" y="443649"/>
                  </a:lnTo>
                  <a:lnTo>
                    <a:pt x="2351113" y="304990"/>
                  </a:lnTo>
                  <a:lnTo>
                    <a:pt x="2345753" y="215125"/>
                  </a:lnTo>
                  <a:lnTo>
                    <a:pt x="2375763" y="134772"/>
                  </a:lnTo>
                  <a:lnTo>
                    <a:pt x="2446845" y="2465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90361" y="7401439"/>
              <a:ext cx="973778" cy="900492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0535553" y="7420380"/>
              <a:ext cx="891540" cy="810895"/>
            </a:xfrm>
            <a:custGeom>
              <a:avLst/>
              <a:gdLst/>
              <a:ahLst/>
              <a:cxnLst/>
              <a:rect l="l" t="t" r="r" b="b"/>
              <a:pathLst>
                <a:path w="891540" h="810895">
                  <a:moveTo>
                    <a:pt x="628198" y="0"/>
                  </a:moveTo>
                  <a:lnTo>
                    <a:pt x="601955" y="3148"/>
                  </a:lnTo>
                  <a:lnTo>
                    <a:pt x="577278" y="33199"/>
                  </a:lnTo>
                  <a:lnTo>
                    <a:pt x="557291" y="95195"/>
                  </a:lnTo>
                  <a:lnTo>
                    <a:pt x="555587" y="146967"/>
                  </a:lnTo>
                  <a:lnTo>
                    <a:pt x="568519" y="199613"/>
                  </a:lnTo>
                  <a:lnTo>
                    <a:pt x="591567" y="250660"/>
                  </a:lnTo>
                  <a:lnTo>
                    <a:pt x="620212" y="297637"/>
                  </a:lnTo>
                  <a:lnTo>
                    <a:pt x="649936" y="338071"/>
                  </a:lnTo>
                  <a:lnTo>
                    <a:pt x="676220" y="369490"/>
                  </a:lnTo>
                  <a:lnTo>
                    <a:pt x="663115" y="383911"/>
                  </a:lnTo>
                  <a:lnTo>
                    <a:pt x="652955" y="398635"/>
                  </a:lnTo>
                  <a:lnTo>
                    <a:pt x="645506" y="412320"/>
                  </a:lnTo>
                  <a:lnTo>
                    <a:pt x="640535" y="423625"/>
                  </a:lnTo>
                  <a:lnTo>
                    <a:pt x="631595" y="428088"/>
                  </a:lnTo>
                  <a:lnTo>
                    <a:pt x="616502" y="429965"/>
                  </a:lnTo>
                  <a:lnTo>
                    <a:pt x="593811" y="426596"/>
                  </a:lnTo>
                  <a:lnTo>
                    <a:pt x="562077" y="415321"/>
                  </a:lnTo>
                  <a:lnTo>
                    <a:pt x="529682" y="401103"/>
                  </a:lnTo>
                  <a:lnTo>
                    <a:pt x="494165" y="387038"/>
                  </a:lnTo>
                  <a:lnTo>
                    <a:pt x="455327" y="375342"/>
                  </a:lnTo>
                  <a:lnTo>
                    <a:pt x="412965" y="368231"/>
                  </a:lnTo>
                  <a:lnTo>
                    <a:pt x="366880" y="367920"/>
                  </a:lnTo>
                  <a:lnTo>
                    <a:pt x="316870" y="376623"/>
                  </a:lnTo>
                  <a:lnTo>
                    <a:pt x="262735" y="396557"/>
                  </a:lnTo>
                  <a:lnTo>
                    <a:pt x="221427" y="421036"/>
                  </a:lnTo>
                  <a:lnTo>
                    <a:pt x="186790" y="451770"/>
                  </a:lnTo>
                  <a:lnTo>
                    <a:pt x="159048" y="487172"/>
                  </a:lnTo>
                  <a:lnTo>
                    <a:pt x="138425" y="525652"/>
                  </a:lnTo>
                  <a:lnTo>
                    <a:pt x="125148" y="565620"/>
                  </a:lnTo>
                  <a:lnTo>
                    <a:pt x="119190" y="564395"/>
                  </a:lnTo>
                  <a:lnTo>
                    <a:pt x="113085" y="563579"/>
                  </a:lnTo>
                  <a:lnTo>
                    <a:pt x="106803" y="563411"/>
                  </a:lnTo>
                  <a:lnTo>
                    <a:pt x="66091" y="570514"/>
                  </a:lnTo>
                  <a:lnTo>
                    <a:pt x="32429" y="591930"/>
                  </a:lnTo>
                  <a:lnTo>
                    <a:pt x="9253" y="624405"/>
                  </a:lnTo>
                  <a:lnTo>
                    <a:pt x="0" y="664685"/>
                  </a:lnTo>
                  <a:lnTo>
                    <a:pt x="7098" y="705395"/>
                  </a:lnTo>
                  <a:lnTo>
                    <a:pt x="28513" y="739054"/>
                  </a:lnTo>
                  <a:lnTo>
                    <a:pt x="60988" y="762226"/>
                  </a:lnTo>
                  <a:lnTo>
                    <a:pt x="101263" y="771478"/>
                  </a:lnTo>
                  <a:lnTo>
                    <a:pt x="117048" y="770707"/>
                  </a:lnTo>
                  <a:lnTo>
                    <a:pt x="132151" y="767661"/>
                  </a:lnTo>
                  <a:lnTo>
                    <a:pt x="146396" y="762511"/>
                  </a:lnTo>
                  <a:lnTo>
                    <a:pt x="159607" y="755426"/>
                  </a:lnTo>
                  <a:lnTo>
                    <a:pt x="155581" y="762428"/>
                  </a:lnTo>
                  <a:lnTo>
                    <a:pt x="152313" y="770420"/>
                  </a:lnTo>
                  <a:lnTo>
                    <a:pt x="150582" y="779065"/>
                  </a:lnTo>
                  <a:lnTo>
                    <a:pt x="151168" y="788022"/>
                  </a:lnTo>
                  <a:lnTo>
                    <a:pt x="171088" y="797943"/>
                  </a:lnTo>
                  <a:lnTo>
                    <a:pt x="217681" y="805496"/>
                  </a:lnTo>
                  <a:lnTo>
                    <a:pt x="278415" y="809974"/>
                  </a:lnTo>
                  <a:lnTo>
                    <a:pt x="340762" y="810669"/>
                  </a:lnTo>
                  <a:lnTo>
                    <a:pt x="392192" y="806872"/>
                  </a:lnTo>
                  <a:lnTo>
                    <a:pt x="420175" y="797875"/>
                  </a:lnTo>
                  <a:lnTo>
                    <a:pt x="423788" y="788816"/>
                  </a:lnTo>
                  <a:lnTo>
                    <a:pt x="417878" y="780120"/>
                  </a:lnTo>
                  <a:lnTo>
                    <a:pt x="405334" y="772067"/>
                  </a:lnTo>
                  <a:lnTo>
                    <a:pt x="389045" y="764934"/>
                  </a:lnTo>
                  <a:lnTo>
                    <a:pt x="428320" y="763789"/>
                  </a:lnTo>
                  <a:lnTo>
                    <a:pt x="466997" y="761190"/>
                  </a:lnTo>
                  <a:lnTo>
                    <a:pt x="504317" y="757280"/>
                  </a:lnTo>
                  <a:lnTo>
                    <a:pt x="539522" y="752201"/>
                  </a:lnTo>
                  <a:lnTo>
                    <a:pt x="553129" y="762323"/>
                  </a:lnTo>
                  <a:lnTo>
                    <a:pt x="604819" y="789142"/>
                  </a:lnTo>
                  <a:lnTo>
                    <a:pt x="662703" y="806015"/>
                  </a:lnTo>
                  <a:lnTo>
                    <a:pt x="710864" y="810860"/>
                  </a:lnTo>
                  <a:lnTo>
                    <a:pt x="754818" y="810218"/>
                  </a:lnTo>
                  <a:lnTo>
                    <a:pt x="800080" y="810629"/>
                  </a:lnTo>
                  <a:lnTo>
                    <a:pt x="828528" y="808406"/>
                  </a:lnTo>
                  <a:lnTo>
                    <a:pt x="846776" y="799317"/>
                  </a:lnTo>
                  <a:lnTo>
                    <a:pt x="850042" y="785977"/>
                  </a:lnTo>
                  <a:lnTo>
                    <a:pt x="833545" y="770996"/>
                  </a:lnTo>
                  <a:lnTo>
                    <a:pt x="820739" y="763834"/>
                  </a:lnTo>
                  <a:lnTo>
                    <a:pt x="835744" y="763688"/>
                  </a:lnTo>
                  <a:lnTo>
                    <a:pt x="864221" y="759941"/>
                  </a:lnTo>
                  <a:lnTo>
                    <a:pt x="882463" y="751022"/>
                  </a:lnTo>
                  <a:lnTo>
                    <a:pt x="885712" y="738528"/>
                  </a:lnTo>
                  <a:lnTo>
                    <a:pt x="869209" y="724055"/>
                  </a:lnTo>
                  <a:lnTo>
                    <a:pt x="841071" y="709907"/>
                  </a:lnTo>
                  <a:lnTo>
                    <a:pt x="804471" y="690573"/>
                  </a:lnTo>
                  <a:lnTo>
                    <a:pt x="767209" y="666604"/>
                  </a:lnTo>
                  <a:lnTo>
                    <a:pt x="737087" y="638550"/>
                  </a:lnTo>
                  <a:lnTo>
                    <a:pt x="744304" y="621260"/>
                  </a:lnTo>
                  <a:lnTo>
                    <a:pt x="749049" y="605043"/>
                  </a:lnTo>
                  <a:lnTo>
                    <a:pt x="751804" y="590421"/>
                  </a:lnTo>
                  <a:lnTo>
                    <a:pt x="753055" y="577913"/>
                  </a:lnTo>
                  <a:lnTo>
                    <a:pt x="802104" y="587718"/>
                  </a:lnTo>
                  <a:lnTo>
                    <a:pt x="848122" y="588252"/>
                  </a:lnTo>
                  <a:lnTo>
                    <a:pt x="881082" y="573085"/>
                  </a:lnTo>
                  <a:lnTo>
                    <a:pt x="890957" y="535789"/>
                  </a:lnTo>
                  <a:lnTo>
                    <a:pt x="881765" y="485760"/>
                  </a:lnTo>
                  <a:lnTo>
                    <a:pt x="865199" y="440241"/>
                  </a:lnTo>
                  <a:lnTo>
                    <a:pt x="842393" y="401156"/>
                  </a:lnTo>
                  <a:lnTo>
                    <a:pt x="814483" y="370429"/>
                  </a:lnTo>
                  <a:lnTo>
                    <a:pt x="782604" y="349983"/>
                  </a:lnTo>
                  <a:lnTo>
                    <a:pt x="793543" y="309804"/>
                  </a:lnTo>
                  <a:lnTo>
                    <a:pt x="810928" y="261659"/>
                  </a:lnTo>
                  <a:lnTo>
                    <a:pt x="851352" y="158420"/>
                  </a:lnTo>
                  <a:lnTo>
                    <a:pt x="867549" y="111799"/>
                  </a:lnTo>
                  <a:lnTo>
                    <a:pt x="876507" y="74159"/>
                  </a:lnTo>
                  <a:lnTo>
                    <a:pt x="875030" y="39596"/>
                  </a:lnTo>
                  <a:lnTo>
                    <a:pt x="862436" y="13780"/>
                  </a:lnTo>
                  <a:lnTo>
                    <a:pt x="841353" y="1012"/>
                  </a:lnTo>
                  <a:lnTo>
                    <a:pt x="814413" y="5596"/>
                  </a:lnTo>
                  <a:lnTo>
                    <a:pt x="784243" y="31836"/>
                  </a:lnTo>
                  <a:lnTo>
                    <a:pt x="753474" y="84033"/>
                  </a:lnTo>
                  <a:lnTo>
                    <a:pt x="735197" y="138164"/>
                  </a:lnTo>
                  <a:lnTo>
                    <a:pt x="725688" y="194907"/>
                  </a:lnTo>
                  <a:lnTo>
                    <a:pt x="722821" y="250488"/>
                  </a:lnTo>
                  <a:lnTo>
                    <a:pt x="724468" y="301134"/>
                  </a:lnTo>
                  <a:lnTo>
                    <a:pt x="728501" y="343072"/>
                  </a:lnTo>
                  <a:lnTo>
                    <a:pt x="725318" y="343554"/>
                  </a:lnTo>
                  <a:lnTo>
                    <a:pt x="715111" y="303541"/>
                  </a:lnTo>
                  <a:lnTo>
                    <a:pt x="706792" y="252810"/>
                  </a:lnTo>
                  <a:lnTo>
                    <a:pt x="691912" y="141500"/>
                  </a:lnTo>
                  <a:lnTo>
                    <a:pt x="683399" y="92073"/>
                  </a:lnTo>
                  <a:lnTo>
                    <a:pt x="672869" y="54233"/>
                  </a:lnTo>
                  <a:lnTo>
                    <a:pt x="652878" y="18709"/>
                  </a:lnTo>
                  <a:lnTo>
                    <a:pt x="628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610304" y="7860798"/>
              <a:ext cx="817880" cy="621665"/>
            </a:xfrm>
            <a:custGeom>
              <a:avLst/>
              <a:gdLst/>
              <a:ahLst/>
              <a:cxnLst/>
              <a:rect l="l" t="t" r="r" b="b"/>
              <a:pathLst>
                <a:path w="817879" h="621665">
                  <a:moveTo>
                    <a:pt x="190487" y="474345"/>
                  </a:moveTo>
                  <a:lnTo>
                    <a:pt x="150507" y="388429"/>
                  </a:lnTo>
                  <a:lnTo>
                    <a:pt x="150939" y="315391"/>
                  </a:lnTo>
                  <a:lnTo>
                    <a:pt x="135445" y="247573"/>
                  </a:lnTo>
                  <a:lnTo>
                    <a:pt x="127952" y="234708"/>
                  </a:lnTo>
                  <a:lnTo>
                    <a:pt x="131648" y="213156"/>
                  </a:lnTo>
                  <a:lnTo>
                    <a:pt x="174320" y="107937"/>
                  </a:lnTo>
                  <a:lnTo>
                    <a:pt x="132168" y="116598"/>
                  </a:lnTo>
                  <a:lnTo>
                    <a:pt x="111442" y="159562"/>
                  </a:lnTo>
                  <a:lnTo>
                    <a:pt x="109410" y="202819"/>
                  </a:lnTo>
                  <a:lnTo>
                    <a:pt x="89839" y="169164"/>
                  </a:lnTo>
                  <a:lnTo>
                    <a:pt x="0" y="46393"/>
                  </a:lnTo>
                  <a:lnTo>
                    <a:pt x="49593" y="131089"/>
                  </a:lnTo>
                  <a:lnTo>
                    <a:pt x="73215" y="196862"/>
                  </a:lnTo>
                  <a:lnTo>
                    <a:pt x="77241" y="277495"/>
                  </a:lnTo>
                  <a:lnTo>
                    <a:pt x="68046" y="406793"/>
                  </a:lnTo>
                  <a:lnTo>
                    <a:pt x="80200" y="428066"/>
                  </a:lnTo>
                  <a:lnTo>
                    <a:pt x="107302" y="463473"/>
                  </a:lnTo>
                  <a:lnTo>
                    <a:pt x="109664" y="464070"/>
                  </a:lnTo>
                  <a:lnTo>
                    <a:pt x="110210" y="492747"/>
                  </a:lnTo>
                  <a:lnTo>
                    <a:pt x="124269" y="553897"/>
                  </a:lnTo>
                  <a:lnTo>
                    <a:pt x="151701" y="540461"/>
                  </a:lnTo>
                  <a:lnTo>
                    <a:pt x="178447" y="498563"/>
                  </a:lnTo>
                  <a:lnTo>
                    <a:pt x="190487" y="474345"/>
                  </a:lnTo>
                  <a:close/>
                </a:path>
                <a:path w="817879" h="621665">
                  <a:moveTo>
                    <a:pt x="348246" y="226822"/>
                  </a:moveTo>
                  <a:lnTo>
                    <a:pt x="321779" y="140055"/>
                  </a:lnTo>
                  <a:lnTo>
                    <a:pt x="262394" y="0"/>
                  </a:lnTo>
                  <a:lnTo>
                    <a:pt x="291312" y="93789"/>
                  </a:lnTo>
                  <a:lnTo>
                    <a:pt x="299262" y="163220"/>
                  </a:lnTo>
                  <a:lnTo>
                    <a:pt x="285153" y="240360"/>
                  </a:lnTo>
                  <a:lnTo>
                    <a:pt x="277114" y="214007"/>
                  </a:lnTo>
                  <a:lnTo>
                    <a:pt x="217728" y="73964"/>
                  </a:lnTo>
                  <a:lnTo>
                    <a:pt x="260413" y="179171"/>
                  </a:lnTo>
                  <a:lnTo>
                    <a:pt x="272948" y="252412"/>
                  </a:lnTo>
                  <a:lnTo>
                    <a:pt x="253847" y="328028"/>
                  </a:lnTo>
                  <a:lnTo>
                    <a:pt x="201561" y="440372"/>
                  </a:lnTo>
                  <a:lnTo>
                    <a:pt x="208521" y="463854"/>
                  </a:lnTo>
                  <a:lnTo>
                    <a:pt x="226822" y="504520"/>
                  </a:lnTo>
                  <a:lnTo>
                    <a:pt x="252552" y="517715"/>
                  </a:lnTo>
                  <a:lnTo>
                    <a:pt x="281851" y="458774"/>
                  </a:lnTo>
                  <a:lnTo>
                    <a:pt x="286753" y="438416"/>
                  </a:lnTo>
                  <a:lnTo>
                    <a:pt x="297205" y="443763"/>
                  </a:lnTo>
                  <a:lnTo>
                    <a:pt x="326491" y="384822"/>
                  </a:lnTo>
                  <a:lnTo>
                    <a:pt x="347814" y="296379"/>
                  </a:lnTo>
                  <a:lnTo>
                    <a:pt x="348246" y="226822"/>
                  </a:lnTo>
                  <a:close/>
                </a:path>
                <a:path w="817879" h="621665">
                  <a:moveTo>
                    <a:pt x="533869" y="511949"/>
                  </a:moveTo>
                  <a:lnTo>
                    <a:pt x="481787" y="400024"/>
                  </a:lnTo>
                  <a:lnTo>
                    <a:pt x="482219" y="330758"/>
                  </a:lnTo>
                  <a:lnTo>
                    <a:pt x="468833" y="286893"/>
                  </a:lnTo>
                  <a:lnTo>
                    <a:pt x="475018" y="250761"/>
                  </a:lnTo>
                  <a:lnTo>
                    <a:pt x="517702" y="145542"/>
                  </a:lnTo>
                  <a:lnTo>
                    <a:pt x="475551" y="154203"/>
                  </a:lnTo>
                  <a:lnTo>
                    <a:pt x="454825" y="197167"/>
                  </a:lnTo>
                  <a:lnTo>
                    <a:pt x="452932" y="237363"/>
                  </a:lnTo>
                  <a:lnTo>
                    <a:pt x="433235" y="190906"/>
                  </a:lnTo>
                  <a:lnTo>
                    <a:pt x="433235" y="267157"/>
                  </a:lnTo>
                  <a:lnTo>
                    <a:pt x="419557" y="341922"/>
                  </a:lnTo>
                  <a:lnTo>
                    <a:pt x="416153" y="334594"/>
                  </a:lnTo>
                  <a:lnTo>
                    <a:pt x="411086" y="317944"/>
                  </a:lnTo>
                  <a:lnTo>
                    <a:pt x="409778" y="314871"/>
                  </a:lnTo>
                  <a:lnTo>
                    <a:pt x="394004" y="252412"/>
                  </a:lnTo>
                  <a:lnTo>
                    <a:pt x="406539" y="179171"/>
                  </a:lnTo>
                  <a:lnTo>
                    <a:pt x="413931" y="160934"/>
                  </a:lnTo>
                  <a:lnTo>
                    <a:pt x="425284" y="197726"/>
                  </a:lnTo>
                  <a:lnTo>
                    <a:pt x="433235" y="267157"/>
                  </a:lnTo>
                  <a:lnTo>
                    <a:pt x="433235" y="190906"/>
                  </a:lnTo>
                  <a:lnTo>
                    <a:pt x="417156" y="152984"/>
                  </a:lnTo>
                  <a:lnTo>
                    <a:pt x="449211" y="73964"/>
                  </a:lnTo>
                  <a:lnTo>
                    <a:pt x="407060" y="82613"/>
                  </a:lnTo>
                  <a:lnTo>
                    <a:pt x="396557" y="104394"/>
                  </a:lnTo>
                  <a:lnTo>
                    <a:pt x="396367" y="103936"/>
                  </a:lnTo>
                  <a:lnTo>
                    <a:pt x="396519" y="104457"/>
                  </a:lnTo>
                  <a:lnTo>
                    <a:pt x="386334" y="125590"/>
                  </a:lnTo>
                  <a:lnTo>
                    <a:pt x="381025" y="238950"/>
                  </a:lnTo>
                  <a:lnTo>
                    <a:pt x="381177" y="247408"/>
                  </a:lnTo>
                  <a:lnTo>
                    <a:pt x="351713" y="177888"/>
                  </a:lnTo>
                  <a:lnTo>
                    <a:pt x="381241" y="250710"/>
                  </a:lnTo>
                  <a:lnTo>
                    <a:pt x="384733" y="438594"/>
                  </a:lnTo>
                  <a:lnTo>
                    <a:pt x="335546" y="544296"/>
                  </a:lnTo>
                  <a:lnTo>
                    <a:pt x="342506" y="567778"/>
                  </a:lnTo>
                  <a:lnTo>
                    <a:pt x="360794" y="608457"/>
                  </a:lnTo>
                  <a:lnTo>
                    <a:pt x="386537" y="621652"/>
                  </a:lnTo>
                  <a:lnTo>
                    <a:pt x="415823" y="562711"/>
                  </a:lnTo>
                  <a:lnTo>
                    <a:pt x="420725" y="542340"/>
                  </a:lnTo>
                  <a:lnTo>
                    <a:pt x="431190" y="547700"/>
                  </a:lnTo>
                  <a:lnTo>
                    <a:pt x="453085" y="503605"/>
                  </a:lnTo>
                  <a:lnTo>
                    <a:pt x="453593" y="530352"/>
                  </a:lnTo>
                  <a:lnTo>
                    <a:pt x="467652" y="591502"/>
                  </a:lnTo>
                  <a:lnTo>
                    <a:pt x="495084" y="578065"/>
                  </a:lnTo>
                  <a:lnTo>
                    <a:pt x="521830" y="536168"/>
                  </a:lnTo>
                  <a:lnTo>
                    <a:pt x="533869" y="511949"/>
                  </a:lnTo>
                  <a:close/>
                </a:path>
                <a:path w="817879" h="621665">
                  <a:moveTo>
                    <a:pt x="677316" y="368782"/>
                  </a:moveTo>
                  <a:lnTo>
                    <a:pt x="625043" y="256451"/>
                  </a:lnTo>
                  <a:lnTo>
                    <a:pt x="605929" y="180835"/>
                  </a:lnTo>
                  <a:lnTo>
                    <a:pt x="618477" y="107594"/>
                  </a:lnTo>
                  <a:lnTo>
                    <a:pt x="661149" y="2374"/>
                  </a:lnTo>
                  <a:lnTo>
                    <a:pt x="618998" y="11036"/>
                  </a:lnTo>
                  <a:lnTo>
                    <a:pt x="598271" y="54013"/>
                  </a:lnTo>
                  <a:lnTo>
                    <a:pt x="592963" y="167373"/>
                  </a:lnTo>
                  <a:lnTo>
                    <a:pt x="594169" y="232752"/>
                  </a:lnTo>
                  <a:lnTo>
                    <a:pt x="541693" y="108978"/>
                  </a:lnTo>
                  <a:lnTo>
                    <a:pt x="570611" y="202768"/>
                  </a:lnTo>
                  <a:lnTo>
                    <a:pt x="578561" y="272199"/>
                  </a:lnTo>
                  <a:lnTo>
                    <a:pt x="564045" y="351624"/>
                  </a:lnTo>
                  <a:lnTo>
                    <a:pt x="525526" y="475386"/>
                  </a:lnTo>
                  <a:lnTo>
                    <a:pt x="532498" y="498868"/>
                  </a:lnTo>
                  <a:lnTo>
                    <a:pt x="550786" y="539534"/>
                  </a:lnTo>
                  <a:lnTo>
                    <a:pt x="576516" y="552729"/>
                  </a:lnTo>
                  <a:lnTo>
                    <a:pt x="605815" y="493788"/>
                  </a:lnTo>
                  <a:lnTo>
                    <a:pt x="617512" y="445211"/>
                  </a:lnTo>
                  <a:lnTo>
                    <a:pt x="638530" y="434898"/>
                  </a:lnTo>
                  <a:lnTo>
                    <a:pt x="665276" y="393001"/>
                  </a:lnTo>
                  <a:lnTo>
                    <a:pt x="677316" y="368782"/>
                  </a:lnTo>
                  <a:close/>
                </a:path>
                <a:path w="817879" h="621665">
                  <a:moveTo>
                    <a:pt x="817676" y="25882"/>
                  </a:moveTo>
                  <a:lnTo>
                    <a:pt x="774674" y="27546"/>
                  </a:lnTo>
                  <a:lnTo>
                    <a:pt x="747204" y="66548"/>
                  </a:lnTo>
                  <a:lnTo>
                    <a:pt x="723430" y="177507"/>
                  </a:lnTo>
                  <a:lnTo>
                    <a:pt x="691527" y="395046"/>
                  </a:lnTo>
                  <a:lnTo>
                    <a:pt x="695401" y="457669"/>
                  </a:lnTo>
                  <a:lnTo>
                    <a:pt x="724662" y="448894"/>
                  </a:lnTo>
                  <a:lnTo>
                    <a:pt x="757897" y="411937"/>
                  </a:lnTo>
                  <a:lnTo>
                    <a:pt x="773734" y="390004"/>
                  </a:lnTo>
                  <a:lnTo>
                    <a:pt x="740524" y="270637"/>
                  </a:lnTo>
                  <a:lnTo>
                    <a:pt x="734034" y="192925"/>
                  </a:lnTo>
                  <a:lnTo>
                    <a:pt x="758380" y="122720"/>
                  </a:lnTo>
                  <a:lnTo>
                    <a:pt x="817676" y="2588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225240" y="3558850"/>
              <a:ext cx="643890" cy="454659"/>
            </a:xfrm>
            <a:custGeom>
              <a:avLst/>
              <a:gdLst/>
              <a:ahLst/>
              <a:cxnLst/>
              <a:rect l="l" t="t" r="r" b="b"/>
              <a:pathLst>
                <a:path w="643890" h="454660">
                  <a:moveTo>
                    <a:pt x="643610" y="179832"/>
                  </a:moveTo>
                  <a:lnTo>
                    <a:pt x="636371" y="134962"/>
                  </a:lnTo>
                  <a:lnTo>
                    <a:pt x="616216" y="95986"/>
                  </a:lnTo>
                  <a:lnTo>
                    <a:pt x="585495" y="65252"/>
                  </a:lnTo>
                  <a:lnTo>
                    <a:pt x="546519" y="45097"/>
                  </a:lnTo>
                  <a:lnTo>
                    <a:pt x="501637" y="37858"/>
                  </a:lnTo>
                  <a:lnTo>
                    <a:pt x="456768" y="45097"/>
                  </a:lnTo>
                  <a:lnTo>
                    <a:pt x="427901" y="60032"/>
                  </a:lnTo>
                  <a:lnTo>
                    <a:pt x="426923" y="58127"/>
                  </a:lnTo>
                  <a:lnTo>
                    <a:pt x="396189" y="27393"/>
                  </a:lnTo>
                  <a:lnTo>
                    <a:pt x="357225" y="7239"/>
                  </a:lnTo>
                  <a:lnTo>
                    <a:pt x="312343" y="0"/>
                  </a:lnTo>
                  <a:lnTo>
                    <a:pt x="267474" y="7239"/>
                  </a:lnTo>
                  <a:lnTo>
                    <a:pt x="228498" y="27393"/>
                  </a:lnTo>
                  <a:lnTo>
                    <a:pt x="197764" y="58127"/>
                  </a:lnTo>
                  <a:lnTo>
                    <a:pt x="185064" y="82677"/>
                  </a:lnTo>
                  <a:lnTo>
                    <a:pt x="141973" y="75717"/>
                  </a:lnTo>
                  <a:lnTo>
                    <a:pt x="97104" y="82956"/>
                  </a:lnTo>
                  <a:lnTo>
                    <a:pt x="58127" y="103111"/>
                  </a:lnTo>
                  <a:lnTo>
                    <a:pt x="27393" y="133845"/>
                  </a:lnTo>
                  <a:lnTo>
                    <a:pt x="7239" y="172821"/>
                  </a:lnTo>
                  <a:lnTo>
                    <a:pt x="0" y="217690"/>
                  </a:lnTo>
                  <a:lnTo>
                    <a:pt x="7239" y="262559"/>
                  </a:lnTo>
                  <a:lnTo>
                    <a:pt x="27393" y="301536"/>
                  </a:lnTo>
                  <a:lnTo>
                    <a:pt x="58127" y="332270"/>
                  </a:lnTo>
                  <a:lnTo>
                    <a:pt x="97104" y="352425"/>
                  </a:lnTo>
                  <a:lnTo>
                    <a:pt x="141973" y="359664"/>
                  </a:lnTo>
                  <a:lnTo>
                    <a:pt x="177088" y="354012"/>
                  </a:lnTo>
                  <a:lnTo>
                    <a:pt x="177609" y="357212"/>
                  </a:lnTo>
                  <a:lnTo>
                    <a:pt x="197764" y="396189"/>
                  </a:lnTo>
                  <a:lnTo>
                    <a:pt x="228498" y="426923"/>
                  </a:lnTo>
                  <a:lnTo>
                    <a:pt x="267474" y="447078"/>
                  </a:lnTo>
                  <a:lnTo>
                    <a:pt x="312343" y="454317"/>
                  </a:lnTo>
                  <a:lnTo>
                    <a:pt x="357225" y="447078"/>
                  </a:lnTo>
                  <a:lnTo>
                    <a:pt x="396189" y="426923"/>
                  </a:lnTo>
                  <a:lnTo>
                    <a:pt x="426923" y="396189"/>
                  </a:lnTo>
                  <a:lnTo>
                    <a:pt x="447078" y="357212"/>
                  </a:lnTo>
                  <a:lnTo>
                    <a:pt x="454164" y="313232"/>
                  </a:lnTo>
                  <a:lnTo>
                    <a:pt x="456768" y="314566"/>
                  </a:lnTo>
                  <a:lnTo>
                    <a:pt x="501637" y="321805"/>
                  </a:lnTo>
                  <a:lnTo>
                    <a:pt x="546519" y="314566"/>
                  </a:lnTo>
                  <a:lnTo>
                    <a:pt x="585495" y="294411"/>
                  </a:lnTo>
                  <a:lnTo>
                    <a:pt x="616216" y="263677"/>
                  </a:lnTo>
                  <a:lnTo>
                    <a:pt x="636371" y="224701"/>
                  </a:lnTo>
                  <a:lnTo>
                    <a:pt x="643610" y="179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641704" y="3691353"/>
              <a:ext cx="397522" cy="283944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9313736" y="4755838"/>
              <a:ext cx="568325" cy="340995"/>
            </a:xfrm>
            <a:custGeom>
              <a:avLst/>
              <a:gdLst/>
              <a:ahLst/>
              <a:cxnLst/>
              <a:rect l="l" t="t" r="r" b="b"/>
              <a:pathLst>
                <a:path w="568325" h="340995">
                  <a:moveTo>
                    <a:pt x="567893" y="189293"/>
                  </a:moveTo>
                  <a:lnTo>
                    <a:pt x="561936" y="159816"/>
                  </a:lnTo>
                  <a:lnTo>
                    <a:pt x="545719" y="135750"/>
                  </a:lnTo>
                  <a:lnTo>
                    <a:pt x="521639" y="119519"/>
                  </a:lnTo>
                  <a:lnTo>
                    <a:pt x="492175" y="113576"/>
                  </a:lnTo>
                  <a:lnTo>
                    <a:pt x="468464" y="118364"/>
                  </a:lnTo>
                  <a:lnTo>
                    <a:pt x="465061" y="101447"/>
                  </a:lnTo>
                  <a:lnTo>
                    <a:pt x="442747" y="68351"/>
                  </a:lnTo>
                  <a:lnTo>
                    <a:pt x="409651" y="46037"/>
                  </a:lnTo>
                  <a:lnTo>
                    <a:pt x="369125" y="37858"/>
                  </a:lnTo>
                  <a:lnTo>
                    <a:pt x="328599" y="46037"/>
                  </a:lnTo>
                  <a:lnTo>
                    <a:pt x="310172" y="58470"/>
                  </a:lnTo>
                  <a:lnTo>
                    <a:pt x="291312" y="30492"/>
                  </a:lnTo>
                  <a:lnTo>
                    <a:pt x="258216" y="8178"/>
                  </a:lnTo>
                  <a:lnTo>
                    <a:pt x="217690" y="0"/>
                  </a:lnTo>
                  <a:lnTo>
                    <a:pt x="177165" y="8178"/>
                  </a:lnTo>
                  <a:lnTo>
                    <a:pt x="144068" y="30492"/>
                  </a:lnTo>
                  <a:lnTo>
                    <a:pt x="123685" y="60744"/>
                  </a:lnTo>
                  <a:lnTo>
                    <a:pt x="104114" y="56781"/>
                  </a:lnTo>
                  <a:lnTo>
                    <a:pt x="63588" y="64973"/>
                  </a:lnTo>
                  <a:lnTo>
                    <a:pt x="30492" y="87274"/>
                  </a:lnTo>
                  <a:lnTo>
                    <a:pt x="8178" y="120370"/>
                  </a:lnTo>
                  <a:lnTo>
                    <a:pt x="0" y="160896"/>
                  </a:lnTo>
                  <a:lnTo>
                    <a:pt x="8178" y="201422"/>
                  </a:lnTo>
                  <a:lnTo>
                    <a:pt x="30492" y="234518"/>
                  </a:lnTo>
                  <a:lnTo>
                    <a:pt x="63588" y="256832"/>
                  </a:lnTo>
                  <a:lnTo>
                    <a:pt x="104114" y="265010"/>
                  </a:lnTo>
                  <a:lnTo>
                    <a:pt x="118719" y="262064"/>
                  </a:lnTo>
                  <a:lnTo>
                    <a:pt x="121767" y="277139"/>
                  </a:lnTo>
                  <a:lnTo>
                    <a:pt x="144068" y="310235"/>
                  </a:lnTo>
                  <a:lnTo>
                    <a:pt x="177165" y="332549"/>
                  </a:lnTo>
                  <a:lnTo>
                    <a:pt x="217690" y="340728"/>
                  </a:lnTo>
                  <a:lnTo>
                    <a:pt x="258216" y="332549"/>
                  </a:lnTo>
                  <a:lnTo>
                    <a:pt x="291312" y="310235"/>
                  </a:lnTo>
                  <a:lnTo>
                    <a:pt x="313626" y="277139"/>
                  </a:lnTo>
                  <a:lnTo>
                    <a:pt x="315696" y="266839"/>
                  </a:lnTo>
                  <a:lnTo>
                    <a:pt x="325056" y="280695"/>
                  </a:lnTo>
                  <a:lnTo>
                    <a:pt x="349123" y="296913"/>
                  </a:lnTo>
                  <a:lnTo>
                    <a:pt x="378599" y="302869"/>
                  </a:lnTo>
                  <a:lnTo>
                    <a:pt x="408076" y="296913"/>
                  </a:lnTo>
                  <a:lnTo>
                    <a:pt x="432142" y="280695"/>
                  </a:lnTo>
                  <a:lnTo>
                    <a:pt x="448360" y="256628"/>
                  </a:lnTo>
                  <a:lnTo>
                    <a:pt x="449643" y="250266"/>
                  </a:lnTo>
                  <a:lnTo>
                    <a:pt x="462699" y="259054"/>
                  </a:lnTo>
                  <a:lnTo>
                    <a:pt x="492175" y="265010"/>
                  </a:lnTo>
                  <a:lnTo>
                    <a:pt x="521639" y="259054"/>
                  </a:lnTo>
                  <a:lnTo>
                    <a:pt x="545719" y="242836"/>
                  </a:lnTo>
                  <a:lnTo>
                    <a:pt x="561936" y="218770"/>
                  </a:lnTo>
                  <a:lnTo>
                    <a:pt x="567893" y="1892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34360" y="2067995"/>
              <a:ext cx="7192901" cy="71929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930198" y="1175011"/>
            <a:ext cx="3075940" cy="3926840"/>
            <a:chOff x="14930198" y="1175011"/>
            <a:chExt cx="3075940" cy="3926840"/>
          </a:xfrm>
        </p:grpSpPr>
        <p:sp>
          <p:nvSpPr>
            <p:cNvPr id="3" name="object 3" descr=""/>
            <p:cNvSpPr/>
            <p:nvPr/>
          </p:nvSpPr>
          <p:spPr>
            <a:xfrm>
              <a:off x="15930149" y="2084447"/>
              <a:ext cx="966469" cy="3017520"/>
            </a:xfrm>
            <a:custGeom>
              <a:avLst/>
              <a:gdLst/>
              <a:ahLst/>
              <a:cxnLst/>
              <a:rect l="l" t="t" r="r" b="b"/>
              <a:pathLst>
                <a:path w="966469" h="3017520">
                  <a:moveTo>
                    <a:pt x="899532" y="0"/>
                  </a:moveTo>
                  <a:lnTo>
                    <a:pt x="592756" y="690232"/>
                  </a:lnTo>
                  <a:lnTo>
                    <a:pt x="396796" y="1234582"/>
                  </a:lnTo>
                  <a:lnTo>
                    <a:pt x="227321" y="1915896"/>
                  </a:lnTo>
                  <a:lnTo>
                    <a:pt x="0" y="3017018"/>
                  </a:lnTo>
                  <a:lnTo>
                    <a:pt x="237301" y="3017091"/>
                  </a:lnTo>
                  <a:lnTo>
                    <a:pt x="445180" y="1783881"/>
                  </a:lnTo>
                  <a:lnTo>
                    <a:pt x="590427" y="1059432"/>
                  </a:lnTo>
                  <a:lnTo>
                    <a:pt x="741398" y="561701"/>
                  </a:lnTo>
                  <a:lnTo>
                    <a:pt x="966452" y="8648"/>
                  </a:lnTo>
                  <a:lnTo>
                    <a:pt x="899532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250983" y="3946657"/>
              <a:ext cx="111125" cy="12700"/>
            </a:xfrm>
            <a:custGeom>
              <a:avLst/>
              <a:gdLst/>
              <a:ahLst/>
              <a:cxnLst/>
              <a:rect l="l" t="t" r="r" b="b"/>
              <a:pathLst>
                <a:path w="111125" h="12700">
                  <a:moveTo>
                    <a:pt x="4532" y="101"/>
                  </a:moveTo>
                  <a:lnTo>
                    <a:pt x="0" y="0"/>
                  </a:lnTo>
                  <a:lnTo>
                    <a:pt x="3481" y="2265"/>
                  </a:lnTo>
                  <a:lnTo>
                    <a:pt x="14249" y="6079"/>
                  </a:lnTo>
                  <a:lnTo>
                    <a:pt x="31023" y="9958"/>
                  </a:lnTo>
                  <a:lnTo>
                    <a:pt x="52521" y="12418"/>
                  </a:lnTo>
                  <a:lnTo>
                    <a:pt x="74745" y="12411"/>
                  </a:lnTo>
                  <a:lnTo>
                    <a:pt x="93222" y="10486"/>
                  </a:lnTo>
                  <a:lnTo>
                    <a:pt x="105848" y="7956"/>
                  </a:lnTo>
                  <a:lnTo>
                    <a:pt x="110520" y="6135"/>
                  </a:lnTo>
                  <a:lnTo>
                    <a:pt x="106072" y="5749"/>
                  </a:lnTo>
                  <a:lnTo>
                    <a:pt x="93841" y="6448"/>
                  </a:lnTo>
                  <a:lnTo>
                    <a:pt x="75871" y="7129"/>
                  </a:lnTo>
                  <a:lnTo>
                    <a:pt x="54207" y="6690"/>
                  </a:lnTo>
                  <a:lnTo>
                    <a:pt x="32983" y="4722"/>
                  </a:lnTo>
                  <a:lnTo>
                    <a:pt x="15975" y="2100"/>
                  </a:lnTo>
                  <a:lnTo>
                    <a:pt x="4532" y="101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301006" y="3720836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 h="0">
                  <a:moveTo>
                    <a:pt x="0" y="0"/>
                  </a:moveTo>
                  <a:lnTo>
                    <a:pt x="94970" y="0"/>
                  </a:lnTo>
                </a:path>
              </a:pathLst>
            </a:custGeom>
            <a:ln w="6615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394606" y="3445244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30" h="0">
                  <a:moveTo>
                    <a:pt x="0" y="0"/>
                  </a:moveTo>
                  <a:lnTo>
                    <a:pt x="87379" y="0"/>
                  </a:lnTo>
                </a:path>
              </a:pathLst>
            </a:custGeom>
            <a:ln w="844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443668" y="2318619"/>
              <a:ext cx="360045" cy="874394"/>
            </a:xfrm>
            <a:custGeom>
              <a:avLst/>
              <a:gdLst/>
              <a:ahLst/>
              <a:cxnLst/>
              <a:rect l="l" t="t" r="r" b="b"/>
              <a:pathLst>
                <a:path w="360044" h="874394">
                  <a:moveTo>
                    <a:pt x="78930" y="870572"/>
                  </a:moveTo>
                  <a:lnTo>
                    <a:pt x="75895" y="869696"/>
                  </a:lnTo>
                  <a:lnTo>
                    <a:pt x="54635" y="868756"/>
                  </a:lnTo>
                  <a:lnTo>
                    <a:pt x="39281" y="867714"/>
                  </a:lnTo>
                  <a:lnTo>
                    <a:pt x="24104" y="866089"/>
                  </a:lnTo>
                  <a:lnTo>
                    <a:pt x="3429" y="863371"/>
                  </a:lnTo>
                  <a:lnTo>
                    <a:pt x="0" y="863688"/>
                  </a:lnTo>
                  <a:lnTo>
                    <a:pt x="37452" y="873429"/>
                  </a:lnTo>
                  <a:lnTo>
                    <a:pt x="53263" y="874039"/>
                  </a:lnTo>
                  <a:lnTo>
                    <a:pt x="66433" y="873302"/>
                  </a:lnTo>
                  <a:lnTo>
                    <a:pt x="75488" y="871931"/>
                  </a:lnTo>
                  <a:lnTo>
                    <a:pt x="78930" y="870572"/>
                  </a:lnTo>
                  <a:close/>
                </a:path>
                <a:path w="360044" h="874394">
                  <a:moveTo>
                    <a:pt x="156959" y="604481"/>
                  </a:moveTo>
                  <a:lnTo>
                    <a:pt x="155054" y="603402"/>
                  </a:lnTo>
                  <a:lnTo>
                    <a:pt x="149491" y="602475"/>
                  </a:lnTo>
                  <a:lnTo>
                    <a:pt x="141236" y="601395"/>
                  </a:lnTo>
                  <a:lnTo>
                    <a:pt x="131254" y="599897"/>
                  </a:lnTo>
                  <a:lnTo>
                    <a:pt x="121386" y="598068"/>
                  </a:lnTo>
                  <a:lnTo>
                    <a:pt x="113360" y="596417"/>
                  </a:lnTo>
                  <a:lnTo>
                    <a:pt x="107797" y="595477"/>
                  </a:lnTo>
                  <a:lnTo>
                    <a:pt x="105346" y="595820"/>
                  </a:lnTo>
                  <a:lnTo>
                    <a:pt x="106616" y="597598"/>
                  </a:lnTo>
                  <a:lnTo>
                    <a:pt x="111379" y="600316"/>
                  </a:lnTo>
                  <a:lnTo>
                    <a:pt x="119037" y="603224"/>
                  </a:lnTo>
                  <a:lnTo>
                    <a:pt x="129070" y="605574"/>
                  </a:lnTo>
                  <a:lnTo>
                    <a:pt x="139560" y="606666"/>
                  </a:lnTo>
                  <a:lnTo>
                    <a:pt x="148399" y="606526"/>
                  </a:lnTo>
                  <a:lnTo>
                    <a:pt x="154546" y="605637"/>
                  </a:lnTo>
                  <a:lnTo>
                    <a:pt x="156959" y="604481"/>
                  </a:lnTo>
                  <a:close/>
                </a:path>
                <a:path w="360044" h="874394">
                  <a:moveTo>
                    <a:pt x="241401" y="308711"/>
                  </a:moveTo>
                  <a:lnTo>
                    <a:pt x="197459" y="304546"/>
                  </a:lnTo>
                  <a:lnTo>
                    <a:pt x="191744" y="304584"/>
                  </a:lnTo>
                  <a:lnTo>
                    <a:pt x="189331" y="305333"/>
                  </a:lnTo>
                  <a:lnTo>
                    <a:pt x="190868" y="306781"/>
                  </a:lnTo>
                  <a:lnTo>
                    <a:pt x="195973" y="308571"/>
                  </a:lnTo>
                  <a:lnTo>
                    <a:pt x="203949" y="310248"/>
                  </a:lnTo>
                  <a:lnTo>
                    <a:pt x="214058" y="311365"/>
                  </a:lnTo>
                  <a:lnTo>
                    <a:pt x="224447" y="311581"/>
                  </a:lnTo>
                  <a:lnTo>
                    <a:pt x="233095" y="310984"/>
                  </a:lnTo>
                  <a:lnTo>
                    <a:pt x="239064" y="309918"/>
                  </a:lnTo>
                  <a:lnTo>
                    <a:pt x="241401" y="308711"/>
                  </a:lnTo>
                  <a:close/>
                </a:path>
                <a:path w="360044" h="874394">
                  <a:moveTo>
                    <a:pt x="359702" y="11988"/>
                  </a:moveTo>
                  <a:lnTo>
                    <a:pt x="336931" y="6121"/>
                  </a:lnTo>
                  <a:lnTo>
                    <a:pt x="314261" y="0"/>
                  </a:lnTo>
                  <a:lnTo>
                    <a:pt x="312635" y="3022"/>
                  </a:lnTo>
                  <a:lnTo>
                    <a:pt x="321564" y="8216"/>
                  </a:lnTo>
                  <a:lnTo>
                    <a:pt x="334352" y="11709"/>
                  </a:lnTo>
                  <a:lnTo>
                    <a:pt x="347230" y="14986"/>
                  </a:lnTo>
                  <a:lnTo>
                    <a:pt x="358482" y="15113"/>
                  </a:lnTo>
                  <a:lnTo>
                    <a:pt x="359054" y="13639"/>
                  </a:lnTo>
                  <a:lnTo>
                    <a:pt x="359702" y="11988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189216" y="4212598"/>
              <a:ext cx="90170" cy="215900"/>
            </a:xfrm>
            <a:custGeom>
              <a:avLst/>
              <a:gdLst/>
              <a:ahLst/>
              <a:cxnLst/>
              <a:rect l="l" t="t" r="r" b="b"/>
              <a:pathLst>
                <a:path w="90169" h="215900">
                  <a:moveTo>
                    <a:pt x="0" y="0"/>
                  </a:moveTo>
                  <a:lnTo>
                    <a:pt x="83002" y="0"/>
                  </a:lnTo>
                </a:path>
                <a:path w="90169" h="215900">
                  <a:moveTo>
                    <a:pt x="6780" y="215290"/>
                  </a:moveTo>
                  <a:lnTo>
                    <a:pt x="89783" y="215290"/>
                  </a:lnTo>
                </a:path>
              </a:pathLst>
            </a:custGeom>
            <a:ln w="5738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860812" y="1175011"/>
              <a:ext cx="848360" cy="928369"/>
            </a:xfrm>
            <a:custGeom>
              <a:avLst/>
              <a:gdLst/>
              <a:ahLst/>
              <a:cxnLst/>
              <a:rect l="l" t="t" r="r" b="b"/>
              <a:pathLst>
                <a:path w="848359" h="928369">
                  <a:moveTo>
                    <a:pt x="848243" y="0"/>
                  </a:moveTo>
                  <a:lnTo>
                    <a:pt x="785539" y="939"/>
                  </a:lnTo>
                  <a:lnTo>
                    <a:pt x="629904" y="23394"/>
                  </a:lnTo>
                  <a:lnTo>
                    <a:pt x="430056" y="96820"/>
                  </a:lnTo>
                  <a:lnTo>
                    <a:pt x="234712" y="250672"/>
                  </a:lnTo>
                  <a:lnTo>
                    <a:pt x="190433" y="305473"/>
                  </a:lnTo>
                  <a:lnTo>
                    <a:pt x="151706" y="360834"/>
                  </a:lnTo>
                  <a:lnTo>
                    <a:pt x="118215" y="416309"/>
                  </a:lnTo>
                  <a:lnTo>
                    <a:pt x="89640" y="471451"/>
                  </a:lnTo>
                  <a:lnTo>
                    <a:pt x="65666" y="525813"/>
                  </a:lnTo>
                  <a:lnTo>
                    <a:pt x="45975" y="578948"/>
                  </a:lnTo>
                  <a:lnTo>
                    <a:pt x="30250" y="630409"/>
                  </a:lnTo>
                  <a:lnTo>
                    <a:pt x="18172" y="679749"/>
                  </a:lnTo>
                  <a:lnTo>
                    <a:pt x="9426" y="726521"/>
                  </a:lnTo>
                  <a:lnTo>
                    <a:pt x="3693" y="770279"/>
                  </a:lnTo>
                  <a:lnTo>
                    <a:pt x="657" y="810575"/>
                  </a:lnTo>
                  <a:lnTo>
                    <a:pt x="0" y="846962"/>
                  </a:lnTo>
                  <a:lnTo>
                    <a:pt x="1404" y="878993"/>
                  </a:lnTo>
                  <a:lnTo>
                    <a:pt x="4552" y="906222"/>
                  </a:lnTo>
                  <a:lnTo>
                    <a:pt x="9127" y="928202"/>
                  </a:lnTo>
                  <a:lnTo>
                    <a:pt x="120621" y="751432"/>
                  </a:lnTo>
                  <a:lnTo>
                    <a:pt x="118582" y="720944"/>
                  </a:lnTo>
                  <a:lnTo>
                    <a:pt x="118256" y="646912"/>
                  </a:lnTo>
                  <a:lnTo>
                    <a:pt x="128330" y="555485"/>
                  </a:lnTo>
                  <a:lnTo>
                    <a:pt x="157489" y="472812"/>
                  </a:lnTo>
                  <a:lnTo>
                    <a:pt x="183342" y="635111"/>
                  </a:lnTo>
                  <a:lnTo>
                    <a:pt x="259403" y="482309"/>
                  </a:lnTo>
                  <a:lnTo>
                    <a:pt x="265763" y="453704"/>
                  </a:lnTo>
                  <a:lnTo>
                    <a:pt x="281352" y="389071"/>
                  </a:lnTo>
                  <a:lnTo>
                    <a:pt x="300935" y="320191"/>
                  </a:lnTo>
                  <a:lnTo>
                    <a:pt x="319275" y="278839"/>
                  </a:lnTo>
                  <a:lnTo>
                    <a:pt x="326217" y="402176"/>
                  </a:lnTo>
                  <a:lnTo>
                    <a:pt x="476401" y="240024"/>
                  </a:lnTo>
                  <a:lnTo>
                    <a:pt x="507814" y="134666"/>
                  </a:lnTo>
                  <a:lnTo>
                    <a:pt x="525572" y="166330"/>
                  </a:lnTo>
                  <a:lnTo>
                    <a:pt x="563623" y="144853"/>
                  </a:lnTo>
                  <a:lnTo>
                    <a:pt x="653072" y="95484"/>
                  </a:lnTo>
                  <a:lnTo>
                    <a:pt x="756863" y="40813"/>
                  </a:lnTo>
                  <a:lnTo>
                    <a:pt x="837940" y="3434"/>
                  </a:lnTo>
                  <a:lnTo>
                    <a:pt x="841793" y="2010"/>
                  </a:lnTo>
                  <a:lnTo>
                    <a:pt x="848243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869844" y="1182602"/>
              <a:ext cx="822325" cy="920750"/>
            </a:xfrm>
            <a:custGeom>
              <a:avLst/>
              <a:gdLst/>
              <a:ahLst/>
              <a:cxnLst/>
              <a:rect l="l" t="t" r="r" b="b"/>
              <a:pathLst>
                <a:path w="822325" h="920750">
                  <a:moveTo>
                    <a:pt x="822090" y="0"/>
                  </a:moveTo>
                  <a:lnTo>
                    <a:pt x="773997" y="1748"/>
                  </a:lnTo>
                  <a:lnTo>
                    <a:pt x="716605" y="9138"/>
                  </a:lnTo>
                  <a:lnTo>
                    <a:pt x="639949" y="26690"/>
                  </a:lnTo>
                  <a:lnTo>
                    <a:pt x="595382" y="40904"/>
                  </a:lnTo>
                  <a:lnTo>
                    <a:pt x="547307" y="59481"/>
                  </a:lnTo>
                  <a:lnTo>
                    <a:pt x="496445" y="82984"/>
                  </a:lnTo>
                  <a:lnTo>
                    <a:pt x="443515" y="111975"/>
                  </a:lnTo>
                  <a:lnTo>
                    <a:pt x="389570" y="147092"/>
                  </a:lnTo>
                  <a:lnTo>
                    <a:pt x="335445" y="188098"/>
                  </a:lnTo>
                  <a:lnTo>
                    <a:pt x="282848" y="235843"/>
                  </a:lnTo>
                  <a:lnTo>
                    <a:pt x="232537" y="289415"/>
                  </a:lnTo>
                  <a:lnTo>
                    <a:pt x="196231" y="335877"/>
                  </a:lnTo>
                  <a:lnTo>
                    <a:pt x="163835" y="383236"/>
                  </a:lnTo>
                  <a:lnTo>
                    <a:pt x="135332" y="430929"/>
                  </a:lnTo>
                  <a:lnTo>
                    <a:pt x="110704" y="478389"/>
                  </a:lnTo>
                  <a:lnTo>
                    <a:pt x="89934" y="525052"/>
                  </a:lnTo>
                  <a:lnTo>
                    <a:pt x="68270" y="581426"/>
                  </a:lnTo>
                  <a:lnTo>
                    <a:pt x="51223" y="634996"/>
                  </a:lnTo>
                  <a:lnTo>
                    <a:pt x="37700" y="685116"/>
                  </a:lnTo>
                  <a:lnTo>
                    <a:pt x="27161" y="731349"/>
                  </a:lnTo>
                  <a:lnTo>
                    <a:pt x="19146" y="773286"/>
                  </a:lnTo>
                  <a:lnTo>
                    <a:pt x="8318" y="842997"/>
                  </a:lnTo>
                  <a:lnTo>
                    <a:pt x="2548" y="891797"/>
                  </a:lnTo>
                  <a:lnTo>
                    <a:pt x="0" y="920621"/>
                  </a:lnTo>
                  <a:lnTo>
                    <a:pt x="198" y="920589"/>
                  </a:lnTo>
                  <a:lnTo>
                    <a:pt x="10926" y="842695"/>
                  </a:lnTo>
                  <a:lnTo>
                    <a:pt x="16002" y="810313"/>
                  </a:lnTo>
                  <a:lnTo>
                    <a:pt x="30972" y="731202"/>
                  </a:lnTo>
                  <a:lnTo>
                    <a:pt x="41824" y="685133"/>
                  </a:lnTo>
                  <a:lnTo>
                    <a:pt x="55589" y="635247"/>
                  </a:lnTo>
                  <a:lnTo>
                    <a:pt x="72809" y="581991"/>
                  </a:lnTo>
                  <a:lnTo>
                    <a:pt x="94552" y="526025"/>
                  </a:lnTo>
                  <a:lnTo>
                    <a:pt x="115302" y="479738"/>
                  </a:lnTo>
                  <a:lnTo>
                    <a:pt x="139839" y="432686"/>
                  </a:lnTo>
                  <a:lnTo>
                    <a:pt x="168172" y="385427"/>
                  </a:lnTo>
                  <a:lnTo>
                    <a:pt x="200311" y="338520"/>
                  </a:lnTo>
                  <a:lnTo>
                    <a:pt x="236265" y="292525"/>
                  </a:lnTo>
                  <a:lnTo>
                    <a:pt x="286055" y="239484"/>
                  </a:lnTo>
                  <a:lnTo>
                    <a:pt x="338115" y="192130"/>
                  </a:lnTo>
                  <a:lnTo>
                    <a:pt x="391696" y="151384"/>
                  </a:lnTo>
                  <a:lnTo>
                    <a:pt x="445127" y="116394"/>
                  </a:lnTo>
                  <a:lnTo>
                    <a:pt x="497589" y="87422"/>
                  </a:lnTo>
                  <a:lnTo>
                    <a:pt x="548040" y="63831"/>
                  </a:lnTo>
                  <a:lnTo>
                    <a:pt x="595767" y="45072"/>
                  </a:lnTo>
                  <a:lnTo>
                    <a:pt x="640053" y="30595"/>
                  </a:lnTo>
                  <a:lnTo>
                    <a:pt x="680403" y="19919"/>
                  </a:lnTo>
                  <a:lnTo>
                    <a:pt x="747535" y="7170"/>
                  </a:lnTo>
                  <a:lnTo>
                    <a:pt x="802619" y="1759"/>
                  </a:lnTo>
                  <a:lnTo>
                    <a:pt x="822069" y="104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846666" y="1474425"/>
              <a:ext cx="2159000" cy="1153795"/>
            </a:xfrm>
            <a:custGeom>
              <a:avLst/>
              <a:gdLst/>
              <a:ahLst/>
              <a:cxnLst/>
              <a:rect l="l" t="t" r="r" b="b"/>
              <a:pathLst>
                <a:path w="2159000" h="1153795">
                  <a:moveTo>
                    <a:pt x="2158949" y="599274"/>
                  </a:moveTo>
                  <a:lnTo>
                    <a:pt x="2121230" y="520750"/>
                  </a:lnTo>
                  <a:lnTo>
                    <a:pt x="2088997" y="458254"/>
                  </a:lnTo>
                  <a:lnTo>
                    <a:pt x="2061108" y="411988"/>
                  </a:lnTo>
                  <a:lnTo>
                    <a:pt x="2037549" y="380580"/>
                  </a:lnTo>
                  <a:lnTo>
                    <a:pt x="1994801" y="333756"/>
                  </a:lnTo>
                  <a:lnTo>
                    <a:pt x="1965325" y="307898"/>
                  </a:lnTo>
                  <a:lnTo>
                    <a:pt x="1929968" y="282181"/>
                  </a:lnTo>
                  <a:lnTo>
                    <a:pt x="1888363" y="257949"/>
                  </a:lnTo>
                  <a:lnTo>
                    <a:pt x="1840153" y="236537"/>
                  </a:lnTo>
                  <a:lnTo>
                    <a:pt x="1784985" y="219252"/>
                  </a:lnTo>
                  <a:lnTo>
                    <a:pt x="1722475" y="207467"/>
                  </a:lnTo>
                  <a:lnTo>
                    <a:pt x="1652295" y="202476"/>
                  </a:lnTo>
                  <a:lnTo>
                    <a:pt x="1574063" y="205638"/>
                  </a:lnTo>
                  <a:lnTo>
                    <a:pt x="1379359" y="229400"/>
                  </a:lnTo>
                  <a:lnTo>
                    <a:pt x="1252143" y="280504"/>
                  </a:lnTo>
                  <a:lnTo>
                    <a:pt x="1136319" y="397840"/>
                  </a:lnTo>
                  <a:lnTo>
                    <a:pt x="1027176" y="549084"/>
                  </a:lnTo>
                  <a:lnTo>
                    <a:pt x="1033995" y="400075"/>
                  </a:lnTo>
                  <a:lnTo>
                    <a:pt x="997483" y="214528"/>
                  </a:lnTo>
                  <a:lnTo>
                    <a:pt x="877620" y="63207"/>
                  </a:lnTo>
                  <a:lnTo>
                    <a:pt x="829729" y="36982"/>
                  </a:lnTo>
                  <a:lnTo>
                    <a:pt x="779678" y="18262"/>
                  </a:lnTo>
                  <a:lnTo>
                    <a:pt x="728065" y="6337"/>
                  </a:lnTo>
                  <a:lnTo>
                    <a:pt x="675487" y="482"/>
                  </a:lnTo>
                  <a:lnTo>
                    <a:pt x="622579" y="0"/>
                  </a:lnTo>
                  <a:lnTo>
                    <a:pt x="569937" y="4152"/>
                  </a:lnTo>
                  <a:lnTo>
                    <a:pt x="518160" y="12242"/>
                  </a:lnTo>
                  <a:lnTo>
                    <a:pt x="467855" y="23545"/>
                  </a:lnTo>
                  <a:lnTo>
                    <a:pt x="419646" y="37338"/>
                  </a:lnTo>
                  <a:lnTo>
                    <a:pt x="374129" y="52920"/>
                  </a:lnTo>
                  <a:lnTo>
                    <a:pt x="331914" y="69557"/>
                  </a:lnTo>
                  <a:lnTo>
                    <a:pt x="293611" y="86550"/>
                  </a:lnTo>
                  <a:lnTo>
                    <a:pt x="231165" y="118719"/>
                  </a:lnTo>
                  <a:lnTo>
                    <a:pt x="208229" y="132461"/>
                  </a:lnTo>
                  <a:lnTo>
                    <a:pt x="386842" y="177393"/>
                  </a:lnTo>
                  <a:lnTo>
                    <a:pt x="408863" y="168503"/>
                  </a:lnTo>
                  <a:lnTo>
                    <a:pt x="463575" y="150812"/>
                  </a:lnTo>
                  <a:lnTo>
                    <a:pt x="533933" y="137795"/>
                  </a:lnTo>
                  <a:lnTo>
                    <a:pt x="602869" y="142925"/>
                  </a:lnTo>
                  <a:lnTo>
                    <a:pt x="492480" y="201371"/>
                  </a:lnTo>
                  <a:lnTo>
                    <a:pt x="614705" y="239014"/>
                  </a:lnTo>
                  <a:lnTo>
                    <a:pt x="637311" y="234099"/>
                  </a:lnTo>
                  <a:lnTo>
                    <a:pt x="688492" y="224358"/>
                  </a:lnTo>
                  <a:lnTo>
                    <a:pt x="743254" y="217309"/>
                  </a:lnTo>
                  <a:lnTo>
                    <a:pt x="776643" y="220459"/>
                  </a:lnTo>
                  <a:lnTo>
                    <a:pt x="690041" y="277190"/>
                  </a:lnTo>
                  <a:lnTo>
                    <a:pt x="824306" y="378968"/>
                  </a:lnTo>
                  <a:lnTo>
                    <a:pt x="913752" y="373545"/>
                  </a:lnTo>
                  <a:lnTo>
                    <a:pt x="865835" y="409854"/>
                  </a:lnTo>
                  <a:lnTo>
                    <a:pt x="881672" y="433971"/>
                  </a:lnTo>
                  <a:lnTo>
                    <a:pt x="917740" y="492366"/>
                  </a:lnTo>
                  <a:lnTo>
                    <a:pt x="956818" y="564083"/>
                  </a:lnTo>
                  <a:lnTo>
                    <a:pt x="960005" y="572312"/>
                  </a:lnTo>
                  <a:lnTo>
                    <a:pt x="880148" y="502500"/>
                  </a:lnTo>
                  <a:lnTo>
                    <a:pt x="735634" y="442404"/>
                  </a:lnTo>
                  <a:lnTo>
                    <a:pt x="541172" y="459066"/>
                  </a:lnTo>
                  <a:lnTo>
                    <a:pt x="490804" y="479247"/>
                  </a:lnTo>
                  <a:lnTo>
                    <a:pt x="442315" y="504317"/>
                  </a:lnTo>
                  <a:lnTo>
                    <a:pt x="395795" y="533641"/>
                  </a:lnTo>
                  <a:lnTo>
                    <a:pt x="351320" y="566585"/>
                  </a:lnTo>
                  <a:lnTo>
                    <a:pt x="308991" y="602488"/>
                  </a:lnTo>
                  <a:lnTo>
                    <a:pt x="268884" y="640740"/>
                  </a:lnTo>
                  <a:lnTo>
                    <a:pt x="231089" y="680669"/>
                  </a:lnTo>
                  <a:lnTo>
                    <a:pt x="195707" y="721652"/>
                  </a:lnTo>
                  <a:lnTo>
                    <a:pt x="162814" y="763041"/>
                  </a:lnTo>
                  <a:lnTo>
                    <a:pt x="132511" y="804189"/>
                  </a:lnTo>
                  <a:lnTo>
                    <a:pt x="104863" y="844473"/>
                  </a:lnTo>
                  <a:lnTo>
                    <a:pt x="79984" y="883246"/>
                  </a:lnTo>
                  <a:lnTo>
                    <a:pt x="57950" y="919848"/>
                  </a:lnTo>
                  <a:lnTo>
                    <a:pt x="38836" y="953655"/>
                  </a:lnTo>
                  <a:lnTo>
                    <a:pt x="9779" y="1010323"/>
                  </a:lnTo>
                  <a:lnTo>
                    <a:pt x="0" y="1031900"/>
                  </a:lnTo>
                  <a:lnTo>
                    <a:pt x="179501" y="919467"/>
                  </a:lnTo>
                  <a:lnTo>
                    <a:pt x="200774" y="892530"/>
                  </a:lnTo>
                  <a:lnTo>
                    <a:pt x="250634" y="830237"/>
                  </a:lnTo>
                  <a:lnTo>
                    <a:pt x="308165" y="760298"/>
                  </a:lnTo>
                  <a:lnTo>
                    <a:pt x="352437" y="710425"/>
                  </a:lnTo>
                  <a:lnTo>
                    <a:pt x="265099" y="880452"/>
                  </a:lnTo>
                  <a:lnTo>
                    <a:pt x="418211" y="758278"/>
                  </a:lnTo>
                  <a:lnTo>
                    <a:pt x="439242" y="735571"/>
                  </a:lnTo>
                  <a:lnTo>
                    <a:pt x="487400" y="685076"/>
                  </a:lnTo>
                  <a:lnTo>
                    <a:pt x="540258" y="633234"/>
                  </a:lnTo>
                  <a:lnTo>
                    <a:pt x="575398" y="606488"/>
                  </a:lnTo>
                  <a:lnTo>
                    <a:pt x="502475" y="727252"/>
                  </a:lnTo>
                  <a:lnTo>
                    <a:pt x="680694" y="674395"/>
                  </a:lnTo>
                  <a:lnTo>
                    <a:pt x="762304" y="596061"/>
                  </a:lnTo>
                  <a:lnTo>
                    <a:pt x="751827" y="637679"/>
                  </a:lnTo>
                  <a:lnTo>
                    <a:pt x="779729" y="632790"/>
                  </a:lnTo>
                  <a:lnTo>
                    <a:pt x="845388" y="623849"/>
                  </a:lnTo>
                  <a:lnTo>
                    <a:pt x="921740" y="619455"/>
                  </a:lnTo>
                  <a:lnTo>
                    <a:pt x="978877" y="627786"/>
                  </a:lnTo>
                  <a:lnTo>
                    <a:pt x="980084" y="630732"/>
                  </a:lnTo>
                  <a:lnTo>
                    <a:pt x="983526" y="628954"/>
                  </a:lnTo>
                  <a:lnTo>
                    <a:pt x="984618" y="629412"/>
                  </a:lnTo>
                  <a:lnTo>
                    <a:pt x="986307" y="628218"/>
                  </a:lnTo>
                  <a:lnTo>
                    <a:pt x="988771" y="627900"/>
                  </a:lnTo>
                  <a:lnTo>
                    <a:pt x="1053744" y="626605"/>
                  </a:lnTo>
                  <a:lnTo>
                    <a:pt x="1136434" y="631444"/>
                  </a:lnTo>
                  <a:lnTo>
                    <a:pt x="1207528" y="637768"/>
                  </a:lnTo>
                  <a:lnTo>
                    <a:pt x="1237729" y="640918"/>
                  </a:lnTo>
                  <a:lnTo>
                    <a:pt x="1254836" y="602551"/>
                  </a:lnTo>
                  <a:lnTo>
                    <a:pt x="1273454" y="688886"/>
                  </a:lnTo>
                  <a:lnTo>
                    <a:pt x="1387094" y="775258"/>
                  </a:lnTo>
                  <a:lnTo>
                    <a:pt x="1401787" y="654227"/>
                  </a:lnTo>
                  <a:lnTo>
                    <a:pt x="1414106" y="685368"/>
                  </a:lnTo>
                  <a:lnTo>
                    <a:pt x="1425486" y="742238"/>
                  </a:lnTo>
                  <a:lnTo>
                    <a:pt x="1433830" y="796886"/>
                  </a:lnTo>
                  <a:lnTo>
                    <a:pt x="1437068" y="821321"/>
                  </a:lnTo>
                  <a:lnTo>
                    <a:pt x="1489506" y="932599"/>
                  </a:lnTo>
                  <a:lnTo>
                    <a:pt x="1522806" y="765695"/>
                  </a:lnTo>
                  <a:lnTo>
                    <a:pt x="1541170" y="831380"/>
                  </a:lnTo>
                  <a:lnTo>
                    <a:pt x="1542986" y="914158"/>
                  </a:lnTo>
                  <a:lnTo>
                    <a:pt x="1537360" y="985050"/>
                  </a:lnTo>
                  <a:lnTo>
                    <a:pt x="1533461" y="1015111"/>
                  </a:lnTo>
                  <a:lnTo>
                    <a:pt x="1611350" y="1153274"/>
                  </a:lnTo>
                  <a:lnTo>
                    <a:pt x="1617573" y="1125893"/>
                  </a:lnTo>
                  <a:lnTo>
                    <a:pt x="1622717" y="1092200"/>
                  </a:lnTo>
                  <a:lnTo>
                    <a:pt x="1626311" y="1053211"/>
                  </a:lnTo>
                  <a:lnTo>
                    <a:pt x="1627911" y="1009891"/>
                  </a:lnTo>
                  <a:lnTo>
                    <a:pt x="1627022" y="963244"/>
                  </a:lnTo>
                  <a:lnTo>
                    <a:pt x="1623187" y="914247"/>
                  </a:lnTo>
                  <a:lnTo>
                    <a:pt x="1615948" y="863892"/>
                  </a:lnTo>
                  <a:lnTo>
                    <a:pt x="1604810" y="813181"/>
                  </a:lnTo>
                  <a:lnTo>
                    <a:pt x="1589316" y="763079"/>
                  </a:lnTo>
                  <a:lnTo>
                    <a:pt x="1568996" y="714590"/>
                  </a:lnTo>
                  <a:lnTo>
                    <a:pt x="1543380" y="668705"/>
                  </a:lnTo>
                  <a:lnTo>
                    <a:pt x="1512011" y="626414"/>
                  </a:lnTo>
                  <a:lnTo>
                    <a:pt x="1474393" y="588695"/>
                  </a:lnTo>
                  <a:lnTo>
                    <a:pt x="1322476" y="530872"/>
                  </a:lnTo>
                  <a:lnTo>
                    <a:pt x="1160970" y="551967"/>
                  </a:lnTo>
                  <a:lnTo>
                    <a:pt x="1046276" y="596341"/>
                  </a:lnTo>
                  <a:lnTo>
                    <a:pt x="1155192" y="539737"/>
                  </a:lnTo>
                  <a:lnTo>
                    <a:pt x="1261427" y="497954"/>
                  </a:lnTo>
                  <a:lnTo>
                    <a:pt x="1341894" y="495096"/>
                  </a:lnTo>
                  <a:lnTo>
                    <a:pt x="1439659" y="520839"/>
                  </a:lnTo>
                  <a:lnTo>
                    <a:pt x="1465745" y="460209"/>
                  </a:lnTo>
                  <a:lnTo>
                    <a:pt x="1515694" y="535089"/>
                  </a:lnTo>
                  <a:lnTo>
                    <a:pt x="1693684" y="596773"/>
                  </a:lnTo>
                  <a:lnTo>
                    <a:pt x="1646059" y="451726"/>
                  </a:lnTo>
                  <a:lnTo>
                    <a:pt x="1694967" y="475640"/>
                  </a:lnTo>
                  <a:lnTo>
                    <a:pt x="1724012" y="502424"/>
                  </a:lnTo>
                  <a:lnTo>
                    <a:pt x="1744611" y="549021"/>
                  </a:lnTo>
                  <a:lnTo>
                    <a:pt x="1768246" y="632345"/>
                  </a:lnTo>
                  <a:lnTo>
                    <a:pt x="1786686" y="633425"/>
                  </a:lnTo>
                  <a:lnTo>
                    <a:pt x="1809216" y="640943"/>
                  </a:lnTo>
                  <a:lnTo>
                    <a:pt x="1850593" y="661365"/>
                  </a:lnTo>
                  <a:lnTo>
                    <a:pt x="1925548" y="701128"/>
                  </a:lnTo>
                  <a:lnTo>
                    <a:pt x="1927390" y="610019"/>
                  </a:lnTo>
                  <a:lnTo>
                    <a:pt x="1913801" y="541134"/>
                  </a:lnTo>
                  <a:lnTo>
                    <a:pt x="1872043" y="459790"/>
                  </a:lnTo>
                  <a:lnTo>
                    <a:pt x="1789315" y="331330"/>
                  </a:lnTo>
                  <a:lnTo>
                    <a:pt x="1834032" y="341198"/>
                  </a:lnTo>
                  <a:lnTo>
                    <a:pt x="1866785" y="365721"/>
                  </a:lnTo>
                  <a:lnTo>
                    <a:pt x="1903653" y="424027"/>
                  </a:lnTo>
                  <a:lnTo>
                    <a:pt x="1960702" y="535216"/>
                  </a:lnTo>
                  <a:lnTo>
                    <a:pt x="2158949" y="599274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162261" y="1525047"/>
              <a:ext cx="1437005" cy="625475"/>
            </a:xfrm>
            <a:custGeom>
              <a:avLst/>
              <a:gdLst/>
              <a:ahLst/>
              <a:cxnLst/>
              <a:rect l="l" t="t" r="r" b="b"/>
              <a:pathLst>
                <a:path w="1437005" h="625475">
                  <a:moveTo>
                    <a:pt x="646023" y="552754"/>
                  </a:moveTo>
                  <a:lnTo>
                    <a:pt x="644563" y="551091"/>
                  </a:lnTo>
                  <a:lnTo>
                    <a:pt x="638619" y="545134"/>
                  </a:lnTo>
                  <a:lnTo>
                    <a:pt x="634530" y="540397"/>
                  </a:lnTo>
                  <a:lnTo>
                    <a:pt x="590638" y="506679"/>
                  </a:lnTo>
                  <a:lnTo>
                    <a:pt x="552805" y="485698"/>
                  </a:lnTo>
                  <a:lnTo>
                    <a:pt x="504456" y="467309"/>
                  </a:lnTo>
                  <a:lnTo>
                    <a:pt x="446112" y="454736"/>
                  </a:lnTo>
                  <a:lnTo>
                    <a:pt x="378955" y="451281"/>
                  </a:lnTo>
                  <a:lnTo>
                    <a:pt x="342722" y="453720"/>
                  </a:lnTo>
                  <a:lnTo>
                    <a:pt x="270179" y="467702"/>
                  </a:lnTo>
                  <a:lnTo>
                    <a:pt x="202666" y="490639"/>
                  </a:lnTo>
                  <a:lnTo>
                    <a:pt x="142735" y="519176"/>
                  </a:lnTo>
                  <a:lnTo>
                    <a:pt x="92240" y="549770"/>
                  </a:lnTo>
                  <a:lnTo>
                    <a:pt x="52260" y="578713"/>
                  </a:lnTo>
                  <a:lnTo>
                    <a:pt x="15532" y="609473"/>
                  </a:lnTo>
                  <a:lnTo>
                    <a:pt x="9906" y="615302"/>
                  </a:lnTo>
                  <a:lnTo>
                    <a:pt x="0" y="624852"/>
                  </a:lnTo>
                  <a:lnTo>
                    <a:pt x="101" y="624979"/>
                  </a:lnTo>
                  <a:lnTo>
                    <a:pt x="203" y="625119"/>
                  </a:lnTo>
                  <a:lnTo>
                    <a:pt x="10706" y="616331"/>
                  </a:lnTo>
                  <a:lnTo>
                    <a:pt x="53644" y="581113"/>
                  </a:lnTo>
                  <a:lnTo>
                    <a:pt x="93675" y="553034"/>
                  </a:lnTo>
                  <a:lnTo>
                    <a:pt x="143954" y="523290"/>
                  </a:lnTo>
                  <a:lnTo>
                    <a:pt x="203390" y="495503"/>
                  </a:lnTo>
                  <a:lnTo>
                    <a:pt x="270205" y="473138"/>
                  </a:lnTo>
                  <a:lnTo>
                    <a:pt x="341884" y="459422"/>
                  </a:lnTo>
                  <a:lnTo>
                    <a:pt x="377698" y="456984"/>
                  </a:lnTo>
                  <a:lnTo>
                    <a:pt x="411886" y="457327"/>
                  </a:lnTo>
                  <a:lnTo>
                    <a:pt x="474281" y="465277"/>
                  </a:lnTo>
                  <a:lnTo>
                    <a:pt x="527456" y="480491"/>
                  </a:lnTo>
                  <a:lnTo>
                    <a:pt x="570560" y="499821"/>
                  </a:lnTo>
                  <a:lnTo>
                    <a:pt x="603580" y="519747"/>
                  </a:lnTo>
                  <a:lnTo>
                    <a:pt x="637489" y="546392"/>
                  </a:lnTo>
                  <a:lnTo>
                    <a:pt x="645718" y="553072"/>
                  </a:lnTo>
                  <a:lnTo>
                    <a:pt x="646023" y="552754"/>
                  </a:lnTo>
                  <a:close/>
                </a:path>
                <a:path w="1437005" h="625475">
                  <a:moveTo>
                    <a:pt x="711479" y="367753"/>
                  </a:moveTo>
                  <a:lnTo>
                    <a:pt x="710272" y="326377"/>
                  </a:lnTo>
                  <a:lnTo>
                    <a:pt x="705815" y="282371"/>
                  </a:lnTo>
                  <a:lnTo>
                    <a:pt x="697509" y="237693"/>
                  </a:lnTo>
                  <a:lnTo>
                    <a:pt x="686193" y="196735"/>
                  </a:lnTo>
                  <a:lnTo>
                    <a:pt x="672998" y="160655"/>
                  </a:lnTo>
                  <a:lnTo>
                    <a:pt x="652030" y="116916"/>
                  </a:lnTo>
                  <a:lnTo>
                    <a:pt x="647725" y="108445"/>
                  </a:lnTo>
                  <a:lnTo>
                    <a:pt x="642962" y="101447"/>
                  </a:lnTo>
                  <a:lnTo>
                    <a:pt x="635215" y="88696"/>
                  </a:lnTo>
                  <a:lnTo>
                    <a:pt x="622198" y="71018"/>
                  </a:lnTo>
                  <a:lnTo>
                    <a:pt x="618642" y="66535"/>
                  </a:lnTo>
                  <a:lnTo>
                    <a:pt x="618324" y="66814"/>
                  </a:lnTo>
                  <a:lnTo>
                    <a:pt x="617994" y="67106"/>
                  </a:lnTo>
                  <a:lnTo>
                    <a:pt x="620928" y="72123"/>
                  </a:lnTo>
                  <a:lnTo>
                    <a:pt x="632752" y="90703"/>
                  </a:lnTo>
                  <a:lnTo>
                    <a:pt x="639940" y="103784"/>
                  </a:lnTo>
                  <a:lnTo>
                    <a:pt x="644436" y="110934"/>
                  </a:lnTo>
                  <a:lnTo>
                    <a:pt x="648474" y="119507"/>
                  </a:lnTo>
                  <a:lnTo>
                    <a:pt x="655104" y="132753"/>
                  </a:lnTo>
                  <a:lnTo>
                    <a:pt x="674992" y="180873"/>
                  </a:lnTo>
                  <a:lnTo>
                    <a:pt x="686866" y="219379"/>
                  </a:lnTo>
                  <a:lnTo>
                    <a:pt x="696760" y="262191"/>
                  </a:lnTo>
                  <a:lnTo>
                    <a:pt x="703072" y="306603"/>
                  </a:lnTo>
                  <a:lnTo>
                    <a:pt x="706247" y="348970"/>
                  </a:lnTo>
                  <a:lnTo>
                    <a:pt x="706615" y="369036"/>
                  </a:lnTo>
                  <a:lnTo>
                    <a:pt x="706501" y="388112"/>
                  </a:lnTo>
                  <a:lnTo>
                    <a:pt x="705891" y="406044"/>
                  </a:lnTo>
                  <a:lnTo>
                    <a:pt x="704316" y="430453"/>
                  </a:lnTo>
                  <a:lnTo>
                    <a:pt x="701382" y="459968"/>
                  </a:lnTo>
                  <a:lnTo>
                    <a:pt x="697725" y="485381"/>
                  </a:lnTo>
                  <a:lnTo>
                    <a:pt x="697357" y="488594"/>
                  </a:lnTo>
                  <a:lnTo>
                    <a:pt x="696137" y="456476"/>
                  </a:lnTo>
                  <a:lnTo>
                    <a:pt x="695413" y="451002"/>
                  </a:lnTo>
                  <a:lnTo>
                    <a:pt x="692746" y="426123"/>
                  </a:lnTo>
                  <a:lnTo>
                    <a:pt x="691400" y="415848"/>
                  </a:lnTo>
                  <a:lnTo>
                    <a:pt x="684047" y="374510"/>
                  </a:lnTo>
                  <a:lnTo>
                    <a:pt x="681786" y="366636"/>
                  </a:lnTo>
                  <a:lnTo>
                    <a:pt x="676744" y="345630"/>
                  </a:lnTo>
                  <a:lnTo>
                    <a:pt x="664730" y="306400"/>
                  </a:lnTo>
                  <a:lnTo>
                    <a:pt x="642721" y="252158"/>
                  </a:lnTo>
                  <a:lnTo>
                    <a:pt x="613956" y="197370"/>
                  </a:lnTo>
                  <a:lnTo>
                    <a:pt x="579234" y="147281"/>
                  </a:lnTo>
                  <a:lnTo>
                    <a:pt x="542556" y="104584"/>
                  </a:lnTo>
                  <a:lnTo>
                    <a:pt x="514654" y="77863"/>
                  </a:lnTo>
                  <a:lnTo>
                    <a:pt x="499211" y="65062"/>
                  </a:lnTo>
                  <a:lnTo>
                    <a:pt x="493572" y="59855"/>
                  </a:lnTo>
                  <a:lnTo>
                    <a:pt x="462280" y="37376"/>
                  </a:lnTo>
                  <a:lnTo>
                    <a:pt x="426580" y="15748"/>
                  </a:lnTo>
                  <a:lnTo>
                    <a:pt x="393649" y="0"/>
                  </a:lnTo>
                  <a:lnTo>
                    <a:pt x="393420" y="368"/>
                  </a:lnTo>
                  <a:lnTo>
                    <a:pt x="395185" y="1524"/>
                  </a:lnTo>
                  <a:lnTo>
                    <a:pt x="428866" y="20574"/>
                  </a:lnTo>
                  <a:lnTo>
                    <a:pt x="432981" y="23393"/>
                  </a:lnTo>
                  <a:lnTo>
                    <a:pt x="451967" y="35534"/>
                  </a:lnTo>
                  <a:lnTo>
                    <a:pt x="459727" y="40767"/>
                  </a:lnTo>
                  <a:lnTo>
                    <a:pt x="490359" y="63703"/>
                  </a:lnTo>
                  <a:lnTo>
                    <a:pt x="495896" y="68973"/>
                  </a:lnTo>
                  <a:lnTo>
                    <a:pt x="511073" y="81915"/>
                  </a:lnTo>
                  <a:lnTo>
                    <a:pt x="538492" y="108762"/>
                  </a:lnTo>
                  <a:lnTo>
                    <a:pt x="574662" y="151422"/>
                  </a:lnTo>
                  <a:lnTo>
                    <a:pt x="609053" y="201244"/>
                  </a:lnTo>
                  <a:lnTo>
                    <a:pt x="637705" y="255562"/>
                  </a:lnTo>
                  <a:lnTo>
                    <a:pt x="659866" y="309257"/>
                  </a:lnTo>
                  <a:lnTo>
                    <a:pt x="672160" y="348030"/>
                  </a:lnTo>
                  <a:lnTo>
                    <a:pt x="677392" y="368782"/>
                  </a:lnTo>
                  <a:lnTo>
                    <a:pt x="679754" y="376567"/>
                  </a:lnTo>
                  <a:lnTo>
                    <a:pt x="687717" y="417385"/>
                  </a:lnTo>
                  <a:lnTo>
                    <a:pt x="689254" y="427520"/>
                  </a:lnTo>
                  <a:lnTo>
                    <a:pt x="693356" y="457466"/>
                  </a:lnTo>
                  <a:lnTo>
                    <a:pt x="697357" y="502450"/>
                  </a:lnTo>
                  <a:lnTo>
                    <a:pt x="697547" y="502399"/>
                  </a:lnTo>
                  <a:lnTo>
                    <a:pt x="697738" y="502348"/>
                  </a:lnTo>
                  <a:lnTo>
                    <a:pt x="697788" y="499948"/>
                  </a:lnTo>
                  <a:lnTo>
                    <a:pt x="697484" y="492010"/>
                  </a:lnTo>
                  <a:lnTo>
                    <a:pt x="697712" y="491998"/>
                  </a:lnTo>
                  <a:lnTo>
                    <a:pt x="708012" y="429844"/>
                  </a:lnTo>
                  <a:lnTo>
                    <a:pt x="711085" y="387032"/>
                  </a:lnTo>
                  <a:lnTo>
                    <a:pt x="711479" y="367753"/>
                  </a:lnTo>
                  <a:close/>
                </a:path>
                <a:path w="1437005" h="625475">
                  <a:moveTo>
                    <a:pt x="1093927" y="488556"/>
                  </a:moveTo>
                  <a:lnTo>
                    <a:pt x="1047953" y="481749"/>
                  </a:lnTo>
                  <a:lnTo>
                    <a:pt x="1003668" y="479831"/>
                  </a:lnTo>
                  <a:lnTo>
                    <a:pt x="986256" y="480009"/>
                  </a:lnTo>
                  <a:lnTo>
                    <a:pt x="934389" y="482523"/>
                  </a:lnTo>
                  <a:lnTo>
                    <a:pt x="872210" y="495935"/>
                  </a:lnTo>
                  <a:lnTo>
                    <a:pt x="808532" y="517131"/>
                  </a:lnTo>
                  <a:lnTo>
                    <a:pt x="762050" y="535432"/>
                  </a:lnTo>
                  <a:lnTo>
                    <a:pt x="704164" y="560920"/>
                  </a:lnTo>
                  <a:lnTo>
                    <a:pt x="667994" y="579005"/>
                  </a:lnTo>
                  <a:lnTo>
                    <a:pt x="668108" y="579539"/>
                  </a:lnTo>
                  <a:lnTo>
                    <a:pt x="730859" y="552526"/>
                  </a:lnTo>
                  <a:lnTo>
                    <a:pt x="746112" y="546239"/>
                  </a:lnTo>
                  <a:lnTo>
                    <a:pt x="799249" y="525500"/>
                  </a:lnTo>
                  <a:lnTo>
                    <a:pt x="850417" y="507403"/>
                  </a:lnTo>
                  <a:lnTo>
                    <a:pt x="916254" y="491363"/>
                  </a:lnTo>
                  <a:lnTo>
                    <a:pt x="985215" y="484771"/>
                  </a:lnTo>
                  <a:lnTo>
                    <a:pt x="1018730" y="484263"/>
                  </a:lnTo>
                  <a:lnTo>
                    <a:pt x="1033538" y="484568"/>
                  </a:lnTo>
                  <a:lnTo>
                    <a:pt x="1046899" y="485178"/>
                  </a:lnTo>
                  <a:lnTo>
                    <a:pt x="1069035" y="486778"/>
                  </a:lnTo>
                  <a:lnTo>
                    <a:pt x="1093685" y="489153"/>
                  </a:lnTo>
                  <a:lnTo>
                    <a:pt x="1093851" y="488746"/>
                  </a:lnTo>
                  <a:lnTo>
                    <a:pt x="1093927" y="488556"/>
                  </a:lnTo>
                  <a:close/>
                </a:path>
                <a:path w="1437005" h="625475">
                  <a:moveTo>
                    <a:pt x="1350848" y="146291"/>
                  </a:moveTo>
                  <a:lnTo>
                    <a:pt x="1338897" y="145542"/>
                  </a:lnTo>
                  <a:lnTo>
                    <a:pt x="1331988" y="144716"/>
                  </a:lnTo>
                  <a:lnTo>
                    <a:pt x="1307528" y="145008"/>
                  </a:lnTo>
                  <a:lnTo>
                    <a:pt x="1267891" y="148043"/>
                  </a:lnTo>
                  <a:lnTo>
                    <a:pt x="1207897" y="158496"/>
                  </a:lnTo>
                  <a:lnTo>
                    <a:pt x="1167803" y="169443"/>
                  </a:lnTo>
                  <a:lnTo>
                    <a:pt x="1124292" y="184543"/>
                  </a:lnTo>
                  <a:lnTo>
                    <a:pt x="1078090" y="204076"/>
                  </a:lnTo>
                  <a:lnTo>
                    <a:pt x="1029893" y="228320"/>
                  </a:lnTo>
                  <a:lnTo>
                    <a:pt x="980414" y="257543"/>
                  </a:lnTo>
                  <a:lnTo>
                    <a:pt x="932091" y="290449"/>
                  </a:lnTo>
                  <a:lnTo>
                    <a:pt x="887069" y="324967"/>
                  </a:lnTo>
                  <a:lnTo>
                    <a:pt x="845616" y="360146"/>
                  </a:lnTo>
                  <a:lnTo>
                    <a:pt x="807961" y="395071"/>
                  </a:lnTo>
                  <a:lnTo>
                    <a:pt x="774357" y="428802"/>
                  </a:lnTo>
                  <a:lnTo>
                    <a:pt x="745058" y="460387"/>
                  </a:lnTo>
                  <a:lnTo>
                    <a:pt x="709028" y="501992"/>
                  </a:lnTo>
                  <a:lnTo>
                    <a:pt x="677913" y="540804"/>
                  </a:lnTo>
                  <a:lnTo>
                    <a:pt x="661644" y="562940"/>
                  </a:lnTo>
                  <a:lnTo>
                    <a:pt x="696201" y="520915"/>
                  </a:lnTo>
                  <a:lnTo>
                    <a:pt x="710755" y="503707"/>
                  </a:lnTo>
                  <a:lnTo>
                    <a:pt x="747102" y="462737"/>
                  </a:lnTo>
                  <a:lnTo>
                    <a:pt x="776528" y="431558"/>
                  </a:lnTo>
                  <a:lnTo>
                    <a:pt x="810158" y="398246"/>
                  </a:lnTo>
                  <a:lnTo>
                    <a:pt x="847750" y="363728"/>
                  </a:lnTo>
                  <a:lnTo>
                    <a:pt x="889050" y="328904"/>
                  </a:lnTo>
                  <a:lnTo>
                    <a:pt x="933831" y="294728"/>
                  </a:lnTo>
                  <a:lnTo>
                    <a:pt x="981837" y="262089"/>
                  </a:lnTo>
                  <a:lnTo>
                    <a:pt x="1030947" y="233032"/>
                  </a:lnTo>
                  <a:lnTo>
                    <a:pt x="1078763" y="208838"/>
                  </a:lnTo>
                  <a:lnTo>
                    <a:pt x="1124623" y="189230"/>
                  </a:lnTo>
                  <a:lnTo>
                    <a:pt x="1167815" y="173939"/>
                  </a:lnTo>
                  <a:lnTo>
                    <a:pt x="1207655" y="162699"/>
                  </a:lnTo>
                  <a:lnTo>
                    <a:pt x="1267371" y="151472"/>
                  </a:lnTo>
                  <a:lnTo>
                    <a:pt x="1306969" y="147586"/>
                  </a:lnTo>
                  <a:lnTo>
                    <a:pt x="1331544" y="146507"/>
                  </a:lnTo>
                  <a:lnTo>
                    <a:pt x="1338503" y="146989"/>
                  </a:lnTo>
                  <a:lnTo>
                    <a:pt x="1350746" y="146672"/>
                  </a:lnTo>
                  <a:lnTo>
                    <a:pt x="1350797" y="146481"/>
                  </a:lnTo>
                  <a:lnTo>
                    <a:pt x="1350848" y="146291"/>
                  </a:lnTo>
                  <a:close/>
                </a:path>
                <a:path w="1437005" h="625475">
                  <a:moveTo>
                    <a:pt x="1436547" y="250126"/>
                  </a:moveTo>
                  <a:lnTo>
                    <a:pt x="1393799" y="237159"/>
                  </a:lnTo>
                  <a:lnTo>
                    <a:pt x="1363675" y="235292"/>
                  </a:lnTo>
                  <a:lnTo>
                    <a:pt x="1326540" y="235940"/>
                  </a:lnTo>
                  <a:lnTo>
                    <a:pt x="1288300" y="238544"/>
                  </a:lnTo>
                  <a:lnTo>
                    <a:pt x="1245400" y="244271"/>
                  </a:lnTo>
                  <a:lnTo>
                    <a:pt x="1198486" y="253517"/>
                  </a:lnTo>
                  <a:lnTo>
                    <a:pt x="1148168" y="266649"/>
                  </a:lnTo>
                  <a:lnTo>
                    <a:pt x="1095082" y="284048"/>
                  </a:lnTo>
                  <a:lnTo>
                    <a:pt x="1039850" y="306095"/>
                  </a:lnTo>
                  <a:lnTo>
                    <a:pt x="998524" y="325234"/>
                  </a:lnTo>
                  <a:lnTo>
                    <a:pt x="958773" y="346036"/>
                  </a:lnTo>
                  <a:lnTo>
                    <a:pt x="920838" y="368020"/>
                  </a:lnTo>
                  <a:lnTo>
                    <a:pt x="884948" y="390690"/>
                  </a:lnTo>
                  <a:lnTo>
                    <a:pt x="819962" y="436473"/>
                  </a:lnTo>
                  <a:lnTo>
                    <a:pt x="777976" y="470103"/>
                  </a:lnTo>
                  <a:lnTo>
                    <a:pt x="742149" y="501370"/>
                  </a:lnTo>
                  <a:lnTo>
                    <a:pt x="712965" y="529209"/>
                  </a:lnTo>
                  <a:lnTo>
                    <a:pt x="664400" y="579996"/>
                  </a:lnTo>
                  <a:lnTo>
                    <a:pt x="664591" y="580224"/>
                  </a:lnTo>
                  <a:lnTo>
                    <a:pt x="698246" y="546455"/>
                  </a:lnTo>
                  <a:lnTo>
                    <a:pt x="705866" y="539038"/>
                  </a:lnTo>
                  <a:lnTo>
                    <a:pt x="743661" y="503809"/>
                  </a:lnTo>
                  <a:lnTo>
                    <a:pt x="779564" y="473087"/>
                  </a:lnTo>
                  <a:lnTo>
                    <a:pt x="821524" y="439991"/>
                  </a:lnTo>
                  <a:lnTo>
                    <a:pt x="863574" y="409663"/>
                  </a:lnTo>
                  <a:lnTo>
                    <a:pt x="922070" y="372427"/>
                  </a:lnTo>
                  <a:lnTo>
                    <a:pt x="959815" y="350697"/>
                  </a:lnTo>
                  <a:lnTo>
                    <a:pt x="999350" y="330085"/>
                  </a:lnTo>
                  <a:lnTo>
                    <a:pt x="1040447" y="311086"/>
                  </a:lnTo>
                  <a:lnTo>
                    <a:pt x="1095349" y="289128"/>
                  </a:lnTo>
                  <a:lnTo>
                    <a:pt x="1148130" y="271691"/>
                  </a:lnTo>
                  <a:lnTo>
                    <a:pt x="1198168" y="258406"/>
                  </a:lnTo>
                  <a:lnTo>
                    <a:pt x="1244866" y="248894"/>
                  </a:lnTo>
                  <a:lnTo>
                    <a:pt x="1287589" y="242811"/>
                  </a:lnTo>
                  <a:lnTo>
                    <a:pt x="1325740" y="239763"/>
                  </a:lnTo>
                  <a:lnTo>
                    <a:pt x="1362849" y="238531"/>
                  </a:lnTo>
                  <a:lnTo>
                    <a:pt x="1373720" y="238633"/>
                  </a:lnTo>
                  <a:lnTo>
                    <a:pt x="1418056" y="243662"/>
                  </a:lnTo>
                  <a:lnTo>
                    <a:pt x="1436370" y="250444"/>
                  </a:lnTo>
                  <a:lnTo>
                    <a:pt x="1436547" y="250126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892680" y="2589350"/>
              <a:ext cx="247650" cy="2479040"/>
            </a:xfrm>
            <a:custGeom>
              <a:avLst/>
              <a:gdLst/>
              <a:ahLst/>
              <a:cxnLst/>
              <a:rect l="l" t="t" r="r" b="b"/>
              <a:pathLst>
                <a:path w="247650" h="2479040">
                  <a:moveTo>
                    <a:pt x="70825" y="0"/>
                  </a:moveTo>
                  <a:lnTo>
                    <a:pt x="10010" y="7088"/>
                  </a:lnTo>
                  <a:lnTo>
                    <a:pt x="88324" y="461512"/>
                  </a:lnTo>
                  <a:lnTo>
                    <a:pt x="113386" y="870469"/>
                  </a:lnTo>
                  <a:lnTo>
                    <a:pt x="84257" y="1465693"/>
                  </a:lnTo>
                  <a:lnTo>
                    <a:pt x="0" y="2478919"/>
                  </a:lnTo>
                  <a:lnTo>
                    <a:pt x="208998" y="2478919"/>
                  </a:lnTo>
                  <a:lnTo>
                    <a:pt x="247503" y="1574209"/>
                  </a:lnTo>
                  <a:lnTo>
                    <a:pt x="245945" y="1014419"/>
                  </a:lnTo>
                  <a:lnTo>
                    <a:pt x="191370" y="567148"/>
                  </a:lnTo>
                  <a:lnTo>
                    <a:pt x="70825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970800" y="4119430"/>
              <a:ext cx="99060" cy="10795"/>
            </a:xfrm>
            <a:custGeom>
              <a:avLst/>
              <a:gdLst/>
              <a:ahLst/>
              <a:cxnLst/>
              <a:rect l="l" t="t" r="r" b="b"/>
              <a:pathLst>
                <a:path w="99059" h="10795">
                  <a:moveTo>
                    <a:pt x="98656" y="0"/>
                  </a:moveTo>
                  <a:lnTo>
                    <a:pt x="94645" y="82"/>
                  </a:lnTo>
                  <a:lnTo>
                    <a:pt x="84137" y="1721"/>
                  </a:lnTo>
                  <a:lnTo>
                    <a:pt x="68593" y="3868"/>
                  </a:lnTo>
                  <a:lnTo>
                    <a:pt x="49474" y="5476"/>
                  </a:lnTo>
                  <a:lnTo>
                    <a:pt x="30300" y="5835"/>
                  </a:lnTo>
                  <a:lnTo>
                    <a:pt x="14622" y="5273"/>
                  </a:lnTo>
                  <a:lnTo>
                    <a:pt x="4002" y="4697"/>
                  </a:lnTo>
                  <a:lnTo>
                    <a:pt x="0" y="5015"/>
                  </a:lnTo>
                  <a:lnTo>
                    <a:pt x="3721" y="6514"/>
                  </a:lnTo>
                  <a:lnTo>
                    <a:pt x="14295" y="8595"/>
                  </a:lnTo>
                  <a:lnTo>
                    <a:pt x="30150" y="10179"/>
                  </a:lnTo>
                  <a:lnTo>
                    <a:pt x="49715" y="10188"/>
                  </a:lnTo>
                  <a:lnTo>
                    <a:pt x="69183" y="8175"/>
                  </a:lnTo>
                  <a:lnTo>
                    <a:pt x="84795" y="4991"/>
                  </a:lnTo>
                  <a:lnTo>
                    <a:pt x="95103" y="1859"/>
                  </a:lnTo>
                  <a:lnTo>
                    <a:pt x="98656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991287" y="3933885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83819" h="0">
                  <a:moveTo>
                    <a:pt x="0" y="0"/>
                  </a:moveTo>
                  <a:lnTo>
                    <a:pt x="83662" y="0"/>
                  </a:lnTo>
                </a:path>
              </a:pathLst>
            </a:custGeom>
            <a:ln w="5431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975548" y="3707434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 h="0">
                  <a:moveTo>
                    <a:pt x="0" y="0"/>
                  </a:moveTo>
                  <a:lnTo>
                    <a:pt x="76510" y="0"/>
                  </a:lnTo>
                </a:path>
              </a:pathLst>
            </a:custGeom>
            <a:ln w="6938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933306" y="2781763"/>
              <a:ext cx="132715" cy="718185"/>
            </a:xfrm>
            <a:custGeom>
              <a:avLst/>
              <a:gdLst/>
              <a:ahLst/>
              <a:cxnLst/>
              <a:rect l="l" t="t" r="r" b="b"/>
              <a:pathLst>
                <a:path w="132715" h="718185">
                  <a:moveTo>
                    <a:pt x="43395" y="2489"/>
                  </a:moveTo>
                  <a:lnTo>
                    <a:pt x="42621" y="0"/>
                  </a:lnTo>
                  <a:lnTo>
                    <a:pt x="21323" y="5016"/>
                  </a:lnTo>
                  <a:lnTo>
                    <a:pt x="0" y="9829"/>
                  </a:lnTo>
                  <a:lnTo>
                    <a:pt x="203" y="11201"/>
                  </a:lnTo>
                  <a:lnTo>
                    <a:pt x="381" y="12395"/>
                  </a:lnTo>
                  <a:lnTo>
                    <a:pt x="10325" y="12293"/>
                  </a:lnTo>
                  <a:lnTo>
                    <a:pt x="22390" y="9613"/>
                  </a:lnTo>
                  <a:lnTo>
                    <a:pt x="34404" y="6743"/>
                  </a:lnTo>
                  <a:lnTo>
                    <a:pt x="43395" y="2489"/>
                  </a:lnTo>
                  <a:close/>
                </a:path>
                <a:path w="132715" h="718185">
                  <a:moveTo>
                    <a:pt x="86690" y="252133"/>
                  </a:moveTo>
                  <a:lnTo>
                    <a:pt x="86207" y="249567"/>
                  </a:lnTo>
                  <a:lnTo>
                    <a:pt x="75831" y="250393"/>
                  </a:lnTo>
                  <a:lnTo>
                    <a:pt x="50355" y="251891"/>
                  </a:lnTo>
                  <a:lnTo>
                    <a:pt x="39928" y="252310"/>
                  </a:lnTo>
                  <a:lnTo>
                    <a:pt x="39865" y="253644"/>
                  </a:lnTo>
                  <a:lnTo>
                    <a:pt x="39776" y="254914"/>
                  </a:lnTo>
                  <a:lnTo>
                    <a:pt x="50304" y="256616"/>
                  </a:lnTo>
                  <a:lnTo>
                    <a:pt x="76428" y="255066"/>
                  </a:lnTo>
                  <a:lnTo>
                    <a:pt x="86690" y="252133"/>
                  </a:lnTo>
                  <a:close/>
                </a:path>
                <a:path w="132715" h="718185">
                  <a:moveTo>
                    <a:pt x="97904" y="490715"/>
                  </a:moveTo>
                  <a:lnTo>
                    <a:pt x="96977" y="488276"/>
                  </a:lnTo>
                  <a:lnTo>
                    <a:pt x="86639" y="491007"/>
                  </a:lnTo>
                  <a:lnTo>
                    <a:pt x="60858" y="494880"/>
                  </a:lnTo>
                  <a:lnTo>
                    <a:pt x="50177" y="495300"/>
                  </a:lnTo>
                  <a:lnTo>
                    <a:pt x="50114" y="496658"/>
                  </a:lnTo>
                  <a:lnTo>
                    <a:pt x="50012" y="497903"/>
                  </a:lnTo>
                  <a:lnTo>
                    <a:pt x="61010" y="499605"/>
                  </a:lnTo>
                  <a:lnTo>
                    <a:pt x="87884" y="495579"/>
                  </a:lnTo>
                  <a:lnTo>
                    <a:pt x="97904" y="490715"/>
                  </a:lnTo>
                  <a:close/>
                </a:path>
                <a:path w="132715" h="718185">
                  <a:moveTo>
                    <a:pt x="132143" y="709650"/>
                  </a:moveTo>
                  <a:lnTo>
                    <a:pt x="129209" y="709396"/>
                  </a:lnTo>
                  <a:lnTo>
                    <a:pt x="110401" y="711619"/>
                  </a:lnTo>
                  <a:lnTo>
                    <a:pt x="96685" y="712952"/>
                  </a:lnTo>
                  <a:lnTo>
                    <a:pt x="82931" y="713803"/>
                  </a:lnTo>
                  <a:lnTo>
                    <a:pt x="64008" y="714578"/>
                  </a:lnTo>
                  <a:lnTo>
                    <a:pt x="61137" y="715289"/>
                  </a:lnTo>
                  <a:lnTo>
                    <a:pt x="63881" y="716407"/>
                  </a:lnTo>
                  <a:lnTo>
                    <a:pt x="71551" y="717537"/>
                  </a:lnTo>
                  <a:lnTo>
                    <a:pt x="82994" y="718146"/>
                  </a:lnTo>
                  <a:lnTo>
                    <a:pt x="97053" y="717651"/>
                  </a:lnTo>
                  <a:lnTo>
                    <a:pt x="111023" y="715911"/>
                  </a:lnTo>
                  <a:lnTo>
                    <a:pt x="122224" y="713511"/>
                  </a:lnTo>
                  <a:lnTo>
                    <a:pt x="129628" y="711187"/>
                  </a:lnTo>
                  <a:lnTo>
                    <a:pt x="132143" y="70965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940467" y="4337924"/>
              <a:ext cx="126364" cy="177165"/>
            </a:xfrm>
            <a:custGeom>
              <a:avLst/>
              <a:gdLst/>
              <a:ahLst/>
              <a:cxnLst/>
              <a:rect l="l" t="t" r="r" b="b"/>
              <a:pathLst>
                <a:path w="126365" h="177164">
                  <a:moveTo>
                    <a:pt x="52644" y="0"/>
                  </a:moveTo>
                  <a:lnTo>
                    <a:pt x="125752" y="0"/>
                  </a:lnTo>
                </a:path>
                <a:path w="126365" h="177164">
                  <a:moveTo>
                    <a:pt x="0" y="176875"/>
                  </a:moveTo>
                  <a:lnTo>
                    <a:pt x="73107" y="176875"/>
                  </a:lnTo>
                </a:path>
              </a:pathLst>
            </a:custGeom>
            <a:ln w="4711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86200" y="1841974"/>
              <a:ext cx="584200" cy="763270"/>
            </a:xfrm>
            <a:custGeom>
              <a:avLst/>
              <a:gdLst/>
              <a:ahLst/>
              <a:cxnLst/>
              <a:rect l="l" t="t" r="r" b="b"/>
              <a:pathLst>
                <a:path w="584200" h="763269">
                  <a:moveTo>
                    <a:pt x="0" y="0"/>
                  </a:moveTo>
                  <a:lnTo>
                    <a:pt x="71629" y="33555"/>
                  </a:lnTo>
                  <a:lnTo>
                    <a:pt x="151185" y="78494"/>
                  </a:lnTo>
                  <a:lnTo>
                    <a:pt x="219261" y="119075"/>
                  </a:lnTo>
                  <a:lnTo>
                    <a:pt x="248118" y="136728"/>
                  </a:lnTo>
                  <a:lnTo>
                    <a:pt x="270620" y="110719"/>
                  </a:lnTo>
                  <a:lnTo>
                    <a:pt x="275436" y="197281"/>
                  </a:lnTo>
                  <a:lnTo>
                    <a:pt x="372554" y="330544"/>
                  </a:lnTo>
                  <a:lnTo>
                    <a:pt x="405411" y="229218"/>
                  </a:lnTo>
                  <a:lnTo>
                    <a:pt x="412598" y="263192"/>
                  </a:lnTo>
                  <a:lnTo>
                    <a:pt x="414911" y="319783"/>
                  </a:lnTo>
                  <a:lnTo>
                    <a:pt x="414629" y="372883"/>
                  </a:lnTo>
                  <a:lnTo>
                    <a:pt x="414029" y="396385"/>
                  </a:lnTo>
                  <a:lnTo>
                    <a:pt x="447881" y="521952"/>
                  </a:lnTo>
                  <a:lnTo>
                    <a:pt x="505838" y="388605"/>
                  </a:lnTo>
                  <a:lnTo>
                    <a:pt x="513600" y="456538"/>
                  </a:lnTo>
                  <a:lnTo>
                    <a:pt x="502653" y="531657"/>
                  </a:lnTo>
                  <a:lnTo>
                    <a:pt x="486317" y="592482"/>
                  </a:lnTo>
                  <a:lnTo>
                    <a:pt x="477912" y="617530"/>
                  </a:lnTo>
                  <a:lnTo>
                    <a:pt x="537774" y="762783"/>
                  </a:lnTo>
                  <a:lnTo>
                    <a:pt x="559420" y="709672"/>
                  </a:lnTo>
                  <a:lnTo>
                    <a:pt x="576794" y="633044"/>
                  </a:lnTo>
                  <a:lnTo>
                    <a:pt x="582043" y="587703"/>
                  </a:lnTo>
                  <a:lnTo>
                    <a:pt x="584018" y="538635"/>
                  </a:lnTo>
                  <a:lnTo>
                    <a:pt x="581986" y="486556"/>
                  </a:lnTo>
                  <a:lnTo>
                    <a:pt x="575211" y="432183"/>
                  </a:lnTo>
                  <a:lnTo>
                    <a:pt x="562959" y="376233"/>
                  </a:lnTo>
                  <a:lnTo>
                    <a:pt x="544493" y="319424"/>
                  </a:lnTo>
                  <a:lnTo>
                    <a:pt x="519080" y="262474"/>
                  </a:lnTo>
                  <a:lnTo>
                    <a:pt x="485985" y="206098"/>
                  </a:lnTo>
                  <a:lnTo>
                    <a:pt x="347305" y="79645"/>
                  </a:lnTo>
                  <a:lnTo>
                    <a:pt x="187219" y="19271"/>
                  </a:lnTo>
                  <a:lnTo>
                    <a:pt x="55020" y="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99630" y="1848216"/>
              <a:ext cx="542290" cy="756920"/>
            </a:xfrm>
            <a:custGeom>
              <a:avLst/>
              <a:gdLst/>
              <a:ahLst/>
              <a:cxnLst/>
              <a:rect l="l" t="t" r="r" b="b"/>
              <a:pathLst>
                <a:path w="542290" h="756919">
                  <a:moveTo>
                    <a:pt x="0" y="83"/>
                  </a:moveTo>
                  <a:lnTo>
                    <a:pt x="16769" y="1454"/>
                  </a:lnTo>
                  <a:lnTo>
                    <a:pt x="32314" y="2375"/>
                  </a:lnTo>
                  <a:lnTo>
                    <a:pt x="41820" y="3277"/>
                  </a:lnTo>
                  <a:lnTo>
                    <a:pt x="90468" y="10129"/>
                  </a:lnTo>
                  <a:lnTo>
                    <a:pt x="153691" y="25172"/>
                  </a:lnTo>
                  <a:lnTo>
                    <a:pt x="227517" y="52503"/>
                  </a:lnTo>
                  <a:lnTo>
                    <a:pt x="266834" y="71899"/>
                  </a:lnTo>
                  <a:lnTo>
                    <a:pt x="306755" y="95714"/>
                  </a:lnTo>
                  <a:lnTo>
                    <a:pt x="346227" y="124471"/>
                  </a:lnTo>
                  <a:lnTo>
                    <a:pt x="384585" y="157963"/>
                  </a:lnTo>
                  <a:lnTo>
                    <a:pt x="420170" y="196878"/>
                  </a:lnTo>
                  <a:lnTo>
                    <a:pt x="452520" y="240474"/>
                  </a:lnTo>
                  <a:lnTo>
                    <a:pt x="479075" y="287852"/>
                  </a:lnTo>
                  <a:lnTo>
                    <a:pt x="500120" y="336218"/>
                  </a:lnTo>
                  <a:lnTo>
                    <a:pt x="515912" y="384677"/>
                  </a:lnTo>
                  <a:lnTo>
                    <a:pt x="526706" y="432332"/>
                  </a:lnTo>
                  <a:lnTo>
                    <a:pt x="533716" y="478328"/>
                  </a:lnTo>
                  <a:lnTo>
                    <a:pt x="537334" y="522078"/>
                  </a:lnTo>
                  <a:lnTo>
                    <a:pt x="538645" y="563071"/>
                  </a:lnTo>
                  <a:lnTo>
                    <a:pt x="538553" y="582414"/>
                  </a:lnTo>
                  <a:lnTo>
                    <a:pt x="536522" y="635298"/>
                  </a:lnTo>
                  <a:lnTo>
                    <a:pt x="531705" y="692527"/>
                  </a:lnTo>
                  <a:lnTo>
                    <a:pt x="524266" y="756521"/>
                  </a:lnTo>
                  <a:lnTo>
                    <a:pt x="524423" y="756552"/>
                  </a:lnTo>
                  <a:lnTo>
                    <a:pt x="530999" y="715088"/>
                  </a:lnTo>
                  <a:lnTo>
                    <a:pt x="536876" y="666165"/>
                  </a:lnTo>
                  <a:lnTo>
                    <a:pt x="541543" y="601049"/>
                  </a:lnTo>
                  <a:lnTo>
                    <a:pt x="542283" y="563058"/>
                  </a:lnTo>
                  <a:lnTo>
                    <a:pt x="542078" y="542846"/>
                  </a:lnTo>
                  <a:lnTo>
                    <a:pt x="539938" y="500195"/>
                  </a:lnTo>
                  <a:lnTo>
                    <a:pt x="534877" y="454957"/>
                  </a:lnTo>
                  <a:lnTo>
                    <a:pt x="520261" y="383497"/>
                  </a:lnTo>
                  <a:lnTo>
                    <a:pt x="504451" y="334602"/>
                  </a:lnTo>
                  <a:lnTo>
                    <a:pt x="483280" y="285769"/>
                  </a:lnTo>
                  <a:lnTo>
                    <a:pt x="456478" y="237908"/>
                  </a:lnTo>
                  <a:lnTo>
                    <a:pt x="423780" y="193889"/>
                  </a:lnTo>
                  <a:lnTo>
                    <a:pt x="387799" y="154644"/>
                  </a:lnTo>
                  <a:lnTo>
                    <a:pt x="349027" y="120943"/>
                  </a:lnTo>
                  <a:lnTo>
                    <a:pt x="309131" y="92080"/>
                  </a:lnTo>
                  <a:lnTo>
                    <a:pt x="268804" y="68252"/>
                  </a:lnTo>
                  <a:lnTo>
                    <a:pt x="229105" y="48931"/>
                  </a:lnTo>
                  <a:lnTo>
                    <a:pt x="190792" y="33657"/>
                  </a:lnTo>
                  <a:lnTo>
                    <a:pt x="121137" y="13469"/>
                  </a:lnTo>
                  <a:lnTo>
                    <a:pt x="64390" y="3676"/>
                  </a:lnTo>
                  <a:lnTo>
                    <a:pt x="32428" y="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930196" y="2087924"/>
              <a:ext cx="1819275" cy="948055"/>
            </a:xfrm>
            <a:custGeom>
              <a:avLst/>
              <a:gdLst/>
              <a:ahLst/>
              <a:cxnLst/>
              <a:rect l="l" t="t" r="r" b="b"/>
              <a:pathLst>
                <a:path w="1819275" h="948055">
                  <a:moveTo>
                    <a:pt x="1819160" y="109245"/>
                  </a:moveTo>
                  <a:lnTo>
                    <a:pt x="1772462" y="81038"/>
                  </a:lnTo>
                  <a:lnTo>
                    <a:pt x="1703603" y="49060"/>
                  </a:lnTo>
                  <a:lnTo>
                    <a:pt x="1662328" y="33909"/>
                  </a:lnTo>
                  <a:lnTo>
                    <a:pt x="1617256" y="20523"/>
                  </a:lnTo>
                  <a:lnTo>
                    <a:pt x="1568970" y="9804"/>
                  </a:lnTo>
                  <a:lnTo>
                    <a:pt x="1518069" y="2667"/>
                  </a:lnTo>
                  <a:lnTo>
                    <a:pt x="1465135" y="0"/>
                  </a:lnTo>
                  <a:lnTo>
                    <a:pt x="1410741" y="2717"/>
                  </a:lnTo>
                  <a:lnTo>
                    <a:pt x="1355471" y="11722"/>
                  </a:lnTo>
                  <a:lnTo>
                    <a:pt x="1299908" y="27914"/>
                  </a:lnTo>
                  <a:lnTo>
                    <a:pt x="1244650" y="52197"/>
                  </a:lnTo>
                  <a:lnTo>
                    <a:pt x="1106297" y="176491"/>
                  </a:lnTo>
                  <a:lnTo>
                    <a:pt x="1033919" y="328930"/>
                  </a:lnTo>
                  <a:lnTo>
                    <a:pt x="1007605" y="451345"/>
                  </a:lnTo>
                  <a:lnTo>
                    <a:pt x="944270" y="327075"/>
                  </a:lnTo>
                  <a:lnTo>
                    <a:pt x="867714" y="230644"/>
                  </a:lnTo>
                  <a:lnTo>
                    <a:pt x="766749" y="188620"/>
                  </a:lnTo>
                  <a:lnTo>
                    <a:pt x="600443" y="169062"/>
                  </a:lnTo>
                  <a:lnTo>
                    <a:pt x="526288" y="166560"/>
                  </a:lnTo>
                  <a:lnTo>
                    <a:pt x="458470" y="171894"/>
                  </a:lnTo>
                  <a:lnTo>
                    <a:pt x="396938" y="183667"/>
                  </a:lnTo>
                  <a:lnTo>
                    <a:pt x="341668" y="200444"/>
                  </a:lnTo>
                  <a:lnTo>
                    <a:pt x="292608" y="220789"/>
                  </a:lnTo>
                  <a:lnTo>
                    <a:pt x="249732" y="243306"/>
                  </a:lnTo>
                  <a:lnTo>
                    <a:pt x="213004" y="266547"/>
                  </a:lnTo>
                  <a:lnTo>
                    <a:pt x="157822" y="309575"/>
                  </a:lnTo>
                  <a:lnTo>
                    <a:pt x="126758" y="338480"/>
                  </a:lnTo>
                  <a:lnTo>
                    <a:pt x="92176" y="376478"/>
                  </a:lnTo>
                  <a:lnTo>
                    <a:pt x="50241" y="427812"/>
                  </a:lnTo>
                  <a:lnTo>
                    <a:pt x="14871" y="472935"/>
                  </a:lnTo>
                  <a:lnTo>
                    <a:pt x="0" y="492315"/>
                  </a:lnTo>
                  <a:lnTo>
                    <a:pt x="188468" y="439737"/>
                  </a:lnTo>
                  <a:lnTo>
                    <a:pt x="262826" y="348399"/>
                  </a:lnTo>
                  <a:lnTo>
                    <a:pt x="307936" y="300507"/>
                  </a:lnTo>
                  <a:lnTo>
                    <a:pt x="342099" y="280365"/>
                  </a:lnTo>
                  <a:lnTo>
                    <a:pt x="383603" y="272275"/>
                  </a:lnTo>
                  <a:lnTo>
                    <a:pt x="282917" y="377786"/>
                  </a:lnTo>
                  <a:lnTo>
                    <a:pt x="228498" y="444614"/>
                  </a:lnTo>
                  <a:lnTo>
                    <a:pt x="201612" y="501205"/>
                  </a:lnTo>
                  <a:lnTo>
                    <a:pt x="183464" y="576046"/>
                  </a:lnTo>
                  <a:lnTo>
                    <a:pt x="258102" y="543407"/>
                  </a:lnTo>
                  <a:lnTo>
                    <a:pt x="298970" y="526643"/>
                  </a:lnTo>
                  <a:lnTo>
                    <a:pt x="320433" y="520458"/>
                  </a:lnTo>
                  <a:lnTo>
                    <a:pt x="336905" y="519582"/>
                  </a:lnTo>
                  <a:lnTo>
                    <a:pt x="375793" y="451129"/>
                  </a:lnTo>
                  <a:lnTo>
                    <a:pt x="404037" y="412851"/>
                  </a:lnTo>
                  <a:lnTo>
                    <a:pt x="435419" y="390855"/>
                  </a:lnTo>
                  <a:lnTo>
                    <a:pt x="483692" y="371221"/>
                  </a:lnTo>
                  <a:lnTo>
                    <a:pt x="410298" y="490372"/>
                  </a:lnTo>
                  <a:lnTo>
                    <a:pt x="580415" y="439737"/>
                  </a:lnTo>
                  <a:lnTo>
                    <a:pt x="640638" y="378231"/>
                  </a:lnTo>
                  <a:lnTo>
                    <a:pt x="650468" y="428053"/>
                  </a:lnTo>
                  <a:lnTo>
                    <a:pt x="742162" y="406920"/>
                  </a:lnTo>
                  <a:lnTo>
                    <a:pt x="812406" y="409295"/>
                  </a:lnTo>
                  <a:lnTo>
                    <a:pt x="896912" y="443636"/>
                  </a:lnTo>
                  <a:lnTo>
                    <a:pt x="980592" y="490194"/>
                  </a:lnTo>
                  <a:lnTo>
                    <a:pt x="889152" y="453694"/>
                  </a:lnTo>
                  <a:lnTo>
                    <a:pt x="751497" y="436321"/>
                  </a:lnTo>
                  <a:lnTo>
                    <a:pt x="605167" y="483793"/>
                  </a:lnTo>
                  <a:lnTo>
                    <a:pt x="556844" y="520827"/>
                  </a:lnTo>
                  <a:lnTo>
                    <a:pt x="514756" y="562914"/>
                  </a:lnTo>
                  <a:lnTo>
                    <a:pt x="478574" y="608711"/>
                  </a:lnTo>
                  <a:lnTo>
                    <a:pt x="447954" y="656882"/>
                  </a:lnTo>
                  <a:lnTo>
                    <a:pt x="422592" y="706069"/>
                  </a:lnTo>
                  <a:lnTo>
                    <a:pt x="402145" y="754938"/>
                  </a:lnTo>
                  <a:lnTo>
                    <a:pt x="386283" y="802144"/>
                  </a:lnTo>
                  <a:lnTo>
                    <a:pt x="374688" y="846366"/>
                  </a:lnTo>
                  <a:lnTo>
                    <a:pt x="367017" y="886231"/>
                  </a:lnTo>
                  <a:lnTo>
                    <a:pt x="362165" y="947597"/>
                  </a:lnTo>
                  <a:lnTo>
                    <a:pt x="460717" y="834123"/>
                  </a:lnTo>
                  <a:lnTo>
                    <a:pt x="463791" y="809409"/>
                  </a:lnTo>
                  <a:lnTo>
                    <a:pt x="474218" y="751166"/>
                  </a:lnTo>
                  <a:lnTo>
                    <a:pt x="493750" y="683171"/>
                  </a:lnTo>
                  <a:lnTo>
                    <a:pt x="524167" y="629196"/>
                  </a:lnTo>
                  <a:lnTo>
                    <a:pt x="517309" y="766343"/>
                  </a:lnTo>
                  <a:lnTo>
                    <a:pt x="587616" y="674916"/>
                  </a:lnTo>
                  <a:lnTo>
                    <a:pt x="595769" y="654850"/>
                  </a:lnTo>
                  <a:lnTo>
                    <a:pt x="614972" y="609955"/>
                  </a:lnTo>
                  <a:lnTo>
                    <a:pt x="637311" y="563219"/>
                  </a:lnTo>
                  <a:lnTo>
                    <a:pt x="654913" y="537641"/>
                  </a:lnTo>
                  <a:lnTo>
                    <a:pt x="641616" y="637082"/>
                  </a:lnTo>
                  <a:lnTo>
                    <a:pt x="760425" y="566153"/>
                  </a:lnTo>
                  <a:lnTo>
                    <a:pt x="795528" y="495223"/>
                  </a:lnTo>
                  <a:lnTo>
                    <a:pt x="802271" y="526745"/>
                  </a:lnTo>
                  <a:lnTo>
                    <a:pt x="829564" y="524167"/>
                  </a:lnTo>
                  <a:lnTo>
                    <a:pt x="893546" y="518985"/>
                  </a:lnTo>
                  <a:lnTo>
                    <a:pt x="967409" y="515035"/>
                  </a:lnTo>
                  <a:lnTo>
                    <a:pt x="1024343" y="516115"/>
                  </a:lnTo>
                  <a:lnTo>
                    <a:pt x="1026439" y="516382"/>
                  </a:lnTo>
                  <a:lnTo>
                    <a:pt x="1027684" y="517359"/>
                  </a:lnTo>
                  <a:lnTo>
                    <a:pt x="1028750" y="516978"/>
                  </a:lnTo>
                  <a:lnTo>
                    <a:pt x="1031392" y="518439"/>
                  </a:lnTo>
                  <a:lnTo>
                    <a:pt x="1033081" y="516026"/>
                  </a:lnTo>
                  <a:lnTo>
                    <a:pt x="1085215" y="509193"/>
                  </a:lnTo>
                  <a:lnTo>
                    <a:pt x="1151509" y="512826"/>
                  </a:lnTo>
                  <a:lnTo>
                    <a:pt x="1207389" y="520192"/>
                  </a:lnTo>
                  <a:lnTo>
                    <a:pt x="1230896" y="524205"/>
                  </a:lnTo>
                  <a:lnTo>
                    <a:pt x="1230706" y="490016"/>
                  </a:lnTo>
                  <a:lnTo>
                    <a:pt x="1285595" y="554393"/>
                  </a:lnTo>
                  <a:lnTo>
                    <a:pt x="1431099" y="597852"/>
                  </a:lnTo>
                  <a:lnTo>
                    <a:pt x="1393050" y="498614"/>
                  </a:lnTo>
                  <a:lnTo>
                    <a:pt x="1418183" y="520598"/>
                  </a:lnTo>
                  <a:lnTo>
                    <a:pt x="1453502" y="563206"/>
                  </a:lnTo>
                  <a:lnTo>
                    <a:pt x="1484960" y="604710"/>
                  </a:lnTo>
                  <a:lnTo>
                    <a:pt x="1498574" y="623366"/>
                  </a:lnTo>
                  <a:lnTo>
                    <a:pt x="1606943" y="723773"/>
                  </a:lnTo>
                  <a:lnTo>
                    <a:pt x="1566887" y="584060"/>
                  </a:lnTo>
                  <a:lnTo>
                    <a:pt x="1595056" y="625043"/>
                  </a:lnTo>
                  <a:lnTo>
                    <a:pt x="1630553" y="682523"/>
                  </a:lnTo>
                  <a:lnTo>
                    <a:pt x="1660969" y="733717"/>
                  </a:lnTo>
                  <a:lnTo>
                    <a:pt x="1673860" y="755853"/>
                  </a:lnTo>
                  <a:lnTo>
                    <a:pt x="1807565" y="848258"/>
                  </a:lnTo>
                  <a:lnTo>
                    <a:pt x="1793468" y="793940"/>
                  </a:lnTo>
                  <a:lnTo>
                    <a:pt x="1766417" y="718896"/>
                  </a:lnTo>
                  <a:lnTo>
                    <a:pt x="1747697" y="676554"/>
                  </a:lnTo>
                  <a:lnTo>
                    <a:pt x="1725333" y="632561"/>
                  </a:lnTo>
                  <a:lnTo>
                    <a:pt x="1699183" y="588111"/>
                  </a:lnTo>
                  <a:lnTo>
                    <a:pt x="1669110" y="544360"/>
                  </a:lnTo>
                  <a:lnTo>
                    <a:pt x="1634985" y="502500"/>
                  </a:lnTo>
                  <a:lnTo>
                    <a:pt x="1596669" y="463715"/>
                  </a:lnTo>
                  <a:lnTo>
                    <a:pt x="1554010" y="429158"/>
                  </a:lnTo>
                  <a:lnTo>
                    <a:pt x="1506880" y="400037"/>
                  </a:lnTo>
                  <a:lnTo>
                    <a:pt x="1455140" y="377507"/>
                  </a:lnTo>
                  <a:lnTo>
                    <a:pt x="1287500" y="363778"/>
                  </a:lnTo>
                  <a:lnTo>
                    <a:pt x="1147203" y="413118"/>
                  </a:lnTo>
                  <a:lnTo>
                    <a:pt x="1061720" y="470458"/>
                  </a:lnTo>
                  <a:lnTo>
                    <a:pt x="1066330" y="463689"/>
                  </a:lnTo>
                  <a:lnTo>
                    <a:pt x="1116304" y="404774"/>
                  </a:lnTo>
                  <a:lnTo>
                    <a:pt x="1160716" y="356806"/>
                  </a:lnTo>
                  <a:lnTo>
                    <a:pt x="1179893" y="336994"/>
                  </a:lnTo>
                  <a:lnTo>
                    <a:pt x="1145552" y="307162"/>
                  </a:lnTo>
                  <a:lnTo>
                    <a:pt x="1223162" y="311632"/>
                  </a:lnTo>
                  <a:lnTo>
                    <a:pt x="1363472" y="228053"/>
                  </a:lnTo>
                  <a:lnTo>
                    <a:pt x="1299502" y="181419"/>
                  </a:lnTo>
                  <a:lnTo>
                    <a:pt x="1329588" y="178841"/>
                  </a:lnTo>
                  <a:lnTo>
                    <a:pt x="1376299" y="184645"/>
                  </a:lnTo>
                  <a:lnTo>
                    <a:pt x="1419250" y="192671"/>
                  </a:lnTo>
                  <a:lnTo>
                    <a:pt x="1438097" y="196710"/>
                  </a:lnTo>
                  <a:lnTo>
                    <a:pt x="1553895" y="165811"/>
                  </a:lnTo>
                  <a:lnTo>
                    <a:pt x="1469339" y="117767"/>
                  </a:lnTo>
                  <a:lnTo>
                    <a:pt x="1531175" y="113576"/>
                  </a:lnTo>
                  <a:lnTo>
                    <a:pt x="1590306" y="124282"/>
                  </a:lnTo>
                  <a:lnTo>
                    <a:pt x="1634655" y="138823"/>
                  </a:lnTo>
                  <a:lnTo>
                    <a:pt x="1652130" y="146138"/>
                  </a:lnTo>
                  <a:lnTo>
                    <a:pt x="1819160" y="109245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353208" y="2129833"/>
              <a:ext cx="1184275" cy="513715"/>
            </a:xfrm>
            <a:custGeom>
              <a:avLst/>
              <a:gdLst/>
              <a:ahLst/>
              <a:cxnLst/>
              <a:rect l="l" t="t" r="r" b="b"/>
              <a:pathLst>
                <a:path w="1184275" h="513714">
                  <a:moveTo>
                    <a:pt x="605536" y="475627"/>
                  </a:moveTo>
                  <a:lnTo>
                    <a:pt x="557187" y="450989"/>
                  </a:lnTo>
                  <a:lnTo>
                    <a:pt x="518058" y="433870"/>
                  </a:lnTo>
                  <a:lnTo>
                    <a:pt x="470446" y="415569"/>
                  </a:lnTo>
                  <a:lnTo>
                    <a:pt x="406793" y="399249"/>
                  </a:lnTo>
                  <a:lnTo>
                    <a:pt x="362915" y="394766"/>
                  </a:lnTo>
                  <a:lnTo>
                    <a:pt x="331406" y="394068"/>
                  </a:lnTo>
                  <a:lnTo>
                    <a:pt x="317119" y="394271"/>
                  </a:lnTo>
                  <a:lnTo>
                    <a:pt x="259740" y="399326"/>
                  </a:lnTo>
                  <a:lnTo>
                    <a:pt x="250037" y="401205"/>
                  </a:lnTo>
                  <a:lnTo>
                    <a:pt x="250050" y="401370"/>
                  </a:lnTo>
                  <a:lnTo>
                    <a:pt x="250113" y="401701"/>
                  </a:lnTo>
                  <a:lnTo>
                    <a:pt x="281559" y="399072"/>
                  </a:lnTo>
                  <a:lnTo>
                    <a:pt x="304076" y="397967"/>
                  </a:lnTo>
                  <a:lnTo>
                    <a:pt x="317182" y="397713"/>
                  </a:lnTo>
                  <a:lnTo>
                    <a:pt x="331381" y="397751"/>
                  </a:lnTo>
                  <a:lnTo>
                    <a:pt x="346595" y="398132"/>
                  </a:lnTo>
                  <a:lnTo>
                    <a:pt x="391147" y="400583"/>
                  </a:lnTo>
                  <a:lnTo>
                    <a:pt x="442658" y="411645"/>
                  </a:lnTo>
                  <a:lnTo>
                    <a:pt x="493687" y="428663"/>
                  </a:lnTo>
                  <a:lnTo>
                    <a:pt x="543839" y="448691"/>
                  </a:lnTo>
                  <a:lnTo>
                    <a:pt x="605307" y="476059"/>
                  </a:lnTo>
                  <a:lnTo>
                    <a:pt x="605536" y="475627"/>
                  </a:lnTo>
                  <a:close/>
                </a:path>
                <a:path w="1184275" h="513714">
                  <a:moveTo>
                    <a:pt x="608495" y="476440"/>
                  </a:moveTo>
                  <a:lnTo>
                    <a:pt x="576719" y="434695"/>
                  </a:lnTo>
                  <a:lnTo>
                    <a:pt x="532269" y="386130"/>
                  </a:lnTo>
                  <a:lnTo>
                    <a:pt x="502589" y="358495"/>
                  </a:lnTo>
                  <a:lnTo>
                    <a:pt x="476021" y="336575"/>
                  </a:lnTo>
                  <a:lnTo>
                    <a:pt x="472135" y="333222"/>
                  </a:lnTo>
                  <a:lnTo>
                    <a:pt x="428586" y="302221"/>
                  </a:lnTo>
                  <a:lnTo>
                    <a:pt x="369443" y="267055"/>
                  </a:lnTo>
                  <a:lnTo>
                    <a:pt x="284657" y="230035"/>
                  </a:lnTo>
                  <a:lnTo>
                    <a:pt x="233553" y="214160"/>
                  </a:lnTo>
                  <a:lnTo>
                    <a:pt x="185000" y="203161"/>
                  </a:lnTo>
                  <a:lnTo>
                    <a:pt x="140093" y="196481"/>
                  </a:lnTo>
                  <a:lnTo>
                    <a:pt x="99936" y="193611"/>
                  </a:lnTo>
                  <a:lnTo>
                    <a:pt x="67360" y="193078"/>
                  </a:lnTo>
                  <a:lnTo>
                    <a:pt x="57721" y="193332"/>
                  </a:lnTo>
                  <a:lnTo>
                    <a:pt x="17348" y="198513"/>
                  </a:lnTo>
                  <a:lnTo>
                    <a:pt x="0" y="205320"/>
                  </a:lnTo>
                  <a:lnTo>
                    <a:pt x="63" y="205498"/>
                  </a:lnTo>
                  <a:lnTo>
                    <a:pt x="2336" y="204584"/>
                  </a:lnTo>
                  <a:lnTo>
                    <a:pt x="11112" y="201803"/>
                  </a:lnTo>
                  <a:lnTo>
                    <a:pt x="48856" y="196138"/>
                  </a:lnTo>
                  <a:lnTo>
                    <a:pt x="67386" y="195732"/>
                  </a:lnTo>
                  <a:lnTo>
                    <a:pt x="99809" y="196761"/>
                  </a:lnTo>
                  <a:lnTo>
                    <a:pt x="139750" y="200063"/>
                  </a:lnTo>
                  <a:lnTo>
                    <a:pt x="184378" y="207060"/>
                  </a:lnTo>
                  <a:lnTo>
                    <a:pt x="232613" y="218262"/>
                  </a:lnTo>
                  <a:lnTo>
                    <a:pt x="283375" y="234213"/>
                  </a:lnTo>
                  <a:lnTo>
                    <a:pt x="335597" y="255422"/>
                  </a:lnTo>
                  <a:lnTo>
                    <a:pt x="398018" y="287985"/>
                  </a:lnTo>
                  <a:lnTo>
                    <a:pt x="465861" y="333375"/>
                  </a:lnTo>
                  <a:lnTo>
                    <a:pt x="500456" y="361378"/>
                  </a:lnTo>
                  <a:lnTo>
                    <a:pt x="530237" y="388569"/>
                  </a:lnTo>
                  <a:lnTo>
                    <a:pt x="580834" y="442785"/>
                  </a:lnTo>
                  <a:lnTo>
                    <a:pt x="608253" y="476631"/>
                  </a:lnTo>
                  <a:lnTo>
                    <a:pt x="608495" y="476440"/>
                  </a:lnTo>
                  <a:close/>
                </a:path>
                <a:path w="1184275" h="513714">
                  <a:moveTo>
                    <a:pt x="614718" y="462356"/>
                  </a:moveTo>
                  <a:lnTo>
                    <a:pt x="594918" y="426720"/>
                  </a:lnTo>
                  <a:lnTo>
                    <a:pt x="563372" y="378155"/>
                  </a:lnTo>
                  <a:lnTo>
                    <a:pt x="540219" y="346773"/>
                  </a:lnTo>
                  <a:lnTo>
                    <a:pt x="512292" y="313067"/>
                  </a:lnTo>
                  <a:lnTo>
                    <a:pt x="479615" y="278396"/>
                  </a:lnTo>
                  <a:lnTo>
                    <a:pt x="442201" y="244081"/>
                  </a:lnTo>
                  <a:lnTo>
                    <a:pt x="400075" y="211455"/>
                  </a:lnTo>
                  <a:lnTo>
                    <a:pt x="355371" y="183121"/>
                  </a:lnTo>
                  <a:lnTo>
                    <a:pt x="310934" y="160629"/>
                  </a:lnTo>
                  <a:lnTo>
                    <a:pt x="267944" y="143573"/>
                  </a:lnTo>
                  <a:lnTo>
                    <a:pt x="227584" y="131559"/>
                  </a:lnTo>
                  <a:lnTo>
                    <a:pt x="170637" y="121424"/>
                  </a:lnTo>
                  <a:lnTo>
                    <a:pt x="114909" y="118681"/>
                  </a:lnTo>
                  <a:lnTo>
                    <a:pt x="108635" y="119341"/>
                  </a:lnTo>
                  <a:lnTo>
                    <a:pt x="97955" y="119951"/>
                  </a:lnTo>
                  <a:lnTo>
                    <a:pt x="97967" y="120116"/>
                  </a:lnTo>
                  <a:lnTo>
                    <a:pt x="97967" y="120269"/>
                  </a:lnTo>
                  <a:lnTo>
                    <a:pt x="108673" y="120523"/>
                  </a:lnTo>
                  <a:lnTo>
                    <a:pt x="152171" y="122199"/>
                  </a:lnTo>
                  <a:lnTo>
                    <a:pt x="190614" y="127317"/>
                  </a:lnTo>
                  <a:lnTo>
                    <a:pt x="266827" y="147332"/>
                  </a:lnTo>
                  <a:lnTo>
                    <a:pt x="309422" y="164515"/>
                  </a:lnTo>
                  <a:lnTo>
                    <a:pt x="353479" y="187007"/>
                  </a:lnTo>
                  <a:lnTo>
                    <a:pt x="397827" y="215176"/>
                  </a:lnTo>
                  <a:lnTo>
                    <a:pt x="439686" y="247548"/>
                  </a:lnTo>
                  <a:lnTo>
                    <a:pt x="476973" y="281520"/>
                  </a:lnTo>
                  <a:lnTo>
                    <a:pt x="509651" y="315810"/>
                  </a:lnTo>
                  <a:lnTo>
                    <a:pt x="537692" y="349097"/>
                  </a:lnTo>
                  <a:lnTo>
                    <a:pt x="561073" y="380072"/>
                  </a:lnTo>
                  <a:lnTo>
                    <a:pt x="584200" y="413753"/>
                  </a:lnTo>
                  <a:lnTo>
                    <a:pt x="605256" y="447128"/>
                  </a:lnTo>
                  <a:lnTo>
                    <a:pt x="608482" y="452907"/>
                  </a:lnTo>
                  <a:lnTo>
                    <a:pt x="614476" y="462508"/>
                  </a:lnTo>
                  <a:lnTo>
                    <a:pt x="614718" y="462356"/>
                  </a:lnTo>
                  <a:close/>
                </a:path>
                <a:path w="1184275" h="513714">
                  <a:moveTo>
                    <a:pt x="972781" y="304"/>
                  </a:moveTo>
                  <a:lnTo>
                    <a:pt x="936155" y="14732"/>
                  </a:lnTo>
                  <a:lnTo>
                    <a:pt x="871689" y="49149"/>
                  </a:lnTo>
                  <a:lnTo>
                    <a:pt x="865581" y="53428"/>
                  </a:lnTo>
                  <a:lnTo>
                    <a:pt x="849210" y="63944"/>
                  </a:lnTo>
                  <a:lnTo>
                    <a:pt x="798182" y="102654"/>
                  </a:lnTo>
                  <a:lnTo>
                    <a:pt x="756437" y="140766"/>
                  </a:lnTo>
                  <a:lnTo>
                    <a:pt x="716483" y="184531"/>
                  </a:lnTo>
                  <a:lnTo>
                    <a:pt x="682332" y="229565"/>
                  </a:lnTo>
                  <a:lnTo>
                    <a:pt x="654443" y="273367"/>
                  </a:lnTo>
                  <a:lnTo>
                    <a:pt x="639432" y="301142"/>
                  </a:lnTo>
                  <a:lnTo>
                    <a:pt x="635736" y="307619"/>
                  </a:lnTo>
                  <a:lnTo>
                    <a:pt x="620293" y="341579"/>
                  </a:lnTo>
                  <a:lnTo>
                    <a:pt x="607314" y="374954"/>
                  </a:lnTo>
                  <a:lnTo>
                    <a:pt x="599147" y="401739"/>
                  </a:lnTo>
                  <a:lnTo>
                    <a:pt x="601929" y="377825"/>
                  </a:lnTo>
                  <a:lnTo>
                    <a:pt x="604202" y="363867"/>
                  </a:lnTo>
                  <a:lnTo>
                    <a:pt x="605116" y="355879"/>
                  </a:lnTo>
                  <a:lnTo>
                    <a:pt x="609650" y="333514"/>
                  </a:lnTo>
                  <a:lnTo>
                    <a:pt x="621715" y="286613"/>
                  </a:lnTo>
                  <a:lnTo>
                    <a:pt x="640854" y="233718"/>
                  </a:lnTo>
                  <a:lnTo>
                    <a:pt x="657707" y="197332"/>
                  </a:lnTo>
                  <a:lnTo>
                    <a:pt x="676236" y="163880"/>
                  </a:lnTo>
                  <a:lnTo>
                    <a:pt x="704557" y="121094"/>
                  </a:lnTo>
                  <a:lnTo>
                    <a:pt x="733259" y="85217"/>
                  </a:lnTo>
                  <a:lnTo>
                    <a:pt x="742416" y="74447"/>
                  </a:lnTo>
                  <a:lnTo>
                    <a:pt x="756856" y="59207"/>
                  </a:lnTo>
                  <a:lnTo>
                    <a:pt x="760526" y="55079"/>
                  </a:lnTo>
                  <a:lnTo>
                    <a:pt x="760310" y="54838"/>
                  </a:lnTo>
                  <a:lnTo>
                    <a:pt x="760095" y="54610"/>
                  </a:lnTo>
                  <a:lnTo>
                    <a:pt x="755980" y="58280"/>
                  </a:lnTo>
                  <a:lnTo>
                    <a:pt x="740676" y="72809"/>
                  </a:lnTo>
                  <a:lnTo>
                    <a:pt x="731100" y="83286"/>
                  </a:lnTo>
                  <a:lnTo>
                    <a:pt x="725385" y="89039"/>
                  </a:lnTo>
                  <a:lnTo>
                    <a:pt x="701421" y="118757"/>
                  </a:lnTo>
                  <a:lnTo>
                    <a:pt x="672376" y="161556"/>
                  </a:lnTo>
                  <a:lnTo>
                    <a:pt x="653529" y="195211"/>
                  </a:lnTo>
                  <a:lnTo>
                    <a:pt x="636536" y="231902"/>
                  </a:lnTo>
                  <a:lnTo>
                    <a:pt x="623049" y="268058"/>
                  </a:lnTo>
                  <a:lnTo>
                    <a:pt x="609193" y="317906"/>
                  </a:lnTo>
                  <a:lnTo>
                    <a:pt x="602043" y="355409"/>
                  </a:lnTo>
                  <a:lnTo>
                    <a:pt x="601345" y="363474"/>
                  </a:lnTo>
                  <a:lnTo>
                    <a:pt x="599567" y="377558"/>
                  </a:lnTo>
                  <a:lnTo>
                    <a:pt x="598373" y="398627"/>
                  </a:lnTo>
                  <a:lnTo>
                    <a:pt x="598220" y="404139"/>
                  </a:lnTo>
                  <a:lnTo>
                    <a:pt x="598411" y="404152"/>
                  </a:lnTo>
                  <a:lnTo>
                    <a:pt x="596430" y="410667"/>
                  </a:lnTo>
                  <a:lnTo>
                    <a:pt x="595947" y="412635"/>
                  </a:lnTo>
                  <a:lnTo>
                    <a:pt x="596112" y="412673"/>
                  </a:lnTo>
                  <a:lnTo>
                    <a:pt x="596265" y="412737"/>
                  </a:lnTo>
                  <a:lnTo>
                    <a:pt x="609549" y="375767"/>
                  </a:lnTo>
                  <a:lnTo>
                    <a:pt x="623201" y="342836"/>
                  </a:lnTo>
                  <a:lnTo>
                    <a:pt x="639064" y="309295"/>
                  </a:lnTo>
                  <a:lnTo>
                    <a:pt x="642823" y="302907"/>
                  </a:lnTo>
                  <a:lnTo>
                    <a:pt x="651929" y="285851"/>
                  </a:lnTo>
                  <a:lnTo>
                    <a:pt x="686028" y="232130"/>
                  </a:lnTo>
                  <a:lnTo>
                    <a:pt x="720090" y="187540"/>
                  </a:lnTo>
                  <a:lnTo>
                    <a:pt x="759752" y="144094"/>
                  </a:lnTo>
                  <a:lnTo>
                    <a:pt x="801077" y="106095"/>
                  </a:lnTo>
                  <a:lnTo>
                    <a:pt x="841692" y="74269"/>
                  </a:lnTo>
                  <a:lnTo>
                    <a:pt x="867651" y="56642"/>
                  </a:lnTo>
                  <a:lnTo>
                    <a:pt x="873671" y="52311"/>
                  </a:lnTo>
                  <a:lnTo>
                    <a:pt x="905624" y="33477"/>
                  </a:lnTo>
                  <a:lnTo>
                    <a:pt x="937171" y="16891"/>
                  </a:lnTo>
                  <a:lnTo>
                    <a:pt x="972781" y="304"/>
                  </a:lnTo>
                  <a:close/>
                </a:path>
                <a:path w="1184275" h="513714">
                  <a:moveTo>
                    <a:pt x="1183894" y="513448"/>
                  </a:moveTo>
                  <a:lnTo>
                    <a:pt x="1177226" y="505599"/>
                  </a:lnTo>
                  <a:lnTo>
                    <a:pt x="1173530" y="500811"/>
                  </a:lnTo>
                  <a:lnTo>
                    <a:pt x="1159065" y="486054"/>
                  </a:lnTo>
                  <a:lnTo>
                    <a:pt x="1118920" y="451739"/>
                  </a:lnTo>
                  <a:lnTo>
                    <a:pt x="1081087" y="426593"/>
                  </a:lnTo>
                  <a:lnTo>
                    <a:pt x="1034491" y="403136"/>
                  </a:lnTo>
                  <a:lnTo>
                    <a:pt x="980008" y="384289"/>
                  </a:lnTo>
                  <a:lnTo>
                    <a:pt x="919162" y="372770"/>
                  </a:lnTo>
                  <a:lnTo>
                    <a:pt x="887768" y="370763"/>
                  </a:lnTo>
                  <a:lnTo>
                    <a:pt x="857237" y="371106"/>
                  </a:lnTo>
                  <a:lnTo>
                    <a:pt x="799985" y="377964"/>
                  </a:lnTo>
                  <a:lnTo>
                    <a:pt x="749465" y="391007"/>
                  </a:lnTo>
                  <a:lnTo>
                    <a:pt x="707148" y="407555"/>
                  </a:lnTo>
                  <a:lnTo>
                    <a:pt x="660641" y="432574"/>
                  </a:lnTo>
                  <a:lnTo>
                    <a:pt x="638746" y="447814"/>
                  </a:lnTo>
                  <a:lnTo>
                    <a:pt x="630567" y="454063"/>
                  </a:lnTo>
                  <a:lnTo>
                    <a:pt x="630770" y="454329"/>
                  </a:lnTo>
                  <a:lnTo>
                    <a:pt x="639470" y="448830"/>
                  </a:lnTo>
                  <a:lnTo>
                    <a:pt x="644258" y="445198"/>
                  </a:lnTo>
                  <a:lnTo>
                    <a:pt x="661822" y="434492"/>
                  </a:lnTo>
                  <a:lnTo>
                    <a:pt x="708507" y="410591"/>
                  </a:lnTo>
                  <a:lnTo>
                    <a:pt x="750658" y="394728"/>
                  </a:lnTo>
                  <a:lnTo>
                    <a:pt x="800785" y="382244"/>
                  </a:lnTo>
                  <a:lnTo>
                    <a:pt x="857465" y="375716"/>
                  </a:lnTo>
                  <a:lnTo>
                    <a:pt x="887641" y="375450"/>
                  </a:lnTo>
                  <a:lnTo>
                    <a:pt x="918654" y="377456"/>
                  </a:lnTo>
                  <a:lnTo>
                    <a:pt x="978801" y="388747"/>
                  </a:lnTo>
                  <a:lnTo>
                    <a:pt x="1032802" y="407136"/>
                  </a:lnTo>
                  <a:lnTo>
                    <a:pt x="1079131" y="429983"/>
                  </a:lnTo>
                  <a:lnTo>
                    <a:pt x="1116952" y="454431"/>
                  </a:lnTo>
                  <a:lnTo>
                    <a:pt x="1157503" y="487680"/>
                  </a:lnTo>
                  <a:lnTo>
                    <a:pt x="1176299" y="506450"/>
                  </a:lnTo>
                  <a:lnTo>
                    <a:pt x="1183640" y="513664"/>
                  </a:lnTo>
                  <a:lnTo>
                    <a:pt x="1183767" y="513562"/>
                  </a:lnTo>
                  <a:lnTo>
                    <a:pt x="1183894" y="513448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06" y="9177655"/>
            <a:ext cx="17427983" cy="206946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1409978" y="4872677"/>
            <a:ext cx="17472025" cy="259079"/>
            <a:chOff x="1409978" y="4872677"/>
            <a:chExt cx="17472025" cy="259079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1914" y="4872677"/>
              <a:ext cx="17424870" cy="20694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409978" y="507069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12595" y="5070696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4163517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0" y="36436"/>
                  </a:lnTo>
                  <a:lnTo>
                    <a:pt x="4163517" y="36436"/>
                  </a:lnTo>
                  <a:lnTo>
                    <a:pt x="4163517" y="27520"/>
                  </a:lnTo>
                  <a:lnTo>
                    <a:pt x="4163517" y="0"/>
                  </a:lnTo>
                  <a:close/>
                </a:path>
                <a:path w="17466945" h="36829">
                  <a:moveTo>
                    <a:pt x="17466463" y="0"/>
                  </a:moveTo>
                  <a:lnTo>
                    <a:pt x="4300956" y="0"/>
                  </a:lnTo>
                  <a:lnTo>
                    <a:pt x="4300956" y="7708"/>
                  </a:lnTo>
                  <a:lnTo>
                    <a:pt x="4300956" y="27520"/>
                  </a:lnTo>
                  <a:lnTo>
                    <a:pt x="4300956" y="36436"/>
                  </a:lnTo>
                  <a:lnTo>
                    <a:pt x="17466463" y="36436"/>
                  </a:lnTo>
                  <a:lnTo>
                    <a:pt x="17466463" y="27520"/>
                  </a:lnTo>
                  <a:lnTo>
                    <a:pt x="17466463" y="7708"/>
                  </a:lnTo>
                  <a:lnTo>
                    <a:pt x="17466463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409978" y="9375670"/>
            <a:ext cx="17472025" cy="61594"/>
            <a:chOff x="1409978" y="9375670"/>
            <a:chExt cx="17472025" cy="61594"/>
          </a:xfrm>
        </p:grpSpPr>
        <p:sp>
          <p:nvSpPr>
            <p:cNvPr id="29" name="object 29" descr=""/>
            <p:cNvSpPr/>
            <p:nvPr/>
          </p:nvSpPr>
          <p:spPr>
            <a:xfrm>
              <a:off x="1409978" y="937567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12602" y="9375674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5616770" y="6789931"/>
            <a:ext cx="1677035" cy="2627630"/>
            <a:chOff x="5616770" y="6789931"/>
            <a:chExt cx="1677035" cy="2627630"/>
          </a:xfrm>
        </p:grpSpPr>
        <p:sp>
          <p:nvSpPr>
            <p:cNvPr id="32" name="object 32" descr=""/>
            <p:cNvSpPr/>
            <p:nvPr/>
          </p:nvSpPr>
          <p:spPr>
            <a:xfrm>
              <a:off x="6305261" y="7430519"/>
              <a:ext cx="988694" cy="988694"/>
            </a:xfrm>
            <a:custGeom>
              <a:avLst/>
              <a:gdLst/>
              <a:ahLst/>
              <a:cxnLst/>
              <a:rect l="l" t="t" r="r" b="b"/>
              <a:pathLst>
                <a:path w="988695" h="988695">
                  <a:moveTo>
                    <a:pt x="494162" y="0"/>
                  </a:moveTo>
                  <a:lnTo>
                    <a:pt x="446570" y="2262"/>
                  </a:lnTo>
                  <a:lnTo>
                    <a:pt x="400259" y="8910"/>
                  </a:lnTo>
                  <a:lnTo>
                    <a:pt x="355434" y="19737"/>
                  </a:lnTo>
                  <a:lnTo>
                    <a:pt x="312303" y="34536"/>
                  </a:lnTo>
                  <a:lnTo>
                    <a:pt x="271074" y="53101"/>
                  </a:lnTo>
                  <a:lnTo>
                    <a:pt x="231954" y="75223"/>
                  </a:lnTo>
                  <a:lnTo>
                    <a:pt x="195148" y="100696"/>
                  </a:lnTo>
                  <a:lnTo>
                    <a:pt x="160865" y="129312"/>
                  </a:lnTo>
                  <a:lnTo>
                    <a:pt x="129312" y="160865"/>
                  </a:lnTo>
                  <a:lnTo>
                    <a:pt x="100696" y="195148"/>
                  </a:lnTo>
                  <a:lnTo>
                    <a:pt x="75223" y="231954"/>
                  </a:lnTo>
                  <a:lnTo>
                    <a:pt x="53101" y="271074"/>
                  </a:lnTo>
                  <a:lnTo>
                    <a:pt x="34536" y="312303"/>
                  </a:lnTo>
                  <a:lnTo>
                    <a:pt x="19737" y="355434"/>
                  </a:lnTo>
                  <a:lnTo>
                    <a:pt x="8910" y="400259"/>
                  </a:lnTo>
                  <a:lnTo>
                    <a:pt x="2262" y="446570"/>
                  </a:lnTo>
                  <a:lnTo>
                    <a:pt x="0" y="494162"/>
                  </a:lnTo>
                  <a:lnTo>
                    <a:pt x="2262" y="541753"/>
                  </a:lnTo>
                  <a:lnTo>
                    <a:pt x="8910" y="588063"/>
                  </a:lnTo>
                  <a:lnTo>
                    <a:pt x="19737" y="632887"/>
                  </a:lnTo>
                  <a:lnTo>
                    <a:pt x="34536" y="676017"/>
                  </a:lnTo>
                  <a:lnTo>
                    <a:pt x="53101" y="717246"/>
                  </a:lnTo>
                  <a:lnTo>
                    <a:pt x="75223" y="756367"/>
                  </a:lnTo>
                  <a:lnTo>
                    <a:pt x="100696" y="793172"/>
                  </a:lnTo>
                  <a:lnTo>
                    <a:pt x="129312" y="827455"/>
                  </a:lnTo>
                  <a:lnTo>
                    <a:pt x="160865" y="859009"/>
                  </a:lnTo>
                  <a:lnTo>
                    <a:pt x="195148" y="887626"/>
                  </a:lnTo>
                  <a:lnTo>
                    <a:pt x="231954" y="913100"/>
                  </a:lnTo>
                  <a:lnTo>
                    <a:pt x="271074" y="935222"/>
                  </a:lnTo>
                  <a:lnTo>
                    <a:pt x="312303" y="953787"/>
                  </a:lnTo>
                  <a:lnTo>
                    <a:pt x="355434" y="968587"/>
                  </a:lnTo>
                  <a:lnTo>
                    <a:pt x="400259" y="979415"/>
                  </a:lnTo>
                  <a:lnTo>
                    <a:pt x="446570" y="986063"/>
                  </a:lnTo>
                  <a:lnTo>
                    <a:pt x="494162" y="988325"/>
                  </a:lnTo>
                  <a:lnTo>
                    <a:pt x="541753" y="986063"/>
                  </a:lnTo>
                  <a:lnTo>
                    <a:pt x="588063" y="979415"/>
                  </a:lnTo>
                  <a:lnTo>
                    <a:pt x="632887" y="968587"/>
                  </a:lnTo>
                  <a:lnTo>
                    <a:pt x="676017" y="953787"/>
                  </a:lnTo>
                  <a:lnTo>
                    <a:pt x="717246" y="935222"/>
                  </a:lnTo>
                  <a:lnTo>
                    <a:pt x="756367" y="913100"/>
                  </a:lnTo>
                  <a:lnTo>
                    <a:pt x="793172" y="887626"/>
                  </a:lnTo>
                  <a:lnTo>
                    <a:pt x="827455" y="859009"/>
                  </a:lnTo>
                  <a:lnTo>
                    <a:pt x="859009" y="827455"/>
                  </a:lnTo>
                  <a:lnTo>
                    <a:pt x="887626" y="793172"/>
                  </a:lnTo>
                  <a:lnTo>
                    <a:pt x="913100" y="756367"/>
                  </a:lnTo>
                  <a:lnTo>
                    <a:pt x="935222" y="717246"/>
                  </a:lnTo>
                  <a:lnTo>
                    <a:pt x="953787" y="676017"/>
                  </a:lnTo>
                  <a:lnTo>
                    <a:pt x="968587" y="632887"/>
                  </a:lnTo>
                  <a:lnTo>
                    <a:pt x="979415" y="588063"/>
                  </a:lnTo>
                  <a:lnTo>
                    <a:pt x="986063" y="541753"/>
                  </a:lnTo>
                  <a:lnTo>
                    <a:pt x="988325" y="494162"/>
                  </a:lnTo>
                  <a:lnTo>
                    <a:pt x="986063" y="446570"/>
                  </a:lnTo>
                  <a:lnTo>
                    <a:pt x="979415" y="400259"/>
                  </a:lnTo>
                  <a:lnTo>
                    <a:pt x="968587" y="355434"/>
                  </a:lnTo>
                  <a:lnTo>
                    <a:pt x="953787" y="312303"/>
                  </a:lnTo>
                  <a:lnTo>
                    <a:pt x="935222" y="271074"/>
                  </a:lnTo>
                  <a:lnTo>
                    <a:pt x="913100" y="231954"/>
                  </a:lnTo>
                  <a:lnTo>
                    <a:pt x="887626" y="195148"/>
                  </a:lnTo>
                  <a:lnTo>
                    <a:pt x="859009" y="160865"/>
                  </a:lnTo>
                  <a:lnTo>
                    <a:pt x="827455" y="129312"/>
                  </a:lnTo>
                  <a:lnTo>
                    <a:pt x="793172" y="100696"/>
                  </a:lnTo>
                  <a:lnTo>
                    <a:pt x="756367" y="75223"/>
                  </a:lnTo>
                  <a:lnTo>
                    <a:pt x="717246" y="53101"/>
                  </a:lnTo>
                  <a:lnTo>
                    <a:pt x="676017" y="34536"/>
                  </a:lnTo>
                  <a:lnTo>
                    <a:pt x="632887" y="19737"/>
                  </a:lnTo>
                  <a:lnTo>
                    <a:pt x="588063" y="8910"/>
                  </a:lnTo>
                  <a:lnTo>
                    <a:pt x="541753" y="2262"/>
                  </a:lnTo>
                  <a:lnTo>
                    <a:pt x="494162" y="0"/>
                  </a:lnTo>
                  <a:close/>
                </a:path>
              </a:pathLst>
            </a:custGeom>
            <a:solidFill>
              <a:srgbClr val="7A95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05258" y="7430512"/>
              <a:ext cx="584200" cy="718820"/>
            </a:xfrm>
            <a:custGeom>
              <a:avLst/>
              <a:gdLst/>
              <a:ahLst/>
              <a:cxnLst/>
              <a:rect l="l" t="t" r="r" b="b"/>
              <a:pathLst>
                <a:path w="584200" h="718820">
                  <a:moveTo>
                    <a:pt x="494173" y="0"/>
                  </a:moveTo>
                  <a:lnTo>
                    <a:pt x="446581" y="2262"/>
                  </a:lnTo>
                  <a:lnTo>
                    <a:pt x="400269" y="8910"/>
                  </a:lnTo>
                  <a:lnTo>
                    <a:pt x="355444" y="19738"/>
                  </a:lnTo>
                  <a:lnTo>
                    <a:pt x="312312" y="34538"/>
                  </a:lnTo>
                  <a:lnTo>
                    <a:pt x="271083" y="53103"/>
                  </a:lnTo>
                  <a:lnTo>
                    <a:pt x="231961" y="75226"/>
                  </a:lnTo>
                  <a:lnTo>
                    <a:pt x="195155" y="100699"/>
                  </a:lnTo>
                  <a:lnTo>
                    <a:pt x="160871" y="129317"/>
                  </a:lnTo>
                  <a:lnTo>
                    <a:pt x="129317" y="160871"/>
                  </a:lnTo>
                  <a:lnTo>
                    <a:pt x="100699" y="195155"/>
                  </a:lnTo>
                  <a:lnTo>
                    <a:pt x="75226" y="231961"/>
                  </a:lnTo>
                  <a:lnTo>
                    <a:pt x="53103" y="271083"/>
                  </a:lnTo>
                  <a:lnTo>
                    <a:pt x="34538" y="312312"/>
                  </a:lnTo>
                  <a:lnTo>
                    <a:pt x="19738" y="355444"/>
                  </a:lnTo>
                  <a:lnTo>
                    <a:pt x="8910" y="400269"/>
                  </a:lnTo>
                  <a:lnTo>
                    <a:pt x="2262" y="446581"/>
                  </a:lnTo>
                  <a:lnTo>
                    <a:pt x="0" y="494173"/>
                  </a:lnTo>
                  <a:lnTo>
                    <a:pt x="2297" y="542130"/>
                  </a:lnTo>
                  <a:lnTo>
                    <a:pt x="9049" y="588784"/>
                  </a:lnTo>
                  <a:lnTo>
                    <a:pt x="20043" y="633925"/>
                  </a:lnTo>
                  <a:lnTo>
                    <a:pt x="35065" y="677342"/>
                  </a:lnTo>
                  <a:lnTo>
                    <a:pt x="53904" y="718826"/>
                  </a:lnTo>
                  <a:lnTo>
                    <a:pt x="97715" y="698139"/>
                  </a:lnTo>
                  <a:lnTo>
                    <a:pt x="139052" y="673424"/>
                  </a:lnTo>
                  <a:lnTo>
                    <a:pt x="177660" y="644936"/>
                  </a:lnTo>
                  <a:lnTo>
                    <a:pt x="213283" y="612928"/>
                  </a:lnTo>
                  <a:lnTo>
                    <a:pt x="245668" y="577654"/>
                  </a:lnTo>
                  <a:lnTo>
                    <a:pt x="274561" y="539369"/>
                  </a:lnTo>
                  <a:lnTo>
                    <a:pt x="299706" y="498327"/>
                  </a:lnTo>
                  <a:lnTo>
                    <a:pt x="320850" y="454780"/>
                  </a:lnTo>
                  <a:lnTo>
                    <a:pt x="337738" y="408985"/>
                  </a:lnTo>
                  <a:lnTo>
                    <a:pt x="350116" y="361193"/>
                  </a:lnTo>
                  <a:lnTo>
                    <a:pt x="357729" y="311661"/>
                  </a:lnTo>
                  <a:lnTo>
                    <a:pt x="360324" y="260641"/>
                  </a:lnTo>
                  <a:lnTo>
                    <a:pt x="355151" y="188902"/>
                  </a:lnTo>
                  <a:lnTo>
                    <a:pt x="340146" y="120352"/>
                  </a:lnTo>
                  <a:lnTo>
                    <a:pt x="386873" y="114156"/>
                  </a:lnTo>
                  <a:lnTo>
                    <a:pt x="431637" y="102487"/>
                  </a:lnTo>
                  <a:lnTo>
                    <a:pt x="474083" y="85700"/>
                  </a:lnTo>
                  <a:lnTo>
                    <a:pt x="513859" y="64149"/>
                  </a:lnTo>
                  <a:lnTo>
                    <a:pt x="550610" y="38190"/>
                  </a:lnTo>
                  <a:lnTo>
                    <a:pt x="583982" y="8177"/>
                  </a:lnTo>
                  <a:lnTo>
                    <a:pt x="561977" y="4642"/>
                  </a:lnTo>
                  <a:lnTo>
                    <a:pt x="539658" y="2082"/>
                  </a:lnTo>
                  <a:lnTo>
                    <a:pt x="517049" y="525"/>
                  </a:lnTo>
                  <a:lnTo>
                    <a:pt x="494173" y="0"/>
                  </a:lnTo>
                  <a:close/>
                </a:path>
              </a:pathLst>
            </a:custGeom>
            <a:solidFill>
              <a:srgbClr val="6E8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67816" y="8040057"/>
              <a:ext cx="79375" cy="1377315"/>
            </a:xfrm>
            <a:custGeom>
              <a:avLst/>
              <a:gdLst/>
              <a:ahLst/>
              <a:cxnLst/>
              <a:rect l="l" t="t" r="r" b="b"/>
              <a:pathLst>
                <a:path w="79375" h="1377315">
                  <a:moveTo>
                    <a:pt x="43181" y="0"/>
                  </a:moveTo>
                  <a:lnTo>
                    <a:pt x="35580" y="0"/>
                  </a:lnTo>
                  <a:lnTo>
                    <a:pt x="21764" y="2807"/>
                  </a:lnTo>
                  <a:lnTo>
                    <a:pt x="10451" y="10451"/>
                  </a:lnTo>
                  <a:lnTo>
                    <a:pt x="2807" y="21764"/>
                  </a:lnTo>
                  <a:lnTo>
                    <a:pt x="0" y="35580"/>
                  </a:lnTo>
                  <a:lnTo>
                    <a:pt x="157" y="1377235"/>
                  </a:lnTo>
                  <a:lnTo>
                    <a:pt x="78604" y="1377235"/>
                  </a:lnTo>
                  <a:lnTo>
                    <a:pt x="78761" y="1374240"/>
                  </a:lnTo>
                  <a:lnTo>
                    <a:pt x="78761" y="35580"/>
                  </a:lnTo>
                  <a:lnTo>
                    <a:pt x="75954" y="21764"/>
                  </a:lnTo>
                  <a:lnTo>
                    <a:pt x="68310" y="10451"/>
                  </a:lnTo>
                  <a:lnTo>
                    <a:pt x="56997" y="2807"/>
                  </a:lnTo>
                  <a:lnTo>
                    <a:pt x="43181" y="0"/>
                  </a:lnTo>
                  <a:close/>
                </a:path>
              </a:pathLst>
            </a:custGeom>
            <a:solidFill>
              <a:srgbClr val="623D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367819" y="8040631"/>
              <a:ext cx="32384" cy="1376680"/>
            </a:xfrm>
            <a:custGeom>
              <a:avLst/>
              <a:gdLst/>
              <a:ahLst/>
              <a:cxnLst/>
              <a:rect l="l" t="t" r="r" b="b"/>
              <a:pathLst>
                <a:path w="32385" h="1376679">
                  <a:moveTo>
                    <a:pt x="31841" y="0"/>
                  </a:moveTo>
                  <a:lnTo>
                    <a:pt x="19237" y="3715"/>
                  </a:lnTo>
                  <a:lnTo>
                    <a:pt x="9139" y="10342"/>
                  </a:lnTo>
                  <a:lnTo>
                    <a:pt x="2432" y="19203"/>
                  </a:lnTo>
                  <a:lnTo>
                    <a:pt x="0" y="29622"/>
                  </a:lnTo>
                  <a:lnTo>
                    <a:pt x="0" y="1376659"/>
                  </a:lnTo>
                  <a:lnTo>
                    <a:pt x="31841" y="1376659"/>
                  </a:lnTo>
                  <a:lnTo>
                    <a:pt x="31841" y="0"/>
                  </a:lnTo>
                  <a:close/>
                </a:path>
              </a:pathLst>
            </a:custGeom>
            <a:solidFill>
              <a:srgbClr val="6F4D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67817" y="8040059"/>
              <a:ext cx="79375" cy="515620"/>
            </a:xfrm>
            <a:custGeom>
              <a:avLst/>
              <a:gdLst/>
              <a:ahLst/>
              <a:cxnLst/>
              <a:rect l="l" t="t" r="r" b="b"/>
              <a:pathLst>
                <a:path w="79375" h="515620">
                  <a:moveTo>
                    <a:pt x="43181" y="0"/>
                  </a:moveTo>
                  <a:lnTo>
                    <a:pt x="35580" y="0"/>
                  </a:lnTo>
                  <a:lnTo>
                    <a:pt x="21764" y="2807"/>
                  </a:lnTo>
                  <a:lnTo>
                    <a:pt x="10451" y="10451"/>
                  </a:lnTo>
                  <a:lnTo>
                    <a:pt x="2807" y="21764"/>
                  </a:lnTo>
                  <a:lnTo>
                    <a:pt x="0" y="35580"/>
                  </a:lnTo>
                  <a:lnTo>
                    <a:pt x="0" y="269070"/>
                  </a:lnTo>
                  <a:lnTo>
                    <a:pt x="11966" y="322784"/>
                  </a:lnTo>
                  <a:lnTo>
                    <a:pt x="27027" y="376717"/>
                  </a:lnTo>
                  <a:lnTo>
                    <a:pt x="51346" y="447988"/>
                  </a:lnTo>
                  <a:lnTo>
                    <a:pt x="78761" y="515387"/>
                  </a:lnTo>
                  <a:lnTo>
                    <a:pt x="78761" y="35580"/>
                  </a:lnTo>
                  <a:lnTo>
                    <a:pt x="75954" y="21764"/>
                  </a:lnTo>
                  <a:lnTo>
                    <a:pt x="68310" y="10451"/>
                  </a:lnTo>
                  <a:lnTo>
                    <a:pt x="56997" y="2807"/>
                  </a:lnTo>
                  <a:lnTo>
                    <a:pt x="43181" y="0"/>
                  </a:lnTo>
                  <a:close/>
                </a:path>
              </a:pathLst>
            </a:custGeom>
            <a:solidFill>
              <a:srgbClr val="61392F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4425" y="8052876"/>
              <a:ext cx="236205" cy="21433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179794" y="678993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51" y="0"/>
                  </a:moveTo>
                  <a:lnTo>
                    <a:pt x="333166" y="2968"/>
                  </a:lnTo>
                  <a:lnTo>
                    <a:pt x="287152" y="11634"/>
                  </a:lnTo>
                  <a:lnTo>
                    <a:pt x="243266" y="25642"/>
                  </a:lnTo>
                  <a:lnTo>
                    <a:pt x="201865" y="44634"/>
                  </a:lnTo>
                  <a:lnTo>
                    <a:pt x="163306" y="68254"/>
                  </a:lnTo>
                  <a:lnTo>
                    <a:pt x="127947" y="96144"/>
                  </a:lnTo>
                  <a:lnTo>
                    <a:pt x="96144" y="127947"/>
                  </a:lnTo>
                  <a:lnTo>
                    <a:pt x="68254" y="163306"/>
                  </a:lnTo>
                  <a:lnTo>
                    <a:pt x="44634" y="201865"/>
                  </a:lnTo>
                  <a:lnTo>
                    <a:pt x="25642" y="243266"/>
                  </a:lnTo>
                  <a:lnTo>
                    <a:pt x="11634" y="287152"/>
                  </a:lnTo>
                  <a:lnTo>
                    <a:pt x="2968" y="333166"/>
                  </a:lnTo>
                  <a:lnTo>
                    <a:pt x="0" y="380951"/>
                  </a:lnTo>
                  <a:lnTo>
                    <a:pt x="2968" y="428737"/>
                  </a:lnTo>
                  <a:lnTo>
                    <a:pt x="11634" y="474751"/>
                  </a:lnTo>
                  <a:lnTo>
                    <a:pt x="25642" y="518637"/>
                  </a:lnTo>
                  <a:lnTo>
                    <a:pt x="44634" y="560038"/>
                  </a:lnTo>
                  <a:lnTo>
                    <a:pt x="68254" y="598596"/>
                  </a:lnTo>
                  <a:lnTo>
                    <a:pt x="96144" y="633956"/>
                  </a:lnTo>
                  <a:lnTo>
                    <a:pt x="127947" y="665759"/>
                  </a:lnTo>
                  <a:lnTo>
                    <a:pt x="163306" y="693649"/>
                  </a:lnTo>
                  <a:lnTo>
                    <a:pt x="201865" y="717268"/>
                  </a:lnTo>
                  <a:lnTo>
                    <a:pt x="243266" y="736260"/>
                  </a:lnTo>
                  <a:lnTo>
                    <a:pt x="287152" y="750268"/>
                  </a:lnTo>
                  <a:lnTo>
                    <a:pt x="333166" y="758935"/>
                  </a:lnTo>
                  <a:lnTo>
                    <a:pt x="380951" y="761903"/>
                  </a:lnTo>
                  <a:lnTo>
                    <a:pt x="428737" y="758935"/>
                  </a:lnTo>
                  <a:lnTo>
                    <a:pt x="474751" y="750268"/>
                  </a:lnTo>
                  <a:lnTo>
                    <a:pt x="518637" y="736260"/>
                  </a:lnTo>
                  <a:lnTo>
                    <a:pt x="560038" y="717268"/>
                  </a:lnTo>
                  <a:lnTo>
                    <a:pt x="598596" y="693649"/>
                  </a:lnTo>
                  <a:lnTo>
                    <a:pt x="633956" y="665759"/>
                  </a:lnTo>
                  <a:lnTo>
                    <a:pt x="665759" y="633956"/>
                  </a:lnTo>
                  <a:lnTo>
                    <a:pt x="693649" y="598596"/>
                  </a:lnTo>
                  <a:lnTo>
                    <a:pt x="717268" y="560038"/>
                  </a:lnTo>
                  <a:lnTo>
                    <a:pt x="736260" y="518637"/>
                  </a:lnTo>
                  <a:lnTo>
                    <a:pt x="750268" y="474751"/>
                  </a:lnTo>
                  <a:lnTo>
                    <a:pt x="758935" y="428737"/>
                  </a:lnTo>
                  <a:lnTo>
                    <a:pt x="761903" y="380951"/>
                  </a:lnTo>
                  <a:lnTo>
                    <a:pt x="758935" y="333166"/>
                  </a:lnTo>
                  <a:lnTo>
                    <a:pt x="750268" y="287152"/>
                  </a:lnTo>
                  <a:lnTo>
                    <a:pt x="736260" y="243266"/>
                  </a:lnTo>
                  <a:lnTo>
                    <a:pt x="717268" y="201865"/>
                  </a:lnTo>
                  <a:lnTo>
                    <a:pt x="693649" y="163306"/>
                  </a:lnTo>
                  <a:lnTo>
                    <a:pt x="665759" y="127947"/>
                  </a:lnTo>
                  <a:lnTo>
                    <a:pt x="633956" y="96144"/>
                  </a:lnTo>
                  <a:lnTo>
                    <a:pt x="598596" y="68254"/>
                  </a:lnTo>
                  <a:lnTo>
                    <a:pt x="560038" y="44634"/>
                  </a:lnTo>
                  <a:lnTo>
                    <a:pt x="518637" y="25642"/>
                  </a:lnTo>
                  <a:lnTo>
                    <a:pt x="474751" y="11634"/>
                  </a:lnTo>
                  <a:lnTo>
                    <a:pt x="428737" y="2968"/>
                  </a:lnTo>
                  <a:lnTo>
                    <a:pt x="380951" y="0"/>
                  </a:lnTo>
                  <a:close/>
                </a:path>
              </a:pathLst>
            </a:custGeom>
            <a:solidFill>
              <a:srgbClr val="B7CF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616770" y="7195546"/>
              <a:ext cx="991235" cy="991235"/>
            </a:xfrm>
            <a:custGeom>
              <a:avLst/>
              <a:gdLst/>
              <a:ahLst/>
              <a:cxnLst/>
              <a:rect l="l" t="t" r="r" b="b"/>
              <a:pathLst>
                <a:path w="991234" h="991234">
                  <a:moveTo>
                    <a:pt x="495607" y="0"/>
                  </a:moveTo>
                  <a:lnTo>
                    <a:pt x="447877" y="2268"/>
                  </a:lnTo>
                  <a:lnTo>
                    <a:pt x="401430" y="8936"/>
                  </a:lnTo>
                  <a:lnTo>
                    <a:pt x="356474" y="19795"/>
                  </a:lnTo>
                  <a:lnTo>
                    <a:pt x="313218" y="34638"/>
                  </a:lnTo>
                  <a:lnTo>
                    <a:pt x="271868" y="53256"/>
                  </a:lnTo>
                  <a:lnTo>
                    <a:pt x="232633" y="75443"/>
                  </a:lnTo>
                  <a:lnTo>
                    <a:pt x="195720" y="100991"/>
                  </a:lnTo>
                  <a:lnTo>
                    <a:pt x="161337" y="129691"/>
                  </a:lnTo>
                  <a:lnTo>
                    <a:pt x="129691" y="161337"/>
                  </a:lnTo>
                  <a:lnTo>
                    <a:pt x="100991" y="195720"/>
                  </a:lnTo>
                  <a:lnTo>
                    <a:pt x="75443" y="232633"/>
                  </a:lnTo>
                  <a:lnTo>
                    <a:pt x="53256" y="271868"/>
                  </a:lnTo>
                  <a:lnTo>
                    <a:pt x="34638" y="313218"/>
                  </a:lnTo>
                  <a:lnTo>
                    <a:pt x="19795" y="356474"/>
                  </a:lnTo>
                  <a:lnTo>
                    <a:pt x="8936" y="401430"/>
                  </a:lnTo>
                  <a:lnTo>
                    <a:pt x="2268" y="447877"/>
                  </a:lnTo>
                  <a:lnTo>
                    <a:pt x="0" y="495607"/>
                  </a:lnTo>
                  <a:lnTo>
                    <a:pt x="2268" y="543338"/>
                  </a:lnTo>
                  <a:lnTo>
                    <a:pt x="8936" y="589785"/>
                  </a:lnTo>
                  <a:lnTo>
                    <a:pt x="19795" y="634741"/>
                  </a:lnTo>
                  <a:lnTo>
                    <a:pt x="34638" y="677997"/>
                  </a:lnTo>
                  <a:lnTo>
                    <a:pt x="53256" y="719347"/>
                  </a:lnTo>
                  <a:lnTo>
                    <a:pt x="75443" y="758582"/>
                  </a:lnTo>
                  <a:lnTo>
                    <a:pt x="100991" y="795495"/>
                  </a:lnTo>
                  <a:lnTo>
                    <a:pt x="129691" y="829878"/>
                  </a:lnTo>
                  <a:lnTo>
                    <a:pt x="161337" y="861524"/>
                  </a:lnTo>
                  <a:lnTo>
                    <a:pt x="195720" y="890224"/>
                  </a:lnTo>
                  <a:lnTo>
                    <a:pt x="232633" y="915772"/>
                  </a:lnTo>
                  <a:lnTo>
                    <a:pt x="271868" y="937959"/>
                  </a:lnTo>
                  <a:lnTo>
                    <a:pt x="313218" y="956577"/>
                  </a:lnTo>
                  <a:lnTo>
                    <a:pt x="356474" y="971420"/>
                  </a:lnTo>
                  <a:lnTo>
                    <a:pt x="401430" y="982279"/>
                  </a:lnTo>
                  <a:lnTo>
                    <a:pt x="447877" y="988947"/>
                  </a:lnTo>
                  <a:lnTo>
                    <a:pt x="495607" y="991215"/>
                  </a:lnTo>
                  <a:lnTo>
                    <a:pt x="543336" y="988947"/>
                  </a:lnTo>
                  <a:lnTo>
                    <a:pt x="589782" y="982279"/>
                  </a:lnTo>
                  <a:lnTo>
                    <a:pt x="634736" y="971420"/>
                  </a:lnTo>
                  <a:lnTo>
                    <a:pt x="677991" y="956577"/>
                  </a:lnTo>
                  <a:lnTo>
                    <a:pt x="719340" y="937959"/>
                  </a:lnTo>
                  <a:lnTo>
                    <a:pt x="758574" y="915772"/>
                  </a:lnTo>
                  <a:lnTo>
                    <a:pt x="795487" y="890224"/>
                  </a:lnTo>
                  <a:lnTo>
                    <a:pt x="829869" y="861524"/>
                  </a:lnTo>
                  <a:lnTo>
                    <a:pt x="861514" y="829878"/>
                  </a:lnTo>
                  <a:lnTo>
                    <a:pt x="890214" y="795495"/>
                  </a:lnTo>
                  <a:lnTo>
                    <a:pt x="915762" y="758582"/>
                  </a:lnTo>
                  <a:lnTo>
                    <a:pt x="937948" y="719347"/>
                  </a:lnTo>
                  <a:lnTo>
                    <a:pt x="956567" y="677997"/>
                  </a:lnTo>
                  <a:lnTo>
                    <a:pt x="971409" y="634741"/>
                  </a:lnTo>
                  <a:lnTo>
                    <a:pt x="982268" y="589785"/>
                  </a:lnTo>
                  <a:lnTo>
                    <a:pt x="988936" y="543338"/>
                  </a:lnTo>
                  <a:lnTo>
                    <a:pt x="991205" y="495607"/>
                  </a:lnTo>
                  <a:lnTo>
                    <a:pt x="988936" y="447877"/>
                  </a:lnTo>
                  <a:lnTo>
                    <a:pt x="982268" y="401430"/>
                  </a:lnTo>
                  <a:lnTo>
                    <a:pt x="971409" y="356474"/>
                  </a:lnTo>
                  <a:lnTo>
                    <a:pt x="956567" y="313218"/>
                  </a:lnTo>
                  <a:lnTo>
                    <a:pt x="937948" y="271868"/>
                  </a:lnTo>
                  <a:lnTo>
                    <a:pt x="915762" y="232633"/>
                  </a:lnTo>
                  <a:lnTo>
                    <a:pt x="890214" y="195720"/>
                  </a:lnTo>
                  <a:lnTo>
                    <a:pt x="861514" y="161337"/>
                  </a:lnTo>
                  <a:lnTo>
                    <a:pt x="829869" y="129691"/>
                  </a:lnTo>
                  <a:lnTo>
                    <a:pt x="795487" y="100991"/>
                  </a:lnTo>
                  <a:lnTo>
                    <a:pt x="758574" y="75443"/>
                  </a:lnTo>
                  <a:lnTo>
                    <a:pt x="719340" y="53256"/>
                  </a:lnTo>
                  <a:lnTo>
                    <a:pt x="677991" y="34638"/>
                  </a:lnTo>
                  <a:lnTo>
                    <a:pt x="634736" y="19795"/>
                  </a:lnTo>
                  <a:lnTo>
                    <a:pt x="589782" y="8936"/>
                  </a:lnTo>
                  <a:lnTo>
                    <a:pt x="543336" y="2268"/>
                  </a:lnTo>
                  <a:lnTo>
                    <a:pt x="495607" y="0"/>
                  </a:lnTo>
                  <a:close/>
                </a:path>
              </a:pathLst>
            </a:custGeom>
            <a:solidFill>
              <a:srgbClr val="8AA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8217" y="7989246"/>
              <a:ext cx="229200" cy="21575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275476" y="7741163"/>
              <a:ext cx="527685" cy="446405"/>
            </a:xfrm>
            <a:custGeom>
              <a:avLst/>
              <a:gdLst/>
              <a:ahLst/>
              <a:cxnLst/>
              <a:rect l="l" t="t" r="r" b="b"/>
              <a:pathLst>
                <a:path w="527684" h="446404">
                  <a:moveTo>
                    <a:pt x="134200" y="27609"/>
                  </a:moveTo>
                  <a:lnTo>
                    <a:pt x="133921" y="2260"/>
                  </a:lnTo>
                  <a:lnTo>
                    <a:pt x="130162" y="0"/>
                  </a:lnTo>
                  <a:lnTo>
                    <a:pt x="123710" y="914"/>
                  </a:lnTo>
                  <a:lnTo>
                    <a:pt x="122034" y="3949"/>
                  </a:lnTo>
                  <a:lnTo>
                    <a:pt x="122135" y="7200"/>
                  </a:lnTo>
                  <a:lnTo>
                    <a:pt x="121856" y="44767"/>
                  </a:lnTo>
                  <a:lnTo>
                    <a:pt x="113652" y="119430"/>
                  </a:lnTo>
                  <a:lnTo>
                    <a:pt x="101028" y="174205"/>
                  </a:lnTo>
                  <a:lnTo>
                    <a:pt x="82981" y="227152"/>
                  </a:lnTo>
                  <a:lnTo>
                    <a:pt x="61607" y="274599"/>
                  </a:lnTo>
                  <a:lnTo>
                    <a:pt x="32994" y="314794"/>
                  </a:lnTo>
                  <a:lnTo>
                    <a:pt x="2463" y="331889"/>
                  </a:lnTo>
                  <a:lnTo>
                    <a:pt x="0" y="334314"/>
                  </a:lnTo>
                  <a:lnTo>
                    <a:pt x="914" y="340715"/>
                  </a:lnTo>
                  <a:lnTo>
                    <a:pt x="4140" y="343776"/>
                  </a:lnTo>
                  <a:lnTo>
                    <a:pt x="7289" y="342912"/>
                  </a:lnTo>
                  <a:lnTo>
                    <a:pt x="46482" y="318084"/>
                  </a:lnTo>
                  <a:lnTo>
                    <a:pt x="74409" y="275907"/>
                  </a:lnTo>
                  <a:lnTo>
                    <a:pt x="103009" y="207683"/>
                  </a:lnTo>
                  <a:lnTo>
                    <a:pt x="114503" y="170332"/>
                  </a:lnTo>
                  <a:lnTo>
                    <a:pt x="123418" y="132283"/>
                  </a:lnTo>
                  <a:lnTo>
                    <a:pt x="129705" y="93738"/>
                  </a:lnTo>
                  <a:lnTo>
                    <a:pt x="133565" y="49707"/>
                  </a:lnTo>
                  <a:lnTo>
                    <a:pt x="134200" y="27609"/>
                  </a:lnTo>
                  <a:close/>
                </a:path>
                <a:path w="527684" h="446404">
                  <a:moveTo>
                    <a:pt x="527431" y="392633"/>
                  </a:moveTo>
                  <a:lnTo>
                    <a:pt x="524167" y="387057"/>
                  </a:lnTo>
                  <a:lnTo>
                    <a:pt x="520128" y="385597"/>
                  </a:lnTo>
                  <a:lnTo>
                    <a:pt x="517474" y="387502"/>
                  </a:lnTo>
                  <a:lnTo>
                    <a:pt x="497001" y="400672"/>
                  </a:lnTo>
                  <a:lnTo>
                    <a:pt x="452729" y="420585"/>
                  </a:lnTo>
                  <a:lnTo>
                    <a:pt x="405561" y="431609"/>
                  </a:lnTo>
                  <a:lnTo>
                    <a:pt x="381469" y="433743"/>
                  </a:lnTo>
                  <a:lnTo>
                    <a:pt x="357276" y="433578"/>
                  </a:lnTo>
                  <a:lnTo>
                    <a:pt x="306298" y="425335"/>
                  </a:lnTo>
                  <a:lnTo>
                    <a:pt x="277139" y="415429"/>
                  </a:lnTo>
                  <a:lnTo>
                    <a:pt x="273558" y="417931"/>
                  </a:lnTo>
                  <a:lnTo>
                    <a:pt x="325475" y="441896"/>
                  </a:lnTo>
                  <a:lnTo>
                    <a:pt x="375742" y="445846"/>
                  </a:lnTo>
                  <a:lnTo>
                    <a:pt x="400812" y="444246"/>
                  </a:lnTo>
                  <a:lnTo>
                    <a:pt x="450011" y="434073"/>
                  </a:lnTo>
                  <a:lnTo>
                    <a:pt x="486689" y="419658"/>
                  </a:lnTo>
                  <a:lnTo>
                    <a:pt x="526173" y="395973"/>
                  </a:lnTo>
                  <a:lnTo>
                    <a:pt x="527431" y="392633"/>
                  </a:lnTo>
                  <a:close/>
                </a:path>
              </a:pathLst>
            </a:custGeom>
            <a:solidFill>
              <a:srgbClr val="623D0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88997" y="1745012"/>
            <a:ext cx="4638661" cy="3446472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26536" y="5929732"/>
            <a:ext cx="2683053" cy="3474008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12781683" y="7465507"/>
            <a:ext cx="281940" cy="284480"/>
          </a:xfrm>
          <a:custGeom>
            <a:avLst/>
            <a:gdLst/>
            <a:ahLst/>
            <a:cxnLst/>
            <a:rect l="l" t="t" r="r" b="b"/>
            <a:pathLst>
              <a:path w="281940" h="284479">
                <a:moveTo>
                  <a:pt x="140718" y="0"/>
                </a:moveTo>
                <a:lnTo>
                  <a:pt x="96241" y="8009"/>
                </a:lnTo>
                <a:lnTo>
                  <a:pt x="57612" y="30313"/>
                </a:lnTo>
                <a:lnTo>
                  <a:pt x="27150" y="64323"/>
                </a:lnTo>
                <a:lnTo>
                  <a:pt x="7174" y="107449"/>
                </a:lnTo>
                <a:lnTo>
                  <a:pt x="0" y="157105"/>
                </a:lnTo>
                <a:lnTo>
                  <a:pt x="7174" y="203625"/>
                </a:lnTo>
                <a:lnTo>
                  <a:pt x="27150" y="239275"/>
                </a:lnTo>
                <a:lnTo>
                  <a:pt x="57612" y="264362"/>
                </a:lnTo>
                <a:lnTo>
                  <a:pt x="96241" y="279189"/>
                </a:lnTo>
                <a:lnTo>
                  <a:pt x="140718" y="284064"/>
                </a:lnTo>
                <a:lnTo>
                  <a:pt x="185194" y="279189"/>
                </a:lnTo>
                <a:lnTo>
                  <a:pt x="223820" y="264362"/>
                </a:lnTo>
                <a:lnTo>
                  <a:pt x="254278" y="239275"/>
                </a:lnTo>
                <a:lnTo>
                  <a:pt x="274253" y="203625"/>
                </a:lnTo>
                <a:lnTo>
                  <a:pt x="281425" y="157105"/>
                </a:lnTo>
                <a:lnTo>
                  <a:pt x="274253" y="107449"/>
                </a:lnTo>
                <a:lnTo>
                  <a:pt x="254278" y="64323"/>
                </a:lnTo>
                <a:lnTo>
                  <a:pt x="223820" y="30313"/>
                </a:lnTo>
                <a:lnTo>
                  <a:pt x="185194" y="8009"/>
                </a:lnTo>
                <a:lnTo>
                  <a:pt x="140718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542670" y="8116862"/>
            <a:ext cx="335915" cy="481965"/>
          </a:xfrm>
          <a:custGeom>
            <a:avLst/>
            <a:gdLst/>
            <a:ahLst/>
            <a:cxnLst/>
            <a:rect l="l" t="t" r="r" b="b"/>
            <a:pathLst>
              <a:path w="335915" h="481965">
                <a:moveTo>
                  <a:pt x="262505" y="0"/>
                </a:moveTo>
                <a:lnTo>
                  <a:pt x="171062" y="4156"/>
                </a:lnTo>
                <a:lnTo>
                  <a:pt x="259058" y="179241"/>
                </a:lnTo>
                <a:lnTo>
                  <a:pt x="270571" y="280063"/>
                </a:lnTo>
                <a:lnTo>
                  <a:pt x="189564" y="344837"/>
                </a:lnTo>
                <a:lnTo>
                  <a:pt x="0" y="411778"/>
                </a:lnTo>
                <a:lnTo>
                  <a:pt x="29726" y="481346"/>
                </a:lnTo>
                <a:lnTo>
                  <a:pt x="240887" y="357429"/>
                </a:lnTo>
                <a:lnTo>
                  <a:pt x="335522" y="265984"/>
                </a:lnTo>
                <a:lnTo>
                  <a:pt x="335453" y="161882"/>
                </a:lnTo>
                <a:lnTo>
                  <a:pt x="262505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1959817" y="7894044"/>
            <a:ext cx="488950" cy="485140"/>
          </a:xfrm>
          <a:custGeom>
            <a:avLst/>
            <a:gdLst/>
            <a:ahLst/>
            <a:cxnLst/>
            <a:rect l="l" t="t" r="r" b="b"/>
            <a:pathLst>
              <a:path w="488950" h="485140">
                <a:moveTo>
                  <a:pt x="120947" y="0"/>
                </a:moveTo>
                <a:lnTo>
                  <a:pt x="14814" y="33915"/>
                </a:lnTo>
                <a:lnTo>
                  <a:pt x="0" y="249527"/>
                </a:lnTo>
                <a:lnTo>
                  <a:pt x="43939" y="368370"/>
                </a:lnTo>
                <a:lnTo>
                  <a:pt x="190621" y="432721"/>
                </a:lnTo>
                <a:lnTo>
                  <a:pt x="484035" y="484854"/>
                </a:lnTo>
                <a:lnTo>
                  <a:pt x="488548" y="392909"/>
                </a:lnTo>
                <a:lnTo>
                  <a:pt x="243870" y="396665"/>
                </a:lnTo>
                <a:lnTo>
                  <a:pt x="124019" y="356989"/>
                </a:lnTo>
                <a:lnTo>
                  <a:pt x="94532" y="237045"/>
                </a:lnTo>
                <a:lnTo>
                  <a:pt x="120947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2758813" y="8191662"/>
            <a:ext cx="300990" cy="231140"/>
          </a:xfrm>
          <a:custGeom>
            <a:avLst/>
            <a:gdLst/>
            <a:ahLst/>
            <a:cxnLst/>
            <a:rect l="l" t="t" r="r" b="b"/>
            <a:pathLst>
              <a:path w="300990" h="231140">
                <a:moveTo>
                  <a:pt x="245929" y="0"/>
                </a:moveTo>
                <a:lnTo>
                  <a:pt x="237463" y="132456"/>
                </a:lnTo>
                <a:lnTo>
                  <a:pt x="209692" y="195333"/>
                </a:lnTo>
                <a:lnTo>
                  <a:pt x="140162" y="205481"/>
                </a:lnTo>
                <a:lnTo>
                  <a:pt x="6418" y="179753"/>
                </a:lnTo>
                <a:lnTo>
                  <a:pt x="0" y="230568"/>
                </a:lnTo>
                <a:lnTo>
                  <a:pt x="165864" y="230396"/>
                </a:lnTo>
                <a:lnTo>
                  <a:pt x="252487" y="209324"/>
                </a:lnTo>
                <a:lnTo>
                  <a:pt x="288067" y="148439"/>
                </a:lnTo>
                <a:lnTo>
                  <a:pt x="300807" y="28826"/>
                </a:lnTo>
                <a:lnTo>
                  <a:pt x="245929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1635657" y="6313838"/>
            <a:ext cx="1715770" cy="3089910"/>
            <a:chOff x="11635657" y="6313838"/>
            <a:chExt cx="1715770" cy="3089910"/>
          </a:xfrm>
        </p:grpSpPr>
        <p:sp>
          <p:nvSpPr>
            <p:cNvPr id="49" name="object 49" descr=""/>
            <p:cNvSpPr/>
            <p:nvPr/>
          </p:nvSpPr>
          <p:spPr>
            <a:xfrm>
              <a:off x="12370551" y="6742125"/>
              <a:ext cx="233679" cy="2661920"/>
            </a:xfrm>
            <a:custGeom>
              <a:avLst/>
              <a:gdLst/>
              <a:ahLst/>
              <a:cxnLst/>
              <a:rect l="l" t="t" r="r" b="b"/>
              <a:pathLst>
                <a:path w="233679" h="2661920">
                  <a:moveTo>
                    <a:pt x="153094" y="0"/>
                  </a:moveTo>
                  <a:lnTo>
                    <a:pt x="80175" y="0"/>
                  </a:lnTo>
                  <a:lnTo>
                    <a:pt x="0" y="2661615"/>
                  </a:lnTo>
                  <a:lnTo>
                    <a:pt x="233280" y="2661615"/>
                  </a:lnTo>
                  <a:lnTo>
                    <a:pt x="153094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847764" y="6842393"/>
              <a:ext cx="508000" cy="691515"/>
            </a:xfrm>
            <a:custGeom>
              <a:avLst/>
              <a:gdLst/>
              <a:ahLst/>
              <a:cxnLst/>
              <a:rect l="l" t="t" r="r" b="b"/>
              <a:pathLst>
                <a:path w="508000" h="691515">
                  <a:moveTo>
                    <a:pt x="253877" y="0"/>
                  </a:moveTo>
                  <a:lnTo>
                    <a:pt x="180556" y="16181"/>
                  </a:lnTo>
                  <a:lnTo>
                    <a:pt x="146852" y="35522"/>
                  </a:lnTo>
                  <a:lnTo>
                    <a:pt x="115641" y="61575"/>
                  </a:lnTo>
                  <a:lnTo>
                    <a:pt x="87318" y="93748"/>
                  </a:lnTo>
                  <a:lnTo>
                    <a:pt x="62274" y="131451"/>
                  </a:lnTo>
                  <a:lnTo>
                    <a:pt x="40903" y="174092"/>
                  </a:lnTo>
                  <a:lnTo>
                    <a:pt x="23597" y="221080"/>
                  </a:lnTo>
                  <a:lnTo>
                    <a:pt x="10749" y="271825"/>
                  </a:lnTo>
                  <a:lnTo>
                    <a:pt x="2752" y="325735"/>
                  </a:lnTo>
                  <a:lnTo>
                    <a:pt x="0" y="382218"/>
                  </a:lnTo>
                  <a:lnTo>
                    <a:pt x="3323" y="442156"/>
                  </a:lnTo>
                  <a:lnTo>
                    <a:pt x="12943" y="495389"/>
                  </a:lnTo>
                  <a:lnTo>
                    <a:pt x="28338" y="542010"/>
                  </a:lnTo>
                  <a:lnTo>
                    <a:pt x="48985" y="582113"/>
                  </a:lnTo>
                  <a:lnTo>
                    <a:pt x="74361" y="615790"/>
                  </a:lnTo>
                  <a:lnTo>
                    <a:pt x="103943" y="643135"/>
                  </a:lnTo>
                  <a:lnTo>
                    <a:pt x="137209" y="664240"/>
                  </a:lnTo>
                  <a:lnTo>
                    <a:pt x="173635" y="679201"/>
                  </a:lnTo>
                  <a:lnTo>
                    <a:pt x="212698" y="688108"/>
                  </a:lnTo>
                  <a:lnTo>
                    <a:pt x="253877" y="691057"/>
                  </a:lnTo>
                  <a:lnTo>
                    <a:pt x="295058" y="688108"/>
                  </a:lnTo>
                  <a:lnTo>
                    <a:pt x="334123" y="679201"/>
                  </a:lnTo>
                  <a:lnTo>
                    <a:pt x="370549" y="664240"/>
                  </a:lnTo>
                  <a:lnTo>
                    <a:pt x="403814" y="643135"/>
                  </a:lnTo>
                  <a:lnTo>
                    <a:pt x="433396" y="615790"/>
                  </a:lnTo>
                  <a:lnTo>
                    <a:pt x="458771" y="582113"/>
                  </a:lnTo>
                  <a:lnTo>
                    <a:pt x="479417" y="542010"/>
                  </a:lnTo>
                  <a:lnTo>
                    <a:pt x="494811" y="495389"/>
                  </a:lnTo>
                  <a:lnTo>
                    <a:pt x="504431" y="442156"/>
                  </a:lnTo>
                  <a:lnTo>
                    <a:pt x="507754" y="382218"/>
                  </a:lnTo>
                  <a:lnTo>
                    <a:pt x="505001" y="325735"/>
                  </a:lnTo>
                  <a:lnTo>
                    <a:pt x="497005" y="271825"/>
                  </a:lnTo>
                  <a:lnTo>
                    <a:pt x="484158" y="221080"/>
                  </a:lnTo>
                  <a:lnTo>
                    <a:pt x="466853" y="174092"/>
                  </a:lnTo>
                  <a:lnTo>
                    <a:pt x="445483" y="131451"/>
                  </a:lnTo>
                  <a:lnTo>
                    <a:pt x="420440" y="93748"/>
                  </a:lnTo>
                  <a:lnTo>
                    <a:pt x="392117" y="61575"/>
                  </a:lnTo>
                  <a:lnTo>
                    <a:pt x="360906" y="35522"/>
                  </a:lnTo>
                  <a:lnTo>
                    <a:pt x="327201" y="16181"/>
                  </a:lnTo>
                  <a:lnTo>
                    <a:pt x="25387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635657" y="7187932"/>
              <a:ext cx="694690" cy="944880"/>
            </a:xfrm>
            <a:custGeom>
              <a:avLst/>
              <a:gdLst/>
              <a:ahLst/>
              <a:cxnLst/>
              <a:rect l="l" t="t" r="r" b="b"/>
              <a:pathLst>
                <a:path w="694690" h="944879">
                  <a:moveTo>
                    <a:pt x="347078" y="0"/>
                  </a:moveTo>
                  <a:lnTo>
                    <a:pt x="272620" y="12051"/>
                  </a:lnTo>
                  <a:lnTo>
                    <a:pt x="237373" y="26637"/>
                  </a:lnTo>
                  <a:lnTo>
                    <a:pt x="203728" y="46505"/>
                  </a:lnTo>
                  <a:lnTo>
                    <a:pt x="171899" y="71336"/>
                  </a:lnTo>
                  <a:lnTo>
                    <a:pt x="142096" y="100813"/>
                  </a:lnTo>
                  <a:lnTo>
                    <a:pt x="114532" y="134614"/>
                  </a:lnTo>
                  <a:lnTo>
                    <a:pt x="89417" y="172424"/>
                  </a:lnTo>
                  <a:lnTo>
                    <a:pt x="66964" y="213921"/>
                  </a:lnTo>
                  <a:lnTo>
                    <a:pt x="47385" y="258789"/>
                  </a:lnTo>
                  <a:lnTo>
                    <a:pt x="30891" y="306707"/>
                  </a:lnTo>
                  <a:lnTo>
                    <a:pt x="17693" y="357358"/>
                  </a:lnTo>
                  <a:lnTo>
                    <a:pt x="8005" y="410422"/>
                  </a:lnTo>
                  <a:lnTo>
                    <a:pt x="2036" y="465582"/>
                  </a:lnTo>
                  <a:lnTo>
                    <a:pt x="0" y="522518"/>
                  </a:lnTo>
                  <a:lnTo>
                    <a:pt x="2704" y="586372"/>
                  </a:lnTo>
                  <a:lnTo>
                    <a:pt x="10599" y="644785"/>
                  </a:lnTo>
                  <a:lnTo>
                    <a:pt x="23361" y="697815"/>
                  </a:lnTo>
                  <a:lnTo>
                    <a:pt x="40664" y="745518"/>
                  </a:lnTo>
                  <a:lnTo>
                    <a:pt x="62183" y="787955"/>
                  </a:lnTo>
                  <a:lnTo>
                    <a:pt x="87593" y="825181"/>
                  </a:lnTo>
                  <a:lnTo>
                    <a:pt x="116568" y="857256"/>
                  </a:lnTo>
                  <a:lnTo>
                    <a:pt x="148783" y="884237"/>
                  </a:lnTo>
                  <a:lnTo>
                    <a:pt x="183913" y="906182"/>
                  </a:lnTo>
                  <a:lnTo>
                    <a:pt x="221632" y="923150"/>
                  </a:lnTo>
                  <a:lnTo>
                    <a:pt x="261617" y="935198"/>
                  </a:lnTo>
                  <a:lnTo>
                    <a:pt x="303540" y="942384"/>
                  </a:lnTo>
                  <a:lnTo>
                    <a:pt x="347078" y="944767"/>
                  </a:lnTo>
                  <a:lnTo>
                    <a:pt x="390616" y="942384"/>
                  </a:lnTo>
                  <a:lnTo>
                    <a:pt x="432539" y="935198"/>
                  </a:lnTo>
                  <a:lnTo>
                    <a:pt x="472523" y="923150"/>
                  </a:lnTo>
                  <a:lnTo>
                    <a:pt x="510243" y="906182"/>
                  </a:lnTo>
                  <a:lnTo>
                    <a:pt x="545373" y="884237"/>
                  </a:lnTo>
                  <a:lnTo>
                    <a:pt x="577588" y="857256"/>
                  </a:lnTo>
                  <a:lnTo>
                    <a:pt x="606563" y="825181"/>
                  </a:lnTo>
                  <a:lnTo>
                    <a:pt x="631973" y="787955"/>
                  </a:lnTo>
                  <a:lnTo>
                    <a:pt x="653492" y="745518"/>
                  </a:lnTo>
                  <a:lnTo>
                    <a:pt x="670795" y="697815"/>
                  </a:lnTo>
                  <a:lnTo>
                    <a:pt x="683557" y="644785"/>
                  </a:lnTo>
                  <a:lnTo>
                    <a:pt x="691452" y="586372"/>
                  </a:lnTo>
                  <a:lnTo>
                    <a:pt x="694156" y="522518"/>
                  </a:lnTo>
                  <a:lnTo>
                    <a:pt x="692120" y="465582"/>
                  </a:lnTo>
                  <a:lnTo>
                    <a:pt x="686151" y="410422"/>
                  </a:lnTo>
                  <a:lnTo>
                    <a:pt x="676463" y="357358"/>
                  </a:lnTo>
                  <a:lnTo>
                    <a:pt x="663265" y="306707"/>
                  </a:lnTo>
                  <a:lnTo>
                    <a:pt x="646771" y="258789"/>
                  </a:lnTo>
                  <a:lnTo>
                    <a:pt x="627192" y="213921"/>
                  </a:lnTo>
                  <a:lnTo>
                    <a:pt x="604739" y="172424"/>
                  </a:lnTo>
                  <a:lnTo>
                    <a:pt x="579624" y="134614"/>
                  </a:lnTo>
                  <a:lnTo>
                    <a:pt x="552060" y="100813"/>
                  </a:lnTo>
                  <a:lnTo>
                    <a:pt x="522257" y="71336"/>
                  </a:lnTo>
                  <a:lnTo>
                    <a:pt x="490428" y="46505"/>
                  </a:lnTo>
                  <a:lnTo>
                    <a:pt x="456783" y="26637"/>
                  </a:lnTo>
                  <a:lnTo>
                    <a:pt x="421536" y="12051"/>
                  </a:lnTo>
                  <a:lnTo>
                    <a:pt x="34707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135976" y="6313838"/>
              <a:ext cx="544830" cy="741680"/>
            </a:xfrm>
            <a:custGeom>
              <a:avLst/>
              <a:gdLst/>
              <a:ahLst/>
              <a:cxnLst/>
              <a:rect l="l" t="t" r="r" b="b"/>
              <a:pathLst>
                <a:path w="544829" h="741679">
                  <a:moveTo>
                    <a:pt x="272253" y="0"/>
                  </a:moveTo>
                  <a:lnTo>
                    <a:pt x="199881" y="14642"/>
                  </a:lnTo>
                  <a:lnTo>
                    <a:pt x="134846" y="55963"/>
                  </a:lnTo>
                  <a:lnTo>
                    <a:pt x="105891" y="85408"/>
                  </a:lnTo>
                  <a:lnTo>
                    <a:pt x="79744" y="120056"/>
                  </a:lnTo>
                  <a:lnTo>
                    <a:pt x="56730" y="159420"/>
                  </a:lnTo>
                  <a:lnTo>
                    <a:pt x="37172" y="203012"/>
                  </a:lnTo>
                  <a:lnTo>
                    <a:pt x="21396" y="250343"/>
                  </a:lnTo>
                  <a:lnTo>
                    <a:pt x="9725" y="300924"/>
                  </a:lnTo>
                  <a:lnTo>
                    <a:pt x="2485" y="354266"/>
                  </a:lnTo>
                  <a:lnTo>
                    <a:pt x="0" y="409882"/>
                  </a:lnTo>
                  <a:lnTo>
                    <a:pt x="2952" y="468617"/>
                  </a:lnTo>
                  <a:lnTo>
                    <a:pt x="11527" y="521401"/>
                  </a:lnTo>
                  <a:lnTo>
                    <a:pt x="25305" y="568311"/>
                  </a:lnTo>
                  <a:lnTo>
                    <a:pt x="43864" y="609421"/>
                  </a:lnTo>
                  <a:lnTo>
                    <a:pt x="66782" y="644806"/>
                  </a:lnTo>
                  <a:lnTo>
                    <a:pt x="93639" y="674541"/>
                  </a:lnTo>
                  <a:lnTo>
                    <a:pt x="124013" y="698701"/>
                  </a:lnTo>
                  <a:lnTo>
                    <a:pt x="157482" y="717362"/>
                  </a:lnTo>
                  <a:lnTo>
                    <a:pt x="193626" y="730598"/>
                  </a:lnTo>
                  <a:lnTo>
                    <a:pt x="232024" y="738485"/>
                  </a:lnTo>
                  <a:lnTo>
                    <a:pt x="272253" y="741097"/>
                  </a:lnTo>
                  <a:lnTo>
                    <a:pt x="312487" y="738485"/>
                  </a:lnTo>
                  <a:lnTo>
                    <a:pt x="350887" y="730598"/>
                  </a:lnTo>
                  <a:lnTo>
                    <a:pt x="387033" y="717362"/>
                  </a:lnTo>
                  <a:lnTo>
                    <a:pt x="420503" y="698701"/>
                  </a:lnTo>
                  <a:lnTo>
                    <a:pt x="450876" y="674541"/>
                  </a:lnTo>
                  <a:lnTo>
                    <a:pt x="477731" y="644806"/>
                  </a:lnTo>
                  <a:lnTo>
                    <a:pt x="500648" y="609421"/>
                  </a:lnTo>
                  <a:lnTo>
                    <a:pt x="519204" y="568311"/>
                  </a:lnTo>
                  <a:lnTo>
                    <a:pt x="532980" y="521401"/>
                  </a:lnTo>
                  <a:lnTo>
                    <a:pt x="541555" y="468617"/>
                  </a:lnTo>
                  <a:lnTo>
                    <a:pt x="544506" y="409882"/>
                  </a:lnTo>
                  <a:lnTo>
                    <a:pt x="542021" y="354266"/>
                  </a:lnTo>
                  <a:lnTo>
                    <a:pt x="534782" y="300924"/>
                  </a:lnTo>
                  <a:lnTo>
                    <a:pt x="523113" y="250343"/>
                  </a:lnTo>
                  <a:lnTo>
                    <a:pt x="507338" y="203012"/>
                  </a:lnTo>
                  <a:lnTo>
                    <a:pt x="487782" y="159420"/>
                  </a:lnTo>
                  <a:lnTo>
                    <a:pt x="464769" y="120056"/>
                  </a:lnTo>
                  <a:lnTo>
                    <a:pt x="438624" y="85408"/>
                  </a:lnTo>
                  <a:lnTo>
                    <a:pt x="409669" y="55963"/>
                  </a:lnTo>
                  <a:lnTo>
                    <a:pt x="378231" y="32212"/>
                  </a:lnTo>
                  <a:lnTo>
                    <a:pt x="309198" y="3741"/>
                  </a:lnTo>
                  <a:lnTo>
                    <a:pt x="272253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2336279" y="6519163"/>
              <a:ext cx="760730" cy="1035685"/>
            </a:xfrm>
            <a:custGeom>
              <a:avLst/>
              <a:gdLst/>
              <a:ahLst/>
              <a:cxnLst/>
              <a:rect l="l" t="t" r="r" b="b"/>
              <a:pathLst>
                <a:path w="760730" h="1035684">
                  <a:moveTo>
                    <a:pt x="380292" y="0"/>
                  </a:moveTo>
                  <a:lnTo>
                    <a:pt x="341408" y="2955"/>
                  </a:lnTo>
                  <a:lnTo>
                    <a:pt x="303648" y="11632"/>
                  </a:lnTo>
                  <a:lnTo>
                    <a:pt x="267202" y="25740"/>
                  </a:lnTo>
                  <a:lnTo>
                    <a:pt x="232262" y="44993"/>
                  </a:lnTo>
                  <a:lnTo>
                    <a:pt x="199019" y="69102"/>
                  </a:lnTo>
                  <a:lnTo>
                    <a:pt x="167664" y="97780"/>
                  </a:lnTo>
                  <a:lnTo>
                    <a:pt x="138388" y="130739"/>
                  </a:lnTo>
                  <a:lnTo>
                    <a:pt x="111382" y="167691"/>
                  </a:lnTo>
                  <a:lnTo>
                    <a:pt x="86838" y="208348"/>
                  </a:lnTo>
                  <a:lnTo>
                    <a:pt x="64946" y="252422"/>
                  </a:lnTo>
                  <a:lnTo>
                    <a:pt x="45897" y="299627"/>
                  </a:lnTo>
                  <a:lnTo>
                    <a:pt x="29884" y="349672"/>
                  </a:lnTo>
                  <a:lnTo>
                    <a:pt x="17096" y="402272"/>
                  </a:lnTo>
                  <a:lnTo>
                    <a:pt x="7725" y="457138"/>
                  </a:lnTo>
                  <a:lnTo>
                    <a:pt x="1963" y="513982"/>
                  </a:lnTo>
                  <a:lnTo>
                    <a:pt x="0" y="572516"/>
                  </a:lnTo>
                  <a:lnTo>
                    <a:pt x="2231" y="633496"/>
                  </a:lnTo>
                  <a:lnTo>
                    <a:pt x="8771" y="689991"/>
                  </a:lnTo>
                  <a:lnTo>
                    <a:pt x="19386" y="742043"/>
                  </a:lnTo>
                  <a:lnTo>
                    <a:pt x="33847" y="789693"/>
                  </a:lnTo>
                  <a:lnTo>
                    <a:pt x="51919" y="832982"/>
                  </a:lnTo>
                  <a:lnTo>
                    <a:pt x="73372" y="871953"/>
                  </a:lnTo>
                  <a:lnTo>
                    <a:pt x="97973" y="906646"/>
                  </a:lnTo>
                  <a:lnTo>
                    <a:pt x="125491" y="937102"/>
                  </a:lnTo>
                  <a:lnTo>
                    <a:pt x="155693" y="963363"/>
                  </a:lnTo>
                  <a:lnTo>
                    <a:pt x="188348" y="985471"/>
                  </a:lnTo>
                  <a:lnTo>
                    <a:pt x="223224" y="1003466"/>
                  </a:lnTo>
                  <a:lnTo>
                    <a:pt x="260088" y="1017390"/>
                  </a:lnTo>
                  <a:lnTo>
                    <a:pt x="298708" y="1027285"/>
                  </a:lnTo>
                  <a:lnTo>
                    <a:pt x="338854" y="1033192"/>
                  </a:lnTo>
                  <a:lnTo>
                    <a:pt x="380292" y="1035151"/>
                  </a:lnTo>
                  <a:lnTo>
                    <a:pt x="421724" y="1033192"/>
                  </a:lnTo>
                  <a:lnTo>
                    <a:pt x="461864" y="1027285"/>
                  </a:lnTo>
                  <a:lnTo>
                    <a:pt x="500480" y="1017390"/>
                  </a:lnTo>
                  <a:lnTo>
                    <a:pt x="537341" y="1003466"/>
                  </a:lnTo>
                  <a:lnTo>
                    <a:pt x="572213" y="985471"/>
                  </a:lnTo>
                  <a:lnTo>
                    <a:pt x="604865" y="963363"/>
                  </a:lnTo>
                  <a:lnTo>
                    <a:pt x="635065" y="937102"/>
                  </a:lnTo>
                  <a:lnTo>
                    <a:pt x="662582" y="906646"/>
                  </a:lnTo>
                  <a:lnTo>
                    <a:pt x="687182" y="871953"/>
                  </a:lnTo>
                  <a:lnTo>
                    <a:pt x="708634" y="832982"/>
                  </a:lnTo>
                  <a:lnTo>
                    <a:pt x="726706" y="789693"/>
                  </a:lnTo>
                  <a:lnTo>
                    <a:pt x="741166" y="742043"/>
                  </a:lnTo>
                  <a:lnTo>
                    <a:pt x="751781" y="689991"/>
                  </a:lnTo>
                  <a:lnTo>
                    <a:pt x="758321" y="633496"/>
                  </a:lnTo>
                  <a:lnTo>
                    <a:pt x="760552" y="572516"/>
                  </a:lnTo>
                  <a:lnTo>
                    <a:pt x="758589" y="513982"/>
                  </a:lnTo>
                  <a:lnTo>
                    <a:pt x="752826" y="457138"/>
                  </a:lnTo>
                  <a:lnTo>
                    <a:pt x="743456" y="402272"/>
                  </a:lnTo>
                  <a:lnTo>
                    <a:pt x="730668" y="349672"/>
                  </a:lnTo>
                  <a:lnTo>
                    <a:pt x="714655" y="299627"/>
                  </a:lnTo>
                  <a:lnTo>
                    <a:pt x="695608" y="252422"/>
                  </a:lnTo>
                  <a:lnTo>
                    <a:pt x="673717" y="208348"/>
                  </a:lnTo>
                  <a:lnTo>
                    <a:pt x="649173" y="167691"/>
                  </a:lnTo>
                  <a:lnTo>
                    <a:pt x="622169" y="130739"/>
                  </a:lnTo>
                  <a:lnTo>
                    <a:pt x="592895" y="97780"/>
                  </a:lnTo>
                  <a:lnTo>
                    <a:pt x="561543" y="69102"/>
                  </a:lnTo>
                  <a:lnTo>
                    <a:pt x="528303" y="44993"/>
                  </a:lnTo>
                  <a:lnTo>
                    <a:pt x="493366" y="25740"/>
                  </a:lnTo>
                  <a:lnTo>
                    <a:pt x="456925" y="11632"/>
                  </a:lnTo>
                  <a:lnTo>
                    <a:pt x="419170" y="2955"/>
                  </a:lnTo>
                  <a:lnTo>
                    <a:pt x="3802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920459" y="6742126"/>
              <a:ext cx="1047750" cy="1425575"/>
            </a:xfrm>
            <a:custGeom>
              <a:avLst/>
              <a:gdLst/>
              <a:ahLst/>
              <a:cxnLst/>
              <a:rect l="l" t="t" r="r" b="b"/>
              <a:pathLst>
                <a:path w="1047750" h="1425575">
                  <a:moveTo>
                    <a:pt x="523596" y="0"/>
                  </a:moveTo>
                  <a:lnTo>
                    <a:pt x="449517" y="7828"/>
                  </a:lnTo>
                  <a:lnTo>
                    <a:pt x="378632" y="30601"/>
                  </a:lnTo>
                  <a:lnTo>
                    <a:pt x="311649" y="67251"/>
                  </a:lnTo>
                  <a:lnTo>
                    <a:pt x="279842" y="90447"/>
                  </a:lnTo>
                  <a:lnTo>
                    <a:pt x="249277" y="116713"/>
                  </a:lnTo>
                  <a:lnTo>
                    <a:pt x="220042" y="145914"/>
                  </a:lnTo>
                  <a:lnTo>
                    <a:pt x="192225" y="177917"/>
                  </a:lnTo>
                  <a:lnTo>
                    <a:pt x="165915" y="212590"/>
                  </a:lnTo>
                  <a:lnTo>
                    <a:pt x="141201" y="249798"/>
                  </a:lnTo>
                  <a:lnTo>
                    <a:pt x="118172" y="289408"/>
                  </a:lnTo>
                  <a:lnTo>
                    <a:pt x="96915" y="331288"/>
                  </a:lnTo>
                  <a:lnTo>
                    <a:pt x="77520" y="375302"/>
                  </a:lnTo>
                  <a:lnTo>
                    <a:pt x="60074" y="421319"/>
                  </a:lnTo>
                  <a:lnTo>
                    <a:pt x="44668" y="469205"/>
                  </a:lnTo>
                  <a:lnTo>
                    <a:pt x="31388" y="518825"/>
                  </a:lnTo>
                  <a:lnTo>
                    <a:pt x="20324" y="570048"/>
                  </a:lnTo>
                  <a:lnTo>
                    <a:pt x="11565" y="622739"/>
                  </a:lnTo>
                  <a:lnTo>
                    <a:pt x="5199" y="676766"/>
                  </a:lnTo>
                  <a:lnTo>
                    <a:pt x="1314" y="731993"/>
                  </a:lnTo>
                  <a:lnTo>
                    <a:pt x="0" y="788290"/>
                  </a:lnTo>
                  <a:lnTo>
                    <a:pt x="1735" y="851845"/>
                  </a:lnTo>
                  <a:lnTo>
                    <a:pt x="6852" y="911918"/>
                  </a:lnTo>
                  <a:lnTo>
                    <a:pt x="15216" y="968534"/>
                  </a:lnTo>
                  <a:lnTo>
                    <a:pt x="26692" y="1021717"/>
                  </a:lnTo>
                  <a:lnTo>
                    <a:pt x="41145" y="1071490"/>
                  </a:lnTo>
                  <a:lnTo>
                    <a:pt x="58440" y="1117878"/>
                  </a:lnTo>
                  <a:lnTo>
                    <a:pt x="78444" y="1160905"/>
                  </a:lnTo>
                  <a:lnTo>
                    <a:pt x="101020" y="1200595"/>
                  </a:lnTo>
                  <a:lnTo>
                    <a:pt x="126035" y="1236971"/>
                  </a:lnTo>
                  <a:lnTo>
                    <a:pt x="153353" y="1270058"/>
                  </a:lnTo>
                  <a:lnTo>
                    <a:pt x="182841" y="1299879"/>
                  </a:lnTo>
                  <a:lnTo>
                    <a:pt x="214362" y="1326460"/>
                  </a:lnTo>
                  <a:lnTo>
                    <a:pt x="247783" y="1349824"/>
                  </a:lnTo>
                  <a:lnTo>
                    <a:pt x="282969" y="1369994"/>
                  </a:lnTo>
                  <a:lnTo>
                    <a:pt x="319784" y="1386995"/>
                  </a:lnTo>
                  <a:lnTo>
                    <a:pt x="358095" y="1400852"/>
                  </a:lnTo>
                  <a:lnTo>
                    <a:pt x="397766" y="1411587"/>
                  </a:lnTo>
                  <a:lnTo>
                    <a:pt x="438663" y="1419225"/>
                  </a:lnTo>
                  <a:lnTo>
                    <a:pt x="480652" y="1423790"/>
                  </a:lnTo>
                  <a:lnTo>
                    <a:pt x="523596" y="1425307"/>
                  </a:lnTo>
                  <a:lnTo>
                    <a:pt x="566538" y="1423790"/>
                  </a:lnTo>
                  <a:lnTo>
                    <a:pt x="608524" y="1419225"/>
                  </a:lnTo>
                  <a:lnTo>
                    <a:pt x="649419" y="1411587"/>
                  </a:lnTo>
                  <a:lnTo>
                    <a:pt x="689089" y="1400852"/>
                  </a:lnTo>
                  <a:lnTo>
                    <a:pt x="727399" y="1386995"/>
                  </a:lnTo>
                  <a:lnTo>
                    <a:pt x="764214" y="1369994"/>
                  </a:lnTo>
                  <a:lnTo>
                    <a:pt x="799400" y="1349824"/>
                  </a:lnTo>
                  <a:lnTo>
                    <a:pt x="832821" y="1326460"/>
                  </a:lnTo>
                  <a:lnTo>
                    <a:pt x="864343" y="1299879"/>
                  </a:lnTo>
                  <a:lnTo>
                    <a:pt x="893831" y="1270058"/>
                  </a:lnTo>
                  <a:lnTo>
                    <a:pt x="921150" y="1236971"/>
                  </a:lnTo>
                  <a:lnTo>
                    <a:pt x="946166" y="1200595"/>
                  </a:lnTo>
                  <a:lnTo>
                    <a:pt x="968743" y="1160905"/>
                  </a:lnTo>
                  <a:lnTo>
                    <a:pt x="988748" y="1117878"/>
                  </a:lnTo>
                  <a:lnTo>
                    <a:pt x="1006044" y="1071490"/>
                  </a:lnTo>
                  <a:lnTo>
                    <a:pt x="1020498" y="1021717"/>
                  </a:lnTo>
                  <a:lnTo>
                    <a:pt x="1031975" y="968534"/>
                  </a:lnTo>
                  <a:lnTo>
                    <a:pt x="1040339" y="911918"/>
                  </a:lnTo>
                  <a:lnTo>
                    <a:pt x="1045457" y="851845"/>
                  </a:lnTo>
                  <a:lnTo>
                    <a:pt x="1047193" y="788290"/>
                  </a:lnTo>
                  <a:lnTo>
                    <a:pt x="1045878" y="731993"/>
                  </a:lnTo>
                  <a:lnTo>
                    <a:pt x="1041993" y="676766"/>
                  </a:lnTo>
                  <a:lnTo>
                    <a:pt x="1035626" y="622739"/>
                  </a:lnTo>
                  <a:lnTo>
                    <a:pt x="1026866" y="570048"/>
                  </a:lnTo>
                  <a:lnTo>
                    <a:pt x="1015802" y="518825"/>
                  </a:lnTo>
                  <a:lnTo>
                    <a:pt x="1002521" y="469205"/>
                  </a:lnTo>
                  <a:lnTo>
                    <a:pt x="987114" y="421319"/>
                  </a:lnTo>
                  <a:lnTo>
                    <a:pt x="969668" y="375302"/>
                  </a:lnTo>
                  <a:lnTo>
                    <a:pt x="950271" y="331288"/>
                  </a:lnTo>
                  <a:lnTo>
                    <a:pt x="929014" y="289408"/>
                  </a:lnTo>
                  <a:lnTo>
                    <a:pt x="905983" y="249798"/>
                  </a:lnTo>
                  <a:lnTo>
                    <a:pt x="881269" y="212590"/>
                  </a:lnTo>
                  <a:lnTo>
                    <a:pt x="854958" y="177917"/>
                  </a:lnTo>
                  <a:lnTo>
                    <a:pt x="827141" y="145914"/>
                  </a:lnTo>
                  <a:lnTo>
                    <a:pt x="797906" y="116713"/>
                  </a:lnTo>
                  <a:lnTo>
                    <a:pt x="767341" y="90447"/>
                  </a:lnTo>
                  <a:lnTo>
                    <a:pt x="735534" y="67251"/>
                  </a:lnTo>
                  <a:lnTo>
                    <a:pt x="702575" y="47258"/>
                  </a:lnTo>
                  <a:lnTo>
                    <a:pt x="633555" y="17413"/>
                  </a:lnTo>
                  <a:lnTo>
                    <a:pt x="560988" y="1979"/>
                  </a:lnTo>
                  <a:lnTo>
                    <a:pt x="52359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526384" y="7500578"/>
              <a:ext cx="508000" cy="691515"/>
            </a:xfrm>
            <a:custGeom>
              <a:avLst/>
              <a:gdLst/>
              <a:ahLst/>
              <a:cxnLst/>
              <a:rect l="l" t="t" r="r" b="b"/>
              <a:pathLst>
                <a:path w="508000" h="691515">
                  <a:moveTo>
                    <a:pt x="253866" y="0"/>
                  </a:moveTo>
                  <a:lnTo>
                    <a:pt x="180547" y="16184"/>
                  </a:lnTo>
                  <a:lnTo>
                    <a:pt x="146843" y="35527"/>
                  </a:lnTo>
                  <a:lnTo>
                    <a:pt x="115634" y="61583"/>
                  </a:lnTo>
                  <a:lnTo>
                    <a:pt x="87312" y="93759"/>
                  </a:lnTo>
                  <a:lnTo>
                    <a:pt x="62269" y="131463"/>
                  </a:lnTo>
                  <a:lnTo>
                    <a:pt x="40899" y="174106"/>
                  </a:lnTo>
                  <a:lnTo>
                    <a:pt x="23595" y="221094"/>
                  </a:lnTo>
                  <a:lnTo>
                    <a:pt x="10748" y="271836"/>
                  </a:lnTo>
                  <a:lnTo>
                    <a:pt x="2752" y="325742"/>
                  </a:lnTo>
                  <a:lnTo>
                    <a:pt x="0" y="382218"/>
                  </a:lnTo>
                  <a:lnTo>
                    <a:pt x="3322" y="442157"/>
                  </a:lnTo>
                  <a:lnTo>
                    <a:pt x="12942" y="495391"/>
                  </a:lnTo>
                  <a:lnTo>
                    <a:pt x="28336" y="542015"/>
                  </a:lnTo>
                  <a:lnTo>
                    <a:pt x="48981" y="582120"/>
                  </a:lnTo>
                  <a:lnTo>
                    <a:pt x="74356" y="615800"/>
                  </a:lnTo>
                  <a:lnTo>
                    <a:pt x="103936" y="643148"/>
                  </a:lnTo>
                  <a:lnTo>
                    <a:pt x="137200" y="664257"/>
                  </a:lnTo>
                  <a:lnTo>
                    <a:pt x="173625" y="679219"/>
                  </a:lnTo>
                  <a:lnTo>
                    <a:pt x="212688" y="688129"/>
                  </a:lnTo>
                  <a:lnTo>
                    <a:pt x="253866" y="691078"/>
                  </a:lnTo>
                  <a:lnTo>
                    <a:pt x="295050" y="688129"/>
                  </a:lnTo>
                  <a:lnTo>
                    <a:pt x="334116" y="679219"/>
                  </a:lnTo>
                  <a:lnTo>
                    <a:pt x="370543" y="664257"/>
                  </a:lnTo>
                  <a:lnTo>
                    <a:pt x="403809" y="643148"/>
                  </a:lnTo>
                  <a:lnTo>
                    <a:pt x="433389" y="615800"/>
                  </a:lnTo>
                  <a:lnTo>
                    <a:pt x="458764" y="582120"/>
                  </a:lnTo>
                  <a:lnTo>
                    <a:pt x="479408" y="542015"/>
                  </a:lnTo>
                  <a:lnTo>
                    <a:pt x="494802" y="495391"/>
                  </a:lnTo>
                  <a:lnTo>
                    <a:pt x="504421" y="442157"/>
                  </a:lnTo>
                  <a:lnTo>
                    <a:pt x="507743" y="382218"/>
                  </a:lnTo>
                  <a:lnTo>
                    <a:pt x="504991" y="325742"/>
                  </a:lnTo>
                  <a:lnTo>
                    <a:pt x="496995" y="271836"/>
                  </a:lnTo>
                  <a:lnTo>
                    <a:pt x="484149" y="221094"/>
                  </a:lnTo>
                  <a:lnTo>
                    <a:pt x="466845" y="174106"/>
                  </a:lnTo>
                  <a:lnTo>
                    <a:pt x="445476" y="131463"/>
                  </a:lnTo>
                  <a:lnTo>
                    <a:pt x="420434" y="93759"/>
                  </a:lnTo>
                  <a:lnTo>
                    <a:pt x="392111" y="61583"/>
                  </a:lnTo>
                  <a:lnTo>
                    <a:pt x="360900" y="35527"/>
                  </a:lnTo>
                  <a:lnTo>
                    <a:pt x="327194" y="16184"/>
                  </a:lnTo>
                  <a:lnTo>
                    <a:pt x="2538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843268" y="7794516"/>
              <a:ext cx="508000" cy="513080"/>
            </a:xfrm>
            <a:custGeom>
              <a:avLst/>
              <a:gdLst/>
              <a:ahLst/>
              <a:cxnLst/>
              <a:rect l="l" t="t" r="r" b="b"/>
              <a:pathLst>
                <a:path w="508000" h="513079">
                  <a:moveTo>
                    <a:pt x="507758" y="283438"/>
                  </a:moveTo>
                  <a:lnTo>
                    <a:pt x="503669" y="232498"/>
                  </a:lnTo>
                  <a:lnTo>
                    <a:pt x="491871" y="184543"/>
                  </a:lnTo>
                  <a:lnTo>
                    <a:pt x="473087" y="140385"/>
                  </a:lnTo>
                  <a:lnTo>
                    <a:pt x="448043" y="100825"/>
                  </a:lnTo>
                  <a:lnTo>
                    <a:pt x="417449" y="66662"/>
                  </a:lnTo>
                  <a:lnTo>
                    <a:pt x="382016" y="38696"/>
                  </a:lnTo>
                  <a:lnTo>
                    <a:pt x="342468" y="17729"/>
                  </a:lnTo>
                  <a:lnTo>
                    <a:pt x="299516" y="4559"/>
                  </a:lnTo>
                  <a:lnTo>
                    <a:pt x="253873" y="0"/>
                  </a:lnTo>
                  <a:lnTo>
                    <a:pt x="208241" y="4559"/>
                  </a:lnTo>
                  <a:lnTo>
                    <a:pt x="165290" y="17729"/>
                  </a:lnTo>
                  <a:lnTo>
                    <a:pt x="125742" y="38696"/>
                  </a:lnTo>
                  <a:lnTo>
                    <a:pt x="90309" y="66662"/>
                  </a:lnTo>
                  <a:lnTo>
                    <a:pt x="59702" y="100825"/>
                  </a:lnTo>
                  <a:lnTo>
                    <a:pt x="34658" y="140385"/>
                  </a:lnTo>
                  <a:lnTo>
                    <a:pt x="15887" y="184543"/>
                  </a:lnTo>
                  <a:lnTo>
                    <a:pt x="4089" y="232498"/>
                  </a:lnTo>
                  <a:lnTo>
                    <a:pt x="0" y="283438"/>
                  </a:lnTo>
                  <a:lnTo>
                    <a:pt x="5156" y="338226"/>
                  </a:lnTo>
                  <a:lnTo>
                    <a:pt x="19951" y="385267"/>
                  </a:lnTo>
                  <a:lnTo>
                    <a:pt x="43357" y="424713"/>
                  </a:lnTo>
                  <a:lnTo>
                    <a:pt x="74358" y="456666"/>
                  </a:lnTo>
                  <a:lnTo>
                    <a:pt x="111925" y="481291"/>
                  </a:lnTo>
                  <a:lnTo>
                    <a:pt x="155054" y="498716"/>
                  </a:lnTo>
                  <a:lnTo>
                    <a:pt x="202704" y="509066"/>
                  </a:lnTo>
                  <a:lnTo>
                    <a:pt x="253873" y="512495"/>
                  </a:lnTo>
                  <a:lnTo>
                    <a:pt x="305041" y="509066"/>
                  </a:lnTo>
                  <a:lnTo>
                    <a:pt x="352691" y="498716"/>
                  </a:lnTo>
                  <a:lnTo>
                    <a:pt x="395820" y="481291"/>
                  </a:lnTo>
                  <a:lnTo>
                    <a:pt x="433400" y="456666"/>
                  </a:lnTo>
                  <a:lnTo>
                    <a:pt x="464400" y="424713"/>
                  </a:lnTo>
                  <a:lnTo>
                    <a:pt x="487807" y="385267"/>
                  </a:lnTo>
                  <a:lnTo>
                    <a:pt x="502602" y="338226"/>
                  </a:lnTo>
                  <a:lnTo>
                    <a:pt x="507758" y="283438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15875396" y="9090844"/>
            <a:ext cx="868044" cy="313055"/>
            <a:chOff x="15875396" y="9090844"/>
            <a:chExt cx="868044" cy="313055"/>
          </a:xfrm>
        </p:grpSpPr>
        <p:sp>
          <p:nvSpPr>
            <p:cNvPr id="58" name="object 58" descr=""/>
            <p:cNvSpPr/>
            <p:nvPr/>
          </p:nvSpPr>
          <p:spPr>
            <a:xfrm>
              <a:off x="15875395" y="9090856"/>
              <a:ext cx="763905" cy="313055"/>
            </a:xfrm>
            <a:custGeom>
              <a:avLst/>
              <a:gdLst/>
              <a:ahLst/>
              <a:cxnLst/>
              <a:rect l="l" t="t" r="r" b="b"/>
              <a:pathLst>
                <a:path w="763905" h="313054">
                  <a:moveTo>
                    <a:pt x="763866" y="312889"/>
                  </a:moveTo>
                  <a:lnTo>
                    <a:pt x="760463" y="266661"/>
                  </a:lnTo>
                  <a:lnTo>
                    <a:pt x="750608" y="222529"/>
                  </a:lnTo>
                  <a:lnTo>
                    <a:pt x="734783" y="180987"/>
                  </a:lnTo>
                  <a:lnTo>
                    <a:pt x="713447" y="142519"/>
                  </a:lnTo>
                  <a:lnTo>
                    <a:pt x="687108" y="107607"/>
                  </a:lnTo>
                  <a:lnTo>
                    <a:pt x="656247" y="76746"/>
                  </a:lnTo>
                  <a:lnTo>
                    <a:pt x="621334" y="50406"/>
                  </a:lnTo>
                  <a:lnTo>
                    <a:pt x="582866" y="29070"/>
                  </a:lnTo>
                  <a:lnTo>
                    <a:pt x="541324" y="13246"/>
                  </a:lnTo>
                  <a:lnTo>
                    <a:pt x="497192" y="3390"/>
                  </a:lnTo>
                  <a:lnTo>
                    <a:pt x="450964" y="0"/>
                  </a:lnTo>
                  <a:lnTo>
                    <a:pt x="404723" y="3390"/>
                  </a:lnTo>
                  <a:lnTo>
                    <a:pt x="360591" y="13246"/>
                  </a:lnTo>
                  <a:lnTo>
                    <a:pt x="319049" y="29070"/>
                  </a:lnTo>
                  <a:lnTo>
                    <a:pt x="280581" y="50406"/>
                  </a:lnTo>
                  <a:lnTo>
                    <a:pt x="245681" y="76746"/>
                  </a:lnTo>
                  <a:lnTo>
                    <a:pt x="214807" y="107607"/>
                  </a:lnTo>
                  <a:lnTo>
                    <a:pt x="200964" y="125945"/>
                  </a:lnTo>
                  <a:lnTo>
                    <a:pt x="188607" y="124282"/>
                  </a:lnTo>
                  <a:lnTo>
                    <a:pt x="138468" y="131013"/>
                  </a:lnTo>
                  <a:lnTo>
                    <a:pt x="93408" y="150025"/>
                  </a:lnTo>
                  <a:lnTo>
                    <a:pt x="55245" y="179527"/>
                  </a:lnTo>
                  <a:lnTo>
                    <a:pt x="25742" y="217690"/>
                  </a:lnTo>
                  <a:lnTo>
                    <a:pt x="6731" y="262750"/>
                  </a:lnTo>
                  <a:lnTo>
                    <a:pt x="0" y="312889"/>
                  </a:lnTo>
                  <a:lnTo>
                    <a:pt x="138061" y="312889"/>
                  </a:lnTo>
                  <a:lnTo>
                    <a:pt x="237871" y="312889"/>
                  </a:lnTo>
                  <a:lnTo>
                    <a:pt x="377215" y="312889"/>
                  </a:lnTo>
                  <a:lnTo>
                    <a:pt x="503961" y="312889"/>
                  </a:lnTo>
                  <a:lnTo>
                    <a:pt x="763866" y="31288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95525" y="9280069"/>
              <a:ext cx="247343" cy="123671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12497667" y="9124077"/>
            <a:ext cx="833119" cy="300990"/>
            <a:chOff x="12497667" y="9124077"/>
            <a:chExt cx="833119" cy="300990"/>
          </a:xfrm>
        </p:grpSpPr>
        <p:sp>
          <p:nvSpPr>
            <p:cNvPr id="61" name="object 61" descr=""/>
            <p:cNvSpPr/>
            <p:nvPr/>
          </p:nvSpPr>
          <p:spPr>
            <a:xfrm>
              <a:off x="12630228" y="9124077"/>
              <a:ext cx="601345" cy="300990"/>
            </a:xfrm>
            <a:custGeom>
              <a:avLst/>
              <a:gdLst/>
              <a:ahLst/>
              <a:cxnLst/>
              <a:rect l="l" t="t" r="r" b="b"/>
              <a:pathLst>
                <a:path w="601344" h="300990">
                  <a:moveTo>
                    <a:pt x="300409" y="0"/>
                  </a:moveTo>
                  <a:lnTo>
                    <a:pt x="251681" y="3932"/>
                  </a:lnTo>
                  <a:lnTo>
                    <a:pt x="205457" y="15316"/>
                  </a:lnTo>
                  <a:lnTo>
                    <a:pt x="162354" y="33533"/>
                  </a:lnTo>
                  <a:lnTo>
                    <a:pt x="122991" y="57964"/>
                  </a:lnTo>
                  <a:lnTo>
                    <a:pt x="87988" y="87992"/>
                  </a:lnTo>
                  <a:lnTo>
                    <a:pt x="57961" y="122996"/>
                  </a:lnTo>
                  <a:lnTo>
                    <a:pt x="33531" y="162358"/>
                  </a:lnTo>
                  <a:lnTo>
                    <a:pt x="15315" y="205461"/>
                  </a:lnTo>
                  <a:lnTo>
                    <a:pt x="3931" y="251684"/>
                  </a:lnTo>
                  <a:lnTo>
                    <a:pt x="0" y="300409"/>
                  </a:lnTo>
                  <a:lnTo>
                    <a:pt x="600840" y="300409"/>
                  </a:lnTo>
                  <a:lnTo>
                    <a:pt x="596908" y="251684"/>
                  </a:lnTo>
                  <a:lnTo>
                    <a:pt x="585526" y="205461"/>
                  </a:lnTo>
                  <a:lnTo>
                    <a:pt x="567310" y="162358"/>
                  </a:lnTo>
                  <a:lnTo>
                    <a:pt x="542880" y="122996"/>
                  </a:lnTo>
                  <a:lnTo>
                    <a:pt x="512853" y="87992"/>
                  </a:lnTo>
                  <a:lnTo>
                    <a:pt x="477848" y="57964"/>
                  </a:lnTo>
                  <a:lnTo>
                    <a:pt x="438483" y="33533"/>
                  </a:lnTo>
                  <a:lnTo>
                    <a:pt x="395376" y="15316"/>
                  </a:lnTo>
                  <a:lnTo>
                    <a:pt x="349145" y="3932"/>
                  </a:lnTo>
                  <a:lnTo>
                    <a:pt x="30040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2497663" y="9243396"/>
              <a:ext cx="484505" cy="181610"/>
            </a:xfrm>
            <a:custGeom>
              <a:avLst/>
              <a:gdLst/>
              <a:ahLst/>
              <a:cxnLst/>
              <a:rect l="l" t="t" r="r" b="b"/>
              <a:pathLst>
                <a:path w="484504" h="181609">
                  <a:moveTo>
                    <a:pt x="483882" y="181102"/>
                  </a:moveTo>
                  <a:lnTo>
                    <a:pt x="473837" y="131381"/>
                  </a:lnTo>
                  <a:lnTo>
                    <a:pt x="446455" y="90779"/>
                  </a:lnTo>
                  <a:lnTo>
                    <a:pt x="405853" y="63411"/>
                  </a:lnTo>
                  <a:lnTo>
                    <a:pt x="356120" y="53365"/>
                  </a:lnTo>
                  <a:lnTo>
                    <a:pt x="315683" y="61544"/>
                  </a:lnTo>
                  <a:lnTo>
                    <a:pt x="309130" y="53047"/>
                  </a:lnTo>
                  <a:lnTo>
                    <a:pt x="272478" y="24726"/>
                  </a:lnTo>
                  <a:lnTo>
                    <a:pt x="229209" y="6477"/>
                  </a:lnTo>
                  <a:lnTo>
                    <a:pt x="181076" y="0"/>
                  </a:lnTo>
                  <a:lnTo>
                    <a:pt x="132930" y="6477"/>
                  </a:lnTo>
                  <a:lnTo>
                    <a:pt x="89674" y="24726"/>
                  </a:lnTo>
                  <a:lnTo>
                    <a:pt x="53035" y="53047"/>
                  </a:lnTo>
                  <a:lnTo>
                    <a:pt x="24714" y="89700"/>
                  </a:lnTo>
                  <a:lnTo>
                    <a:pt x="6464" y="132956"/>
                  </a:lnTo>
                  <a:lnTo>
                    <a:pt x="0" y="181102"/>
                  </a:lnTo>
                  <a:lnTo>
                    <a:pt x="228384" y="181102"/>
                  </a:lnTo>
                  <a:lnTo>
                    <a:pt x="362191" y="181102"/>
                  </a:lnTo>
                  <a:lnTo>
                    <a:pt x="483882" y="181102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93050" y="9305752"/>
              <a:ext cx="237479" cy="118739"/>
            </a:xfrm>
            <a:prstGeom prst="rect">
              <a:avLst/>
            </a:prstGeom>
          </p:spPr>
        </p:pic>
      </p:grpSp>
      <p:sp>
        <p:nvSpPr>
          <p:cNvPr id="64" name="object 64" descr=""/>
          <p:cNvSpPr/>
          <p:nvPr/>
        </p:nvSpPr>
        <p:spPr>
          <a:xfrm>
            <a:off x="13860326" y="8020356"/>
            <a:ext cx="688975" cy="648335"/>
          </a:xfrm>
          <a:custGeom>
            <a:avLst/>
            <a:gdLst/>
            <a:ahLst/>
            <a:cxnLst/>
            <a:rect l="l" t="t" r="r" b="b"/>
            <a:pathLst>
              <a:path w="688975" h="648334">
                <a:moveTo>
                  <a:pt x="344408" y="0"/>
                </a:moveTo>
                <a:lnTo>
                  <a:pt x="297675" y="3273"/>
                </a:lnTo>
                <a:lnTo>
                  <a:pt x="252853" y="12810"/>
                </a:lnTo>
                <a:lnTo>
                  <a:pt x="210352" y="28181"/>
                </a:lnTo>
                <a:lnTo>
                  <a:pt x="170582" y="48960"/>
                </a:lnTo>
                <a:lnTo>
                  <a:pt x="133954" y="74719"/>
                </a:lnTo>
                <a:lnTo>
                  <a:pt x="100877" y="105030"/>
                </a:lnTo>
                <a:lnTo>
                  <a:pt x="71764" y="139467"/>
                </a:lnTo>
                <a:lnTo>
                  <a:pt x="47023" y="177601"/>
                </a:lnTo>
                <a:lnTo>
                  <a:pt x="27066" y="219006"/>
                </a:lnTo>
                <a:lnTo>
                  <a:pt x="12303" y="263253"/>
                </a:lnTo>
                <a:lnTo>
                  <a:pt x="3144" y="309915"/>
                </a:lnTo>
                <a:lnTo>
                  <a:pt x="0" y="358564"/>
                </a:lnTo>
                <a:lnTo>
                  <a:pt x="3734" y="409954"/>
                </a:lnTo>
                <a:lnTo>
                  <a:pt x="14582" y="456135"/>
                </a:lnTo>
                <a:lnTo>
                  <a:pt x="32011" y="497175"/>
                </a:lnTo>
                <a:lnTo>
                  <a:pt x="55488" y="533138"/>
                </a:lnTo>
                <a:lnTo>
                  <a:pt x="84480" y="564092"/>
                </a:lnTo>
                <a:lnTo>
                  <a:pt x="118454" y="590102"/>
                </a:lnTo>
                <a:lnTo>
                  <a:pt x="156877" y="611235"/>
                </a:lnTo>
                <a:lnTo>
                  <a:pt x="199217" y="627557"/>
                </a:lnTo>
                <a:lnTo>
                  <a:pt x="244941" y="639133"/>
                </a:lnTo>
                <a:lnTo>
                  <a:pt x="293515" y="646030"/>
                </a:lnTo>
                <a:lnTo>
                  <a:pt x="344408" y="648315"/>
                </a:lnTo>
                <a:lnTo>
                  <a:pt x="395305" y="646030"/>
                </a:lnTo>
                <a:lnTo>
                  <a:pt x="443884" y="639133"/>
                </a:lnTo>
                <a:lnTo>
                  <a:pt x="489611" y="627557"/>
                </a:lnTo>
                <a:lnTo>
                  <a:pt x="531954" y="611235"/>
                </a:lnTo>
                <a:lnTo>
                  <a:pt x="570379" y="590102"/>
                </a:lnTo>
                <a:lnTo>
                  <a:pt x="604355" y="564092"/>
                </a:lnTo>
                <a:lnTo>
                  <a:pt x="633348" y="533138"/>
                </a:lnTo>
                <a:lnTo>
                  <a:pt x="656825" y="497175"/>
                </a:lnTo>
                <a:lnTo>
                  <a:pt x="674254" y="456135"/>
                </a:lnTo>
                <a:lnTo>
                  <a:pt x="685103" y="409954"/>
                </a:lnTo>
                <a:lnTo>
                  <a:pt x="688837" y="358564"/>
                </a:lnTo>
                <a:lnTo>
                  <a:pt x="685693" y="309915"/>
                </a:lnTo>
                <a:lnTo>
                  <a:pt x="676534" y="263253"/>
                </a:lnTo>
                <a:lnTo>
                  <a:pt x="661770" y="219006"/>
                </a:lnTo>
                <a:lnTo>
                  <a:pt x="641813" y="177601"/>
                </a:lnTo>
                <a:lnTo>
                  <a:pt x="617071" y="139467"/>
                </a:lnTo>
                <a:lnTo>
                  <a:pt x="587957" y="105030"/>
                </a:lnTo>
                <a:lnTo>
                  <a:pt x="554879" y="74719"/>
                </a:lnTo>
                <a:lnTo>
                  <a:pt x="518249" y="48960"/>
                </a:lnTo>
                <a:lnTo>
                  <a:pt x="478476" y="28181"/>
                </a:lnTo>
                <a:lnTo>
                  <a:pt x="435971" y="12810"/>
                </a:lnTo>
                <a:lnTo>
                  <a:pt x="391145" y="3273"/>
                </a:lnTo>
                <a:lnTo>
                  <a:pt x="344408" y="0"/>
                </a:lnTo>
                <a:close/>
              </a:path>
            </a:pathLst>
          </a:custGeom>
          <a:solidFill>
            <a:srgbClr val="25880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13610504" y="7031373"/>
            <a:ext cx="2280285" cy="2372995"/>
            <a:chOff x="13610504" y="7031373"/>
            <a:chExt cx="2280285" cy="2372995"/>
          </a:xfrm>
        </p:grpSpPr>
        <p:sp>
          <p:nvSpPr>
            <p:cNvPr id="66" name="object 66" descr=""/>
            <p:cNvSpPr/>
            <p:nvPr/>
          </p:nvSpPr>
          <p:spPr>
            <a:xfrm>
              <a:off x="14683020" y="7384158"/>
              <a:ext cx="782320" cy="735965"/>
            </a:xfrm>
            <a:custGeom>
              <a:avLst/>
              <a:gdLst/>
              <a:ahLst/>
              <a:cxnLst/>
              <a:rect l="l" t="t" r="r" b="b"/>
              <a:pathLst>
                <a:path w="782319" h="735965">
                  <a:moveTo>
                    <a:pt x="390951" y="0"/>
                  </a:moveTo>
                  <a:lnTo>
                    <a:pt x="345359" y="2738"/>
                  </a:lnTo>
                  <a:lnTo>
                    <a:pt x="301312" y="10751"/>
                  </a:lnTo>
                  <a:lnTo>
                    <a:pt x="259102" y="23731"/>
                  </a:lnTo>
                  <a:lnTo>
                    <a:pt x="219023" y="41374"/>
                  </a:lnTo>
                  <a:lnTo>
                    <a:pt x="181370" y="63374"/>
                  </a:lnTo>
                  <a:lnTo>
                    <a:pt x="146434" y="89425"/>
                  </a:lnTo>
                  <a:lnTo>
                    <a:pt x="114509" y="119222"/>
                  </a:lnTo>
                  <a:lnTo>
                    <a:pt x="85889" y="152459"/>
                  </a:lnTo>
                  <a:lnTo>
                    <a:pt x="60868" y="188831"/>
                  </a:lnTo>
                  <a:lnTo>
                    <a:pt x="39737" y="228032"/>
                  </a:lnTo>
                  <a:lnTo>
                    <a:pt x="22792" y="269756"/>
                  </a:lnTo>
                  <a:lnTo>
                    <a:pt x="10325" y="313698"/>
                  </a:lnTo>
                  <a:lnTo>
                    <a:pt x="2630" y="359552"/>
                  </a:lnTo>
                  <a:lnTo>
                    <a:pt x="0" y="407013"/>
                  </a:lnTo>
                  <a:lnTo>
                    <a:pt x="3046" y="456757"/>
                  </a:lnTo>
                  <a:lnTo>
                    <a:pt x="11940" y="502261"/>
                  </a:lnTo>
                  <a:lnTo>
                    <a:pt x="26316" y="543570"/>
                  </a:lnTo>
                  <a:lnTo>
                    <a:pt x="45807" y="580730"/>
                  </a:lnTo>
                  <a:lnTo>
                    <a:pt x="70047" y="613785"/>
                  </a:lnTo>
                  <a:lnTo>
                    <a:pt x="98669" y="642782"/>
                  </a:lnTo>
                  <a:lnTo>
                    <a:pt x="131307" y="667766"/>
                  </a:lnTo>
                  <a:lnTo>
                    <a:pt x="167595" y="688781"/>
                  </a:lnTo>
                  <a:lnTo>
                    <a:pt x="207166" y="705874"/>
                  </a:lnTo>
                  <a:lnTo>
                    <a:pt x="249653" y="719089"/>
                  </a:lnTo>
                  <a:lnTo>
                    <a:pt x="294691" y="728472"/>
                  </a:lnTo>
                  <a:lnTo>
                    <a:pt x="341912" y="734069"/>
                  </a:lnTo>
                  <a:lnTo>
                    <a:pt x="390951" y="735925"/>
                  </a:lnTo>
                  <a:lnTo>
                    <a:pt x="439992" y="734069"/>
                  </a:lnTo>
                  <a:lnTo>
                    <a:pt x="487215" y="728472"/>
                  </a:lnTo>
                  <a:lnTo>
                    <a:pt x="532253" y="719089"/>
                  </a:lnTo>
                  <a:lnTo>
                    <a:pt x="574741" y="705874"/>
                  </a:lnTo>
                  <a:lnTo>
                    <a:pt x="614311" y="688781"/>
                  </a:lnTo>
                  <a:lnTo>
                    <a:pt x="650599" y="667766"/>
                  </a:lnTo>
                  <a:lnTo>
                    <a:pt x="683236" y="642782"/>
                  </a:lnTo>
                  <a:lnTo>
                    <a:pt x="711858" y="613785"/>
                  </a:lnTo>
                  <a:lnTo>
                    <a:pt x="736097" y="580730"/>
                  </a:lnTo>
                  <a:lnTo>
                    <a:pt x="755587" y="543570"/>
                  </a:lnTo>
                  <a:lnTo>
                    <a:pt x="769963" y="502261"/>
                  </a:lnTo>
                  <a:lnTo>
                    <a:pt x="778856" y="456757"/>
                  </a:lnTo>
                  <a:lnTo>
                    <a:pt x="781902" y="407013"/>
                  </a:lnTo>
                  <a:lnTo>
                    <a:pt x="779272" y="359552"/>
                  </a:lnTo>
                  <a:lnTo>
                    <a:pt x="771577" y="313698"/>
                  </a:lnTo>
                  <a:lnTo>
                    <a:pt x="759111" y="269756"/>
                  </a:lnTo>
                  <a:lnTo>
                    <a:pt x="742166" y="228032"/>
                  </a:lnTo>
                  <a:lnTo>
                    <a:pt x="721037" y="188831"/>
                  </a:lnTo>
                  <a:lnTo>
                    <a:pt x="696016" y="152459"/>
                  </a:lnTo>
                  <a:lnTo>
                    <a:pt x="667397" y="119222"/>
                  </a:lnTo>
                  <a:lnTo>
                    <a:pt x="635473" y="89425"/>
                  </a:lnTo>
                  <a:lnTo>
                    <a:pt x="600537" y="63374"/>
                  </a:lnTo>
                  <a:lnTo>
                    <a:pt x="562883" y="41374"/>
                  </a:lnTo>
                  <a:lnTo>
                    <a:pt x="522804" y="23731"/>
                  </a:lnTo>
                  <a:lnTo>
                    <a:pt x="480594" y="10751"/>
                  </a:lnTo>
                  <a:lnTo>
                    <a:pt x="436545" y="2738"/>
                  </a:lnTo>
                  <a:lnTo>
                    <a:pt x="39095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142441" y="7572457"/>
              <a:ext cx="1564005" cy="1320165"/>
            </a:xfrm>
            <a:custGeom>
              <a:avLst/>
              <a:gdLst/>
              <a:ahLst/>
              <a:cxnLst/>
              <a:rect l="l" t="t" r="r" b="b"/>
              <a:pathLst>
                <a:path w="1564005" h="1320165">
                  <a:moveTo>
                    <a:pt x="899058" y="905205"/>
                  </a:moveTo>
                  <a:lnTo>
                    <a:pt x="896734" y="852716"/>
                  </a:lnTo>
                  <a:lnTo>
                    <a:pt x="889927" y="801738"/>
                  </a:lnTo>
                  <a:lnTo>
                    <a:pt x="878852" y="752538"/>
                  </a:lnTo>
                  <a:lnTo>
                    <a:pt x="863739" y="705370"/>
                  </a:lnTo>
                  <a:lnTo>
                    <a:pt x="844804" y="660501"/>
                  </a:lnTo>
                  <a:lnTo>
                    <a:pt x="822286" y="618172"/>
                  </a:lnTo>
                  <a:lnTo>
                    <a:pt x="796417" y="578650"/>
                  </a:lnTo>
                  <a:lnTo>
                    <a:pt x="767397" y="542188"/>
                  </a:lnTo>
                  <a:lnTo>
                    <a:pt x="735482" y="509054"/>
                  </a:lnTo>
                  <a:lnTo>
                    <a:pt x="700874" y="479501"/>
                  </a:lnTo>
                  <a:lnTo>
                    <a:pt x="663816" y="453783"/>
                  </a:lnTo>
                  <a:lnTo>
                    <a:pt x="624509" y="432168"/>
                  </a:lnTo>
                  <a:lnTo>
                    <a:pt x="583209" y="414909"/>
                  </a:lnTo>
                  <a:lnTo>
                    <a:pt x="540131" y="402259"/>
                  </a:lnTo>
                  <a:lnTo>
                    <a:pt x="495490" y="394474"/>
                  </a:lnTo>
                  <a:lnTo>
                    <a:pt x="449516" y="391820"/>
                  </a:lnTo>
                  <a:lnTo>
                    <a:pt x="403555" y="394474"/>
                  </a:lnTo>
                  <a:lnTo>
                    <a:pt x="358927" y="402259"/>
                  </a:lnTo>
                  <a:lnTo>
                    <a:pt x="315849" y="414909"/>
                  </a:lnTo>
                  <a:lnTo>
                    <a:pt x="274548" y="432168"/>
                  </a:lnTo>
                  <a:lnTo>
                    <a:pt x="235254" y="453783"/>
                  </a:lnTo>
                  <a:lnTo>
                    <a:pt x="198196" y="479501"/>
                  </a:lnTo>
                  <a:lnTo>
                    <a:pt x="163588" y="509054"/>
                  </a:lnTo>
                  <a:lnTo>
                    <a:pt x="131660" y="542188"/>
                  </a:lnTo>
                  <a:lnTo>
                    <a:pt x="102641" y="578650"/>
                  </a:lnTo>
                  <a:lnTo>
                    <a:pt x="76771" y="618172"/>
                  </a:lnTo>
                  <a:lnTo>
                    <a:pt x="54254" y="660501"/>
                  </a:lnTo>
                  <a:lnTo>
                    <a:pt x="35318" y="705370"/>
                  </a:lnTo>
                  <a:lnTo>
                    <a:pt x="20205" y="752538"/>
                  </a:lnTo>
                  <a:lnTo>
                    <a:pt x="9131" y="801738"/>
                  </a:lnTo>
                  <a:lnTo>
                    <a:pt x="2311" y="852716"/>
                  </a:lnTo>
                  <a:lnTo>
                    <a:pt x="0" y="905205"/>
                  </a:lnTo>
                  <a:lnTo>
                    <a:pt x="2628" y="959891"/>
                  </a:lnTo>
                  <a:lnTo>
                    <a:pt x="10363" y="1010564"/>
                  </a:lnTo>
                  <a:lnTo>
                    <a:pt x="22910" y="1057236"/>
                  </a:lnTo>
                  <a:lnTo>
                    <a:pt x="40005" y="1099972"/>
                  </a:lnTo>
                  <a:lnTo>
                    <a:pt x="61366" y="1138796"/>
                  </a:lnTo>
                  <a:lnTo>
                    <a:pt x="86728" y="1173734"/>
                  </a:lnTo>
                  <a:lnTo>
                    <a:pt x="115811" y="1204849"/>
                  </a:lnTo>
                  <a:lnTo>
                    <a:pt x="148336" y="1232166"/>
                  </a:lnTo>
                  <a:lnTo>
                    <a:pt x="184035" y="1255712"/>
                  </a:lnTo>
                  <a:lnTo>
                    <a:pt x="222643" y="1275537"/>
                  </a:lnTo>
                  <a:lnTo>
                    <a:pt x="263867" y="1291678"/>
                  </a:lnTo>
                  <a:lnTo>
                    <a:pt x="307441" y="1304163"/>
                  </a:lnTo>
                  <a:lnTo>
                    <a:pt x="353085" y="1313040"/>
                  </a:lnTo>
                  <a:lnTo>
                    <a:pt x="400545" y="1318336"/>
                  </a:lnTo>
                  <a:lnTo>
                    <a:pt x="449516" y="1320088"/>
                  </a:lnTo>
                  <a:lnTo>
                    <a:pt x="498513" y="1318336"/>
                  </a:lnTo>
                  <a:lnTo>
                    <a:pt x="545960" y="1313040"/>
                  </a:lnTo>
                  <a:lnTo>
                    <a:pt x="591616" y="1304163"/>
                  </a:lnTo>
                  <a:lnTo>
                    <a:pt x="635203" y="1291678"/>
                  </a:lnTo>
                  <a:lnTo>
                    <a:pt x="676427" y="1275537"/>
                  </a:lnTo>
                  <a:lnTo>
                    <a:pt x="715022" y="1255712"/>
                  </a:lnTo>
                  <a:lnTo>
                    <a:pt x="750722" y="1232166"/>
                  </a:lnTo>
                  <a:lnTo>
                    <a:pt x="783247" y="1204849"/>
                  </a:lnTo>
                  <a:lnTo>
                    <a:pt x="812330" y="1173734"/>
                  </a:lnTo>
                  <a:lnTo>
                    <a:pt x="837692" y="1138796"/>
                  </a:lnTo>
                  <a:lnTo>
                    <a:pt x="859053" y="1099972"/>
                  </a:lnTo>
                  <a:lnTo>
                    <a:pt x="876134" y="1057236"/>
                  </a:lnTo>
                  <a:lnTo>
                    <a:pt x="888682" y="1010564"/>
                  </a:lnTo>
                  <a:lnTo>
                    <a:pt x="896416" y="959891"/>
                  </a:lnTo>
                  <a:lnTo>
                    <a:pt x="899058" y="905205"/>
                  </a:lnTo>
                  <a:close/>
                </a:path>
                <a:path w="1564005" h="1320165">
                  <a:moveTo>
                    <a:pt x="1563890" y="198767"/>
                  </a:moveTo>
                  <a:lnTo>
                    <a:pt x="1557528" y="145923"/>
                  </a:lnTo>
                  <a:lnTo>
                    <a:pt x="1539595" y="98437"/>
                  </a:lnTo>
                  <a:lnTo>
                    <a:pt x="1511757" y="58216"/>
                  </a:lnTo>
                  <a:lnTo>
                    <a:pt x="1475740" y="27139"/>
                  </a:lnTo>
                  <a:lnTo>
                    <a:pt x="1433220" y="7099"/>
                  </a:lnTo>
                  <a:lnTo>
                    <a:pt x="1385900" y="0"/>
                  </a:lnTo>
                  <a:lnTo>
                    <a:pt x="1338567" y="7099"/>
                  </a:lnTo>
                  <a:lnTo>
                    <a:pt x="1296047" y="27139"/>
                  </a:lnTo>
                  <a:lnTo>
                    <a:pt x="1260017" y="58216"/>
                  </a:lnTo>
                  <a:lnTo>
                    <a:pt x="1232192" y="98437"/>
                  </a:lnTo>
                  <a:lnTo>
                    <a:pt x="1214247" y="145923"/>
                  </a:lnTo>
                  <a:lnTo>
                    <a:pt x="1207884" y="198767"/>
                  </a:lnTo>
                  <a:lnTo>
                    <a:pt x="1214247" y="248767"/>
                  </a:lnTo>
                  <a:lnTo>
                    <a:pt x="1232192" y="289179"/>
                  </a:lnTo>
                  <a:lnTo>
                    <a:pt x="1260017" y="320217"/>
                  </a:lnTo>
                  <a:lnTo>
                    <a:pt x="1296047" y="342112"/>
                  </a:lnTo>
                  <a:lnTo>
                    <a:pt x="1338567" y="355092"/>
                  </a:lnTo>
                  <a:lnTo>
                    <a:pt x="1385900" y="359359"/>
                  </a:lnTo>
                  <a:lnTo>
                    <a:pt x="1433220" y="355092"/>
                  </a:lnTo>
                  <a:lnTo>
                    <a:pt x="1475740" y="342112"/>
                  </a:lnTo>
                  <a:lnTo>
                    <a:pt x="1511757" y="320217"/>
                  </a:lnTo>
                  <a:lnTo>
                    <a:pt x="1539595" y="289179"/>
                  </a:lnTo>
                  <a:lnTo>
                    <a:pt x="1557528" y="248767"/>
                  </a:lnTo>
                  <a:lnTo>
                    <a:pt x="1563890" y="19876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4130465" y="8123967"/>
              <a:ext cx="1391920" cy="1280160"/>
            </a:xfrm>
            <a:custGeom>
              <a:avLst/>
              <a:gdLst/>
              <a:ahLst/>
              <a:cxnLst/>
              <a:rect l="l" t="t" r="r" b="b"/>
              <a:pathLst>
                <a:path w="1391919" h="1280159">
                  <a:moveTo>
                    <a:pt x="1391297" y="402539"/>
                  </a:moveTo>
                  <a:lnTo>
                    <a:pt x="1321879" y="366039"/>
                  </a:lnTo>
                  <a:lnTo>
                    <a:pt x="1311173" y="533615"/>
                  </a:lnTo>
                  <a:lnTo>
                    <a:pt x="1276045" y="613168"/>
                  </a:lnTo>
                  <a:lnTo>
                    <a:pt x="1188085" y="625995"/>
                  </a:lnTo>
                  <a:lnTo>
                    <a:pt x="1148689" y="618426"/>
                  </a:lnTo>
                  <a:lnTo>
                    <a:pt x="1152690" y="494233"/>
                  </a:lnTo>
                  <a:lnTo>
                    <a:pt x="1069403" y="271424"/>
                  </a:lnTo>
                  <a:lnTo>
                    <a:pt x="953731" y="276669"/>
                  </a:lnTo>
                  <a:lnTo>
                    <a:pt x="1065060" y="498157"/>
                  </a:lnTo>
                  <a:lnTo>
                    <a:pt x="1077214" y="604672"/>
                  </a:lnTo>
                  <a:lnTo>
                    <a:pt x="1018882" y="593445"/>
                  </a:lnTo>
                  <a:lnTo>
                    <a:pt x="1010754" y="657745"/>
                  </a:lnTo>
                  <a:lnTo>
                    <a:pt x="1039596" y="657720"/>
                  </a:lnTo>
                  <a:lnTo>
                    <a:pt x="977150" y="707656"/>
                  </a:lnTo>
                  <a:lnTo>
                    <a:pt x="786396" y="775017"/>
                  </a:lnTo>
                  <a:lnTo>
                    <a:pt x="766864" y="0"/>
                  </a:lnTo>
                  <a:lnTo>
                    <a:pt x="581875" y="0"/>
                  </a:lnTo>
                  <a:lnTo>
                    <a:pt x="559104" y="623862"/>
                  </a:lnTo>
                  <a:lnTo>
                    <a:pt x="308495" y="627710"/>
                  </a:lnTo>
                  <a:lnTo>
                    <a:pt x="156883" y="577519"/>
                  </a:lnTo>
                  <a:lnTo>
                    <a:pt x="119570" y="425780"/>
                  </a:lnTo>
                  <a:lnTo>
                    <a:pt x="152984" y="125895"/>
                  </a:lnTo>
                  <a:lnTo>
                    <a:pt x="18732" y="168808"/>
                  </a:lnTo>
                  <a:lnTo>
                    <a:pt x="0" y="441591"/>
                  </a:lnTo>
                  <a:lnTo>
                    <a:pt x="55587" y="591947"/>
                  </a:lnTo>
                  <a:lnTo>
                    <a:pt x="241147" y="673354"/>
                  </a:lnTo>
                  <a:lnTo>
                    <a:pt x="555256" y="729157"/>
                  </a:lnTo>
                  <a:lnTo>
                    <a:pt x="535165" y="1279779"/>
                  </a:lnTo>
                  <a:lnTo>
                    <a:pt x="799134" y="1279779"/>
                  </a:lnTo>
                  <a:lnTo>
                    <a:pt x="789393" y="893838"/>
                  </a:lnTo>
                  <a:lnTo>
                    <a:pt x="1026731" y="754265"/>
                  </a:lnTo>
                  <a:lnTo>
                    <a:pt x="1125270" y="657631"/>
                  </a:lnTo>
                  <a:lnTo>
                    <a:pt x="1220597" y="657517"/>
                  </a:lnTo>
                  <a:lnTo>
                    <a:pt x="1330185" y="630859"/>
                  </a:lnTo>
                  <a:lnTo>
                    <a:pt x="1375194" y="553834"/>
                  </a:lnTo>
                  <a:lnTo>
                    <a:pt x="1391297" y="402539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959622" y="7650005"/>
              <a:ext cx="878205" cy="835025"/>
            </a:xfrm>
            <a:custGeom>
              <a:avLst/>
              <a:gdLst/>
              <a:ahLst/>
              <a:cxnLst/>
              <a:rect l="l" t="t" r="r" b="b"/>
              <a:pathLst>
                <a:path w="878205" h="835025">
                  <a:moveTo>
                    <a:pt x="439054" y="0"/>
                  </a:moveTo>
                  <a:lnTo>
                    <a:pt x="391210" y="2709"/>
                  </a:lnTo>
                  <a:lnTo>
                    <a:pt x="344860" y="10651"/>
                  </a:lnTo>
                  <a:lnTo>
                    <a:pt x="300270" y="23544"/>
                  </a:lnTo>
                  <a:lnTo>
                    <a:pt x="257709" y="41105"/>
                  </a:lnTo>
                  <a:lnTo>
                    <a:pt x="217445" y="63052"/>
                  </a:lnTo>
                  <a:lnTo>
                    <a:pt x="179744" y="89105"/>
                  </a:lnTo>
                  <a:lnTo>
                    <a:pt x="144876" y="118981"/>
                  </a:lnTo>
                  <a:lnTo>
                    <a:pt x="113107" y="152399"/>
                  </a:lnTo>
                  <a:lnTo>
                    <a:pt x="84705" y="189076"/>
                  </a:lnTo>
                  <a:lnTo>
                    <a:pt x="59938" y="228732"/>
                  </a:lnTo>
                  <a:lnTo>
                    <a:pt x="39074" y="271083"/>
                  </a:lnTo>
                  <a:lnTo>
                    <a:pt x="22381" y="315850"/>
                  </a:lnTo>
                  <a:lnTo>
                    <a:pt x="10125" y="362749"/>
                  </a:lnTo>
                  <a:lnTo>
                    <a:pt x="2576" y="411499"/>
                  </a:lnTo>
                  <a:lnTo>
                    <a:pt x="0" y="461818"/>
                  </a:lnTo>
                  <a:lnTo>
                    <a:pt x="2953" y="514383"/>
                  </a:lnTo>
                  <a:lnTo>
                    <a:pt x="11594" y="562797"/>
                  </a:lnTo>
                  <a:lnTo>
                    <a:pt x="25593" y="607102"/>
                  </a:lnTo>
                  <a:lnTo>
                    <a:pt x="44622" y="647339"/>
                  </a:lnTo>
                  <a:lnTo>
                    <a:pt x="68350" y="683549"/>
                  </a:lnTo>
                  <a:lnTo>
                    <a:pt x="96448" y="715774"/>
                  </a:lnTo>
                  <a:lnTo>
                    <a:pt x="128587" y="744053"/>
                  </a:lnTo>
                  <a:lnTo>
                    <a:pt x="164438" y="768428"/>
                  </a:lnTo>
                  <a:lnTo>
                    <a:pt x="203672" y="788941"/>
                  </a:lnTo>
                  <a:lnTo>
                    <a:pt x="245959" y="805632"/>
                  </a:lnTo>
                  <a:lnTo>
                    <a:pt x="290970" y="818542"/>
                  </a:lnTo>
                  <a:lnTo>
                    <a:pt x="338376" y="827713"/>
                  </a:lnTo>
                  <a:lnTo>
                    <a:pt x="387847" y="833185"/>
                  </a:lnTo>
                  <a:lnTo>
                    <a:pt x="439054" y="835000"/>
                  </a:lnTo>
                  <a:lnTo>
                    <a:pt x="490262" y="833185"/>
                  </a:lnTo>
                  <a:lnTo>
                    <a:pt x="539734" y="827713"/>
                  </a:lnTo>
                  <a:lnTo>
                    <a:pt x="587141" y="818542"/>
                  </a:lnTo>
                  <a:lnTo>
                    <a:pt x="632153" y="805632"/>
                  </a:lnTo>
                  <a:lnTo>
                    <a:pt x="674442" y="788941"/>
                  </a:lnTo>
                  <a:lnTo>
                    <a:pt x="713678" y="768428"/>
                  </a:lnTo>
                  <a:lnTo>
                    <a:pt x="749532" y="744053"/>
                  </a:lnTo>
                  <a:lnTo>
                    <a:pt x="781673" y="715774"/>
                  </a:lnTo>
                  <a:lnTo>
                    <a:pt x="809774" y="683549"/>
                  </a:lnTo>
                  <a:lnTo>
                    <a:pt x="833504" y="647339"/>
                  </a:lnTo>
                  <a:lnTo>
                    <a:pt x="852534" y="607102"/>
                  </a:lnTo>
                  <a:lnTo>
                    <a:pt x="866534" y="562797"/>
                  </a:lnTo>
                  <a:lnTo>
                    <a:pt x="875176" y="514383"/>
                  </a:lnTo>
                  <a:lnTo>
                    <a:pt x="878130" y="461818"/>
                  </a:lnTo>
                  <a:lnTo>
                    <a:pt x="875554" y="411499"/>
                  </a:lnTo>
                  <a:lnTo>
                    <a:pt x="868003" y="362749"/>
                  </a:lnTo>
                  <a:lnTo>
                    <a:pt x="855747" y="315850"/>
                  </a:lnTo>
                  <a:lnTo>
                    <a:pt x="839051" y="271083"/>
                  </a:lnTo>
                  <a:lnTo>
                    <a:pt x="818186" y="228732"/>
                  </a:lnTo>
                  <a:lnTo>
                    <a:pt x="793417" y="189076"/>
                  </a:lnTo>
                  <a:lnTo>
                    <a:pt x="765013" y="152399"/>
                  </a:lnTo>
                  <a:lnTo>
                    <a:pt x="733242" y="118981"/>
                  </a:lnTo>
                  <a:lnTo>
                    <a:pt x="698371" y="89105"/>
                  </a:lnTo>
                  <a:lnTo>
                    <a:pt x="660669" y="63052"/>
                  </a:lnTo>
                  <a:lnTo>
                    <a:pt x="620403" y="41105"/>
                  </a:lnTo>
                  <a:lnTo>
                    <a:pt x="577840" y="23544"/>
                  </a:lnTo>
                  <a:lnTo>
                    <a:pt x="533250" y="10651"/>
                  </a:lnTo>
                  <a:lnTo>
                    <a:pt x="486898" y="2709"/>
                  </a:lnTo>
                  <a:lnTo>
                    <a:pt x="43905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3610504" y="7031373"/>
              <a:ext cx="1325245" cy="1442085"/>
            </a:xfrm>
            <a:custGeom>
              <a:avLst/>
              <a:gdLst/>
              <a:ahLst/>
              <a:cxnLst/>
              <a:rect l="l" t="t" r="r" b="b"/>
              <a:pathLst>
                <a:path w="1325244" h="1442084">
                  <a:moveTo>
                    <a:pt x="662398" y="0"/>
                  </a:moveTo>
                  <a:lnTo>
                    <a:pt x="618845" y="1695"/>
                  </a:lnTo>
                  <a:lnTo>
                    <a:pt x="576045" y="6713"/>
                  </a:lnTo>
                  <a:lnTo>
                    <a:pt x="534084" y="14947"/>
                  </a:lnTo>
                  <a:lnTo>
                    <a:pt x="493049" y="26294"/>
                  </a:lnTo>
                  <a:lnTo>
                    <a:pt x="453029" y="40646"/>
                  </a:lnTo>
                  <a:lnTo>
                    <a:pt x="414110" y="57900"/>
                  </a:lnTo>
                  <a:lnTo>
                    <a:pt x="376380" y="77951"/>
                  </a:lnTo>
                  <a:lnTo>
                    <a:pt x="339926" y="100693"/>
                  </a:lnTo>
                  <a:lnTo>
                    <a:pt x="304835" y="126021"/>
                  </a:lnTo>
                  <a:lnTo>
                    <a:pt x="271195" y="153830"/>
                  </a:lnTo>
                  <a:lnTo>
                    <a:pt x="239092" y="184016"/>
                  </a:lnTo>
                  <a:lnTo>
                    <a:pt x="208614" y="216473"/>
                  </a:lnTo>
                  <a:lnTo>
                    <a:pt x="179849" y="251095"/>
                  </a:lnTo>
                  <a:lnTo>
                    <a:pt x="152883" y="287779"/>
                  </a:lnTo>
                  <a:lnTo>
                    <a:pt x="127804" y="326419"/>
                  </a:lnTo>
                  <a:lnTo>
                    <a:pt x="104700" y="366909"/>
                  </a:lnTo>
                  <a:lnTo>
                    <a:pt x="83657" y="409145"/>
                  </a:lnTo>
                  <a:lnTo>
                    <a:pt x="64762" y="453022"/>
                  </a:lnTo>
                  <a:lnTo>
                    <a:pt x="48104" y="498435"/>
                  </a:lnTo>
                  <a:lnTo>
                    <a:pt x="33769" y="545278"/>
                  </a:lnTo>
                  <a:lnTo>
                    <a:pt x="21845" y="593446"/>
                  </a:lnTo>
                  <a:lnTo>
                    <a:pt x="12418" y="642835"/>
                  </a:lnTo>
                  <a:lnTo>
                    <a:pt x="5577" y="693339"/>
                  </a:lnTo>
                  <a:lnTo>
                    <a:pt x="1408" y="744854"/>
                  </a:lnTo>
                  <a:lnTo>
                    <a:pt x="0" y="797274"/>
                  </a:lnTo>
                  <a:lnTo>
                    <a:pt x="1663" y="853368"/>
                  </a:lnTo>
                  <a:lnTo>
                    <a:pt x="6577" y="906797"/>
                  </a:lnTo>
                  <a:lnTo>
                    <a:pt x="14632" y="957577"/>
                  </a:lnTo>
                  <a:lnTo>
                    <a:pt x="25714" y="1005723"/>
                  </a:lnTo>
                  <a:lnTo>
                    <a:pt x="39711" y="1051253"/>
                  </a:lnTo>
                  <a:lnTo>
                    <a:pt x="56511" y="1094182"/>
                  </a:lnTo>
                  <a:lnTo>
                    <a:pt x="76002" y="1134526"/>
                  </a:lnTo>
                  <a:lnTo>
                    <a:pt x="98073" y="1172300"/>
                  </a:lnTo>
                  <a:lnTo>
                    <a:pt x="122611" y="1207522"/>
                  </a:lnTo>
                  <a:lnTo>
                    <a:pt x="149503" y="1240207"/>
                  </a:lnTo>
                  <a:lnTo>
                    <a:pt x="178638" y="1270370"/>
                  </a:lnTo>
                  <a:lnTo>
                    <a:pt x="209904" y="1298029"/>
                  </a:lnTo>
                  <a:lnTo>
                    <a:pt x="243189" y="1323198"/>
                  </a:lnTo>
                  <a:lnTo>
                    <a:pt x="278380" y="1345894"/>
                  </a:lnTo>
                  <a:lnTo>
                    <a:pt x="315365" y="1366134"/>
                  </a:lnTo>
                  <a:lnTo>
                    <a:pt x="354033" y="1383932"/>
                  </a:lnTo>
                  <a:lnTo>
                    <a:pt x="394271" y="1399305"/>
                  </a:lnTo>
                  <a:lnTo>
                    <a:pt x="435968" y="1412270"/>
                  </a:lnTo>
                  <a:lnTo>
                    <a:pt x="479010" y="1422841"/>
                  </a:lnTo>
                  <a:lnTo>
                    <a:pt x="523286" y="1431035"/>
                  </a:lnTo>
                  <a:lnTo>
                    <a:pt x="568684" y="1436868"/>
                  </a:lnTo>
                  <a:lnTo>
                    <a:pt x="615092" y="1440357"/>
                  </a:lnTo>
                  <a:lnTo>
                    <a:pt x="662398" y="1441516"/>
                  </a:lnTo>
                  <a:lnTo>
                    <a:pt x="709700" y="1440357"/>
                  </a:lnTo>
                  <a:lnTo>
                    <a:pt x="756105" y="1436868"/>
                  </a:lnTo>
                  <a:lnTo>
                    <a:pt x="801500" y="1431035"/>
                  </a:lnTo>
                  <a:lnTo>
                    <a:pt x="845774" y="1422841"/>
                  </a:lnTo>
                  <a:lnTo>
                    <a:pt x="888814" y="1412270"/>
                  </a:lnTo>
                  <a:lnTo>
                    <a:pt x="930508" y="1399305"/>
                  </a:lnTo>
                  <a:lnTo>
                    <a:pt x="970745" y="1383932"/>
                  </a:lnTo>
                  <a:lnTo>
                    <a:pt x="1009411" y="1366134"/>
                  </a:lnTo>
                  <a:lnTo>
                    <a:pt x="1046396" y="1345894"/>
                  </a:lnTo>
                  <a:lnTo>
                    <a:pt x="1081586" y="1323198"/>
                  </a:lnTo>
                  <a:lnTo>
                    <a:pt x="1114870" y="1298029"/>
                  </a:lnTo>
                  <a:lnTo>
                    <a:pt x="1146136" y="1270370"/>
                  </a:lnTo>
                  <a:lnTo>
                    <a:pt x="1175271" y="1240207"/>
                  </a:lnTo>
                  <a:lnTo>
                    <a:pt x="1202163" y="1207522"/>
                  </a:lnTo>
                  <a:lnTo>
                    <a:pt x="1226701" y="1172300"/>
                  </a:lnTo>
                  <a:lnTo>
                    <a:pt x="1248772" y="1134526"/>
                  </a:lnTo>
                  <a:lnTo>
                    <a:pt x="1268263" y="1094182"/>
                  </a:lnTo>
                  <a:lnTo>
                    <a:pt x="1285064" y="1051253"/>
                  </a:lnTo>
                  <a:lnTo>
                    <a:pt x="1299061" y="1005723"/>
                  </a:lnTo>
                  <a:lnTo>
                    <a:pt x="1310143" y="957577"/>
                  </a:lnTo>
                  <a:lnTo>
                    <a:pt x="1318198" y="906797"/>
                  </a:lnTo>
                  <a:lnTo>
                    <a:pt x="1323113" y="853368"/>
                  </a:lnTo>
                  <a:lnTo>
                    <a:pt x="1324776" y="797274"/>
                  </a:lnTo>
                  <a:lnTo>
                    <a:pt x="1323367" y="744854"/>
                  </a:lnTo>
                  <a:lnTo>
                    <a:pt x="1319198" y="693339"/>
                  </a:lnTo>
                  <a:lnTo>
                    <a:pt x="1312357" y="642835"/>
                  </a:lnTo>
                  <a:lnTo>
                    <a:pt x="1302930" y="593446"/>
                  </a:lnTo>
                  <a:lnTo>
                    <a:pt x="1291005" y="545278"/>
                  </a:lnTo>
                  <a:lnTo>
                    <a:pt x="1276670" y="498435"/>
                  </a:lnTo>
                  <a:lnTo>
                    <a:pt x="1260012" y="453022"/>
                  </a:lnTo>
                  <a:lnTo>
                    <a:pt x="1241117" y="409145"/>
                  </a:lnTo>
                  <a:lnTo>
                    <a:pt x="1220074" y="366909"/>
                  </a:lnTo>
                  <a:lnTo>
                    <a:pt x="1196969" y="326419"/>
                  </a:lnTo>
                  <a:lnTo>
                    <a:pt x="1171891" y="287779"/>
                  </a:lnTo>
                  <a:lnTo>
                    <a:pt x="1144925" y="251095"/>
                  </a:lnTo>
                  <a:lnTo>
                    <a:pt x="1116160" y="216473"/>
                  </a:lnTo>
                  <a:lnTo>
                    <a:pt x="1085683" y="184016"/>
                  </a:lnTo>
                  <a:lnTo>
                    <a:pt x="1053581" y="153830"/>
                  </a:lnTo>
                  <a:lnTo>
                    <a:pt x="1019941" y="126021"/>
                  </a:lnTo>
                  <a:lnTo>
                    <a:pt x="984851" y="100693"/>
                  </a:lnTo>
                  <a:lnTo>
                    <a:pt x="948398" y="77951"/>
                  </a:lnTo>
                  <a:lnTo>
                    <a:pt x="910670" y="57900"/>
                  </a:lnTo>
                  <a:lnTo>
                    <a:pt x="871753" y="40646"/>
                  </a:lnTo>
                  <a:lnTo>
                    <a:pt x="831735" y="26294"/>
                  </a:lnTo>
                  <a:lnTo>
                    <a:pt x="790703" y="14947"/>
                  </a:lnTo>
                  <a:lnTo>
                    <a:pt x="748745" y="6713"/>
                  </a:lnTo>
                  <a:lnTo>
                    <a:pt x="705947" y="1695"/>
                  </a:lnTo>
                  <a:lnTo>
                    <a:pt x="66239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4847197" y="7752120"/>
              <a:ext cx="642620" cy="874394"/>
            </a:xfrm>
            <a:custGeom>
              <a:avLst/>
              <a:gdLst/>
              <a:ahLst/>
              <a:cxnLst/>
              <a:rect l="l" t="t" r="r" b="b"/>
              <a:pathLst>
                <a:path w="642619" h="874395">
                  <a:moveTo>
                    <a:pt x="321173" y="0"/>
                  </a:moveTo>
                  <a:lnTo>
                    <a:pt x="247532" y="12770"/>
                  </a:lnTo>
                  <a:lnTo>
                    <a:pt x="179930" y="49146"/>
                  </a:lnTo>
                  <a:lnTo>
                    <a:pt x="148997" y="75280"/>
                  </a:lnTo>
                  <a:lnTo>
                    <a:pt x="120296" y="106227"/>
                  </a:lnTo>
                  <a:lnTo>
                    <a:pt x="94070" y="141623"/>
                  </a:lnTo>
                  <a:lnTo>
                    <a:pt x="70558" y="181108"/>
                  </a:lnTo>
                  <a:lnTo>
                    <a:pt x="50003" y="224317"/>
                  </a:lnTo>
                  <a:lnTo>
                    <a:pt x="32644" y="270888"/>
                  </a:lnTo>
                  <a:lnTo>
                    <a:pt x="18724" y="320458"/>
                  </a:lnTo>
                  <a:lnTo>
                    <a:pt x="8482" y="372664"/>
                  </a:lnTo>
                  <a:lnTo>
                    <a:pt x="2160" y="427144"/>
                  </a:lnTo>
                  <a:lnTo>
                    <a:pt x="0" y="483535"/>
                  </a:lnTo>
                  <a:lnTo>
                    <a:pt x="2931" y="547312"/>
                  </a:lnTo>
                  <a:lnTo>
                    <a:pt x="11472" y="605186"/>
                  </a:lnTo>
                  <a:lnTo>
                    <a:pt x="25239" y="657225"/>
                  </a:lnTo>
                  <a:lnTo>
                    <a:pt x="43850" y="703497"/>
                  </a:lnTo>
                  <a:lnTo>
                    <a:pt x="66921" y="744070"/>
                  </a:lnTo>
                  <a:lnTo>
                    <a:pt x="94070" y="779012"/>
                  </a:lnTo>
                  <a:lnTo>
                    <a:pt x="124914" y="808392"/>
                  </a:lnTo>
                  <a:lnTo>
                    <a:pt x="159072" y="832277"/>
                  </a:lnTo>
                  <a:lnTo>
                    <a:pt x="196159" y="850736"/>
                  </a:lnTo>
                  <a:lnTo>
                    <a:pt x="235793" y="863836"/>
                  </a:lnTo>
                  <a:lnTo>
                    <a:pt x="277592" y="871646"/>
                  </a:lnTo>
                  <a:lnTo>
                    <a:pt x="321173" y="874235"/>
                  </a:lnTo>
                  <a:lnTo>
                    <a:pt x="364754" y="871646"/>
                  </a:lnTo>
                  <a:lnTo>
                    <a:pt x="406552" y="863836"/>
                  </a:lnTo>
                  <a:lnTo>
                    <a:pt x="446186" y="850736"/>
                  </a:lnTo>
                  <a:lnTo>
                    <a:pt x="483272" y="832277"/>
                  </a:lnTo>
                  <a:lnTo>
                    <a:pt x="517428" y="808392"/>
                  </a:lnTo>
                  <a:lnTo>
                    <a:pt x="548271" y="779012"/>
                  </a:lnTo>
                  <a:lnTo>
                    <a:pt x="575419" y="744070"/>
                  </a:lnTo>
                  <a:lnTo>
                    <a:pt x="598489" y="703497"/>
                  </a:lnTo>
                  <a:lnTo>
                    <a:pt x="617098" y="657225"/>
                  </a:lnTo>
                  <a:lnTo>
                    <a:pt x="630864" y="605186"/>
                  </a:lnTo>
                  <a:lnTo>
                    <a:pt x="639404" y="547312"/>
                  </a:lnTo>
                  <a:lnTo>
                    <a:pt x="642336" y="483535"/>
                  </a:lnTo>
                  <a:lnTo>
                    <a:pt x="640175" y="427144"/>
                  </a:lnTo>
                  <a:lnTo>
                    <a:pt x="633854" y="372664"/>
                  </a:lnTo>
                  <a:lnTo>
                    <a:pt x="623613" y="320458"/>
                  </a:lnTo>
                  <a:lnTo>
                    <a:pt x="609693" y="270888"/>
                  </a:lnTo>
                  <a:lnTo>
                    <a:pt x="592336" y="224317"/>
                  </a:lnTo>
                  <a:lnTo>
                    <a:pt x="571781" y="181108"/>
                  </a:lnTo>
                  <a:lnTo>
                    <a:pt x="548271" y="141623"/>
                  </a:lnTo>
                  <a:lnTo>
                    <a:pt x="522045" y="106227"/>
                  </a:lnTo>
                  <a:lnTo>
                    <a:pt x="493346" y="75280"/>
                  </a:lnTo>
                  <a:lnTo>
                    <a:pt x="462414" y="49146"/>
                  </a:lnTo>
                  <a:lnTo>
                    <a:pt x="429489" y="28189"/>
                  </a:lnTo>
                  <a:lnTo>
                    <a:pt x="358628" y="3253"/>
                  </a:lnTo>
                  <a:lnTo>
                    <a:pt x="32117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5248077" y="8123967"/>
              <a:ext cx="642620" cy="648335"/>
            </a:xfrm>
            <a:custGeom>
              <a:avLst/>
              <a:gdLst/>
              <a:ahLst/>
              <a:cxnLst/>
              <a:rect l="l" t="t" r="r" b="b"/>
              <a:pathLst>
                <a:path w="642619" h="648334">
                  <a:moveTo>
                    <a:pt x="642340" y="358559"/>
                  </a:moveTo>
                  <a:lnTo>
                    <a:pt x="639406" y="309905"/>
                  </a:lnTo>
                  <a:lnTo>
                    <a:pt x="630859" y="263245"/>
                  </a:lnTo>
                  <a:lnTo>
                    <a:pt x="617093" y="218986"/>
                  </a:lnTo>
                  <a:lnTo>
                    <a:pt x="598487" y="177584"/>
                  </a:lnTo>
                  <a:lnTo>
                    <a:pt x="575424" y="139458"/>
                  </a:lnTo>
                  <a:lnTo>
                    <a:pt x="548271" y="105016"/>
                  </a:lnTo>
                  <a:lnTo>
                    <a:pt x="517423" y="74701"/>
                  </a:lnTo>
                  <a:lnTo>
                    <a:pt x="483273" y="48945"/>
                  </a:lnTo>
                  <a:lnTo>
                    <a:pt x="446189" y="28168"/>
                  </a:lnTo>
                  <a:lnTo>
                    <a:pt x="406552" y="12801"/>
                  </a:lnTo>
                  <a:lnTo>
                    <a:pt x="364756" y="3263"/>
                  </a:lnTo>
                  <a:lnTo>
                    <a:pt x="321183" y="0"/>
                  </a:lnTo>
                  <a:lnTo>
                    <a:pt x="277596" y="3263"/>
                  </a:lnTo>
                  <a:lnTo>
                    <a:pt x="235800" y="12801"/>
                  </a:lnTo>
                  <a:lnTo>
                    <a:pt x="196164" y="28168"/>
                  </a:lnTo>
                  <a:lnTo>
                    <a:pt x="159080" y="48945"/>
                  </a:lnTo>
                  <a:lnTo>
                    <a:pt x="124917" y="74701"/>
                  </a:lnTo>
                  <a:lnTo>
                    <a:pt x="94068" y="105016"/>
                  </a:lnTo>
                  <a:lnTo>
                    <a:pt x="66916" y="139458"/>
                  </a:lnTo>
                  <a:lnTo>
                    <a:pt x="43853" y="177584"/>
                  </a:lnTo>
                  <a:lnTo>
                    <a:pt x="25234" y="218986"/>
                  </a:lnTo>
                  <a:lnTo>
                    <a:pt x="11468" y="263245"/>
                  </a:lnTo>
                  <a:lnTo>
                    <a:pt x="2933" y="309905"/>
                  </a:lnTo>
                  <a:lnTo>
                    <a:pt x="0" y="358559"/>
                  </a:lnTo>
                  <a:lnTo>
                    <a:pt x="3479" y="409943"/>
                  </a:lnTo>
                  <a:lnTo>
                    <a:pt x="13601" y="456120"/>
                  </a:lnTo>
                  <a:lnTo>
                    <a:pt x="29845" y="497154"/>
                  </a:lnTo>
                  <a:lnTo>
                    <a:pt x="51739" y="533120"/>
                  </a:lnTo>
                  <a:lnTo>
                    <a:pt x="78778" y="564083"/>
                  </a:lnTo>
                  <a:lnTo>
                    <a:pt x="110464" y="590092"/>
                  </a:lnTo>
                  <a:lnTo>
                    <a:pt x="146291" y="611238"/>
                  </a:lnTo>
                  <a:lnTo>
                    <a:pt x="185775" y="627557"/>
                  </a:lnTo>
                  <a:lnTo>
                    <a:pt x="228422" y="639140"/>
                  </a:lnTo>
                  <a:lnTo>
                    <a:pt x="273723" y="646049"/>
                  </a:lnTo>
                  <a:lnTo>
                    <a:pt x="321183" y="648335"/>
                  </a:lnTo>
                  <a:lnTo>
                    <a:pt x="368642" y="646049"/>
                  </a:lnTo>
                  <a:lnTo>
                    <a:pt x="413931" y="639140"/>
                  </a:lnTo>
                  <a:lnTo>
                    <a:pt x="456577" y="627557"/>
                  </a:lnTo>
                  <a:lnTo>
                    <a:pt x="496049" y="611238"/>
                  </a:lnTo>
                  <a:lnTo>
                    <a:pt x="531876" y="590092"/>
                  </a:lnTo>
                  <a:lnTo>
                    <a:pt x="563562" y="564083"/>
                  </a:lnTo>
                  <a:lnTo>
                    <a:pt x="590600" y="533120"/>
                  </a:lnTo>
                  <a:lnTo>
                    <a:pt x="612482" y="497154"/>
                  </a:lnTo>
                  <a:lnTo>
                    <a:pt x="628738" y="456120"/>
                  </a:lnTo>
                  <a:lnTo>
                    <a:pt x="638848" y="409943"/>
                  </a:lnTo>
                  <a:lnTo>
                    <a:pt x="642340" y="35855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18195928" y="8361512"/>
            <a:ext cx="617220" cy="1042669"/>
            <a:chOff x="18195928" y="8361512"/>
            <a:chExt cx="617220" cy="1042669"/>
          </a:xfrm>
        </p:grpSpPr>
        <p:sp>
          <p:nvSpPr>
            <p:cNvPr id="74" name="object 74" descr=""/>
            <p:cNvSpPr/>
            <p:nvPr/>
          </p:nvSpPr>
          <p:spPr>
            <a:xfrm>
              <a:off x="18463918" y="9010737"/>
              <a:ext cx="81280" cy="393065"/>
            </a:xfrm>
            <a:custGeom>
              <a:avLst/>
              <a:gdLst/>
              <a:ahLst/>
              <a:cxnLst/>
              <a:rect l="l" t="t" r="r" b="b"/>
              <a:pathLst>
                <a:path w="81280" h="393065">
                  <a:moveTo>
                    <a:pt x="71128" y="0"/>
                  </a:moveTo>
                  <a:lnTo>
                    <a:pt x="14334" y="0"/>
                  </a:lnTo>
                  <a:lnTo>
                    <a:pt x="0" y="393003"/>
                  </a:lnTo>
                  <a:lnTo>
                    <a:pt x="81065" y="393003"/>
                  </a:lnTo>
                  <a:lnTo>
                    <a:pt x="71128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68888" y="8980944"/>
              <a:ext cx="289910" cy="254237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8195928" y="8361512"/>
              <a:ext cx="617220" cy="734060"/>
            </a:xfrm>
            <a:custGeom>
              <a:avLst/>
              <a:gdLst/>
              <a:ahLst/>
              <a:cxnLst/>
              <a:rect l="l" t="t" r="r" b="b"/>
              <a:pathLst>
                <a:path w="617219" h="734059">
                  <a:moveTo>
                    <a:pt x="308524" y="0"/>
                  </a:moveTo>
                  <a:lnTo>
                    <a:pt x="266655" y="3706"/>
                  </a:lnTo>
                  <a:lnTo>
                    <a:pt x="226499" y="14504"/>
                  </a:lnTo>
                  <a:lnTo>
                    <a:pt x="188424" y="31908"/>
                  </a:lnTo>
                  <a:lnTo>
                    <a:pt x="152797" y="55435"/>
                  </a:lnTo>
                  <a:lnTo>
                    <a:pt x="119985" y="84601"/>
                  </a:lnTo>
                  <a:lnTo>
                    <a:pt x="90357" y="118921"/>
                  </a:lnTo>
                  <a:lnTo>
                    <a:pt x="64278" y="157912"/>
                  </a:lnTo>
                  <a:lnTo>
                    <a:pt x="42118" y="201090"/>
                  </a:lnTo>
                  <a:lnTo>
                    <a:pt x="24242" y="247971"/>
                  </a:lnTo>
                  <a:lnTo>
                    <a:pt x="11019" y="298069"/>
                  </a:lnTo>
                  <a:lnTo>
                    <a:pt x="2816" y="350903"/>
                  </a:lnTo>
                  <a:lnTo>
                    <a:pt x="0" y="405987"/>
                  </a:lnTo>
                  <a:lnTo>
                    <a:pt x="3344" y="464159"/>
                  </a:lnTo>
                  <a:lnTo>
                    <a:pt x="13060" y="516438"/>
                  </a:lnTo>
                  <a:lnTo>
                    <a:pt x="28671" y="562898"/>
                  </a:lnTo>
                  <a:lnTo>
                    <a:pt x="49700" y="603614"/>
                  </a:lnTo>
                  <a:lnTo>
                    <a:pt x="75669" y="638660"/>
                  </a:lnTo>
                  <a:lnTo>
                    <a:pt x="106101" y="668111"/>
                  </a:lnTo>
                  <a:lnTo>
                    <a:pt x="140520" y="692040"/>
                  </a:lnTo>
                  <a:lnTo>
                    <a:pt x="178449" y="710522"/>
                  </a:lnTo>
                  <a:lnTo>
                    <a:pt x="219411" y="723631"/>
                  </a:lnTo>
                  <a:lnTo>
                    <a:pt x="262928" y="731442"/>
                  </a:lnTo>
                  <a:lnTo>
                    <a:pt x="308524" y="734030"/>
                  </a:lnTo>
                  <a:lnTo>
                    <a:pt x="354108" y="731442"/>
                  </a:lnTo>
                  <a:lnTo>
                    <a:pt x="397617" y="723631"/>
                  </a:lnTo>
                  <a:lnTo>
                    <a:pt x="438573" y="710522"/>
                  </a:lnTo>
                  <a:lnTo>
                    <a:pt x="476499" y="692040"/>
                  </a:lnTo>
                  <a:lnTo>
                    <a:pt x="510917" y="668111"/>
                  </a:lnTo>
                  <a:lnTo>
                    <a:pt x="541350" y="638660"/>
                  </a:lnTo>
                  <a:lnTo>
                    <a:pt x="567321" y="603614"/>
                  </a:lnTo>
                  <a:lnTo>
                    <a:pt x="588351" y="562898"/>
                  </a:lnTo>
                  <a:lnTo>
                    <a:pt x="603964" y="516438"/>
                  </a:lnTo>
                  <a:lnTo>
                    <a:pt x="613682" y="464159"/>
                  </a:lnTo>
                  <a:lnTo>
                    <a:pt x="617028" y="405987"/>
                  </a:lnTo>
                  <a:lnTo>
                    <a:pt x="614211" y="350903"/>
                  </a:lnTo>
                  <a:lnTo>
                    <a:pt x="606006" y="298069"/>
                  </a:lnTo>
                  <a:lnTo>
                    <a:pt x="592781" y="247971"/>
                  </a:lnTo>
                  <a:lnTo>
                    <a:pt x="574903" y="201090"/>
                  </a:lnTo>
                  <a:lnTo>
                    <a:pt x="552741" y="157912"/>
                  </a:lnTo>
                  <a:lnTo>
                    <a:pt x="526661" y="118921"/>
                  </a:lnTo>
                  <a:lnTo>
                    <a:pt x="497033" y="84601"/>
                  </a:lnTo>
                  <a:lnTo>
                    <a:pt x="464223" y="55435"/>
                  </a:lnTo>
                  <a:lnTo>
                    <a:pt x="428599" y="31908"/>
                  </a:lnTo>
                  <a:lnTo>
                    <a:pt x="390529" y="14504"/>
                  </a:lnTo>
                  <a:lnTo>
                    <a:pt x="350382" y="3706"/>
                  </a:lnTo>
                  <a:lnTo>
                    <a:pt x="30852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3015360" y="6509317"/>
            <a:ext cx="1086485" cy="2848610"/>
            <a:chOff x="3015360" y="6509317"/>
            <a:chExt cx="1086485" cy="2848610"/>
          </a:xfrm>
        </p:grpSpPr>
        <p:sp>
          <p:nvSpPr>
            <p:cNvPr id="78" name="object 78" descr=""/>
            <p:cNvSpPr/>
            <p:nvPr/>
          </p:nvSpPr>
          <p:spPr>
            <a:xfrm>
              <a:off x="3865514" y="6509317"/>
              <a:ext cx="236220" cy="2848610"/>
            </a:xfrm>
            <a:custGeom>
              <a:avLst/>
              <a:gdLst/>
              <a:ahLst/>
              <a:cxnLst/>
              <a:rect l="l" t="t" r="r" b="b"/>
              <a:pathLst>
                <a:path w="236220" h="2848609">
                  <a:moveTo>
                    <a:pt x="154780" y="0"/>
                  </a:moveTo>
                  <a:lnTo>
                    <a:pt x="81055" y="0"/>
                  </a:lnTo>
                  <a:lnTo>
                    <a:pt x="0" y="2848059"/>
                  </a:lnTo>
                  <a:lnTo>
                    <a:pt x="235835" y="2848059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015360" y="6715799"/>
              <a:ext cx="899794" cy="899794"/>
            </a:xfrm>
            <a:custGeom>
              <a:avLst/>
              <a:gdLst/>
              <a:ahLst/>
              <a:cxnLst/>
              <a:rect l="l" t="t" r="r" b="b"/>
              <a:pathLst>
                <a:path w="899795" h="899795">
                  <a:moveTo>
                    <a:pt x="449881" y="0"/>
                  </a:moveTo>
                  <a:lnTo>
                    <a:pt x="400860" y="2639"/>
                  </a:lnTo>
                  <a:lnTo>
                    <a:pt x="353368" y="10376"/>
                  </a:lnTo>
                  <a:lnTo>
                    <a:pt x="307679" y="22936"/>
                  </a:lnTo>
                  <a:lnTo>
                    <a:pt x="264069" y="40043"/>
                  </a:lnTo>
                  <a:lnTo>
                    <a:pt x="222812" y="61423"/>
                  </a:lnTo>
                  <a:lnTo>
                    <a:pt x="184182" y="86803"/>
                  </a:lnTo>
                  <a:lnTo>
                    <a:pt x="148453" y="115906"/>
                  </a:lnTo>
                  <a:lnTo>
                    <a:pt x="115900" y="148460"/>
                  </a:lnTo>
                  <a:lnTo>
                    <a:pt x="86797" y="184189"/>
                  </a:lnTo>
                  <a:lnTo>
                    <a:pt x="61419" y="222818"/>
                  </a:lnTo>
                  <a:lnTo>
                    <a:pt x="40040" y="264074"/>
                  </a:lnTo>
                  <a:lnTo>
                    <a:pt x="22934" y="307682"/>
                  </a:lnTo>
                  <a:lnTo>
                    <a:pt x="10375" y="353367"/>
                  </a:lnTo>
                  <a:lnTo>
                    <a:pt x="2639" y="400855"/>
                  </a:lnTo>
                  <a:lnTo>
                    <a:pt x="0" y="449871"/>
                  </a:lnTo>
                  <a:lnTo>
                    <a:pt x="2639" y="498894"/>
                  </a:lnTo>
                  <a:lnTo>
                    <a:pt x="10375" y="546388"/>
                  </a:lnTo>
                  <a:lnTo>
                    <a:pt x="22934" y="592077"/>
                  </a:lnTo>
                  <a:lnTo>
                    <a:pt x="40040" y="635689"/>
                  </a:lnTo>
                  <a:lnTo>
                    <a:pt x="61419" y="676947"/>
                  </a:lnTo>
                  <a:lnTo>
                    <a:pt x="86797" y="715578"/>
                  </a:lnTo>
                  <a:lnTo>
                    <a:pt x="115900" y="751307"/>
                  </a:lnTo>
                  <a:lnTo>
                    <a:pt x="148453" y="783861"/>
                  </a:lnTo>
                  <a:lnTo>
                    <a:pt x="184182" y="812964"/>
                  </a:lnTo>
                  <a:lnTo>
                    <a:pt x="222812" y="838343"/>
                  </a:lnTo>
                  <a:lnTo>
                    <a:pt x="264069" y="859722"/>
                  </a:lnTo>
                  <a:lnTo>
                    <a:pt x="307679" y="876828"/>
                  </a:lnTo>
                  <a:lnTo>
                    <a:pt x="353368" y="889387"/>
                  </a:lnTo>
                  <a:lnTo>
                    <a:pt x="400860" y="897123"/>
                  </a:lnTo>
                  <a:lnTo>
                    <a:pt x="449881" y="899763"/>
                  </a:lnTo>
                  <a:lnTo>
                    <a:pt x="498903" y="897123"/>
                  </a:lnTo>
                  <a:lnTo>
                    <a:pt x="546395" y="889387"/>
                  </a:lnTo>
                  <a:lnTo>
                    <a:pt x="592083" y="876828"/>
                  </a:lnTo>
                  <a:lnTo>
                    <a:pt x="635693" y="859722"/>
                  </a:lnTo>
                  <a:lnTo>
                    <a:pt x="676950" y="838343"/>
                  </a:lnTo>
                  <a:lnTo>
                    <a:pt x="715580" y="812964"/>
                  </a:lnTo>
                  <a:lnTo>
                    <a:pt x="751309" y="783861"/>
                  </a:lnTo>
                  <a:lnTo>
                    <a:pt x="783862" y="751307"/>
                  </a:lnTo>
                  <a:lnTo>
                    <a:pt x="812965" y="715578"/>
                  </a:lnTo>
                  <a:lnTo>
                    <a:pt x="838343" y="676947"/>
                  </a:lnTo>
                  <a:lnTo>
                    <a:pt x="859723" y="635689"/>
                  </a:lnTo>
                  <a:lnTo>
                    <a:pt x="876829" y="592077"/>
                  </a:lnTo>
                  <a:lnTo>
                    <a:pt x="889387" y="546388"/>
                  </a:lnTo>
                  <a:lnTo>
                    <a:pt x="897123" y="498894"/>
                  </a:lnTo>
                  <a:lnTo>
                    <a:pt x="899763" y="449871"/>
                  </a:lnTo>
                  <a:lnTo>
                    <a:pt x="897123" y="400855"/>
                  </a:lnTo>
                  <a:lnTo>
                    <a:pt x="889387" y="353367"/>
                  </a:lnTo>
                  <a:lnTo>
                    <a:pt x="876829" y="307682"/>
                  </a:lnTo>
                  <a:lnTo>
                    <a:pt x="859723" y="264074"/>
                  </a:lnTo>
                  <a:lnTo>
                    <a:pt x="838343" y="222818"/>
                  </a:lnTo>
                  <a:lnTo>
                    <a:pt x="812965" y="184189"/>
                  </a:lnTo>
                  <a:lnTo>
                    <a:pt x="783862" y="148460"/>
                  </a:lnTo>
                  <a:lnTo>
                    <a:pt x="751309" y="115906"/>
                  </a:lnTo>
                  <a:lnTo>
                    <a:pt x="715580" y="86803"/>
                  </a:lnTo>
                  <a:lnTo>
                    <a:pt x="676950" y="61423"/>
                  </a:lnTo>
                  <a:lnTo>
                    <a:pt x="635693" y="40043"/>
                  </a:lnTo>
                  <a:lnTo>
                    <a:pt x="592083" y="22936"/>
                  </a:lnTo>
                  <a:lnTo>
                    <a:pt x="546395" y="10376"/>
                  </a:lnTo>
                  <a:lnTo>
                    <a:pt x="498903" y="2639"/>
                  </a:lnTo>
                  <a:lnTo>
                    <a:pt x="44988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2835010" y="6387842"/>
            <a:ext cx="2297430" cy="2097405"/>
            <a:chOff x="2835010" y="6387842"/>
            <a:chExt cx="2297430" cy="2097405"/>
          </a:xfrm>
        </p:grpSpPr>
        <p:sp>
          <p:nvSpPr>
            <p:cNvPr id="81" name="object 81" descr=""/>
            <p:cNvSpPr/>
            <p:nvPr/>
          </p:nvSpPr>
          <p:spPr>
            <a:xfrm>
              <a:off x="3105150" y="6655123"/>
              <a:ext cx="2026920" cy="1830070"/>
            </a:xfrm>
            <a:custGeom>
              <a:avLst/>
              <a:gdLst/>
              <a:ahLst/>
              <a:cxnLst/>
              <a:rect l="l" t="t" r="r" b="b"/>
              <a:pathLst>
                <a:path w="2026920" h="1830070">
                  <a:moveTo>
                    <a:pt x="2026704" y="698449"/>
                  </a:moveTo>
                  <a:lnTo>
                    <a:pt x="2023338" y="652602"/>
                  </a:lnTo>
                  <a:lnTo>
                    <a:pt x="2013559" y="608838"/>
                  </a:lnTo>
                  <a:lnTo>
                    <a:pt x="1997862" y="567651"/>
                  </a:lnTo>
                  <a:lnTo>
                    <a:pt x="1976716" y="529513"/>
                  </a:lnTo>
                  <a:lnTo>
                    <a:pt x="1950593" y="494906"/>
                  </a:lnTo>
                  <a:lnTo>
                    <a:pt x="1919986" y="464299"/>
                  </a:lnTo>
                  <a:lnTo>
                    <a:pt x="1885378" y="438188"/>
                  </a:lnTo>
                  <a:lnTo>
                    <a:pt x="1847240" y="417042"/>
                  </a:lnTo>
                  <a:lnTo>
                    <a:pt x="1806041" y="401345"/>
                  </a:lnTo>
                  <a:lnTo>
                    <a:pt x="1762290" y="391566"/>
                  </a:lnTo>
                  <a:lnTo>
                    <a:pt x="1716443" y="388213"/>
                  </a:lnTo>
                  <a:lnTo>
                    <a:pt x="1670596" y="391566"/>
                  </a:lnTo>
                  <a:lnTo>
                    <a:pt x="1666036" y="392595"/>
                  </a:lnTo>
                  <a:lnTo>
                    <a:pt x="1663877" y="389331"/>
                  </a:lnTo>
                  <a:lnTo>
                    <a:pt x="1636852" y="352844"/>
                  </a:lnTo>
                  <a:lnTo>
                    <a:pt x="1608086" y="317779"/>
                  </a:lnTo>
                  <a:lnTo>
                    <a:pt x="1577657" y="284187"/>
                  </a:lnTo>
                  <a:lnTo>
                    <a:pt x="1545615" y="252145"/>
                  </a:lnTo>
                  <a:lnTo>
                    <a:pt x="1512023" y="221716"/>
                  </a:lnTo>
                  <a:lnTo>
                    <a:pt x="1476959" y="192951"/>
                  </a:lnTo>
                  <a:lnTo>
                    <a:pt x="1440459" y="165925"/>
                  </a:lnTo>
                  <a:lnTo>
                    <a:pt x="1402626" y="140703"/>
                  </a:lnTo>
                  <a:lnTo>
                    <a:pt x="1363484" y="117335"/>
                  </a:lnTo>
                  <a:lnTo>
                    <a:pt x="1323111" y="95897"/>
                  </a:lnTo>
                  <a:lnTo>
                    <a:pt x="1281582" y="76441"/>
                  </a:lnTo>
                  <a:lnTo>
                    <a:pt x="1238935" y="59042"/>
                  </a:lnTo>
                  <a:lnTo>
                    <a:pt x="1195260" y="43764"/>
                  </a:lnTo>
                  <a:lnTo>
                    <a:pt x="1150607" y="30657"/>
                  </a:lnTo>
                  <a:lnTo>
                    <a:pt x="1105039" y="19786"/>
                  </a:lnTo>
                  <a:lnTo>
                    <a:pt x="1058621" y="11226"/>
                  </a:lnTo>
                  <a:lnTo>
                    <a:pt x="1011415" y="5029"/>
                  </a:lnTo>
                  <a:lnTo>
                    <a:pt x="963485" y="1270"/>
                  </a:lnTo>
                  <a:lnTo>
                    <a:pt x="914895" y="0"/>
                  </a:lnTo>
                  <a:lnTo>
                    <a:pt x="866305" y="1270"/>
                  </a:lnTo>
                  <a:lnTo>
                    <a:pt x="818388" y="5029"/>
                  </a:lnTo>
                  <a:lnTo>
                    <a:pt x="771182" y="11226"/>
                  </a:lnTo>
                  <a:lnTo>
                    <a:pt x="724763" y="19786"/>
                  </a:lnTo>
                  <a:lnTo>
                    <a:pt x="679196" y="30657"/>
                  </a:lnTo>
                  <a:lnTo>
                    <a:pt x="634542" y="43764"/>
                  </a:lnTo>
                  <a:lnTo>
                    <a:pt x="590867" y="59042"/>
                  </a:lnTo>
                  <a:lnTo>
                    <a:pt x="548220" y="76441"/>
                  </a:lnTo>
                  <a:lnTo>
                    <a:pt x="506691" y="95897"/>
                  </a:lnTo>
                  <a:lnTo>
                    <a:pt x="466318" y="117335"/>
                  </a:lnTo>
                  <a:lnTo>
                    <a:pt x="427189" y="140703"/>
                  </a:lnTo>
                  <a:lnTo>
                    <a:pt x="389343" y="165925"/>
                  </a:lnTo>
                  <a:lnTo>
                    <a:pt x="352844" y="192951"/>
                  </a:lnTo>
                  <a:lnTo>
                    <a:pt x="317779" y="221716"/>
                  </a:lnTo>
                  <a:lnTo>
                    <a:pt x="284187" y="252145"/>
                  </a:lnTo>
                  <a:lnTo>
                    <a:pt x="252145" y="284187"/>
                  </a:lnTo>
                  <a:lnTo>
                    <a:pt x="221716" y="317779"/>
                  </a:lnTo>
                  <a:lnTo>
                    <a:pt x="192951" y="352844"/>
                  </a:lnTo>
                  <a:lnTo>
                    <a:pt x="165925" y="389331"/>
                  </a:lnTo>
                  <a:lnTo>
                    <a:pt x="140703" y="427177"/>
                  </a:lnTo>
                  <a:lnTo>
                    <a:pt x="117335" y="466318"/>
                  </a:lnTo>
                  <a:lnTo>
                    <a:pt x="95897" y="506691"/>
                  </a:lnTo>
                  <a:lnTo>
                    <a:pt x="76441" y="548220"/>
                  </a:lnTo>
                  <a:lnTo>
                    <a:pt x="59042" y="590867"/>
                  </a:lnTo>
                  <a:lnTo>
                    <a:pt x="43764" y="634542"/>
                  </a:lnTo>
                  <a:lnTo>
                    <a:pt x="30657" y="679196"/>
                  </a:lnTo>
                  <a:lnTo>
                    <a:pt x="19786" y="724763"/>
                  </a:lnTo>
                  <a:lnTo>
                    <a:pt x="11226" y="771182"/>
                  </a:lnTo>
                  <a:lnTo>
                    <a:pt x="5029" y="818388"/>
                  </a:lnTo>
                  <a:lnTo>
                    <a:pt x="1270" y="866317"/>
                  </a:lnTo>
                  <a:lnTo>
                    <a:pt x="0" y="914908"/>
                  </a:lnTo>
                  <a:lnTo>
                    <a:pt x="1270" y="963498"/>
                  </a:lnTo>
                  <a:lnTo>
                    <a:pt x="5029" y="1011415"/>
                  </a:lnTo>
                  <a:lnTo>
                    <a:pt x="11226" y="1058621"/>
                  </a:lnTo>
                  <a:lnTo>
                    <a:pt x="19786" y="1105039"/>
                  </a:lnTo>
                  <a:lnTo>
                    <a:pt x="30657" y="1150607"/>
                  </a:lnTo>
                  <a:lnTo>
                    <a:pt x="43764" y="1195260"/>
                  </a:lnTo>
                  <a:lnTo>
                    <a:pt x="59042" y="1238935"/>
                  </a:lnTo>
                  <a:lnTo>
                    <a:pt x="76441" y="1281569"/>
                  </a:lnTo>
                  <a:lnTo>
                    <a:pt x="95897" y="1323111"/>
                  </a:lnTo>
                  <a:lnTo>
                    <a:pt x="117335" y="1363472"/>
                  </a:lnTo>
                  <a:lnTo>
                    <a:pt x="140703" y="1402613"/>
                  </a:lnTo>
                  <a:lnTo>
                    <a:pt x="165925" y="1440459"/>
                  </a:lnTo>
                  <a:lnTo>
                    <a:pt x="192951" y="1476946"/>
                  </a:lnTo>
                  <a:lnTo>
                    <a:pt x="221716" y="1512011"/>
                  </a:lnTo>
                  <a:lnTo>
                    <a:pt x="252145" y="1545602"/>
                  </a:lnTo>
                  <a:lnTo>
                    <a:pt x="284187" y="1577644"/>
                  </a:lnTo>
                  <a:lnTo>
                    <a:pt x="317779" y="1608074"/>
                  </a:lnTo>
                  <a:lnTo>
                    <a:pt x="352844" y="1636839"/>
                  </a:lnTo>
                  <a:lnTo>
                    <a:pt x="389343" y="1663865"/>
                  </a:lnTo>
                  <a:lnTo>
                    <a:pt x="427189" y="1689087"/>
                  </a:lnTo>
                  <a:lnTo>
                    <a:pt x="466318" y="1712455"/>
                  </a:lnTo>
                  <a:lnTo>
                    <a:pt x="506691" y="1733892"/>
                  </a:lnTo>
                  <a:lnTo>
                    <a:pt x="548220" y="1753349"/>
                  </a:lnTo>
                  <a:lnTo>
                    <a:pt x="590867" y="1770748"/>
                  </a:lnTo>
                  <a:lnTo>
                    <a:pt x="634542" y="1786026"/>
                  </a:lnTo>
                  <a:lnTo>
                    <a:pt x="679196" y="1799132"/>
                  </a:lnTo>
                  <a:lnTo>
                    <a:pt x="724763" y="1810004"/>
                  </a:lnTo>
                  <a:lnTo>
                    <a:pt x="771182" y="1818563"/>
                  </a:lnTo>
                  <a:lnTo>
                    <a:pt x="818388" y="1824761"/>
                  </a:lnTo>
                  <a:lnTo>
                    <a:pt x="866305" y="1828520"/>
                  </a:lnTo>
                  <a:lnTo>
                    <a:pt x="914895" y="1829790"/>
                  </a:lnTo>
                  <a:lnTo>
                    <a:pt x="963485" y="1828520"/>
                  </a:lnTo>
                  <a:lnTo>
                    <a:pt x="1011415" y="1824761"/>
                  </a:lnTo>
                  <a:lnTo>
                    <a:pt x="1058621" y="1818563"/>
                  </a:lnTo>
                  <a:lnTo>
                    <a:pt x="1105039" y="1810004"/>
                  </a:lnTo>
                  <a:lnTo>
                    <a:pt x="1150607" y="1799132"/>
                  </a:lnTo>
                  <a:lnTo>
                    <a:pt x="1195260" y="1786026"/>
                  </a:lnTo>
                  <a:lnTo>
                    <a:pt x="1238935" y="1770748"/>
                  </a:lnTo>
                  <a:lnTo>
                    <a:pt x="1281582" y="1753349"/>
                  </a:lnTo>
                  <a:lnTo>
                    <a:pt x="1323111" y="1733892"/>
                  </a:lnTo>
                  <a:lnTo>
                    <a:pt x="1363484" y="1712455"/>
                  </a:lnTo>
                  <a:lnTo>
                    <a:pt x="1402626" y="1689087"/>
                  </a:lnTo>
                  <a:lnTo>
                    <a:pt x="1440459" y="1663865"/>
                  </a:lnTo>
                  <a:lnTo>
                    <a:pt x="1476959" y="1636839"/>
                  </a:lnTo>
                  <a:lnTo>
                    <a:pt x="1512023" y="1608074"/>
                  </a:lnTo>
                  <a:lnTo>
                    <a:pt x="1545615" y="1577644"/>
                  </a:lnTo>
                  <a:lnTo>
                    <a:pt x="1577657" y="1545602"/>
                  </a:lnTo>
                  <a:lnTo>
                    <a:pt x="1608086" y="1512011"/>
                  </a:lnTo>
                  <a:lnTo>
                    <a:pt x="1636852" y="1476946"/>
                  </a:lnTo>
                  <a:lnTo>
                    <a:pt x="1663877" y="1440459"/>
                  </a:lnTo>
                  <a:lnTo>
                    <a:pt x="1689100" y="1402613"/>
                  </a:lnTo>
                  <a:lnTo>
                    <a:pt x="1712468" y="1363472"/>
                  </a:lnTo>
                  <a:lnTo>
                    <a:pt x="1733905" y="1323111"/>
                  </a:lnTo>
                  <a:lnTo>
                    <a:pt x="1753349" y="1281569"/>
                  </a:lnTo>
                  <a:lnTo>
                    <a:pt x="1770748" y="1238935"/>
                  </a:lnTo>
                  <a:lnTo>
                    <a:pt x="1786039" y="1195260"/>
                  </a:lnTo>
                  <a:lnTo>
                    <a:pt x="1799145" y="1150607"/>
                  </a:lnTo>
                  <a:lnTo>
                    <a:pt x="1810004" y="1105039"/>
                  </a:lnTo>
                  <a:lnTo>
                    <a:pt x="1818563" y="1058621"/>
                  </a:lnTo>
                  <a:lnTo>
                    <a:pt x="1824761" y="1011415"/>
                  </a:lnTo>
                  <a:lnTo>
                    <a:pt x="1826615" y="987691"/>
                  </a:lnTo>
                  <a:lnTo>
                    <a:pt x="1847240" y="979830"/>
                  </a:lnTo>
                  <a:lnTo>
                    <a:pt x="1885378" y="958684"/>
                  </a:lnTo>
                  <a:lnTo>
                    <a:pt x="1919986" y="932573"/>
                  </a:lnTo>
                  <a:lnTo>
                    <a:pt x="1950593" y="901966"/>
                  </a:lnTo>
                  <a:lnTo>
                    <a:pt x="1976716" y="867359"/>
                  </a:lnTo>
                  <a:lnTo>
                    <a:pt x="1997862" y="829221"/>
                  </a:lnTo>
                  <a:lnTo>
                    <a:pt x="2013559" y="788047"/>
                  </a:lnTo>
                  <a:lnTo>
                    <a:pt x="2023338" y="744296"/>
                  </a:lnTo>
                  <a:lnTo>
                    <a:pt x="2026704" y="698449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835008" y="6387852"/>
              <a:ext cx="2038985" cy="2074545"/>
            </a:xfrm>
            <a:custGeom>
              <a:avLst/>
              <a:gdLst/>
              <a:ahLst/>
              <a:cxnLst/>
              <a:rect l="l" t="t" r="r" b="b"/>
              <a:pathLst>
                <a:path w="2038985" h="2074545">
                  <a:moveTo>
                    <a:pt x="968565" y="1334985"/>
                  </a:moveTo>
                  <a:lnTo>
                    <a:pt x="966343" y="1288338"/>
                  </a:lnTo>
                  <a:lnTo>
                    <a:pt x="959827" y="1242949"/>
                  </a:lnTo>
                  <a:lnTo>
                    <a:pt x="949223" y="1199019"/>
                  </a:lnTo>
                  <a:lnTo>
                    <a:pt x="934720" y="1156754"/>
                  </a:lnTo>
                  <a:lnTo>
                    <a:pt x="916520" y="1116342"/>
                  </a:lnTo>
                  <a:lnTo>
                    <a:pt x="894842" y="1078001"/>
                  </a:lnTo>
                  <a:lnTo>
                    <a:pt x="869886" y="1041933"/>
                  </a:lnTo>
                  <a:lnTo>
                    <a:pt x="841832" y="1008329"/>
                  </a:lnTo>
                  <a:lnTo>
                    <a:pt x="810920" y="977404"/>
                  </a:lnTo>
                  <a:lnTo>
                    <a:pt x="777316" y="949363"/>
                  </a:lnTo>
                  <a:lnTo>
                    <a:pt x="741248" y="924394"/>
                  </a:lnTo>
                  <a:lnTo>
                    <a:pt x="702906" y="902716"/>
                  </a:lnTo>
                  <a:lnTo>
                    <a:pt x="662508" y="884516"/>
                  </a:lnTo>
                  <a:lnTo>
                    <a:pt x="620242" y="870013"/>
                  </a:lnTo>
                  <a:lnTo>
                    <a:pt x="576313" y="859409"/>
                  </a:lnTo>
                  <a:lnTo>
                    <a:pt x="530923" y="852893"/>
                  </a:lnTo>
                  <a:lnTo>
                    <a:pt x="484289" y="850671"/>
                  </a:lnTo>
                  <a:lnTo>
                    <a:pt x="437642" y="852893"/>
                  </a:lnTo>
                  <a:lnTo>
                    <a:pt x="392264" y="859409"/>
                  </a:lnTo>
                  <a:lnTo>
                    <a:pt x="348335" y="870013"/>
                  </a:lnTo>
                  <a:lnTo>
                    <a:pt x="306070" y="884516"/>
                  </a:lnTo>
                  <a:lnTo>
                    <a:pt x="265658" y="902716"/>
                  </a:lnTo>
                  <a:lnTo>
                    <a:pt x="227317" y="924394"/>
                  </a:lnTo>
                  <a:lnTo>
                    <a:pt x="191249" y="949363"/>
                  </a:lnTo>
                  <a:lnTo>
                    <a:pt x="157657" y="977404"/>
                  </a:lnTo>
                  <a:lnTo>
                    <a:pt x="126733" y="1008329"/>
                  </a:lnTo>
                  <a:lnTo>
                    <a:pt x="98679" y="1041933"/>
                  </a:lnTo>
                  <a:lnTo>
                    <a:pt x="73723" y="1078001"/>
                  </a:lnTo>
                  <a:lnTo>
                    <a:pt x="52031" y="1116342"/>
                  </a:lnTo>
                  <a:lnTo>
                    <a:pt x="33845" y="1156754"/>
                  </a:lnTo>
                  <a:lnTo>
                    <a:pt x="19342" y="1199019"/>
                  </a:lnTo>
                  <a:lnTo>
                    <a:pt x="8724" y="1242949"/>
                  </a:lnTo>
                  <a:lnTo>
                    <a:pt x="2209" y="1288338"/>
                  </a:lnTo>
                  <a:lnTo>
                    <a:pt x="0" y="1334985"/>
                  </a:lnTo>
                  <a:lnTo>
                    <a:pt x="2209" y="1381620"/>
                  </a:lnTo>
                  <a:lnTo>
                    <a:pt x="8724" y="1427010"/>
                  </a:lnTo>
                  <a:lnTo>
                    <a:pt x="19342" y="1470926"/>
                  </a:lnTo>
                  <a:lnTo>
                    <a:pt x="33845" y="1513205"/>
                  </a:lnTo>
                  <a:lnTo>
                    <a:pt x="52031" y="1553603"/>
                  </a:lnTo>
                  <a:lnTo>
                    <a:pt x="73723" y="1591945"/>
                  </a:lnTo>
                  <a:lnTo>
                    <a:pt x="98679" y="1628013"/>
                  </a:lnTo>
                  <a:lnTo>
                    <a:pt x="126733" y="1661604"/>
                  </a:lnTo>
                  <a:lnTo>
                    <a:pt x="157657" y="1692529"/>
                  </a:lnTo>
                  <a:lnTo>
                    <a:pt x="191249" y="1720570"/>
                  </a:lnTo>
                  <a:lnTo>
                    <a:pt x="227317" y="1745538"/>
                  </a:lnTo>
                  <a:lnTo>
                    <a:pt x="265658" y="1767217"/>
                  </a:lnTo>
                  <a:lnTo>
                    <a:pt x="306070" y="1785416"/>
                  </a:lnTo>
                  <a:lnTo>
                    <a:pt x="348335" y="1799920"/>
                  </a:lnTo>
                  <a:lnTo>
                    <a:pt x="392264" y="1810524"/>
                  </a:lnTo>
                  <a:lnTo>
                    <a:pt x="437642" y="1817039"/>
                  </a:lnTo>
                  <a:lnTo>
                    <a:pt x="484289" y="1819262"/>
                  </a:lnTo>
                  <a:lnTo>
                    <a:pt x="530923" y="1817039"/>
                  </a:lnTo>
                  <a:lnTo>
                    <a:pt x="576313" y="1810524"/>
                  </a:lnTo>
                  <a:lnTo>
                    <a:pt x="620242" y="1799920"/>
                  </a:lnTo>
                  <a:lnTo>
                    <a:pt x="662508" y="1785416"/>
                  </a:lnTo>
                  <a:lnTo>
                    <a:pt x="702906" y="1767217"/>
                  </a:lnTo>
                  <a:lnTo>
                    <a:pt x="741248" y="1745538"/>
                  </a:lnTo>
                  <a:lnTo>
                    <a:pt x="777316" y="1720570"/>
                  </a:lnTo>
                  <a:lnTo>
                    <a:pt x="810920" y="1692529"/>
                  </a:lnTo>
                  <a:lnTo>
                    <a:pt x="841832" y="1661604"/>
                  </a:lnTo>
                  <a:lnTo>
                    <a:pt x="869886" y="1628013"/>
                  </a:lnTo>
                  <a:lnTo>
                    <a:pt x="894842" y="1591945"/>
                  </a:lnTo>
                  <a:lnTo>
                    <a:pt x="916520" y="1553603"/>
                  </a:lnTo>
                  <a:lnTo>
                    <a:pt x="934720" y="1513205"/>
                  </a:lnTo>
                  <a:lnTo>
                    <a:pt x="949223" y="1470926"/>
                  </a:lnTo>
                  <a:lnTo>
                    <a:pt x="959827" y="1427010"/>
                  </a:lnTo>
                  <a:lnTo>
                    <a:pt x="966343" y="1381620"/>
                  </a:lnTo>
                  <a:lnTo>
                    <a:pt x="968565" y="1334985"/>
                  </a:lnTo>
                  <a:close/>
                </a:path>
                <a:path w="2038985" h="2074545">
                  <a:moveTo>
                    <a:pt x="1986597" y="609155"/>
                  </a:moveTo>
                  <a:lnTo>
                    <a:pt x="1984756" y="561555"/>
                  </a:lnTo>
                  <a:lnTo>
                    <a:pt x="1979345" y="514946"/>
                  </a:lnTo>
                  <a:lnTo>
                    <a:pt x="1970506" y="469480"/>
                  </a:lnTo>
                  <a:lnTo>
                    <a:pt x="1958352" y="425284"/>
                  </a:lnTo>
                  <a:lnTo>
                    <a:pt x="1943023" y="382498"/>
                  </a:lnTo>
                  <a:lnTo>
                    <a:pt x="1924672" y="341261"/>
                  </a:lnTo>
                  <a:lnTo>
                    <a:pt x="1903412" y="301701"/>
                  </a:lnTo>
                  <a:lnTo>
                    <a:pt x="1879396" y="263956"/>
                  </a:lnTo>
                  <a:lnTo>
                    <a:pt x="1852752" y="228155"/>
                  </a:lnTo>
                  <a:lnTo>
                    <a:pt x="1823618" y="194449"/>
                  </a:lnTo>
                  <a:lnTo>
                    <a:pt x="1792122" y="162953"/>
                  </a:lnTo>
                  <a:lnTo>
                    <a:pt x="1758416" y="133819"/>
                  </a:lnTo>
                  <a:lnTo>
                    <a:pt x="1722615" y="107175"/>
                  </a:lnTo>
                  <a:lnTo>
                    <a:pt x="1684858" y="83159"/>
                  </a:lnTo>
                  <a:lnTo>
                    <a:pt x="1645297" y="61912"/>
                  </a:lnTo>
                  <a:lnTo>
                    <a:pt x="1604060" y="43561"/>
                  </a:lnTo>
                  <a:lnTo>
                    <a:pt x="1561274" y="28232"/>
                  </a:lnTo>
                  <a:lnTo>
                    <a:pt x="1517078" y="16078"/>
                  </a:lnTo>
                  <a:lnTo>
                    <a:pt x="1471612" y="7239"/>
                  </a:lnTo>
                  <a:lnTo>
                    <a:pt x="1425003" y="1828"/>
                  </a:lnTo>
                  <a:lnTo>
                    <a:pt x="1377391" y="0"/>
                  </a:lnTo>
                  <a:lnTo>
                    <a:pt x="1329791" y="1828"/>
                  </a:lnTo>
                  <a:lnTo>
                    <a:pt x="1283182" y="7239"/>
                  </a:lnTo>
                  <a:lnTo>
                    <a:pt x="1237716" y="16078"/>
                  </a:lnTo>
                  <a:lnTo>
                    <a:pt x="1193520" y="28232"/>
                  </a:lnTo>
                  <a:lnTo>
                    <a:pt x="1150734" y="43561"/>
                  </a:lnTo>
                  <a:lnTo>
                    <a:pt x="1109497" y="61912"/>
                  </a:lnTo>
                  <a:lnTo>
                    <a:pt x="1069936" y="83159"/>
                  </a:lnTo>
                  <a:lnTo>
                    <a:pt x="1032192" y="107175"/>
                  </a:lnTo>
                  <a:lnTo>
                    <a:pt x="996391" y="133819"/>
                  </a:lnTo>
                  <a:lnTo>
                    <a:pt x="962685" y="162953"/>
                  </a:lnTo>
                  <a:lnTo>
                    <a:pt x="931189" y="194449"/>
                  </a:lnTo>
                  <a:lnTo>
                    <a:pt x="902055" y="228155"/>
                  </a:lnTo>
                  <a:lnTo>
                    <a:pt x="875423" y="263956"/>
                  </a:lnTo>
                  <a:lnTo>
                    <a:pt x="851408" y="301701"/>
                  </a:lnTo>
                  <a:lnTo>
                    <a:pt x="830148" y="341261"/>
                  </a:lnTo>
                  <a:lnTo>
                    <a:pt x="811796" y="382498"/>
                  </a:lnTo>
                  <a:lnTo>
                    <a:pt x="796480" y="425284"/>
                  </a:lnTo>
                  <a:lnTo>
                    <a:pt x="784326" y="469480"/>
                  </a:lnTo>
                  <a:lnTo>
                    <a:pt x="775487" y="514946"/>
                  </a:lnTo>
                  <a:lnTo>
                    <a:pt x="770077" y="561555"/>
                  </a:lnTo>
                  <a:lnTo>
                    <a:pt x="768235" y="609155"/>
                  </a:lnTo>
                  <a:lnTo>
                    <a:pt x="770077" y="656767"/>
                  </a:lnTo>
                  <a:lnTo>
                    <a:pt x="775487" y="703376"/>
                  </a:lnTo>
                  <a:lnTo>
                    <a:pt x="784326" y="748842"/>
                  </a:lnTo>
                  <a:lnTo>
                    <a:pt x="796480" y="793038"/>
                  </a:lnTo>
                  <a:lnTo>
                    <a:pt x="811796" y="835825"/>
                  </a:lnTo>
                  <a:lnTo>
                    <a:pt x="830148" y="877062"/>
                  </a:lnTo>
                  <a:lnTo>
                    <a:pt x="851408" y="916622"/>
                  </a:lnTo>
                  <a:lnTo>
                    <a:pt x="875423" y="954379"/>
                  </a:lnTo>
                  <a:lnTo>
                    <a:pt x="902055" y="990168"/>
                  </a:lnTo>
                  <a:lnTo>
                    <a:pt x="931189" y="1023886"/>
                  </a:lnTo>
                  <a:lnTo>
                    <a:pt x="962685" y="1055382"/>
                  </a:lnTo>
                  <a:lnTo>
                    <a:pt x="996391" y="1084516"/>
                  </a:lnTo>
                  <a:lnTo>
                    <a:pt x="1032192" y="1111148"/>
                  </a:lnTo>
                  <a:lnTo>
                    <a:pt x="1069936" y="1135164"/>
                  </a:lnTo>
                  <a:lnTo>
                    <a:pt x="1109497" y="1156423"/>
                  </a:lnTo>
                  <a:lnTo>
                    <a:pt x="1150734" y="1174775"/>
                  </a:lnTo>
                  <a:lnTo>
                    <a:pt x="1193520" y="1190091"/>
                  </a:lnTo>
                  <a:lnTo>
                    <a:pt x="1237716" y="1202245"/>
                  </a:lnTo>
                  <a:lnTo>
                    <a:pt x="1283182" y="1211097"/>
                  </a:lnTo>
                  <a:lnTo>
                    <a:pt x="1329791" y="1216507"/>
                  </a:lnTo>
                  <a:lnTo>
                    <a:pt x="1377391" y="1218336"/>
                  </a:lnTo>
                  <a:lnTo>
                    <a:pt x="1425003" y="1216507"/>
                  </a:lnTo>
                  <a:lnTo>
                    <a:pt x="1471612" y="1211097"/>
                  </a:lnTo>
                  <a:lnTo>
                    <a:pt x="1517078" y="1202245"/>
                  </a:lnTo>
                  <a:lnTo>
                    <a:pt x="1561274" y="1190091"/>
                  </a:lnTo>
                  <a:lnTo>
                    <a:pt x="1604060" y="1174775"/>
                  </a:lnTo>
                  <a:lnTo>
                    <a:pt x="1645297" y="1156423"/>
                  </a:lnTo>
                  <a:lnTo>
                    <a:pt x="1684858" y="1135164"/>
                  </a:lnTo>
                  <a:lnTo>
                    <a:pt x="1722615" y="1111148"/>
                  </a:lnTo>
                  <a:lnTo>
                    <a:pt x="1758416" y="1084516"/>
                  </a:lnTo>
                  <a:lnTo>
                    <a:pt x="1792122" y="1055382"/>
                  </a:lnTo>
                  <a:lnTo>
                    <a:pt x="1823618" y="1023886"/>
                  </a:lnTo>
                  <a:lnTo>
                    <a:pt x="1852752" y="990168"/>
                  </a:lnTo>
                  <a:lnTo>
                    <a:pt x="1879396" y="954379"/>
                  </a:lnTo>
                  <a:lnTo>
                    <a:pt x="1903412" y="916622"/>
                  </a:lnTo>
                  <a:lnTo>
                    <a:pt x="1924672" y="877062"/>
                  </a:lnTo>
                  <a:lnTo>
                    <a:pt x="1943023" y="835825"/>
                  </a:lnTo>
                  <a:lnTo>
                    <a:pt x="1958352" y="793038"/>
                  </a:lnTo>
                  <a:lnTo>
                    <a:pt x="1970506" y="748842"/>
                  </a:lnTo>
                  <a:lnTo>
                    <a:pt x="1979345" y="703376"/>
                  </a:lnTo>
                  <a:lnTo>
                    <a:pt x="1984756" y="656767"/>
                  </a:lnTo>
                  <a:lnTo>
                    <a:pt x="1986597" y="609155"/>
                  </a:lnTo>
                  <a:close/>
                </a:path>
                <a:path w="2038985" h="2074545">
                  <a:moveTo>
                    <a:pt x="2038756" y="1704238"/>
                  </a:moveTo>
                  <a:lnTo>
                    <a:pt x="2035873" y="1657845"/>
                  </a:lnTo>
                  <a:lnTo>
                    <a:pt x="2027453" y="1613179"/>
                  </a:lnTo>
                  <a:lnTo>
                    <a:pt x="2013864" y="1570570"/>
                  </a:lnTo>
                  <a:lnTo>
                    <a:pt x="1995424" y="1530375"/>
                  </a:lnTo>
                  <a:lnTo>
                    <a:pt x="1972500" y="1492948"/>
                  </a:lnTo>
                  <a:lnTo>
                    <a:pt x="1945424" y="1458620"/>
                  </a:lnTo>
                  <a:lnTo>
                    <a:pt x="1914550" y="1427746"/>
                  </a:lnTo>
                  <a:lnTo>
                    <a:pt x="1880222" y="1400670"/>
                  </a:lnTo>
                  <a:lnTo>
                    <a:pt x="1842795" y="1377734"/>
                  </a:lnTo>
                  <a:lnTo>
                    <a:pt x="1802599" y="1359306"/>
                  </a:lnTo>
                  <a:lnTo>
                    <a:pt x="1759991" y="1345704"/>
                  </a:lnTo>
                  <a:lnTo>
                    <a:pt x="1715325" y="1337284"/>
                  </a:lnTo>
                  <a:lnTo>
                    <a:pt x="1668932" y="1334414"/>
                  </a:lnTo>
                  <a:lnTo>
                    <a:pt x="1622539" y="1337284"/>
                  </a:lnTo>
                  <a:lnTo>
                    <a:pt x="1577860" y="1345704"/>
                  </a:lnTo>
                  <a:lnTo>
                    <a:pt x="1535252" y="1359306"/>
                  </a:lnTo>
                  <a:lnTo>
                    <a:pt x="1495056" y="1377734"/>
                  </a:lnTo>
                  <a:lnTo>
                    <a:pt x="1457629" y="1400670"/>
                  </a:lnTo>
                  <a:lnTo>
                    <a:pt x="1423301" y="1427746"/>
                  </a:lnTo>
                  <a:lnTo>
                    <a:pt x="1392428" y="1458620"/>
                  </a:lnTo>
                  <a:lnTo>
                    <a:pt x="1365351" y="1492948"/>
                  </a:lnTo>
                  <a:lnTo>
                    <a:pt x="1342415" y="1530375"/>
                  </a:lnTo>
                  <a:lnTo>
                    <a:pt x="1323987" y="1570570"/>
                  </a:lnTo>
                  <a:lnTo>
                    <a:pt x="1310386" y="1613179"/>
                  </a:lnTo>
                  <a:lnTo>
                    <a:pt x="1301965" y="1657845"/>
                  </a:lnTo>
                  <a:lnTo>
                    <a:pt x="1299095" y="1704238"/>
                  </a:lnTo>
                  <a:lnTo>
                    <a:pt x="1301965" y="1750631"/>
                  </a:lnTo>
                  <a:lnTo>
                    <a:pt x="1310386" y="1795310"/>
                  </a:lnTo>
                  <a:lnTo>
                    <a:pt x="1323987" y="1837905"/>
                  </a:lnTo>
                  <a:lnTo>
                    <a:pt x="1342415" y="1878101"/>
                  </a:lnTo>
                  <a:lnTo>
                    <a:pt x="1365351" y="1915541"/>
                  </a:lnTo>
                  <a:lnTo>
                    <a:pt x="1392428" y="1949856"/>
                  </a:lnTo>
                  <a:lnTo>
                    <a:pt x="1423301" y="1980730"/>
                  </a:lnTo>
                  <a:lnTo>
                    <a:pt x="1457629" y="2007806"/>
                  </a:lnTo>
                  <a:lnTo>
                    <a:pt x="1495056" y="2030742"/>
                  </a:lnTo>
                  <a:lnTo>
                    <a:pt x="1535252" y="2049183"/>
                  </a:lnTo>
                  <a:lnTo>
                    <a:pt x="1577860" y="2062772"/>
                  </a:lnTo>
                  <a:lnTo>
                    <a:pt x="1622539" y="2071192"/>
                  </a:lnTo>
                  <a:lnTo>
                    <a:pt x="1668932" y="2074075"/>
                  </a:lnTo>
                  <a:lnTo>
                    <a:pt x="1715325" y="2071192"/>
                  </a:lnTo>
                  <a:lnTo>
                    <a:pt x="1759991" y="2062772"/>
                  </a:lnTo>
                  <a:lnTo>
                    <a:pt x="1802599" y="2049183"/>
                  </a:lnTo>
                  <a:lnTo>
                    <a:pt x="1842795" y="2030742"/>
                  </a:lnTo>
                  <a:lnTo>
                    <a:pt x="1880222" y="2007806"/>
                  </a:lnTo>
                  <a:lnTo>
                    <a:pt x="1914550" y="1980730"/>
                  </a:lnTo>
                  <a:lnTo>
                    <a:pt x="1945424" y="1949856"/>
                  </a:lnTo>
                  <a:lnTo>
                    <a:pt x="1972500" y="1915541"/>
                  </a:lnTo>
                  <a:lnTo>
                    <a:pt x="1995424" y="1878101"/>
                  </a:lnTo>
                  <a:lnTo>
                    <a:pt x="2013864" y="1837905"/>
                  </a:lnTo>
                  <a:lnTo>
                    <a:pt x="2027453" y="1795310"/>
                  </a:lnTo>
                  <a:lnTo>
                    <a:pt x="2035873" y="1750631"/>
                  </a:lnTo>
                  <a:lnTo>
                    <a:pt x="2038756" y="1704238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587127" y="7287939"/>
              <a:ext cx="1196975" cy="868680"/>
            </a:xfrm>
            <a:custGeom>
              <a:avLst/>
              <a:gdLst/>
              <a:ahLst/>
              <a:cxnLst/>
              <a:rect l="l" t="t" r="r" b="b"/>
              <a:pathLst>
                <a:path w="1196975" h="868679">
                  <a:moveTo>
                    <a:pt x="1196619" y="434314"/>
                  </a:moveTo>
                  <a:lnTo>
                    <a:pt x="1194079" y="386994"/>
                  </a:lnTo>
                  <a:lnTo>
                    <a:pt x="1186611" y="341134"/>
                  </a:lnTo>
                  <a:lnTo>
                    <a:pt x="1174483" y="297027"/>
                  </a:lnTo>
                  <a:lnTo>
                    <a:pt x="1157973" y="254927"/>
                  </a:lnTo>
                  <a:lnTo>
                    <a:pt x="1137335" y="215099"/>
                  </a:lnTo>
                  <a:lnTo>
                    <a:pt x="1112824" y="177800"/>
                  </a:lnTo>
                  <a:lnTo>
                    <a:pt x="1084732" y="143306"/>
                  </a:lnTo>
                  <a:lnTo>
                    <a:pt x="1053312" y="111887"/>
                  </a:lnTo>
                  <a:lnTo>
                    <a:pt x="1018819" y="83794"/>
                  </a:lnTo>
                  <a:lnTo>
                    <a:pt x="981519" y="59296"/>
                  </a:lnTo>
                  <a:lnTo>
                    <a:pt x="941692" y="38646"/>
                  </a:lnTo>
                  <a:lnTo>
                    <a:pt x="899591" y="22136"/>
                  </a:lnTo>
                  <a:lnTo>
                    <a:pt x="855484" y="10007"/>
                  </a:lnTo>
                  <a:lnTo>
                    <a:pt x="809637" y="2540"/>
                  </a:lnTo>
                  <a:lnTo>
                    <a:pt x="762317" y="0"/>
                  </a:lnTo>
                  <a:lnTo>
                    <a:pt x="714984" y="2540"/>
                  </a:lnTo>
                  <a:lnTo>
                    <a:pt x="669137" y="10007"/>
                  </a:lnTo>
                  <a:lnTo>
                    <a:pt x="625030" y="22136"/>
                  </a:lnTo>
                  <a:lnTo>
                    <a:pt x="582930" y="38646"/>
                  </a:lnTo>
                  <a:lnTo>
                    <a:pt x="543102" y="59296"/>
                  </a:lnTo>
                  <a:lnTo>
                    <a:pt x="505815" y="83794"/>
                  </a:lnTo>
                  <a:lnTo>
                    <a:pt x="471322" y="111887"/>
                  </a:lnTo>
                  <a:lnTo>
                    <a:pt x="439889" y="143306"/>
                  </a:lnTo>
                  <a:lnTo>
                    <a:pt x="411797" y="177800"/>
                  </a:lnTo>
                  <a:lnTo>
                    <a:pt x="408406" y="182956"/>
                  </a:lnTo>
                  <a:lnTo>
                    <a:pt x="385368" y="146710"/>
                  </a:lnTo>
                  <a:lnTo>
                    <a:pt x="351840" y="113182"/>
                  </a:lnTo>
                  <a:lnTo>
                    <a:pt x="311645" y="87642"/>
                  </a:lnTo>
                  <a:lnTo>
                    <a:pt x="266090" y="71348"/>
                  </a:lnTo>
                  <a:lnTo>
                    <a:pt x="216446" y="65633"/>
                  </a:lnTo>
                  <a:lnTo>
                    <a:pt x="166827" y="71348"/>
                  </a:lnTo>
                  <a:lnTo>
                    <a:pt x="121259" y="87642"/>
                  </a:lnTo>
                  <a:lnTo>
                    <a:pt x="81076" y="113182"/>
                  </a:lnTo>
                  <a:lnTo>
                    <a:pt x="47561" y="146710"/>
                  </a:lnTo>
                  <a:lnTo>
                    <a:pt x="22009" y="186893"/>
                  </a:lnTo>
                  <a:lnTo>
                    <a:pt x="5715" y="232460"/>
                  </a:lnTo>
                  <a:lnTo>
                    <a:pt x="0" y="282092"/>
                  </a:lnTo>
                  <a:lnTo>
                    <a:pt x="5715" y="331724"/>
                  </a:lnTo>
                  <a:lnTo>
                    <a:pt x="22009" y="377278"/>
                  </a:lnTo>
                  <a:lnTo>
                    <a:pt x="47561" y="417474"/>
                  </a:lnTo>
                  <a:lnTo>
                    <a:pt x="81076" y="450989"/>
                  </a:lnTo>
                  <a:lnTo>
                    <a:pt x="121259" y="476542"/>
                  </a:lnTo>
                  <a:lnTo>
                    <a:pt x="166827" y="492823"/>
                  </a:lnTo>
                  <a:lnTo>
                    <a:pt x="216446" y="498551"/>
                  </a:lnTo>
                  <a:lnTo>
                    <a:pt x="266090" y="492823"/>
                  </a:lnTo>
                  <a:lnTo>
                    <a:pt x="311645" y="476542"/>
                  </a:lnTo>
                  <a:lnTo>
                    <a:pt x="329641" y="465099"/>
                  </a:lnTo>
                  <a:lnTo>
                    <a:pt x="330542" y="481647"/>
                  </a:lnTo>
                  <a:lnTo>
                    <a:pt x="338010" y="527494"/>
                  </a:lnTo>
                  <a:lnTo>
                    <a:pt x="350139" y="571601"/>
                  </a:lnTo>
                  <a:lnTo>
                    <a:pt x="366649" y="613702"/>
                  </a:lnTo>
                  <a:lnTo>
                    <a:pt x="387286" y="653529"/>
                  </a:lnTo>
                  <a:lnTo>
                    <a:pt x="411797" y="690816"/>
                  </a:lnTo>
                  <a:lnTo>
                    <a:pt x="439889" y="725309"/>
                  </a:lnTo>
                  <a:lnTo>
                    <a:pt x="471322" y="756742"/>
                  </a:lnTo>
                  <a:lnTo>
                    <a:pt x="505815" y="784834"/>
                  </a:lnTo>
                  <a:lnTo>
                    <a:pt x="543102" y="809332"/>
                  </a:lnTo>
                  <a:lnTo>
                    <a:pt x="582930" y="829970"/>
                  </a:lnTo>
                  <a:lnTo>
                    <a:pt x="625030" y="846493"/>
                  </a:lnTo>
                  <a:lnTo>
                    <a:pt x="669137" y="858608"/>
                  </a:lnTo>
                  <a:lnTo>
                    <a:pt x="714984" y="866076"/>
                  </a:lnTo>
                  <a:lnTo>
                    <a:pt x="762317" y="868629"/>
                  </a:lnTo>
                  <a:lnTo>
                    <a:pt x="809637" y="866076"/>
                  </a:lnTo>
                  <a:lnTo>
                    <a:pt x="855484" y="858608"/>
                  </a:lnTo>
                  <a:lnTo>
                    <a:pt x="899591" y="846493"/>
                  </a:lnTo>
                  <a:lnTo>
                    <a:pt x="941692" y="829970"/>
                  </a:lnTo>
                  <a:lnTo>
                    <a:pt x="981519" y="809332"/>
                  </a:lnTo>
                  <a:lnTo>
                    <a:pt x="1018819" y="784834"/>
                  </a:lnTo>
                  <a:lnTo>
                    <a:pt x="1053312" y="756742"/>
                  </a:lnTo>
                  <a:lnTo>
                    <a:pt x="1084732" y="725309"/>
                  </a:lnTo>
                  <a:lnTo>
                    <a:pt x="1112824" y="690816"/>
                  </a:lnTo>
                  <a:lnTo>
                    <a:pt x="1137335" y="653529"/>
                  </a:lnTo>
                  <a:lnTo>
                    <a:pt x="1157973" y="613702"/>
                  </a:lnTo>
                  <a:lnTo>
                    <a:pt x="1174483" y="571601"/>
                  </a:lnTo>
                  <a:lnTo>
                    <a:pt x="1186611" y="527494"/>
                  </a:lnTo>
                  <a:lnTo>
                    <a:pt x="1194079" y="481647"/>
                  </a:lnTo>
                  <a:lnTo>
                    <a:pt x="1196619" y="43431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580888" y="7447327"/>
              <a:ext cx="509905" cy="509905"/>
            </a:xfrm>
            <a:custGeom>
              <a:avLst/>
              <a:gdLst/>
              <a:ahLst/>
              <a:cxnLst/>
              <a:rect l="l" t="t" r="r" b="b"/>
              <a:pathLst>
                <a:path w="509904" h="509904">
                  <a:moveTo>
                    <a:pt x="254662" y="0"/>
                  </a:moveTo>
                  <a:lnTo>
                    <a:pt x="208892" y="4102"/>
                  </a:lnTo>
                  <a:lnTo>
                    <a:pt x="165811" y="15931"/>
                  </a:lnTo>
                  <a:lnTo>
                    <a:pt x="126139" y="34766"/>
                  </a:lnTo>
                  <a:lnTo>
                    <a:pt x="90595" y="59890"/>
                  </a:lnTo>
                  <a:lnTo>
                    <a:pt x="59900" y="90582"/>
                  </a:lnTo>
                  <a:lnTo>
                    <a:pt x="34773" y="126125"/>
                  </a:lnTo>
                  <a:lnTo>
                    <a:pt x="15934" y="165798"/>
                  </a:lnTo>
                  <a:lnTo>
                    <a:pt x="4103" y="208884"/>
                  </a:lnTo>
                  <a:lnTo>
                    <a:pt x="0" y="254662"/>
                  </a:lnTo>
                  <a:lnTo>
                    <a:pt x="4103" y="300437"/>
                  </a:lnTo>
                  <a:lnTo>
                    <a:pt x="15934" y="343521"/>
                  </a:lnTo>
                  <a:lnTo>
                    <a:pt x="34773" y="383194"/>
                  </a:lnTo>
                  <a:lnTo>
                    <a:pt x="59900" y="418737"/>
                  </a:lnTo>
                  <a:lnTo>
                    <a:pt x="90595" y="449430"/>
                  </a:lnTo>
                  <a:lnTo>
                    <a:pt x="126139" y="474555"/>
                  </a:lnTo>
                  <a:lnTo>
                    <a:pt x="165811" y="493392"/>
                  </a:lnTo>
                  <a:lnTo>
                    <a:pt x="208892" y="505221"/>
                  </a:lnTo>
                  <a:lnTo>
                    <a:pt x="254662" y="509324"/>
                  </a:lnTo>
                  <a:lnTo>
                    <a:pt x="300443" y="505221"/>
                  </a:lnTo>
                  <a:lnTo>
                    <a:pt x="343531" y="493392"/>
                  </a:lnTo>
                  <a:lnTo>
                    <a:pt x="383206" y="474555"/>
                  </a:lnTo>
                  <a:lnTo>
                    <a:pt x="418750" y="449430"/>
                  </a:lnTo>
                  <a:lnTo>
                    <a:pt x="449443" y="418737"/>
                  </a:lnTo>
                  <a:lnTo>
                    <a:pt x="474568" y="383194"/>
                  </a:lnTo>
                  <a:lnTo>
                    <a:pt x="493403" y="343521"/>
                  </a:lnTo>
                  <a:lnTo>
                    <a:pt x="505232" y="300437"/>
                  </a:lnTo>
                  <a:lnTo>
                    <a:pt x="509335" y="254662"/>
                  </a:lnTo>
                  <a:lnTo>
                    <a:pt x="505232" y="208884"/>
                  </a:lnTo>
                  <a:lnTo>
                    <a:pt x="493403" y="165798"/>
                  </a:lnTo>
                  <a:lnTo>
                    <a:pt x="474568" y="126125"/>
                  </a:lnTo>
                  <a:lnTo>
                    <a:pt x="449443" y="90582"/>
                  </a:lnTo>
                  <a:lnTo>
                    <a:pt x="418750" y="59890"/>
                  </a:lnTo>
                  <a:lnTo>
                    <a:pt x="383206" y="34766"/>
                  </a:lnTo>
                  <a:lnTo>
                    <a:pt x="343531" y="15931"/>
                  </a:lnTo>
                  <a:lnTo>
                    <a:pt x="300443" y="4102"/>
                  </a:lnTo>
                  <a:lnTo>
                    <a:pt x="25466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376995" y="7630129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59">
                  <a:moveTo>
                    <a:pt x="303215" y="0"/>
                  </a:moveTo>
                  <a:lnTo>
                    <a:pt x="254035" y="3968"/>
                  </a:lnTo>
                  <a:lnTo>
                    <a:pt x="207380" y="15458"/>
                  </a:lnTo>
                  <a:lnTo>
                    <a:pt x="163875" y="33844"/>
                  </a:lnTo>
                  <a:lnTo>
                    <a:pt x="124145" y="58502"/>
                  </a:lnTo>
                  <a:lnTo>
                    <a:pt x="88814" y="88808"/>
                  </a:lnTo>
                  <a:lnTo>
                    <a:pt x="58506" y="124138"/>
                  </a:lnTo>
                  <a:lnTo>
                    <a:pt x="33846" y="163867"/>
                  </a:lnTo>
                  <a:lnTo>
                    <a:pt x="15459" y="207371"/>
                  </a:lnTo>
                  <a:lnTo>
                    <a:pt x="3968" y="254025"/>
                  </a:lnTo>
                  <a:lnTo>
                    <a:pt x="0" y="303205"/>
                  </a:lnTo>
                  <a:lnTo>
                    <a:pt x="3968" y="352391"/>
                  </a:lnTo>
                  <a:lnTo>
                    <a:pt x="15459" y="399049"/>
                  </a:lnTo>
                  <a:lnTo>
                    <a:pt x="33846" y="442557"/>
                  </a:lnTo>
                  <a:lnTo>
                    <a:pt x="58506" y="482288"/>
                  </a:lnTo>
                  <a:lnTo>
                    <a:pt x="88814" y="517620"/>
                  </a:lnTo>
                  <a:lnTo>
                    <a:pt x="124145" y="547927"/>
                  </a:lnTo>
                  <a:lnTo>
                    <a:pt x="163875" y="572586"/>
                  </a:lnTo>
                  <a:lnTo>
                    <a:pt x="207380" y="590973"/>
                  </a:lnTo>
                  <a:lnTo>
                    <a:pt x="254035" y="602463"/>
                  </a:lnTo>
                  <a:lnTo>
                    <a:pt x="303215" y="606431"/>
                  </a:lnTo>
                  <a:lnTo>
                    <a:pt x="352401" y="602463"/>
                  </a:lnTo>
                  <a:lnTo>
                    <a:pt x="399059" y="590973"/>
                  </a:lnTo>
                  <a:lnTo>
                    <a:pt x="442565" y="572586"/>
                  </a:lnTo>
                  <a:lnTo>
                    <a:pt x="482295" y="547927"/>
                  </a:lnTo>
                  <a:lnTo>
                    <a:pt x="517625" y="517620"/>
                  </a:lnTo>
                  <a:lnTo>
                    <a:pt x="547931" y="482288"/>
                  </a:lnTo>
                  <a:lnTo>
                    <a:pt x="572589" y="442557"/>
                  </a:lnTo>
                  <a:lnTo>
                    <a:pt x="590974" y="399049"/>
                  </a:lnTo>
                  <a:lnTo>
                    <a:pt x="602463" y="352391"/>
                  </a:lnTo>
                  <a:lnTo>
                    <a:pt x="606431" y="303205"/>
                  </a:lnTo>
                  <a:lnTo>
                    <a:pt x="602463" y="254025"/>
                  </a:lnTo>
                  <a:lnTo>
                    <a:pt x="590974" y="207371"/>
                  </a:lnTo>
                  <a:lnTo>
                    <a:pt x="572589" y="163867"/>
                  </a:lnTo>
                  <a:lnTo>
                    <a:pt x="547931" y="124138"/>
                  </a:lnTo>
                  <a:lnTo>
                    <a:pt x="517625" y="88808"/>
                  </a:lnTo>
                  <a:lnTo>
                    <a:pt x="482295" y="58502"/>
                  </a:lnTo>
                  <a:lnTo>
                    <a:pt x="442565" y="33844"/>
                  </a:lnTo>
                  <a:lnTo>
                    <a:pt x="399059" y="15458"/>
                  </a:lnTo>
                  <a:lnTo>
                    <a:pt x="352401" y="3968"/>
                  </a:lnTo>
                  <a:lnTo>
                    <a:pt x="303215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7585662" y="6258328"/>
            <a:ext cx="1094105" cy="3071495"/>
            <a:chOff x="7585662" y="6258328"/>
            <a:chExt cx="1094105" cy="3071495"/>
          </a:xfrm>
        </p:grpSpPr>
        <p:sp>
          <p:nvSpPr>
            <p:cNvPr id="87" name="object 87" descr=""/>
            <p:cNvSpPr/>
            <p:nvPr/>
          </p:nvSpPr>
          <p:spPr>
            <a:xfrm>
              <a:off x="7825778" y="7203115"/>
              <a:ext cx="666750" cy="2126615"/>
            </a:xfrm>
            <a:custGeom>
              <a:avLst/>
              <a:gdLst/>
              <a:ahLst/>
              <a:cxnLst/>
              <a:rect l="l" t="t" r="r" b="b"/>
              <a:pathLst>
                <a:path w="666750" h="2126615">
                  <a:moveTo>
                    <a:pt x="666559" y="338442"/>
                  </a:moveTo>
                  <a:lnTo>
                    <a:pt x="600748" y="306235"/>
                  </a:lnTo>
                  <a:lnTo>
                    <a:pt x="595274" y="462991"/>
                  </a:lnTo>
                  <a:lnTo>
                    <a:pt x="564629" y="538226"/>
                  </a:lnTo>
                  <a:lnTo>
                    <a:pt x="555853" y="539775"/>
                  </a:lnTo>
                  <a:lnTo>
                    <a:pt x="554964" y="509803"/>
                  </a:lnTo>
                  <a:lnTo>
                    <a:pt x="516788" y="510489"/>
                  </a:lnTo>
                  <a:lnTo>
                    <a:pt x="516788" y="666165"/>
                  </a:lnTo>
                  <a:lnTo>
                    <a:pt x="502208" y="745286"/>
                  </a:lnTo>
                  <a:lnTo>
                    <a:pt x="447459" y="772553"/>
                  </a:lnTo>
                  <a:lnTo>
                    <a:pt x="366979" y="772541"/>
                  </a:lnTo>
                  <a:lnTo>
                    <a:pt x="361670" y="585724"/>
                  </a:lnTo>
                  <a:lnTo>
                    <a:pt x="511530" y="581215"/>
                  </a:lnTo>
                  <a:lnTo>
                    <a:pt x="516788" y="666165"/>
                  </a:lnTo>
                  <a:lnTo>
                    <a:pt x="516788" y="510489"/>
                  </a:lnTo>
                  <a:lnTo>
                    <a:pt x="507174" y="510654"/>
                  </a:lnTo>
                  <a:lnTo>
                    <a:pt x="509473" y="547916"/>
                  </a:lnTo>
                  <a:lnTo>
                    <a:pt x="482854" y="552577"/>
                  </a:lnTo>
                  <a:lnTo>
                    <a:pt x="360159" y="532638"/>
                  </a:lnTo>
                  <a:lnTo>
                    <a:pt x="348462" y="121145"/>
                  </a:lnTo>
                  <a:lnTo>
                    <a:pt x="296532" y="121145"/>
                  </a:lnTo>
                  <a:lnTo>
                    <a:pt x="292608" y="258826"/>
                  </a:lnTo>
                  <a:lnTo>
                    <a:pt x="160375" y="260845"/>
                  </a:lnTo>
                  <a:lnTo>
                    <a:pt x="81559" y="234759"/>
                  </a:lnTo>
                  <a:lnTo>
                    <a:pt x="62166" y="155879"/>
                  </a:lnTo>
                  <a:lnTo>
                    <a:pt x="79527" y="0"/>
                  </a:lnTo>
                  <a:lnTo>
                    <a:pt x="9753" y="22301"/>
                  </a:lnTo>
                  <a:lnTo>
                    <a:pt x="0" y="164096"/>
                  </a:lnTo>
                  <a:lnTo>
                    <a:pt x="28892" y="242252"/>
                  </a:lnTo>
                  <a:lnTo>
                    <a:pt x="125361" y="284568"/>
                  </a:lnTo>
                  <a:lnTo>
                    <a:pt x="291033" y="314020"/>
                  </a:lnTo>
                  <a:lnTo>
                    <a:pt x="270002" y="1053160"/>
                  </a:lnTo>
                  <a:lnTo>
                    <a:pt x="160375" y="1054836"/>
                  </a:lnTo>
                  <a:lnTo>
                    <a:pt x="81559" y="1028750"/>
                  </a:lnTo>
                  <a:lnTo>
                    <a:pt x="62166" y="949871"/>
                  </a:lnTo>
                  <a:lnTo>
                    <a:pt x="79527" y="793991"/>
                  </a:lnTo>
                  <a:lnTo>
                    <a:pt x="9753" y="816292"/>
                  </a:lnTo>
                  <a:lnTo>
                    <a:pt x="0" y="958088"/>
                  </a:lnTo>
                  <a:lnTo>
                    <a:pt x="28892" y="1036243"/>
                  </a:lnTo>
                  <a:lnTo>
                    <a:pt x="125361" y="1078572"/>
                  </a:lnTo>
                  <a:lnTo>
                    <a:pt x="268554" y="1104011"/>
                  </a:lnTo>
                  <a:lnTo>
                    <a:pt x="239458" y="2126602"/>
                  </a:lnTo>
                  <a:lnTo>
                    <a:pt x="405523" y="2126602"/>
                  </a:lnTo>
                  <a:lnTo>
                    <a:pt x="379666" y="1218285"/>
                  </a:lnTo>
                  <a:lnTo>
                    <a:pt x="471258" y="1192542"/>
                  </a:lnTo>
                  <a:lnTo>
                    <a:pt x="538429" y="1146365"/>
                  </a:lnTo>
                  <a:lnTo>
                    <a:pt x="559549" y="1061275"/>
                  </a:lnTo>
                  <a:lnTo>
                    <a:pt x="554964" y="906957"/>
                  </a:lnTo>
                  <a:lnTo>
                    <a:pt x="507174" y="907808"/>
                  </a:lnTo>
                  <a:lnTo>
                    <a:pt x="516788" y="1063332"/>
                  </a:lnTo>
                  <a:lnTo>
                    <a:pt x="502208" y="1142441"/>
                  </a:lnTo>
                  <a:lnTo>
                    <a:pt x="447459" y="1169720"/>
                  </a:lnTo>
                  <a:lnTo>
                    <a:pt x="378282" y="1169708"/>
                  </a:lnTo>
                  <a:lnTo>
                    <a:pt x="368452" y="824268"/>
                  </a:lnTo>
                  <a:lnTo>
                    <a:pt x="471258" y="795375"/>
                  </a:lnTo>
                  <a:lnTo>
                    <a:pt x="538429" y="749198"/>
                  </a:lnTo>
                  <a:lnTo>
                    <a:pt x="559549" y="664108"/>
                  </a:lnTo>
                  <a:lnTo>
                    <a:pt x="556729" y="569442"/>
                  </a:lnTo>
                  <a:lnTo>
                    <a:pt x="615645" y="553288"/>
                  </a:lnTo>
                  <a:lnTo>
                    <a:pt x="655586" y="480148"/>
                  </a:lnTo>
                  <a:lnTo>
                    <a:pt x="666559" y="338442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585662" y="6639865"/>
              <a:ext cx="537845" cy="725170"/>
            </a:xfrm>
            <a:custGeom>
              <a:avLst/>
              <a:gdLst/>
              <a:ahLst/>
              <a:cxnLst/>
              <a:rect l="l" t="t" r="r" b="b"/>
              <a:pathLst>
                <a:path w="537845" h="725170">
                  <a:moveTo>
                    <a:pt x="288781" y="0"/>
                  </a:moveTo>
                  <a:lnTo>
                    <a:pt x="244528" y="2698"/>
                  </a:lnTo>
                  <a:lnTo>
                    <a:pt x="201382" y="12320"/>
                  </a:lnTo>
                  <a:lnTo>
                    <a:pt x="160365" y="28078"/>
                  </a:lnTo>
                  <a:lnTo>
                    <a:pt x="122499" y="49185"/>
                  </a:lnTo>
                  <a:lnTo>
                    <a:pt x="88805" y="74852"/>
                  </a:lnTo>
                  <a:lnTo>
                    <a:pt x="60308" y="104292"/>
                  </a:lnTo>
                  <a:lnTo>
                    <a:pt x="38027" y="136716"/>
                  </a:lnTo>
                  <a:lnTo>
                    <a:pt x="16097" y="197385"/>
                  </a:lnTo>
                  <a:lnTo>
                    <a:pt x="5053" y="265260"/>
                  </a:lnTo>
                  <a:lnTo>
                    <a:pt x="1601" y="305180"/>
                  </a:lnTo>
                  <a:lnTo>
                    <a:pt x="0" y="347820"/>
                  </a:lnTo>
                  <a:lnTo>
                    <a:pt x="599" y="392225"/>
                  </a:lnTo>
                  <a:lnTo>
                    <a:pt x="3751" y="437443"/>
                  </a:lnTo>
                  <a:lnTo>
                    <a:pt x="9808" y="482521"/>
                  </a:lnTo>
                  <a:lnTo>
                    <a:pt x="19121" y="526507"/>
                  </a:lnTo>
                  <a:lnTo>
                    <a:pt x="32043" y="568447"/>
                  </a:lnTo>
                  <a:lnTo>
                    <a:pt x="48924" y="607389"/>
                  </a:lnTo>
                  <a:lnTo>
                    <a:pt x="70116" y="642380"/>
                  </a:lnTo>
                  <a:lnTo>
                    <a:pt x="95972" y="672467"/>
                  </a:lnTo>
                  <a:lnTo>
                    <a:pt x="126843" y="696698"/>
                  </a:lnTo>
                  <a:lnTo>
                    <a:pt x="163081" y="714119"/>
                  </a:lnTo>
                  <a:lnTo>
                    <a:pt x="205037" y="723778"/>
                  </a:lnTo>
                  <a:lnTo>
                    <a:pt x="253064" y="724723"/>
                  </a:lnTo>
                  <a:lnTo>
                    <a:pt x="301196" y="719119"/>
                  </a:lnTo>
                  <a:lnTo>
                    <a:pt x="346579" y="708663"/>
                  </a:lnTo>
                  <a:lnTo>
                    <a:pt x="388539" y="692126"/>
                  </a:lnTo>
                  <a:lnTo>
                    <a:pt x="426402" y="668285"/>
                  </a:lnTo>
                  <a:lnTo>
                    <a:pt x="459492" y="635911"/>
                  </a:lnTo>
                  <a:lnTo>
                    <a:pt x="487135" y="593780"/>
                  </a:lnTo>
                  <a:lnTo>
                    <a:pt x="508658" y="540666"/>
                  </a:lnTo>
                  <a:lnTo>
                    <a:pt x="519455" y="500285"/>
                  </a:lnTo>
                  <a:lnTo>
                    <a:pt x="528233" y="455104"/>
                  </a:lnTo>
                  <a:lnTo>
                    <a:pt x="534395" y="406389"/>
                  </a:lnTo>
                  <a:lnTo>
                    <a:pt x="537345" y="355404"/>
                  </a:lnTo>
                  <a:lnTo>
                    <a:pt x="536486" y="303417"/>
                  </a:lnTo>
                  <a:lnTo>
                    <a:pt x="531223" y="251693"/>
                  </a:lnTo>
                  <a:lnTo>
                    <a:pt x="520958" y="201499"/>
                  </a:lnTo>
                  <a:lnTo>
                    <a:pt x="505095" y="154099"/>
                  </a:lnTo>
                  <a:lnTo>
                    <a:pt x="483039" y="110760"/>
                  </a:lnTo>
                  <a:lnTo>
                    <a:pt x="454192" y="72749"/>
                  </a:lnTo>
                  <a:lnTo>
                    <a:pt x="417959" y="41330"/>
                  </a:lnTo>
                  <a:lnTo>
                    <a:pt x="376519" y="18528"/>
                  </a:lnTo>
                  <a:lnTo>
                    <a:pt x="333119" y="5014"/>
                  </a:lnTo>
                  <a:lnTo>
                    <a:pt x="288781" y="0"/>
                  </a:lnTo>
                  <a:close/>
                </a:path>
              </a:pathLst>
            </a:custGeom>
            <a:solidFill>
              <a:srgbClr val="5685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924556" y="6258328"/>
              <a:ext cx="728345" cy="1106805"/>
            </a:xfrm>
            <a:custGeom>
              <a:avLst/>
              <a:gdLst/>
              <a:ahLst/>
              <a:cxnLst/>
              <a:rect l="l" t="t" r="r" b="b"/>
              <a:pathLst>
                <a:path w="728345" h="1106804">
                  <a:moveTo>
                    <a:pt x="395348" y="0"/>
                  </a:moveTo>
                  <a:lnTo>
                    <a:pt x="351260" y="1380"/>
                  </a:lnTo>
                  <a:lnTo>
                    <a:pt x="307729" y="8659"/>
                  </a:lnTo>
                  <a:lnTo>
                    <a:pt x="265303" y="21362"/>
                  </a:lnTo>
                  <a:lnTo>
                    <a:pt x="224528" y="39015"/>
                  </a:lnTo>
                  <a:lnTo>
                    <a:pt x="185949" y="61144"/>
                  </a:lnTo>
                  <a:lnTo>
                    <a:pt x="150113" y="87274"/>
                  </a:lnTo>
                  <a:lnTo>
                    <a:pt x="117567" y="116931"/>
                  </a:lnTo>
                  <a:lnTo>
                    <a:pt x="88855" y="149641"/>
                  </a:lnTo>
                  <a:lnTo>
                    <a:pt x="64526" y="184930"/>
                  </a:lnTo>
                  <a:lnTo>
                    <a:pt x="45124" y="222323"/>
                  </a:lnTo>
                  <a:lnTo>
                    <a:pt x="31196" y="261347"/>
                  </a:lnTo>
                  <a:lnTo>
                    <a:pt x="18735" y="317569"/>
                  </a:lnTo>
                  <a:lnTo>
                    <a:pt x="8582" y="388566"/>
                  </a:lnTo>
                  <a:lnTo>
                    <a:pt x="4747" y="428461"/>
                  </a:lnTo>
                  <a:lnTo>
                    <a:pt x="1938" y="470679"/>
                  </a:lnTo>
                  <a:lnTo>
                    <a:pt x="305" y="514760"/>
                  </a:lnTo>
                  <a:lnTo>
                    <a:pt x="0" y="560250"/>
                  </a:lnTo>
                  <a:lnTo>
                    <a:pt x="1170" y="606689"/>
                  </a:lnTo>
                  <a:lnTo>
                    <a:pt x="3966" y="653622"/>
                  </a:lnTo>
                  <a:lnTo>
                    <a:pt x="8539" y="700590"/>
                  </a:lnTo>
                  <a:lnTo>
                    <a:pt x="15037" y="747137"/>
                  </a:lnTo>
                  <a:lnTo>
                    <a:pt x="23610" y="792806"/>
                  </a:lnTo>
                  <a:lnTo>
                    <a:pt x="34410" y="837139"/>
                  </a:lnTo>
                  <a:lnTo>
                    <a:pt x="47584" y="879678"/>
                  </a:lnTo>
                  <a:lnTo>
                    <a:pt x="63284" y="919968"/>
                  </a:lnTo>
                  <a:lnTo>
                    <a:pt x="81658" y="957550"/>
                  </a:lnTo>
                  <a:lnTo>
                    <a:pt x="102858" y="991967"/>
                  </a:lnTo>
                  <a:lnTo>
                    <a:pt x="127032" y="1022763"/>
                  </a:lnTo>
                  <a:lnTo>
                    <a:pt x="154330" y="1049480"/>
                  </a:lnTo>
                  <a:lnTo>
                    <a:pt x="218900" y="1088847"/>
                  </a:lnTo>
                  <a:lnTo>
                    <a:pt x="256471" y="1100584"/>
                  </a:lnTo>
                  <a:lnTo>
                    <a:pt x="297766" y="1106412"/>
                  </a:lnTo>
                  <a:lnTo>
                    <a:pt x="342935" y="1105876"/>
                  </a:lnTo>
                  <a:lnTo>
                    <a:pt x="388939" y="1100583"/>
                  </a:lnTo>
                  <a:lnTo>
                    <a:pt x="433251" y="1091936"/>
                  </a:lnTo>
                  <a:lnTo>
                    <a:pt x="475558" y="1079293"/>
                  </a:lnTo>
                  <a:lnTo>
                    <a:pt x="515547" y="1062011"/>
                  </a:lnTo>
                  <a:lnTo>
                    <a:pt x="552905" y="1039450"/>
                  </a:lnTo>
                  <a:lnTo>
                    <a:pt x="587318" y="1010967"/>
                  </a:lnTo>
                  <a:lnTo>
                    <a:pt x="618473" y="975921"/>
                  </a:lnTo>
                  <a:lnTo>
                    <a:pt x="646057" y="933669"/>
                  </a:lnTo>
                  <a:lnTo>
                    <a:pt x="669757" y="883571"/>
                  </a:lnTo>
                  <a:lnTo>
                    <a:pt x="689259" y="824984"/>
                  </a:lnTo>
                  <a:lnTo>
                    <a:pt x="698995" y="786044"/>
                  </a:lnTo>
                  <a:lnTo>
                    <a:pt x="707705" y="743751"/>
                  </a:lnTo>
                  <a:lnTo>
                    <a:pt x="715170" y="698629"/>
                  </a:lnTo>
                  <a:lnTo>
                    <a:pt x="721170" y="651201"/>
                  </a:lnTo>
                  <a:lnTo>
                    <a:pt x="725489" y="601990"/>
                  </a:lnTo>
                  <a:lnTo>
                    <a:pt x="727905" y="551520"/>
                  </a:lnTo>
                  <a:lnTo>
                    <a:pt x="728201" y="500314"/>
                  </a:lnTo>
                  <a:lnTo>
                    <a:pt x="726157" y="448896"/>
                  </a:lnTo>
                  <a:lnTo>
                    <a:pt x="721554" y="397789"/>
                  </a:lnTo>
                  <a:lnTo>
                    <a:pt x="714175" y="347517"/>
                  </a:lnTo>
                  <a:lnTo>
                    <a:pt x="703799" y="298602"/>
                  </a:lnTo>
                  <a:lnTo>
                    <a:pt x="690208" y="251569"/>
                  </a:lnTo>
                  <a:lnTo>
                    <a:pt x="673183" y="206941"/>
                  </a:lnTo>
                  <a:lnTo>
                    <a:pt x="652504" y="165241"/>
                  </a:lnTo>
                  <a:lnTo>
                    <a:pt x="627954" y="126993"/>
                  </a:lnTo>
                  <a:lnTo>
                    <a:pt x="599313" y="92719"/>
                  </a:lnTo>
                  <a:lnTo>
                    <a:pt x="566363" y="62944"/>
                  </a:lnTo>
                  <a:lnTo>
                    <a:pt x="525503" y="35990"/>
                  </a:lnTo>
                  <a:lnTo>
                    <a:pt x="483016" y="16830"/>
                  </a:lnTo>
                  <a:lnTo>
                    <a:pt x="439449" y="4991"/>
                  </a:lnTo>
                  <a:lnTo>
                    <a:pt x="395348" y="0"/>
                  </a:lnTo>
                  <a:close/>
                </a:path>
              </a:pathLst>
            </a:custGeom>
            <a:solidFill>
              <a:srgbClr val="8BB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613675" y="7061002"/>
              <a:ext cx="1066165" cy="1013460"/>
            </a:xfrm>
            <a:custGeom>
              <a:avLst/>
              <a:gdLst/>
              <a:ahLst/>
              <a:cxnLst/>
              <a:rect l="l" t="t" r="r" b="b"/>
              <a:pathLst>
                <a:path w="1066165" h="1013459">
                  <a:moveTo>
                    <a:pt x="373900" y="751586"/>
                  </a:moveTo>
                  <a:lnTo>
                    <a:pt x="371805" y="701840"/>
                  </a:lnTo>
                  <a:lnTo>
                    <a:pt x="363524" y="653262"/>
                  </a:lnTo>
                  <a:lnTo>
                    <a:pt x="347967" y="608164"/>
                  </a:lnTo>
                  <a:lnTo>
                    <a:pt x="324078" y="568820"/>
                  </a:lnTo>
                  <a:lnTo>
                    <a:pt x="290766" y="537527"/>
                  </a:lnTo>
                  <a:lnTo>
                    <a:pt x="244792" y="515531"/>
                  </a:lnTo>
                  <a:lnTo>
                    <a:pt x="196443" y="508723"/>
                  </a:lnTo>
                  <a:lnTo>
                    <a:pt x="148501" y="514972"/>
                  </a:lnTo>
                  <a:lnTo>
                    <a:pt x="103720" y="532155"/>
                  </a:lnTo>
                  <a:lnTo>
                    <a:pt x="64846" y="558139"/>
                  </a:lnTo>
                  <a:lnTo>
                    <a:pt x="34658" y="590804"/>
                  </a:lnTo>
                  <a:lnTo>
                    <a:pt x="15900" y="628015"/>
                  </a:lnTo>
                  <a:lnTo>
                    <a:pt x="3937" y="688975"/>
                  </a:lnTo>
                  <a:lnTo>
                    <a:pt x="609" y="728421"/>
                  </a:lnTo>
                  <a:lnTo>
                    <a:pt x="0" y="771321"/>
                  </a:lnTo>
                  <a:lnTo>
                    <a:pt x="2794" y="815809"/>
                  </a:lnTo>
                  <a:lnTo>
                    <a:pt x="9677" y="859993"/>
                  </a:lnTo>
                  <a:lnTo>
                    <a:pt x="21361" y="901979"/>
                  </a:lnTo>
                  <a:lnTo>
                    <a:pt x="38531" y="939901"/>
                  </a:lnTo>
                  <a:lnTo>
                    <a:pt x="61874" y="971854"/>
                  </a:lnTo>
                  <a:lnTo>
                    <a:pt x="92113" y="995959"/>
                  </a:lnTo>
                  <a:lnTo>
                    <a:pt x="129933" y="1010323"/>
                  </a:lnTo>
                  <a:lnTo>
                    <a:pt x="176009" y="1013091"/>
                  </a:lnTo>
                  <a:lnTo>
                    <a:pt x="222389" y="1006729"/>
                  </a:lnTo>
                  <a:lnTo>
                    <a:pt x="264655" y="993089"/>
                  </a:lnTo>
                  <a:lnTo>
                    <a:pt x="301510" y="969822"/>
                  </a:lnTo>
                  <a:lnTo>
                    <a:pt x="331673" y="934580"/>
                  </a:lnTo>
                  <a:lnTo>
                    <a:pt x="353860" y="885012"/>
                  </a:lnTo>
                  <a:lnTo>
                    <a:pt x="363855" y="845464"/>
                  </a:lnTo>
                  <a:lnTo>
                    <a:pt x="370890" y="800227"/>
                  </a:lnTo>
                  <a:lnTo>
                    <a:pt x="373900" y="751586"/>
                  </a:lnTo>
                  <a:close/>
                </a:path>
                <a:path w="1066165" h="1013459">
                  <a:moveTo>
                    <a:pt x="1065657" y="242862"/>
                  </a:moveTo>
                  <a:lnTo>
                    <a:pt x="1063561" y="193116"/>
                  </a:lnTo>
                  <a:lnTo>
                    <a:pt x="1055268" y="144538"/>
                  </a:lnTo>
                  <a:lnTo>
                    <a:pt x="1039723" y="99441"/>
                  </a:lnTo>
                  <a:lnTo>
                    <a:pt x="1015822" y="60109"/>
                  </a:lnTo>
                  <a:lnTo>
                    <a:pt x="982510" y="28816"/>
                  </a:lnTo>
                  <a:lnTo>
                    <a:pt x="936536" y="6819"/>
                  </a:lnTo>
                  <a:lnTo>
                    <a:pt x="888199" y="0"/>
                  </a:lnTo>
                  <a:lnTo>
                    <a:pt x="840257" y="6248"/>
                  </a:lnTo>
                  <a:lnTo>
                    <a:pt x="795464" y="23431"/>
                  </a:lnTo>
                  <a:lnTo>
                    <a:pt x="756602" y="49415"/>
                  </a:lnTo>
                  <a:lnTo>
                    <a:pt x="726401" y="82080"/>
                  </a:lnTo>
                  <a:lnTo>
                    <a:pt x="707644" y="119291"/>
                  </a:lnTo>
                  <a:lnTo>
                    <a:pt x="695680" y="180238"/>
                  </a:lnTo>
                  <a:lnTo>
                    <a:pt x="692365" y="219684"/>
                  </a:lnTo>
                  <a:lnTo>
                    <a:pt x="691756" y="262597"/>
                  </a:lnTo>
                  <a:lnTo>
                    <a:pt x="694537" y="307086"/>
                  </a:lnTo>
                  <a:lnTo>
                    <a:pt x="701433" y="351269"/>
                  </a:lnTo>
                  <a:lnTo>
                    <a:pt x="713105" y="393255"/>
                  </a:lnTo>
                  <a:lnTo>
                    <a:pt x="730275" y="431177"/>
                  </a:lnTo>
                  <a:lnTo>
                    <a:pt x="753630" y="463130"/>
                  </a:lnTo>
                  <a:lnTo>
                    <a:pt x="783869" y="487235"/>
                  </a:lnTo>
                  <a:lnTo>
                    <a:pt x="821677" y="501611"/>
                  </a:lnTo>
                  <a:lnTo>
                    <a:pt x="867752" y="504367"/>
                  </a:lnTo>
                  <a:lnTo>
                    <a:pt x="914146" y="498017"/>
                  </a:lnTo>
                  <a:lnTo>
                    <a:pt x="956411" y="484365"/>
                  </a:lnTo>
                  <a:lnTo>
                    <a:pt x="993267" y="461086"/>
                  </a:lnTo>
                  <a:lnTo>
                    <a:pt x="1023429" y="425843"/>
                  </a:lnTo>
                  <a:lnTo>
                    <a:pt x="1045616" y="376275"/>
                  </a:lnTo>
                  <a:lnTo>
                    <a:pt x="1055598" y="336727"/>
                  </a:lnTo>
                  <a:lnTo>
                    <a:pt x="1062647" y="291490"/>
                  </a:lnTo>
                  <a:lnTo>
                    <a:pt x="1065657" y="24286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118915" y="7908962"/>
              <a:ext cx="537845" cy="637540"/>
            </a:xfrm>
            <a:custGeom>
              <a:avLst/>
              <a:gdLst/>
              <a:ahLst/>
              <a:cxnLst/>
              <a:rect l="l" t="t" r="r" b="b"/>
              <a:pathLst>
                <a:path w="537845" h="637540">
                  <a:moveTo>
                    <a:pt x="275509" y="0"/>
                  </a:moveTo>
                  <a:lnTo>
                    <a:pt x="227138" y="5034"/>
                  </a:lnTo>
                  <a:lnTo>
                    <a:pt x="180601" y="17100"/>
                  </a:lnTo>
                  <a:lnTo>
                    <a:pt x="137260" y="35275"/>
                  </a:lnTo>
                  <a:lnTo>
                    <a:pt x="98474" y="58639"/>
                  </a:lnTo>
                  <a:lnTo>
                    <a:pt x="65603" y="86268"/>
                  </a:lnTo>
                  <a:lnTo>
                    <a:pt x="40009" y="117242"/>
                  </a:lnTo>
                  <a:lnTo>
                    <a:pt x="15755" y="175148"/>
                  </a:lnTo>
                  <a:lnTo>
                    <a:pt x="4347" y="239596"/>
                  </a:lnTo>
                  <a:lnTo>
                    <a:pt x="0" y="317913"/>
                  </a:lnTo>
                  <a:lnTo>
                    <a:pt x="1529" y="359760"/>
                  </a:lnTo>
                  <a:lnTo>
                    <a:pt x="6088" y="402059"/>
                  </a:lnTo>
                  <a:lnTo>
                    <a:pt x="14101" y="443806"/>
                  </a:lnTo>
                  <a:lnTo>
                    <a:pt x="25989" y="483996"/>
                  </a:lnTo>
                  <a:lnTo>
                    <a:pt x="42173" y="521624"/>
                  </a:lnTo>
                  <a:lnTo>
                    <a:pt x="63075" y="555684"/>
                  </a:lnTo>
                  <a:lnTo>
                    <a:pt x="89118" y="585172"/>
                  </a:lnTo>
                  <a:lnTo>
                    <a:pt x="120723" y="609082"/>
                  </a:lnTo>
                  <a:lnTo>
                    <a:pt x="158312" y="626411"/>
                  </a:lnTo>
                  <a:lnTo>
                    <a:pt x="202307" y="636153"/>
                  </a:lnTo>
                  <a:lnTo>
                    <a:pt x="253129" y="637303"/>
                  </a:lnTo>
                  <a:lnTo>
                    <a:pt x="301258" y="632367"/>
                  </a:lnTo>
                  <a:lnTo>
                    <a:pt x="346640" y="623165"/>
                  </a:lnTo>
                  <a:lnTo>
                    <a:pt x="388601" y="608619"/>
                  </a:lnTo>
                  <a:lnTo>
                    <a:pt x="426464" y="587650"/>
                  </a:lnTo>
                  <a:lnTo>
                    <a:pt x="459556" y="559178"/>
                  </a:lnTo>
                  <a:lnTo>
                    <a:pt x="487200" y="522126"/>
                  </a:lnTo>
                  <a:lnTo>
                    <a:pt x="508724" y="475413"/>
                  </a:lnTo>
                  <a:lnTo>
                    <a:pt x="520494" y="436103"/>
                  </a:lnTo>
                  <a:lnTo>
                    <a:pt x="529752" y="391819"/>
                  </a:lnTo>
                  <a:lnTo>
                    <a:pt x="535701" y="344043"/>
                  </a:lnTo>
                  <a:lnTo>
                    <a:pt x="537549" y="294257"/>
                  </a:lnTo>
                  <a:lnTo>
                    <a:pt x="534500" y="243942"/>
                  </a:lnTo>
                  <a:lnTo>
                    <a:pt x="525762" y="194581"/>
                  </a:lnTo>
                  <a:lnTo>
                    <a:pt x="510539" y="147654"/>
                  </a:lnTo>
                  <a:lnTo>
                    <a:pt x="488038" y="104645"/>
                  </a:lnTo>
                  <a:lnTo>
                    <a:pt x="457465" y="67035"/>
                  </a:lnTo>
                  <a:lnTo>
                    <a:pt x="418025" y="36306"/>
                  </a:lnTo>
                  <a:lnTo>
                    <a:pt x="372313" y="14714"/>
                  </a:lnTo>
                  <a:lnTo>
                    <a:pt x="324354" y="2919"/>
                  </a:lnTo>
                  <a:lnTo>
                    <a:pt x="275509" y="0"/>
                  </a:lnTo>
                  <a:close/>
                </a:path>
              </a:pathLst>
            </a:custGeom>
            <a:solidFill>
              <a:srgbClr val="56850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1473553" y="9047694"/>
            <a:ext cx="859155" cy="309880"/>
            <a:chOff x="1473553" y="9047694"/>
            <a:chExt cx="859155" cy="309880"/>
          </a:xfrm>
        </p:grpSpPr>
        <p:sp>
          <p:nvSpPr>
            <p:cNvPr id="93" name="object 93" descr=""/>
            <p:cNvSpPr/>
            <p:nvPr/>
          </p:nvSpPr>
          <p:spPr>
            <a:xfrm>
              <a:off x="1473543" y="9047702"/>
              <a:ext cx="756285" cy="309880"/>
            </a:xfrm>
            <a:custGeom>
              <a:avLst/>
              <a:gdLst/>
              <a:ahLst/>
              <a:cxnLst/>
              <a:rect l="l" t="t" r="r" b="b"/>
              <a:pathLst>
                <a:path w="756285" h="309879">
                  <a:moveTo>
                    <a:pt x="756043" y="309689"/>
                  </a:moveTo>
                  <a:lnTo>
                    <a:pt x="752678" y="263918"/>
                  </a:lnTo>
                  <a:lnTo>
                    <a:pt x="742924" y="220243"/>
                  </a:lnTo>
                  <a:lnTo>
                    <a:pt x="727252" y="179120"/>
                  </a:lnTo>
                  <a:lnTo>
                    <a:pt x="706145" y="141058"/>
                  </a:lnTo>
                  <a:lnTo>
                    <a:pt x="680072" y="106502"/>
                  </a:lnTo>
                  <a:lnTo>
                    <a:pt x="649528" y="75958"/>
                  </a:lnTo>
                  <a:lnTo>
                    <a:pt x="614972" y="49885"/>
                  </a:lnTo>
                  <a:lnTo>
                    <a:pt x="576910" y="28778"/>
                  </a:lnTo>
                  <a:lnTo>
                    <a:pt x="535787" y="13106"/>
                  </a:lnTo>
                  <a:lnTo>
                    <a:pt x="492112" y="3352"/>
                  </a:lnTo>
                  <a:lnTo>
                    <a:pt x="446341" y="0"/>
                  </a:lnTo>
                  <a:lnTo>
                    <a:pt x="400583" y="3352"/>
                  </a:lnTo>
                  <a:lnTo>
                    <a:pt x="356908" y="13106"/>
                  </a:lnTo>
                  <a:lnTo>
                    <a:pt x="315785" y="28778"/>
                  </a:lnTo>
                  <a:lnTo>
                    <a:pt x="277710" y="49885"/>
                  </a:lnTo>
                  <a:lnTo>
                    <a:pt x="243166" y="75958"/>
                  </a:lnTo>
                  <a:lnTo>
                    <a:pt x="212610" y="106502"/>
                  </a:lnTo>
                  <a:lnTo>
                    <a:pt x="198920" y="124637"/>
                  </a:lnTo>
                  <a:lnTo>
                    <a:pt x="186677" y="122986"/>
                  </a:lnTo>
                  <a:lnTo>
                    <a:pt x="137058" y="129654"/>
                  </a:lnTo>
                  <a:lnTo>
                    <a:pt x="92456" y="148475"/>
                  </a:lnTo>
                  <a:lnTo>
                    <a:pt x="54686" y="177673"/>
                  </a:lnTo>
                  <a:lnTo>
                    <a:pt x="25488" y="215455"/>
                  </a:lnTo>
                  <a:lnTo>
                    <a:pt x="6667" y="260045"/>
                  </a:lnTo>
                  <a:lnTo>
                    <a:pt x="0" y="309676"/>
                  </a:lnTo>
                  <a:lnTo>
                    <a:pt x="136652" y="309676"/>
                  </a:lnTo>
                  <a:lnTo>
                    <a:pt x="756043" y="30968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7338" y="9234971"/>
              <a:ext cx="244809" cy="122404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4121393" y="9164774"/>
            <a:ext cx="586105" cy="211454"/>
            <a:chOff x="4121393" y="9164774"/>
            <a:chExt cx="586105" cy="211454"/>
          </a:xfrm>
        </p:grpSpPr>
        <p:sp>
          <p:nvSpPr>
            <p:cNvPr id="96" name="object 96" descr=""/>
            <p:cNvSpPr/>
            <p:nvPr/>
          </p:nvSpPr>
          <p:spPr>
            <a:xfrm>
              <a:off x="4214607" y="9164774"/>
              <a:ext cx="422909" cy="211454"/>
            </a:xfrm>
            <a:custGeom>
              <a:avLst/>
              <a:gdLst/>
              <a:ahLst/>
              <a:cxnLst/>
              <a:rect l="l" t="t" r="r" b="b"/>
              <a:pathLst>
                <a:path w="422910" h="211454">
                  <a:moveTo>
                    <a:pt x="211229" y="0"/>
                  </a:moveTo>
                  <a:lnTo>
                    <a:pt x="162800" y="5578"/>
                  </a:lnTo>
                  <a:lnTo>
                    <a:pt x="118341" y="21467"/>
                  </a:lnTo>
                  <a:lnTo>
                    <a:pt x="79121" y="46401"/>
                  </a:lnTo>
                  <a:lnTo>
                    <a:pt x="46408" y="79110"/>
                  </a:lnTo>
                  <a:lnTo>
                    <a:pt x="21471" y="118328"/>
                  </a:lnTo>
                  <a:lnTo>
                    <a:pt x="5579" y="162787"/>
                  </a:lnTo>
                  <a:lnTo>
                    <a:pt x="0" y="211218"/>
                  </a:lnTo>
                  <a:lnTo>
                    <a:pt x="422447" y="211218"/>
                  </a:lnTo>
                  <a:lnTo>
                    <a:pt x="416869" y="162787"/>
                  </a:lnTo>
                  <a:lnTo>
                    <a:pt x="400978" y="118328"/>
                  </a:lnTo>
                  <a:lnTo>
                    <a:pt x="376043" y="79110"/>
                  </a:lnTo>
                  <a:lnTo>
                    <a:pt x="343332" y="46401"/>
                  </a:lnTo>
                  <a:lnTo>
                    <a:pt x="304114" y="21467"/>
                  </a:lnTo>
                  <a:lnTo>
                    <a:pt x="259657" y="5578"/>
                  </a:lnTo>
                  <a:lnTo>
                    <a:pt x="21122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121393" y="9248666"/>
              <a:ext cx="255270" cy="127635"/>
            </a:xfrm>
            <a:custGeom>
              <a:avLst/>
              <a:gdLst/>
              <a:ahLst/>
              <a:cxnLst/>
              <a:rect l="l" t="t" r="r" b="b"/>
              <a:pathLst>
                <a:path w="255270" h="127634">
                  <a:moveTo>
                    <a:pt x="127325" y="0"/>
                  </a:moveTo>
                  <a:lnTo>
                    <a:pt x="77768" y="10007"/>
                  </a:lnTo>
                  <a:lnTo>
                    <a:pt x="37295" y="37295"/>
                  </a:lnTo>
                  <a:lnTo>
                    <a:pt x="10007" y="77768"/>
                  </a:lnTo>
                  <a:lnTo>
                    <a:pt x="0" y="127325"/>
                  </a:lnTo>
                  <a:lnTo>
                    <a:pt x="254651" y="127325"/>
                  </a:lnTo>
                  <a:lnTo>
                    <a:pt x="244644" y="77768"/>
                  </a:lnTo>
                  <a:lnTo>
                    <a:pt x="217355" y="37295"/>
                  </a:lnTo>
                  <a:lnTo>
                    <a:pt x="176883" y="10007"/>
                  </a:lnTo>
                  <a:lnTo>
                    <a:pt x="12732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0014" y="9292509"/>
              <a:ext cx="166979" cy="83484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81971" y="9286175"/>
              <a:ext cx="179638" cy="89819"/>
            </a:xfrm>
            <a:prstGeom prst="rect">
              <a:avLst/>
            </a:prstGeom>
          </p:spPr>
        </p:pic>
      </p:grpSp>
      <p:grpSp>
        <p:nvGrpSpPr>
          <p:cNvPr id="100" name="object 100" descr=""/>
          <p:cNvGrpSpPr/>
          <p:nvPr/>
        </p:nvGrpSpPr>
        <p:grpSpPr>
          <a:xfrm>
            <a:off x="2253271" y="8029685"/>
            <a:ext cx="1444625" cy="1390015"/>
            <a:chOff x="2253271" y="8029685"/>
            <a:chExt cx="1444625" cy="1390015"/>
          </a:xfrm>
        </p:grpSpPr>
        <p:sp>
          <p:nvSpPr>
            <p:cNvPr id="101" name="object 101" descr=""/>
            <p:cNvSpPr/>
            <p:nvPr/>
          </p:nvSpPr>
          <p:spPr>
            <a:xfrm>
              <a:off x="2594648" y="8856744"/>
              <a:ext cx="248285" cy="501015"/>
            </a:xfrm>
            <a:custGeom>
              <a:avLst/>
              <a:gdLst/>
              <a:ahLst/>
              <a:cxnLst/>
              <a:rect l="l" t="t" r="r" b="b"/>
              <a:pathLst>
                <a:path w="248285" h="501015">
                  <a:moveTo>
                    <a:pt x="248272" y="130594"/>
                  </a:moveTo>
                  <a:lnTo>
                    <a:pt x="231394" y="18948"/>
                  </a:lnTo>
                  <a:lnTo>
                    <a:pt x="177152" y="10071"/>
                  </a:lnTo>
                  <a:lnTo>
                    <a:pt x="207187" y="123863"/>
                  </a:lnTo>
                  <a:lnTo>
                    <a:pt x="201460" y="184531"/>
                  </a:lnTo>
                  <a:lnTo>
                    <a:pt x="145834" y="212559"/>
                  </a:lnTo>
                  <a:lnTo>
                    <a:pt x="96164" y="219138"/>
                  </a:lnTo>
                  <a:lnTo>
                    <a:pt x="90652" y="0"/>
                  </a:lnTo>
                  <a:lnTo>
                    <a:pt x="18275" y="0"/>
                  </a:lnTo>
                  <a:lnTo>
                    <a:pt x="0" y="500634"/>
                  </a:lnTo>
                  <a:lnTo>
                    <a:pt x="103263" y="500634"/>
                  </a:lnTo>
                  <a:lnTo>
                    <a:pt x="97231" y="261556"/>
                  </a:lnTo>
                  <a:lnTo>
                    <a:pt x="164299" y="239039"/>
                  </a:lnTo>
                  <a:lnTo>
                    <a:pt x="232359" y="195618"/>
                  </a:lnTo>
                  <a:lnTo>
                    <a:pt x="248272" y="130594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73588" y="8818781"/>
              <a:ext cx="172926" cy="224328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2253271" y="8029685"/>
              <a:ext cx="786130" cy="935355"/>
            </a:xfrm>
            <a:custGeom>
              <a:avLst/>
              <a:gdLst/>
              <a:ahLst/>
              <a:cxnLst/>
              <a:rect l="l" t="t" r="r" b="b"/>
              <a:pathLst>
                <a:path w="786130" h="935354">
                  <a:moveTo>
                    <a:pt x="393014" y="0"/>
                  </a:moveTo>
                  <a:lnTo>
                    <a:pt x="352829" y="2670"/>
                  </a:lnTo>
                  <a:lnTo>
                    <a:pt x="313806" y="10506"/>
                  </a:lnTo>
                  <a:lnTo>
                    <a:pt x="276141" y="23250"/>
                  </a:lnTo>
                  <a:lnTo>
                    <a:pt x="240032" y="40641"/>
                  </a:lnTo>
                  <a:lnTo>
                    <a:pt x="205677" y="62419"/>
                  </a:lnTo>
                  <a:lnTo>
                    <a:pt x="173273" y="88323"/>
                  </a:lnTo>
                  <a:lnTo>
                    <a:pt x="143018" y="118095"/>
                  </a:lnTo>
                  <a:lnTo>
                    <a:pt x="115109" y="151474"/>
                  </a:lnTo>
                  <a:lnTo>
                    <a:pt x="89743" y="188200"/>
                  </a:lnTo>
                  <a:lnTo>
                    <a:pt x="67119" y="228013"/>
                  </a:lnTo>
                  <a:lnTo>
                    <a:pt x="47433" y="270654"/>
                  </a:lnTo>
                  <a:lnTo>
                    <a:pt x="30884" y="315862"/>
                  </a:lnTo>
                  <a:lnTo>
                    <a:pt x="17668" y="363377"/>
                  </a:lnTo>
                  <a:lnTo>
                    <a:pt x="7984" y="412939"/>
                  </a:lnTo>
                  <a:lnTo>
                    <a:pt x="2029" y="464289"/>
                  </a:lnTo>
                  <a:lnTo>
                    <a:pt x="0" y="517167"/>
                  </a:lnTo>
                  <a:lnTo>
                    <a:pt x="2644" y="576031"/>
                  </a:lnTo>
                  <a:lnTo>
                    <a:pt x="10379" y="630248"/>
                  </a:lnTo>
                  <a:lnTo>
                    <a:pt x="22911" y="679864"/>
                  </a:lnTo>
                  <a:lnTo>
                    <a:pt x="39945" y="724925"/>
                  </a:lnTo>
                  <a:lnTo>
                    <a:pt x="61186" y="765476"/>
                  </a:lnTo>
                  <a:lnTo>
                    <a:pt x="86339" y="801564"/>
                  </a:lnTo>
                  <a:lnTo>
                    <a:pt x="115109" y="833235"/>
                  </a:lnTo>
                  <a:lnTo>
                    <a:pt x="147201" y="860533"/>
                  </a:lnTo>
                  <a:lnTo>
                    <a:pt x="182321" y="883506"/>
                  </a:lnTo>
                  <a:lnTo>
                    <a:pt x="220174" y="902199"/>
                  </a:lnTo>
                  <a:lnTo>
                    <a:pt x="260464" y="916658"/>
                  </a:lnTo>
                  <a:lnTo>
                    <a:pt x="302897" y="926930"/>
                  </a:lnTo>
                  <a:lnTo>
                    <a:pt x="347179" y="933059"/>
                  </a:lnTo>
                  <a:lnTo>
                    <a:pt x="393014" y="935091"/>
                  </a:lnTo>
                  <a:lnTo>
                    <a:pt x="438849" y="933059"/>
                  </a:lnTo>
                  <a:lnTo>
                    <a:pt x="483131" y="926930"/>
                  </a:lnTo>
                  <a:lnTo>
                    <a:pt x="525565" y="916658"/>
                  </a:lnTo>
                  <a:lnTo>
                    <a:pt x="565856" y="902199"/>
                  </a:lnTo>
                  <a:lnTo>
                    <a:pt x="603710" y="883506"/>
                  </a:lnTo>
                  <a:lnTo>
                    <a:pt x="638831" y="860533"/>
                  </a:lnTo>
                  <a:lnTo>
                    <a:pt x="670924" y="833235"/>
                  </a:lnTo>
                  <a:lnTo>
                    <a:pt x="699695" y="801564"/>
                  </a:lnTo>
                  <a:lnTo>
                    <a:pt x="724849" y="765476"/>
                  </a:lnTo>
                  <a:lnTo>
                    <a:pt x="746091" y="724925"/>
                  </a:lnTo>
                  <a:lnTo>
                    <a:pt x="763126" y="679864"/>
                  </a:lnTo>
                  <a:lnTo>
                    <a:pt x="775658" y="630248"/>
                  </a:lnTo>
                  <a:lnTo>
                    <a:pt x="783394" y="576031"/>
                  </a:lnTo>
                  <a:lnTo>
                    <a:pt x="786038" y="517167"/>
                  </a:lnTo>
                  <a:lnTo>
                    <a:pt x="784009" y="464289"/>
                  </a:lnTo>
                  <a:lnTo>
                    <a:pt x="778054" y="412939"/>
                  </a:lnTo>
                  <a:lnTo>
                    <a:pt x="768369" y="363377"/>
                  </a:lnTo>
                  <a:lnTo>
                    <a:pt x="755153" y="315862"/>
                  </a:lnTo>
                  <a:lnTo>
                    <a:pt x="738602" y="270654"/>
                  </a:lnTo>
                  <a:lnTo>
                    <a:pt x="718916" y="228013"/>
                  </a:lnTo>
                  <a:lnTo>
                    <a:pt x="696291" y="188200"/>
                  </a:lnTo>
                  <a:lnTo>
                    <a:pt x="670924" y="151474"/>
                  </a:lnTo>
                  <a:lnTo>
                    <a:pt x="643014" y="118095"/>
                  </a:lnTo>
                  <a:lnTo>
                    <a:pt x="612758" y="88323"/>
                  </a:lnTo>
                  <a:lnTo>
                    <a:pt x="580353" y="62419"/>
                  </a:lnTo>
                  <a:lnTo>
                    <a:pt x="545997" y="40641"/>
                  </a:lnTo>
                  <a:lnTo>
                    <a:pt x="509887" y="23250"/>
                  </a:lnTo>
                  <a:lnTo>
                    <a:pt x="472222" y="10506"/>
                  </a:lnTo>
                  <a:lnTo>
                    <a:pt x="433198" y="2670"/>
                  </a:lnTo>
                  <a:lnTo>
                    <a:pt x="39301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78897" y="9224385"/>
              <a:ext cx="220600" cy="195240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2983607" y="8950584"/>
              <a:ext cx="380365" cy="414020"/>
            </a:xfrm>
            <a:custGeom>
              <a:avLst/>
              <a:gdLst/>
              <a:ahLst/>
              <a:cxnLst/>
              <a:rect l="l" t="t" r="r" b="b"/>
              <a:pathLst>
                <a:path w="380364" h="414020">
                  <a:moveTo>
                    <a:pt x="202297" y="0"/>
                  </a:moveTo>
                  <a:lnTo>
                    <a:pt x="131709" y="19053"/>
                  </a:lnTo>
                  <a:lnTo>
                    <a:pt x="100194" y="41580"/>
                  </a:lnTo>
                  <a:lnTo>
                    <a:pt x="71960" y="71627"/>
                  </a:lnTo>
                  <a:lnTo>
                    <a:pt x="47578" y="108335"/>
                  </a:lnTo>
                  <a:lnTo>
                    <a:pt x="27619" y="150842"/>
                  </a:lnTo>
                  <a:lnTo>
                    <a:pt x="12656" y="198290"/>
                  </a:lnTo>
                  <a:lnTo>
                    <a:pt x="3259" y="249818"/>
                  </a:lnTo>
                  <a:lnTo>
                    <a:pt x="0" y="304566"/>
                  </a:lnTo>
                  <a:lnTo>
                    <a:pt x="737" y="330163"/>
                  </a:lnTo>
                  <a:lnTo>
                    <a:pt x="6440" y="376954"/>
                  </a:lnTo>
                  <a:lnTo>
                    <a:pt x="15894" y="413945"/>
                  </a:lnTo>
                  <a:lnTo>
                    <a:pt x="59301" y="376826"/>
                  </a:lnTo>
                  <a:lnTo>
                    <a:pt x="105958" y="348193"/>
                  </a:lnTo>
                  <a:lnTo>
                    <a:pt x="155409" y="328748"/>
                  </a:lnTo>
                  <a:lnTo>
                    <a:pt x="207197" y="319194"/>
                  </a:lnTo>
                  <a:lnTo>
                    <a:pt x="234501" y="273002"/>
                  </a:lnTo>
                  <a:lnTo>
                    <a:pt x="265951" y="233214"/>
                  </a:lnTo>
                  <a:lnTo>
                    <a:pt x="301056" y="200568"/>
                  </a:lnTo>
                  <a:lnTo>
                    <a:pt x="339326" y="175800"/>
                  </a:lnTo>
                  <a:lnTo>
                    <a:pt x="380271" y="159649"/>
                  </a:lnTo>
                  <a:lnTo>
                    <a:pt x="355999" y="106532"/>
                  </a:lnTo>
                  <a:lnTo>
                    <a:pt x="324981" y="62375"/>
                  </a:lnTo>
                  <a:lnTo>
                    <a:pt x="288301" y="28811"/>
                  </a:lnTo>
                  <a:lnTo>
                    <a:pt x="247045" y="7475"/>
                  </a:lnTo>
                  <a:lnTo>
                    <a:pt x="202297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190805" y="8984226"/>
              <a:ext cx="507365" cy="435609"/>
            </a:xfrm>
            <a:custGeom>
              <a:avLst/>
              <a:gdLst/>
              <a:ahLst/>
              <a:cxnLst/>
              <a:rect l="l" t="t" r="r" b="b"/>
              <a:pathLst>
                <a:path w="507364" h="435609">
                  <a:moveTo>
                    <a:pt x="224192" y="0"/>
                  </a:moveTo>
                  <a:lnTo>
                    <a:pt x="185597" y="4046"/>
                  </a:lnTo>
                  <a:lnTo>
                    <a:pt x="132128" y="23229"/>
                  </a:lnTo>
                  <a:lnTo>
                    <a:pt x="93858" y="47997"/>
                  </a:lnTo>
                  <a:lnTo>
                    <a:pt x="58753" y="80643"/>
                  </a:lnTo>
                  <a:lnTo>
                    <a:pt x="27303" y="120431"/>
                  </a:lnTo>
                  <a:lnTo>
                    <a:pt x="0" y="166623"/>
                  </a:lnTo>
                  <a:lnTo>
                    <a:pt x="7193" y="166026"/>
                  </a:lnTo>
                  <a:lnTo>
                    <a:pt x="14418" y="165659"/>
                  </a:lnTo>
                  <a:lnTo>
                    <a:pt x="21716" y="165659"/>
                  </a:lnTo>
                  <a:lnTo>
                    <a:pt x="66893" y="169570"/>
                  </a:lnTo>
                  <a:lnTo>
                    <a:pt x="110543" y="181012"/>
                  </a:lnTo>
                  <a:lnTo>
                    <a:pt x="152378" y="199549"/>
                  </a:lnTo>
                  <a:lnTo>
                    <a:pt x="192112" y="224747"/>
                  </a:lnTo>
                  <a:lnTo>
                    <a:pt x="229458" y="256169"/>
                  </a:lnTo>
                  <a:lnTo>
                    <a:pt x="264128" y="293381"/>
                  </a:lnTo>
                  <a:lnTo>
                    <a:pt x="295835" y="335947"/>
                  </a:lnTo>
                  <a:lnTo>
                    <a:pt x="324293" y="383432"/>
                  </a:lnTo>
                  <a:lnTo>
                    <a:pt x="349214" y="435400"/>
                  </a:lnTo>
                  <a:lnTo>
                    <a:pt x="506570" y="435400"/>
                  </a:lnTo>
                  <a:lnTo>
                    <a:pt x="504190" y="367685"/>
                  </a:lnTo>
                  <a:lnTo>
                    <a:pt x="496675" y="312320"/>
                  </a:lnTo>
                  <a:lnTo>
                    <a:pt x="484562" y="259822"/>
                  </a:lnTo>
                  <a:lnTo>
                    <a:pt x="468188" y="210699"/>
                  </a:lnTo>
                  <a:lnTo>
                    <a:pt x="447889" y="165456"/>
                  </a:lnTo>
                  <a:lnTo>
                    <a:pt x="424002" y="124600"/>
                  </a:lnTo>
                  <a:lnTo>
                    <a:pt x="396864" y="88640"/>
                  </a:lnTo>
                  <a:lnTo>
                    <a:pt x="366812" y="58081"/>
                  </a:lnTo>
                  <a:lnTo>
                    <a:pt x="334181" y="33431"/>
                  </a:lnTo>
                  <a:lnTo>
                    <a:pt x="299310" y="15196"/>
                  </a:lnTo>
                  <a:lnTo>
                    <a:pt x="262535" y="3883"/>
                  </a:lnTo>
                  <a:lnTo>
                    <a:pt x="2241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2885004" y="9149890"/>
              <a:ext cx="655320" cy="269875"/>
            </a:xfrm>
            <a:custGeom>
              <a:avLst/>
              <a:gdLst/>
              <a:ahLst/>
              <a:cxnLst/>
              <a:rect l="l" t="t" r="r" b="b"/>
              <a:pathLst>
                <a:path w="655320" h="269875">
                  <a:moveTo>
                    <a:pt x="327518" y="0"/>
                  </a:moveTo>
                  <a:lnTo>
                    <a:pt x="320210" y="0"/>
                  </a:lnTo>
                  <a:lnTo>
                    <a:pt x="312995" y="366"/>
                  </a:lnTo>
                  <a:lnTo>
                    <a:pt x="254014" y="10515"/>
                  </a:lnTo>
                  <a:lnTo>
                    <a:pt x="204563" y="29955"/>
                  </a:lnTo>
                  <a:lnTo>
                    <a:pt x="157906" y="58582"/>
                  </a:lnTo>
                  <a:lnTo>
                    <a:pt x="114499" y="95693"/>
                  </a:lnTo>
                  <a:lnTo>
                    <a:pt x="81443" y="132207"/>
                  </a:lnTo>
                  <a:lnTo>
                    <a:pt x="51175" y="173641"/>
                  </a:lnTo>
                  <a:lnTo>
                    <a:pt x="23943" y="219610"/>
                  </a:lnTo>
                  <a:lnTo>
                    <a:pt x="0" y="269730"/>
                  </a:lnTo>
                  <a:lnTo>
                    <a:pt x="655016" y="269730"/>
                  </a:lnTo>
                  <a:lnTo>
                    <a:pt x="630095" y="217762"/>
                  </a:lnTo>
                  <a:lnTo>
                    <a:pt x="601638" y="170278"/>
                  </a:lnTo>
                  <a:lnTo>
                    <a:pt x="569930" y="127713"/>
                  </a:lnTo>
                  <a:lnTo>
                    <a:pt x="535260" y="90503"/>
                  </a:lnTo>
                  <a:lnTo>
                    <a:pt x="497915" y="59082"/>
                  </a:lnTo>
                  <a:lnTo>
                    <a:pt x="458181" y="33886"/>
                  </a:lnTo>
                  <a:lnTo>
                    <a:pt x="416345" y="15350"/>
                  </a:lnTo>
                  <a:lnTo>
                    <a:pt x="372695" y="3910"/>
                  </a:lnTo>
                  <a:lnTo>
                    <a:pt x="32751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 descr=""/>
          <p:cNvGrpSpPr/>
          <p:nvPr/>
        </p:nvGrpSpPr>
        <p:grpSpPr>
          <a:xfrm>
            <a:off x="9114703" y="7229513"/>
            <a:ext cx="2392045" cy="2172970"/>
            <a:chOff x="9114703" y="7229513"/>
            <a:chExt cx="2392045" cy="2172970"/>
          </a:xfrm>
        </p:grpSpPr>
        <p:sp>
          <p:nvSpPr>
            <p:cNvPr id="109" name="object 109" descr=""/>
            <p:cNvSpPr/>
            <p:nvPr/>
          </p:nvSpPr>
          <p:spPr>
            <a:xfrm>
              <a:off x="9965099" y="8969033"/>
              <a:ext cx="1156970" cy="433070"/>
            </a:xfrm>
            <a:custGeom>
              <a:avLst/>
              <a:gdLst/>
              <a:ahLst/>
              <a:cxnLst/>
              <a:rect l="l" t="t" r="r" b="b"/>
              <a:pathLst>
                <a:path w="1156970" h="433070">
                  <a:moveTo>
                    <a:pt x="432908" y="0"/>
                  </a:moveTo>
                  <a:lnTo>
                    <a:pt x="385737" y="2540"/>
                  </a:lnTo>
                  <a:lnTo>
                    <a:pt x="340038" y="9986"/>
                  </a:lnTo>
                  <a:lnTo>
                    <a:pt x="296074" y="22073"/>
                  </a:lnTo>
                  <a:lnTo>
                    <a:pt x="254110" y="38538"/>
                  </a:lnTo>
                  <a:lnTo>
                    <a:pt x="214409" y="59114"/>
                  </a:lnTo>
                  <a:lnTo>
                    <a:pt x="177236" y="83539"/>
                  </a:lnTo>
                  <a:lnTo>
                    <a:pt x="142855" y="111549"/>
                  </a:lnTo>
                  <a:lnTo>
                    <a:pt x="111530" y="142878"/>
                  </a:lnTo>
                  <a:lnTo>
                    <a:pt x="83525" y="177263"/>
                  </a:lnTo>
                  <a:lnTo>
                    <a:pt x="59103" y="214440"/>
                  </a:lnTo>
                  <a:lnTo>
                    <a:pt x="38530" y="254144"/>
                  </a:lnTo>
                  <a:lnTo>
                    <a:pt x="22069" y="296111"/>
                  </a:lnTo>
                  <a:lnTo>
                    <a:pt x="9984" y="340078"/>
                  </a:lnTo>
                  <a:lnTo>
                    <a:pt x="2540" y="385778"/>
                  </a:lnTo>
                  <a:lnTo>
                    <a:pt x="0" y="432950"/>
                  </a:lnTo>
                  <a:lnTo>
                    <a:pt x="1156750" y="432950"/>
                  </a:lnTo>
                  <a:lnTo>
                    <a:pt x="1152753" y="383418"/>
                  </a:lnTo>
                  <a:lnTo>
                    <a:pt x="1141181" y="336430"/>
                  </a:lnTo>
                  <a:lnTo>
                    <a:pt x="1122664" y="292615"/>
                  </a:lnTo>
                  <a:lnTo>
                    <a:pt x="1097828" y="252600"/>
                  </a:lnTo>
                  <a:lnTo>
                    <a:pt x="1067303" y="217016"/>
                  </a:lnTo>
                  <a:lnTo>
                    <a:pt x="1031718" y="186492"/>
                  </a:lnTo>
                  <a:lnTo>
                    <a:pt x="991700" y="161655"/>
                  </a:lnTo>
                  <a:lnTo>
                    <a:pt x="947877" y="143136"/>
                  </a:lnTo>
                  <a:lnTo>
                    <a:pt x="900880" y="131564"/>
                  </a:lnTo>
                  <a:lnTo>
                    <a:pt x="851335" y="127566"/>
                  </a:lnTo>
                  <a:lnTo>
                    <a:pt x="801516" y="131730"/>
                  </a:lnTo>
                  <a:lnTo>
                    <a:pt x="754249" y="143566"/>
                  </a:lnTo>
                  <a:lnTo>
                    <a:pt x="718204" y="107925"/>
                  </a:lnTo>
                  <a:lnTo>
                    <a:pt x="678232" y="76648"/>
                  </a:lnTo>
                  <a:lnTo>
                    <a:pt x="634717" y="50143"/>
                  </a:lnTo>
                  <a:lnTo>
                    <a:pt x="588042" y="28817"/>
                  </a:lnTo>
                  <a:lnTo>
                    <a:pt x="538593" y="13079"/>
                  </a:lnTo>
                  <a:lnTo>
                    <a:pt x="486754" y="3338"/>
                  </a:lnTo>
                  <a:lnTo>
                    <a:pt x="43290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9442831" y="7887734"/>
              <a:ext cx="1820545" cy="1514475"/>
            </a:xfrm>
            <a:custGeom>
              <a:avLst/>
              <a:gdLst/>
              <a:ahLst/>
              <a:cxnLst/>
              <a:rect l="l" t="t" r="r" b="b"/>
              <a:pathLst>
                <a:path w="1820545" h="1514475">
                  <a:moveTo>
                    <a:pt x="1820113" y="445376"/>
                  </a:moveTo>
                  <a:lnTo>
                    <a:pt x="1743087" y="374954"/>
                  </a:lnTo>
                  <a:lnTo>
                    <a:pt x="1672628" y="587019"/>
                  </a:lnTo>
                  <a:lnTo>
                    <a:pt x="1600504" y="677532"/>
                  </a:lnTo>
                  <a:lnTo>
                    <a:pt x="1482966" y="664311"/>
                  </a:lnTo>
                  <a:lnTo>
                    <a:pt x="1395196" y="622236"/>
                  </a:lnTo>
                  <a:lnTo>
                    <a:pt x="1405750" y="615505"/>
                  </a:lnTo>
                  <a:lnTo>
                    <a:pt x="1444853" y="455663"/>
                  </a:lnTo>
                  <a:lnTo>
                    <a:pt x="1403375" y="181229"/>
                  </a:lnTo>
                  <a:lnTo>
                    <a:pt x="1270050" y="159385"/>
                  </a:lnTo>
                  <a:lnTo>
                    <a:pt x="1343825" y="439102"/>
                  </a:lnTo>
                  <a:lnTo>
                    <a:pt x="1329753" y="588238"/>
                  </a:lnTo>
                  <a:lnTo>
                    <a:pt x="1327086" y="589584"/>
                  </a:lnTo>
                  <a:lnTo>
                    <a:pt x="1276235" y="565200"/>
                  </a:lnTo>
                  <a:lnTo>
                    <a:pt x="1223429" y="641819"/>
                  </a:lnTo>
                  <a:lnTo>
                    <a:pt x="1193025" y="657136"/>
                  </a:lnTo>
                  <a:lnTo>
                    <a:pt x="932675" y="691629"/>
                  </a:lnTo>
                  <a:lnTo>
                    <a:pt x="926426" y="334657"/>
                  </a:lnTo>
                  <a:lnTo>
                    <a:pt x="807796" y="334657"/>
                  </a:lnTo>
                  <a:lnTo>
                    <a:pt x="805268" y="433666"/>
                  </a:lnTo>
                  <a:lnTo>
                    <a:pt x="646658" y="424688"/>
                  </a:lnTo>
                  <a:lnTo>
                    <a:pt x="558520" y="386549"/>
                  </a:lnTo>
                  <a:lnTo>
                    <a:pt x="567563" y="383501"/>
                  </a:lnTo>
                  <a:lnTo>
                    <a:pt x="566204" y="279120"/>
                  </a:lnTo>
                  <a:lnTo>
                    <a:pt x="527875" y="296849"/>
                  </a:lnTo>
                  <a:lnTo>
                    <a:pt x="522503" y="261810"/>
                  </a:lnTo>
                  <a:lnTo>
                    <a:pt x="564159" y="36347"/>
                  </a:lnTo>
                  <a:lnTo>
                    <a:pt x="461175" y="0"/>
                  </a:lnTo>
                  <a:lnTo>
                    <a:pt x="463816" y="279615"/>
                  </a:lnTo>
                  <a:lnTo>
                    <a:pt x="474649" y="321462"/>
                  </a:lnTo>
                  <a:lnTo>
                    <a:pt x="363359" y="372922"/>
                  </a:lnTo>
                  <a:lnTo>
                    <a:pt x="248018" y="382295"/>
                  </a:lnTo>
                  <a:lnTo>
                    <a:pt x="177203" y="287553"/>
                  </a:lnTo>
                  <a:lnTo>
                    <a:pt x="107962" y="68999"/>
                  </a:lnTo>
                  <a:lnTo>
                    <a:pt x="0" y="85344"/>
                  </a:lnTo>
                  <a:lnTo>
                    <a:pt x="133807" y="330873"/>
                  </a:lnTo>
                  <a:lnTo>
                    <a:pt x="237528" y="443763"/>
                  </a:lnTo>
                  <a:lnTo>
                    <a:pt x="364375" y="451993"/>
                  </a:lnTo>
                  <a:lnTo>
                    <a:pt x="496887" y="407327"/>
                  </a:lnTo>
                  <a:lnTo>
                    <a:pt x="502259" y="428040"/>
                  </a:lnTo>
                  <a:lnTo>
                    <a:pt x="610336" y="494944"/>
                  </a:lnTo>
                  <a:lnTo>
                    <a:pt x="802906" y="526884"/>
                  </a:lnTo>
                  <a:lnTo>
                    <a:pt x="777824" y="1514246"/>
                  </a:lnTo>
                  <a:lnTo>
                    <a:pt x="947089" y="1514246"/>
                  </a:lnTo>
                  <a:lnTo>
                    <a:pt x="934999" y="824103"/>
                  </a:lnTo>
                  <a:lnTo>
                    <a:pt x="1238440" y="722249"/>
                  </a:lnTo>
                  <a:lnTo>
                    <a:pt x="1306118" y="679069"/>
                  </a:lnTo>
                  <a:lnTo>
                    <a:pt x="1484858" y="725627"/>
                  </a:lnTo>
                  <a:lnTo>
                    <a:pt x="1638173" y="727278"/>
                  </a:lnTo>
                  <a:lnTo>
                    <a:pt x="1730984" y="640410"/>
                  </a:lnTo>
                  <a:lnTo>
                    <a:pt x="1820113" y="445376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114701" y="7229519"/>
              <a:ext cx="1151890" cy="878840"/>
            </a:xfrm>
            <a:custGeom>
              <a:avLst/>
              <a:gdLst/>
              <a:ahLst/>
              <a:cxnLst/>
              <a:rect l="l" t="t" r="r" b="b"/>
              <a:pathLst>
                <a:path w="1151890" h="878840">
                  <a:moveTo>
                    <a:pt x="1151763" y="478091"/>
                  </a:moveTo>
                  <a:lnTo>
                    <a:pt x="1148969" y="423392"/>
                  </a:lnTo>
                  <a:lnTo>
                    <a:pt x="1140815" y="370928"/>
                  </a:lnTo>
                  <a:lnTo>
                    <a:pt x="1127683" y="321183"/>
                  </a:lnTo>
                  <a:lnTo>
                    <a:pt x="1109929" y="274637"/>
                  </a:lnTo>
                  <a:lnTo>
                    <a:pt x="1087920" y="231762"/>
                  </a:lnTo>
                  <a:lnTo>
                    <a:pt x="1062024" y="193052"/>
                  </a:lnTo>
                  <a:lnTo>
                    <a:pt x="1032598" y="158978"/>
                  </a:lnTo>
                  <a:lnTo>
                    <a:pt x="1000023" y="130022"/>
                  </a:lnTo>
                  <a:lnTo>
                    <a:pt x="964653" y="106667"/>
                  </a:lnTo>
                  <a:lnTo>
                    <a:pt x="926858" y="89395"/>
                  </a:lnTo>
                  <a:lnTo>
                    <a:pt x="886993" y="78663"/>
                  </a:lnTo>
                  <a:lnTo>
                    <a:pt x="845439" y="74993"/>
                  </a:lnTo>
                  <a:lnTo>
                    <a:pt x="803859" y="78663"/>
                  </a:lnTo>
                  <a:lnTo>
                    <a:pt x="763993" y="89395"/>
                  </a:lnTo>
                  <a:lnTo>
                    <a:pt x="726186" y="106667"/>
                  </a:lnTo>
                  <a:lnTo>
                    <a:pt x="690803" y="130022"/>
                  </a:lnTo>
                  <a:lnTo>
                    <a:pt x="658215" y="158978"/>
                  </a:lnTo>
                  <a:lnTo>
                    <a:pt x="649173" y="169456"/>
                  </a:lnTo>
                  <a:lnTo>
                    <a:pt x="643572" y="160388"/>
                  </a:lnTo>
                  <a:lnTo>
                    <a:pt x="616851" y="125222"/>
                  </a:lnTo>
                  <a:lnTo>
                    <a:pt x="587514" y="93776"/>
                  </a:lnTo>
                  <a:lnTo>
                    <a:pt x="555802" y="66357"/>
                  </a:lnTo>
                  <a:lnTo>
                    <a:pt x="521931" y="43256"/>
                  </a:lnTo>
                  <a:lnTo>
                    <a:pt x="486130" y="24777"/>
                  </a:lnTo>
                  <a:lnTo>
                    <a:pt x="448614" y="11214"/>
                  </a:lnTo>
                  <a:lnTo>
                    <a:pt x="409638" y="2857"/>
                  </a:lnTo>
                  <a:lnTo>
                    <a:pt x="369392" y="0"/>
                  </a:lnTo>
                  <a:lnTo>
                    <a:pt x="329145" y="2857"/>
                  </a:lnTo>
                  <a:lnTo>
                    <a:pt x="290144" y="11214"/>
                  </a:lnTo>
                  <a:lnTo>
                    <a:pt x="252628" y="24777"/>
                  </a:lnTo>
                  <a:lnTo>
                    <a:pt x="216827" y="43256"/>
                  </a:lnTo>
                  <a:lnTo>
                    <a:pt x="182956" y="66357"/>
                  </a:lnTo>
                  <a:lnTo>
                    <a:pt x="151231" y="93776"/>
                  </a:lnTo>
                  <a:lnTo>
                    <a:pt x="121894" y="125222"/>
                  </a:lnTo>
                  <a:lnTo>
                    <a:pt x="95161" y="160388"/>
                  </a:lnTo>
                  <a:lnTo>
                    <a:pt x="71272" y="198996"/>
                  </a:lnTo>
                  <a:lnTo>
                    <a:pt x="50431" y="240728"/>
                  </a:lnTo>
                  <a:lnTo>
                    <a:pt x="32880" y="285292"/>
                  </a:lnTo>
                  <a:lnTo>
                    <a:pt x="18834" y="332409"/>
                  </a:lnTo>
                  <a:lnTo>
                    <a:pt x="8521" y="381774"/>
                  </a:lnTo>
                  <a:lnTo>
                    <a:pt x="2159" y="433082"/>
                  </a:lnTo>
                  <a:lnTo>
                    <a:pt x="0" y="486041"/>
                  </a:lnTo>
                  <a:lnTo>
                    <a:pt x="2870" y="545439"/>
                  </a:lnTo>
                  <a:lnTo>
                    <a:pt x="11277" y="599770"/>
                  </a:lnTo>
                  <a:lnTo>
                    <a:pt x="24866" y="649097"/>
                  </a:lnTo>
                  <a:lnTo>
                    <a:pt x="43281" y="693470"/>
                  </a:lnTo>
                  <a:lnTo>
                    <a:pt x="66179" y="732929"/>
                  </a:lnTo>
                  <a:lnTo>
                    <a:pt x="93218" y="767562"/>
                  </a:lnTo>
                  <a:lnTo>
                    <a:pt x="124066" y="797394"/>
                  </a:lnTo>
                  <a:lnTo>
                    <a:pt x="158343" y="822490"/>
                  </a:lnTo>
                  <a:lnTo>
                    <a:pt x="195732" y="842899"/>
                  </a:lnTo>
                  <a:lnTo>
                    <a:pt x="235877" y="858672"/>
                  </a:lnTo>
                  <a:lnTo>
                    <a:pt x="278434" y="869886"/>
                  </a:lnTo>
                  <a:lnTo>
                    <a:pt x="323049" y="876566"/>
                  </a:lnTo>
                  <a:lnTo>
                    <a:pt x="369392" y="878776"/>
                  </a:lnTo>
                  <a:lnTo>
                    <a:pt x="415721" y="876566"/>
                  </a:lnTo>
                  <a:lnTo>
                    <a:pt x="460324" y="869886"/>
                  </a:lnTo>
                  <a:lnTo>
                    <a:pt x="502881" y="858672"/>
                  </a:lnTo>
                  <a:lnTo>
                    <a:pt x="543013" y="842899"/>
                  </a:lnTo>
                  <a:lnTo>
                    <a:pt x="580402" y="822490"/>
                  </a:lnTo>
                  <a:lnTo>
                    <a:pt x="614680" y="797394"/>
                  </a:lnTo>
                  <a:lnTo>
                    <a:pt x="645515" y="767562"/>
                  </a:lnTo>
                  <a:lnTo>
                    <a:pt x="659904" y="749134"/>
                  </a:lnTo>
                  <a:lnTo>
                    <a:pt x="678611" y="762127"/>
                  </a:lnTo>
                  <a:lnTo>
                    <a:pt x="716280" y="780478"/>
                  </a:lnTo>
                  <a:lnTo>
                    <a:pt x="756945" y="793496"/>
                  </a:lnTo>
                  <a:lnTo>
                    <a:pt x="800163" y="801243"/>
                  </a:lnTo>
                  <a:lnTo>
                    <a:pt x="845439" y="803821"/>
                  </a:lnTo>
                  <a:lnTo>
                    <a:pt x="890689" y="801243"/>
                  </a:lnTo>
                  <a:lnTo>
                    <a:pt x="933894" y="793496"/>
                  </a:lnTo>
                  <a:lnTo>
                    <a:pt x="974559" y="780478"/>
                  </a:lnTo>
                  <a:lnTo>
                    <a:pt x="1012215" y="762127"/>
                  </a:lnTo>
                  <a:lnTo>
                    <a:pt x="1046391" y="738365"/>
                  </a:lnTo>
                  <a:lnTo>
                    <a:pt x="1076617" y="709129"/>
                  </a:lnTo>
                  <a:lnTo>
                    <a:pt x="1102398" y="674331"/>
                  </a:lnTo>
                  <a:lnTo>
                    <a:pt x="1123289" y="633895"/>
                  </a:lnTo>
                  <a:lnTo>
                    <a:pt x="1138783" y="587768"/>
                  </a:lnTo>
                  <a:lnTo>
                    <a:pt x="1148435" y="535851"/>
                  </a:lnTo>
                  <a:lnTo>
                    <a:pt x="1151763" y="47809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374722" y="7459581"/>
              <a:ext cx="739140" cy="740410"/>
            </a:xfrm>
            <a:custGeom>
              <a:avLst/>
              <a:gdLst/>
              <a:ahLst/>
              <a:cxnLst/>
              <a:rect l="l" t="t" r="r" b="b"/>
              <a:pathLst>
                <a:path w="739140" h="740409">
                  <a:moveTo>
                    <a:pt x="369360" y="0"/>
                  </a:moveTo>
                  <a:lnTo>
                    <a:pt x="323026" y="3189"/>
                  </a:lnTo>
                  <a:lnTo>
                    <a:pt x="278410" y="12502"/>
                  </a:lnTo>
                  <a:lnTo>
                    <a:pt x="235858" y="27555"/>
                  </a:lnTo>
                  <a:lnTo>
                    <a:pt x="195716" y="47964"/>
                  </a:lnTo>
                  <a:lnTo>
                    <a:pt x="158331" y="73345"/>
                  </a:lnTo>
                  <a:lnTo>
                    <a:pt x="124048" y="103316"/>
                  </a:lnTo>
                  <a:lnTo>
                    <a:pt x="93214" y="137491"/>
                  </a:lnTo>
                  <a:lnTo>
                    <a:pt x="66173" y="175488"/>
                  </a:lnTo>
                  <a:lnTo>
                    <a:pt x="43273" y="216923"/>
                  </a:lnTo>
                  <a:lnTo>
                    <a:pt x="24860" y="261412"/>
                  </a:lnTo>
                  <a:lnTo>
                    <a:pt x="11279" y="308572"/>
                  </a:lnTo>
                  <a:lnTo>
                    <a:pt x="2877" y="358019"/>
                  </a:lnTo>
                  <a:lnTo>
                    <a:pt x="0" y="409369"/>
                  </a:lnTo>
                  <a:lnTo>
                    <a:pt x="3371" y="463361"/>
                  </a:lnTo>
                  <a:lnTo>
                    <a:pt x="13193" y="512356"/>
                  </a:lnTo>
                  <a:lnTo>
                    <a:pt x="29024" y="556413"/>
                  </a:lnTo>
                  <a:lnTo>
                    <a:pt x="50425" y="595589"/>
                  </a:lnTo>
                  <a:lnTo>
                    <a:pt x="76957" y="629940"/>
                  </a:lnTo>
                  <a:lnTo>
                    <a:pt x="108178" y="659525"/>
                  </a:lnTo>
                  <a:lnTo>
                    <a:pt x="143650" y="684401"/>
                  </a:lnTo>
                  <a:lnTo>
                    <a:pt x="182931" y="704626"/>
                  </a:lnTo>
                  <a:lnTo>
                    <a:pt x="225583" y="720256"/>
                  </a:lnTo>
                  <a:lnTo>
                    <a:pt x="271165" y="731349"/>
                  </a:lnTo>
                  <a:lnTo>
                    <a:pt x="319237" y="737963"/>
                  </a:lnTo>
                  <a:lnTo>
                    <a:pt x="369360" y="740155"/>
                  </a:lnTo>
                  <a:lnTo>
                    <a:pt x="419478" y="737963"/>
                  </a:lnTo>
                  <a:lnTo>
                    <a:pt x="467548" y="731349"/>
                  </a:lnTo>
                  <a:lnTo>
                    <a:pt x="513130" y="720256"/>
                  </a:lnTo>
                  <a:lnTo>
                    <a:pt x="555782" y="704626"/>
                  </a:lnTo>
                  <a:lnTo>
                    <a:pt x="595065" y="684401"/>
                  </a:lnTo>
                  <a:lnTo>
                    <a:pt x="630539" y="659525"/>
                  </a:lnTo>
                  <a:lnTo>
                    <a:pt x="661763" y="629940"/>
                  </a:lnTo>
                  <a:lnTo>
                    <a:pt x="688298" y="595589"/>
                  </a:lnTo>
                  <a:lnTo>
                    <a:pt x="709702" y="556413"/>
                  </a:lnTo>
                  <a:lnTo>
                    <a:pt x="725536" y="512356"/>
                  </a:lnTo>
                  <a:lnTo>
                    <a:pt x="735359" y="463361"/>
                  </a:lnTo>
                  <a:lnTo>
                    <a:pt x="738731" y="409369"/>
                  </a:lnTo>
                  <a:lnTo>
                    <a:pt x="735853" y="358019"/>
                  </a:lnTo>
                  <a:lnTo>
                    <a:pt x="727449" y="308572"/>
                  </a:lnTo>
                  <a:lnTo>
                    <a:pt x="713866" y="261412"/>
                  </a:lnTo>
                  <a:lnTo>
                    <a:pt x="695450" y="216923"/>
                  </a:lnTo>
                  <a:lnTo>
                    <a:pt x="672548" y="175488"/>
                  </a:lnTo>
                  <a:lnTo>
                    <a:pt x="645505" y="137491"/>
                  </a:lnTo>
                  <a:lnTo>
                    <a:pt x="614668" y="103316"/>
                  </a:lnTo>
                  <a:lnTo>
                    <a:pt x="580383" y="73345"/>
                  </a:lnTo>
                  <a:lnTo>
                    <a:pt x="542997" y="47964"/>
                  </a:lnTo>
                  <a:lnTo>
                    <a:pt x="502855" y="27555"/>
                  </a:lnTo>
                  <a:lnTo>
                    <a:pt x="460304" y="12502"/>
                  </a:lnTo>
                  <a:lnTo>
                    <a:pt x="415690" y="3189"/>
                  </a:lnTo>
                  <a:lnTo>
                    <a:pt x="369360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061794" y="7789350"/>
              <a:ext cx="487680" cy="488315"/>
            </a:xfrm>
            <a:custGeom>
              <a:avLst/>
              <a:gdLst/>
              <a:ahLst/>
              <a:cxnLst/>
              <a:rect l="l" t="t" r="r" b="b"/>
              <a:pathLst>
                <a:path w="487679" h="488315">
                  <a:moveTo>
                    <a:pt x="243510" y="0"/>
                  </a:moveTo>
                  <a:lnTo>
                    <a:pt x="199736" y="4348"/>
                  </a:lnTo>
                  <a:lnTo>
                    <a:pt x="158537" y="16885"/>
                  </a:lnTo>
                  <a:lnTo>
                    <a:pt x="120601" y="36848"/>
                  </a:lnTo>
                  <a:lnTo>
                    <a:pt x="86615" y="63477"/>
                  </a:lnTo>
                  <a:lnTo>
                    <a:pt x="57267" y="96008"/>
                  </a:lnTo>
                  <a:lnTo>
                    <a:pt x="33243" y="133679"/>
                  </a:lnTo>
                  <a:lnTo>
                    <a:pt x="15233" y="175730"/>
                  </a:lnTo>
                  <a:lnTo>
                    <a:pt x="3922" y="221396"/>
                  </a:lnTo>
                  <a:lnTo>
                    <a:pt x="0" y="269918"/>
                  </a:lnTo>
                  <a:lnTo>
                    <a:pt x="4946" y="322080"/>
                  </a:lnTo>
                  <a:lnTo>
                    <a:pt x="19134" y="366870"/>
                  </a:lnTo>
                  <a:lnTo>
                    <a:pt x="41584" y="404416"/>
                  </a:lnTo>
                  <a:lnTo>
                    <a:pt x="71318" y="434848"/>
                  </a:lnTo>
                  <a:lnTo>
                    <a:pt x="107356" y="458292"/>
                  </a:lnTo>
                  <a:lnTo>
                    <a:pt x="148720" y="474880"/>
                  </a:lnTo>
                  <a:lnTo>
                    <a:pt x="194431" y="484738"/>
                  </a:lnTo>
                  <a:lnTo>
                    <a:pt x="243510" y="487995"/>
                  </a:lnTo>
                  <a:lnTo>
                    <a:pt x="292591" y="484738"/>
                  </a:lnTo>
                  <a:lnTo>
                    <a:pt x="338305" y="474880"/>
                  </a:lnTo>
                  <a:lnTo>
                    <a:pt x="379675" y="458292"/>
                  </a:lnTo>
                  <a:lnTo>
                    <a:pt x="415719" y="434848"/>
                  </a:lnTo>
                  <a:lnTo>
                    <a:pt x="445458" y="404416"/>
                  </a:lnTo>
                  <a:lnTo>
                    <a:pt x="467913" y="366870"/>
                  </a:lnTo>
                  <a:lnTo>
                    <a:pt x="482105" y="322080"/>
                  </a:lnTo>
                  <a:lnTo>
                    <a:pt x="487053" y="269918"/>
                  </a:lnTo>
                  <a:lnTo>
                    <a:pt x="483129" y="221396"/>
                  </a:lnTo>
                  <a:lnTo>
                    <a:pt x="471815" y="175730"/>
                  </a:lnTo>
                  <a:lnTo>
                    <a:pt x="453801" y="133679"/>
                  </a:lnTo>
                  <a:lnTo>
                    <a:pt x="429773" y="96008"/>
                  </a:lnTo>
                  <a:lnTo>
                    <a:pt x="400419" y="63477"/>
                  </a:lnTo>
                  <a:lnTo>
                    <a:pt x="366428" y="36848"/>
                  </a:lnTo>
                  <a:lnTo>
                    <a:pt x="328488" y="16885"/>
                  </a:lnTo>
                  <a:lnTo>
                    <a:pt x="287286" y="4348"/>
                  </a:lnTo>
                  <a:lnTo>
                    <a:pt x="24351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435058" y="7875606"/>
              <a:ext cx="2072005" cy="1526540"/>
            </a:xfrm>
            <a:custGeom>
              <a:avLst/>
              <a:gdLst/>
              <a:ahLst/>
              <a:cxnLst/>
              <a:rect l="l" t="t" r="r" b="b"/>
              <a:pathLst>
                <a:path w="2072004" h="1526540">
                  <a:moveTo>
                    <a:pt x="836803" y="1526374"/>
                  </a:moveTo>
                  <a:lnTo>
                    <a:pt x="833399" y="1480096"/>
                  </a:lnTo>
                  <a:lnTo>
                    <a:pt x="823544" y="1435925"/>
                  </a:lnTo>
                  <a:lnTo>
                    <a:pt x="807694" y="1394345"/>
                  </a:lnTo>
                  <a:lnTo>
                    <a:pt x="786345" y="1355839"/>
                  </a:lnTo>
                  <a:lnTo>
                    <a:pt x="759980" y="1320901"/>
                  </a:lnTo>
                  <a:lnTo>
                    <a:pt x="729094" y="1290002"/>
                  </a:lnTo>
                  <a:lnTo>
                    <a:pt x="694156" y="1263637"/>
                  </a:lnTo>
                  <a:lnTo>
                    <a:pt x="655650" y="1242288"/>
                  </a:lnTo>
                  <a:lnTo>
                    <a:pt x="614070" y="1226439"/>
                  </a:lnTo>
                  <a:lnTo>
                    <a:pt x="569899" y="1216571"/>
                  </a:lnTo>
                  <a:lnTo>
                    <a:pt x="523633" y="1213167"/>
                  </a:lnTo>
                  <a:lnTo>
                    <a:pt x="469480" y="1217866"/>
                  </a:lnTo>
                  <a:lnTo>
                    <a:pt x="418388" y="1231417"/>
                  </a:lnTo>
                  <a:lnTo>
                    <a:pt x="371132" y="1253007"/>
                  </a:lnTo>
                  <a:lnTo>
                    <a:pt x="328460" y="1281811"/>
                  </a:lnTo>
                  <a:lnTo>
                    <a:pt x="291147" y="1317040"/>
                  </a:lnTo>
                  <a:lnTo>
                    <a:pt x="274320" y="1312113"/>
                  </a:lnTo>
                  <a:lnTo>
                    <a:pt x="256971" y="1308468"/>
                  </a:lnTo>
                  <a:lnTo>
                    <a:pt x="239166" y="1306207"/>
                  </a:lnTo>
                  <a:lnTo>
                    <a:pt x="220929" y="1305433"/>
                  </a:lnTo>
                  <a:lnTo>
                    <a:pt x="176390" y="1309916"/>
                  </a:lnTo>
                  <a:lnTo>
                    <a:pt x="134924" y="1322793"/>
                  </a:lnTo>
                  <a:lnTo>
                    <a:pt x="97396" y="1343164"/>
                  </a:lnTo>
                  <a:lnTo>
                    <a:pt x="64693" y="1370152"/>
                  </a:lnTo>
                  <a:lnTo>
                    <a:pt x="37719" y="1402854"/>
                  </a:lnTo>
                  <a:lnTo>
                    <a:pt x="17360" y="1440383"/>
                  </a:lnTo>
                  <a:lnTo>
                    <a:pt x="4483" y="1481848"/>
                  </a:lnTo>
                  <a:lnTo>
                    <a:pt x="0" y="1526374"/>
                  </a:lnTo>
                  <a:lnTo>
                    <a:pt x="836803" y="1526374"/>
                  </a:lnTo>
                  <a:close/>
                </a:path>
                <a:path w="2072004" h="1526540">
                  <a:moveTo>
                    <a:pt x="2071420" y="314223"/>
                  </a:moveTo>
                  <a:lnTo>
                    <a:pt x="2067712" y="263258"/>
                  </a:lnTo>
                  <a:lnTo>
                    <a:pt x="2056968" y="214909"/>
                  </a:lnTo>
                  <a:lnTo>
                    <a:pt x="2039772" y="169824"/>
                  </a:lnTo>
                  <a:lnTo>
                    <a:pt x="2016709" y="128651"/>
                  </a:lnTo>
                  <a:lnTo>
                    <a:pt x="1988362" y="92036"/>
                  </a:lnTo>
                  <a:lnTo>
                    <a:pt x="1955330" y="60629"/>
                  </a:lnTo>
                  <a:lnTo>
                    <a:pt x="1918169" y="35077"/>
                  </a:lnTo>
                  <a:lnTo>
                    <a:pt x="1877491" y="16027"/>
                  </a:lnTo>
                  <a:lnTo>
                    <a:pt x="1833854" y="4114"/>
                  </a:lnTo>
                  <a:lnTo>
                    <a:pt x="1787867" y="0"/>
                  </a:lnTo>
                  <a:lnTo>
                    <a:pt x="1741893" y="4114"/>
                  </a:lnTo>
                  <a:lnTo>
                    <a:pt x="1698269" y="16027"/>
                  </a:lnTo>
                  <a:lnTo>
                    <a:pt x="1657604" y="35077"/>
                  </a:lnTo>
                  <a:lnTo>
                    <a:pt x="1620456" y="60629"/>
                  </a:lnTo>
                  <a:lnTo>
                    <a:pt x="1587423" y="92036"/>
                  </a:lnTo>
                  <a:lnTo>
                    <a:pt x="1559090" y="128651"/>
                  </a:lnTo>
                  <a:lnTo>
                    <a:pt x="1536039" y="169824"/>
                  </a:lnTo>
                  <a:lnTo>
                    <a:pt x="1518843" y="214909"/>
                  </a:lnTo>
                  <a:lnTo>
                    <a:pt x="1508099" y="263258"/>
                  </a:lnTo>
                  <a:lnTo>
                    <a:pt x="1504391" y="314223"/>
                  </a:lnTo>
                  <a:lnTo>
                    <a:pt x="1508963" y="368642"/>
                  </a:lnTo>
                  <a:lnTo>
                    <a:pt x="1522133" y="416255"/>
                  </a:lnTo>
                  <a:lnTo>
                    <a:pt x="1543100" y="457187"/>
                  </a:lnTo>
                  <a:lnTo>
                    <a:pt x="1571066" y="491528"/>
                  </a:lnTo>
                  <a:lnTo>
                    <a:pt x="1605229" y="519391"/>
                  </a:lnTo>
                  <a:lnTo>
                    <a:pt x="1644802" y="540880"/>
                  </a:lnTo>
                  <a:lnTo>
                    <a:pt x="1688960" y="556094"/>
                  </a:lnTo>
                  <a:lnTo>
                    <a:pt x="1736915" y="565150"/>
                  </a:lnTo>
                  <a:lnTo>
                    <a:pt x="1787867" y="568147"/>
                  </a:lnTo>
                  <a:lnTo>
                    <a:pt x="1838833" y="565150"/>
                  </a:lnTo>
                  <a:lnTo>
                    <a:pt x="1886800" y="556094"/>
                  </a:lnTo>
                  <a:lnTo>
                    <a:pt x="1930984" y="540880"/>
                  </a:lnTo>
                  <a:lnTo>
                    <a:pt x="1970557" y="519391"/>
                  </a:lnTo>
                  <a:lnTo>
                    <a:pt x="2004733" y="491528"/>
                  </a:lnTo>
                  <a:lnTo>
                    <a:pt x="2032711" y="457187"/>
                  </a:lnTo>
                  <a:lnTo>
                    <a:pt x="2053678" y="416255"/>
                  </a:lnTo>
                  <a:lnTo>
                    <a:pt x="2066848" y="368642"/>
                  </a:lnTo>
                  <a:lnTo>
                    <a:pt x="2071420" y="31422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5" name="object 11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010735" y="2620415"/>
            <a:ext cx="1636028" cy="2474637"/>
          </a:xfrm>
          <a:prstGeom prst="rect">
            <a:avLst/>
          </a:prstGeom>
        </p:spPr>
      </p:pic>
      <p:pic>
        <p:nvPicPr>
          <p:cNvPr id="116" name="object 11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36393" y="2453182"/>
            <a:ext cx="1518134" cy="2657004"/>
          </a:xfrm>
          <a:prstGeom prst="rect">
            <a:avLst/>
          </a:prstGeom>
        </p:spPr>
      </p:pic>
      <p:pic>
        <p:nvPicPr>
          <p:cNvPr id="117" name="object 11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379310" y="1570734"/>
            <a:ext cx="2756851" cy="3560694"/>
          </a:xfrm>
          <a:prstGeom prst="rect">
            <a:avLst/>
          </a:prstGeom>
        </p:spPr>
      </p:pic>
      <p:pic>
        <p:nvPicPr>
          <p:cNvPr id="118" name="object 11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548486" y="2880383"/>
            <a:ext cx="2707686" cy="2253616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49974" y="2490674"/>
            <a:ext cx="3156749" cy="2617776"/>
          </a:xfrm>
          <a:prstGeom prst="rect">
            <a:avLst/>
          </a:prstGeom>
        </p:spPr>
      </p:pic>
      <p:sp>
        <p:nvSpPr>
          <p:cNvPr id="120" name="object 120" descr=""/>
          <p:cNvSpPr txBox="1"/>
          <p:nvPr/>
        </p:nvSpPr>
        <p:spPr>
          <a:xfrm>
            <a:off x="624163" y="728636"/>
            <a:ext cx="5880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Trees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43964" y="1511198"/>
            <a:ext cx="537210" cy="195580"/>
          </a:xfrm>
          <a:custGeom>
            <a:avLst/>
            <a:gdLst/>
            <a:ahLst/>
            <a:cxnLst/>
            <a:rect l="l" t="t" r="r" b="b"/>
            <a:pathLst>
              <a:path w="537210" h="195580">
                <a:moveTo>
                  <a:pt x="435567" y="0"/>
                </a:moveTo>
                <a:lnTo>
                  <a:pt x="372834" y="18415"/>
                </a:lnTo>
                <a:lnTo>
                  <a:pt x="268557" y="86249"/>
                </a:lnTo>
                <a:lnTo>
                  <a:pt x="151534" y="41196"/>
                </a:lnTo>
                <a:lnTo>
                  <a:pt x="67558" y="60748"/>
                </a:lnTo>
                <a:lnTo>
                  <a:pt x="16941" y="103121"/>
                </a:lnTo>
                <a:lnTo>
                  <a:pt x="0" y="126531"/>
                </a:lnTo>
                <a:lnTo>
                  <a:pt x="121978" y="95508"/>
                </a:lnTo>
                <a:lnTo>
                  <a:pt x="205404" y="123805"/>
                </a:lnTo>
                <a:lnTo>
                  <a:pt x="253267" y="170668"/>
                </a:lnTo>
                <a:lnTo>
                  <a:pt x="268557" y="195346"/>
                </a:lnTo>
                <a:lnTo>
                  <a:pt x="317127" y="99862"/>
                </a:lnTo>
                <a:lnTo>
                  <a:pt x="361292" y="60865"/>
                </a:lnTo>
                <a:lnTo>
                  <a:pt x="426229" y="71906"/>
                </a:lnTo>
                <a:lnTo>
                  <a:pt x="537114" y="126531"/>
                </a:lnTo>
                <a:lnTo>
                  <a:pt x="481935" y="34779"/>
                </a:lnTo>
                <a:lnTo>
                  <a:pt x="435567" y="0"/>
                </a:lnTo>
                <a:close/>
              </a:path>
            </a:pathLst>
          </a:custGeom>
          <a:solidFill>
            <a:srgbClr val="9E69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06" y="9177655"/>
            <a:ext cx="17427983" cy="20694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409978" y="4872677"/>
            <a:ext cx="17472025" cy="259079"/>
            <a:chOff x="1409978" y="4872677"/>
            <a:chExt cx="17472025" cy="25907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1914" y="4872677"/>
              <a:ext cx="17424870" cy="20694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09978" y="507069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12602" y="5070694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409978" y="9375670"/>
            <a:ext cx="17472025" cy="61594"/>
            <a:chOff x="1409978" y="9375670"/>
            <a:chExt cx="17472025" cy="61594"/>
          </a:xfrm>
        </p:grpSpPr>
        <p:sp>
          <p:nvSpPr>
            <p:cNvPr id="9" name="object 9" descr=""/>
            <p:cNvSpPr/>
            <p:nvPr/>
          </p:nvSpPr>
          <p:spPr>
            <a:xfrm>
              <a:off x="1409978" y="937567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2595" y="9375679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2907385" y="0"/>
                  </a:moveTo>
                  <a:lnTo>
                    <a:pt x="0" y="0"/>
                  </a:lnTo>
                  <a:lnTo>
                    <a:pt x="0" y="26733"/>
                  </a:lnTo>
                  <a:lnTo>
                    <a:pt x="0" y="36436"/>
                  </a:lnTo>
                  <a:lnTo>
                    <a:pt x="2907385" y="36436"/>
                  </a:lnTo>
                  <a:lnTo>
                    <a:pt x="2907385" y="26733"/>
                  </a:lnTo>
                  <a:lnTo>
                    <a:pt x="2907385" y="0"/>
                  </a:lnTo>
                  <a:close/>
                </a:path>
                <a:path w="17466945" h="36829">
                  <a:moveTo>
                    <a:pt x="17466463" y="0"/>
                  </a:moveTo>
                  <a:lnTo>
                    <a:pt x="3017990" y="0"/>
                  </a:lnTo>
                  <a:lnTo>
                    <a:pt x="3017990" y="26733"/>
                  </a:lnTo>
                  <a:lnTo>
                    <a:pt x="3017990" y="36436"/>
                  </a:lnTo>
                  <a:lnTo>
                    <a:pt x="17466463" y="36436"/>
                  </a:lnTo>
                  <a:lnTo>
                    <a:pt x="17466463" y="26733"/>
                  </a:lnTo>
                  <a:lnTo>
                    <a:pt x="17466463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3365791" y="1432250"/>
            <a:ext cx="1340485" cy="2252345"/>
            <a:chOff x="13365791" y="1432250"/>
            <a:chExt cx="1340485" cy="225234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65791" y="1432250"/>
              <a:ext cx="1339938" cy="225188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17822" y="1829657"/>
              <a:ext cx="156682" cy="22782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74870" y="2494219"/>
              <a:ext cx="121688" cy="17692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80096" y="1971452"/>
              <a:ext cx="172762" cy="27489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32044" y="3123700"/>
              <a:ext cx="135713" cy="6576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61137" y="2850078"/>
              <a:ext cx="70343" cy="16836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78539" y="2698591"/>
              <a:ext cx="70343" cy="168361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14131351" y="3874186"/>
            <a:ext cx="70485" cy="168910"/>
          </a:xfrm>
          <a:custGeom>
            <a:avLst/>
            <a:gdLst/>
            <a:ahLst/>
            <a:cxnLst/>
            <a:rect l="l" t="t" r="r" b="b"/>
            <a:pathLst>
              <a:path w="70484" h="168910">
                <a:moveTo>
                  <a:pt x="37307" y="0"/>
                </a:moveTo>
                <a:lnTo>
                  <a:pt x="27273" y="14163"/>
                </a:lnTo>
                <a:lnTo>
                  <a:pt x="15167" y="40000"/>
                </a:lnTo>
                <a:lnTo>
                  <a:pt x="4804" y="71398"/>
                </a:lnTo>
                <a:lnTo>
                  <a:pt x="0" y="102248"/>
                </a:lnTo>
                <a:lnTo>
                  <a:pt x="1890" y="126664"/>
                </a:lnTo>
                <a:lnTo>
                  <a:pt x="8552" y="144320"/>
                </a:lnTo>
                <a:lnTo>
                  <a:pt x="19206" y="157468"/>
                </a:lnTo>
                <a:lnTo>
                  <a:pt x="33077" y="168361"/>
                </a:lnTo>
                <a:lnTo>
                  <a:pt x="47611" y="158153"/>
                </a:lnTo>
                <a:lnTo>
                  <a:pt x="59220" y="145553"/>
                </a:lnTo>
                <a:lnTo>
                  <a:pt x="67079" y="128260"/>
                </a:lnTo>
                <a:lnTo>
                  <a:pt x="70364" y="103975"/>
                </a:lnTo>
                <a:lnTo>
                  <a:pt x="66957" y="72878"/>
                </a:lnTo>
                <a:lnTo>
                  <a:pt x="57817" y="40946"/>
                </a:lnTo>
                <a:lnTo>
                  <a:pt x="46687" y="14535"/>
                </a:lnTo>
                <a:lnTo>
                  <a:pt x="37307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3883405" y="4360347"/>
            <a:ext cx="97155" cy="145415"/>
          </a:xfrm>
          <a:custGeom>
            <a:avLst/>
            <a:gdLst/>
            <a:ahLst/>
            <a:cxnLst/>
            <a:rect l="l" t="t" r="r" b="b"/>
            <a:pathLst>
              <a:path w="97155" h="145414">
                <a:moveTo>
                  <a:pt x="1035" y="0"/>
                </a:moveTo>
                <a:lnTo>
                  <a:pt x="3379" y="45633"/>
                </a:lnTo>
                <a:lnTo>
                  <a:pt x="23463" y="106478"/>
                </a:lnTo>
                <a:lnTo>
                  <a:pt x="52998" y="137663"/>
                </a:lnTo>
                <a:lnTo>
                  <a:pt x="86498" y="145084"/>
                </a:lnTo>
                <a:lnTo>
                  <a:pt x="93427" y="128765"/>
                </a:lnTo>
                <a:lnTo>
                  <a:pt x="96625" y="111944"/>
                </a:lnTo>
                <a:lnTo>
                  <a:pt x="94162" y="93112"/>
                </a:lnTo>
                <a:lnTo>
                  <a:pt x="64776" y="46175"/>
                </a:lnTo>
                <a:lnTo>
                  <a:pt x="16700" y="7382"/>
                </a:lnTo>
                <a:lnTo>
                  <a:pt x="1035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980630" y="1637750"/>
            <a:ext cx="95975" cy="145691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4188617" y="4028797"/>
            <a:ext cx="80645" cy="75565"/>
          </a:xfrm>
          <a:custGeom>
            <a:avLst/>
            <a:gdLst/>
            <a:ahLst/>
            <a:cxnLst/>
            <a:rect l="l" t="t" r="r" b="b"/>
            <a:pathLst>
              <a:path w="80644" h="75564">
                <a:moveTo>
                  <a:pt x="80322" y="0"/>
                </a:moveTo>
                <a:lnTo>
                  <a:pt x="33121" y="16884"/>
                </a:lnTo>
                <a:lnTo>
                  <a:pt x="1306" y="51037"/>
                </a:lnTo>
                <a:lnTo>
                  <a:pt x="0" y="61764"/>
                </a:lnTo>
                <a:lnTo>
                  <a:pt x="1162" y="72961"/>
                </a:lnTo>
                <a:lnTo>
                  <a:pt x="12301" y="75114"/>
                </a:lnTo>
                <a:lnTo>
                  <a:pt x="23242" y="74848"/>
                </a:lnTo>
                <a:lnTo>
                  <a:pt x="60033" y="46119"/>
                </a:lnTo>
                <a:lnTo>
                  <a:pt x="77808" y="10824"/>
                </a:lnTo>
                <a:lnTo>
                  <a:pt x="80322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3961450" y="4301887"/>
            <a:ext cx="34290" cy="85090"/>
          </a:xfrm>
          <a:custGeom>
            <a:avLst/>
            <a:gdLst/>
            <a:ahLst/>
            <a:cxnLst/>
            <a:rect l="l" t="t" r="r" b="b"/>
            <a:pathLst>
              <a:path w="34290" h="85089">
                <a:moveTo>
                  <a:pt x="22764" y="0"/>
                </a:moveTo>
                <a:lnTo>
                  <a:pt x="12016" y="7890"/>
                </a:lnTo>
                <a:lnTo>
                  <a:pt x="4209" y="20479"/>
                </a:lnTo>
                <a:lnTo>
                  <a:pt x="0" y="36530"/>
                </a:lnTo>
                <a:lnTo>
                  <a:pt x="42" y="54804"/>
                </a:lnTo>
                <a:lnTo>
                  <a:pt x="1435" y="62772"/>
                </a:lnTo>
                <a:lnTo>
                  <a:pt x="3754" y="70492"/>
                </a:lnTo>
                <a:lnTo>
                  <a:pt x="6969" y="77887"/>
                </a:lnTo>
                <a:lnTo>
                  <a:pt x="11047" y="84876"/>
                </a:lnTo>
                <a:lnTo>
                  <a:pt x="21786" y="76995"/>
                </a:lnTo>
                <a:lnTo>
                  <a:pt x="29593" y="64405"/>
                </a:lnTo>
                <a:lnTo>
                  <a:pt x="33808" y="48349"/>
                </a:lnTo>
                <a:lnTo>
                  <a:pt x="33769" y="30072"/>
                </a:lnTo>
                <a:lnTo>
                  <a:pt x="32372" y="22104"/>
                </a:lnTo>
                <a:lnTo>
                  <a:pt x="30053" y="14384"/>
                </a:lnTo>
                <a:lnTo>
                  <a:pt x="26841" y="6989"/>
                </a:lnTo>
                <a:lnTo>
                  <a:pt x="22764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3004933" y="1772932"/>
            <a:ext cx="1281430" cy="3342640"/>
            <a:chOff x="13004933" y="1772932"/>
            <a:chExt cx="1281430" cy="3342640"/>
          </a:xfrm>
        </p:grpSpPr>
        <p:sp>
          <p:nvSpPr>
            <p:cNvPr id="25" name="object 25" descr=""/>
            <p:cNvSpPr/>
            <p:nvPr/>
          </p:nvSpPr>
          <p:spPr>
            <a:xfrm>
              <a:off x="14050928" y="1772932"/>
              <a:ext cx="0" cy="3314700"/>
            </a:xfrm>
            <a:custGeom>
              <a:avLst/>
              <a:gdLst/>
              <a:ahLst/>
              <a:cxnLst/>
              <a:rect l="l" t="t" r="r" b="b"/>
              <a:pathLst>
                <a:path w="0" h="3314700">
                  <a:moveTo>
                    <a:pt x="0" y="3314077"/>
                  </a:moveTo>
                  <a:lnTo>
                    <a:pt x="0" y="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915215" y="2125496"/>
              <a:ext cx="135890" cy="450850"/>
            </a:xfrm>
            <a:custGeom>
              <a:avLst/>
              <a:gdLst/>
              <a:ahLst/>
              <a:cxnLst/>
              <a:rect l="l" t="t" r="r" b="b"/>
              <a:pathLst>
                <a:path w="135890" h="450850">
                  <a:moveTo>
                    <a:pt x="0" y="0"/>
                  </a:moveTo>
                  <a:lnTo>
                    <a:pt x="0" y="315110"/>
                  </a:lnTo>
                  <a:lnTo>
                    <a:pt x="7568" y="352599"/>
                  </a:lnTo>
                  <a:lnTo>
                    <a:pt x="28208" y="383213"/>
                  </a:lnTo>
                  <a:lnTo>
                    <a:pt x="58822" y="403853"/>
                  </a:lnTo>
                  <a:lnTo>
                    <a:pt x="96311" y="411422"/>
                  </a:lnTo>
                  <a:lnTo>
                    <a:pt x="111650" y="414521"/>
                  </a:lnTo>
                  <a:lnTo>
                    <a:pt x="124168" y="422960"/>
                  </a:lnTo>
                  <a:lnTo>
                    <a:pt x="132612" y="435476"/>
                  </a:lnTo>
                  <a:lnTo>
                    <a:pt x="135713" y="450803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915215" y="2895239"/>
              <a:ext cx="135890" cy="544830"/>
            </a:xfrm>
            <a:custGeom>
              <a:avLst/>
              <a:gdLst/>
              <a:ahLst/>
              <a:cxnLst/>
              <a:rect l="l" t="t" r="r" b="b"/>
              <a:pathLst>
                <a:path w="135890" h="544829">
                  <a:moveTo>
                    <a:pt x="0" y="0"/>
                  </a:moveTo>
                  <a:lnTo>
                    <a:pt x="0" y="409013"/>
                  </a:lnTo>
                  <a:lnTo>
                    <a:pt x="6077" y="439116"/>
                  </a:lnTo>
                  <a:lnTo>
                    <a:pt x="22652" y="463699"/>
                  </a:lnTo>
                  <a:lnTo>
                    <a:pt x="47235" y="480273"/>
                  </a:lnTo>
                  <a:lnTo>
                    <a:pt x="77337" y="486351"/>
                  </a:lnTo>
                  <a:lnTo>
                    <a:pt x="100054" y="490937"/>
                  </a:lnTo>
                  <a:lnTo>
                    <a:pt x="118607" y="503442"/>
                  </a:lnTo>
                  <a:lnTo>
                    <a:pt x="131119" y="521991"/>
                  </a:lnTo>
                  <a:lnTo>
                    <a:pt x="135713" y="544705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24147" y="3886980"/>
              <a:ext cx="132917" cy="14797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88358" y="2983778"/>
              <a:ext cx="132980" cy="22752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4050929" y="1968272"/>
              <a:ext cx="201295" cy="387350"/>
            </a:xfrm>
            <a:custGeom>
              <a:avLst/>
              <a:gdLst/>
              <a:ahLst/>
              <a:cxnLst/>
              <a:rect l="l" t="t" r="r" b="b"/>
              <a:pathLst>
                <a:path w="201294" h="387350">
                  <a:moveTo>
                    <a:pt x="201040" y="0"/>
                  </a:moveTo>
                  <a:lnTo>
                    <a:pt x="201040" y="185889"/>
                  </a:lnTo>
                  <a:lnTo>
                    <a:pt x="190939" y="235924"/>
                  </a:lnTo>
                  <a:lnTo>
                    <a:pt x="163392" y="276782"/>
                  </a:lnTo>
                  <a:lnTo>
                    <a:pt x="122534" y="304329"/>
                  </a:lnTo>
                  <a:lnTo>
                    <a:pt x="72500" y="314430"/>
                  </a:lnTo>
                  <a:lnTo>
                    <a:pt x="44280" y="320127"/>
                  </a:lnTo>
                  <a:lnTo>
                    <a:pt x="21234" y="335665"/>
                  </a:lnTo>
                  <a:lnTo>
                    <a:pt x="5697" y="358710"/>
                  </a:lnTo>
                  <a:lnTo>
                    <a:pt x="0" y="38693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73897" y="2246345"/>
              <a:ext cx="41910" cy="102870"/>
            </a:xfrm>
            <a:custGeom>
              <a:avLst/>
              <a:gdLst/>
              <a:ahLst/>
              <a:cxnLst/>
              <a:rect l="l" t="t" r="r" b="b"/>
              <a:pathLst>
                <a:path w="41909" h="102869">
                  <a:moveTo>
                    <a:pt x="0" y="0"/>
                  </a:moveTo>
                  <a:lnTo>
                    <a:pt x="22973" y="37569"/>
                  </a:lnTo>
                  <a:lnTo>
                    <a:pt x="30901" y="52775"/>
                  </a:lnTo>
                  <a:lnTo>
                    <a:pt x="36645" y="68849"/>
                  </a:lnTo>
                  <a:lnTo>
                    <a:pt x="40139" y="85558"/>
                  </a:lnTo>
                  <a:lnTo>
                    <a:pt x="41318" y="102667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050923" y="3981987"/>
              <a:ext cx="116205" cy="384810"/>
            </a:xfrm>
            <a:custGeom>
              <a:avLst/>
              <a:gdLst/>
              <a:ahLst/>
              <a:cxnLst/>
              <a:rect l="l" t="t" r="r" b="b"/>
              <a:pathLst>
                <a:path w="116205" h="384810">
                  <a:moveTo>
                    <a:pt x="115609" y="0"/>
                  </a:moveTo>
                  <a:lnTo>
                    <a:pt x="115609" y="160843"/>
                  </a:lnTo>
                  <a:lnTo>
                    <a:pt x="111724" y="196025"/>
                  </a:lnTo>
                  <a:lnTo>
                    <a:pt x="100430" y="229139"/>
                  </a:lnTo>
                  <a:lnTo>
                    <a:pt x="82262" y="259042"/>
                  </a:lnTo>
                  <a:lnTo>
                    <a:pt x="57757" y="284588"/>
                  </a:lnTo>
                  <a:lnTo>
                    <a:pt x="39579" y="299739"/>
                  </a:lnTo>
                  <a:lnTo>
                    <a:pt x="22811" y="317223"/>
                  </a:lnTo>
                  <a:lnTo>
                    <a:pt x="10381" y="337691"/>
                  </a:lnTo>
                  <a:lnTo>
                    <a:pt x="2656" y="360358"/>
                  </a:lnTo>
                  <a:lnTo>
                    <a:pt x="0" y="38443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127623" y="4184261"/>
              <a:ext cx="152400" cy="65405"/>
            </a:xfrm>
            <a:custGeom>
              <a:avLst/>
              <a:gdLst/>
              <a:ahLst/>
              <a:cxnLst/>
              <a:rect l="l" t="t" r="r" b="b"/>
              <a:pathLst>
                <a:path w="152400" h="65404">
                  <a:moveTo>
                    <a:pt x="152278" y="0"/>
                  </a:moveTo>
                  <a:lnTo>
                    <a:pt x="147142" y="25437"/>
                  </a:lnTo>
                  <a:lnTo>
                    <a:pt x="133138" y="46209"/>
                  </a:lnTo>
                  <a:lnTo>
                    <a:pt x="112366" y="60213"/>
                  </a:lnTo>
                  <a:lnTo>
                    <a:pt x="86929" y="65348"/>
                  </a:lnTo>
                  <a:lnTo>
                    <a:pt x="0" y="6534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966815" y="4483409"/>
              <a:ext cx="84455" cy="534670"/>
            </a:xfrm>
            <a:custGeom>
              <a:avLst/>
              <a:gdLst/>
              <a:ahLst/>
              <a:cxnLst/>
              <a:rect l="l" t="t" r="r" b="b"/>
              <a:pathLst>
                <a:path w="84455" h="534670">
                  <a:moveTo>
                    <a:pt x="0" y="0"/>
                  </a:moveTo>
                  <a:lnTo>
                    <a:pt x="0" y="450499"/>
                  </a:lnTo>
                  <a:lnTo>
                    <a:pt x="4677" y="473669"/>
                  </a:lnTo>
                  <a:lnTo>
                    <a:pt x="17432" y="492587"/>
                  </a:lnTo>
                  <a:lnTo>
                    <a:pt x="36350" y="505339"/>
                  </a:lnTo>
                  <a:lnTo>
                    <a:pt x="59516" y="510015"/>
                  </a:lnTo>
                  <a:lnTo>
                    <a:pt x="69096" y="511951"/>
                  </a:lnTo>
                  <a:lnTo>
                    <a:pt x="76921" y="517227"/>
                  </a:lnTo>
                  <a:lnTo>
                    <a:pt x="82198" y="525052"/>
                  </a:lnTo>
                  <a:lnTo>
                    <a:pt x="84133" y="534632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04933" y="3349918"/>
              <a:ext cx="944892" cy="117440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3561301" y="3647727"/>
              <a:ext cx="73025" cy="170815"/>
            </a:xfrm>
            <a:custGeom>
              <a:avLst/>
              <a:gdLst/>
              <a:ahLst/>
              <a:cxnLst/>
              <a:rect l="l" t="t" r="r" b="b"/>
              <a:pathLst>
                <a:path w="73025" h="170814">
                  <a:moveTo>
                    <a:pt x="38992" y="0"/>
                  </a:moveTo>
                  <a:lnTo>
                    <a:pt x="18457" y="18766"/>
                  </a:lnTo>
                  <a:lnTo>
                    <a:pt x="5104" y="46579"/>
                  </a:lnTo>
                  <a:lnTo>
                    <a:pt x="0" y="80738"/>
                  </a:lnTo>
                  <a:lnTo>
                    <a:pt x="4208" y="118540"/>
                  </a:lnTo>
                  <a:lnTo>
                    <a:pt x="22678" y="163272"/>
                  </a:lnTo>
                  <a:lnTo>
                    <a:pt x="38247" y="170383"/>
                  </a:lnTo>
                  <a:lnTo>
                    <a:pt x="44883" y="168647"/>
                  </a:lnTo>
                  <a:lnTo>
                    <a:pt x="50541" y="164351"/>
                  </a:lnTo>
                  <a:lnTo>
                    <a:pt x="63143" y="144000"/>
                  </a:lnTo>
                  <a:lnTo>
                    <a:pt x="70717" y="118845"/>
                  </a:lnTo>
                  <a:lnTo>
                    <a:pt x="72706" y="90293"/>
                  </a:lnTo>
                  <a:lnTo>
                    <a:pt x="68551" y="59746"/>
                  </a:lnTo>
                  <a:lnTo>
                    <a:pt x="63862" y="43571"/>
                  </a:lnTo>
                  <a:lnTo>
                    <a:pt x="57321" y="28118"/>
                  </a:lnTo>
                  <a:lnTo>
                    <a:pt x="49006" y="13542"/>
                  </a:lnTo>
                  <a:lnTo>
                    <a:pt x="3899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10120" y="4484284"/>
              <a:ext cx="121205" cy="16727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3650657" y="3795544"/>
              <a:ext cx="73660" cy="98425"/>
            </a:xfrm>
            <a:custGeom>
              <a:avLst/>
              <a:gdLst/>
              <a:ahLst/>
              <a:cxnLst/>
              <a:rect l="l" t="t" r="r" b="b"/>
              <a:pathLst>
                <a:path w="73659" h="98425">
                  <a:moveTo>
                    <a:pt x="72978" y="0"/>
                  </a:moveTo>
                  <a:lnTo>
                    <a:pt x="35742" y="12872"/>
                  </a:lnTo>
                  <a:lnTo>
                    <a:pt x="7106" y="52909"/>
                  </a:lnTo>
                  <a:lnTo>
                    <a:pt x="0" y="86480"/>
                  </a:lnTo>
                  <a:lnTo>
                    <a:pt x="320" y="97997"/>
                  </a:lnTo>
                  <a:lnTo>
                    <a:pt x="37565" y="85116"/>
                  </a:lnTo>
                  <a:lnTo>
                    <a:pt x="66203" y="45087"/>
                  </a:lnTo>
                  <a:lnTo>
                    <a:pt x="73299" y="11512"/>
                  </a:lnTo>
                  <a:lnTo>
                    <a:pt x="7297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256488" y="3554773"/>
              <a:ext cx="167550" cy="163887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3462951" y="3885226"/>
              <a:ext cx="0" cy="1230630"/>
            </a:xfrm>
            <a:custGeom>
              <a:avLst/>
              <a:gdLst/>
              <a:ahLst/>
              <a:cxnLst/>
              <a:rect l="l" t="t" r="r" b="b"/>
              <a:pathLst>
                <a:path w="0" h="1230629">
                  <a:moveTo>
                    <a:pt x="0" y="0"/>
                  </a:moveTo>
                  <a:lnTo>
                    <a:pt x="0" y="1230192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462952" y="3847354"/>
              <a:ext cx="133985" cy="424180"/>
            </a:xfrm>
            <a:custGeom>
              <a:avLst/>
              <a:gdLst/>
              <a:ahLst/>
              <a:cxnLst/>
              <a:rect l="l" t="t" r="r" b="b"/>
              <a:pathLst>
                <a:path w="133984" h="424179">
                  <a:moveTo>
                    <a:pt x="133817" y="0"/>
                  </a:moveTo>
                  <a:lnTo>
                    <a:pt x="133817" y="138634"/>
                  </a:lnTo>
                  <a:lnTo>
                    <a:pt x="130486" y="175091"/>
                  </a:lnTo>
                  <a:lnTo>
                    <a:pt x="120704" y="210064"/>
                  </a:lnTo>
                  <a:lnTo>
                    <a:pt x="104791" y="242708"/>
                  </a:lnTo>
                  <a:lnTo>
                    <a:pt x="83065" y="272180"/>
                  </a:lnTo>
                  <a:lnTo>
                    <a:pt x="38763" y="322063"/>
                  </a:lnTo>
                  <a:lnTo>
                    <a:pt x="22170" y="344577"/>
                  </a:lnTo>
                  <a:lnTo>
                    <a:pt x="10016" y="369516"/>
                  </a:lnTo>
                  <a:lnTo>
                    <a:pt x="2544" y="396236"/>
                  </a:lnTo>
                  <a:lnTo>
                    <a:pt x="0" y="424091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048552" y="2625433"/>
              <a:ext cx="133985" cy="424180"/>
            </a:xfrm>
            <a:custGeom>
              <a:avLst/>
              <a:gdLst/>
              <a:ahLst/>
              <a:cxnLst/>
              <a:rect l="l" t="t" r="r" b="b"/>
              <a:pathLst>
                <a:path w="133984" h="424180">
                  <a:moveTo>
                    <a:pt x="133817" y="0"/>
                  </a:moveTo>
                  <a:lnTo>
                    <a:pt x="133817" y="138634"/>
                  </a:lnTo>
                  <a:lnTo>
                    <a:pt x="130486" y="175091"/>
                  </a:lnTo>
                  <a:lnTo>
                    <a:pt x="120704" y="210064"/>
                  </a:lnTo>
                  <a:lnTo>
                    <a:pt x="104791" y="242708"/>
                  </a:lnTo>
                  <a:lnTo>
                    <a:pt x="83065" y="272180"/>
                  </a:lnTo>
                  <a:lnTo>
                    <a:pt x="38763" y="322063"/>
                  </a:lnTo>
                  <a:lnTo>
                    <a:pt x="22170" y="344577"/>
                  </a:lnTo>
                  <a:lnTo>
                    <a:pt x="10016" y="369516"/>
                  </a:lnTo>
                  <a:lnTo>
                    <a:pt x="2544" y="396236"/>
                  </a:lnTo>
                  <a:lnTo>
                    <a:pt x="0" y="424091"/>
                  </a:lnTo>
                </a:path>
              </a:pathLst>
            </a:custGeom>
            <a:ln w="12282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209816" y="4593219"/>
              <a:ext cx="253365" cy="151130"/>
            </a:xfrm>
            <a:custGeom>
              <a:avLst/>
              <a:gdLst/>
              <a:ahLst/>
              <a:cxnLst/>
              <a:rect l="l" t="t" r="r" b="b"/>
              <a:pathLst>
                <a:path w="253365" h="151129">
                  <a:moveTo>
                    <a:pt x="0" y="0"/>
                  </a:moveTo>
                  <a:lnTo>
                    <a:pt x="30826" y="35112"/>
                  </a:lnTo>
                  <a:lnTo>
                    <a:pt x="68656" y="61385"/>
                  </a:lnTo>
                  <a:lnTo>
                    <a:pt x="111667" y="77858"/>
                  </a:lnTo>
                  <a:lnTo>
                    <a:pt x="158037" y="83568"/>
                  </a:lnTo>
                  <a:lnTo>
                    <a:pt x="185669" y="83568"/>
                  </a:lnTo>
                  <a:lnTo>
                    <a:pt x="211908" y="88861"/>
                  </a:lnTo>
                  <a:lnTo>
                    <a:pt x="233344" y="103300"/>
                  </a:lnTo>
                  <a:lnTo>
                    <a:pt x="247809" y="124720"/>
                  </a:lnTo>
                  <a:lnTo>
                    <a:pt x="253133" y="150958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91540" y="3909324"/>
              <a:ext cx="69694" cy="8910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3369861" y="3717624"/>
              <a:ext cx="93345" cy="359410"/>
            </a:xfrm>
            <a:custGeom>
              <a:avLst/>
              <a:gdLst/>
              <a:ahLst/>
              <a:cxnLst/>
              <a:rect l="l" t="t" r="r" b="b"/>
              <a:pathLst>
                <a:path w="93344" h="359410">
                  <a:moveTo>
                    <a:pt x="0" y="0"/>
                  </a:moveTo>
                  <a:lnTo>
                    <a:pt x="0" y="265761"/>
                  </a:lnTo>
                  <a:lnTo>
                    <a:pt x="4061" y="285886"/>
                  </a:lnTo>
                  <a:lnTo>
                    <a:pt x="15139" y="302323"/>
                  </a:lnTo>
                  <a:lnTo>
                    <a:pt x="31571" y="313407"/>
                  </a:lnTo>
                  <a:lnTo>
                    <a:pt x="51694" y="317477"/>
                  </a:lnTo>
                  <a:lnTo>
                    <a:pt x="67803" y="320728"/>
                  </a:lnTo>
                  <a:lnTo>
                    <a:pt x="80958" y="329595"/>
                  </a:lnTo>
                  <a:lnTo>
                    <a:pt x="89828" y="342749"/>
                  </a:lnTo>
                  <a:lnTo>
                    <a:pt x="93086" y="358858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56852" y="4507433"/>
              <a:ext cx="130247" cy="12014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3336384" y="4622663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09" h="54610">
                  <a:moveTo>
                    <a:pt x="0" y="0"/>
                  </a:moveTo>
                  <a:lnTo>
                    <a:pt x="4267" y="21137"/>
                  </a:lnTo>
                  <a:lnTo>
                    <a:pt x="15906" y="38401"/>
                  </a:lnTo>
                  <a:lnTo>
                    <a:pt x="33170" y="50043"/>
                  </a:lnTo>
                  <a:lnTo>
                    <a:pt x="54312" y="54312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305759" y="3764106"/>
              <a:ext cx="70249" cy="128414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9892378" y="6559705"/>
            <a:ext cx="1761489" cy="2846705"/>
            <a:chOff x="9892378" y="6559705"/>
            <a:chExt cx="1761489" cy="2846705"/>
          </a:xfrm>
        </p:grpSpPr>
        <p:sp>
          <p:nvSpPr>
            <p:cNvPr id="50" name="object 50" descr=""/>
            <p:cNvSpPr/>
            <p:nvPr/>
          </p:nvSpPr>
          <p:spPr>
            <a:xfrm>
              <a:off x="10773608" y="7559563"/>
              <a:ext cx="0" cy="1846580"/>
            </a:xfrm>
            <a:custGeom>
              <a:avLst/>
              <a:gdLst/>
              <a:ahLst/>
              <a:cxnLst/>
              <a:rect l="l" t="t" r="r" b="b"/>
              <a:pathLst>
                <a:path w="0" h="1846579">
                  <a:moveTo>
                    <a:pt x="0" y="0"/>
                  </a:moveTo>
                  <a:lnTo>
                    <a:pt x="0" y="1846477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773611" y="7629936"/>
              <a:ext cx="233679" cy="654050"/>
            </a:xfrm>
            <a:custGeom>
              <a:avLst/>
              <a:gdLst/>
              <a:ahLst/>
              <a:cxnLst/>
              <a:rect l="l" t="t" r="r" b="b"/>
              <a:pathLst>
                <a:path w="233679" h="654050">
                  <a:moveTo>
                    <a:pt x="233500" y="0"/>
                  </a:moveTo>
                  <a:lnTo>
                    <a:pt x="233500" y="119734"/>
                  </a:lnTo>
                  <a:lnTo>
                    <a:pt x="229911" y="163334"/>
                  </a:lnTo>
                  <a:lnTo>
                    <a:pt x="219333" y="205485"/>
                  </a:lnTo>
                  <a:lnTo>
                    <a:pt x="202048" y="245359"/>
                  </a:lnTo>
                  <a:lnTo>
                    <a:pt x="178340" y="282127"/>
                  </a:lnTo>
                  <a:lnTo>
                    <a:pt x="84908" y="403841"/>
                  </a:lnTo>
                  <a:lnTo>
                    <a:pt x="54936" y="448684"/>
                  </a:lnTo>
                  <a:lnTo>
                    <a:pt x="31236" y="496757"/>
                  </a:lnTo>
                  <a:lnTo>
                    <a:pt x="14031" y="547403"/>
                  </a:lnTo>
                  <a:lnTo>
                    <a:pt x="3545" y="599966"/>
                  </a:lnTo>
                  <a:lnTo>
                    <a:pt x="0" y="653791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456729" y="7826744"/>
              <a:ext cx="317500" cy="643890"/>
            </a:xfrm>
            <a:custGeom>
              <a:avLst/>
              <a:gdLst/>
              <a:ahLst/>
              <a:cxnLst/>
              <a:rect l="l" t="t" r="r" b="b"/>
              <a:pathLst>
                <a:path w="317500" h="643890">
                  <a:moveTo>
                    <a:pt x="0" y="0"/>
                  </a:moveTo>
                  <a:lnTo>
                    <a:pt x="0" y="125566"/>
                  </a:lnTo>
                  <a:lnTo>
                    <a:pt x="3974" y="176783"/>
                  </a:lnTo>
                  <a:lnTo>
                    <a:pt x="15650" y="226190"/>
                  </a:lnTo>
                  <a:lnTo>
                    <a:pt x="34623" y="272978"/>
                  </a:lnTo>
                  <a:lnTo>
                    <a:pt x="60490" y="316337"/>
                  </a:lnTo>
                  <a:lnTo>
                    <a:pt x="92848" y="355456"/>
                  </a:lnTo>
                  <a:lnTo>
                    <a:pt x="131294" y="389527"/>
                  </a:lnTo>
                  <a:lnTo>
                    <a:pt x="226035" y="461211"/>
                  </a:lnTo>
                  <a:lnTo>
                    <a:pt x="264366" y="497905"/>
                  </a:lnTo>
                  <a:lnTo>
                    <a:pt x="292912" y="541831"/>
                  </a:lnTo>
                  <a:lnTo>
                    <a:pt x="310731" y="591097"/>
                  </a:lnTo>
                  <a:lnTo>
                    <a:pt x="316880" y="643812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892378" y="6559705"/>
              <a:ext cx="1761489" cy="1313815"/>
            </a:xfrm>
            <a:custGeom>
              <a:avLst/>
              <a:gdLst/>
              <a:ahLst/>
              <a:cxnLst/>
              <a:rect l="l" t="t" r="r" b="b"/>
              <a:pathLst>
                <a:path w="1761490" h="1313815">
                  <a:moveTo>
                    <a:pt x="880590" y="0"/>
                  </a:moveTo>
                  <a:lnTo>
                    <a:pt x="824900" y="1279"/>
                  </a:lnTo>
                  <a:lnTo>
                    <a:pt x="770130" y="5067"/>
                  </a:lnTo>
                  <a:lnTo>
                    <a:pt x="716384" y="11288"/>
                  </a:lnTo>
                  <a:lnTo>
                    <a:pt x="663765" y="19864"/>
                  </a:lnTo>
                  <a:lnTo>
                    <a:pt x="612375" y="30721"/>
                  </a:lnTo>
                  <a:lnTo>
                    <a:pt x="562319" y="43781"/>
                  </a:lnTo>
                  <a:lnTo>
                    <a:pt x="513699" y="58968"/>
                  </a:lnTo>
                  <a:lnTo>
                    <a:pt x="466618" y="76208"/>
                  </a:lnTo>
                  <a:lnTo>
                    <a:pt x="421180" y="95422"/>
                  </a:lnTo>
                  <a:lnTo>
                    <a:pt x="377488" y="116535"/>
                  </a:lnTo>
                  <a:lnTo>
                    <a:pt x="335645" y="139471"/>
                  </a:lnTo>
                  <a:lnTo>
                    <a:pt x="295753" y="164154"/>
                  </a:lnTo>
                  <a:lnTo>
                    <a:pt x="257917" y="190507"/>
                  </a:lnTo>
                  <a:lnTo>
                    <a:pt x="222239" y="218454"/>
                  </a:lnTo>
                  <a:lnTo>
                    <a:pt x="188823" y="247919"/>
                  </a:lnTo>
                  <a:lnTo>
                    <a:pt x="157771" y="278827"/>
                  </a:lnTo>
                  <a:lnTo>
                    <a:pt x="129187" y="311100"/>
                  </a:lnTo>
                  <a:lnTo>
                    <a:pt x="103174" y="344662"/>
                  </a:lnTo>
                  <a:lnTo>
                    <a:pt x="79835" y="379438"/>
                  </a:lnTo>
                  <a:lnTo>
                    <a:pt x="59273" y="415350"/>
                  </a:lnTo>
                  <a:lnTo>
                    <a:pt x="41591" y="452324"/>
                  </a:lnTo>
                  <a:lnTo>
                    <a:pt x="26893" y="490283"/>
                  </a:lnTo>
                  <a:lnTo>
                    <a:pt x="15282" y="529150"/>
                  </a:lnTo>
                  <a:lnTo>
                    <a:pt x="6860" y="568849"/>
                  </a:lnTo>
                  <a:lnTo>
                    <a:pt x="1732" y="609305"/>
                  </a:lnTo>
                  <a:lnTo>
                    <a:pt x="0" y="650440"/>
                  </a:lnTo>
                  <a:lnTo>
                    <a:pt x="2792" y="701180"/>
                  </a:lnTo>
                  <a:lnTo>
                    <a:pt x="11028" y="748193"/>
                  </a:lnTo>
                  <a:lnTo>
                    <a:pt x="24496" y="791604"/>
                  </a:lnTo>
                  <a:lnTo>
                    <a:pt x="42982" y="831539"/>
                  </a:lnTo>
                  <a:lnTo>
                    <a:pt x="66275" y="868124"/>
                  </a:lnTo>
                  <a:lnTo>
                    <a:pt x="94162" y="901484"/>
                  </a:lnTo>
                  <a:lnTo>
                    <a:pt x="126430" y="931744"/>
                  </a:lnTo>
                  <a:lnTo>
                    <a:pt x="162868" y="959030"/>
                  </a:lnTo>
                  <a:lnTo>
                    <a:pt x="203262" y="983467"/>
                  </a:lnTo>
                  <a:lnTo>
                    <a:pt x="247401" y="1005181"/>
                  </a:lnTo>
                  <a:lnTo>
                    <a:pt x="295072" y="1024298"/>
                  </a:lnTo>
                  <a:lnTo>
                    <a:pt x="346062" y="1040942"/>
                  </a:lnTo>
                  <a:lnTo>
                    <a:pt x="345560" y="1047004"/>
                  </a:lnTo>
                  <a:lnTo>
                    <a:pt x="345329" y="1053140"/>
                  </a:lnTo>
                  <a:lnTo>
                    <a:pt x="345329" y="1059308"/>
                  </a:lnTo>
                  <a:lnTo>
                    <a:pt x="349774" y="1104959"/>
                  </a:lnTo>
                  <a:lnTo>
                    <a:pt x="362589" y="1147942"/>
                  </a:lnTo>
                  <a:lnTo>
                    <a:pt x="382994" y="1187534"/>
                  </a:lnTo>
                  <a:lnTo>
                    <a:pt x="410210" y="1223014"/>
                  </a:lnTo>
                  <a:lnTo>
                    <a:pt x="443459" y="1253661"/>
                  </a:lnTo>
                  <a:lnTo>
                    <a:pt x="481960" y="1278753"/>
                  </a:lnTo>
                  <a:lnTo>
                    <a:pt x="524934" y="1297570"/>
                  </a:lnTo>
                  <a:lnTo>
                    <a:pt x="571602" y="1309388"/>
                  </a:lnTo>
                  <a:lnTo>
                    <a:pt x="621185" y="1313488"/>
                  </a:lnTo>
                  <a:lnTo>
                    <a:pt x="671484" y="1309274"/>
                  </a:lnTo>
                  <a:lnTo>
                    <a:pt x="718767" y="1297132"/>
                  </a:lnTo>
                  <a:lnTo>
                    <a:pt x="762220" y="1277811"/>
                  </a:lnTo>
                  <a:lnTo>
                    <a:pt x="801030" y="1252061"/>
                  </a:lnTo>
                  <a:lnTo>
                    <a:pt x="834383" y="1220631"/>
                  </a:lnTo>
                  <a:lnTo>
                    <a:pt x="861465" y="1184270"/>
                  </a:lnTo>
                  <a:lnTo>
                    <a:pt x="881463" y="1143729"/>
                  </a:lnTo>
                  <a:lnTo>
                    <a:pt x="893564" y="1099757"/>
                  </a:lnTo>
                  <a:lnTo>
                    <a:pt x="897983" y="1099757"/>
                  </a:lnTo>
                  <a:lnTo>
                    <a:pt x="923368" y="1131659"/>
                  </a:lnTo>
                  <a:lnTo>
                    <a:pt x="955139" y="1159289"/>
                  </a:lnTo>
                  <a:lnTo>
                    <a:pt x="992465" y="1181966"/>
                  </a:lnTo>
                  <a:lnTo>
                    <a:pt x="1034517" y="1199008"/>
                  </a:lnTo>
                  <a:lnTo>
                    <a:pt x="1080463" y="1209733"/>
                  </a:lnTo>
                  <a:lnTo>
                    <a:pt x="1129473" y="1213460"/>
                  </a:lnTo>
                  <a:lnTo>
                    <a:pt x="1181116" y="1209303"/>
                  </a:lnTo>
                  <a:lnTo>
                    <a:pt x="1229313" y="1197372"/>
                  </a:lnTo>
                  <a:lnTo>
                    <a:pt x="1273080" y="1178478"/>
                  </a:lnTo>
                  <a:lnTo>
                    <a:pt x="1311432" y="1153435"/>
                  </a:lnTo>
                  <a:lnTo>
                    <a:pt x="1343385" y="1123052"/>
                  </a:lnTo>
                  <a:lnTo>
                    <a:pt x="1367954" y="1088143"/>
                  </a:lnTo>
                  <a:lnTo>
                    <a:pt x="1384156" y="1049517"/>
                  </a:lnTo>
                  <a:lnTo>
                    <a:pt x="1435334" y="1034821"/>
                  </a:lnTo>
                  <a:lnTo>
                    <a:pt x="1483520" y="1017874"/>
                  </a:lnTo>
                  <a:lnTo>
                    <a:pt x="1528523" y="998562"/>
                  </a:lnTo>
                  <a:lnTo>
                    <a:pt x="1570151" y="976773"/>
                  </a:lnTo>
                  <a:lnTo>
                    <a:pt x="1608212" y="952393"/>
                  </a:lnTo>
                  <a:lnTo>
                    <a:pt x="1642514" y="925308"/>
                  </a:lnTo>
                  <a:lnTo>
                    <a:pt x="1672865" y="895404"/>
                  </a:lnTo>
                  <a:lnTo>
                    <a:pt x="1699073" y="862569"/>
                  </a:lnTo>
                  <a:lnTo>
                    <a:pt x="1720947" y="826688"/>
                  </a:lnTo>
                  <a:lnTo>
                    <a:pt x="1738294" y="787648"/>
                  </a:lnTo>
                  <a:lnTo>
                    <a:pt x="1750922" y="745336"/>
                  </a:lnTo>
                  <a:lnTo>
                    <a:pt x="1758640" y="699638"/>
                  </a:lnTo>
                  <a:lnTo>
                    <a:pt x="1761255" y="650440"/>
                  </a:lnTo>
                  <a:lnTo>
                    <a:pt x="1759522" y="609287"/>
                  </a:lnTo>
                  <a:lnTo>
                    <a:pt x="1754393" y="568816"/>
                  </a:lnTo>
                  <a:lnTo>
                    <a:pt x="1745970" y="529104"/>
                  </a:lnTo>
                  <a:lnTo>
                    <a:pt x="1734356" y="490227"/>
                  </a:lnTo>
                  <a:lnTo>
                    <a:pt x="1719656" y="452261"/>
                  </a:lnTo>
                  <a:lnTo>
                    <a:pt x="1701972" y="415282"/>
                  </a:lnTo>
                  <a:lnTo>
                    <a:pt x="1681407" y="379365"/>
                  </a:lnTo>
                  <a:lnTo>
                    <a:pt x="1658064" y="344588"/>
                  </a:lnTo>
                  <a:lnTo>
                    <a:pt x="1632047" y="311025"/>
                  </a:lnTo>
                  <a:lnTo>
                    <a:pt x="1603459" y="278753"/>
                  </a:lnTo>
                  <a:lnTo>
                    <a:pt x="1572403" y="247849"/>
                  </a:lnTo>
                  <a:lnTo>
                    <a:pt x="1538983" y="218387"/>
                  </a:lnTo>
                  <a:lnTo>
                    <a:pt x="1503301" y="190444"/>
                  </a:lnTo>
                  <a:lnTo>
                    <a:pt x="1465460" y="164096"/>
                  </a:lnTo>
                  <a:lnTo>
                    <a:pt x="1425565" y="139419"/>
                  </a:lnTo>
                  <a:lnTo>
                    <a:pt x="1383717" y="116489"/>
                  </a:lnTo>
                  <a:lnTo>
                    <a:pt x="1340021" y="95382"/>
                  </a:lnTo>
                  <a:lnTo>
                    <a:pt x="1294579" y="76175"/>
                  </a:lnTo>
                  <a:lnTo>
                    <a:pt x="1247495" y="58942"/>
                  </a:lnTo>
                  <a:lnTo>
                    <a:pt x="1198872" y="43760"/>
                  </a:lnTo>
                  <a:lnTo>
                    <a:pt x="1148813" y="30706"/>
                  </a:lnTo>
                  <a:lnTo>
                    <a:pt x="1097421" y="19854"/>
                  </a:lnTo>
                  <a:lnTo>
                    <a:pt x="1044800" y="11282"/>
                  </a:lnTo>
                  <a:lnTo>
                    <a:pt x="991052" y="5065"/>
                  </a:lnTo>
                  <a:lnTo>
                    <a:pt x="936281" y="1278"/>
                  </a:lnTo>
                  <a:lnTo>
                    <a:pt x="88059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17496756" y="2097706"/>
            <a:ext cx="1553210" cy="2953385"/>
            <a:chOff x="17496756" y="2097706"/>
            <a:chExt cx="1553210" cy="2953385"/>
          </a:xfrm>
        </p:grpSpPr>
        <p:sp>
          <p:nvSpPr>
            <p:cNvPr id="55" name="object 55" descr=""/>
            <p:cNvSpPr/>
            <p:nvPr/>
          </p:nvSpPr>
          <p:spPr>
            <a:xfrm>
              <a:off x="17496756" y="2097706"/>
              <a:ext cx="1553210" cy="1793239"/>
            </a:xfrm>
            <a:custGeom>
              <a:avLst/>
              <a:gdLst/>
              <a:ahLst/>
              <a:cxnLst/>
              <a:rect l="l" t="t" r="r" b="b"/>
              <a:pathLst>
                <a:path w="1553209" h="1793239">
                  <a:moveTo>
                    <a:pt x="628734" y="0"/>
                  </a:moveTo>
                  <a:lnTo>
                    <a:pt x="585684" y="1769"/>
                  </a:lnTo>
                  <a:lnTo>
                    <a:pt x="543413" y="7003"/>
                  </a:lnTo>
                  <a:lnTo>
                    <a:pt x="502015" y="15586"/>
                  </a:lnTo>
                  <a:lnTo>
                    <a:pt x="461583" y="27404"/>
                  </a:lnTo>
                  <a:lnTo>
                    <a:pt x="422210" y="42342"/>
                  </a:lnTo>
                  <a:lnTo>
                    <a:pt x="383991" y="60287"/>
                  </a:lnTo>
                  <a:lnTo>
                    <a:pt x="347019" y="81125"/>
                  </a:lnTo>
                  <a:lnTo>
                    <a:pt x="311388" y="104740"/>
                  </a:lnTo>
                  <a:lnTo>
                    <a:pt x="277191" y="131019"/>
                  </a:lnTo>
                  <a:lnTo>
                    <a:pt x="244522" y="159848"/>
                  </a:lnTo>
                  <a:lnTo>
                    <a:pt x="213474" y="191111"/>
                  </a:lnTo>
                  <a:lnTo>
                    <a:pt x="184142" y="224696"/>
                  </a:lnTo>
                  <a:lnTo>
                    <a:pt x="156618" y="260487"/>
                  </a:lnTo>
                  <a:lnTo>
                    <a:pt x="130996" y="298370"/>
                  </a:lnTo>
                  <a:lnTo>
                    <a:pt x="107371" y="338231"/>
                  </a:lnTo>
                  <a:lnTo>
                    <a:pt x="85834" y="379956"/>
                  </a:lnTo>
                  <a:lnTo>
                    <a:pt x="66481" y="423431"/>
                  </a:lnTo>
                  <a:lnTo>
                    <a:pt x="49405" y="468540"/>
                  </a:lnTo>
                  <a:lnTo>
                    <a:pt x="34699" y="515171"/>
                  </a:lnTo>
                  <a:lnTo>
                    <a:pt x="22457" y="563208"/>
                  </a:lnTo>
                  <a:lnTo>
                    <a:pt x="12772" y="612538"/>
                  </a:lnTo>
                  <a:lnTo>
                    <a:pt x="5739" y="663046"/>
                  </a:lnTo>
                  <a:lnTo>
                    <a:pt x="1450" y="714617"/>
                  </a:lnTo>
                  <a:lnTo>
                    <a:pt x="0" y="767138"/>
                  </a:lnTo>
                  <a:lnTo>
                    <a:pt x="1449" y="819660"/>
                  </a:lnTo>
                  <a:lnTo>
                    <a:pt x="5736" y="871231"/>
                  </a:lnTo>
                  <a:lnTo>
                    <a:pt x="12767" y="921739"/>
                  </a:lnTo>
                  <a:lnTo>
                    <a:pt x="22449" y="971069"/>
                  </a:lnTo>
                  <a:lnTo>
                    <a:pt x="34687" y="1019106"/>
                  </a:lnTo>
                  <a:lnTo>
                    <a:pt x="49389" y="1065737"/>
                  </a:lnTo>
                  <a:lnTo>
                    <a:pt x="66460" y="1110846"/>
                  </a:lnTo>
                  <a:lnTo>
                    <a:pt x="85809" y="1154321"/>
                  </a:lnTo>
                  <a:lnTo>
                    <a:pt x="107340" y="1196046"/>
                  </a:lnTo>
                  <a:lnTo>
                    <a:pt x="130961" y="1235907"/>
                  </a:lnTo>
                  <a:lnTo>
                    <a:pt x="156579" y="1273790"/>
                  </a:lnTo>
                  <a:lnTo>
                    <a:pt x="184099" y="1309581"/>
                  </a:lnTo>
                  <a:lnTo>
                    <a:pt x="213428" y="1343166"/>
                  </a:lnTo>
                  <a:lnTo>
                    <a:pt x="244473" y="1374429"/>
                  </a:lnTo>
                  <a:lnTo>
                    <a:pt x="277141" y="1403258"/>
                  </a:lnTo>
                  <a:lnTo>
                    <a:pt x="311337" y="1429537"/>
                  </a:lnTo>
                  <a:lnTo>
                    <a:pt x="346969" y="1453152"/>
                  </a:lnTo>
                  <a:lnTo>
                    <a:pt x="383943" y="1473989"/>
                  </a:lnTo>
                  <a:lnTo>
                    <a:pt x="422165" y="1491935"/>
                  </a:lnTo>
                  <a:lnTo>
                    <a:pt x="461543" y="1506873"/>
                  </a:lnTo>
                  <a:lnTo>
                    <a:pt x="501982" y="1518691"/>
                  </a:lnTo>
                  <a:lnTo>
                    <a:pt x="543389" y="1527274"/>
                  </a:lnTo>
                  <a:lnTo>
                    <a:pt x="585671" y="1532507"/>
                  </a:lnTo>
                  <a:lnTo>
                    <a:pt x="628734" y="1534277"/>
                  </a:lnTo>
                  <a:lnTo>
                    <a:pt x="679871" y="1531760"/>
                  </a:lnTo>
                  <a:lnTo>
                    <a:pt x="730403" y="1524304"/>
                  </a:lnTo>
                  <a:lnTo>
                    <a:pt x="779970" y="1511978"/>
                  </a:lnTo>
                  <a:lnTo>
                    <a:pt x="828215" y="1494855"/>
                  </a:lnTo>
                  <a:lnTo>
                    <a:pt x="839919" y="1540764"/>
                  </a:lnTo>
                  <a:lnTo>
                    <a:pt x="857078" y="1583965"/>
                  </a:lnTo>
                  <a:lnTo>
                    <a:pt x="879271" y="1624107"/>
                  </a:lnTo>
                  <a:lnTo>
                    <a:pt x="906076" y="1660839"/>
                  </a:lnTo>
                  <a:lnTo>
                    <a:pt x="937071" y="1693812"/>
                  </a:lnTo>
                  <a:lnTo>
                    <a:pt x="971835" y="1722674"/>
                  </a:lnTo>
                  <a:lnTo>
                    <a:pt x="1009946" y="1747077"/>
                  </a:lnTo>
                  <a:lnTo>
                    <a:pt x="1050983" y="1766670"/>
                  </a:lnTo>
                  <a:lnTo>
                    <a:pt x="1094524" y="1781103"/>
                  </a:lnTo>
                  <a:lnTo>
                    <a:pt x="1140146" y="1790025"/>
                  </a:lnTo>
                  <a:lnTo>
                    <a:pt x="1187429" y="1793086"/>
                  </a:lnTo>
                  <a:lnTo>
                    <a:pt x="1233284" y="1790252"/>
                  </a:lnTo>
                  <a:lnTo>
                    <a:pt x="1277441" y="1781950"/>
                  </a:lnTo>
                  <a:lnTo>
                    <a:pt x="1319557" y="1768521"/>
                  </a:lnTo>
                  <a:lnTo>
                    <a:pt x="1359290" y="1750308"/>
                  </a:lnTo>
                  <a:lnTo>
                    <a:pt x="1396297" y="1727654"/>
                  </a:lnTo>
                  <a:lnTo>
                    <a:pt x="1430235" y="1700901"/>
                  </a:lnTo>
                  <a:lnTo>
                    <a:pt x="1460762" y="1670392"/>
                  </a:lnTo>
                  <a:lnTo>
                    <a:pt x="1487534" y="1636469"/>
                  </a:lnTo>
                  <a:lnTo>
                    <a:pt x="1510210" y="1599474"/>
                  </a:lnTo>
                  <a:lnTo>
                    <a:pt x="1528447" y="1559751"/>
                  </a:lnTo>
                  <a:lnTo>
                    <a:pt x="1541901" y="1517641"/>
                  </a:lnTo>
                  <a:lnTo>
                    <a:pt x="1550231" y="1473487"/>
                  </a:lnTo>
                  <a:lnTo>
                    <a:pt x="1553094" y="1427631"/>
                  </a:lnTo>
                  <a:lnTo>
                    <a:pt x="1550033" y="1380002"/>
                  </a:lnTo>
                  <a:lnTo>
                    <a:pt x="1541059" y="1334169"/>
                  </a:lnTo>
                  <a:lnTo>
                    <a:pt x="1526550" y="1290531"/>
                  </a:lnTo>
                  <a:lnTo>
                    <a:pt x="1506882" y="1249489"/>
                  </a:lnTo>
                  <a:lnTo>
                    <a:pt x="1482433" y="1211443"/>
                  </a:lnTo>
                  <a:lnTo>
                    <a:pt x="1453580" y="1176794"/>
                  </a:lnTo>
                  <a:lnTo>
                    <a:pt x="1420698" y="1145940"/>
                  </a:lnTo>
                  <a:lnTo>
                    <a:pt x="1384166" y="1119282"/>
                  </a:lnTo>
                  <a:lnTo>
                    <a:pt x="1344361" y="1097221"/>
                  </a:lnTo>
                  <a:lnTo>
                    <a:pt x="1301659" y="1080157"/>
                  </a:lnTo>
                  <a:lnTo>
                    <a:pt x="1256437" y="1068488"/>
                  </a:lnTo>
                  <a:lnTo>
                    <a:pt x="1209073" y="1062616"/>
                  </a:lnTo>
                  <a:lnTo>
                    <a:pt x="1223878" y="1014666"/>
                  </a:lnTo>
                  <a:lnTo>
                    <a:pt x="1236010" y="966049"/>
                  </a:lnTo>
                  <a:lnTo>
                    <a:pt x="1245451" y="916876"/>
                  </a:lnTo>
                  <a:lnTo>
                    <a:pt x="1252182" y="867259"/>
                  </a:lnTo>
                  <a:lnTo>
                    <a:pt x="1256183" y="817309"/>
                  </a:lnTo>
                  <a:lnTo>
                    <a:pt x="1257438" y="767138"/>
                  </a:lnTo>
                  <a:lnTo>
                    <a:pt x="1255987" y="714617"/>
                  </a:lnTo>
                  <a:lnTo>
                    <a:pt x="1251699" y="663046"/>
                  </a:lnTo>
                  <a:lnTo>
                    <a:pt x="1244666" y="612538"/>
                  </a:lnTo>
                  <a:lnTo>
                    <a:pt x="1234983" y="563208"/>
                  </a:lnTo>
                  <a:lnTo>
                    <a:pt x="1222742" y="515171"/>
                  </a:lnTo>
                  <a:lnTo>
                    <a:pt x="1208037" y="468540"/>
                  </a:lnTo>
                  <a:lnTo>
                    <a:pt x="1190962" y="423431"/>
                  </a:lnTo>
                  <a:lnTo>
                    <a:pt x="1171611" y="379956"/>
                  </a:lnTo>
                  <a:lnTo>
                    <a:pt x="1150076" y="338231"/>
                  </a:lnTo>
                  <a:lnTo>
                    <a:pt x="1126453" y="298370"/>
                  </a:lnTo>
                  <a:lnTo>
                    <a:pt x="1100833" y="260487"/>
                  </a:lnTo>
                  <a:lnTo>
                    <a:pt x="1073311" y="224696"/>
                  </a:lnTo>
                  <a:lnTo>
                    <a:pt x="1043980" y="191111"/>
                  </a:lnTo>
                  <a:lnTo>
                    <a:pt x="1012935" y="159848"/>
                  </a:lnTo>
                  <a:lnTo>
                    <a:pt x="980267" y="131019"/>
                  </a:lnTo>
                  <a:lnTo>
                    <a:pt x="946072" y="104740"/>
                  </a:lnTo>
                  <a:lnTo>
                    <a:pt x="910443" y="81125"/>
                  </a:lnTo>
                  <a:lnTo>
                    <a:pt x="873472" y="60287"/>
                  </a:lnTo>
                  <a:lnTo>
                    <a:pt x="835255" y="42342"/>
                  </a:lnTo>
                  <a:lnTo>
                    <a:pt x="795884" y="27404"/>
                  </a:lnTo>
                  <a:lnTo>
                    <a:pt x="755452" y="15586"/>
                  </a:lnTo>
                  <a:lnTo>
                    <a:pt x="714055" y="7003"/>
                  </a:lnTo>
                  <a:lnTo>
                    <a:pt x="671784" y="1769"/>
                  </a:lnTo>
                  <a:lnTo>
                    <a:pt x="628734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7729213" y="3867018"/>
              <a:ext cx="530225" cy="498475"/>
            </a:xfrm>
            <a:custGeom>
              <a:avLst/>
              <a:gdLst/>
              <a:ahLst/>
              <a:cxnLst/>
              <a:rect l="l" t="t" r="r" b="b"/>
              <a:pathLst>
                <a:path w="530225" h="498475">
                  <a:moveTo>
                    <a:pt x="265112" y="0"/>
                  </a:moveTo>
                  <a:lnTo>
                    <a:pt x="217458" y="4014"/>
                  </a:lnTo>
                  <a:lnTo>
                    <a:pt x="172607" y="15588"/>
                  </a:lnTo>
                  <a:lnTo>
                    <a:pt x="131306" y="34018"/>
                  </a:lnTo>
                  <a:lnTo>
                    <a:pt x="94305" y="58601"/>
                  </a:lnTo>
                  <a:lnTo>
                    <a:pt x="62352" y="88631"/>
                  </a:lnTo>
                  <a:lnTo>
                    <a:pt x="36196" y="123407"/>
                  </a:lnTo>
                  <a:lnTo>
                    <a:pt x="16586" y="162224"/>
                  </a:lnTo>
                  <a:lnTo>
                    <a:pt x="4271" y="204377"/>
                  </a:lnTo>
                  <a:lnTo>
                    <a:pt x="0" y="249165"/>
                  </a:lnTo>
                  <a:lnTo>
                    <a:pt x="4271" y="293952"/>
                  </a:lnTo>
                  <a:lnTo>
                    <a:pt x="16586" y="336104"/>
                  </a:lnTo>
                  <a:lnTo>
                    <a:pt x="36196" y="374920"/>
                  </a:lnTo>
                  <a:lnTo>
                    <a:pt x="62352" y="409694"/>
                  </a:lnTo>
                  <a:lnTo>
                    <a:pt x="94305" y="439723"/>
                  </a:lnTo>
                  <a:lnTo>
                    <a:pt x="131306" y="464303"/>
                  </a:lnTo>
                  <a:lnTo>
                    <a:pt x="172607" y="482732"/>
                  </a:lnTo>
                  <a:lnTo>
                    <a:pt x="217458" y="494305"/>
                  </a:lnTo>
                  <a:lnTo>
                    <a:pt x="265112" y="498319"/>
                  </a:lnTo>
                  <a:lnTo>
                    <a:pt x="312765" y="494305"/>
                  </a:lnTo>
                  <a:lnTo>
                    <a:pt x="357617" y="482732"/>
                  </a:lnTo>
                  <a:lnTo>
                    <a:pt x="398918" y="464303"/>
                  </a:lnTo>
                  <a:lnTo>
                    <a:pt x="435919" y="439723"/>
                  </a:lnTo>
                  <a:lnTo>
                    <a:pt x="467872" y="409694"/>
                  </a:lnTo>
                  <a:lnTo>
                    <a:pt x="494028" y="374920"/>
                  </a:lnTo>
                  <a:lnTo>
                    <a:pt x="513638" y="336104"/>
                  </a:lnTo>
                  <a:lnTo>
                    <a:pt x="525953" y="293952"/>
                  </a:lnTo>
                  <a:lnTo>
                    <a:pt x="530224" y="249165"/>
                  </a:lnTo>
                  <a:lnTo>
                    <a:pt x="525953" y="204377"/>
                  </a:lnTo>
                  <a:lnTo>
                    <a:pt x="513638" y="162224"/>
                  </a:lnTo>
                  <a:lnTo>
                    <a:pt x="494028" y="123407"/>
                  </a:lnTo>
                  <a:lnTo>
                    <a:pt x="467872" y="88631"/>
                  </a:lnTo>
                  <a:lnTo>
                    <a:pt x="435919" y="58601"/>
                  </a:lnTo>
                  <a:lnTo>
                    <a:pt x="398918" y="34018"/>
                  </a:lnTo>
                  <a:lnTo>
                    <a:pt x="357617" y="15588"/>
                  </a:lnTo>
                  <a:lnTo>
                    <a:pt x="312765" y="4014"/>
                  </a:lnTo>
                  <a:lnTo>
                    <a:pt x="265112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818638" y="2952271"/>
              <a:ext cx="166801" cy="166801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8125404" y="2569918"/>
              <a:ext cx="0" cy="2480945"/>
            </a:xfrm>
            <a:custGeom>
              <a:avLst/>
              <a:gdLst/>
              <a:ahLst/>
              <a:cxnLst/>
              <a:rect l="l" t="t" r="r" b="b"/>
              <a:pathLst>
                <a:path w="0" h="2480945">
                  <a:moveTo>
                    <a:pt x="0" y="0"/>
                  </a:moveTo>
                  <a:lnTo>
                    <a:pt x="0" y="2480898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7950786" y="2485620"/>
              <a:ext cx="174625" cy="462915"/>
            </a:xfrm>
            <a:custGeom>
              <a:avLst/>
              <a:gdLst/>
              <a:ahLst/>
              <a:cxnLst/>
              <a:rect l="l" t="t" r="r" b="b"/>
              <a:pathLst>
                <a:path w="174625" h="462914">
                  <a:moveTo>
                    <a:pt x="0" y="0"/>
                  </a:moveTo>
                  <a:lnTo>
                    <a:pt x="0" y="288064"/>
                  </a:lnTo>
                  <a:lnTo>
                    <a:pt x="6681" y="329723"/>
                  </a:lnTo>
                  <a:lnTo>
                    <a:pt x="25355" y="365914"/>
                  </a:lnTo>
                  <a:lnTo>
                    <a:pt x="53855" y="394464"/>
                  </a:lnTo>
                  <a:lnTo>
                    <a:pt x="90013" y="413202"/>
                  </a:lnTo>
                  <a:lnTo>
                    <a:pt x="131660" y="419955"/>
                  </a:lnTo>
                  <a:lnTo>
                    <a:pt x="148424" y="423322"/>
                  </a:lnTo>
                  <a:lnTo>
                    <a:pt x="162050" y="432505"/>
                  </a:lnTo>
                  <a:lnTo>
                    <a:pt x="171242" y="446124"/>
                  </a:lnTo>
                  <a:lnTo>
                    <a:pt x="174622" y="462802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7993139" y="4097565"/>
              <a:ext cx="132080" cy="420370"/>
            </a:xfrm>
            <a:custGeom>
              <a:avLst/>
              <a:gdLst/>
              <a:ahLst/>
              <a:cxnLst/>
              <a:rect l="l" t="t" r="r" b="b"/>
              <a:pathLst>
                <a:path w="132080" h="420370">
                  <a:moveTo>
                    <a:pt x="0" y="0"/>
                  </a:moveTo>
                  <a:lnTo>
                    <a:pt x="0" y="288064"/>
                  </a:lnTo>
                  <a:lnTo>
                    <a:pt x="6703" y="329701"/>
                  </a:lnTo>
                  <a:lnTo>
                    <a:pt x="25393" y="365864"/>
                  </a:lnTo>
                  <a:lnTo>
                    <a:pt x="53899" y="394383"/>
                  </a:lnTo>
                  <a:lnTo>
                    <a:pt x="90052" y="413087"/>
                  </a:lnTo>
                  <a:lnTo>
                    <a:pt x="131681" y="419809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8125404" y="2551508"/>
              <a:ext cx="140970" cy="229235"/>
            </a:xfrm>
            <a:custGeom>
              <a:avLst/>
              <a:gdLst/>
              <a:ahLst/>
              <a:cxnLst/>
              <a:rect l="l" t="t" r="r" b="b"/>
              <a:pathLst>
                <a:path w="140969" h="229235">
                  <a:moveTo>
                    <a:pt x="0" y="229040"/>
                  </a:moveTo>
                  <a:lnTo>
                    <a:pt x="4403" y="185336"/>
                  </a:lnTo>
                  <a:lnTo>
                    <a:pt x="17273" y="143788"/>
                  </a:lnTo>
                  <a:lnTo>
                    <a:pt x="38100" y="105606"/>
                  </a:lnTo>
                  <a:lnTo>
                    <a:pt x="66374" y="71997"/>
                  </a:lnTo>
                  <a:lnTo>
                    <a:pt x="140456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8125401" y="3243234"/>
              <a:ext cx="275590" cy="411480"/>
            </a:xfrm>
            <a:custGeom>
              <a:avLst/>
              <a:gdLst/>
              <a:ahLst/>
              <a:cxnLst/>
              <a:rect l="l" t="t" r="r" b="b"/>
              <a:pathLst>
                <a:path w="275590" h="411479">
                  <a:moveTo>
                    <a:pt x="275593" y="0"/>
                  </a:moveTo>
                  <a:lnTo>
                    <a:pt x="151409" y="98248"/>
                  </a:lnTo>
                  <a:lnTo>
                    <a:pt x="112907" y="133011"/>
                  </a:lnTo>
                  <a:lnTo>
                    <a:pt x="79566" y="172046"/>
                  </a:lnTo>
                  <a:lnTo>
                    <a:pt x="51664" y="214776"/>
                  </a:lnTo>
                  <a:lnTo>
                    <a:pt x="29478" y="260628"/>
                  </a:lnTo>
                  <a:lnTo>
                    <a:pt x="13286" y="309026"/>
                  </a:lnTo>
                  <a:lnTo>
                    <a:pt x="3368" y="359395"/>
                  </a:lnTo>
                  <a:lnTo>
                    <a:pt x="0" y="41116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8125404" y="3540302"/>
              <a:ext cx="478155" cy="729615"/>
            </a:xfrm>
            <a:custGeom>
              <a:avLst/>
              <a:gdLst/>
              <a:ahLst/>
              <a:cxnLst/>
              <a:rect l="l" t="t" r="r" b="b"/>
              <a:pathLst>
                <a:path w="478155" h="729614">
                  <a:moveTo>
                    <a:pt x="0" y="729014"/>
                  </a:moveTo>
                  <a:lnTo>
                    <a:pt x="5997" y="684379"/>
                  </a:lnTo>
                  <a:lnTo>
                    <a:pt x="22923" y="644271"/>
                  </a:lnTo>
                  <a:lnTo>
                    <a:pt x="49176" y="610290"/>
                  </a:lnTo>
                  <a:lnTo>
                    <a:pt x="83157" y="584036"/>
                  </a:lnTo>
                  <a:lnTo>
                    <a:pt x="123265" y="567111"/>
                  </a:lnTo>
                  <a:lnTo>
                    <a:pt x="167900" y="561113"/>
                  </a:lnTo>
                  <a:lnTo>
                    <a:pt x="198789" y="561113"/>
                  </a:lnTo>
                  <a:lnTo>
                    <a:pt x="244005" y="557468"/>
                  </a:lnTo>
                  <a:lnTo>
                    <a:pt x="286898" y="546910"/>
                  </a:lnTo>
                  <a:lnTo>
                    <a:pt x="326895" y="530011"/>
                  </a:lnTo>
                  <a:lnTo>
                    <a:pt x="363421" y="507346"/>
                  </a:lnTo>
                  <a:lnTo>
                    <a:pt x="395902" y="479489"/>
                  </a:lnTo>
                  <a:lnTo>
                    <a:pt x="423766" y="447013"/>
                  </a:lnTo>
                  <a:lnTo>
                    <a:pt x="446438" y="410492"/>
                  </a:lnTo>
                  <a:lnTo>
                    <a:pt x="463345" y="370501"/>
                  </a:lnTo>
                  <a:lnTo>
                    <a:pt x="473912" y="327612"/>
                  </a:lnTo>
                  <a:lnTo>
                    <a:pt x="477566" y="282399"/>
                  </a:lnTo>
                  <a:lnTo>
                    <a:pt x="477566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8603003" y="3616497"/>
              <a:ext cx="175260" cy="196215"/>
            </a:xfrm>
            <a:custGeom>
              <a:avLst/>
              <a:gdLst/>
              <a:ahLst/>
              <a:cxnLst/>
              <a:rect l="l" t="t" r="r" b="b"/>
              <a:pathLst>
                <a:path w="175259" h="196214">
                  <a:moveTo>
                    <a:pt x="174989" y="0"/>
                  </a:moveTo>
                  <a:lnTo>
                    <a:pt x="174989" y="47851"/>
                  </a:lnTo>
                  <a:lnTo>
                    <a:pt x="169181" y="76618"/>
                  </a:lnTo>
                  <a:lnTo>
                    <a:pt x="153343" y="100109"/>
                  </a:lnTo>
                  <a:lnTo>
                    <a:pt x="129852" y="115947"/>
                  </a:lnTo>
                  <a:lnTo>
                    <a:pt x="101085" y="121755"/>
                  </a:lnTo>
                  <a:lnTo>
                    <a:pt x="73934" y="121755"/>
                  </a:lnTo>
                  <a:lnTo>
                    <a:pt x="45154" y="127566"/>
                  </a:lnTo>
                  <a:lnTo>
                    <a:pt x="21653" y="143413"/>
                  </a:lnTo>
                  <a:lnTo>
                    <a:pt x="5809" y="166914"/>
                  </a:lnTo>
                  <a:lnTo>
                    <a:pt x="0" y="19569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513500" y="3347570"/>
              <a:ext cx="102101" cy="22579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8746063" y="3460273"/>
              <a:ext cx="225425" cy="244475"/>
            </a:xfrm>
            <a:custGeom>
              <a:avLst/>
              <a:gdLst/>
              <a:ahLst/>
              <a:cxnLst/>
              <a:rect l="l" t="t" r="r" b="b"/>
              <a:pathLst>
                <a:path w="225425" h="244475">
                  <a:moveTo>
                    <a:pt x="126911" y="8737"/>
                  </a:moveTo>
                  <a:lnTo>
                    <a:pt x="41046" y="0"/>
                  </a:lnTo>
                  <a:lnTo>
                    <a:pt x="1905" y="14655"/>
                  </a:lnTo>
                  <a:lnTo>
                    <a:pt x="0" y="68491"/>
                  </a:lnTo>
                  <a:lnTo>
                    <a:pt x="25869" y="177304"/>
                  </a:lnTo>
                  <a:lnTo>
                    <a:pt x="126911" y="8737"/>
                  </a:lnTo>
                  <a:close/>
                </a:path>
                <a:path w="225425" h="244475">
                  <a:moveTo>
                    <a:pt x="225272" y="204406"/>
                  </a:moveTo>
                  <a:lnTo>
                    <a:pt x="171945" y="163004"/>
                  </a:lnTo>
                  <a:lnTo>
                    <a:pt x="137337" y="149212"/>
                  </a:lnTo>
                  <a:lnTo>
                    <a:pt x="106311" y="163004"/>
                  </a:lnTo>
                  <a:lnTo>
                    <a:pt x="63715" y="204406"/>
                  </a:lnTo>
                  <a:lnTo>
                    <a:pt x="126631" y="234315"/>
                  </a:lnTo>
                  <a:lnTo>
                    <a:pt x="164426" y="244284"/>
                  </a:lnTo>
                  <a:lnTo>
                    <a:pt x="192265" y="234315"/>
                  </a:lnTo>
                  <a:lnTo>
                    <a:pt x="225272" y="204406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309142" y="3188635"/>
              <a:ext cx="160895" cy="127259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903396" y="3664910"/>
              <a:ext cx="191062" cy="117221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871869" y="4135200"/>
              <a:ext cx="115797" cy="11388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586700" y="3962449"/>
              <a:ext cx="214422" cy="100241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896278" y="3044975"/>
              <a:ext cx="172821" cy="130547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191784" y="2485621"/>
              <a:ext cx="143533" cy="137880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934474" y="2365190"/>
              <a:ext cx="100418" cy="249887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760135" y="2485621"/>
              <a:ext cx="119409" cy="137880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14827493" y="8729457"/>
            <a:ext cx="1690370" cy="832485"/>
            <a:chOff x="14827493" y="8729457"/>
            <a:chExt cx="1690370" cy="832485"/>
          </a:xfrm>
        </p:grpSpPr>
        <p:sp>
          <p:nvSpPr>
            <p:cNvPr id="76" name="object 76" descr=""/>
            <p:cNvSpPr/>
            <p:nvPr/>
          </p:nvSpPr>
          <p:spPr>
            <a:xfrm>
              <a:off x="15274699" y="8729457"/>
              <a:ext cx="643255" cy="643890"/>
            </a:xfrm>
            <a:custGeom>
              <a:avLst/>
              <a:gdLst/>
              <a:ahLst/>
              <a:cxnLst/>
              <a:rect l="l" t="t" r="r" b="b"/>
              <a:pathLst>
                <a:path w="643255" h="643890">
                  <a:moveTo>
                    <a:pt x="321372" y="0"/>
                  </a:moveTo>
                  <a:lnTo>
                    <a:pt x="273881" y="3490"/>
                  </a:lnTo>
                  <a:lnTo>
                    <a:pt x="228554" y="13631"/>
                  </a:lnTo>
                  <a:lnTo>
                    <a:pt x="185888" y="29922"/>
                  </a:lnTo>
                  <a:lnTo>
                    <a:pt x="146380" y="51868"/>
                  </a:lnTo>
                  <a:lnTo>
                    <a:pt x="110527" y="78968"/>
                  </a:lnTo>
                  <a:lnTo>
                    <a:pt x="78826" y="110726"/>
                  </a:lnTo>
                  <a:lnTo>
                    <a:pt x="51774" y="146644"/>
                  </a:lnTo>
                  <a:lnTo>
                    <a:pt x="29868" y="186223"/>
                  </a:lnTo>
                  <a:lnTo>
                    <a:pt x="13606" y="228965"/>
                  </a:lnTo>
                  <a:lnTo>
                    <a:pt x="3484" y="274373"/>
                  </a:lnTo>
                  <a:lnTo>
                    <a:pt x="0" y="321948"/>
                  </a:lnTo>
                  <a:lnTo>
                    <a:pt x="3484" y="369520"/>
                  </a:lnTo>
                  <a:lnTo>
                    <a:pt x="13606" y="414926"/>
                  </a:lnTo>
                  <a:lnTo>
                    <a:pt x="29868" y="457666"/>
                  </a:lnTo>
                  <a:lnTo>
                    <a:pt x="51774" y="497244"/>
                  </a:lnTo>
                  <a:lnTo>
                    <a:pt x="78826" y="533160"/>
                  </a:lnTo>
                  <a:lnTo>
                    <a:pt x="110527" y="564918"/>
                  </a:lnTo>
                  <a:lnTo>
                    <a:pt x="146380" y="592018"/>
                  </a:lnTo>
                  <a:lnTo>
                    <a:pt x="185888" y="613963"/>
                  </a:lnTo>
                  <a:lnTo>
                    <a:pt x="228554" y="630255"/>
                  </a:lnTo>
                  <a:lnTo>
                    <a:pt x="273881" y="640395"/>
                  </a:lnTo>
                  <a:lnTo>
                    <a:pt x="321372" y="643886"/>
                  </a:lnTo>
                  <a:lnTo>
                    <a:pt x="368860" y="640395"/>
                  </a:lnTo>
                  <a:lnTo>
                    <a:pt x="414186" y="630255"/>
                  </a:lnTo>
                  <a:lnTo>
                    <a:pt x="456851" y="613963"/>
                  </a:lnTo>
                  <a:lnTo>
                    <a:pt x="496359" y="592018"/>
                  </a:lnTo>
                  <a:lnTo>
                    <a:pt x="532213" y="564918"/>
                  </a:lnTo>
                  <a:lnTo>
                    <a:pt x="563915" y="533160"/>
                  </a:lnTo>
                  <a:lnTo>
                    <a:pt x="590967" y="497244"/>
                  </a:lnTo>
                  <a:lnTo>
                    <a:pt x="612874" y="457666"/>
                  </a:lnTo>
                  <a:lnTo>
                    <a:pt x="629137" y="414926"/>
                  </a:lnTo>
                  <a:lnTo>
                    <a:pt x="639260" y="369520"/>
                  </a:lnTo>
                  <a:lnTo>
                    <a:pt x="642744" y="321948"/>
                  </a:lnTo>
                  <a:lnTo>
                    <a:pt x="639260" y="274373"/>
                  </a:lnTo>
                  <a:lnTo>
                    <a:pt x="629137" y="228965"/>
                  </a:lnTo>
                  <a:lnTo>
                    <a:pt x="612874" y="186223"/>
                  </a:lnTo>
                  <a:lnTo>
                    <a:pt x="590967" y="146644"/>
                  </a:lnTo>
                  <a:lnTo>
                    <a:pt x="563915" y="110726"/>
                  </a:lnTo>
                  <a:lnTo>
                    <a:pt x="532213" y="78968"/>
                  </a:lnTo>
                  <a:lnTo>
                    <a:pt x="496359" y="51868"/>
                  </a:lnTo>
                  <a:lnTo>
                    <a:pt x="456851" y="29922"/>
                  </a:lnTo>
                  <a:lnTo>
                    <a:pt x="414186" y="13631"/>
                  </a:lnTo>
                  <a:lnTo>
                    <a:pt x="368860" y="3490"/>
                  </a:lnTo>
                  <a:lnTo>
                    <a:pt x="32137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4827493" y="8970827"/>
              <a:ext cx="1690370" cy="418465"/>
            </a:xfrm>
            <a:custGeom>
              <a:avLst/>
              <a:gdLst/>
              <a:ahLst/>
              <a:cxnLst/>
              <a:rect l="l" t="t" r="r" b="b"/>
              <a:pathLst>
                <a:path w="1690369" h="418465">
                  <a:moveTo>
                    <a:pt x="645666" y="0"/>
                  </a:moveTo>
                  <a:lnTo>
                    <a:pt x="598019" y="4757"/>
                  </a:lnTo>
                  <a:lnTo>
                    <a:pt x="553834" y="18373"/>
                  </a:lnTo>
                  <a:lnTo>
                    <a:pt x="514156" y="39865"/>
                  </a:lnTo>
                  <a:lnTo>
                    <a:pt x="480027" y="68246"/>
                  </a:lnTo>
                  <a:lnTo>
                    <a:pt x="452491" y="102535"/>
                  </a:lnTo>
                  <a:lnTo>
                    <a:pt x="432590" y="141745"/>
                  </a:lnTo>
                  <a:lnTo>
                    <a:pt x="421369" y="184894"/>
                  </a:lnTo>
                  <a:lnTo>
                    <a:pt x="400974" y="171831"/>
                  </a:lnTo>
                  <a:lnTo>
                    <a:pt x="378885" y="162285"/>
                  </a:lnTo>
                  <a:lnTo>
                    <a:pt x="355548" y="156411"/>
                  </a:lnTo>
                  <a:lnTo>
                    <a:pt x="331413" y="154361"/>
                  </a:lnTo>
                  <a:lnTo>
                    <a:pt x="289821" y="160394"/>
                  </a:lnTo>
                  <a:lnTo>
                    <a:pt x="252261" y="177456"/>
                  </a:lnTo>
                  <a:lnTo>
                    <a:pt x="220125" y="203991"/>
                  </a:lnTo>
                  <a:lnTo>
                    <a:pt x="194803" y="238443"/>
                  </a:lnTo>
                  <a:lnTo>
                    <a:pt x="177685" y="279258"/>
                  </a:lnTo>
                  <a:lnTo>
                    <a:pt x="170162" y="324880"/>
                  </a:lnTo>
                  <a:lnTo>
                    <a:pt x="156073" y="316621"/>
                  </a:lnTo>
                  <a:lnTo>
                    <a:pt x="108886" y="305749"/>
                  </a:lnTo>
                  <a:lnTo>
                    <a:pt x="66504" y="314412"/>
                  </a:lnTo>
                  <a:lnTo>
                    <a:pt x="31893" y="338038"/>
                  </a:lnTo>
                  <a:lnTo>
                    <a:pt x="8557" y="373084"/>
                  </a:lnTo>
                  <a:lnTo>
                    <a:pt x="0" y="416008"/>
                  </a:lnTo>
                  <a:lnTo>
                    <a:pt x="0" y="418249"/>
                  </a:lnTo>
                  <a:lnTo>
                    <a:pt x="1689948" y="418311"/>
                  </a:lnTo>
                  <a:lnTo>
                    <a:pt x="1689948" y="408699"/>
                  </a:lnTo>
                  <a:lnTo>
                    <a:pt x="1671433" y="368953"/>
                  </a:lnTo>
                  <a:lnTo>
                    <a:pt x="1644169" y="334618"/>
                  </a:lnTo>
                  <a:lnTo>
                    <a:pt x="1594255" y="300832"/>
                  </a:lnTo>
                  <a:lnTo>
                    <a:pt x="1534822" y="288556"/>
                  </a:lnTo>
                  <a:lnTo>
                    <a:pt x="1514784" y="289911"/>
                  </a:lnTo>
                  <a:lnTo>
                    <a:pt x="1495187" y="293883"/>
                  </a:lnTo>
                  <a:lnTo>
                    <a:pt x="1476285" y="300404"/>
                  </a:lnTo>
                  <a:lnTo>
                    <a:pt x="1458332" y="309404"/>
                  </a:lnTo>
                  <a:lnTo>
                    <a:pt x="1440660" y="267833"/>
                  </a:lnTo>
                  <a:lnTo>
                    <a:pt x="1414689" y="232764"/>
                  </a:lnTo>
                  <a:lnTo>
                    <a:pt x="1381819" y="205769"/>
                  </a:lnTo>
                  <a:lnTo>
                    <a:pt x="1343451" y="188420"/>
                  </a:lnTo>
                  <a:lnTo>
                    <a:pt x="1300986" y="182287"/>
                  </a:lnTo>
                  <a:lnTo>
                    <a:pt x="1254043" y="189818"/>
                  </a:lnTo>
                  <a:lnTo>
                    <a:pt x="1212343" y="210974"/>
                  </a:lnTo>
                  <a:lnTo>
                    <a:pt x="1177816" y="243598"/>
                  </a:lnTo>
                  <a:lnTo>
                    <a:pt x="1152391" y="285531"/>
                  </a:lnTo>
                  <a:lnTo>
                    <a:pt x="1137996" y="334618"/>
                  </a:lnTo>
                  <a:lnTo>
                    <a:pt x="1025005" y="334618"/>
                  </a:lnTo>
                  <a:lnTo>
                    <a:pt x="1004710" y="296060"/>
                  </a:lnTo>
                  <a:lnTo>
                    <a:pt x="973394" y="266675"/>
                  </a:lnTo>
                  <a:lnTo>
                    <a:pt x="935646" y="247628"/>
                  </a:lnTo>
                  <a:lnTo>
                    <a:pt x="893197" y="240851"/>
                  </a:lnTo>
                  <a:lnTo>
                    <a:pt x="885501" y="240861"/>
                  </a:lnTo>
                  <a:lnTo>
                    <a:pt x="877816" y="241500"/>
                  </a:lnTo>
                  <a:lnTo>
                    <a:pt x="870224" y="242788"/>
                  </a:lnTo>
                  <a:lnTo>
                    <a:pt x="871069" y="235794"/>
                  </a:lnTo>
                  <a:lnTo>
                    <a:pt x="871672" y="228778"/>
                  </a:lnTo>
                  <a:lnTo>
                    <a:pt x="872035" y="221746"/>
                  </a:lnTo>
                  <a:lnTo>
                    <a:pt x="872161" y="214705"/>
                  </a:lnTo>
                  <a:lnTo>
                    <a:pt x="867559" y="171439"/>
                  </a:lnTo>
                  <a:lnTo>
                    <a:pt x="854360" y="131139"/>
                  </a:lnTo>
                  <a:lnTo>
                    <a:pt x="833475" y="94668"/>
                  </a:lnTo>
                  <a:lnTo>
                    <a:pt x="805817" y="62892"/>
                  </a:lnTo>
                  <a:lnTo>
                    <a:pt x="772295" y="36672"/>
                  </a:lnTo>
                  <a:lnTo>
                    <a:pt x="733822" y="16874"/>
                  </a:lnTo>
                  <a:lnTo>
                    <a:pt x="691308" y="4362"/>
                  </a:lnTo>
                  <a:lnTo>
                    <a:pt x="6456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011369" y="9426918"/>
              <a:ext cx="134561" cy="134561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16189460" y="9424165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26826" y="0"/>
                  </a:moveTo>
                  <a:lnTo>
                    <a:pt x="16384" y="2108"/>
                  </a:lnTo>
                  <a:lnTo>
                    <a:pt x="7857" y="7857"/>
                  </a:lnTo>
                  <a:lnTo>
                    <a:pt x="2108" y="16384"/>
                  </a:lnTo>
                  <a:lnTo>
                    <a:pt x="0" y="26826"/>
                  </a:lnTo>
                  <a:lnTo>
                    <a:pt x="2108" y="37274"/>
                  </a:lnTo>
                  <a:lnTo>
                    <a:pt x="7857" y="45804"/>
                  </a:lnTo>
                  <a:lnTo>
                    <a:pt x="16384" y="51555"/>
                  </a:lnTo>
                  <a:lnTo>
                    <a:pt x="26826" y="53663"/>
                  </a:lnTo>
                  <a:lnTo>
                    <a:pt x="37268" y="51555"/>
                  </a:lnTo>
                  <a:lnTo>
                    <a:pt x="45795" y="45804"/>
                  </a:lnTo>
                  <a:lnTo>
                    <a:pt x="51544" y="37274"/>
                  </a:lnTo>
                  <a:lnTo>
                    <a:pt x="53652" y="26826"/>
                  </a:lnTo>
                  <a:lnTo>
                    <a:pt x="51544" y="16384"/>
                  </a:lnTo>
                  <a:lnTo>
                    <a:pt x="45795" y="7857"/>
                  </a:lnTo>
                  <a:lnTo>
                    <a:pt x="37268" y="2108"/>
                  </a:lnTo>
                  <a:lnTo>
                    <a:pt x="2682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913292" y="9269888"/>
              <a:ext cx="1179195" cy="89535"/>
            </a:xfrm>
            <a:custGeom>
              <a:avLst/>
              <a:gdLst/>
              <a:ahLst/>
              <a:cxnLst/>
              <a:rect l="l" t="t" r="r" b="b"/>
              <a:pathLst>
                <a:path w="1179194" h="89534">
                  <a:moveTo>
                    <a:pt x="35674" y="61823"/>
                  </a:moveTo>
                  <a:lnTo>
                    <a:pt x="27686" y="53848"/>
                  </a:lnTo>
                  <a:lnTo>
                    <a:pt x="17843" y="53848"/>
                  </a:lnTo>
                  <a:lnTo>
                    <a:pt x="7988" y="53848"/>
                  </a:lnTo>
                  <a:lnTo>
                    <a:pt x="0" y="61823"/>
                  </a:lnTo>
                  <a:lnTo>
                    <a:pt x="0" y="81534"/>
                  </a:lnTo>
                  <a:lnTo>
                    <a:pt x="7988" y="89509"/>
                  </a:lnTo>
                  <a:lnTo>
                    <a:pt x="27686" y="89509"/>
                  </a:lnTo>
                  <a:lnTo>
                    <a:pt x="35674" y="81534"/>
                  </a:lnTo>
                  <a:lnTo>
                    <a:pt x="35674" y="61823"/>
                  </a:lnTo>
                  <a:close/>
                </a:path>
                <a:path w="1179194" h="89534">
                  <a:moveTo>
                    <a:pt x="1178966" y="26822"/>
                  </a:moveTo>
                  <a:lnTo>
                    <a:pt x="1176858" y="16383"/>
                  </a:lnTo>
                  <a:lnTo>
                    <a:pt x="1171105" y="7861"/>
                  </a:lnTo>
                  <a:lnTo>
                    <a:pt x="1162583" y="2108"/>
                  </a:lnTo>
                  <a:lnTo>
                    <a:pt x="1152144" y="0"/>
                  </a:lnTo>
                  <a:lnTo>
                    <a:pt x="1141691" y="2108"/>
                  </a:lnTo>
                  <a:lnTo>
                    <a:pt x="1133170" y="7861"/>
                  </a:lnTo>
                  <a:lnTo>
                    <a:pt x="1127417" y="16383"/>
                  </a:lnTo>
                  <a:lnTo>
                    <a:pt x="1125308" y="26822"/>
                  </a:lnTo>
                  <a:lnTo>
                    <a:pt x="1127417" y="37274"/>
                  </a:lnTo>
                  <a:lnTo>
                    <a:pt x="1133170" y="45808"/>
                  </a:lnTo>
                  <a:lnTo>
                    <a:pt x="1141691" y="51549"/>
                  </a:lnTo>
                  <a:lnTo>
                    <a:pt x="1152144" y="53657"/>
                  </a:lnTo>
                  <a:lnTo>
                    <a:pt x="1162583" y="51549"/>
                  </a:lnTo>
                  <a:lnTo>
                    <a:pt x="1171105" y="45808"/>
                  </a:lnTo>
                  <a:lnTo>
                    <a:pt x="1176858" y="37274"/>
                  </a:lnTo>
                  <a:lnTo>
                    <a:pt x="1178966" y="26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21632" y="9089879"/>
              <a:ext cx="73379" cy="73379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11795054" y="6881319"/>
            <a:ext cx="833755" cy="2528570"/>
            <a:chOff x="11795054" y="6881319"/>
            <a:chExt cx="833755" cy="2528570"/>
          </a:xfrm>
        </p:grpSpPr>
        <p:pic>
          <p:nvPicPr>
            <p:cNvPr id="83" name="object 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795054" y="6881319"/>
              <a:ext cx="833440" cy="177447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2196854" y="7609682"/>
              <a:ext cx="0" cy="1800225"/>
            </a:xfrm>
            <a:custGeom>
              <a:avLst/>
              <a:gdLst/>
              <a:ahLst/>
              <a:cxnLst/>
              <a:rect l="l" t="t" r="r" b="b"/>
              <a:pathLst>
                <a:path w="0" h="1800225">
                  <a:moveTo>
                    <a:pt x="0" y="0"/>
                  </a:moveTo>
                  <a:lnTo>
                    <a:pt x="0" y="1799714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196857" y="7515516"/>
              <a:ext cx="130175" cy="577215"/>
            </a:xfrm>
            <a:custGeom>
              <a:avLst/>
              <a:gdLst/>
              <a:ahLst/>
              <a:cxnLst/>
              <a:rect l="l" t="t" r="r" b="b"/>
              <a:pathLst>
                <a:path w="130175" h="577215">
                  <a:moveTo>
                    <a:pt x="129870" y="0"/>
                  </a:moveTo>
                  <a:lnTo>
                    <a:pt x="129870" y="308985"/>
                  </a:lnTo>
                  <a:lnTo>
                    <a:pt x="126670" y="348034"/>
                  </a:lnTo>
                  <a:lnTo>
                    <a:pt x="117677" y="385943"/>
                  </a:lnTo>
                  <a:lnTo>
                    <a:pt x="103092" y="422073"/>
                  </a:lnTo>
                  <a:lnTo>
                    <a:pt x="83117" y="455787"/>
                  </a:lnTo>
                  <a:lnTo>
                    <a:pt x="0" y="576767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074045" y="7920356"/>
              <a:ext cx="124460" cy="328930"/>
            </a:xfrm>
            <a:custGeom>
              <a:avLst/>
              <a:gdLst/>
              <a:ahLst/>
              <a:cxnLst/>
              <a:rect l="l" t="t" r="r" b="b"/>
              <a:pathLst>
                <a:path w="124459" h="328929">
                  <a:moveTo>
                    <a:pt x="0" y="0"/>
                  </a:moveTo>
                  <a:lnTo>
                    <a:pt x="0" y="204559"/>
                  </a:lnTo>
                  <a:lnTo>
                    <a:pt x="7342" y="240971"/>
                  </a:lnTo>
                  <a:lnTo>
                    <a:pt x="27380" y="270707"/>
                  </a:lnTo>
                  <a:lnTo>
                    <a:pt x="57106" y="290758"/>
                  </a:lnTo>
                  <a:lnTo>
                    <a:pt x="93515" y="298116"/>
                  </a:lnTo>
                  <a:lnTo>
                    <a:pt x="105382" y="300509"/>
                  </a:lnTo>
                  <a:lnTo>
                    <a:pt x="115058" y="307033"/>
                  </a:lnTo>
                  <a:lnTo>
                    <a:pt x="121582" y="316709"/>
                  </a:lnTo>
                  <a:lnTo>
                    <a:pt x="123975" y="328555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066014" y="7805926"/>
              <a:ext cx="97440" cy="128823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079415" y="7456881"/>
              <a:ext cx="173760" cy="243343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983708" y="7983049"/>
              <a:ext cx="84772" cy="97913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320574" y="7426828"/>
              <a:ext cx="84772" cy="97913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193631" y="8327172"/>
              <a:ext cx="115389" cy="75346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17264639" y="6740708"/>
            <a:ext cx="1304290" cy="2684145"/>
            <a:chOff x="17264639" y="6740708"/>
            <a:chExt cx="1304290" cy="2684145"/>
          </a:xfrm>
        </p:grpSpPr>
        <p:sp>
          <p:nvSpPr>
            <p:cNvPr id="93" name="object 93" descr=""/>
            <p:cNvSpPr/>
            <p:nvPr/>
          </p:nvSpPr>
          <p:spPr>
            <a:xfrm>
              <a:off x="17264639" y="6740708"/>
              <a:ext cx="894715" cy="1904364"/>
            </a:xfrm>
            <a:custGeom>
              <a:avLst/>
              <a:gdLst/>
              <a:ahLst/>
              <a:cxnLst/>
              <a:rect l="l" t="t" r="r" b="b"/>
              <a:pathLst>
                <a:path w="894715" h="1904365">
                  <a:moveTo>
                    <a:pt x="447159" y="0"/>
                  </a:moveTo>
                  <a:lnTo>
                    <a:pt x="391274" y="22160"/>
                  </a:lnTo>
                  <a:lnTo>
                    <a:pt x="350045" y="59715"/>
                  </a:lnTo>
                  <a:lnTo>
                    <a:pt x="306869" y="113435"/>
                  </a:lnTo>
                  <a:lnTo>
                    <a:pt x="284880" y="145804"/>
                  </a:lnTo>
                  <a:lnTo>
                    <a:pt x="262800" y="181552"/>
                  </a:lnTo>
                  <a:lnTo>
                    <a:pt x="240760" y="220458"/>
                  </a:lnTo>
                  <a:lnTo>
                    <a:pt x="218893" y="262300"/>
                  </a:lnTo>
                  <a:lnTo>
                    <a:pt x="197329" y="306858"/>
                  </a:lnTo>
                  <a:lnTo>
                    <a:pt x="176202" y="353910"/>
                  </a:lnTo>
                  <a:lnTo>
                    <a:pt x="155642" y="403237"/>
                  </a:lnTo>
                  <a:lnTo>
                    <a:pt x="135781" y="454618"/>
                  </a:lnTo>
                  <a:lnTo>
                    <a:pt x="116752" y="507830"/>
                  </a:lnTo>
                  <a:lnTo>
                    <a:pt x="98686" y="562654"/>
                  </a:lnTo>
                  <a:lnTo>
                    <a:pt x="81715" y="618869"/>
                  </a:lnTo>
                  <a:lnTo>
                    <a:pt x="65971" y="676254"/>
                  </a:lnTo>
                  <a:lnTo>
                    <a:pt x="51586" y="734587"/>
                  </a:lnTo>
                  <a:lnTo>
                    <a:pt x="38690" y="793649"/>
                  </a:lnTo>
                  <a:lnTo>
                    <a:pt x="27417" y="853217"/>
                  </a:lnTo>
                  <a:lnTo>
                    <a:pt x="17898" y="913072"/>
                  </a:lnTo>
                  <a:lnTo>
                    <a:pt x="10265" y="972993"/>
                  </a:lnTo>
                  <a:lnTo>
                    <a:pt x="4650" y="1032758"/>
                  </a:lnTo>
                  <a:lnTo>
                    <a:pt x="1184" y="1092147"/>
                  </a:lnTo>
                  <a:lnTo>
                    <a:pt x="0" y="1150938"/>
                  </a:lnTo>
                  <a:lnTo>
                    <a:pt x="1345" y="1224026"/>
                  </a:lnTo>
                  <a:lnTo>
                    <a:pt x="5315" y="1293100"/>
                  </a:lnTo>
                  <a:lnTo>
                    <a:pt x="11811" y="1358204"/>
                  </a:lnTo>
                  <a:lnTo>
                    <a:pt x="20732" y="1419387"/>
                  </a:lnTo>
                  <a:lnTo>
                    <a:pt x="31979" y="1476693"/>
                  </a:lnTo>
                  <a:lnTo>
                    <a:pt x="45454" y="1530169"/>
                  </a:lnTo>
                  <a:lnTo>
                    <a:pt x="61055" y="1579861"/>
                  </a:lnTo>
                  <a:lnTo>
                    <a:pt x="78685" y="1625814"/>
                  </a:lnTo>
                  <a:lnTo>
                    <a:pt x="98243" y="1668076"/>
                  </a:lnTo>
                  <a:lnTo>
                    <a:pt x="119630" y="1706692"/>
                  </a:lnTo>
                  <a:lnTo>
                    <a:pt x="142747" y="1741708"/>
                  </a:lnTo>
                  <a:lnTo>
                    <a:pt x="167494" y="1773171"/>
                  </a:lnTo>
                  <a:lnTo>
                    <a:pt x="193771" y="1801126"/>
                  </a:lnTo>
                  <a:lnTo>
                    <a:pt x="250520" y="1846697"/>
                  </a:lnTo>
                  <a:lnTo>
                    <a:pt x="312198" y="1878792"/>
                  </a:lnTo>
                  <a:lnTo>
                    <a:pt x="378009" y="1897778"/>
                  </a:lnTo>
                  <a:lnTo>
                    <a:pt x="447159" y="1904025"/>
                  </a:lnTo>
                  <a:lnTo>
                    <a:pt x="482102" y="1902471"/>
                  </a:lnTo>
                  <a:lnTo>
                    <a:pt x="549683" y="1889901"/>
                  </a:lnTo>
                  <a:lnTo>
                    <a:pt x="613526" y="1864406"/>
                  </a:lnTo>
                  <a:lnTo>
                    <a:pt x="672837" y="1825619"/>
                  </a:lnTo>
                  <a:lnTo>
                    <a:pt x="726820" y="1773171"/>
                  </a:lnTo>
                  <a:lnTo>
                    <a:pt x="751565" y="1741708"/>
                  </a:lnTo>
                  <a:lnTo>
                    <a:pt x="774680" y="1706692"/>
                  </a:lnTo>
                  <a:lnTo>
                    <a:pt x="796065" y="1668076"/>
                  </a:lnTo>
                  <a:lnTo>
                    <a:pt x="815621" y="1625814"/>
                  </a:lnTo>
                  <a:lnTo>
                    <a:pt x="833249" y="1579861"/>
                  </a:lnTo>
                  <a:lnTo>
                    <a:pt x="848849" y="1530169"/>
                  </a:lnTo>
                  <a:lnTo>
                    <a:pt x="862322" y="1476693"/>
                  </a:lnTo>
                  <a:lnTo>
                    <a:pt x="873568" y="1419387"/>
                  </a:lnTo>
                  <a:lnTo>
                    <a:pt x="882488" y="1358204"/>
                  </a:lnTo>
                  <a:lnTo>
                    <a:pt x="888982" y="1293100"/>
                  </a:lnTo>
                  <a:lnTo>
                    <a:pt x="892952" y="1224026"/>
                  </a:lnTo>
                  <a:lnTo>
                    <a:pt x="894297" y="1150938"/>
                  </a:lnTo>
                  <a:lnTo>
                    <a:pt x="893169" y="1092147"/>
                  </a:lnTo>
                  <a:lnTo>
                    <a:pt x="889866" y="1032758"/>
                  </a:lnTo>
                  <a:lnTo>
                    <a:pt x="884505" y="972993"/>
                  </a:lnTo>
                  <a:lnTo>
                    <a:pt x="877205" y="913072"/>
                  </a:lnTo>
                  <a:lnTo>
                    <a:pt x="868085" y="853217"/>
                  </a:lnTo>
                  <a:lnTo>
                    <a:pt x="857264" y="793649"/>
                  </a:lnTo>
                  <a:lnTo>
                    <a:pt x="844860" y="734587"/>
                  </a:lnTo>
                  <a:lnTo>
                    <a:pt x="830992" y="676254"/>
                  </a:lnTo>
                  <a:lnTo>
                    <a:pt x="815779" y="618869"/>
                  </a:lnTo>
                  <a:lnTo>
                    <a:pt x="799339" y="562654"/>
                  </a:lnTo>
                  <a:lnTo>
                    <a:pt x="781791" y="507830"/>
                  </a:lnTo>
                  <a:lnTo>
                    <a:pt x="763253" y="454618"/>
                  </a:lnTo>
                  <a:lnTo>
                    <a:pt x="743845" y="403237"/>
                  </a:lnTo>
                  <a:lnTo>
                    <a:pt x="723685" y="353910"/>
                  </a:lnTo>
                  <a:lnTo>
                    <a:pt x="702891" y="306858"/>
                  </a:lnTo>
                  <a:lnTo>
                    <a:pt x="681583" y="262300"/>
                  </a:lnTo>
                  <a:lnTo>
                    <a:pt x="659878" y="220458"/>
                  </a:lnTo>
                  <a:lnTo>
                    <a:pt x="637897" y="181552"/>
                  </a:lnTo>
                  <a:lnTo>
                    <a:pt x="615756" y="145804"/>
                  </a:lnTo>
                  <a:lnTo>
                    <a:pt x="593576" y="113435"/>
                  </a:lnTo>
                  <a:lnTo>
                    <a:pt x="549569" y="59715"/>
                  </a:lnTo>
                  <a:lnTo>
                    <a:pt x="506826" y="22160"/>
                  </a:lnTo>
                  <a:lnTo>
                    <a:pt x="466297" y="2535"/>
                  </a:lnTo>
                  <a:lnTo>
                    <a:pt x="44715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7708385" y="7078825"/>
              <a:ext cx="0" cy="1931670"/>
            </a:xfrm>
            <a:custGeom>
              <a:avLst/>
              <a:gdLst/>
              <a:ahLst/>
              <a:cxnLst/>
              <a:rect l="l" t="t" r="r" b="b"/>
              <a:pathLst>
                <a:path w="0" h="1931670">
                  <a:moveTo>
                    <a:pt x="0" y="0"/>
                  </a:moveTo>
                  <a:lnTo>
                    <a:pt x="0" y="1931113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7708383" y="6977784"/>
              <a:ext cx="139700" cy="619125"/>
            </a:xfrm>
            <a:custGeom>
              <a:avLst/>
              <a:gdLst/>
              <a:ahLst/>
              <a:cxnLst/>
              <a:rect l="l" t="t" r="r" b="b"/>
              <a:pathLst>
                <a:path w="139700" h="619125">
                  <a:moveTo>
                    <a:pt x="139357" y="0"/>
                  </a:moveTo>
                  <a:lnTo>
                    <a:pt x="139357" y="331539"/>
                  </a:lnTo>
                  <a:lnTo>
                    <a:pt x="135924" y="373443"/>
                  </a:lnTo>
                  <a:lnTo>
                    <a:pt x="126273" y="414122"/>
                  </a:lnTo>
                  <a:lnTo>
                    <a:pt x="110623" y="452890"/>
                  </a:lnTo>
                  <a:lnTo>
                    <a:pt x="89191" y="489063"/>
                  </a:lnTo>
                  <a:lnTo>
                    <a:pt x="0" y="618881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7529289" y="8727260"/>
              <a:ext cx="1039494" cy="697865"/>
            </a:xfrm>
            <a:custGeom>
              <a:avLst/>
              <a:gdLst/>
              <a:ahLst/>
              <a:cxnLst/>
              <a:rect l="l" t="t" r="r" b="b"/>
              <a:pathLst>
                <a:path w="1039494" h="697865">
                  <a:moveTo>
                    <a:pt x="519753" y="0"/>
                  </a:moveTo>
                  <a:lnTo>
                    <a:pt x="469698" y="2268"/>
                  </a:lnTo>
                  <a:lnTo>
                    <a:pt x="420989" y="8935"/>
                  </a:lnTo>
                  <a:lnTo>
                    <a:pt x="373844" y="19793"/>
                  </a:lnTo>
                  <a:lnTo>
                    <a:pt x="328480" y="34634"/>
                  </a:lnTo>
                  <a:lnTo>
                    <a:pt x="285116" y="53251"/>
                  </a:lnTo>
                  <a:lnTo>
                    <a:pt x="243969" y="75436"/>
                  </a:lnTo>
                  <a:lnTo>
                    <a:pt x="205258" y="100981"/>
                  </a:lnTo>
                  <a:lnTo>
                    <a:pt x="169199" y="129679"/>
                  </a:lnTo>
                  <a:lnTo>
                    <a:pt x="136012" y="161322"/>
                  </a:lnTo>
                  <a:lnTo>
                    <a:pt x="105913" y="195702"/>
                  </a:lnTo>
                  <a:lnTo>
                    <a:pt x="79120" y="232612"/>
                  </a:lnTo>
                  <a:lnTo>
                    <a:pt x="55852" y="271844"/>
                  </a:lnTo>
                  <a:lnTo>
                    <a:pt x="36326" y="313190"/>
                  </a:lnTo>
                  <a:lnTo>
                    <a:pt x="20760" y="356443"/>
                  </a:lnTo>
                  <a:lnTo>
                    <a:pt x="9372" y="401395"/>
                  </a:lnTo>
                  <a:lnTo>
                    <a:pt x="2379" y="447838"/>
                  </a:lnTo>
                  <a:lnTo>
                    <a:pt x="0" y="495566"/>
                  </a:lnTo>
                  <a:lnTo>
                    <a:pt x="2847" y="547654"/>
                  </a:lnTo>
                  <a:lnTo>
                    <a:pt x="11367" y="598960"/>
                  </a:lnTo>
                  <a:lnTo>
                    <a:pt x="25457" y="649026"/>
                  </a:lnTo>
                  <a:lnTo>
                    <a:pt x="45014" y="697392"/>
                  </a:lnTo>
                  <a:lnTo>
                    <a:pt x="994493" y="697392"/>
                  </a:lnTo>
                  <a:lnTo>
                    <a:pt x="1014030" y="649026"/>
                  </a:lnTo>
                  <a:lnTo>
                    <a:pt x="1028108" y="598960"/>
                  </a:lnTo>
                  <a:lnTo>
                    <a:pt x="1036625" y="547654"/>
                  </a:lnTo>
                  <a:lnTo>
                    <a:pt x="1039476" y="495566"/>
                  </a:lnTo>
                  <a:lnTo>
                    <a:pt x="1037097" y="447848"/>
                  </a:lnTo>
                  <a:lnTo>
                    <a:pt x="1030104" y="401412"/>
                  </a:lnTo>
                  <a:lnTo>
                    <a:pt x="1018717" y="356466"/>
                  </a:lnTo>
                  <a:lnTo>
                    <a:pt x="1003152" y="313216"/>
                  </a:lnTo>
                  <a:lnTo>
                    <a:pt x="983628" y="271872"/>
                  </a:lnTo>
                  <a:lnTo>
                    <a:pt x="960361" y="232640"/>
                  </a:lnTo>
                  <a:lnTo>
                    <a:pt x="933571" y="195729"/>
                  </a:lnTo>
                  <a:lnTo>
                    <a:pt x="903474" y="161347"/>
                  </a:lnTo>
                  <a:lnTo>
                    <a:pt x="870289" y="129701"/>
                  </a:lnTo>
                  <a:lnTo>
                    <a:pt x="834233" y="101000"/>
                  </a:lnTo>
                  <a:lnTo>
                    <a:pt x="795524" y="75451"/>
                  </a:lnTo>
                  <a:lnTo>
                    <a:pt x="754379" y="53263"/>
                  </a:lnTo>
                  <a:lnTo>
                    <a:pt x="711018" y="34642"/>
                  </a:lnTo>
                  <a:lnTo>
                    <a:pt x="665657" y="19798"/>
                  </a:lnTo>
                  <a:lnTo>
                    <a:pt x="618514" y="8937"/>
                  </a:lnTo>
                  <a:lnTo>
                    <a:pt x="569807" y="2269"/>
                  </a:lnTo>
                  <a:lnTo>
                    <a:pt x="51975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/>
          <p:nvPr/>
        </p:nvSpPr>
        <p:spPr>
          <a:xfrm>
            <a:off x="13970093" y="8736793"/>
            <a:ext cx="690245" cy="691515"/>
          </a:xfrm>
          <a:custGeom>
            <a:avLst/>
            <a:gdLst/>
            <a:ahLst/>
            <a:cxnLst/>
            <a:rect l="l" t="t" r="r" b="b"/>
            <a:pathLst>
              <a:path w="690244" h="691515">
                <a:moveTo>
                  <a:pt x="345047" y="0"/>
                </a:moveTo>
                <a:lnTo>
                  <a:pt x="298225" y="3155"/>
                </a:lnTo>
                <a:lnTo>
                  <a:pt x="253317" y="12347"/>
                </a:lnTo>
                <a:lnTo>
                  <a:pt x="210736" y="27164"/>
                </a:lnTo>
                <a:lnTo>
                  <a:pt x="170892" y="47193"/>
                </a:lnTo>
                <a:lnTo>
                  <a:pt x="134196" y="72023"/>
                </a:lnTo>
                <a:lnTo>
                  <a:pt x="101059" y="101242"/>
                </a:lnTo>
                <a:lnTo>
                  <a:pt x="71893" y="134439"/>
                </a:lnTo>
                <a:lnTo>
                  <a:pt x="47107" y="171201"/>
                </a:lnTo>
                <a:lnTo>
                  <a:pt x="27114" y="211116"/>
                </a:lnTo>
                <a:lnTo>
                  <a:pt x="12325" y="253773"/>
                </a:lnTo>
                <a:lnTo>
                  <a:pt x="3149" y="298760"/>
                </a:lnTo>
                <a:lnTo>
                  <a:pt x="0" y="345664"/>
                </a:lnTo>
                <a:lnTo>
                  <a:pt x="3149" y="392571"/>
                </a:lnTo>
                <a:lnTo>
                  <a:pt x="12325" y="437560"/>
                </a:lnTo>
                <a:lnTo>
                  <a:pt x="27114" y="480219"/>
                </a:lnTo>
                <a:lnTo>
                  <a:pt x="47107" y="520135"/>
                </a:lnTo>
                <a:lnTo>
                  <a:pt x="71893" y="556898"/>
                </a:lnTo>
                <a:lnTo>
                  <a:pt x="101059" y="590095"/>
                </a:lnTo>
                <a:lnTo>
                  <a:pt x="134196" y="619315"/>
                </a:lnTo>
                <a:lnTo>
                  <a:pt x="170892" y="644146"/>
                </a:lnTo>
                <a:lnTo>
                  <a:pt x="210736" y="664175"/>
                </a:lnTo>
                <a:lnTo>
                  <a:pt x="253317" y="678992"/>
                </a:lnTo>
                <a:lnTo>
                  <a:pt x="298225" y="688184"/>
                </a:lnTo>
                <a:lnTo>
                  <a:pt x="345047" y="691340"/>
                </a:lnTo>
                <a:lnTo>
                  <a:pt x="391869" y="688184"/>
                </a:lnTo>
                <a:lnTo>
                  <a:pt x="436776" y="678992"/>
                </a:lnTo>
                <a:lnTo>
                  <a:pt x="479357" y="664175"/>
                </a:lnTo>
                <a:lnTo>
                  <a:pt x="519201" y="644146"/>
                </a:lnTo>
                <a:lnTo>
                  <a:pt x="555897" y="619315"/>
                </a:lnTo>
                <a:lnTo>
                  <a:pt x="589034" y="590095"/>
                </a:lnTo>
                <a:lnTo>
                  <a:pt x="618201" y="556898"/>
                </a:lnTo>
                <a:lnTo>
                  <a:pt x="642986" y="520135"/>
                </a:lnTo>
                <a:lnTo>
                  <a:pt x="662979" y="480219"/>
                </a:lnTo>
                <a:lnTo>
                  <a:pt x="677769" y="437560"/>
                </a:lnTo>
                <a:lnTo>
                  <a:pt x="686944" y="392571"/>
                </a:lnTo>
                <a:lnTo>
                  <a:pt x="690094" y="345664"/>
                </a:lnTo>
                <a:lnTo>
                  <a:pt x="686944" y="298760"/>
                </a:lnTo>
                <a:lnTo>
                  <a:pt x="677769" y="253773"/>
                </a:lnTo>
                <a:lnTo>
                  <a:pt x="662979" y="211116"/>
                </a:lnTo>
                <a:lnTo>
                  <a:pt x="642986" y="171201"/>
                </a:lnTo>
                <a:lnTo>
                  <a:pt x="618201" y="134439"/>
                </a:lnTo>
                <a:lnTo>
                  <a:pt x="589034" y="101242"/>
                </a:lnTo>
                <a:lnTo>
                  <a:pt x="555897" y="72023"/>
                </a:lnTo>
                <a:lnTo>
                  <a:pt x="519201" y="47193"/>
                </a:lnTo>
                <a:lnTo>
                  <a:pt x="479357" y="27164"/>
                </a:lnTo>
                <a:lnTo>
                  <a:pt x="436776" y="12347"/>
                </a:lnTo>
                <a:lnTo>
                  <a:pt x="391869" y="3155"/>
                </a:lnTo>
                <a:lnTo>
                  <a:pt x="345047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8" name="object 98" descr=""/>
          <p:cNvGrpSpPr/>
          <p:nvPr/>
        </p:nvGrpSpPr>
        <p:grpSpPr>
          <a:xfrm>
            <a:off x="13937730" y="6407534"/>
            <a:ext cx="3637279" cy="3011170"/>
            <a:chOff x="13937730" y="6407534"/>
            <a:chExt cx="3637279" cy="3011170"/>
          </a:xfrm>
        </p:grpSpPr>
        <p:sp>
          <p:nvSpPr>
            <p:cNvPr id="99" name="object 99" descr=""/>
            <p:cNvSpPr/>
            <p:nvPr/>
          </p:nvSpPr>
          <p:spPr>
            <a:xfrm>
              <a:off x="16092313" y="7615640"/>
              <a:ext cx="0" cy="1793875"/>
            </a:xfrm>
            <a:custGeom>
              <a:avLst/>
              <a:gdLst/>
              <a:ahLst/>
              <a:cxnLst/>
              <a:rect l="l" t="t" r="r" b="b"/>
              <a:pathLst>
                <a:path w="0" h="1793875">
                  <a:moveTo>
                    <a:pt x="0" y="0"/>
                  </a:moveTo>
                  <a:lnTo>
                    <a:pt x="0" y="1793641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6092314" y="7683998"/>
              <a:ext cx="227329" cy="635635"/>
            </a:xfrm>
            <a:custGeom>
              <a:avLst/>
              <a:gdLst/>
              <a:ahLst/>
              <a:cxnLst/>
              <a:rect l="l" t="t" r="r" b="b"/>
              <a:pathLst>
                <a:path w="227330" h="635634">
                  <a:moveTo>
                    <a:pt x="226820" y="0"/>
                  </a:moveTo>
                  <a:lnTo>
                    <a:pt x="226820" y="116310"/>
                  </a:lnTo>
                  <a:lnTo>
                    <a:pt x="223334" y="158661"/>
                  </a:lnTo>
                  <a:lnTo>
                    <a:pt x="213058" y="199607"/>
                  </a:lnTo>
                  <a:lnTo>
                    <a:pt x="196269" y="238341"/>
                  </a:lnTo>
                  <a:lnTo>
                    <a:pt x="173240" y="274054"/>
                  </a:lnTo>
                  <a:lnTo>
                    <a:pt x="82489" y="392281"/>
                  </a:lnTo>
                  <a:lnTo>
                    <a:pt x="53368" y="435846"/>
                  </a:lnTo>
                  <a:lnTo>
                    <a:pt x="30343" y="482546"/>
                  </a:lnTo>
                  <a:lnTo>
                    <a:pt x="13629" y="531745"/>
                  </a:lnTo>
                  <a:lnTo>
                    <a:pt x="3443" y="582805"/>
                  </a:lnTo>
                  <a:lnTo>
                    <a:pt x="0" y="63509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5784501" y="7875177"/>
              <a:ext cx="307975" cy="625475"/>
            </a:xfrm>
            <a:custGeom>
              <a:avLst/>
              <a:gdLst/>
              <a:ahLst/>
              <a:cxnLst/>
              <a:rect l="l" t="t" r="r" b="b"/>
              <a:pathLst>
                <a:path w="307975" h="625475">
                  <a:moveTo>
                    <a:pt x="0" y="0"/>
                  </a:moveTo>
                  <a:lnTo>
                    <a:pt x="0" y="121975"/>
                  </a:lnTo>
                  <a:lnTo>
                    <a:pt x="3860" y="171724"/>
                  </a:lnTo>
                  <a:lnTo>
                    <a:pt x="15201" y="219718"/>
                  </a:lnTo>
                  <a:lnTo>
                    <a:pt x="33631" y="265168"/>
                  </a:lnTo>
                  <a:lnTo>
                    <a:pt x="58757" y="307288"/>
                  </a:lnTo>
                  <a:lnTo>
                    <a:pt x="90189" y="345290"/>
                  </a:lnTo>
                  <a:lnTo>
                    <a:pt x="127535" y="378386"/>
                  </a:lnTo>
                  <a:lnTo>
                    <a:pt x="219563" y="448007"/>
                  </a:lnTo>
                  <a:lnTo>
                    <a:pt x="256800" y="483659"/>
                  </a:lnTo>
                  <a:lnTo>
                    <a:pt x="284530" y="526329"/>
                  </a:lnTo>
                  <a:lnTo>
                    <a:pt x="301839" y="574183"/>
                  </a:lnTo>
                  <a:lnTo>
                    <a:pt x="307812" y="625384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236288" y="6644386"/>
              <a:ext cx="1711325" cy="1276350"/>
            </a:xfrm>
            <a:custGeom>
              <a:avLst/>
              <a:gdLst/>
              <a:ahLst/>
              <a:cxnLst/>
              <a:rect l="l" t="t" r="r" b="b"/>
              <a:pathLst>
                <a:path w="1711325" h="1276350">
                  <a:moveTo>
                    <a:pt x="855408" y="0"/>
                  </a:moveTo>
                  <a:lnTo>
                    <a:pt x="801310" y="1243"/>
                  </a:lnTo>
                  <a:lnTo>
                    <a:pt x="748106" y="4922"/>
                  </a:lnTo>
                  <a:lnTo>
                    <a:pt x="695897" y="10965"/>
                  </a:lnTo>
                  <a:lnTo>
                    <a:pt x="644782" y="19296"/>
                  </a:lnTo>
                  <a:lnTo>
                    <a:pt x="594862" y="29842"/>
                  </a:lnTo>
                  <a:lnTo>
                    <a:pt x="546237" y="42529"/>
                  </a:lnTo>
                  <a:lnTo>
                    <a:pt x="499007" y="57283"/>
                  </a:lnTo>
                  <a:lnTo>
                    <a:pt x="453273" y="74029"/>
                  </a:lnTo>
                  <a:lnTo>
                    <a:pt x="409135" y="92694"/>
                  </a:lnTo>
                  <a:lnTo>
                    <a:pt x="366692" y="113203"/>
                  </a:lnTo>
                  <a:lnTo>
                    <a:pt x="326045" y="135483"/>
                  </a:lnTo>
                  <a:lnTo>
                    <a:pt x="287294" y="159460"/>
                  </a:lnTo>
                  <a:lnTo>
                    <a:pt x="250540" y="185059"/>
                  </a:lnTo>
                  <a:lnTo>
                    <a:pt x="215883" y="212207"/>
                  </a:lnTo>
                  <a:lnTo>
                    <a:pt x="183422" y="240830"/>
                  </a:lnTo>
                  <a:lnTo>
                    <a:pt x="153258" y="270853"/>
                  </a:lnTo>
                  <a:lnTo>
                    <a:pt x="125492" y="302203"/>
                  </a:lnTo>
                  <a:lnTo>
                    <a:pt x="100223" y="334805"/>
                  </a:lnTo>
                  <a:lnTo>
                    <a:pt x="77551" y="368586"/>
                  </a:lnTo>
                  <a:lnTo>
                    <a:pt x="57577" y="403471"/>
                  </a:lnTo>
                  <a:lnTo>
                    <a:pt x="40402" y="439387"/>
                  </a:lnTo>
                  <a:lnTo>
                    <a:pt x="26124" y="476259"/>
                  </a:lnTo>
                  <a:lnTo>
                    <a:pt x="14845" y="514014"/>
                  </a:lnTo>
                  <a:lnTo>
                    <a:pt x="6664" y="552578"/>
                  </a:lnTo>
                  <a:lnTo>
                    <a:pt x="1682" y="591875"/>
                  </a:lnTo>
                  <a:lnTo>
                    <a:pt x="0" y="631834"/>
                  </a:lnTo>
                  <a:lnTo>
                    <a:pt x="2712" y="681123"/>
                  </a:lnTo>
                  <a:lnTo>
                    <a:pt x="10713" y="726791"/>
                  </a:lnTo>
                  <a:lnTo>
                    <a:pt x="23796" y="768961"/>
                  </a:lnTo>
                  <a:lnTo>
                    <a:pt x="41755" y="807753"/>
                  </a:lnTo>
                  <a:lnTo>
                    <a:pt x="64382" y="843292"/>
                  </a:lnTo>
                  <a:lnTo>
                    <a:pt x="91472" y="875697"/>
                  </a:lnTo>
                  <a:lnTo>
                    <a:pt x="122818" y="905091"/>
                  </a:lnTo>
                  <a:lnTo>
                    <a:pt x="158214" y="931596"/>
                  </a:lnTo>
                  <a:lnTo>
                    <a:pt x="197453" y="955333"/>
                  </a:lnTo>
                  <a:lnTo>
                    <a:pt x="240329" y="976426"/>
                  </a:lnTo>
                  <a:lnTo>
                    <a:pt x="286636" y="994995"/>
                  </a:lnTo>
                  <a:lnTo>
                    <a:pt x="336167" y="1011162"/>
                  </a:lnTo>
                  <a:lnTo>
                    <a:pt x="335675" y="1017058"/>
                  </a:lnTo>
                  <a:lnTo>
                    <a:pt x="335455" y="1023015"/>
                  </a:lnTo>
                  <a:lnTo>
                    <a:pt x="335455" y="1029005"/>
                  </a:lnTo>
                  <a:lnTo>
                    <a:pt x="339773" y="1073351"/>
                  </a:lnTo>
                  <a:lnTo>
                    <a:pt x="352221" y="1115103"/>
                  </a:lnTo>
                  <a:lnTo>
                    <a:pt x="372043" y="1153562"/>
                  </a:lnTo>
                  <a:lnTo>
                    <a:pt x="398481" y="1188026"/>
                  </a:lnTo>
                  <a:lnTo>
                    <a:pt x="430779" y="1217795"/>
                  </a:lnTo>
                  <a:lnTo>
                    <a:pt x="468178" y="1242169"/>
                  </a:lnTo>
                  <a:lnTo>
                    <a:pt x="509922" y="1260446"/>
                  </a:lnTo>
                  <a:lnTo>
                    <a:pt x="555254" y="1271926"/>
                  </a:lnTo>
                  <a:lnTo>
                    <a:pt x="603416" y="1275908"/>
                  </a:lnTo>
                  <a:lnTo>
                    <a:pt x="652278" y="1271815"/>
                  </a:lnTo>
                  <a:lnTo>
                    <a:pt x="698210" y="1260020"/>
                  </a:lnTo>
                  <a:lnTo>
                    <a:pt x="740421" y="1241252"/>
                  </a:lnTo>
                  <a:lnTo>
                    <a:pt x="778121" y="1216239"/>
                  </a:lnTo>
                  <a:lnTo>
                    <a:pt x="810520" y="1185708"/>
                  </a:lnTo>
                  <a:lnTo>
                    <a:pt x="836827" y="1150388"/>
                  </a:lnTo>
                  <a:lnTo>
                    <a:pt x="856252" y="1111006"/>
                  </a:lnTo>
                  <a:lnTo>
                    <a:pt x="868004" y="1068292"/>
                  </a:lnTo>
                  <a:lnTo>
                    <a:pt x="872298" y="1068292"/>
                  </a:lnTo>
                  <a:lnTo>
                    <a:pt x="902657" y="1105001"/>
                  </a:lnTo>
                  <a:lnTo>
                    <a:pt x="941718" y="1135544"/>
                  </a:lnTo>
                  <a:lnTo>
                    <a:pt x="988087" y="1158778"/>
                  </a:lnTo>
                  <a:lnTo>
                    <a:pt x="1040368" y="1173558"/>
                  </a:lnTo>
                  <a:lnTo>
                    <a:pt x="1097170" y="1178738"/>
                  </a:lnTo>
                  <a:lnTo>
                    <a:pt x="1147336" y="1174700"/>
                  </a:lnTo>
                  <a:lnTo>
                    <a:pt x="1194153" y="1163111"/>
                  </a:lnTo>
                  <a:lnTo>
                    <a:pt x="1236667" y="1144760"/>
                  </a:lnTo>
                  <a:lnTo>
                    <a:pt x="1273921" y="1120435"/>
                  </a:lnTo>
                  <a:lnTo>
                    <a:pt x="1304959" y="1090923"/>
                  </a:lnTo>
                  <a:lnTo>
                    <a:pt x="1328826" y="1057015"/>
                  </a:lnTo>
                  <a:lnTo>
                    <a:pt x="1344566" y="1019497"/>
                  </a:lnTo>
                  <a:lnTo>
                    <a:pt x="1398293" y="1003932"/>
                  </a:lnTo>
                  <a:lnTo>
                    <a:pt x="1448591" y="985790"/>
                  </a:lnTo>
                  <a:lnTo>
                    <a:pt x="1495224" y="964932"/>
                  </a:lnTo>
                  <a:lnTo>
                    <a:pt x="1537955" y="941218"/>
                  </a:lnTo>
                  <a:lnTo>
                    <a:pt x="1576546" y="914507"/>
                  </a:lnTo>
                  <a:lnTo>
                    <a:pt x="1610761" y="884658"/>
                  </a:lnTo>
                  <a:lnTo>
                    <a:pt x="1640362" y="851533"/>
                  </a:lnTo>
                  <a:lnTo>
                    <a:pt x="1665112" y="814989"/>
                  </a:lnTo>
                  <a:lnTo>
                    <a:pt x="1684775" y="774888"/>
                  </a:lnTo>
                  <a:lnTo>
                    <a:pt x="1699114" y="731088"/>
                  </a:lnTo>
                  <a:lnTo>
                    <a:pt x="1707891" y="683450"/>
                  </a:lnTo>
                  <a:lnTo>
                    <a:pt x="1710869" y="631834"/>
                  </a:lnTo>
                  <a:lnTo>
                    <a:pt x="1709186" y="591858"/>
                  </a:lnTo>
                  <a:lnTo>
                    <a:pt x="1704203" y="552545"/>
                  </a:lnTo>
                  <a:lnTo>
                    <a:pt x="1696021" y="513969"/>
                  </a:lnTo>
                  <a:lnTo>
                    <a:pt x="1684740" y="476204"/>
                  </a:lnTo>
                  <a:lnTo>
                    <a:pt x="1670461" y="439324"/>
                  </a:lnTo>
                  <a:lnTo>
                    <a:pt x="1653283" y="403403"/>
                  </a:lnTo>
                  <a:lnTo>
                    <a:pt x="1633306" y="368514"/>
                  </a:lnTo>
                  <a:lnTo>
                    <a:pt x="1610632" y="334731"/>
                  </a:lnTo>
                  <a:lnTo>
                    <a:pt x="1585360" y="302128"/>
                  </a:lnTo>
                  <a:lnTo>
                    <a:pt x="1557590" y="270780"/>
                  </a:lnTo>
                  <a:lnTo>
                    <a:pt x="1527423" y="240759"/>
                  </a:lnTo>
                  <a:lnTo>
                    <a:pt x="1494959" y="212140"/>
                  </a:lnTo>
                  <a:lnTo>
                    <a:pt x="1460298" y="184996"/>
                  </a:lnTo>
                  <a:lnTo>
                    <a:pt x="1423541" y="159402"/>
                  </a:lnTo>
                  <a:lnTo>
                    <a:pt x="1384787" y="135431"/>
                  </a:lnTo>
                  <a:lnTo>
                    <a:pt x="1344137" y="113157"/>
                  </a:lnTo>
                  <a:lnTo>
                    <a:pt x="1301691" y="92654"/>
                  </a:lnTo>
                  <a:lnTo>
                    <a:pt x="1257550" y="73996"/>
                  </a:lnTo>
                  <a:lnTo>
                    <a:pt x="1211813" y="57256"/>
                  </a:lnTo>
                  <a:lnTo>
                    <a:pt x="1164582" y="42509"/>
                  </a:lnTo>
                  <a:lnTo>
                    <a:pt x="1115955" y="29827"/>
                  </a:lnTo>
                  <a:lnTo>
                    <a:pt x="1066034" y="19286"/>
                  </a:lnTo>
                  <a:lnTo>
                    <a:pt x="1014918" y="10959"/>
                  </a:lnTo>
                  <a:lnTo>
                    <a:pt x="962709" y="4920"/>
                  </a:lnTo>
                  <a:lnTo>
                    <a:pt x="909505" y="1242"/>
                  </a:lnTo>
                  <a:lnTo>
                    <a:pt x="8554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494692" y="6822285"/>
              <a:ext cx="998219" cy="1769110"/>
            </a:xfrm>
            <a:custGeom>
              <a:avLst/>
              <a:gdLst/>
              <a:ahLst/>
              <a:cxnLst/>
              <a:rect l="l" t="t" r="r" b="b"/>
              <a:pathLst>
                <a:path w="998219" h="1769109">
                  <a:moveTo>
                    <a:pt x="498990" y="0"/>
                  </a:moveTo>
                  <a:lnTo>
                    <a:pt x="456803" y="9967"/>
                  </a:lnTo>
                  <a:lnTo>
                    <a:pt x="410419" y="38653"/>
                  </a:lnTo>
                  <a:lnTo>
                    <a:pt x="361154" y="84233"/>
                  </a:lnTo>
                  <a:lnTo>
                    <a:pt x="335853" y="112789"/>
                  </a:lnTo>
                  <a:lnTo>
                    <a:pt x="310326" y="144885"/>
                  </a:lnTo>
                  <a:lnTo>
                    <a:pt x="284737" y="180293"/>
                  </a:lnTo>
                  <a:lnTo>
                    <a:pt x="259253" y="218784"/>
                  </a:lnTo>
                  <a:lnTo>
                    <a:pt x="234036" y="260132"/>
                  </a:lnTo>
                  <a:lnTo>
                    <a:pt x="209253" y="304107"/>
                  </a:lnTo>
                  <a:lnTo>
                    <a:pt x="185067" y="350482"/>
                  </a:lnTo>
                  <a:lnTo>
                    <a:pt x="161644" y="399030"/>
                  </a:lnTo>
                  <a:lnTo>
                    <a:pt x="139148" y="449521"/>
                  </a:lnTo>
                  <a:lnTo>
                    <a:pt x="117744" y="501728"/>
                  </a:lnTo>
                  <a:lnTo>
                    <a:pt x="97596" y="555423"/>
                  </a:lnTo>
                  <a:lnTo>
                    <a:pt x="78870" y="610379"/>
                  </a:lnTo>
                  <a:lnTo>
                    <a:pt x="61730" y="666367"/>
                  </a:lnTo>
                  <a:lnTo>
                    <a:pt x="46341" y="723158"/>
                  </a:lnTo>
                  <a:lnTo>
                    <a:pt x="32868" y="780526"/>
                  </a:lnTo>
                  <a:lnTo>
                    <a:pt x="21474" y="838242"/>
                  </a:lnTo>
                  <a:lnTo>
                    <a:pt x="12326" y="896079"/>
                  </a:lnTo>
                  <a:lnTo>
                    <a:pt x="5588" y="953807"/>
                  </a:lnTo>
                  <a:lnTo>
                    <a:pt x="1424" y="1011200"/>
                  </a:lnTo>
                  <a:lnTo>
                    <a:pt x="0" y="1068030"/>
                  </a:lnTo>
                  <a:lnTo>
                    <a:pt x="1501" y="1136064"/>
                  </a:lnTo>
                  <a:lnTo>
                    <a:pt x="5931" y="1200361"/>
                  </a:lnTo>
                  <a:lnTo>
                    <a:pt x="13178" y="1260964"/>
                  </a:lnTo>
                  <a:lnTo>
                    <a:pt x="23133" y="1317916"/>
                  </a:lnTo>
                  <a:lnTo>
                    <a:pt x="35683" y="1371259"/>
                  </a:lnTo>
                  <a:lnTo>
                    <a:pt x="50718" y="1421036"/>
                  </a:lnTo>
                  <a:lnTo>
                    <a:pt x="68127" y="1467292"/>
                  </a:lnTo>
                  <a:lnTo>
                    <a:pt x="87798" y="1510067"/>
                  </a:lnTo>
                  <a:lnTo>
                    <a:pt x="109622" y="1549406"/>
                  </a:lnTo>
                  <a:lnTo>
                    <a:pt x="133488" y="1585351"/>
                  </a:lnTo>
                  <a:lnTo>
                    <a:pt x="159283" y="1617946"/>
                  </a:lnTo>
                  <a:lnTo>
                    <a:pt x="186897" y="1647232"/>
                  </a:lnTo>
                  <a:lnTo>
                    <a:pt x="216220" y="1673253"/>
                  </a:lnTo>
                  <a:lnTo>
                    <a:pt x="247140" y="1696053"/>
                  </a:lnTo>
                  <a:lnTo>
                    <a:pt x="313329" y="1732157"/>
                  </a:lnTo>
                  <a:lnTo>
                    <a:pt x="384576" y="1755887"/>
                  </a:lnTo>
                  <a:lnTo>
                    <a:pt x="459994" y="1767588"/>
                  </a:lnTo>
                  <a:lnTo>
                    <a:pt x="498990" y="1769035"/>
                  </a:lnTo>
                  <a:lnTo>
                    <a:pt x="537985" y="1767588"/>
                  </a:lnTo>
                  <a:lnTo>
                    <a:pt x="576160" y="1763220"/>
                  </a:lnTo>
                  <a:lnTo>
                    <a:pt x="649603" y="1745548"/>
                  </a:lnTo>
                  <a:lnTo>
                    <a:pt x="718432" y="1715674"/>
                  </a:lnTo>
                  <a:lnTo>
                    <a:pt x="781759" y="1673257"/>
                  </a:lnTo>
                  <a:lnTo>
                    <a:pt x="811082" y="1647237"/>
                  </a:lnTo>
                  <a:lnTo>
                    <a:pt x="838696" y="1617952"/>
                  </a:lnTo>
                  <a:lnTo>
                    <a:pt x="864492" y="1585360"/>
                  </a:lnTo>
                  <a:lnTo>
                    <a:pt x="888357" y="1549418"/>
                  </a:lnTo>
                  <a:lnTo>
                    <a:pt x="910181" y="1510082"/>
                  </a:lnTo>
                  <a:lnTo>
                    <a:pt x="929853" y="1467310"/>
                  </a:lnTo>
                  <a:lnTo>
                    <a:pt x="947261" y="1421059"/>
                  </a:lnTo>
                  <a:lnTo>
                    <a:pt x="962296" y="1371286"/>
                  </a:lnTo>
                  <a:lnTo>
                    <a:pt x="974847" y="1317949"/>
                  </a:lnTo>
                  <a:lnTo>
                    <a:pt x="984801" y="1261004"/>
                  </a:lnTo>
                  <a:lnTo>
                    <a:pt x="992048" y="1200408"/>
                  </a:lnTo>
                  <a:lnTo>
                    <a:pt x="996478" y="1136118"/>
                  </a:lnTo>
                  <a:lnTo>
                    <a:pt x="997980" y="1068093"/>
                  </a:lnTo>
                  <a:lnTo>
                    <a:pt x="996623" y="1011260"/>
                  </a:lnTo>
                  <a:lnTo>
                    <a:pt x="992654" y="953863"/>
                  </a:lnTo>
                  <a:lnTo>
                    <a:pt x="986219" y="896131"/>
                  </a:lnTo>
                  <a:lnTo>
                    <a:pt x="977467" y="838291"/>
                  </a:lnTo>
                  <a:lnTo>
                    <a:pt x="966547" y="780571"/>
                  </a:lnTo>
                  <a:lnTo>
                    <a:pt x="953607" y="723200"/>
                  </a:lnTo>
                  <a:lnTo>
                    <a:pt x="938795" y="666405"/>
                  </a:lnTo>
                  <a:lnTo>
                    <a:pt x="922259" y="610414"/>
                  </a:lnTo>
                  <a:lnTo>
                    <a:pt x="904148" y="555455"/>
                  </a:lnTo>
                  <a:lnTo>
                    <a:pt x="884611" y="501756"/>
                  </a:lnTo>
                  <a:lnTo>
                    <a:pt x="863794" y="449546"/>
                  </a:lnTo>
                  <a:lnTo>
                    <a:pt x="841848" y="399052"/>
                  </a:lnTo>
                  <a:lnTo>
                    <a:pt x="818920" y="350502"/>
                  </a:lnTo>
                  <a:lnTo>
                    <a:pt x="795158" y="304124"/>
                  </a:lnTo>
                  <a:lnTo>
                    <a:pt x="770711" y="260146"/>
                  </a:lnTo>
                  <a:lnTo>
                    <a:pt x="745727" y="218796"/>
                  </a:lnTo>
                  <a:lnTo>
                    <a:pt x="720354" y="180303"/>
                  </a:lnTo>
                  <a:lnTo>
                    <a:pt x="694741" y="144893"/>
                  </a:lnTo>
                  <a:lnTo>
                    <a:pt x="669037" y="112796"/>
                  </a:lnTo>
                  <a:lnTo>
                    <a:pt x="643388" y="84238"/>
                  </a:lnTo>
                  <a:lnTo>
                    <a:pt x="592854" y="38655"/>
                  </a:lnTo>
                  <a:lnTo>
                    <a:pt x="544326" y="9967"/>
                  </a:lnTo>
                  <a:lnTo>
                    <a:pt x="49899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4990493" y="7342304"/>
              <a:ext cx="0" cy="2076450"/>
            </a:xfrm>
            <a:custGeom>
              <a:avLst/>
              <a:gdLst/>
              <a:ahLst/>
              <a:cxnLst/>
              <a:rect l="l" t="t" r="r" b="b"/>
              <a:pathLst>
                <a:path w="0" h="2076450">
                  <a:moveTo>
                    <a:pt x="0" y="207606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4853777" y="7563361"/>
              <a:ext cx="139700" cy="729615"/>
            </a:xfrm>
            <a:custGeom>
              <a:avLst/>
              <a:gdLst/>
              <a:ahLst/>
              <a:cxnLst/>
              <a:rect l="l" t="t" r="r" b="b"/>
              <a:pathLst>
                <a:path w="139700" h="729615">
                  <a:moveTo>
                    <a:pt x="0" y="0"/>
                  </a:moveTo>
                  <a:lnTo>
                    <a:pt x="0" y="390626"/>
                  </a:lnTo>
                  <a:lnTo>
                    <a:pt x="3217" y="439200"/>
                  </a:lnTo>
                  <a:lnTo>
                    <a:pt x="12761" y="486724"/>
                  </a:lnTo>
                  <a:lnTo>
                    <a:pt x="28465" y="532586"/>
                  </a:lnTo>
                  <a:lnTo>
                    <a:pt x="50166" y="576170"/>
                  </a:lnTo>
                  <a:lnTo>
                    <a:pt x="139325" y="729161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293817" y="6407534"/>
              <a:ext cx="710565" cy="1870075"/>
            </a:xfrm>
            <a:custGeom>
              <a:avLst/>
              <a:gdLst/>
              <a:ahLst/>
              <a:cxnLst/>
              <a:rect l="l" t="t" r="r" b="b"/>
              <a:pathLst>
                <a:path w="710565" h="1870075">
                  <a:moveTo>
                    <a:pt x="211260" y="0"/>
                  </a:moveTo>
                  <a:lnTo>
                    <a:pt x="166451" y="3716"/>
                  </a:lnTo>
                  <a:lnTo>
                    <a:pt x="122753" y="14657"/>
                  </a:lnTo>
                  <a:lnTo>
                    <a:pt x="80334" y="32505"/>
                  </a:lnTo>
                  <a:lnTo>
                    <a:pt x="39361" y="56945"/>
                  </a:lnTo>
                  <a:lnTo>
                    <a:pt x="0" y="87662"/>
                  </a:lnTo>
                  <a:lnTo>
                    <a:pt x="34431" y="71335"/>
                  </a:lnTo>
                  <a:lnTo>
                    <a:pt x="69792" y="59469"/>
                  </a:lnTo>
                  <a:lnTo>
                    <a:pt x="105983" y="52228"/>
                  </a:lnTo>
                  <a:lnTo>
                    <a:pt x="142906" y="49778"/>
                  </a:lnTo>
                  <a:lnTo>
                    <a:pt x="177070" y="51877"/>
                  </a:lnTo>
                  <a:lnTo>
                    <a:pt x="243470" y="68264"/>
                  </a:lnTo>
                  <a:lnTo>
                    <a:pt x="306804" y="99999"/>
                  </a:lnTo>
                  <a:lnTo>
                    <a:pt x="366477" y="145997"/>
                  </a:lnTo>
                  <a:lnTo>
                    <a:pt x="394755" y="174007"/>
                  </a:lnTo>
                  <a:lnTo>
                    <a:pt x="421896" y="205175"/>
                  </a:lnTo>
                  <a:lnTo>
                    <a:pt x="447824" y="239368"/>
                  </a:lnTo>
                  <a:lnTo>
                    <a:pt x="472465" y="276448"/>
                  </a:lnTo>
                  <a:lnTo>
                    <a:pt x="495745" y="316282"/>
                  </a:lnTo>
                  <a:lnTo>
                    <a:pt x="517590" y="358732"/>
                  </a:lnTo>
                  <a:lnTo>
                    <a:pt x="537925" y="403665"/>
                  </a:lnTo>
                  <a:lnTo>
                    <a:pt x="556676" y="450943"/>
                  </a:lnTo>
                  <a:lnTo>
                    <a:pt x="573769" y="500433"/>
                  </a:lnTo>
                  <a:lnTo>
                    <a:pt x="589129" y="551997"/>
                  </a:lnTo>
                  <a:lnTo>
                    <a:pt x="602683" y="605501"/>
                  </a:lnTo>
                  <a:lnTo>
                    <a:pt x="614355" y="660809"/>
                  </a:lnTo>
                  <a:lnTo>
                    <a:pt x="624072" y="717785"/>
                  </a:lnTo>
                  <a:lnTo>
                    <a:pt x="631758" y="776295"/>
                  </a:lnTo>
                  <a:lnTo>
                    <a:pt x="637341" y="836202"/>
                  </a:lnTo>
                  <a:lnTo>
                    <a:pt x="640745" y="897371"/>
                  </a:lnTo>
                  <a:lnTo>
                    <a:pt x="641896" y="959667"/>
                  </a:lnTo>
                  <a:lnTo>
                    <a:pt x="640746" y="1021930"/>
                  </a:lnTo>
                  <a:lnTo>
                    <a:pt x="637344" y="1083071"/>
                  </a:lnTo>
                  <a:lnTo>
                    <a:pt x="631765" y="1142953"/>
                  </a:lnTo>
                  <a:lnTo>
                    <a:pt x="624082" y="1201440"/>
                  </a:lnTo>
                  <a:lnTo>
                    <a:pt x="614372" y="1258397"/>
                  </a:lnTo>
                  <a:lnTo>
                    <a:pt x="602706" y="1313689"/>
                  </a:lnTo>
                  <a:lnTo>
                    <a:pt x="589161" y="1367180"/>
                  </a:lnTo>
                  <a:lnTo>
                    <a:pt x="573809" y="1418733"/>
                  </a:lnTo>
                  <a:lnTo>
                    <a:pt x="556726" y="1468214"/>
                  </a:lnTo>
                  <a:lnTo>
                    <a:pt x="537985" y="1515487"/>
                  </a:lnTo>
                  <a:lnTo>
                    <a:pt x="517662" y="1560417"/>
                  </a:lnTo>
                  <a:lnTo>
                    <a:pt x="495829" y="1602867"/>
                  </a:lnTo>
                  <a:lnTo>
                    <a:pt x="472561" y="1642703"/>
                  </a:lnTo>
                  <a:lnTo>
                    <a:pt x="447933" y="1679788"/>
                  </a:lnTo>
                  <a:lnTo>
                    <a:pt x="422019" y="1713987"/>
                  </a:lnTo>
                  <a:lnTo>
                    <a:pt x="394893" y="1745164"/>
                  </a:lnTo>
                  <a:lnTo>
                    <a:pt x="366629" y="1773184"/>
                  </a:lnTo>
                  <a:lnTo>
                    <a:pt x="337302" y="1797911"/>
                  </a:lnTo>
                  <a:lnTo>
                    <a:pt x="275754" y="1836945"/>
                  </a:lnTo>
                  <a:lnTo>
                    <a:pt x="210844" y="1861180"/>
                  </a:lnTo>
                  <a:lnTo>
                    <a:pt x="177313" y="1867409"/>
                  </a:lnTo>
                  <a:lnTo>
                    <a:pt x="185770" y="1868351"/>
                  </a:lnTo>
                  <a:lnTo>
                    <a:pt x="194251" y="1869024"/>
                  </a:lnTo>
                  <a:lnTo>
                    <a:pt x="202750" y="1869426"/>
                  </a:lnTo>
                  <a:lnTo>
                    <a:pt x="211260" y="1869555"/>
                  </a:lnTo>
                  <a:lnTo>
                    <a:pt x="244069" y="1867567"/>
                  </a:lnTo>
                  <a:lnTo>
                    <a:pt x="307920" y="1852030"/>
                  </a:lnTo>
                  <a:lnTo>
                    <a:pt x="368979" y="1821900"/>
                  </a:lnTo>
                  <a:lnTo>
                    <a:pt x="426719" y="1778163"/>
                  </a:lnTo>
                  <a:lnTo>
                    <a:pt x="454181" y="1751500"/>
                  </a:lnTo>
                  <a:lnTo>
                    <a:pt x="480615" y="1721804"/>
                  </a:lnTo>
                  <a:lnTo>
                    <a:pt x="505957" y="1689200"/>
                  </a:lnTo>
                  <a:lnTo>
                    <a:pt x="530140" y="1653809"/>
                  </a:lnTo>
                  <a:lnTo>
                    <a:pt x="553099" y="1615756"/>
                  </a:lnTo>
                  <a:lnTo>
                    <a:pt x="574768" y="1575163"/>
                  </a:lnTo>
                  <a:lnTo>
                    <a:pt x="595082" y="1532153"/>
                  </a:lnTo>
                  <a:lnTo>
                    <a:pt x="613974" y="1486851"/>
                  </a:lnTo>
                  <a:lnTo>
                    <a:pt x="631378" y="1439378"/>
                  </a:lnTo>
                  <a:lnTo>
                    <a:pt x="647230" y="1389859"/>
                  </a:lnTo>
                  <a:lnTo>
                    <a:pt x="661464" y="1338416"/>
                  </a:lnTo>
                  <a:lnTo>
                    <a:pt x="674013" y="1285172"/>
                  </a:lnTo>
                  <a:lnTo>
                    <a:pt x="684811" y="1230251"/>
                  </a:lnTo>
                  <a:lnTo>
                    <a:pt x="693794" y="1173776"/>
                  </a:lnTo>
                  <a:lnTo>
                    <a:pt x="700895" y="1115870"/>
                  </a:lnTo>
                  <a:lnTo>
                    <a:pt x="706048" y="1056657"/>
                  </a:lnTo>
                  <a:lnTo>
                    <a:pt x="709189" y="996258"/>
                  </a:lnTo>
                  <a:lnTo>
                    <a:pt x="710250" y="934798"/>
                  </a:lnTo>
                  <a:lnTo>
                    <a:pt x="709188" y="873335"/>
                  </a:lnTo>
                  <a:lnTo>
                    <a:pt x="706047" y="812933"/>
                  </a:lnTo>
                  <a:lnTo>
                    <a:pt x="700891" y="753716"/>
                  </a:lnTo>
                  <a:lnTo>
                    <a:pt x="693788" y="695807"/>
                  </a:lnTo>
                  <a:lnTo>
                    <a:pt x="684802" y="639329"/>
                  </a:lnTo>
                  <a:lnTo>
                    <a:pt x="674000" y="584405"/>
                  </a:lnTo>
                  <a:lnTo>
                    <a:pt x="661448" y="531159"/>
                  </a:lnTo>
                  <a:lnTo>
                    <a:pt x="647211" y="479713"/>
                  </a:lnTo>
                  <a:lnTo>
                    <a:pt x="631355" y="430192"/>
                  </a:lnTo>
                  <a:lnTo>
                    <a:pt x="613946" y="382717"/>
                  </a:lnTo>
                  <a:lnTo>
                    <a:pt x="595051" y="337413"/>
                  </a:lnTo>
                  <a:lnTo>
                    <a:pt x="574734" y="294402"/>
                  </a:lnTo>
                  <a:lnTo>
                    <a:pt x="553062" y="253807"/>
                  </a:lnTo>
                  <a:lnTo>
                    <a:pt x="530101" y="215753"/>
                  </a:lnTo>
                  <a:lnTo>
                    <a:pt x="505916" y="180361"/>
                  </a:lnTo>
                  <a:lnTo>
                    <a:pt x="480573" y="147755"/>
                  </a:lnTo>
                  <a:lnTo>
                    <a:pt x="454139" y="118058"/>
                  </a:lnTo>
                  <a:lnTo>
                    <a:pt x="426678" y="91394"/>
                  </a:lnTo>
                  <a:lnTo>
                    <a:pt x="368943" y="47656"/>
                  </a:lnTo>
                  <a:lnTo>
                    <a:pt x="307894" y="17525"/>
                  </a:lnTo>
                  <a:lnTo>
                    <a:pt x="244058" y="1988"/>
                  </a:lnTo>
                  <a:lnTo>
                    <a:pt x="211260" y="0"/>
                  </a:lnTo>
                  <a:close/>
                </a:path>
              </a:pathLst>
            </a:custGeom>
            <a:solidFill>
              <a:srgbClr val="E4EB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3937730" y="6457311"/>
              <a:ext cx="998219" cy="1819910"/>
            </a:xfrm>
            <a:custGeom>
              <a:avLst/>
              <a:gdLst/>
              <a:ahLst/>
              <a:cxnLst/>
              <a:rect l="l" t="t" r="r" b="b"/>
              <a:pathLst>
                <a:path w="998219" h="1819909">
                  <a:moveTo>
                    <a:pt x="498990" y="0"/>
                  </a:moveTo>
                  <a:lnTo>
                    <a:pt x="431280" y="8306"/>
                  </a:lnTo>
                  <a:lnTo>
                    <a:pt x="366339" y="32502"/>
                  </a:lnTo>
                  <a:lnTo>
                    <a:pt x="304761" y="71503"/>
                  </a:lnTo>
                  <a:lnTo>
                    <a:pt x="275419" y="96217"/>
                  </a:lnTo>
                  <a:lnTo>
                    <a:pt x="247140" y="124226"/>
                  </a:lnTo>
                  <a:lnTo>
                    <a:pt x="220000" y="155394"/>
                  </a:lnTo>
                  <a:lnTo>
                    <a:pt x="194072" y="189586"/>
                  </a:lnTo>
                  <a:lnTo>
                    <a:pt x="169431" y="226666"/>
                  </a:lnTo>
                  <a:lnTo>
                    <a:pt x="146151" y="266499"/>
                  </a:lnTo>
                  <a:lnTo>
                    <a:pt x="124306" y="308950"/>
                  </a:lnTo>
                  <a:lnTo>
                    <a:pt x="103971" y="353882"/>
                  </a:lnTo>
                  <a:lnTo>
                    <a:pt x="85220" y="401160"/>
                  </a:lnTo>
                  <a:lnTo>
                    <a:pt x="68127" y="450649"/>
                  </a:lnTo>
                  <a:lnTo>
                    <a:pt x="52766" y="502214"/>
                  </a:lnTo>
                  <a:lnTo>
                    <a:pt x="39213" y="555718"/>
                  </a:lnTo>
                  <a:lnTo>
                    <a:pt x="27541" y="611026"/>
                  </a:lnTo>
                  <a:lnTo>
                    <a:pt x="17824" y="668003"/>
                  </a:lnTo>
                  <a:lnTo>
                    <a:pt x="10137" y="726513"/>
                  </a:lnTo>
                  <a:lnTo>
                    <a:pt x="4555" y="786421"/>
                  </a:lnTo>
                  <a:lnTo>
                    <a:pt x="1151" y="847591"/>
                  </a:lnTo>
                  <a:lnTo>
                    <a:pt x="0" y="909888"/>
                  </a:lnTo>
                  <a:lnTo>
                    <a:pt x="1151" y="972185"/>
                  </a:lnTo>
                  <a:lnTo>
                    <a:pt x="4555" y="1033355"/>
                  </a:lnTo>
                  <a:lnTo>
                    <a:pt x="10137" y="1093263"/>
                  </a:lnTo>
                  <a:lnTo>
                    <a:pt x="17824" y="1151774"/>
                  </a:lnTo>
                  <a:lnTo>
                    <a:pt x="27541" y="1208751"/>
                  </a:lnTo>
                  <a:lnTo>
                    <a:pt x="39213" y="1264060"/>
                  </a:lnTo>
                  <a:lnTo>
                    <a:pt x="52766" y="1317564"/>
                  </a:lnTo>
                  <a:lnTo>
                    <a:pt x="68127" y="1369129"/>
                  </a:lnTo>
                  <a:lnTo>
                    <a:pt x="85220" y="1418619"/>
                  </a:lnTo>
                  <a:lnTo>
                    <a:pt x="103971" y="1465898"/>
                  </a:lnTo>
                  <a:lnTo>
                    <a:pt x="124306" y="1510831"/>
                  </a:lnTo>
                  <a:lnTo>
                    <a:pt x="146151" y="1553282"/>
                  </a:lnTo>
                  <a:lnTo>
                    <a:pt x="169431" y="1593116"/>
                  </a:lnTo>
                  <a:lnTo>
                    <a:pt x="194072" y="1630197"/>
                  </a:lnTo>
                  <a:lnTo>
                    <a:pt x="220000" y="1664389"/>
                  </a:lnTo>
                  <a:lnTo>
                    <a:pt x="247140" y="1695558"/>
                  </a:lnTo>
                  <a:lnTo>
                    <a:pt x="275419" y="1723568"/>
                  </a:lnTo>
                  <a:lnTo>
                    <a:pt x="304761" y="1748282"/>
                  </a:lnTo>
                  <a:lnTo>
                    <a:pt x="366339" y="1787284"/>
                  </a:lnTo>
                  <a:lnTo>
                    <a:pt x="431280" y="1811481"/>
                  </a:lnTo>
                  <a:lnTo>
                    <a:pt x="498990" y="1819787"/>
                  </a:lnTo>
                  <a:lnTo>
                    <a:pt x="533153" y="1817688"/>
                  </a:lnTo>
                  <a:lnTo>
                    <a:pt x="599553" y="1801301"/>
                  </a:lnTo>
                  <a:lnTo>
                    <a:pt x="662887" y="1769566"/>
                  </a:lnTo>
                  <a:lnTo>
                    <a:pt x="722560" y="1723568"/>
                  </a:lnTo>
                  <a:lnTo>
                    <a:pt x="750839" y="1695558"/>
                  </a:lnTo>
                  <a:lnTo>
                    <a:pt x="777979" y="1664389"/>
                  </a:lnTo>
                  <a:lnTo>
                    <a:pt x="803907" y="1630197"/>
                  </a:lnTo>
                  <a:lnTo>
                    <a:pt x="828548" y="1593116"/>
                  </a:lnTo>
                  <a:lnTo>
                    <a:pt x="851828" y="1553282"/>
                  </a:lnTo>
                  <a:lnTo>
                    <a:pt x="873673" y="1510831"/>
                  </a:lnTo>
                  <a:lnTo>
                    <a:pt x="894008" y="1465898"/>
                  </a:lnTo>
                  <a:lnTo>
                    <a:pt x="912760" y="1418619"/>
                  </a:lnTo>
                  <a:lnTo>
                    <a:pt x="929853" y="1369129"/>
                  </a:lnTo>
                  <a:lnTo>
                    <a:pt x="945213" y="1317564"/>
                  </a:lnTo>
                  <a:lnTo>
                    <a:pt x="958766" y="1264060"/>
                  </a:lnTo>
                  <a:lnTo>
                    <a:pt x="970438" y="1208751"/>
                  </a:lnTo>
                  <a:lnTo>
                    <a:pt x="980155" y="1151774"/>
                  </a:lnTo>
                  <a:lnTo>
                    <a:pt x="987842" y="1093263"/>
                  </a:lnTo>
                  <a:lnTo>
                    <a:pt x="993424" y="1033355"/>
                  </a:lnTo>
                  <a:lnTo>
                    <a:pt x="996828" y="972185"/>
                  </a:lnTo>
                  <a:lnTo>
                    <a:pt x="997980" y="909888"/>
                  </a:lnTo>
                  <a:lnTo>
                    <a:pt x="996828" y="847591"/>
                  </a:lnTo>
                  <a:lnTo>
                    <a:pt x="993424" y="786421"/>
                  </a:lnTo>
                  <a:lnTo>
                    <a:pt x="987842" y="726513"/>
                  </a:lnTo>
                  <a:lnTo>
                    <a:pt x="980155" y="668003"/>
                  </a:lnTo>
                  <a:lnTo>
                    <a:pt x="970438" y="611026"/>
                  </a:lnTo>
                  <a:lnTo>
                    <a:pt x="958766" y="555718"/>
                  </a:lnTo>
                  <a:lnTo>
                    <a:pt x="945213" y="502214"/>
                  </a:lnTo>
                  <a:lnTo>
                    <a:pt x="929853" y="450649"/>
                  </a:lnTo>
                  <a:lnTo>
                    <a:pt x="912760" y="401160"/>
                  </a:lnTo>
                  <a:lnTo>
                    <a:pt x="894008" y="353882"/>
                  </a:lnTo>
                  <a:lnTo>
                    <a:pt x="873673" y="308950"/>
                  </a:lnTo>
                  <a:lnTo>
                    <a:pt x="851828" y="266499"/>
                  </a:lnTo>
                  <a:lnTo>
                    <a:pt x="828548" y="226666"/>
                  </a:lnTo>
                  <a:lnTo>
                    <a:pt x="803907" y="189586"/>
                  </a:lnTo>
                  <a:lnTo>
                    <a:pt x="777979" y="155394"/>
                  </a:lnTo>
                  <a:lnTo>
                    <a:pt x="750839" y="124226"/>
                  </a:lnTo>
                  <a:lnTo>
                    <a:pt x="722560" y="96217"/>
                  </a:lnTo>
                  <a:lnTo>
                    <a:pt x="693218" y="71503"/>
                  </a:lnTo>
                  <a:lnTo>
                    <a:pt x="631640" y="32502"/>
                  </a:lnTo>
                  <a:lnTo>
                    <a:pt x="566699" y="8306"/>
                  </a:lnTo>
                  <a:lnTo>
                    <a:pt x="49899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439812" y="6941520"/>
              <a:ext cx="0" cy="2210435"/>
            </a:xfrm>
            <a:custGeom>
              <a:avLst/>
              <a:gdLst/>
              <a:ahLst/>
              <a:cxnLst/>
              <a:rect l="l" t="t" r="r" b="b"/>
              <a:pathLst>
                <a:path w="0" h="2210434">
                  <a:moveTo>
                    <a:pt x="0" y="220998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4440858" y="8259029"/>
              <a:ext cx="220345" cy="400685"/>
            </a:xfrm>
            <a:custGeom>
              <a:avLst/>
              <a:gdLst/>
              <a:ahLst/>
              <a:cxnLst/>
              <a:rect l="l" t="t" r="r" b="b"/>
              <a:pathLst>
                <a:path w="220344" h="400684">
                  <a:moveTo>
                    <a:pt x="220307" y="0"/>
                  </a:moveTo>
                  <a:lnTo>
                    <a:pt x="220307" y="180402"/>
                  </a:lnTo>
                  <a:lnTo>
                    <a:pt x="214395" y="224331"/>
                  </a:lnTo>
                  <a:lnTo>
                    <a:pt x="197731" y="263802"/>
                  </a:lnTo>
                  <a:lnTo>
                    <a:pt x="171888" y="297242"/>
                  </a:lnTo>
                  <a:lnTo>
                    <a:pt x="138443" y="323076"/>
                  </a:lnTo>
                  <a:lnTo>
                    <a:pt x="98970" y="339731"/>
                  </a:lnTo>
                  <a:lnTo>
                    <a:pt x="55045" y="345633"/>
                  </a:lnTo>
                  <a:lnTo>
                    <a:pt x="33629" y="349966"/>
                  </a:lnTo>
                  <a:lnTo>
                    <a:pt x="16139" y="361757"/>
                  </a:lnTo>
                  <a:lnTo>
                    <a:pt x="4341" y="379239"/>
                  </a:lnTo>
                  <a:lnTo>
                    <a:pt x="0" y="40064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4349253" y="6701484"/>
              <a:ext cx="87630" cy="882015"/>
            </a:xfrm>
            <a:custGeom>
              <a:avLst/>
              <a:gdLst/>
              <a:ahLst/>
              <a:cxnLst/>
              <a:rect l="l" t="t" r="r" b="b"/>
              <a:pathLst>
                <a:path w="87630" h="882015">
                  <a:moveTo>
                    <a:pt x="0" y="0"/>
                  </a:moveTo>
                  <a:lnTo>
                    <a:pt x="0" y="644524"/>
                  </a:lnTo>
                  <a:lnTo>
                    <a:pt x="3986" y="697524"/>
                  </a:lnTo>
                  <a:lnTo>
                    <a:pt x="15800" y="749037"/>
                  </a:lnTo>
                  <a:lnTo>
                    <a:pt x="35177" y="798206"/>
                  </a:lnTo>
                  <a:lnTo>
                    <a:pt x="61851" y="844173"/>
                  </a:lnTo>
                  <a:lnTo>
                    <a:pt x="87400" y="88140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440853" y="6947641"/>
              <a:ext cx="194945" cy="369570"/>
            </a:xfrm>
            <a:custGeom>
              <a:avLst/>
              <a:gdLst/>
              <a:ahLst/>
              <a:cxnLst/>
              <a:rect l="l" t="t" r="r" b="b"/>
              <a:pathLst>
                <a:path w="194944" h="369570">
                  <a:moveTo>
                    <a:pt x="194433" y="0"/>
                  </a:moveTo>
                  <a:lnTo>
                    <a:pt x="191769" y="48775"/>
                  </a:lnTo>
                  <a:lnTo>
                    <a:pt x="183914" y="96475"/>
                  </a:lnTo>
                  <a:lnTo>
                    <a:pt x="171063" y="142730"/>
                  </a:lnTo>
                  <a:lnTo>
                    <a:pt x="153412" y="187167"/>
                  </a:lnTo>
                  <a:lnTo>
                    <a:pt x="131156" y="229417"/>
                  </a:lnTo>
                  <a:lnTo>
                    <a:pt x="104492" y="269107"/>
                  </a:lnTo>
                  <a:lnTo>
                    <a:pt x="73614" y="305866"/>
                  </a:lnTo>
                  <a:lnTo>
                    <a:pt x="38718" y="339324"/>
                  </a:lnTo>
                  <a:lnTo>
                    <a:pt x="0" y="369109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6504356" y="7235693"/>
              <a:ext cx="1070610" cy="1660525"/>
            </a:xfrm>
            <a:custGeom>
              <a:avLst/>
              <a:gdLst/>
              <a:ahLst/>
              <a:cxnLst/>
              <a:rect l="l" t="t" r="r" b="b"/>
              <a:pathLst>
                <a:path w="1070609" h="1660525">
                  <a:moveTo>
                    <a:pt x="535250" y="0"/>
                  </a:moveTo>
                  <a:lnTo>
                    <a:pt x="462619" y="7578"/>
                  </a:lnTo>
                  <a:lnTo>
                    <a:pt x="392958" y="29655"/>
                  </a:lnTo>
                  <a:lnTo>
                    <a:pt x="326905" y="65241"/>
                  </a:lnTo>
                  <a:lnTo>
                    <a:pt x="295431" y="87791"/>
                  </a:lnTo>
                  <a:lnTo>
                    <a:pt x="265097" y="113347"/>
                  </a:lnTo>
                  <a:lnTo>
                    <a:pt x="235985" y="141785"/>
                  </a:lnTo>
                  <a:lnTo>
                    <a:pt x="208173" y="172983"/>
                  </a:lnTo>
                  <a:lnTo>
                    <a:pt x="181741" y="206816"/>
                  </a:lnTo>
                  <a:lnTo>
                    <a:pt x="156770" y="243161"/>
                  </a:lnTo>
                  <a:lnTo>
                    <a:pt x="133337" y="281894"/>
                  </a:lnTo>
                  <a:lnTo>
                    <a:pt x="111525" y="322891"/>
                  </a:lnTo>
                  <a:lnTo>
                    <a:pt x="91411" y="366029"/>
                  </a:lnTo>
                  <a:lnTo>
                    <a:pt x="73076" y="411184"/>
                  </a:lnTo>
                  <a:lnTo>
                    <a:pt x="56600" y="458233"/>
                  </a:lnTo>
                  <a:lnTo>
                    <a:pt x="42062" y="507051"/>
                  </a:lnTo>
                  <a:lnTo>
                    <a:pt x="29542" y="557516"/>
                  </a:lnTo>
                  <a:lnTo>
                    <a:pt x="19119" y="609503"/>
                  </a:lnTo>
                  <a:lnTo>
                    <a:pt x="10874" y="662889"/>
                  </a:lnTo>
                  <a:lnTo>
                    <a:pt x="4886" y="717551"/>
                  </a:lnTo>
                  <a:lnTo>
                    <a:pt x="1234" y="773364"/>
                  </a:lnTo>
                  <a:lnTo>
                    <a:pt x="0" y="830205"/>
                  </a:lnTo>
                  <a:lnTo>
                    <a:pt x="1234" y="887046"/>
                  </a:lnTo>
                  <a:lnTo>
                    <a:pt x="4886" y="942858"/>
                  </a:lnTo>
                  <a:lnTo>
                    <a:pt x="10874" y="997520"/>
                  </a:lnTo>
                  <a:lnTo>
                    <a:pt x="19119" y="1050906"/>
                  </a:lnTo>
                  <a:lnTo>
                    <a:pt x="29542" y="1102893"/>
                  </a:lnTo>
                  <a:lnTo>
                    <a:pt x="42062" y="1153358"/>
                  </a:lnTo>
                  <a:lnTo>
                    <a:pt x="56600" y="1202176"/>
                  </a:lnTo>
                  <a:lnTo>
                    <a:pt x="73076" y="1249225"/>
                  </a:lnTo>
                  <a:lnTo>
                    <a:pt x="91411" y="1294380"/>
                  </a:lnTo>
                  <a:lnTo>
                    <a:pt x="111525" y="1337518"/>
                  </a:lnTo>
                  <a:lnTo>
                    <a:pt x="133337" y="1378515"/>
                  </a:lnTo>
                  <a:lnTo>
                    <a:pt x="156770" y="1417248"/>
                  </a:lnTo>
                  <a:lnTo>
                    <a:pt x="181741" y="1453593"/>
                  </a:lnTo>
                  <a:lnTo>
                    <a:pt x="208173" y="1487426"/>
                  </a:lnTo>
                  <a:lnTo>
                    <a:pt x="235985" y="1518624"/>
                  </a:lnTo>
                  <a:lnTo>
                    <a:pt x="265097" y="1547062"/>
                  </a:lnTo>
                  <a:lnTo>
                    <a:pt x="295431" y="1572618"/>
                  </a:lnTo>
                  <a:lnTo>
                    <a:pt x="326905" y="1595168"/>
                  </a:lnTo>
                  <a:lnTo>
                    <a:pt x="392958" y="1630754"/>
                  </a:lnTo>
                  <a:lnTo>
                    <a:pt x="462619" y="1652831"/>
                  </a:lnTo>
                  <a:lnTo>
                    <a:pt x="535250" y="1660410"/>
                  </a:lnTo>
                  <a:lnTo>
                    <a:pt x="571897" y="1658494"/>
                  </a:lnTo>
                  <a:lnTo>
                    <a:pt x="643123" y="1643543"/>
                  </a:lnTo>
                  <a:lnTo>
                    <a:pt x="711060" y="1614588"/>
                  </a:lnTo>
                  <a:lnTo>
                    <a:pt x="775070" y="1572618"/>
                  </a:lnTo>
                  <a:lnTo>
                    <a:pt x="805403" y="1547062"/>
                  </a:lnTo>
                  <a:lnTo>
                    <a:pt x="834515" y="1518624"/>
                  </a:lnTo>
                  <a:lnTo>
                    <a:pt x="862327" y="1487426"/>
                  </a:lnTo>
                  <a:lnTo>
                    <a:pt x="888759" y="1453593"/>
                  </a:lnTo>
                  <a:lnTo>
                    <a:pt x="913731" y="1417248"/>
                  </a:lnTo>
                  <a:lnTo>
                    <a:pt x="937163" y="1378515"/>
                  </a:lnTo>
                  <a:lnTo>
                    <a:pt x="958976" y="1337518"/>
                  </a:lnTo>
                  <a:lnTo>
                    <a:pt x="979089" y="1294380"/>
                  </a:lnTo>
                  <a:lnTo>
                    <a:pt x="997424" y="1249225"/>
                  </a:lnTo>
                  <a:lnTo>
                    <a:pt x="1013901" y="1202176"/>
                  </a:lnTo>
                  <a:lnTo>
                    <a:pt x="1028439" y="1153358"/>
                  </a:lnTo>
                  <a:lnTo>
                    <a:pt x="1040959" y="1102893"/>
                  </a:lnTo>
                  <a:lnTo>
                    <a:pt x="1051381" y="1050906"/>
                  </a:lnTo>
                  <a:lnTo>
                    <a:pt x="1059627" y="997520"/>
                  </a:lnTo>
                  <a:lnTo>
                    <a:pt x="1065615" y="942858"/>
                  </a:lnTo>
                  <a:lnTo>
                    <a:pt x="1069266" y="887046"/>
                  </a:lnTo>
                  <a:lnTo>
                    <a:pt x="1070501" y="830205"/>
                  </a:lnTo>
                  <a:lnTo>
                    <a:pt x="1069266" y="773364"/>
                  </a:lnTo>
                  <a:lnTo>
                    <a:pt x="1065615" y="717551"/>
                  </a:lnTo>
                  <a:lnTo>
                    <a:pt x="1059627" y="662889"/>
                  </a:lnTo>
                  <a:lnTo>
                    <a:pt x="1051381" y="609503"/>
                  </a:lnTo>
                  <a:lnTo>
                    <a:pt x="1040959" y="557516"/>
                  </a:lnTo>
                  <a:lnTo>
                    <a:pt x="1028439" y="507051"/>
                  </a:lnTo>
                  <a:lnTo>
                    <a:pt x="1013901" y="458233"/>
                  </a:lnTo>
                  <a:lnTo>
                    <a:pt x="997424" y="411184"/>
                  </a:lnTo>
                  <a:lnTo>
                    <a:pt x="979089" y="366029"/>
                  </a:lnTo>
                  <a:lnTo>
                    <a:pt x="958976" y="322891"/>
                  </a:lnTo>
                  <a:lnTo>
                    <a:pt x="937163" y="281894"/>
                  </a:lnTo>
                  <a:lnTo>
                    <a:pt x="913731" y="243161"/>
                  </a:lnTo>
                  <a:lnTo>
                    <a:pt x="888759" y="206816"/>
                  </a:lnTo>
                  <a:lnTo>
                    <a:pt x="862327" y="172983"/>
                  </a:lnTo>
                  <a:lnTo>
                    <a:pt x="834515" y="141785"/>
                  </a:lnTo>
                  <a:lnTo>
                    <a:pt x="805403" y="113347"/>
                  </a:lnTo>
                  <a:lnTo>
                    <a:pt x="775070" y="87791"/>
                  </a:lnTo>
                  <a:lnTo>
                    <a:pt x="743595" y="65241"/>
                  </a:lnTo>
                  <a:lnTo>
                    <a:pt x="677542" y="29655"/>
                  </a:lnTo>
                  <a:lnTo>
                    <a:pt x="607881" y="7578"/>
                  </a:lnTo>
                  <a:lnTo>
                    <a:pt x="53525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7002823" y="7810528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w="0" h="1454784">
                  <a:moveTo>
                    <a:pt x="0" y="0"/>
                  </a:moveTo>
                  <a:lnTo>
                    <a:pt x="0" y="1454678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7002825" y="8056100"/>
              <a:ext cx="107314" cy="450850"/>
            </a:xfrm>
            <a:custGeom>
              <a:avLst/>
              <a:gdLst/>
              <a:ahLst/>
              <a:cxnLst/>
              <a:rect l="l" t="t" r="r" b="b"/>
              <a:pathLst>
                <a:path w="107315" h="450850">
                  <a:moveTo>
                    <a:pt x="106897" y="0"/>
                  </a:moveTo>
                  <a:lnTo>
                    <a:pt x="106897" y="189386"/>
                  </a:lnTo>
                  <a:lnTo>
                    <a:pt x="104562" y="225330"/>
                  </a:lnTo>
                  <a:lnTo>
                    <a:pt x="97635" y="260526"/>
                  </a:lnTo>
                  <a:lnTo>
                    <a:pt x="86232" y="294535"/>
                  </a:lnTo>
                  <a:lnTo>
                    <a:pt x="70469" y="326921"/>
                  </a:lnTo>
                  <a:lnTo>
                    <a:pt x="0" y="450614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/>
          <p:nvPr/>
        </p:nvSpPr>
        <p:spPr>
          <a:xfrm>
            <a:off x="12637322" y="5854693"/>
            <a:ext cx="498475" cy="215265"/>
          </a:xfrm>
          <a:custGeom>
            <a:avLst/>
            <a:gdLst/>
            <a:ahLst/>
            <a:cxnLst/>
            <a:rect l="l" t="t" r="r" b="b"/>
            <a:pathLst>
              <a:path w="498475" h="215264">
                <a:moveTo>
                  <a:pt x="495440" y="0"/>
                </a:moveTo>
                <a:lnTo>
                  <a:pt x="474718" y="37894"/>
                </a:lnTo>
                <a:lnTo>
                  <a:pt x="473596" y="44404"/>
                </a:lnTo>
                <a:lnTo>
                  <a:pt x="472130" y="50841"/>
                </a:lnTo>
                <a:lnTo>
                  <a:pt x="454603" y="90422"/>
                </a:lnTo>
                <a:lnTo>
                  <a:pt x="410076" y="136959"/>
                </a:lnTo>
                <a:lnTo>
                  <a:pt x="348510" y="169972"/>
                </a:lnTo>
                <a:lnTo>
                  <a:pt x="275811" y="187357"/>
                </a:lnTo>
                <a:lnTo>
                  <a:pt x="236055" y="189669"/>
                </a:lnTo>
                <a:lnTo>
                  <a:pt x="180752" y="185155"/>
                </a:lnTo>
                <a:lnTo>
                  <a:pt x="130021" y="172302"/>
                </a:lnTo>
                <a:lnTo>
                  <a:pt x="85326" y="152141"/>
                </a:lnTo>
                <a:lnTo>
                  <a:pt x="48133" y="125702"/>
                </a:lnTo>
                <a:lnTo>
                  <a:pt x="19905" y="94018"/>
                </a:lnTo>
                <a:lnTo>
                  <a:pt x="16927" y="88042"/>
                </a:lnTo>
                <a:lnTo>
                  <a:pt x="13760" y="82166"/>
                </a:lnTo>
                <a:lnTo>
                  <a:pt x="10406" y="76394"/>
                </a:lnTo>
                <a:lnTo>
                  <a:pt x="4659" y="67338"/>
                </a:lnTo>
                <a:lnTo>
                  <a:pt x="0" y="60804"/>
                </a:lnTo>
                <a:lnTo>
                  <a:pt x="13780" y="96877"/>
                </a:lnTo>
                <a:lnTo>
                  <a:pt x="36521" y="129580"/>
                </a:lnTo>
                <a:lnTo>
                  <a:pt x="67157" y="158118"/>
                </a:lnTo>
                <a:lnTo>
                  <a:pt x="104619" y="181697"/>
                </a:lnTo>
                <a:lnTo>
                  <a:pt x="147841" y="199523"/>
                </a:lnTo>
                <a:lnTo>
                  <a:pt x="195753" y="210801"/>
                </a:lnTo>
                <a:lnTo>
                  <a:pt x="247290" y="214736"/>
                </a:lnTo>
                <a:lnTo>
                  <a:pt x="297884" y="210945"/>
                </a:lnTo>
                <a:lnTo>
                  <a:pt x="345006" y="200070"/>
                </a:lnTo>
                <a:lnTo>
                  <a:pt x="387649" y="182863"/>
                </a:lnTo>
                <a:lnTo>
                  <a:pt x="424802" y="160073"/>
                </a:lnTo>
                <a:lnTo>
                  <a:pt x="455456" y="132452"/>
                </a:lnTo>
                <a:lnTo>
                  <a:pt x="478602" y="100750"/>
                </a:lnTo>
                <a:lnTo>
                  <a:pt x="498330" y="28103"/>
                </a:lnTo>
                <a:lnTo>
                  <a:pt x="498136" y="21028"/>
                </a:lnTo>
                <a:lnTo>
                  <a:pt x="497588" y="13977"/>
                </a:lnTo>
                <a:lnTo>
                  <a:pt x="496688" y="6963"/>
                </a:lnTo>
                <a:lnTo>
                  <a:pt x="495440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3392360" y="5990798"/>
            <a:ext cx="784225" cy="316230"/>
          </a:xfrm>
          <a:custGeom>
            <a:avLst/>
            <a:gdLst/>
            <a:ahLst/>
            <a:cxnLst/>
            <a:rect l="l" t="t" r="r" b="b"/>
            <a:pathLst>
              <a:path w="784225" h="316229">
                <a:moveTo>
                  <a:pt x="18596" y="0"/>
                </a:moveTo>
                <a:lnTo>
                  <a:pt x="12533" y="1863"/>
                </a:lnTo>
                <a:lnTo>
                  <a:pt x="6303" y="3130"/>
                </a:lnTo>
                <a:lnTo>
                  <a:pt x="0" y="3790"/>
                </a:lnTo>
                <a:lnTo>
                  <a:pt x="8864" y="46091"/>
                </a:lnTo>
                <a:lnTo>
                  <a:pt x="23658" y="86735"/>
                </a:lnTo>
                <a:lnTo>
                  <a:pt x="44005" y="125331"/>
                </a:lnTo>
                <a:lnTo>
                  <a:pt x="69528" y="161486"/>
                </a:lnTo>
                <a:lnTo>
                  <a:pt x="99852" y="194808"/>
                </a:lnTo>
                <a:lnTo>
                  <a:pt x="134599" y="224905"/>
                </a:lnTo>
                <a:lnTo>
                  <a:pt x="173394" y="251384"/>
                </a:lnTo>
                <a:lnTo>
                  <a:pt x="215860" y="273855"/>
                </a:lnTo>
                <a:lnTo>
                  <a:pt x="261620" y="291924"/>
                </a:lnTo>
                <a:lnTo>
                  <a:pt x="310298" y="305199"/>
                </a:lnTo>
                <a:lnTo>
                  <a:pt x="361517" y="313288"/>
                </a:lnTo>
                <a:lnTo>
                  <a:pt x="413102" y="315740"/>
                </a:lnTo>
                <a:lnTo>
                  <a:pt x="463262" y="312647"/>
                </a:lnTo>
                <a:lnTo>
                  <a:pt x="511556" y="304313"/>
                </a:lnTo>
                <a:lnTo>
                  <a:pt x="557540" y="291042"/>
                </a:lnTo>
                <a:lnTo>
                  <a:pt x="600773" y="273137"/>
                </a:lnTo>
                <a:lnTo>
                  <a:pt x="640812" y="250901"/>
                </a:lnTo>
                <a:lnTo>
                  <a:pt x="677215" y="224639"/>
                </a:lnTo>
                <a:lnTo>
                  <a:pt x="709538" y="194569"/>
                </a:lnTo>
                <a:lnTo>
                  <a:pt x="743885" y="149211"/>
                </a:lnTo>
                <a:lnTo>
                  <a:pt x="771997" y="99745"/>
                </a:lnTo>
                <a:lnTo>
                  <a:pt x="783860" y="72531"/>
                </a:lnTo>
                <a:lnTo>
                  <a:pt x="778845" y="71432"/>
                </a:lnTo>
                <a:lnTo>
                  <a:pt x="769086" y="68825"/>
                </a:lnTo>
                <a:lnTo>
                  <a:pt x="742542" y="111933"/>
                </a:lnTo>
                <a:lnTo>
                  <a:pt x="713423" y="145059"/>
                </a:lnTo>
                <a:lnTo>
                  <a:pt x="679871" y="174895"/>
                </a:lnTo>
                <a:lnTo>
                  <a:pt x="642296" y="201092"/>
                </a:lnTo>
                <a:lnTo>
                  <a:pt x="601107" y="223304"/>
                </a:lnTo>
                <a:lnTo>
                  <a:pt x="556711" y="241184"/>
                </a:lnTo>
                <a:lnTo>
                  <a:pt x="509518" y="254386"/>
                </a:lnTo>
                <a:lnTo>
                  <a:pt x="459937" y="262561"/>
                </a:lnTo>
                <a:lnTo>
                  <a:pt x="408375" y="265363"/>
                </a:lnTo>
                <a:lnTo>
                  <a:pt x="357216" y="262605"/>
                </a:lnTo>
                <a:lnTo>
                  <a:pt x="308004" y="254556"/>
                </a:lnTo>
                <a:lnTo>
                  <a:pt x="261138" y="241555"/>
                </a:lnTo>
                <a:lnTo>
                  <a:pt x="217018" y="223942"/>
                </a:lnTo>
                <a:lnTo>
                  <a:pt x="176043" y="202056"/>
                </a:lnTo>
                <a:lnTo>
                  <a:pt x="138612" y="176236"/>
                </a:lnTo>
                <a:lnTo>
                  <a:pt x="105125" y="146822"/>
                </a:lnTo>
                <a:lnTo>
                  <a:pt x="75980" y="114151"/>
                </a:lnTo>
                <a:lnTo>
                  <a:pt x="51578" y="78565"/>
                </a:lnTo>
                <a:lnTo>
                  <a:pt x="32317" y="40401"/>
                </a:lnTo>
                <a:lnTo>
                  <a:pt x="18596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7" name="object 117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4134582" y="5434073"/>
            <a:ext cx="142027" cy="142016"/>
          </a:xfrm>
          <a:prstGeom prst="rect">
            <a:avLst/>
          </a:prstGeom>
        </p:spPr>
      </p:pic>
      <p:grpSp>
        <p:nvGrpSpPr>
          <p:cNvPr id="118" name="object 118" descr=""/>
          <p:cNvGrpSpPr/>
          <p:nvPr/>
        </p:nvGrpSpPr>
        <p:grpSpPr>
          <a:xfrm>
            <a:off x="12930199" y="5760423"/>
            <a:ext cx="416559" cy="3642360"/>
            <a:chOff x="12930199" y="5760423"/>
            <a:chExt cx="416559" cy="3642360"/>
          </a:xfrm>
        </p:grpSpPr>
        <p:sp>
          <p:nvSpPr>
            <p:cNvPr id="119" name="object 119" descr=""/>
            <p:cNvSpPr/>
            <p:nvPr/>
          </p:nvSpPr>
          <p:spPr>
            <a:xfrm>
              <a:off x="13171659" y="5765659"/>
              <a:ext cx="66040" cy="2352675"/>
            </a:xfrm>
            <a:custGeom>
              <a:avLst/>
              <a:gdLst/>
              <a:ahLst/>
              <a:cxnLst/>
              <a:rect l="l" t="t" r="r" b="b"/>
              <a:pathLst>
                <a:path w="66040" h="2352675">
                  <a:moveTo>
                    <a:pt x="0" y="2352127"/>
                  </a:moveTo>
                  <a:lnTo>
                    <a:pt x="25578" y="2346962"/>
                  </a:lnTo>
                  <a:lnTo>
                    <a:pt x="46467" y="2332879"/>
                  </a:lnTo>
                  <a:lnTo>
                    <a:pt x="60550" y="2311990"/>
                  </a:lnTo>
                  <a:lnTo>
                    <a:pt x="65715" y="2286412"/>
                  </a:lnTo>
                  <a:lnTo>
                    <a:pt x="65715" y="0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135673" y="5795530"/>
              <a:ext cx="52705" cy="3607435"/>
            </a:xfrm>
            <a:custGeom>
              <a:avLst/>
              <a:gdLst/>
              <a:ahLst/>
              <a:cxnLst/>
              <a:rect l="l" t="t" r="r" b="b"/>
              <a:pathLst>
                <a:path w="52705" h="3607434">
                  <a:moveTo>
                    <a:pt x="52699" y="0"/>
                  </a:moveTo>
                  <a:lnTo>
                    <a:pt x="0" y="0"/>
                  </a:lnTo>
                  <a:lnTo>
                    <a:pt x="0" y="3606874"/>
                  </a:lnTo>
                  <a:lnTo>
                    <a:pt x="52699" y="3606874"/>
                  </a:lnTo>
                  <a:lnTo>
                    <a:pt x="5269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179373" y="6347608"/>
              <a:ext cx="162560" cy="311150"/>
            </a:xfrm>
            <a:custGeom>
              <a:avLst/>
              <a:gdLst/>
              <a:ahLst/>
              <a:cxnLst/>
              <a:rect l="l" t="t" r="r" b="b"/>
              <a:pathLst>
                <a:path w="162559" h="311150">
                  <a:moveTo>
                    <a:pt x="161942" y="0"/>
                  </a:moveTo>
                  <a:lnTo>
                    <a:pt x="159494" y="33505"/>
                  </a:lnTo>
                  <a:lnTo>
                    <a:pt x="152251" y="66128"/>
                  </a:lnTo>
                  <a:lnTo>
                    <a:pt x="140368" y="97362"/>
                  </a:lnTo>
                  <a:lnTo>
                    <a:pt x="123996" y="126697"/>
                  </a:lnTo>
                  <a:lnTo>
                    <a:pt x="0" y="310922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2935435" y="6496163"/>
              <a:ext cx="200660" cy="518159"/>
            </a:xfrm>
            <a:custGeom>
              <a:avLst/>
              <a:gdLst/>
              <a:ahLst/>
              <a:cxnLst/>
              <a:rect l="l" t="t" r="r" b="b"/>
              <a:pathLst>
                <a:path w="200659" h="518159">
                  <a:moveTo>
                    <a:pt x="0" y="0"/>
                  </a:moveTo>
                  <a:lnTo>
                    <a:pt x="0" y="134215"/>
                  </a:lnTo>
                  <a:lnTo>
                    <a:pt x="3934" y="178812"/>
                  </a:lnTo>
                  <a:lnTo>
                    <a:pt x="15449" y="221555"/>
                  </a:lnTo>
                  <a:lnTo>
                    <a:pt x="34115" y="261520"/>
                  </a:lnTo>
                  <a:lnTo>
                    <a:pt x="59502" y="297785"/>
                  </a:lnTo>
                  <a:lnTo>
                    <a:pt x="91180" y="329424"/>
                  </a:lnTo>
                  <a:lnTo>
                    <a:pt x="125608" y="358250"/>
                  </a:lnTo>
                  <a:lnTo>
                    <a:pt x="157226" y="391267"/>
                  </a:lnTo>
                  <a:lnTo>
                    <a:pt x="180662" y="429899"/>
                  </a:lnTo>
                  <a:lnTo>
                    <a:pt x="195227" y="472671"/>
                  </a:lnTo>
                  <a:lnTo>
                    <a:pt x="200234" y="518109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3135669" y="5828940"/>
              <a:ext cx="0" cy="3571875"/>
            </a:xfrm>
            <a:custGeom>
              <a:avLst/>
              <a:gdLst/>
              <a:ahLst/>
              <a:cxnLst/>
              <a:rect l="l" t="t" r="r" b="b"/>
              <a:pathLst>
                <a:path w="0" h="3571875">
                  <a:moveTo>
                    <a:pt x="0" y="357142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3086641" y="8310735"/>
              <a:ext cx="66040" cy="751205"/>
            </a:xfrm>
            <a:custGeom>
              <a:avLst/>
              <a:gdLst/>
              <a:ahLst/>
              <a:cxnLst/>
              <a:rect l="l" t="t" r="r" b="b"/>
              <a:pathLst>
                <a:path w="66040" h="751204">
                  <a:moveTo>
                    <a:pt x="65736" y="750877"/>
                  </a:moveTo>
                  <a:lnTo>
                    <a:pt x="40155" y="745713"/>
                  </a:lnTo>
                  <a:lnTo>
                    <a:pt x="19262" y="731629"/>
                  </a:lnTo>
                  <a:lnTo>
                    <a:pt x="5172" y="710741"/>
                  </a:lnTo>
                  <a:lnTo>
                    <a:pt x="0" y="685162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3047549" y="5974876"/>
              <a:ext cx="100330" cy="371475"/>
            </a:xfrm>
            <a:custGeom>
              <a:avLst/>
              <a:gdLst/>
              <a:ahLst/>
              <a:cxnLst/>
              <a:rect l="l" t="t" r="r" b="b"/>
              <a:pathLst>
                <a:path w="100330" h="371475">
                  <a:moveTo>
                    <a:pt x="0" y="0"/>
                  </a:moveTo>
                  <a:lnTo>
                    <a:pt x="0" y="271311"/>
                  </a:lnTo>
                  <a:lnTo>
                    <a:pt x="7830" y="310131"/>
                  </a:lnTo>
                  <a:lnTo>
                    <a:pt x="29199" y="341837"/>
                  </a:lnTo>
                  <a:lnTo>
                    <a:pt x="60896" y="363216"/>
                  </a:lnTo>
                  <a:lnTo>
                    <a:pt x="99714" y="371056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165958" y="5881085"/>
              <a:ext cx="177052" cy="144267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13052978" y="7397133"/>
              <a:ext cx="184785" cy="525780"/>
            </a:xfrm>
            <a:custGeom>
              <a:avLst/>
              <a:gdLst/>
              <a:ahLst/>
              <a:cxnLst/>
              <a:rect l="l" t="t" r="r" b="b"/>
              <a:pathLst>
                <a:path w="184784" h="525779">
                  <a:moveTo>
                    <a:pt x="0" y="0"/>
                  </a:moveTo>
                  <a:lnTo>
                    <a:pt x="0" y="199596"/>
                  </a:lnTo>
                  <a:lnTo>
                    <a:pt x="3642" y="243390"/>
                  </a:lnTo>
                  <a:lnTo>
                    <a:pt x="14375" y="285702"/>
                  </a:lnTo>
                  <a:lnTo>
                    <a:pt x="31906" y="325679"/>
                  </a:lnTo>
                  <a:lnTo>
                    <a:pt x="55945" y="362470"/>
                  </a:lnTo>
                  <a:lnTo>
                    <a:pt x="184392" y="52539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8" name="object 12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2472002" y="5760415"/>
            <a:ext cx="248317" cy="207365"/>
          </a:xfrm>
          <a:prstGeom prst="rect">
            <a:avLst/>
          </a:prstGeom>
        </p:spPr>
      </p:pic>
      <p:grpSp>
        <p:nvGrpSpPr>
          <p:cNvPr id="129" name="object 129" descr=""/>
          <p:cNvGrpSpPr/>
          <p:nvPr/>
        </p:nvGrpSpPr>
        <p:grpSpPr>
          <a:xfrm>
            <a:off x="12048676" y="5335860"/>
            <a:ext cx="2415540" cy="1254760"/>
            <a:chOff x="12048676" y="5335860"/>
            <a:chExt cx="2415540" cy="1254760"/>
          </a:xfrm>
        </p:grpSpPr>
        <p:pic>
          <p:nvPicPr>
            <p:cNvPr id="130" name="object 13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010434" y="6030440"/>
              <a:ext cx="248296" cy="162235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12048676" y="5335860"/>
              <a:ext cx="2415540" cy="920115"/>
            </a:xfrm>
            <a:custGeom>
              <a:avLst/>
              <a:gdLst/>
              <a:ahLst/>
              <a:cxnLst/>
              <a:rect l="l" t="t" r="r" b="b"/>
              <a:pathLst>
                <a:path w="2415540" h="920114">
                  <a:moveTo>
                    <a:pt x="1397091" y="0"/>
                  </a:moveTo>
                  <a:lnTo>
                    <a:pt x="1247743" y="2106"/>
                  </a:lnTo>
                  <a:lnTo>
                    <a:pt x="1133181" y="59672"/>
                  </a:lnTo>
                  <a:lnTo>
                    <a:pt x="992506" y="186467"/>
                  </a:lnTo>
                  <a:lnTo>
                    <a:pt x="971007" y="176436"/>
                  </a:lnTo>
                  <a:lnTo>
                    <a:pt x="921274" y="156520"/>
                  </a:lnTo>
                  <a:lnTo>
                    <a:pt x="845856" y="132815"/>
                  </a:lnTo>
                  <a:lnTo>
                    <a:pt x="799314" y="121447"/>
                  </a:lnTo>
                  <a:lnTo>
                    <a:pt x="747308" y="111418"/>
                  </a:lnTo>
                  <a:lnTo>
                    <a:pt x="690157" y="103490"/>
                  </a:lnTo>
                  <a:lnTo>
                    <a:pt x="628181" y="98425"/>
                  </a:lnTo>
                  <a:lnTo>
                    <a:pt x="561698" y="96986"/>
                  </a:lnTo>
                  <a:lnTo>
                    <a:pt x="491027" y="99933"/>
                  </a:lnTo>
                  <a:lnTo>
                    <a:pt x="416488" y="108031"/>
                  </a:lnTo>
                  <a:lnTo>
                    <a:pt x="338400" y="122040"/>
                  </a:lnTo>
                  <a:lnTo>
                    <a:pt x="262841" y="141187"/>
                  </a:lnTo>
                  <a:lnTo>
                    <a:pt x="198123" y="163296"/>
                  </a:lnTo>
                  <a:lnTo>
                    <a:pt x="143667" y="187984"/>
                  </a:lnTo>
                  <a:lnTo>
                    <a:pt x="98894" y="214871"/>
                  </a:lnTo>
                  <a:lnTo>
                    <a:pt x="63225" y="243574"/>
                  </a:lnTo>
                  <a:lnTo>
                    <a:pt x="36080" y="273713"/>
                  </a:lnTo>
                  <a:lnTo>
                    <a:pt x="5047" y="336774"/>
                  </a:lnTo>
                  <a:lnTo>
                    <a:pt x="0" y="368933"/>
                  </a:lnTo>
                  <a:lnTo>
                    <a:pt x="1160" y="401003"/>
                  </a:lnTo>
                  <a:lnTo>
                    <a:pt x="19787" y="463351"/>
                  </a:lnTo>
                  <a:lnTo>
                    <a:pt x="70960" y="533086"/>
                  </a:lnTo>
                  <a:lnTo>
                    <a:pt x="113882" y="561101"/>
                  </a:lnTo>
                  <a:lnTo>
                    <a:pt x="161811" y="578208"/>
                  </a:lnTo>
                  <a:lnTo>
                    <a:pt x="211692" y="585702"/>
                  </a:lnTo>
                  <a:lnTo>
                    <a:pt x="260473" y="584881"/>
                  </a:lnTo>
                  <a:lnTo>
                    <a:pt x="305103" y="577040"/>
                  </a:lnTo>
                  <a:lnTo>
                    <a:pt x="342529" y="563475"/>
                  </a:lnTo>
                  <a:lnTo>
                    <a:pt x="369697" y="545482"/>
                  </a:lnTo>
                  <a:lnTo>
                    <a:pt x="402909" y="523920"/>
                  </a:lnTo>
                  <a:lnTo>
                    <a:pt x="443467" y="512396"/>
                  </a:lnTo>
                  <a:lnTo>
                    <a:pt x="486847" y="511558"/>
                  </a:lnTo>
                  <a:lnTo>
                    <a:pt x="528524" y="522054"/>
                  </a:lnTo>
                  <a:lnTo>
                    <a:pt x="563975" y="544531"/>
                  </a:lnTo>
                  <a:lnTo>
                    <a:pt x="588675" y="579638"/>
                  </a:lnTo>
                  <a:lnTo>
                    <a:pt x="611008" y="618252"/>
                  </a:lnTo>
                  <a:lnTo>
                    <a:pt x="641849" y="650544"/>
                  </a:lnTo>
                  <a:lnTo>
                    <a:pt x="680426" y="676104"/>
                  </a:lnTo>
                  <a:lnTo>
                    <a:pt x="725966" y="694521"/>
                  </a:lnTo>
                  <a:lnTo>
                    <a:pt x="777697" y="705384"/>
                  </a:lnTo>
                  <a:lnTo>
                    <a:pt x="834845" y="708284"/>
                  </a:lnTo>
                  <a:lnTo>
                    <a:pt x="891235" y="702574"/>
                  </a:lnTo>
                  <a:lnTo>
                    <a:pt x="940698" y="688983"/>
                  </a:lnTo>
                  <a:lnTo>
                    <a:pt x="982473" y="669179"/>
                  </a:lnTo>
                  <a:lnTo>
                    <a:pt x="1015801" y="644825"/>
                  </a:lnTo>
                  <a:lnTo>
                    <a:pt x="1054074" y="589135"/>
                  </a:lnTo>
                  <a:lnTo>
                    <a:pt x="1068038" y="548796"/>
                  </a:lnTo>
                  <a:lnTo>
                    <a:pt x="1084555" y="517428"/>
                  </a:lnTo>
                  <a:lnTo>
                    <a:pt x="1108423" y="492488"/>
                  </a:lnTo>
                  <a:lnTo>
                    <a:pt x="1144438" y="471432"/>
                  </a:lnTo>
                  <a:lnTo>
                    <a:pt x="1182951" y="454861"/>
                  </a:lnTo>
                  <a:lnTo>
                    <a:pt x="1210000" y="449629"/>
                  </a:lnTo>
                  <a:lnTo>
                    <a:pt x="1238374" y="456001"/>
                  </a:lnTo>
                  <a:lnTo>
                    <a:pt x="1280863" y="474238"/>
                  </a:lnTo>
                  <a:lnTo>
                    <a:pt x="1268718" y="481535"/>
                  </a:lnTo>
                  <a:lnTo>
                    <a:pt x="1249465" y="501130"/>
                  </a:lnTo>
                  <a:lnTo>
                    <a:pt x="1234812" y="534998"/>
                  </a:lnTo>
                  <a:lnTo>
                    <a:pt x="1236467" y="585115"/>
                  </a:lnTo>
                  <a:lnTo>
                    <a:pt x="1250705" y="638889"/>
                  </a:lnTo>
                  <a:lnTo>
                    <a:pt x="1268547" y="664074"/>
                  </a:lnTo>
                  <a:lnTo>
                    <a:pt x="1301777" y="667206"/>
                  </a:lnTo>
                  <a:lnTo>
                    <a:pt x="1362180" y="654819"/>
                  </a:lnTo>
                  <a:lnTo>
                    <a:pt x="1367124" y="678426"/>
                  </a:lnTo>
                  <a:lnTo>
                    <a:pt x="1393262" y="734858"/>
                  </a:lnTo>
                  <a:lnTo>
                    <a:pt x="1440815" y="796135"/>
                  </a:lnTo>
                  <a:lnTo>
                    <a:pt x="1472528" y="825798"/>
                  </a:lnTo>
                  <a:lnTo>
                    <a:pt x="1509481" y="853323"/>
                  </a:lnTo>
                  <a:lnTo>
                    <a:pt x="1551637" y="877593"/>
                  </a:lnTo>
                  <a:lnTo>
                    <a:pt x="1598959" y="897491"/>
                  </a:lnTo>
                  <a:lnTo>
                    <a:pt x="1651408" y="911900"/>
                  </a:lnTo>
                  <a:lnTo>
                    <a:pt x="1708948" y="919703"/>
                  </a:lnTo>
                  <a:lnTo>
                    <a:pt x="1771539" y="919785"/>
                  </a:lnTo>
                  <a:lnTo>
                    <a:pt x="1923351" y="907379"/>
                  </a:lnTo>
                  <a:lnTo>
                    <a:pt x="2009493" y="882812"/>
                  </a:lnTo>
                  <a:lnTo>
                    <a:pt x="2061948" y="827697"/>
                  </a:lnTo>
                  <a:lnTo>
                    <a:pt x="2112702" y="723644"/>
                  </a:lnTo>
                  <a:lnTo>
                    <a:pt x="2154780" y="732616"/>
                  </a:lnTo>
                  <a:lnTo>
                    <a:pt x="2197162" y="733622"/>
                  </a:lnTo>
                  <a:lnTo>
                    <a:pt x="2238749" y="727310"/>
                  </a:lnTo>
                  <a:lnTo>
                    <a:pt x="2278438" y="714328"/>
                  </a:lnTo>
                  <a:lnTo>
                    <a:pt x="2315131" y="695324"/>
                  </a:lnTo>
                  <a:lnTo>
                    <a:pt x="2347726" y="670946"/>
                  </a:lnTo>
                  <a:lnTo>
                    <a:pt x="2375122" y="641842"/>
                  </a:lnTo>
                  <a:lnTo>
                    <a:pt x="2396220" y="608661"/>
                  </a:lnTo>
                  <a:lnTo>
                    <a:pt x="2409918" y="572049"/>
                  </a:lnTo>
                  <a:lnTo>
                    <a:pt x="2415116" y="532655"/>
                  </a:lnTo>
                  <a:lnTo>
                    <a:pt x="2410714" y="491128"/>
                  </a:lnTo>
                  <a:lnTo>
                    <a:pt x="2378340" y="366222"/>
                  </a:lnTo>
                  <a:lnTo>
                    <a:pt x="2336114" y="308531"/>
                  </a:lnTo>
                  <a:lnTo>
                    <a:pt x="2255745" y="303606"/>
                  </a:lnTo>
                  <a:lnTo>
                    <a:pt x="2108943" y="336996"/>
                  </a:lnTo>
                  <a:lnTo>
                    <a:pt x="2088369" y="299865"/>
                  </a:lnTo>
                  <a:lnTo>
                    <a:pt x="2015177" y="213195"/>
                  </a:lnTo>
                  <a:lnTo>
                    <a:pt x="1872165" y="114072"/>
                  </a:lnTo>
                  <a:lnTo>
                    <a:pt x="1642130" y="39581"/>
                  </a:lnTo>
                  <a:lnTo>
                    <a:pt x="139709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335755" y="6161312"/>
              <a:ext cx="83976" cy="19297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853648" y="6304469"/>
              <a:ext cx="155724" cy="285963"/>
            </a:xfrm>
            <a:prstGeom prst="rect">
              <a:avLst/>
            </a:prstGeom>
          </p:spPr>
        </p:pic>
      </p:grpSp>
      <p:pic>
        <p:nvPicPr>
          <p:cNvPr id="134" name="object 134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3013614" y="8402811"/>
            <a:ext cx="79296" cy="186402"/>
          </a:xfrm>
          <a:prstGeom prst="rect">
            <a:avLst/>
          </a:prstGeom>
        </p:spPr>
      </p:pic>
      <p:pic>
        <p:nvPicPr>
          <p:cNvPr id="135" name="object 13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966575" y="7310497"/>
            <a:ext cx="93086" cy="218799"/>
          </a:xfrm>
          <a:prstGeom prst="rect">
            <a:avLst/>
          </a:prstGeom>
        </p:spPr>
      </p:pic>
      <p:sp>
        <p:nvSpPr>
          <p:cNvPr id="136" name="object 136" descr=""/>
          <p:cNvSpPr/>
          <p:nvPr/>
        </p:nvSpPr>
        <p:spPr>
          <a:xfrm>
            <a:off x="4572337" y="2348339"/>
            <a:ext cx="537210" cy="195580"/>
          </a:xfrm>
          <a:custGeom>
            <a:avLst/>
            <a:gdLst/>
            <a:ahLst/>
            <a:cxnLst/>
            <a:rect l="l" t="t" r="r" b="b"/>
            <a:pathLst>
              <a:path w="537210" h="195580">
                <a:moveTo>
                  <a:pt x="435567" y="0"/>
                </a:moveTo>
                <a:lnTo>
                  <a:pt x="372834" y="18413"/>
                </a:lnTo>
                <a:lnTo>
                  <a:pt x="268557" y="86242"/>
                </a:lnTo>
                <a:lnTo>
                  <a:pt x="151534" y="41192"/>
                </a:lnTo>
                <a:lnTo>
                  <a:pt x="67558" y="60744"/>
                </a:lnTo>
                <a:lnTo>
                  <a:pt x="16941" y="103115"/>
                </a:lnTo>
                <a:lnTo>
                  <a:pt x="0" y="126523"/>
                </a:lnTo>
                <a:lnTo>
                  <a:pt x="121978" y="95496"/>
                </a:lnTo>
                <a:lnTo>
                  <a:pt x="205404" y="123793"/>
                </a:lnTo>
                <a:lnTo>
                  <a:pt x="253267" y="170659"/>
                </a:lnTo>
                <a:lnTo>
                  <a:pt x="268557" y="195338"/>
                </a:lnTo>
                <a:lnTo>
                  <a:pt x="317127" y="99848"/>
                </a:lnTo>
                <a:lnTo>
                  <a:pt x="361292" y="60850"/>
                </a:lnTo>
                <a:lnTo>
                  <a:pt x="426229" y="71892"/>
                </a:lnTo>
                <a:lnTo>
                  <a:pt x="537114" y="126523"/>
                </a:lnTo>
                <a:lnTo>
                  <a:pt x="481935" y="34777"/>
                </a:lnTo>
                <a:lnTo>
                  <a:pt x="435567" y="0"/>
                </a:lnTo>
                <a:close/>
              </a:path>
            </a:pathLst>
          </a:custGeom>
          <a:solidFill>
            <a:srgbClr val="9E693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7" name="object 137" descr=""/>
          <p:cNvGrpSpPr/>
          <p:nvPr/>
        </p:nvGrpSpPr>
        <p:grpSpPr>
          <a:xfrm>
            <a:off x="7743430" y="2561536"/>
            <a:ext cx="1177925" cy="2539365"/>
            <a:chOff x="7743430" y="2561536"/>
            <a:chExt cx="1177925" cy="2539365"/>
          </a:xfrm>
        </p:grpSpPr>
        <p:pic>
          <p:nvPicPr>
            <p:cNvPr id="138" name="object 13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743430" y="2561536"/>
              <a:ext cx="1177802" cy="2140664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8332330" y="3114770"/>
              <a:ext cx="0" cy="1982470"/>
            </a:xfrm>
            <a:custGeom>
              <a:avLst/>
              <a:gdLst/>
              <a:ahLst/>
              <a:cxnLst/>
              <a:rect l="l" t="t" r="r" b="b"/>
              <a:pathLst>
                <a:path w="0" h="1982470">
                  <a:moveTo>
                    <a:pt x="0" y="0"/>
                  </a:moveTo>
                  <a:lnTo>
                    <a:pt x="0" y="1981992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125472" y="5096767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960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332332" y="3232630"/>
              <a:ext cx="84455" cy="209550"/>
            </a:xfrm>
            <a:custGeom>
              <a:avLst/>
              <a:gdLst/>
              <a:ahLst/>
              <a:cxnLst/>
              <a:rect l="l" t="t" r="r" b="b"/>
              <a:pathLst>
                <a:path w="84454" h="209550">
                  <a:moveTo>
                    <a:pt x="84185" y="0"/>
                  </a:moveTo>
                  <a:lnTo>
                    <a:pt x="0" y="209260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163957" y="3459935"/>
              <a:ext cx="168910" cy="433070"/>
            </a:xfrm>
            <a:custGeom>
              <a:avLst/>
              <a:gdLst/>
              <a:ahLst/>
              <a:cxnLst/>
              <a:rect l="l" t="t" r="r" b="b"/>
              <a:pathLst>
                <a:path w="168909" h="433070">
                  <a:moveTo>
                    <a:pt x="0" y="0"/>
                  </a:moveTo>
                  <a:lnTo>
                    <a:pt x="168371" y="432960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332329" y="3975879"/>
              <a:ext cx="333375" cy="462280"/>
            </a:xfrm>
            <a:custGeom>
              <a:avLst/>
              <a:gdLst/>
              <a:ahLst/>
              <a:cxnLst/>
              <a:rect l="l" t="t" r="r" b="b"/>
              <a:pathLst>
                <a:path w="333375" h="462279">
                  <a:moveTo>
                    <a:pt x="333141" y="0"/>
                  </a:moveTo>
                  <a:lnTo>
                    <a:pt x="0" y="461828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 descr=""/>
          <p:cNvGrpSpPr/>
          <p:nvPr/>
        </p:nvGrpSpPr>
        <p:grpSpPr>
          <a:xfrm>
            <a:off x="9119259" y="3441896"/>
            <a:ext cx="666115" cy="1659255"/>
            <a:chOff x="9119259" y="3441896"/>
            <a:chExt cx="666115" cy="1659255"/>
          </a:xfrm>
        </p:grpSpPr>
        <p:sp>
          <p:nvSpPr>
            <p:cNvPr id="145" name="object 145" descr=""/>
            <p:cNvSpPr/>
            <p:nvPr/>
          </p:nvSpPr>
          <p:spPr>
            <a:xfrm>
              <a:off x="9119259" y="3441896"/>
              <a:ext cx="666115" cy="1202055"/>
            </a:xfrm>
            <a:custGeom>
              <a:avLst/>
              <a:gdLst/>
              <a:ahLst/>
              <a:cxnLst/>
              <a:rect l="l" t="t" r="r" b="b"/>
              <a:pathLst>
                <a:path w="666115" h="1202054">
                  <a:moveTo>
                    <a:pt x="332760" y="0"/>
                  </a:moveTo>
                  <a:lnTo>
                    <a:pt x="144240" y="258760"/>
                  </a:lnTo>
                  <a:lnTo>
                    <a:pt x="88316" y="441076"/>
                  </a:lnTo>
                  <a:lnTo>
                    <a:pt x="101395" y="548978"/>
                  </a:lnTo>
                  <a:lnTo>
                    <a:pt x="119887" y="584495"/>
                  </a:lnTo>
                  <a:lnTo>
                    <a:pt x="73432" y="662745"/>
                  </a:lnTo>
                  <a:lnTo>
                    <a:pt x="45919" y="723405"/>
                  </a:lnTo>
                  <a:lnTo>
                    <a:pt x="26525" y="797595"/>
                  </a:lnTo>
                  <a:lnTo>
                    <a:pt x="4424" y="916432"/>
                  </a:lnTo>
                  <a:lnTo>
                    <a:pt x="0" y="964484"/>
                  </a:lnTo>
                  <a:lnTo>
                    <a:pt x="4193" y="1007700"/>
                  </a:lnTo>
                  <a:lnTo>
                    <a:pt x="16154" y="1046206"/>
                  </a:lnTo>
                  <a:lnTo>
                    <a:pt x="35030" y="1080127"/>
                  </a:lnTo>
                  <a:lnTo>
                    <a:pt x="59969" y="1109588"/>
                  </a:lnTo>
                  <a:lnTo>
                    <a:pt x="90119" y="1134714"/>
                  </a:lnTo>
                  <a:lnTo>
                    <a:pt x="124629" y="1155630"/>
                  </a:lnTo>
                  <a:lnTo>
                    <a:pt x="162647" y="1172463"/>
                  </a:lnTo>
                  <a:lnTo>
                    <a:pt x="203321" y="1185337"/>
                  </a:lnTo>
                  <a:lnTo>
                    <a:pt x="245799" y="1194378"/>
                  </a:lnTo>
                  <a:lnTo>
                    <a:pt x="289229" y="1199711"/>
                  </a:lnTo>
                  <a:lnTo>
                    <a:pt x="332760" y="1201460"/>
                  </a:lnTo>
                  <a:lnTo>
                    <a:pt x="376288" y="1199711"/>
                  </a:lnTo>
                  <a:lnTo>
                    <a:pt x="419717" y="1194378"/>
                  </a:lnTo>
                  <a:lnTo>
                    <a:pt x="462194" y="1185337"/>
                  </a:lnTo>
                  <a:lnTo>
                    <a:pt x="502868" y="1172463"/>
                  </a:lnTo>
                  <a:lnTo>
                    <a:pt x="540885" y="1155630"/>
                  </a:lnTo>
                  <a:lnTo>
                    <a:pt x="575395" y="1134714"/>
                  </a:lnTo>
                  <a:lnTo>
                    <a:pt x="605546" y="1109588"/>
                  </a:lnTo>
                  <a:lnTo>
                    <a:pt x="630484" y="1080127"/>
                  </a:lnTo>
                  <a:lnTo>
                    <a:pt x="649360" y="1046206"/>
                  </a:lnTo>
                  <a:lnTo>
                    <a:pt x="661319" y="1007700"/>
                  </a:lnTo>
                  <a:lnTo>
                    <a:pt x="665512" y="964484"/>
                  </a:lnTo>
                  <a:lnTo>
                    <a:pt x="661085" y="916432"/>
                  </a:lnTo>
                  <a:lnTo>
                    <a:pt x="627823" y="779329"/>
                  </a:lnTo>
                  <a:lnTo>
                    <a:pt x="589828" y="674696"/>
                  </a:lnTo>
                  <a:lnTo>
                    <a:pt x="558598" y="607947"/>
                  </a:lnTo>
                  <a:lnTo>
                    <a:pt x="545633" y="584495"/>
                  </a:lnTo>
                  <a:lnTo>
                    <a:pt x="629571" y="469827"/>
                  </a:lnTo>
                  <a:lnTo>
                    <a:pt x="635376" y="370720"/>
                  </a:lnTo>
                  <a:lnTo>
                    <a:pt x="543091" y="232376"/>
                  </a:lnTo>
                  <a:lnTo>
                    <a:pt x="332760" y="0"/>
                  </a:lnTo>
                  <a:close/>
                </a:path>
              </a:pathLst>
            </a:custGeom>
            <a:solidFill>
              <a:srgbClr val="F7A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9452016" y="3737752"/>
              <a:ext cx="0" cy="1359535"/>
            </a:xfrm>
            <a:custGeom>
              <a:avLst/>
              <a:gdLst/>
              <a:ahLst/>
              <a:cxnLst/>
              <a:rect l="l" t="t" r="r" b="b"/>
              <a:pathLst>
                <a:path w="0" h="1359535">
                  <a:moveTo>
                    <a:pt x="0" y="0"/>
                  </a:moveTo>
                  <a:lnTo>
                    <a:pt x="0" y="135901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9235536" y="5096767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960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19259" y="3441896"/>
              <a:ext cx="665512" cy="1201460"/>
            </a:xfrm>
            <a:prstGeom prst="rect">
              <a:avLst/>
            </a:prstGeom>
          </p:spPr>
        </p:pic>
      </p:grpSp>
      <p:grpSp>
        <p:nvGrpSpPr>
          <p:cNvPr id="149" name="object 149" descr=""/>
          <p:cNvGrpSpPr/>
          <p:nvPr/>
        </p:nvGrpSpPr>
        <p:grpSpPr>
          <a:xfrm>
            <a:off x="4431185" y="2605409"/>
            <a:ext cx="3042920" cy="2499995"/>
            <a:chOff x="4431185" y="2605409"/>
            <a:chExt cx="3042920" cy="2499995"/>
          </a:xfrm>
        </p:grpSpPr>
        <p:sp>
          <p:nvSpPr>
            <p:cNvPr id="150" name="object 150" descr=""/>
            <p:cNvSpPr/>
            <p:nvPr/>
          </p:nvSpPr>
          <p:spPr>
            <a:xfrm>
              <a:off x="4431185" y="3244181"/>
              <a:ext cx="1217295" cy="1217295"/>
            </a:xfrm>
            <a:custGeom>
              <a:avLst/>
              <a:gdLst/>
              <a:ahLst/>
              <a:cxnLst/>
              <a:rect l="l" t="t" r="r" b="b"/>
              <a:pathLst>
                <a:path w="1217295" h="1217295">
                  <a:moveTo>
                    <a:pt x="608379" y="0"/>
                  </a:moveTo>
                  <a:lnTo>
                    <a:pt x="560834" y="1830"/>
                  </a:lnTo>
                  <a:lnTo>
                    <a:pt x="514290" y="7231"/>
                  </a:lnTo>
                  <a:lnTo>
                    <a:pt x="468883" y="16067"/>
                  </a:lnTo>
                  <a:lnTo>
                    <a:pt x="424746" y="28204"/>
                  </a:lnTo>
                  <a:lnTo>
                    <a:pt x="382016" y="43505"/>
                  </a:lnTo>
                  <a:lnTo>
                    <a:pt x="340828" y="61836"/>
                  </a:lnTo>
                  <a:lnTo>
                    <a:pt x="301317" y="83061"/>
                  </a:lnTo>
                  <a:lnTo>
                    <a:pt x="263619" y="107045"/>
                  </a:lnTo>
                  <a:lnTo>
                    <a:pt x="227868" y="133653"/>
                  </a:lnTo>
                  <a:lnTo>
                    <a:pt x="194200" y="162750"/>
                  </a:lnTo>
                  <a:lnTo>
                    <a:pt x="162750" y="194200"/>
                  </a:lnTo>
                  <a:lnTo>
                    <a:pt x="133653" y="227868"/>
                  </a:lnTo>
                  <a:lnTo>
                    <a:pt x="107045" y="263619"/>
                  </a:lnTo>
                  <a:lnTo>
                    <a:pt x="83061" y="301317"/>
                  </a:lnTo>
                  <a:lnTo>
                    <a:pt x="61836" y="340828"/>
                  </a:lnTo>
                  <a:lnTo>
                    <a:pt x="43505" y="382016"/>
                  </a:lnTo>
                  <a:lnTo>
                    <a:pt x="28204" y="424746"/>
                  </a:lnTo>
                  <a:lnTo>
                    <a:pt x="16067" y="468883"/>
                  </a:lnTo>
                  <a:lnTo>
                    <a:pt x="7231" y="514290"/>
                  </a:lnTo>
                  <a:lnTo>
                    <a:pt x="1830" y="560834"/>
                  </a:lnTo>
                  <a:lnTo>
                    <a:pt x="0" y="608379"/>
                  </a:lnTo>
                  <a:lnTo>
                    <a:pt x="1830" y="655924"/>
                  </a:lnTo>
                  <a:lnTo>
                    <a:pt x="7231" y="702467"/>
                  </a:lnTo>
                  <a:lnTo>
                    <a:pt x="16067" y="747875"/>
                  </a:lnTo>
                  <a:lnTo>
                    <a:pt x="28204" y="792012"/>
                  </a:lnTo>
                  <a:lnTo>
                    <a:pt x="43505" y="834741"/>
                  </a:lnTo>
                  <a:lnTo>
                    <a:pt x="61836" y="875929"/>
                  </a:lnTo>
                  <a:lnTo>
                    <a:pt x="83061" y="915440"/>
                  </a:lnTo>
                  <a:lnTo>
                    <a:pt x="107045" y="953139"/>
                  </a:lnTo>
                  <a:lnTo>
                    <a:pt x="133653" y="988890"/>
                  </a:lnTo>
                  <a:lnTo>
                    <a:pt x="162750" y="1022558"/>
                  </a:lnTo>
                  <a:lnTo>
                    <a:pt x="194200" y="1054008"/>
                  </a:lnTo>
                  <a:lnTo>
                    <a:pt x="227868" y="1083105"/>
                  </a:lnTo>
                  <a:lnTo>
                    <a:pt x="263619" y="1109713"/>
                  </a:lnTo>
                  <a:lnTo>
                    <a:pt x="301317" y="1133697"/>
                  </a:lnTo>
                  <a:lnTo>
                    <a:pt x="340828" y="1154922"/>
                  </a:lnTo>
                  <a:lnTo>
                    <a:pt x="382016" y="1173253"/>
                  </a:lnTo>
                  <a:lnTo>
                    <a:pt x="424746" y="1188554"/>
                  </a:lnTo>
                  <a:lnTo>
                    <a:pt x="468883" y="1200691"/>
                  </a:lnTo>
                  <a:lnTo>
                    <a:pt x="514290" y="1209527"/>
                  </a:lnTo>
                  <a:lnTo>
                    <a:pt x="560834" y="1214928"/>
                  </a:lnTo>
                  <a:lnTo>
                    <a:pt x="608379" y="1216758"/>
                  </a:lnTo>
                  <a:lnTo>
                    <a:pt x="655924" y="1214928"/>
                  </a:lnTo>
                  <a:lnTo>
                    <a:pt x="702467" y="1209527"/>
                  </a:lnTo>
                  <a:lnTo>
                    <a:pt x="747875" y="1200691"/>
                  </a:lnTo>
                  <a:lnTo>
                    <a:pt x="792012" y="1188554"/>
                  </a:lnTo>
                  <a:lnTo>
                    <a:pt x="834741" y="1173253"/>
                  </a:lnTo>
                  <a:lnTo>
                    <a:pt x="875929" y="1154922"/>
                  </a:lnTo>
                  <a:lnTo>
                    <a:pt x="915440" y="1133697"/>
                  </a:lnTo>
                  <a:lnTo>
                    <a:pt x="953139" y="1109713"/>
                  </a:lnTo>
                  <a:lnTo>
                    <a:pt x="988890" y="1083105"/>
                  </a:lnTo>
                  <a:lnTo>
                    <a:pt x="1022558" y="1054008"/>
                  </a:lnTo>
                  <a:lnTo>
                    <a:pt x="1054008" y="1022558"/>
                  </a:lnTo>
                  <a:lnTo>
                    <a:pt x="1083105" y="988890"/>
                  </a:lnTo>
                  <a:lnTo>
                    <a:pt x="1109713" y="953139"/>
                  </a:lnTo>
                  <a:lnTo>
                    <a:pt x="1133697" y="915440"/>
                  </a:lnTo>
                  <a:lnTo>
                    <a:pt x="1154922" y="875929"/>
                  </a:lnTo>
                  <a:lnTo>
                    <a:pt x="1173253" y="834741"/>
                  </a:lnTo>
                  <a:lnTo>
                    <a:pt x="1188554" y="792012"/>
                  </a:lnTo>
                  <a:lnTo>
                    <a:pt x="1200691" y="747875"/>
                  </a:lnTo>
                  <a:lnTo>
                    <a:pt x="1209527" y="702467"/>
                  </a:lnTo>
                  <a:lnTo>
                    <a:pt x="1214928" y="655924"/>
                  </a:lnTo>
                  <a:lnTo>
                    <a:pt x="1216758" y="608379"/>
                  </a:lnTo>
                  <a:lnTo>
                    <a:pt x="1214928" y="560834"/>
                  </a:lnTo>
                  <a:lnTo>
                    <a:pt x="1209527" y="514290"/>
                  </a:lnTo>
                  <a:lnTo>
                    <a:pt x="1200691" y="468883"/>
                  </a:lnTo>
                  <a:lnTo>
                    <a:pt x="1188554" y="424746"/>
                  </a:lnTo>
                  <a:lnTo>
                    <a:pt x="1173253" y="382016"/>
                  </a:lnTo>
                  <a:lnTo>
                    <a:pt x="1154922" y="340828"/>
                  </a:lnTo>
                  <a:lnTo>
                    <a:pt x="1133697" y="301317"/>
                  </a:lnTo>
                  <a:lnTo>
                    <a:pt x="1109713" y="263619"/>
                  </a:lnTo>
                  <a:lnTo>
                    <a:pt x="1083105" y="227868"/>
                  </a:lnTo>
                  <a:lnTo>
                    <a:pt x="1054008" y="194200"/>
                  </a:lnTo>
                  <a:lnTo>
                    <a:pt x="1022558" y="162750"/>
                  </a:lnTo>
                  <a:lnTo>
                    <a:pt x="988890" y="133653"/>
                  </a:lnTo>
                  <a:lnTo>
                    <a:pt x="953139" y="107045"/>
                  </a:lnTo>
                  <a:lnTo>
                    <a:pt x="915440" y="83061"/>
                  </a:lnTo>
                  <a:lnTo>
                    <a:pt x="875929" y="61836"/>
                  </a:lnTo>
                  <a:lnTo>
                    <a:pt x="834741" y="43505"/>
                  </a:lnTo>
                  <a:lnTo>
                    <a:pt x="792012" y="28204"/>
                  </a:lnTo>
                  <a:lnTo>
                    <a:pt x="747875" y="16067"/>
                  </a:lnTo>
                  <a:lnTo>
                    <a:pt x="702467" y="7231"/>
                  </a:lnTo>
                  <a:lnTo>
                    <a:pt x="655924" y="1830"/>
                  </a:lnTo>
                  <a:lnTo>
                    <a:pt x="608379" y="0"/>
                  </a:lnTo>
                  <a:close/>
                </a:path>
              </a:pathLst>
            </a:custGeom>
            <a:solidFill>
              <a:srgbClr val="9F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526569" y="2605409"/>
              <a:ext cx="906705" cy="906705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5039564" y="3944208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0"/>
                  </a:moveTo>
                  <a:lnTo>
                    <a:pt x="0" y="1127934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979922" y="3111684"/>
              <a:ext cx="0" cy="1960880"/>
            </a:xfrm>
            <a:custGeom>
              <a:avLst/>
              <a:gdLst/>
              <a:ahLst/>
              <a:cxnLst/>
              <a:rect l="l" t="t" r="r" b="b"/>
              <a:pathLst>
                <a:path w="0" h="1960879">
                  <a:moveTo>
                    <a:pt x="0" y="0"/>
                  </a:moveTo>
                  <a:lnTo>
                    <a:pt x="0" y="1960463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979927" y="3548087"/>
              <a:ext cx="374650" cy="621665"/>
            </a:xfrm>
            <a:custGeom>
              <a:avLst/>
              <a:gdLst/>
              <a:ahLst/>
              <a:cxnLst/>
              <a:rect l="l" t="t" r="r" b="b"/>
              <a:pathLst>
                <a:path w="374650" h="621664">
                  <a:moveTo>
                    <a:pt x="374271" y="0"/>
                  </a:moveTo>
                  <a:lnTo>
                    <a:pt x="0" y="621038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4860354" y="5072146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808718" y="5072146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431185" y="3244181"/>
              <a:ext cx="1216758" cy="1216758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5039564" y="3944208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0"/>
                  </a:moveTo>
                  <a:lnTo>
                    <a:pt x="0" y="1127934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4860354" y="5072146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384454" y="3464554"/>
              <a:ext cx="1089432" cy="1089443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6929171" y="4091332"/>
              <a:ext cx="0" cy="1010285"/>
            </a:xfrm>
            <a:custGeom>
              <a:avLst/>
              <a:gdLst/>
              <a:ahLst/>
              <a:cxnLst/>
              <a:rect l="l" t="t" r="r" b="b"/>
              <a:pathLst>
                <a:path w="0" h="1010285">
                  <a:moveTo>
                    <a:pt x="0" y="0"/>
                  </a:moveTo>
                  <a:lnTo>
                    <a:pt x="0" y="100990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6768709" y="5101242"/>
              <a:ext cx="306705" cy="0"/>
            </a:xfrm>
            <a:custGeom>
              <a:avLst/>
              <a:gdLst/>
              <a:ahLst/>
              <a:cxnLst/>
              <a:rect l="l" t="t" r="r" b="b"/>
              <a:pathLst>
                <a:path w="306704" h="0">
                  <a:moveTo>
                    <a:pt x="0" y="0"/>
                  </a:moveTo>
                  <a:lnTo>
                    <a:pt x="30657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929171" y="4091332"/>
              <a:ext cx="0" cy="1010285"/>
            </a:xfrm>
            <a:custGeom>
              <a:avLst/>
              <a:gdLst/>
              <a:ahLst/>
              <a:cxnLst/>
              <a:rect l="l" t="t" r="r" b="b"/>
              <a:pathLst>
                <a:path w="0" h="1010285">
                  <a:moveTo>
                    <a:pt x="0" y="0"/>
                  </a:moveTo>
                  <a:lnTo>
                    <a:pt x="0" y="100990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768709" y="5101242"/>
              <a:ext cx="306705" cy="0"/>
            </a:xfrm>
            <a:custGeom>
              <a:avLst/>
              <a:gdLst/>
              <a:ahLst/>
              <a:cxnLst/>
              <a:rect l="l" t="t" r="r" b="b"/>
              <a:pathLst>
                <a:path w="306704" h="0">
                  <a:moveTo>
                    <a:pt x="0" y="0"/>
                  </a:moveTo>
                  <a:lnTo>
                    <a:pt x="30657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5" name="object 165" descr=""/>
          <p:cNvGrpSpPr/>
          <p:nvPr/>
        </p:nvGrpSpPr>
        <p:grpSpPr>
          <a:xfrm>
            <a:off x="10029919" y="3118731"/>
            <a:ext cx="920115" cy="1979295"/>
            <a:chOff x="10029919" y="3118731"/>
            <a:chExt cx="920115" cy="1979295"/>
          </a:xfrm>
        </p:grpSpPr>
        <p:sp>
          <p:nvSpPr>
            <p:cNvPr id="166" name="object 166" descr=""/>
            <p:cNvSpPr/>
            <p:nvPr/>
          </p:nvSpPr>
          <p:spPr>
            <a:xfrm>
              <a:off x="10910641" y="3871477"/>
              <a:ext cx="0" cy="52705"/>
            </a:xfrm>
            <a:custGeom>
              <a:avLst/>
              <a:gdLst/>
              <a:ahLst/>
              <a:cxnLst/>
              <a:rect l="l" t="t" r="r" b="b"/>
              <a:pathLst>
                <a:path w="0" h="52704">
                  <a:moveTo>
                    <a:pt x="0" y="0"/>
                  </a:moveTo>
                  <a:lnTo>
                    <a:pt x="0" y="52375"/>
                  </a:lnTo>
                </a:path>
              </a:pathLst>
            </a:custGeom>
            <a:ln w="7622">
              <a:solidFill>
                <a:srgbClr val="9FDA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029919" y="3118731"/>
              <a:ext cx="919636" cy="1592948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10489741" y="3364897"/>
              <a:ext cx="0" cy="1729105"/>
            </a:xfrm>
            <a:custGeom>
              <a:avLst/>
              <a:gdLst/>
              <a:ahLst/>
              <a:cxnLst/>
              <a:rect l="l" t="t" r="r" b="b"/>
              <a:pathLst>
                <a:path w="0" h="1729104">
                  <a:moveTo>
                    <a:pt x="0" y="0"/>
                  </a:moveTo>
                  <a:lnTo>
                    <a:pt x="0" y="172896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0282077" y="5093856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90" h="0">
                  <a:moveTo>
                    <a:pt x="0" y="0"/>
                  </a:moveTo>
                  <a:lnTo>
                    <a:pt x="414741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0489744" y="3634328"/>
              <a:ext cx="93345" cy="149860"/>
            </a:xfrm>
            <a:custGeom>
              <a:avLst/>
              <a:gdLst/>
              <a:ahLst/>
              <a:cxnLst/>
              <a:rect l="l" t="t" r="r" b="b"/>
              <a:pathLst>
                <a:path w="93345" h="149860">
                  <a:moveTo>
                    <a:pt x="93243" y="0"/>
                  </a:moveTo>
                  <a:lnTo>
                    <a:pt x="0" y="149649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0380126" y="3783974"/>
              <a:ext cx="109855" cy="169545"/>
            </a:xfrm>
            <a:custGeom>
              <a:avLst/>
              <a:gdLst/>
              <a:ahLst/>
              <a:cxnLst/>
              <a:rect l="l" t="t" r="r" b="b"/>
              <a:pathLst>
                <a:path w="109854" h="169545">
                  <a:moveTo>
                    <a:pt x="0" y="0"/>
                  </a:moveTo>
                  <a:lnTo>
                    <a:pt x="109619" y="169136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0489746" y="4106624"/>
              <a:ext cx="282575" cy="271145"/>
            </a:xfrm>
            <a:custGeom>
              <a:avLst/>
              <a:gdLst/>
              <a:ahLst/>
              <a:cxnLst/>
              <a:rect l="l" t="t" r="r" b="b"/>
              <a:pathLst>
                <a:path w="282575" h="271145">
                  <a:moveTo>
                    <a:pt x="282577" y="0"/>
                  </a:moveTo>
                  <a:lnTo>
                    <a:pt x="0" y="270745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3" name="object 173" descr=""/>
          <p:cNvGrpSpPr/>
          <p:nvPr/>
        </p:nvGrpSpPr>
        <p:grpSpPr>
          <a:xfrm>
            <a:off x="11093256" y="2538252"/>
            <a:ext cx="647700" cy="2548890"/>
            <a:chOff x="11093256" y="2538252"/>
            <a:chExt cx="647700" cy="2548890"/>
          </a:xfrm>
        </p:grpSpPr>
        <p:sp>
          <p:nvSpPr>
            <p:cNvPr id="174" name="object 174" descr=""/>
            <p:cNvSpPr/>
            <p:nvPr/>
          </p:nvSpPr>
          <p:spPr>
            <a:xfrm>
              <a:off x="11093256" y="2538252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323775" y="0"/>
                  </a:moveTo>
                  <a:lnTo>
                    <a:pt x="278064" y="27344"/>
                  </a:lnTo>
                  <a:lnTo>
                    <a:pt x="250103" y="75271"/>
                  </a:lnTo>
                  <a:lnTo>
                    <a:pt x="218219" y="134511"/>
                  </a:lnTo>
                  <a:lnTo>
                    <a:pt x="183905" y="204443"/>
                  </a:lnTo>
                  <a:lnTo>
                    <a:pt x="166305" y="243225"/>
                  </a:lnTo>
                  <a:lnTo>
                    <a:pt x="148658" y="284447"/>
                  </a:lnTo>
                  <a:lnTo>
                    <a:pt x="131151" y="328032"/>
                  </a:lnTo>
                  <a:lnTo>
                    <a:pt x="113971" y="373902"/>
                  </a:lnTo>
                  <a:lnTo>
                    <a:pt x="97304" y="421979"/>
                  </a:lnTo>
                  <a:lnTo>
                    <a:pt x="81339" y="472186"/>
                  </a:lnTo>
                  <a:lnTo>
                    <a:pt x="66260" y="524445"/>
                  </a:lnTo>
                  <a:lnTo>
                    <a:pt x="52256" y="578679"/>
                  </a:lnTo>
                  <a:lnTo>
                    <a:pt x="39513" y="634810"/>
                  </a:lnTo>
                  <a:lnTo>
                    <a:pt x="28218" y="692760"/>
                  </a:lnTo>
                  <a:lnTo>
                    <a:pt x="18558" y="752452"/>
                  </a:lnTo>
                  <a:lnTo>
                    <a:pt x="10719" y="813808"/>
                  </a:lnTo>
                  <a:lnTo>
                    <a:pt x="4888" y="876750"/>
                  </a:lnTo>
                  <a:lnTo>
                    <a:pt x="1253" y="941201"/>
                  </a:lnTo>
                  <a:lnTo>
                    <a:pt x="0" y="1007084"/>
                  </a:lnTo>
                  <a:lnTo>
                    <a:pt x="2253" y="1061567"/>
                  </a:lnTo>
                  <a:lnTo>
                    <a:pt x="8903" y="1114738"/>
                  </a:lnTo>
                  <a:lnTo>
                    <a:pt x="19778" y="1166066"/>
                  </a:lnTo>
                  <a:lnTo>
                    <a:pt x="34711" y="1215022"/>
                  </a:lnTo>
                  <a:lnTo>
                    <a:pt x="53531" y="1261075"/>
                  </a:lnTo>
                  <a:lnTo>
                    <a:pt x="76071" y="1303696"/>
                  </a:lnTo>
                  <a:lnTo>
                    <a:pt x="102161" y="1342354"/>
                  </a:lnTo>
                  <a:lnTo>
                    <a:pt x="131631" y="1376519"/>
                  </a:lnTo>
                  <a:lnTo>
                    <a:pt x="164314" y="1405660"/>
                  </a:lnTo>
                  <a:lnTo>
                    <a:pt x="200039" y="1429249"/>
                  </a:lnTo>
                  <a:lnTo>
                    <a:pt x="238638" y="1446754"/>
                  </a:lnTo>
                  <a:lnTo>
                    <a:pt x="279941" y="1457646"/>
                  </a:lnTo>
                  <a:lnTo>
                    <a:pt x="323780" y="1461395"/>
                  </a:lnTo>
                  <a:lnTo>
                    <a:pt x="367619" y="1457646"/>
                  </a:lnTo>
                  <a:lnTo>
                    <a:pt x="408922" y="1446754"/>
                  </a:lnTo>
                  <a:lnTo>
                    <a:pt x="447520" y="1429249"/>
                  </a:lnTo>
                  <a:lnTo>
                    <a:pt x="483245" y="1405660"/>
                  </a:lnTo>
                  <a:lnTo>
                    <a:pt x="515926" y="1376519"/>
                  </a:lnTo>
                  <a:lnTo>
                    <a:pt x="545395" y="1342354"/>
                  </a:lnTo>
                  <a:lnTo>
                    <a:pt x="571484" y="1303696"/>
                  </a:lnTo>
                  <a:lnTo>
                    <a:pt x="594022" y="1261075"/>
                  </a:lnTo>
                  <a:lnTo>
                    <a:pt x="612842" y="1215022"/>
                  </a:lnTo>
                  <a:lnTo>
                    <a:pt x="627773" y="1166066"/>
                  </a:lnTo>
                  <a:lnTo>
                    <a:pt x="638648" y="1114738"/>
                  </a:lnTo>
                  <a:lnTo>
                    <a:pt x="645297" y="1061567"/>
                  </a:lnTo>
                  <a:lnTo>
                    <a:pt x="647550" y="1007084"/>
                  </a:lnTo>
                  <a:lnTo>
                    <a:pt x="646297" y="941201"/>
                  </a:lnTo>
                  <a:lnTo>
                    <a:pt x="642662" y="876750"/>
                  </a:lnTo>
                  <a:lnTo>
                    <a:pt x="636831" y="813808"/>
                  </a:lnTo>
                  <a:lnTo>
                    <a:pt x="628992" y="752452"/>
                  </a:lnTo>
                  <a:lnTo>
                    <a:pt x="619332" y="692760"/>
                  </a:lnTo>
                  <a:lnTo>
                    <a:pt x="608037" y="634810"/>
                  </a:lnTo>
                  <a:lnTo>
                    <a:pt x="595294" y="578679"/>
                  </a:lnTo>
                  <a:lnTo>
                    <a:pt x="581290" y="524445"/>
                  </a:lnTo>
                  <a:lnTo>
                    <a:pt x="566211" y="472186"/>
                  </a:lnTo>
                  <a:lnTo>
                    <a:pt x="550246" y="421979"/>
                  </a:lnTo>
                  <a:lnTo>
                    <a:pt x="533579" y="373902"/>
                  </a:lnTo>
                  <a:lnTo>
                    <a:pt x="516399" y="328032"/>
                  </a:lnTo>
                  <a:lnTo>
                    <a:pt x="498892" y="284447"/>
                  </a:lnTo>
                  <a:lnTo>
                    <a:pt x="481245" y="243225"/>
                  </a:lnTo>
                  <a:lnTo>
                    <a:pt x="463644" y="204443"/>
                  </a:lnTo>
                  <a:lnTo>
                    <a:pt x="446278" y="168179"/>
                  </a:lnTo>
                  <a:lnTo>
                    <a:pt x="412992" y="103516"/>
                  </a:lnTo>
                  <a:lnTo>
                    <a:pt x="382882" y="49855"/>
                  </a:lnTo>
                  <a:lnTo>
                    <a:pt x="348984" y="6836"/>
                  </a:lnTo>
                  <a:lnTo>
                    <a:pt x="323775" y="0"/>
                  </a:lnTo>
                  <a:close/>
                </a:path>
              </a:pathLst>
            </a:custGeom>
            <a:solidFill>
              <a:srgbClr val="3BAA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1417031" y="2764091"/>
              <a:ext cx="0" cy="2319655"/>
            </a:xfrm>
            <a:custGeom>
              <a:avLst/>
              <a:gdLst/>
              <a:ahLst/>
              <a:cxnLst/>
              <a:rect l="l" t="t" r="r" b="b"/>
              <a:pathLst>
                <a:path w="0" h="2319654">
                  <a:moveTo>
                    <a:pt x="0" y="0"/>
                  </a:moveTo>
                  <a:lnTo>
                    <a:pt x="0" y="231912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1270807" y="5083215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2032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1417028" y="3011268"/>
              <a:ext cx="66040" cy="137795"/>
            </a:xfrm>
            <a:custGeom>
              <a:avLst/>
              <a:gdLst/>
              <a:ahLst/>
              <a:cxnLst/>
              <a:rect l="l" t="t" r="r" b="b"/>
              <a:pathLst>
                <a:path w="66040" h="137794">
                  <a:moveTo>
                    <a:pt x="65662" y="0"/>
                  </a:moveTo>
                  <a:lnTo>
                    <a:pt x="0" y="13728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339847" y="3148555"/>
              <a:ext cx="77470" cy="155575"/>
            </a:xfrm>
            <a:custGeom>
              <a:avLst/>
              <a:gdLst/>
              <a:ahLst/>
              <a:cxnLst/>
              <a:rect l="l" t="t" r="r" b="b"/>
              <a:pathLst>
                <a:path w="77470" h="155575">
                  <a:moveTo>
                    <a:pt x="0" y="0"/>
                  </a:moveTo>
                  <a:lnTo>
                    <a:pt x="77180" y="155168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417032" y="3444559"/>
              <a:ext cx="199390" cy="248920"/>
            </a:xfrm>
            <a:custGeom>
              <a:avLst/>
              <a:gdLst/>
              <a:ahLst/>
              <a:cxnLst/>
              <a:rect l="l" t="t" r="r" b="b"/>
              <a:pathLst>
                <a:path w="199390" h="248920">
                  <a:moveTo>
                    <a:pt x="198978" y="0"/>
                  </a:moveTo>
                  <a:lnTo>
                    <a:pt x="0" y="248390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 descr=""/>
          <p:cNvGrpSpPr/>
          <p:nvPr/>
        </p:nvGrpSpPr>
        <p:grpSpPr>
          <a:xfrm>
            <a:off x="11832980" y="3266240"/>
            <a:ext cx="647700" cy="1816100"/>
            <a:chOff x="11832980" y="3266240"/>
            <a:chExt cx="647700" cy="1816100"/>
          </a:xfrm>
        </p:grpSpPr>
        <p:pic>
          <p:nvPicPr>
            <p:cNvPr id="181" name="object 181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832980" y="3266240"/>
              <a:ext cx="647550" cy="1461395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12156757" y="3492080"/>
              <a:ext cx="0" cy="1586230"/>
            </a:xfrm>
            <a:custGeom>
              <a:avLst/>
              <a:gdLst/>
              <a:ahLst/>
              <a:cxnLst/>
              <a:rect l="l" t="t" r="r" b="b"/>
              <a:pathLst>
                <a:path w="0" h="1586229">
                  <a:moveTo>
                    <a:pt x="0" y="0"/>
                  </a:moveTo>
                  <a:lnTo>
                    <a:pt x="0" y="1586161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2010532" y="5078244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2032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2156752" y="3739257"/>
              <a:ext cx="66040" cy="137795"/>
            </a:xfrm>
            <a:custGeom>
              <a:avLst/>
              <a:gdLst/>
              <a:ahLst/>
              <a:cxnLst/>
              <a:rect l="l" t="t" r="r" b="b"/>
              <a:pathLst>
                <a:path w="66040" h="137795">
                  <a:moveTo>
                    <a:pt x="65662" y="0"/>
                  </a:moveTo>
                  <a:lnTo>
                    <a:pt x="0" y="13728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2079573" y="3876544"/>
              <a:ext cx="77470" cy="155575"/>
            </a:xfrm>
            <a:custGeom>
              <a:avLst/>
              <a:gdLst/>
              <a:ahLst/>
              <a:cxnLst/>
              <a:rect l="l" t="t" r="r" b="b"/>
              <a:pathLst>
                <a:path w="77470" h="155575">
                  <a:moveTo>
                    <a:pt x="0" y="0"/>
                  </a:moveTo>
                  <a:lnTo>
                    <a:pt x="77180" y="155168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2156758" y="4172547"/>
              <a:ext cx="199390" cy="248920"/>
            </a:xfrm>
            <a:custGeom>
              <a:avLst/>
              <a:gdLst/>
              <a:ahLst/>
              <a:cxnLst/>
              <a:rect l="l" t="t" r="r" b="b"/>
              <a:pathLst>
                <a:path w="199390" h="248920">
                  <a:moveTo>
                    <a:pt x="198978" y="0"/>
                  </a:moveTo>
                  <a:lnTo>
                    <a:pt x="0" y="248390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7" name="object 187" descr=""/>
          <p:cNvGrpSpPr/>
          <p:nvPr/>
        </p:nvGrpSpPr>
        <p:grpSpPr>
          <a:xfrm>
            <a:off x="3384928" y="6753087"/>
            <a:ext cx="1981200" cy="2702560"/>
            <a:chOff x="3384928" y="6753087"/>
            <a:chExt cx="1981200" cy="2702560"/>
          </a:xfrm>
        </p:grpSpPr>
        <p:sp>
          <p:nvSpPr>
            <p:cNvPr id="188" name="object 188" descr=""/>
            <p:cNvSpPr/>
            <p:nvPr/>
          </p:nvSpPr>
          <p:spPr>
            <a:xfrm>
              <a:off x="4319983" y="8790769"/>
              <a:ext cx="111125" cy="664845"/>
            </a:xfrm>
            <a:custGeom>
              <a:avLst/>
              <a:gdLst/>
              <a:ahLst/>
              <a:cxnLst/>
              <a:rect l="l" t="t" r="r" b="b"/>
              <a:pathLst>
                <a:path w="111125" h="664845">
                  <a:moveTo>
                    <a:pt x="110603" y="0"/>
                  </a:moveTo>
                  <a:lnTo>
                    <a:pt x="0" y="0"/>
                  </a:lnTo>
                  <a:lnTo>
                    <a:pt x="0" y="664252"/>
                  </a:lnTo>
                  <a:lnTo>
                    <a:pt x="110603" y="664252"/>
                  </a:lnTo>
                  <a:lnTo>
                    <a:pt x="11060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3384928" y="6753087"/>
              <a:ext cx="1981200" cy="2092325"/>
            </a:xfrm>
            <a:custGeom>
              <a:avLst/>
              <a:gdLst/>
              <a:ahLst/>
              <a:cxnLst/>
              <a:rect l="l" t="t" r="r" b="b"/>
              <a:pathLst>
                <a:path w="1981200" h="2092325">
                  <a:moveTo>
                    <a:pt x="990357" y="0"/>
                  </a:moveTo>
                  <a:lnTo>
                    <a:pt x="941118" y="3612"/>
                  </a:lnTo>
                  <a:lnTo>
                    <a:pt x="894122" y="14107"/>
                  </a:lnTo>
                  <a:lnTo>
                    <a:pt x="849885" y="30968"/>
                  </a:lnTo>
                  <a:lnTo>
                    <a:pt x="808923" y="53680"/>
                  </a:lnTo>
                  <a:lnTo>
                    <a:pt x="771749" y="81728"/>
                  </a:lnTo>
                  <a:lnTo>
                    <a:pt x="738881" y="114597"/>
                  </a:lnTo>
                  <a:lnTo>
                    <a:pt x="710833" y="151770"/>
                  </a:lnTo>
                  <a:lnTo>
                    <a:pt x="688121" y="192733"/>
                  </a:lnTo>
                  <a:lnTo>
                    <a:pt x="671260" y="236969"/>
                  </a:lnTo>
                  <a:lnTo>
                    <a:pt x="660765" y="283965"/>
                  </a:lnTo>
                  <a:lnTo>
                    <a:pt x="657152" y="333204"/>
                  </a:lnTo>
                  <a:lnTo>
                    <a:pt x="657257" y="336282"/>
                  </a:lnTo>
                  <a:lnTo>
                    <a:pt x="657152" y="347266"/>
                  </a:lnTo>
                  <a:lnTo>
                    <a:pt x="657508" y="356816"/>
                  </a:lnTo>
                  <a:lnTo>
                    <a:pt x="634009" y="350650"/>
                  </a:lnTo>
                  <a:lnTo>
                    <a:pt x="609875" y="346151"/>
                  </a:lnTo>
                  <a:lnTo>
                    <a:pt x="585173" y="343396"/>
                  </a:lnTo>
                  <a:lnTo>
                    <a:pt x="559972" y="342460"/>
                  </a:lnTo>
                  <a:lnTo>
                    <a:pt x="514128" y="345544"/>
                  </a:lnTo>
                  <a:lnTo>
                    <a:pt x="470159" y="354527"/>
                  </a:lnTo>
                  <a:lnTo>
                    <a:pt x="428467" y="369007"/>
                  </a:lnTo>
                  <a:lnTo>
                    <a:pt x="389456" y="388581"/>
                  </a:lnTo>
                  <a:lnTo>
                    <a:pt x="353528" y="412848"/>
                  </a:lnTo>
                  <a:lnTo>
                    <a:pt x="321084" y="441404"/>
                  </a:lnTo>
                  <a:lnTo>
                    <a:pt x="292528" y="473847"/>
                  </a:lnTo>
                  <a:lnTo>
                    <a:pt x="268261" y="509774"/>
                  </a:lnTo>
                  <a:lnTo>
                    <a:pt x="248686" y="548784"/>
                  </a:lnTo>
                  <a:lnTo>
                    <a:pt x="234206" y="590474"/>
                  </a:lnTo>
                  <a:lnTo>
                    <a:pt x="225223" y="634441"/>
                  </a:lnTo>
                  <a:lnTo>
                    <a:pt x="222139" y="680282"/>
                  </a:lnTo>
                  <a:lnTo>
                    <a:pt x="222795" y="701375"/>
                  </a:lnTo>
                  <a:lnTo>
                    <a:pt x="224731" y="722127"/>
                  </a:lnTo>
                  <a:lnTo>
                    <a:pt x="227900" y="742497"/>
                  </a:lnTo>
                  <a:lnTo>
                    <a:pt x="232254" y="762447"/>
                  </a:lnTo>
                  <a:lnTo>
                    <a:pt x="188309" y="784845"/>
                  </a:lnTo>
                  <a:lnTo>
                    <a:pt x="147848" y="812492"/>
                  </a:lnTo>
                  <a:lnTo>
                    <a:pt x="111323" y="844941"/>
                  </a:lnTo>
                  <a:lnTo>
                    <a:pt x="79182" y="881741"/>
                  </a:lnTo>
                  <a:lnTo>
                    <a:pt x="51876" y="922445"/>
                  </a:lnTo>
                  <a:lnTo>
                    <a:pt x="29855" y="966602"/>
                  </a:lnTo>
                  <a:lnTo>
                    <a:pt x="13569" y="1013764"/>
                  </a:lnTo>
                  <a:lnTo>
                    <a:pt x="3467" y="1063482"/>
                  </a:lnTo>
                  <a:lnTo>
                    <a:pt x="0" y="1115306"/>
                  </a:lnTo>
                  <a:lnTo>
                    <a:pt x="3093" y="1164267"/>
                  </a:lnTo>
                  <a:lnTo>
                    <a:pt x="12121" y="1211372"/>
                  </a:lnTo>
                  <a:lnTo>
                    <a:pt x="26705" y="1256242"/>
                  </a:lnTo>
                  <a:lnTo>
                    <a:pt x="46464" y="1298503"/>
                  </a:lnTo>
                  <a:lnTo>
                    <a:pt x="71021" y="1337777"/>
                  </a:lnTo>
                  <a:lnTo>
                    <a:pt x="99996" y="1373687"/>
                  </a:lnTo>
                  <a:lnTo>
                    <a:pt x="133009" y="1405858"/>
                  </a:lnTo>
                  <a:lnTo>
                    <a:pt x="169683" y="1433912"/>
                  </a:lnTo>
                  <a:lnTo>
                    <a:pt x="209637" y="1457473"/>
                  </a:lnTo>
                  <a:lnTo>
                    <a:pt x="199151" y="1488300"/>
                  </a:lnTo>
                  <a:lnTo>
                    <a:pt x="191457" y="1520312"/>
                  </a:lnTo>
                  <a:lnTo>
                    <a:pt x="186720" y="1553372"/>
                  </a:lnTo>
                  <a:lnTo>
                    <a:pt x="185104" y="1587344"/>
                  </a:lnTo>
                  <a:lnTo>
                    <a:pt x="188357" y="1635697"/>
                  </a:lnTo>
                  <a:lnTo>
                    <a:pt x="197835" y="1682074"/>
                  </a:lnTo>
                  <a:lnTo>
                    <a:pt x="213111" y="1726050"/>
                  </a:lnTo>
                  <a:lnTo>
                    <a:pt x="233761" y="1767199"/>
                  </a:lnTo>
                  <a:lnTo>
                    <a:pt x="259360" y="1805098"/>
                  </a:lnTo>
                  <a:lnTo>
                    <a:pt x="289484" y="1839322"/>
                  </a:lnTo>
                  <a:lnTo>
                    <a:pt x="323708" y="1869445"/>
                  </a:lnTo>
                  <a:lnTo>
                    <a:pt x="361606" y="1895044"/>
                  </a:lnTo>
                  <a:lnTo>
                    <a:pt x="402754" y="1915694"/>
                  </a:lnTo>
                  <a:lnTo>
                    <a:pt x="446727" y="1930969"/>
                  </a:lnTo>
                  <a:lnTo>
                    <a:pt x="493100" y="1940446"/>
                  </a:lnTo>
                  <a:lnTo>
                    <a:pt x="541449" y="1943699"/>
                  </a:lnTo>
                  <a:lnTo>
                    <a:pt x="588974" y="1940544"/>
                  </a:lnTo>
                  <a:lnTo>
                    <a:pt x="634582" y="1931356"/>
                  </a:lnTo>
                  <a:lnTo>
                    <a:pt x="677882" y="1916555"/>
                  </a:lnTo>
                  <a:lnTo>
                    <a:pt x="718480" y="1896560"/>
                  </a:lnTo>
                  <a:lnTo>
                    <a:pt x="738962" y="1943103"/>
                  </a:lnTo>
                  <a:lnTo>
                    <a:pt x="767013" y="1984888"/>
                  </a:lnTo>
                  <a:lnTo>
                    <a:pt x="801764" y="2021038"/>
                  </a:lnTo>
                  <a:lnTo>
                    <a:pt x="842345" y="2050679"/>
                  </a:lnTo>
                  <a:lnTo>
                    <a:pt x="887884" y="2072934"/>
                  </a:lnTo>
                  <a:lnTo>
                    <a:pt x="937511" y="2086930"/>
                  </a:lnTo>
                  <a:lnTo>
                    <a:pt x="990357" y="2091789"/>
                  </a:lnTo>
                  <a:lnTo>
                    <a:pt x="1042037" y="2087147"/>
                  </a:lnTo>
                  <a:lnTo>
                    <a:pt x="1090667" y="2073765"/>
                  </a:lnTo>
                  <a:lnTo>
                    <a:pt x="1135432" y="2052457"/>
                  </a:lnTo>
                  <a:lnTo>
                    <a:pt x="1175519" y="2024040"/>
                  </a:lnTo>
                  <a:lnTo>
                    <a:pt x="1210114" y="1989329"/>
                  </a:lnTo>
                  <a:lnTo>
                    <a:pt x="1238403" y="1949140"/>
                  </a:lnTo>
                  <a:lnTo>
                    <a:pt x="1259574" y="1904287"/>
                  </a:lnTo>
                  <a:lnTo>
                    <a:pt x="1300692" y="1924921"/>
                  </a:lnTo>
                  <a:lnTo>
                    <a:pt x="1344623" y="1940200"/>
                  </a:lnTo>
                  <a:lnTo>
                    <a:pt x="1390950" y="1949686"/>
                  </a:lnTo>
                  <a:lnTo>
                    <a:pt x="1439254" y="1952945"/>
                  </a:lnTo>
                  <a:lnTo>
                    <a:pt x="1487608" y="1949692"/>
                  </a:lnTo>
                  <a:lnTo>
                    <a:pt x="1533985" y="1940216"/>
                  </a:lnTo>
                  <a:lnTo>
                    <a:pt x="1577961" y="1924942"/>
                  </a:lnTo>
                  <a:lnTo>
                    <a:pt x="1619112" y="1904293"/>
                  </a:lnTo>
                  <a:lnTo>
                    <a:pt x="1657012" y="1878696"/>
                  </a:lnTo>
                  <a:lnTo>
                    <a:pt x="1691237" y="1848574"/>
                  </a:lnTo>
                  <a:lnTo>
                    <a:pt x="1721362" y="1814353"/>
                  </a:lnTo>
                  <a:lnTo>
                    <a:pt x="1746962" y="1776456"/>
                  </a:lnTo>
                  <a:lnTo>
                    <a:pt x="1767613" y="1735309"/>
                  </a:lnTo>
                  <a:lnTo>
                    <a:pt x="1782889" y="1691336"/>
                  </a:lnTo>
                  <a:lnTo>
                    <a:pt x="1792367" y="1644961"/>
                  </a:lnTo>
                  <a:lnTo>
                    <a:pt x="1795620" y="1596611"/>
                  </a:lnTo>
                  <a:lnTo>
                    <a:pt x="1794006" y="1562633"/>
                  </a:lnTo>
                  <a:lnTo>
                    <a:pt x="1789270" y="1529568"/>
                  </a:lnTo>
                  <a:lnTo>
                    <a:pt x="1781573" y="1497552"/>
                  </a:lnTo>
                  <a:lnTo>
                    <a:pt x="1771076" y="1466719"/>
                  </a:lnTo>
                  <a:lnTo>
                    <a:pt x="1811036" y="1443158"/>
                  </a:lnTo>
                  <a:lnTo>
                    <a:pt x="1847713" y="1415105"/>
                  </a:lnTo>
                  <a:lnTo>
                    <a:pt x="1880727" y="1382935"/>
                  </a:lnTo>
                  <a:lnTo>
                    <a:pt x="1909701" y="1347027"/>
                  </a:lnTo>
                  <a:lnTo>
                    <a:pt x="1934256" y="1307755"/>
                  </a:lnTo>
                  <a:lnTo>
                    <a:pt x="1954014" y="1265496"/>
                  </a:lnTo>
                  <a:lnTo>
                    <a:pt x="1968595" y="1220627"/>
                  </a:lnTo>
                  <a:lnTo>
                    <a:pt x="1977621" y="1173523"/>
                  </a:lnTo>
                  <a:lnTo>
                    <a:pt x="1980714" y="1124562"/>
                  </a:lnTo>
                  <a:lnTo>
                    <a:pt x="1977247" y="1072735"/>
                  </a:lnTo>
                  <a:lnTo>
                    <a:pt x="1967145" y="1023015"/>
                  </a:lnTo>
                  <a:lnTo>
                    <a:pt x="1950859" y="975851"/>
                  </a:lnTo>
                  <a:lnTo>
                    <a:pt x="1928838" y="931692"/>
                  </a:lnTo>
                  <a:lnTo>
                    <a:pt x="1901533" y="890988"/>
                  </a:lnTo>
                  <a:lnTo>
                    <a:pt x="1869394" y="854187"/>
                  </a:lnTo>
                  <a:lnTo>
                    <a:pt x="1832870" y="821738"/>
                  </a:lnTo>
                  <a:lnTo>
                    <a:pt x="1792412" y="794091"/>
                  </a:lnTo>
                  <a:lnTo>
                    <a:pt x="1748470" y="771693"/>
                  </a:lnTo>
                  <a:lnTo>
                    <a:pt x="1752824" y="751751"/>
                  </a:lnTo>
                  <a:lnTo>
                    <a:pt x="1755993" y="731388"/>
                  </a:lnTo>
                  <a:lnTo>
                    <a:pt x="1757929" y="710645"/>
                  </a:lnTo>
                  <a:lnTo>
                    <a:pt x="1758585" y="689560"/>
                  </a:lnTo>
                  <a:lnTo>
                    <a:pt x="1755501" y="643715"/>
                  </a:lnTo>
                  <a:lnTo>
                    <a:pt x="1746517" y="599745"/>
                  </a:lnTo>
                  <a:lnTo>
                    <a:pt x="1732036" y="558052"/>
                  </a:lnTo>
                  <a:lnTo>
                    <a:pt x="1712461" y="519039"/>
                  </a:lnTo>
                  <a:lnTo>
                    <a:pt x="1688193" y="483107"/>
                  </a:lnTo>
                  <a:lnTo>
                    <a:pt x="1659636" y="450661"/>
                  </a:lnTo>
                  <a:lnTo>
                    <a:pt x="1627192" y="422102"/>
                  </a:lnTo>
                  <a:lnTo>
                    <a:pt x="1591263" y="397833"/>
                  </a:lnTo>
                  <a:lnTo>
                    <a:pt x="1552252" y="378256"/>
                  </a:lnTo>
                  <a:lnTo>
                    <a:pt x="1510562" y="363775"/>
                  </a:lnTo>
                  <a:lnTo>
                    <a:pt x="1466594" y="354790"/>
                  </a:lnTo>
                  <a:lnTo>
                    <a:pt x="1420752" y="351706"/>
                  </a:lnTo>
                  <a:lnTo>
                    <a:pt x="1395391" y="352652"/>
                  </a:lnTo>
                  <a:lnTo>
                    <a:pt x="1370539" y="355438"/>
                  </a:lnTo>
                  <a:lnTo>
                    <a:pt x="1346260" y="359989"/>
                  </a:lnTo>
                  <a:lnTo>
                    <a:pt x="1322619" y="366229"/>
                  </a:lnTo>
                  <a:lnTo>
                    <a:pt x="1323572" y="350450"/>
                  </a:lnTo>
                  <a:lnTo>
                    <a:pt x="1323467" y="339382"/>
                  </a:lnTo>
                  <a:lnTo>
                    <a:pt x="1323572" y="333204"/>
                  </a:lnTo>
                  <a:lnTo>
                    <a:pt x="1319959" y="283965"/>
                  </a:lnTo>
                  <a:lnTo>
                    <a:pt x="1309463" y="236969"/>
                  </a:lnTo>
                  <a:lnTo>
                    <a:pt x="1292601" y="192733"/>
                  </a:lnTo>
                  <a:lnTo>
                    <a:pt x="1269888" y="151770"/>
                  </a:lnTo>
                  <a:lnTo>
                    <a:pt x="1241838" y="114597"/>
                  </a:lnTo>
                  <a:lnTo>
                    <a:pt x="1208969" y="81728"/>
                  </a:lnTo>
                  <a:lnTo>
                    <a:pt x="1171794" y="53680"/>
                  </a:lnTo>
                  <a:lnTo>
                    <a:pt x="1130830" y="30968"/>
                  </a:lnTo>
                  <a:lnTo>
                    <a:pt x="1086592" y="14107"/>
                  </a:lnTo>
                  <a:lnTo>
                    <a:pt x="1039596" y="3612"/>
                  </a:lnTo>
                  <a:lnTo>
                    <a:pt x="99035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3533825" y="6864026"/>
              <a:ext cx="1705610" cy="1884045"/>
            </a:xfrm>
            <a:custGeom>
              <a:avLst/>
              <a:gdLst/>
              <a:ahLst/>
              <a:cxnLst/>
              <a:rect l="l" t="t" r="r" b="b"/>
              <a:pathLst>
                <a:path w="1705610" h="1884045">
                  <a:moveTo>
                    <a:pt x="426516" y="902398"/>
                  </a:moveTo>
                  <a:lnTo>
                    <a:pt x="395427" y="872109"/>
                  </a:lnTo>
                  <a:lnTo>
                    <a:pt x="359410" y="847750"/>
                  </a:lnTo>
                  <a:lnTo>
                    <a:pt x="319303" y="830097"/>
                  </a:lnTo>
                  <a:lnTo>
                    <a:pt x="275907" y="819899"/>
                  </a:lnTo>
                  <a:lnTo>
                    <a:pt x="230047" y="817930"/>
                  </a:lnTo>
                  <a:lnTo>
                    <a:pt x="181432" y="825360"/>
                  </a:lnTo>
                  <a:lnTo>
                    <a:pt x="136639" y="841832"/>
                  </a:lnTo>
                  <a:lnTo>
                    <a:pt x="96596" y="866292"/>
                  </a:lnTo>
                  <a:lnTo>
                    <a:pt x="62230" y="897737"/>
                  </a:lnTo>
                  <a:lnTo>
                    <a:pt x="34455" y="935151"/>
                  </a:lnTo>
                  <a:lnTo>
                    <a:pt x="14211" y="977480"/>
                  </a:lnTo>
                  <a:lnTo>
                    <a:pt x="2425" y="1023734"/>
                  </a:lnTo>
                  <a:lnTo>
                    <a:pt x="0" y="1072857"/>
                  </a:lnTo>
                  <a:lnTo>
                    <a:pt x="6362" y="1117053"/>
                  </a:lnTo>
                  <a:lnTo>
                    <a:pt x="20256" y="1158151"/>
                  </a:lnTo>
                  <a:lnTo>
                    <a:pt x="40894" y="1195489"/>
                  </a:lnTo>
                  <a:lnTo>
                    <a:pt x="67475" y="1228394"/>
                  </a:lnTo>
                  <a:lnTo>
                    <a:pt x="63169" y="1212773"/>
                  </a:lnTo>
                  <a:lnTo>
                    <a:pt x="59740" y="1196797"/>
                  </a:lnTo>
                  <a:lnTo>
                    <a:pt x="57264" y="1180477"/>
                  </a:lnTo>
                  <a:lnTo>
                    <a:pt x="55854" y="1163802"/>
                  </a:lnTo>
                  <a:lnTo>
                    <a:pt x="57696" y="1115402"/>
                  </a:lnTo>
                  <a:lnTo>
                    <a:pt x="67818" y="1069428"/>
                  </a:lnTo>
                  <a:lnTo>
                    <a:pt x="85496" y="1026668"/>
                  </a:lnTo>
                  <a:lnTo>
                    <a:pt x="110020" y="987907"/>
                  </a:lnTo>
                  <a:lnTo>
                    <a:pt x="140665" y="953947"/>
                  </a:lnTo>
                  <a:lnTo>
                    <a:pt x="176720" y="925588"/>
                  </a:lnTo>
                  <a:lnTo>
                    <a:pt x="217449" y="903630"/>
                  </a:lnTo>
                  <a:lnTo>
                    <a:pt x="262153" y="888847"/>
                  </a:lnTo>
                  <a:lnTo>
                    <a:pt x="310108" y="882065"/>
                  </a:lnTo>
                  <a:lnTo>
                    <a:pt x="340664" y="882256"/>
                  </a:lnTo>
                  <a:lnTo>
                    <a:pt x="370370" y="885863"/>
                  </a:lnTo>
                  <a:lnTo>
                    <a:pt x="399046" y="892657"/>
                  </a:lnTo>
                  <a:lnTo>
                    <a:pt x="426516" y="902398"/>
                  </a:lnTo>
                  <a:close/>
                </a:path>
                <a:path w="1705610" h="1884045">
                  <a:moveTo>
                    <a:pt x="516724" y="1683270"/>
                  </a:moveTo>
                  <a:lnTo>
                    <a:pt x="500900" y="1686763"/>
                  </a:lnTo>
                  <a:lnTo>
                    <a:pt x="484759" y="1689366"/>
                  </a:lnTo>
                  <a:lnTo>
                    <a:pt x="468337" y="1690992"/>
                  </a:lnTo>
                  <a:lnTo>
                    <a:pt x="451612" y="1691551"/>
                  </a:lnTo>
                  <a:lnTo>
                    <a:pt x="403377" y="1687233"/>
                  </a:lnTo>
                  <a:lnTo>
                    <a:pt x="357974" y="1674774"/>
                  </a:lnTo>
                  <a:lnTo>
                    <a:pt x="316166" y="1654924"/>
                  </a:lnTo>
                  <a:lnTo>
                    <a:pt x="278714" y="1628444"/>
                  </a:lnTo>
                  <a:lnTo>
                    <a:pt x="246380" y="1596097"/>
                  </a:lnTo>
                  <a:lnTo>
                    <a:pt x="219900" y="1558645"/>
                  </a:lnTo>
                  <a:lnTo>
                    <a:pt x="200063" y="1516837"/>
                  </a:lnTo>
                  <a:lnTo>
                    <a:pt x="187591" y="1471434"/>
                  </a:lnTo>
                  <a:lnTo>
                    <a:pt x="183273" y="1423200"/>
                  </a:lnTo>
                  <a:lnTo>
                    <a:pt x="185026" y="1392682"/>
                  </a:lnTo>
                  <a:lnTo>
                    <a:pt x="190157" y="1363205"/>
                  </a:lnTo>
                  <a:lnTo>
                    <a:pt x="198399" y="1334909"/>
                  </a:lnTo>
                  <a:lnTo>
                    <a:pt x="209537" y="1307973"/>
                  </a:lnTo>
                  <a:lnTo>
                    <a:pt x="177698" y="1337487"/>
                  </a:lnTo>
                  <a:lnTo>
                    <a:pt x="151536" y="1372196"/>
                  </a:lnTo>
                  <a:lnTo>
                    <a:pt x="131838" y="1411351"/>
                  </a:lnTo>
                  <a:lnTo>
                    <a:pt x="119443" y="1454162"/>
                  </a:lnTo>
                  <a:lnTo>
                    <a:pt x="115125" y="1499882"/>
                  </a:lnTo>
                  <a:lnTo>
                    <a:pt x="120053" y="1548803"/>
                  </a:lnTo>
                  <a:lnTo>
                    <a:pt x="134200" y="1594383"/>
                  </a:lnTo>
                  <a:lnTo>
                    <a:pt x="156591" y="1635620"/>
                  </a:lnTo>
                  <a:lnTo>
                    <a:pt x="186232" y="1671548"/>
                  </a:lnTo>
                  <a:lnTo>
                    <a:pt x="222161" y="1701203"/>
                  </a:lnTo>
                  <a:lnTo>
                    <a:pt x="263410" y="1723580"/>
                  </a:lnTo>
                  <a:lnTo>
                    <a:pt x="308978" y="1737728"/>
                  </a:lnTo>
                  <a:lnTo>
                    <a:pt x="357911" y="1742668"/>
                  </a:lnTo>
                  <a:lnTo>
                    <a:pt x="402386" y="1738579"/>
                  </a:lnTo>
                  <a:lnTo>
                    <a:pt x="444144" y="1726806"/>
                  </a:lnTo>
                  <a:lnTo>
                    <a:pt x="482498" y="1708111"/>
                  </a:lnTo>
                  <a:lnTo>
                    <a:pt x="516724" y="1683270"/>
                  </a:lnTo>
                  <a:close/>
                </a:path>
                <a:path w="1705610" h="1884045">
                  <a:moveTo>
                    <a:pt x="604342" y="442302"/>
                  </a:moveTo>
                  <a:lnTo>
                    <a:pt x="574840" y="410451"/>
                  </a:lnTo>
                  <a:lnTo>
                    <a:pt x="540118" y="384276"/>
                  </a:lnTo>
                  <a:lnTo>
                    <a:pt x="500964" y="364578"/>
                  </a:lnTo>
                  <a:lnTo>
                    <a:pt x="458152" y="352183"/>
                  </a:lnTo>
                  <a:lnTo>
                    <a:pt x="412432" y="347865"/>
                  </a:lnTo>
                  <a:lnTo>
                    <a:pt x="363512" y="352793"/>
                  </a:lnTo>
                  <a:lnTo>
                    <a:pt x="317931" y="366941"/>
                  </a:lnTo>
                  <a:lnTo>
                    <a:pt x="276694" y="389331"/>
                  </a:lnTo>
                  <a:lnTo>
                    <a:pt x="240753" y="418973"/>
                  </a:lnTo>
                  <a:lnTo>
                    <a:pt x="211112" y="454901"/>
                  </a:lnTo>
                  <a:lnTo>
                    <a:pt x="188722" y="496150"/>
                  </a:lnTo>
                  <a:lnTo>
                    <a:pt x="174586" y="541731"/>
                  </a:lnTo>
                  <a:lnTo>
                    <a:pt x="169646" y="590664"/>
                  </a:lnTo>
                  <a:lnTo>
                    <a:pt x="173736" y="635127"/>
                  </a:lnTo>
                  <a:lnTo>
                    <a:pt x="185508" y="676884"/>
                  </a:lnTo>
                  <a:lnTo>
                    <a:pt x="204190" y="715225"/>
                  </a:lnTo>
                  <a:lnTo>
                    <a:pt x="229044" y="749465"/>
                  </a:lnTo>
                  <a:lnTo>
                    <a:pt x="225552" y="733640"/>
                  </a:lnTo>
                  <a:lnTo>
                    <a:pt x="222948" y="717499"/>
                  </a:lnTo>
                  <a:lnTo>
                    <a:pt x="221322" y="701078"/>
                  </a:lnTo>
                  <a:lnTo>
                    <a:pt x="220764" y="684352"/>
                  </a:lnTo>
                  <a:lnTo>
                    <a:pt x="225082" y="636117"/>
                  </a:lnTo>
                  <a:lnTo>
                    <a:pt x="237553" y="590715"/>
                  </a:lnTo>
                  <a:lnTo>
                    <a:pt x="257403" y="548919"/>
                  </a:lnTo>
                  <a:lnTo>
                    <a:pt x="283870" y="511454"/>
                  </a:lnTo>
                  <a:lnTo>
                    <a:pt x="316217" y="479120"/>
                  </a:lnTo>
                  <a:lnTo>
                    <a:pt x="353669" y="452640"/>
                  </a:lnTo>
                  <a:lnTo>
                    <a:pt x="395478" y="432790"/>
                  </a:lnTo>
                  <a:lnTo>
                    <a:pt x="440880" y="420319"/>
                  </a:lnTo>
                  <a:lnTo>
                    <a:pt x="489115" y="416001"/>
                  </a:lnTo>
                  <a:lnTo>
                    <a:pt x="519633" y="417766"/>
                  </a:lnTo>
                  <a:lnTo>
                    <a:pt x="549109" y="422884"/>
                  </a:lnTo>
                  <a:lnTo>
                    <a:pt x="577405" y="431152"/>
                  </a:lnTo>
                  <a:lnTo>
                    <a:pt x="604342" y="442302"/>
                  </a:lnTo>
                  <a:close/>
                </a:path>
                <a:path w="1705610" h="1884045">
                  <a:moveTo>
                    <a:pt x="1069086" y="230200"/>
                  </a:moveTo>
                  <a:lnTo>
                    <a:pt x="1063040" y="187147"/>
                  </a:lnTo>
                  <a:lnTo>
                    <a:pt x="1049274" y="145542"/>
                  </a:lnTo>
                  <a:lnTo>
                    <a:pt x="1027772" y="106489"/>
                  </a:lnTo>
                  <a:lnTo>
                    <a:pt x="998499" y="71107"/>
                  </a:lnTo>
                  <a:lnTo>
                    <a:pt x="960399" y="40005"/>
                  </a:lnTo>
                  <a:lnTo>
                    <a:pt x="918171" y="17780"/>
                  </a:lnTo>
                  <a:lnTo>
                    <a:pt x="873188" y="4445"/>
                  </a:lnTo>
                  <a:lnTo>
                    <a:pt x="826808" y="0"/>
                  </a:lnTo>
                  <a:lnTo>
                    <a:pt x="780440" y="4445"/>
                  </a:lnTo>
                  <a:lnTo>
                    <a:pt x="735444" y="17780"/>
                  </a:lnTo>
                  <a:lnTo>
                    <a:pt x="693216" y="40005"/>
                  </a:lnTo>
                  <a:lnTo>
                    <a:pt x="655116" y="71107"/>
                  </a:lnTo>
                  <a:lnTo>
                    <a:pt x="626579" y="105448"/>
                  </a:lnTo>
                  <a:lnTo>
                    <a:pt x="605383" y="143306"/>
                  </a:lnTo>
                  <a:lnTo>
                    <a:pt x="591477" y="183642"/>
                  </a:lnTo>
                  <a:lnTo>
                    <a:pt x="584847" y="225425"/>
                  </a:lnTo>
                  <a:lnTo>
                    <a:pt x="593559" y="211759"/>
                  </a:lnTo>
                  <a:lnTo>
                    <a:pt x="603135" y="198513"/>
                  </a:lnTo>
                  <a:lnTo>
                    <a:pt x="662190" y="142468"/>
                  </a:lnTo>
                  <a:lnTo>
                    <a:pt x="703110" y="119189"/>
                  </a:lnTo>
                  <a:lnTo>
                    <a:pt x="746709" y="103657"/>
                  </a:lnTo>
                  <a:lnTo>
                    <a:pt x="791908" y="95897"/>
                  </a:lnTo>
                  <a:lnTo>
                    <a:pt x="837653" y="95897"/>
                  </a:lnTo>
                  <a:lnTo>
                    <a:pt x="882853" y="103657"/>
                  </a:lnTo>
                  <a:lnTo>
                    <a:pt x="926452" y="119176"/>
                  </a:lnTo>
                  <a:lnTo>
                    <a:pt x="967371" y="142468"/>
                  </a:lnTo>
                  <a:lnTo>
                    <a:pt x="1004531" y="173520"/>
                  </a:lnTo>
                  <a:lnTo>
                    <a:pt x="1042085" y="220814"/>
                  </a:lnTo>
                  <a:lnTo>
                    <a:pt x="1067422" y="273583"/>
                  </a:lnTo>
                  <a:lnTo>
                    <a:pt x="1069086" y="230200"/>
                  </a:lnTo>
                  <a:close/>
                </a:path>
                <a:path w="1705610" h="1884045">
                  <a:moveTo>
                    <a:pt x="1084160" y="1658581"/>
                  </a:moveTo>
                  <a:lnTo>
                    <a:pt x="1055408" y="1698256"/>
                  </a:lnTo>
                  <a:lnTo>
                    <a:pt x="1006817" y="1741538"/>
                  </a:lnTo>
                  <a:lnTo>
                    <a:pt x="965898" y="1764817"/>
                  </a:lnTo>
                  <a:lnTo>
                    <a:pt x="922299" y="1780349"/>
                  </a:lnTo>
                  <a:lnTo>
                    <a:pt x="877100" y="1788109"/>
                  </a:lnTo>
                  <a:lnTo>
                    <a:pt x="831354" y="1788109"/>
                  </a:lnTo>
                  <a:lnTo>
                    <a:pt x="786155" y="1780349"/>
                  </a:lnTo>
                  <a:lnTo>
                    <a:pt x="742556" y="1764830"/>
                  </a:lnTo>
                  <a:lnTo>
                    <a:pt x="701636" y="1741538"/>
                  </a:lnTo>
                  <a:lnTo>
                    <a:pt x="664464" y="1710486"/>
                  </a:lnTo>
                  <a:lnTo>
                    <a:pt x="626922" y="1663192"/>
                  </a:lnTo>
                  <a:lnTo>
                    <a:pt x="601586" y="1610410"/>
                  </a:lnTo>
                  <a:lnTo>
                    <a:pt x="599922" y="1653806"/>
                  </a:lnTo>
                  <a:lnTo>
                    <a:pt x="605967" y="1696859"/>
                  </a:lnTo>
                  <a:lnTo>
                    <a:pt x="619734" y="1738464"/>
                  </a:lnTo>
                  <a:lnTo>
                    <a:pt x="641235" y="1777504"/>
                  </a:lnTo>
                  <a:lnTo>
                    <a:pt x="670521" y="1812874"/>
                  </a:lnTo>
                  <a:lnTo>
                    <a:pt x="708609" y="1843989"/>
                  </a:lnTo>
                  <a:lnTo>
                    <a:pt x="750836" y="1866214"/>
                  </a:lnTo>
                  <a:lnTo>
                    <a:pt x="795820" y="1879549"/>
                  </a:lnTo>
                  <a:lnTo>
                    <a:pt x="842187" y="1883994"/>
                  </a:lnTo>
                  <a:lnTo>
                    <a:pt x="888568" y="1879549"/>
                  </a:lnTo>
                  <a:lnTo>
                    <a:pt x="933551" y="1866214"/>
                  </a:lnTo>
                  <a:lnTo>
                    <a:pt x="975791" y="1843989"/>
                  </a:lnTo>
                  <a:lnTo>
                    <a:pt x="1013879" y="1812874"/>
                  </a:lnTo>
                  <a:lnTo>
                    <a:pt x="1042416" y="1778546"/>
                  </a:lnTo>
                  <a:lnTo>
                    <a:pt x="1063625" y="1740700"/>
                  </a:lnTo>
                  <a:lnTo>
                    <a:pt x="1077531" y="1700364"/>
                  </a:lnTo>
                  <a:lnTo>
                    <a:pt x="1084160" y="1658581"/>
                  </a:lnTo>
                  <a:close/>
                </a:path>
                <a:path w="1705610" h="1884045">
                  <a:moveTo>
                    <a:pt x="1101001" y="1224241"/>
                  </a:moveTo>
                  <a:lnTo>
                    <a:pt x="1072489" y="1264094"/>
                  </a:lnTo>
                  <a:lnTo>
                    <a:pt x="1024166" y="1307668"/>
                  </a:lnTo>
                  <a:lnTo>
                    <a:pt x="983399" y="1331214"/>
                  </a:lnTo>
                  <a:lnTo>
                    <a:pt x="939901" y="1347000"/>
                  </a:lnTo>
                  <a:lnTo>
                    <a:pt x="894753" y="1355051"/>
                  </a:lnTo>
                  <a:lnTo>
                    <a:pt x="849007" y="1355331"/>
                  </a:lnTo>
                  <a:lnTo>
                    <a:pt x="803757" y="1347851"/>
                  </a:lnTo>
                  <a:lnTo>
                    <a:pt x="760069" y="1332585"/>
                  </a:lnTo>
                  <a:lnTo>
                    <a:pt x="719010" y="1309547"/>
                  </a:lnTo>
                  <a:lnTo>
                    <a:pt x="681647" y="1278724"/>
                  </a:lnTo>
                  <a:lnTo>
                    <a:pt x="643801" y="1231671"/>
                  </a:lnTo>
                  <a:lnTo>
                    <a:pt x="618134" y="1179068"/>
                  </a:lnTo>
                  <a:lnTo>
                    <a:pt x="616750" y="1222463"/>
                  </a:lnTo>
                  <a:lnTo>
                    <a:pt x="623062" y="1265466"/>
                  </a:lnTo>
                  <a:lnTo>
                    <a:pt x="637070" y="1306995"/>
                  </a:lnTo>
                  <a:lnTo>
                    <a:pt x="658825" y="1345907"/>
                  </a:lnTo>
                  <a:lnTo>
                    <a:pt x="688314" y="1381099"/>
                  </a:lnTo>
                  <a:lnTo>
                    <a:pt x="726592" y="1411973"/>
                  </a:lnTo>
                  <a:lnTo>
                    <a:pt x="768959" y="1433931"/>
                  </a:lnTo>
                  <a:lnTo>
                    <a:pt x="814031" y="1446987"/>
                  </a:lnTo>
                  <a:lnTo>
                    <a:pt x="860425" y="1451140"/>
                  </a:lnTo>
                  <a:lnTo>
                    <a:pt x="906767" y="1446415"/>
                  </a:lnTo>
                  <a:lnTo>
                    <a:pt x="951674" y="1432801"/>
                  </a:lnTo>
                  <a:lnTo>
                    <a:pt x="993775" y="1410322"/>
                  </a:lnTo>
                  <a:lnTo>
                    <a:pt x="1031671" y="1378966"/>
                  </a:lnTo>
                  <a:lnTo>
                    <a:pt x="1060005" y="1344460"/>
                  </a:lnTo>
                  <a:lnTo>
                    <a:pt x="1080973" y="1306474"/>
                  </a:lnTo>
                  <a:lnTo>
                    <a:pt x="1094625" y="1266063"/>
                  </a:lnTo>
                  <a:lnTo>
                    <a:pt x="1101001" y="1224241"/>
                  </a:lnTo>
                  <a:close/>
                </a:path>
                <a:path w="1705610" h="1884045">
                  <a:moveTo>
                    <a:pt x="1161300" y="838746"/>
                  </a:moveTo>
                  <a:lnTo>
                    <a:pt x="1154988" y="795731"/>
                  </a:lnTo>
                  <a:lnTo>
                    <a:pt x="1140968" y="754214"/>
                  </a:lnTo>
                  <a:lnTo>
                    <a:pt x="1119225" y="715302"/>
                  </a:lnTo>
                  <a:lnTo>
                    <a:pt x="1089736" y="680110"/>
                  </a:lnTo>
                  <a:lnTo>
                    <a:pt x="1051458" y="649236"/>
                  </a:lnTo>
                  <a:lnTo>
                    <a:pt x="1009091" y="627278"/>
                  </a:lnTo>
                  <a:lnTo>
                    <a:pt x="964018" y="614222"/>
                  </a:lnTo>
                  <a:lnTo>
                    <a:pt x="917625" y="610057"/>
                  </a:lnTo>
                  <a:lnTo>
                    <a:pt x="871283" y="614794"/>
                  </a:lnTo>
                  <a:lnTo>
                    <a:pt x="826376" y="628396"/>
                  </a:lnTo>
                  <a:lnTo>
                    <a:pt x="784275" y="650887"/>
                  </a:lnTo>
                  <a:lnTo>
                    <a:pt x="746379" y="682231"/>
                  </a:lnTo>
                  <a:lnTo>
                    <a:pt x="718045" y="716749"/>
                  </a:lnTo>
                  <a:lnTo>
                    <a:pt x="697064" y="754722"/>
                  </a:lnTo>
                  <a:lnTo>
                    <a:pt x="683425" y="795147"/>
                  </a:lnTo>
                  <a:lnTo>
                    <a:pt x="677049" y="836968"/>
                  </a:lnTo>
                  <a:lnTo>
                    <a:pt x="685685" y="823252"/>
                  </a:lnTo>
                  <a:lnTo>
                    <a:pt x="695172" y="809942"/>
                  </a:lnTo>
                  <a:lnTo>
                    <a:pt x="753872" y="753541"/>
                  </a:lnTo>
                  <a:lnTo>
                    <a:pt x="794651" y="729996"/>
                  </a:lnTo>
                  <a:lnTo>
                    <a:pt x="838149" y="714197"/>
                  </a:lnTo>
                  <a:lnTo>
                    <a:pt x="883297" y="706158"/>
                  </a:lnTo>
                  <a:lnTo>
                    <a:pt x="929043" y="705878"/>
                  </a:lnTo>
                  <a:lnTo>
                    <a:pt x="974293" y="713359"/>
                  </a:lnTo>
                  <a:lnTo>
                    <a:pt x="1017981" y="728611"/>
                  </a:lnTo>
                  <a:lnTo>
                    <a:pt x="1059040" y="751649"/>
                  </a:lnTo>
                  <a:lnTo>
                    <a:pt x="1096403" y="782472"/>
                  </a:lnTo>
                  <a:lnTo>
                    <a:pt x="1134249" y="829525"/>
                  </a:lnTo>
                  <a:lnTo>
                    <a:pt x="1159916" y="882129"/>
                  </a:lnTo>
                  <a:lnTo>
                    <a:pt x="1161300" y="838746"/>
                  </a:lnTo>
                  <a:close/>
                </a:path>
                <a:path w="1705610" h="1884045">
                  <a:moveTo>
                    <a:pt x="1499349" y="595401"/>
                  </a:moveTo>
                  <a:lnTo>
                    <a:pt x="1494421" y="546481"/>
                  </a:lnTo>
                  <a:lnTo>
                    <a:pt x="1480273" y="500900"/>
                  </a:lnTo>
                  <a:lnTo>
                    <a:pt x="1457896" y="459663"/>
                  </a:lnTo>
                  <a:lnTo>
                    <a:pt x="1428254" y="423735"/>
                  </a:lnTo>
                  <a:lnTo>
                    <a:pt x="1392313" y="394081"/>
                  </a:lnTo>
                  <a:lnTo>
                    <a:pt x="1351076" y="371690"/>
                  </a:lnTo>
                  <a:lnTo>
                    <a:pt x="1305496" y="357543"/>
                  </a:lnTo>
                  <a:lnTo>
                    <a:pt x="1256563" y="352615"/>
                  </a:lnTo>
                  <a:lnTo>
                    <a:pt x="1212100" y="356704"/>
                  </a:lnTo>
                  <a:lnTo>
                    <a:pt x="1170330" y="368477"/>
                  </a:lnTo>
                  <a:lnTo>
                    <a:pt x="1131989" y="387159"/>
                  </a:lnTo>
                  <a:lnTo>
                    <a:pt x="1097749" y="412013"/>
                  </a:lnTo>
                  <a:lnTo>
                    <a:pt x="1113586" y="408520"/>
                  </a:lnTo>
                  <a:lnTo>
                    <a:pt x="1129715" y="405917"/>
                  </a:lnTo>
                  <a:lnTo>
                    <a:pt x="1146149" y="404291"/>
                  </a:lnTo>
                  <a:lnTo>
                    <a:pt x="1162875" y="403720"/>
                  </a:lnTo>
                  <a:lnTo>
                    <a:pt x="1211110" y="408051"/>
                  </a:lnTo>
                  <a:lnTo>
                    <a:pt x="1256512" y="420509"/>
                  </a:lnTo>
                  <a:lnTo>
                    <a:pt x="1298308" y="440359"/>
                  </a:lnTo>
                  <a:lnTo>
                    <a:pt x="1335760" y="466839"/>
                  </a:lnTo>
                  <a:lnTo>
                    <a:pt x="1368107" y="499173"/>
                  </a:lnTo>
                  <a:lnTo>
                    <a:pt x="1394574" y="536638"/>
                  </a:lnTo>
                  <a:lnTo>
                    <a:pt x="1414424" y="578446"/>
                  </a:lnTo>
                  <a:lnTo>
                    <a:pt x="1426883" y="623836"/>
                  </a:lnTo>
                  <a:lnTo>
                    <a:pt x="1431213" y="672084"/>
                  </a:lnTo>
                  <a:lnTo>
                    <a:pt x="1429448" y="702589"/>
                  </a:lnTo>
                  <a:lnTo>
                    <a:pt x="1424330" y="732078"/>
                  </a:lnTo>
                  <a:lnTo>
                    <a:pt x="1416075" y="760361"/>
                  </a:lnTo>
                  <a:lnTo>
                    <a:pt x="1404937" y="787298"/>
                  </a:lnTo>
                  <a:lnTo>
                    <a:pt x="1436776" y="757796"/>
                  </a:lnTo>
                  <a:lnTo>
                    <a:pt x="1462951" y="723087"/>
                  </a:lnTo>
                  <a:lnTo>
                    <a:pt x="1482636" y="683933"/>
                  </a:lnTo>
                  <a:lnTo>
                    <a:pt x="1495044" y="641108"/>
                  </a:lnTo>
                  <a:lnTo>
                    <a:pt x="1499349" y="595401"/>
                  </a:lnTo>
                  <a:close/>
                </a:path>
                <a:path w="1705610" h="1884045">
                  <a:moveTo>
                    <a:pt x="1587957" y="1511427"/>
                  </a:moveTo>
                  <a:lnTo>
                    <a:pt x="1583867" y="1466977"/>
                  </a:lnTo>
                  <a:lnTo>
                    <a:pt x="1572094" y="1425219"/>
                  </a:lnTo>
                  <a:lnTo>
                    <a:pt x="1553413" y="1386865"/>
                  </a:lnTo>
                  <a:lnTo>
                    <a:pt x="1528559" y="1352626"/>
                  </a:lnTo>
                  <a:lnTo>
                    <a:pt x="1532051" y="1368463"/>
                  </a:lnTo>
                  <a:lnTo>
                    <a:pt x="1534655" y="1384592"/>
                  </a:lnTo>
                  <a:lnTo>
                    <a:pt x="1536268" y="1401025"/>
                  </a:lnTo>
                  <a:lnTo>
                    <a:pt x="1536827" y="1417739"/>
                  </a:lnTo>
                  <a:lnTo>
                    <a:pt x="1532509" y="1465973"/>
                  </a:lnTo>
                  <a:lnTo>
                    <a:pt x="1520050" y="1511376"/>
                  </a:lnTo>
                  <a:lnTo>
                    <a:pt x="1500200" y="1553184"/>
                  </a:lnTo>
                  <a:lnTo>
                    <a:pt x="1473733" y="1590636"/>
                  </a:lnTo>
                  <a:lnTo>
                    <a:pt x="1441386" y="1622983"/>
                  </a:lnTo>
                  <a:lnTo>
                    <a:pt x="1403934" y="1649463"/>
                  </a:lnTo>
                  <a:lnTo>
                    <a:pt x="1362125" y="1669313"/>
                  </a:lnTo>
                  <a:lnTo>
                    <a:pt x="1316723" y="1681772"/>
                  </a:lnTo>
                  <a:lnTo>
                    <a:pt x="1268488" y="1686102"/>
                  </a:lnTo>
                  <a:lnTo>
                    <a:pt x="1237970" y="1684337"/>
                  </a:lnTo>
                  <a:lnTo>
                    <a:pt x="1208493" y="1679206"/>
                  </a:lnTo>
                  <a:lnTo>
                    <a:pt x="1180198" y="1670951"/>
                  </a:lnTo>
                  <a:lnTo>
                    <a:pt x="1153261" y="1659801"/>
                  </a:lnTo>
                  <a:lnTo>
                    <a:pt x="1182763" y="1691652"/>
                  </a:lnTo>
                  <a:lnTo>
                    <a:pt x="1217485" y="1717814"/>
                  </a:lnTo>
                  <a:lnTo>
                    <a:pt x="1256639" y="1737512"/>
                  </a:lnTo>
                  <a:lnTo>
                    <a:pt x="1299451" y="1749920"/>
                  </a:lnTo>
                  <a:lnTo>
                    <a:pt x="1345171" y="1754238"/>
                  </a:lnTo>
                  <a:lnTo>
                    <a:pt x="1394091" y="1749298"/>
                  </a:lnTo>
                  <a:lnTo>
                    <a:pt x="1439672" y="1735150"/>
                  </a:lnTo>
                  <a:lnTo>
                    <a:pt x="1480908" y="1712772"/>
                  </a:lnTo>
                  <a:lnTo>
                    <a:pt x="1516849" y="1683118"/>
                  </a:lnTo>
                  <a:lnTo>
                    <a:pt x="1546491" y="1647190"/>
                  </a:lnTo>
                  <a:lnTo>
                    <a:pt x="1568881" y="1605953"/>
                  </a:lnTo>
                  <a:lnTo>
                    <a:pt x="1583016" y="1560372"/>
                  </a:lnTo>
                  <a:lnTo>
                    <a:pt x="1587957" y="1511427"/>
                  </a:lnTo>
                  <a:close/>
                </a:path>
                <a:path w="1705610" h="1884045">
                  <a:moveTo>
                    <a:pt x="1705216" y="1059776"/>
                  </a:moveTo>
                  <a:lnTo>
                    <a:pt x="1696389" y="1011389"/>
                  </a:lnTo>
                  <a:lnTo>
                    <a:pt x="1678647" y="967092"/>
                  </a:lnTo>
                  <a:lnTo>
                    <a:pt x="1653044" y="927773"/>
                  </a:lnTo>
                  <a:lnTo>
                    <a:pt x="1620621" y="894321"/>
                  </a:lnTo>
                  <a:lnTo>
                    <a:pt x="1582432" y="867638"/>
                  </a:lnTo>
                  <a:lnTo>
                    <a:pt x="1539532" y="848614"/>
                  </a:lnTo>
                  <a:lnTo>
                    <a:pt x="1492973" y="838149"/>
                  </a:lnTo>
                  <a:lnTo>
                    <a:pt x="1443799" y="837145"/>
                  </a:lnTo>
                  <a:lnTo>
                    <a:pt x="1399806" y="844778"/>
                  </a:lnTo>
                  <a:lnTo>
                    <a:pt x="1359115" y="859840"/>
                  </a:lnTo>
                  <a:lnTo>
                    <a:pt x="1322387" y="881532"/>
                  </a:lnTo>
                  <a:lnTo>
                    <a:pt x="1290256" y="909040"/>
                  </a:lnTo>
                  <a:lnTo>
                    <a:pt x="1305750" y="904290"/>
                  </a:lnTo>
                  <a:lnTo>
                    <a:pt x="1321612" y="900404"/>
                  </a:lnTo>
                  <a:lnTo>
                    <a:pt x="1337868" y="897470"/>
                  </a:lnTo>
                  <a:lnTo>
                    <a:pt x="1354493" y="895578"/>
                  </a:lnTo>
                  <a:lnTo>
                    <a:pt x="1402918" y="896035"/>
                  </a:lnTo>
                  <a:lnTo>
                    <a:pt x="1449171" y="904836"/>
                  </a:lnTo>
                  <a:lnTo>
                    <a:pt x="1492427" y="921283"/>
                  </a:lnTo>
                  <a:lnTo>
                    <a:pt x="1531874" y="944676"/>
                  </a:lnTo>
                  <a:lnTo>
                    <a:pt x="1566684" y="974344"/>
                  </a:lnTo>
                  <a:lnTo>
                    <a:pt x="1596072" y="1009561"/>
                  </a:lnTo>
                  <a:lnTo>
                    <a:pt x="1619186" y="1049642"/>
                  </a:lnTo>
                  <a:lnTo>
                    <a:pt x="1635239" y="1093901"/>
                  </a:lnTo>
                  <a:lnTo>
                    <a:pt x="1643405" y="1141641"/>
                  </a:lnTo>
                  <a:lnTo>
                    <a:pt x="1644078" y="1172210"/>
                  </a:lnTo>
                  <a:lnTo>
                    <a:pt x="1641335" y="1202004"/>
                  </a:lnTo>
                  <a:lnTo>
                    <a:pt x="1635366" y="1230858"/>
                  </a:lnTo>
                  <a:lnTo>
                    <a:pt x="1626412" y="1258608"/>
                  </a:lnTo>
                  <a:lnTo>
                    <a:pt x="1655800" y="1226654"/>
                  </a:lnTo>
                  <a:lnTo>
                    <a:pt x="1679117" y="1189951"/>
                  </a:lnTo>
                  <a:lnTo>
                    <a:pt x="1695615" y="1149350"/>
                  </a:lnTo>
                  <a:lnTo>
                    <a:pt x="1704555" y="1105687"/>
                  </a:lnTo>
                  <a:lnTo>
                    <a:pt x="1705216" y="1059776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1" name="object 191" descr=""/>
          <p:cNvGrpSpPr/>
          <p:nvPr/>
        </p:nvGrpSpPr>
        <p:grpSpPr>
          <a:xfrm>
            <a:off x="1559025" y="5718295"/>
            <a:ext cx="1450975" cy="3631565"/>
            <a:chOff x="1559025" y="5718295"/>
            <a:chExt cx="1450975" cy="3631565"/>
          </a:xfrm>
        </p:grpSpPr>
        <p:sp>
          <p:nvSpPr>
            <p:cNvPr id="192" name="object 192" descr=""/>
            <p:cNvSpPr/>
            <p:nvPr/>
          </p:nvSpPr>
          <p:spPr>
            <a:xfrm>
              <a:off x="2292431" y="6632938"/>
              <a:ext cx="717550" cy="2155190"/>
            </a:xfrm>
            <a:custGeom>
              <a:avLst/>
              <a:gdLst/>
              <a:ahLst/>
              <a:cxnLst/>
              <a:rect l="l" t="t" r="r" b="b"/>
              <a:pathLst>
                <a:path w="717550" h="2155190">
                  <a:moveTo>
                    <a:pt x="370281" y="0"/>
                  </a:moveTo>
                  <a:lnTo>
                    <a:pt x="322706" y="23873"/>
                  </a:lnTo>
                  <a:lnTo>
                    <a:pt x="291784" y="64197"/>
                  </a:lnTo>
                  <a:lnTo>
                    <a:pt x="261659" y="121672"/>
                  </a:lnTo>
                  <a:lnTo>
                    <a:pt x="232472" y="194266"/>
                  </a:lnTo>
                  <a:lnTo>
                    <a:pt x="218273" y="235597"/>
                  </a:lnTo>
                  <a:lnTo>
                    <a:pt x="204360" y="279944"/>
                  </a:lnTo>
                  <a:lnTo>
                    <a:pt x="190751" y="327053"/>
                  </a:lnTo>
                  <a:lnTo>
                    <a:pt x="177463" y="376670"/>
                  </a:lnTo>
                  <a:lnTo>
                    <a:pt x="164513" y="428541"/>
                  </a:lnTo>
                  <a:lnTo>
                    <a:pt x="151919" y="482412"/>
                  </a:lnTo>
                  <a:lnTo>
                    <a:pt x="139698" y="538027"/>
                  </a:lnTo>
                  <a:lnTo>
                    <a:pt x="127868" y="595134"/>
                  </a:lnTo>
                  <a:lnTo>
                    <a:pt x="116446" y="653477"/>
                  </a:lnTo>
                  <a:lnTo>
                    <a:pt x="105448" y="712802"/>
                  </a:lnTo>
                  <a:lnTo>
                    <a:pt x="94894" y="772855"/>
                  </a:lnTo>
                  <a:lnTo>
                    <a:pt x="84799" y="833382"/>
                  </a:lnTo>
                  <a:lnTo>
                    <a:pt x="75181" y="894128"/>
                  </a:lnTo>
                  <a:lnTo>
                    <a:pt x="66058" y="954839"/>
                  </a:lnTo>
                  <a:lnTo>
                    <a:pt x="57447" y="1015260"/>
                  </a:lnTo>
                  <a:lnTo>
                    <a:pt x="49366" y="1075139"/>
                  </a:lnTo>
                  <a:lnTo>
                    <a:pt x="41831" y="1134219"/>
                  </a:lnTo>
                  <a:lnTo>
                    <a:pt x="34861" y="1192247"/>
                  </a:lnTo>
                  <a:lnTo>
                    <a:pt x="28471" y="1248969"/>
                  </a:lnTo>
                  <a:lnTo>
                    <a:pt x="22681" y="1304130"/>
                  </a:lnTo>
                  <a:lnTo>
                    <a:pt x="17507" y="1357476"/>
                  </a:lnTo>
                  <a:lnTo>
                    <a:pt x="12966" y="1408752"/>
                  </a:lnTo>
                  <a:lnTo>
                    <a:pt x="9076" y="1457705"/>
                  </a:lnTo>
                  <a:lnTo>
                    <a:pt x="5855" y="1504080"/>
                  </a:lnTo>
                  <a:lnTo>
                    <a:pt x="3319" y="1547622"/>
                  </a:lnTo>
                  <a:lnTo>
                    <a:pt x="1487" y="1588078"/>
                  </a:lnTo>
                  <a:lnTo>
                    <a:pt x="0" y="1658713"/>
                  </a:lnTo>
                  <a:lnTo>
                    <a:pt x="2103" y="1733019"/>
                  </a:lnTo>
                  <a:lnTo>
                    <a:pt x="8268" y="1800067"/>
                  </a:lnTo>
                  <a:lnTo>
                    <a:pt x="18276" y="1860174"/>
                  </a:lnTo>
                  <a:lnTo>
                    <a:pt x="31908" y="1913656"/>
                  </a:lnTo>
                  <a:lnTo>
                    <a:pt x="48946" y="1960829"/>
                  </a:lnTo>
                  <a:lnTo>
                    <a:pt x="69170" y="2002009"/>
                  </a:lnTo>
                  <a:lnTo>
                    <a:pt x="92362" y="2037512"/>
                  </a:lnTo>
                  <a:lnTo>
                    <a:pt x="118304" y="2067655"/>
                  </a:lnTo>
                  <a:lnTo>
                    <a:pt x="177559" y="2113123"/>
                  </a:lnTo>
                  <a:lnTo>
                    <a:pt x="245188" y="2140941"/>
                  </a:lnTo>
                  <a:lnTo>
                    <a:pt x="319439" y="2153638"/>
                  </a:lnTo>
                  <a:lnTo>
                    <a:pt x="358502" y="2155107"/>
                  </a:lnTo>
                  <a:lnTo>
                    <a:pt x="397566" y="2153638"/>
                  </a:lnTo>
                  <a:lnTo>
                    <a:pt x="435412" y="2149021"/>
                  </a:lnTo>
                  <a:lnTo>
                    <a:pt x="506573" y="2129080"/>
                  </a:lnTo>
                  <a:lnTo>
                    <a:pt x="570236" y="2092753"/>
                  </a:lnTo>
                  <a:lnTo>
                    <a:pt x="624651" y="2037512"/>
                  </a:lnTo>
                  <a:lnTo>
                    <a:pt x="647843" y="2002009"/>
                  </a:lnTo>
                  <a:lnTo>
                    <a:pt x="668068" y="1960829"/>
                  </a:lnTo>
                  <a:lnTo>
                    <a:pt x="685105" y="1913656"/>
                  </a:lnTo>
                  <a:lnTo>
                    <a:pt x="698737" y="1860174"/>
                  </a:lnTo>
                  <a:lnTo>
                    <a:pt x="708745" y="1800067"/>
                  </a:lnTo>
                  <a:lnTo>
                    <a:pt x="714911" y="1733019"/>
                  </a:lnTo>
                  <a:lnTo>
                    <a:pt x="717014" y="1658713"/>
                  </a:lnTo>
                  <a:lnTo>
                    <a:pt x="716690" y="1625193"/>
                  </a:lnTo>
                  <a:lnTo>
                    <a:pt x="714134" y="1547622"/>
                  </a:lnTo>
                  <a:lnTo>
                    <a:pt x="711925" y="1504080"/>
                  </a:lnTo>
                  <a:lnTo>
                    <a:pt x="709112" y="1457705"/>
                  </a:lnTo>
                  <a:lnTo>
                    <a:pt x="705705" y="1408752"/>
                  </a:lnTo>
                  <a:lnTo>
                    <a:pt x="701718" y="1357476"/>
                  </a:lnTo>
                  <a:lnTo>
                    <a:pt x="697161" y="1304130"/>
                  </a:lnTo>
                  <a:lnTo>
                    <a:pt x="692046" y="1248969"/>
                  </a:lnTo>
                  <a:lnTo>
                    <a:pt x="686386" y="1192247"/>
                  </a:lnTo>
                  <a:lnTo>
                    <a:pt x="680191" y="1134219"/>
                  </a:lnTo>
                  <a:lnTo>
                    <a:pt x="673475" y="1075139"/>
                  </a:lnTo>
                  <a:lnTo>
                    <a:pt x="666247" y="1015260"/>
                  </a:lnTo>
                  <a:lnTo>
                    <a:pt x="658521" y="954839"/>
                  </a:lnTo>
                  <a:lnTo>
                    <a:pt x="650309" y="894128"/>
                  </a:lnTo>
                  <a:lnTo>
                    <a:pt x="641621" y="833382"/>
                  </a:lnTo>
                  <a:lnTo>
                    <a:pt x="632469" y="772855"/>
                  </a:lnTo>
                  <a:lnTo>
                    <a:pt x="622867" y="712802"/>
                  </a:lnTo>
                  <a:lnTo>
                    <a:pt x="612824" y="653477"/>
                  </a:lnTo>
                  <a:lnTo>
                    <a:pt x="602353" y="595134"/>
                  </a:lnTo>
                  <a:lnTo>
                    <a:pt x="591466" y="538027"/>
                  </a:lnTo>
                  <a:lnTo>
                    <a:pt x="580175" y="482412"/>
                  </a:lnTo>
                  <a:lnTo>
                    <a:pt x="568491" y="428541"/>
                  </a:lnTo>
                  <a:lnTo>
                    <a:pt x="556426" y="376670"/>
                  </a:lnTo>
                  <a:lnTo>
                    <a:pt x="543992" y="327053"/>
                  </a:lnTo>
                  <a:lnTo>
                    <a:pt x="531201" y="279944"/>
                  </a:lnTo>
                  <a:lnTo>
                    <a:pt x="518064" y="235597"/>
                  </a:lnTo>
                  <a:lnTo>
                    <a:pt x="504593" y="194266"/>
                  </a:lnTo>
                  <a:lnTo>
                    <a:pt x="490801" y="156207"/>
                  </a:lnTo>
                  <a:lnTo>
                    <a:pt x="462296" y="90918"/>
                  </a:lnTo>
                  <a:lnTo>
                    <a:pt x="432646" y="41764"/>
                  </a:lnTo>
                  <a:lnTo>
                    <a:pt x="401943" y="10780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303765" y="6739204"/>
              <a:ext cx="706120" cy="2049145"/>
            </a:xfrm>
            <a:custGeom>
              <a:avLst/>
              <a:gdLst/>
              <a:ahLst/>
              <a:cxnLst/>
              <a:rect l="l" t="t" r="r" b="b"/>
              <a:pathLst>
                <a:path w="706119" h="2049145">
                  <a:moveTo>
                    <a:pt x="458415" y="0"/>
                  </a:moveTo>
                  <a:lnTo>
                    <a:pt x="470340" y="45640"/>
                  </a:lnTo>
                  <a:lnTo>
                    <a:pt x="481941" y="93417"/>
                  </a:lnTo>
                  <a:lnTo>
                    <a:pt x="493210" y="143117"/>
                  </a:lnTo>
                  <a:lnTo>
                    <a:pt x="504134" y="194526"/>
                  </a:lnTo>
                  <a:lnTo>
                    <a:pt x="514706" y="247430"/>
                  </a:lnTo>
                  <a:lnTo>
                    <a:pt x="524914" y="301613"/>
                  </a:lnTo>
                  <a:lnTo>
                    <a:pt x="534750" y="356862"/>
                  </a:lnTo>
                  <a:lnTo>
                    <a:pt x="544202" y="412963"/>
                  </a:lnTo>
                  <a:lnTo>
                    <a:pt x="553262" y="469701"/>
                  </a:lnTo>
                  <a:lnTo>
                    <a:pt x="561918" y="526861"/>
                  </a:lnTo>
                  <a:lnTo>
                    <a:pt x="570162" y="584231"/>
                  </a:lnTo>
                  <a:lnTo>
                    <a:pt x="577983" y="641594"/>
                  </a:lnTo>
                  <a:lnTo>
                    <a:pt x="585372" y="698738"/>
                  </a:lnTo>
                  <a:lnTo>
                    <a:pt x="592317" y="755448"/>
                  </a:lnTo>
                  <a:lnTo>
                    <a:pt x="598811" y="811509"/>
                  </a:lnTo>
                  <a:lnTo>
                    <a:pt x="604842" y="866707"/>
                  </a:lnTo>
                  <a:lnTo>
                    <a:pt x="610400" y="920828"/>
                  </a:lnTo>
                  <a:lnTo>
                    <a:pt x="615477" y="973658"/>
                  </a:lnTo>
                  <a:lnTo>
                    <a:pt x="620061" y="1024982"/>
                  </a:lnTo>
                  <a:lnTo>
                    <a:pt x="624143" y="1074586"/>
                  </a:lnTo>
                  <a:lnTo>
                    <a:pt x="627713" y="1122255"/>
                  </a:lnTo>
                  <a:lnTo>
                    <a:pt x="630761" y="1167777"/>
                  </a:lnTo>
                  <a:lnTo>
                    <a:pt x="633277" y="1210935"/>
                  </a:lnTo>
                  <a:lnTo>
                    <a:pt x="635251" y="1251516"/>
                  </a:lnTo>
                  <a:lnTo>
                    <a:pt x="637534" y="1324090"/>
                  </a:lnTo>
                  <a:lnTo>
                    <a:pt x="637823" y="1355655"/>
                  </a:lnTo>
                  <a:lnTo>
                    <a:pt x="635719" y="1429960"/>
                  </a:lnTo>
                  <a:lnTo>
                    <a:pt x="629554" y="1497008"/>
                  </a:lnTo>
                  <a:lnTo>
                    <a:pt x="619546" y="1557115"/>
                  </a:lnTo>
                  <a:lnTo>
                    <a:pt x="605914" y="1610597"/>
                  </a:lnTo>
                  <a:lnTo>
                    <a:pt x="588876" y="1657770"/>
                  </a:lnTo>
                  <a:lnTo>
                    <a:pt x="568652" y="1698950"/>
                  </a:lnTo>
                  <a:lnTo>
                    <a:pt x="545459" y="1734454"/>
                  </a:lnTo>
                  <a:lnTo>
                    <a:pt x="519517" y="1764596"/>
                  </a:lnTo>
                  <a:lnTo>
                    <a:pt x="460260" y="1810064"/>
                  </a:lnTo>
                  <a:lnTo>
                    <a:pt x="392629" y="1837882"/>
                  </a:lnTo>
                  <a:lnTo>
                    <a:pt x="318375" y="1850579"/>
                  </a:lnTo>
                  <a:lnTo>
                    <a:pt x="279310" y="1852048"/>
                  </a:lnTo>
                  <a:lnTo>
                    <a:pt x="231739" y="1849838"/>
                  </a:lnTo>
                  <a:lnTo>
                    <a:pt x="186060" y="1842825"/>
                  </a:lnTo>
                  <a:lnTo>
                    <a:pt x="142672" y="1830431"/>
                  </a:lnTo>
                  <a:lnTo>
                    <a:pt x="101973" y="1812079"/>
                  </a:lnTo>
                  <a:lnTo>
                    <a:pt x="64363" y="1787195"/>
                  </a:lnTo>
                  <a:lnTo>
                    <a:pt x="30239" y="1755200"/>
                  </a:lnTo>
                  <a:lnTo>
                    <a:pt x="0" y="1715518"/>
                  </a:lnTo>
                  <a:lnTo>
                    <a:pt x="12011" y="1776226"/>
                  </a:lnTo>
                  <a:lnTo>
                    <a:pt x="27953" y="1829713"/>
                  </a:lnTo>
                  <a:lnTo>
                    <a:pt x="47569" y="1876347"/>
                  </a:lnTo>
                  <a:lnTo>
                    <a:pt x="70604" y="1916500"/>
                  </a:lnTo>
                  <a:lnTo>
                    <a:pt x="96800" y="1950541"/>
                  </a:lnTo>
                  <a:lnTo>
                    <a:pt x="125901" y="1978842"/>
                  </a:lnTo>
                  <a:lnTo>
                    <a:pt x="157652" y="2001773"/>
                  </a:lnTo>
                  <a:lnTo>
                    <a:pt x="191796" y="2019704"/>
                  </a:lnTo>
                  <a:lnTo>
                    <a:pt x="228076" y="2033006"/>
                  </a:lnTo>
                  <a:lnTo>
                    <a:pt x="266236" y="2042048"/>
                  </a:lnTo>
                  <a:lnTo>
                    <a:pt x="306020" y="2047202"/>
                  </a:lnTo>
                  <a:lnTo>
                    <a:pt x="347172" y="2048838"/>
                  </a:lnTo>
                  <a:lnTo>
                    <a:pt x="386237" y="2047369"/>
                  </a:lnTo>
                  <a:lnTo>
                    <a:pt x="424083" y="2042752"/>
                  </a:lnTo>
                  <a:lnTo>
                    <a:pt x="495244" y="2022811"/>
                  </a:lnTo>
                  <a:lnTo>
                    <a:pt x="558907" y="1986484"/>
                  </a:lnTo>
                  <a:lnTo>
                    <a:pt x="613321" y="1931243"/>
                  </a:lnTo>
                  <a:lnTo>
                    <a:pt x="636514" y="1895740"/>
                  </a:lnTo>
                  <a:lnTo>
                    <a:pt x="656738" y="1854560"/>
                  </a:lnTo>
                  <a:lnTo>
                    <a:pt x="673776" y="1807387"/>
                  </a:lnTo>
                  <a:lnTo>
                    <a:pt x="687408" y="1753905"/>
                  </a:lnTo>
                  <a:lnTo>
                    <a:pt x="697416" y="1693798"/>
                  </a:lnTo>
                  <a:lnTo>
                    <a:pt x="703581" y="1626750"/>
                  </a:lnTo>
                  <a:lnTo>
                    <a:pt x="705685" y="1552444"/>
                  </a:lnTo>
                  <a:lnTo>
                    <a:pt x="705371" y="1519512"/>
                  </a:lnTo>
                  <a:lnTo>
                    <a:pt x="702898" y="1443445"/>
                  </a:lnTo>
                  <a:lnTo>
                    <a:pt x="700761" y="1400796"/>
                  </a:lnTo>
                  <a:lnTo>
                    <a:pt x="698038" y="1355390"/>
                  </a:lnTo>
                  <a:lnTo>
                    <a:pt x="694741" y="1307472"/>
                  </a:lnTo>
                  <a:lnTo>
                    <a:pt x="690880" y="1257281"/>
                  </a:lnTo>
                  <a:lnTo>
                    <a:pt x="686468" y="1205061"/>
                  </a:lnTo>
                  <a:lnTo>
                    <a:pt x="681515" y="1151053"/>
                  </a:lnTo>
                  <a:lnTo>
                    <a:pt x="676032" y="1095499"/>
                  </a:lnTo>
                  <a:lnTo>
                    <a:pt x="670031" y="1038640"/>
                  </a:lnTo>
                  <a:lnTo>
                    <a:pt x="663523" y="980719"/>
                  </a:lnTo>
                  <a:lnTo>
                    <a:pt x="656519" y="921977"/>
                  </a:lnTo>
                  <a:lnTo>
                    <a:pt x="649030" y="862657"/>
                  </a:lnTo>
                  <a:lnTo>
                    <a:pt x="641067" y="802999"/>
                  </a:lnTo>
                  <a:lnTo>
                    <a:pt x="632643" y="743247"/>
                  </a:lnTo>
                  <a:lnTo>
                    <a:pt x="623767" y="683641"/>
                  </a:lnTo>
                  <a:lnTo>
                    <a:pt x="614451" y="624424"/>
                  </a:lnTo>
                  <a:lnTo>
                    <a:pt x="604707" y="565837"/>
                  </a:lnTo>
                  <a:lnTo>
                    <a:pt x="594545" y="508123"/>
                  </a:lnTo>
                  <a:lnTo>
                    <a:pt x="583977" y="451522"/>
                  </a:lnTo>
                  <a:lnTo>
                    <a:pt x="573013" y="396278"/>
                  </a:lnTo>
                  <a:lnTo>
                    <a:pt x="561666" y="342631"/>
                  </a:lnTo>
                  <a:lnTo>
                    <a:pt x="549946" y="290824"/>
                  </a:lnTo>
                  <a:lnTo>
                    <a:pt x="537865" y="241099"/>
                  </a:lnTo>
                  <a:lnTo>
                    <a:pt x="525434" y="193697"/>
                  </a:lnTo>
                  <a:lnTo>
                    <a:pt x="512663" y="148859"/>
                  </a:lnTo>
                  <a:lnTo>
                    <a:pt x="499565" y="106829"/>
                  </a:lnTo>
                  <a:lnTo>
                    <a:pt x="486150" y="67848"/>
                  </a:lnTo>
                  <a:lnTo>
                    <a:pt x="472429" y="32158"/>
                  </a:lnTo>
                  <a:lnTo>
                    <a:pt x="458415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2688997" y="8290103"/>
              <a:ext cx="0" cy="1059815"/>
            </a:xfrm>
            <a:custGeom>
              <a:avLst/>
              <a:gdLst/>
              <a:ahLst/>
              <a:cxnLst/>
              <a:rect l="l" t="t" r="r" b="b"/>
              <a:pathLst>
                <a:path w="0" h="1059815">
                  <a:moveTo>
                    <a:pt x="0" y="0"/>
                  </a:moveTo>
                  <a:lnTo>
                    <a:pt x="0" y="1059318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2688992" y="8330476"/>
              <a:ext cx="133985" cy="375285"/>
            </a:xfrm>
            <a:custGeom>
              <a:avLst/>
              <a:gdLst/>
              <a:ahLst/>
              <a:cxnLst/>
              <a:rect l="l" t="t" r="r" b="b"/>
              <a:pathLst>
                <a:path w="133985" h="375284">
                  <a:moveTo>
                    <a:pt x="133964" y="0"/>
                  </a:moveTo>
                  <a:lnTo>
                    <a:pt x="133964" y="68689"/>
                  </a:lnTo>
                  <a:lnTo>
                    <a:pt x="131904" y="93702"/>
                  </a:lnTo>
                  <a:lnTo>
                    <a:pt x="125835" y="117885"/>
                  </a:lnTo>
                  <a:lnTo>
                    <a:pt x="115919" y="140761"/>
                  </a:lnTo>
                  <a:lnTo>
                    <a:pt x="102321" y="161858"/>
                  </a:lnTo>
                  <a:lnTo>
                    <a:pt x="48721" y="231678"/>
                  </a:lnTo>
                  <a:lnTo>
                    <a:pt x="27781" y="264143"/>
                  </a:lnTo>
                  <a:lnTo>
                    <a:pt x="12514" y="299353"/>
                  </a:lnTo>
                  <a:lnTo>
                    <a:pt x="3170" y="336575"/>
                  </a:lnTo>
                  <a:lnTo>
                    <a:pt x="0" y="375077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2507206" y="8443385"/>
              <a:ext cx="182245" cy="369570"/>
            </a:xfrm>
            <a:custGeom>
              <a:avLst/>
              <a:gdLst/>
              <a:ahLst/>
              <a:cxnLst/>
              <a:rect l="l" t="t" r="r" b="b"/>
              <a:pathLst>
                <a:path w="182244" h="369570">
                  <a:moveTo>
                    <a:pt x="0" y="0"/>
                  </a:moveTo>
                  <a:lnTo>
                    <a:pt x="0" y="72039"/>
                  </a:lnTo>
                  <a:lnTo>
                    <a:pt x="5092" y="115749"/>
                  </a:lnTo>
                  <a:lnTo>
                    <a:pt x="19864" y="156605"/>
                  </a:lnTo>
                  <a:lnTo>
                    <a:pt x="43536" y="193035"/>
                  </a:lnTo>
                  <a:lnTo>
                    <a:pt x="75327" y="223469"/>
                  </a:lnTo>
                  <a:lnTo>
                    <a:pt x="129671" y="264588"/>
                  </a:lnTo>
                  <a:lnTo>
                    <a:pt x="151664" y="285643"/>
                  </a:lnTo>
                  <a:lnTo>
                    <a:pt x="168043" y="310843"/>
                  </a:lnTo>
                  <a:lnTo>
                    <a:pt x="178267" y="339107"/>
                  </a:lnTo>
                  <a:lnTo>
                    <a:pt x="181795" y="369350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559025" y="5718295"/>
              <a:ext cx="968375" cy="2909570"/>
            </a:xfrm>
            <a:custGeom>
              <a:avLst/>
              <a:gdLst/>
              <a:ahLst/>
              <a:cxnLst/>
              <a:rect l="l" t="t" r="r" b="b"/>
              <a:pathLst>
                <a:path w="968375" h="2909570">
                  <a:moveTo>
                    <a:pt x="499848" y="0"/>
                  </a:moveTo>
                  <a:lnTo>
                    <a:pt x="452155" y="17867"/>
                  </a:lnTo>
                  <a:lnTo>
                    <a:pt x="420903" y="48472"/>
                  </a:lnTo>
                  <a:lnTo>
                    <a:pt x="390175" y="92733"/>
                  </a:lnTo>
                  <a:lnTo>
                    <a:pt x="360045" y="149538"/>
                  </a:lnTo>
                  <a:lnTo>
                    <a:pt x="330590" y="217773"/>
                  </a:lnTo>
                  <a:lnTo>
                    <a:pt x="316140" y="255830"/>
                  </a:lnTo>
                  <a:lnTo>
                    <a:pt x="301887" y="296327"/>
                  </a:lnTo>
                  <a:lnTo>
                    <a:pt x="287841" y="339125"/>
                  </a:lnTo>
                  <a:lnTo>
                    <a:pt x="274010" y="384085"/>
                  </a:lnTo>
                  <a:lnTo>
                    <a:pt x="260406" y="431069"/>
                  </a:lnTo>
                  <a:lnTo>
                    <a:pt x="247037" y="479936"/>
                  </a:lnTo>
                  <a:lnTo>
                    <a:pt x="233913" y="530549"/>
                  </a:lnTo>
                  <a:lnTo>
                    <a:pt x="221043" y="582767"/>
                  </a:lnTo>
                  <a:lnTo>
                    <a:pt x="208437" y="636451"/>
                  </a:lnTo>
                  <a:lnTo>
                    <a:pt x="196104" y="691464"/>
                  </a:lnTo>
                  <a:lnTo>
                    <a:pt x="184053" y="747665"/>
                  </a:lnTo>
                  <a:lnTo>
                    <a:pt x="172295" y="804915"/>
                  </a:lnTo>
                  <a:lnTo>
                    <a:pt x="160839" y="863075"/>
                  </a:lnTo>
                  <a:lnTo>
                    <a:pt x="149694" y="922007"/>
                  </a:lnTo>
                  <a:lnTo>
                    <a:pt x="138870" y="981570"/>
                  </a:lnTo>
                  <a:lnTo>
                    <a:pt x="128376" y="1041627"/>
                  </a:lnTo>
                  <a:lnTo>
                    <a:pt x="118221" y="1102038"/>
                  </a:lnTo>
                  <a:lnTo>
                    <a:pt x="108416" y="1162663"/>
                  </a:lnTo>
                  <a:lnTo>
                    <a:pt x="98970" y="1223364"/>
                  </a:lnTo>
                  <a:lnTo>
                    <a:pt x="89891" y="1284001"/>
                  </a:lnTo>
                  <a:lnTo>
                    <a:pt x="81191" y="1344436"/>
                  </a:lnTo>
                  <a:lnTo>
                    <a:pt x="72878" y="1404529"/>
                  </a:lnTo>
                  <a:lnTo>
                    <a:pt x="64961" y="1464142"/>
                  </a:lnTo>
                  <a:lnTo>
                    <a:pt x="57451" y="1523134"/>
                  </a:lnTo>
                  <a:lnTo>
                    <a:pt x="50356" y="1581368"/>
                  </a:lnTo>
                  <a:lnTo>
                    <a:pt x="43687" y="1638704"/>
                  </a:lnTo>
                  <a:lnTo>
                    <a:pt x="37452" y="1695002"/>
                  </a:lnTo>
                  <a:lnTo>
                    <a:pt x="31662" y="1750124"/>
                  </a:lnTo>
                  <a:lnTo>
                    <a:pt x="26325" y="1803931"/>
                  </a:lnTo>
                  <a:lnTo>
                    <a:pt x="21451" y="1856283"/>
                  </a:lnTo>
                  <a:lnTo>
                    <a:pt x="17050" y="1907042"/>
                  </a:lnTo>
                  <a:lnTo>
                    <a:pt x="13132" y="1956068"/>
                  </a:lnTo>
                  <a:lnTo>
                    <a:pt x="9705" y="2003223"/>
                  </a:lnTo>
                  <a:lnTo>
                    <a:pt x="6779" y="2048366"/>
                  </a:lnTo>
                  <a:lnTo>
                    <a:pt x="4364" y="2091360"/>
                  </a:lnTo>
                  <a:lnTo>
                    <a:pt x="2469" y="2132064"/>
                  </a:lnTo>
                  <a:lnTo>
                    <a:pt x="1103" y="2170340"/>
                  </a:lnTo>
                  <a:lnTo>
                    <a:pt x="0" y="2239052"/>
                  </a:lnTo>
                  <a:lnTo>
                    <a:pt x="1456" y="2311715"/>
                  </a:lnTo>
                  <a:lnTo>
                    <a:pt x="5752" y="2379318"/>
                  </a:lnTo>
                  <a:lnTo>
                    <a:pt x="12781" y="2442016"/>
                  </a:lnTo>
                  <a:lnTo>
                    <a:pt x="22435" y="2499965"/>
                  </a:lnTo>
                  <a:lnTo>
                    <a:pt x="34607" y="2553320"/>
                  </a:lnTo>
                  <a:lnTo>
                    <a:pt x="49189" y="2602237"/>
                  </a:lnTo>
                  <a:lnTo>
                    <a:pt x="66073" y="2646871"/>
                  </a:lnTo>
                  <a:lnTo>
                    <a:pt x="85152" y="2687378"/>
                  </a:lnTo>
                  <a:lnTo>
                    <a:pt x="106318" y="2723912"/>
                  </a:lnTo>
                  <a:lnTo>
                    <a:pt x="129464" y="2756631"/>
                  </a:lnTo>
                  <a:lnTo>
                    <a:pt x="154481" y="2785688"/>
                  </a:lnTo>
                  <a:lnTo>
                    <a:pt x="209702" y="2833443"/>
                  </a:lnTo>
                  <a:lnTo>
                    <a:pt x="271119" y="2868420"/>
                  </a:lnTo>
                  <a:lnTo>
                    <a:pt x="337872" y="2891864"/>
                  </a:lnTo>
                  <a:lnTo>
                    <a:pt x="409100" y="2905017"/>
                  </a:lnTo>
                  <a:lnTo>
                    <a:pt x="483943" y="2909126"/>
                  </a:lnTo>
                  <a:lnTo>
                    <a:pt x="521763" y="2908124"/>
                  </a:lnTo>
                  <a:lnTo>
                    <a:pt x="594908" y="2899649"/>
                  </a:lnTo>
                  <a:lnTo>
                    <a:pt x="664008" y="2881506"/>
                  </a:lnTo>
                  <a:lnTo>
                    <a:pt x="728201" y="2852451"/>
                  </a:lnTo>
                  <a:lnTo>
                    <a:pt x="786627" y="2811241"/>
                  </a:lnTo>
                  <a:lnTo>
                    <a:pt x="838426" y="2756631"/>
                  </a:lnTo>
                  <a:lnTo>
                    <a:pt x="861571" y="2723912"/>
                  </a:lnTo>
                  <a:lnTo>
                    <a:pt x="882737" y="2687378"/>
                  </a:lnTo>
                  <a:lnTo>
                    <a:pt x="901815" y="2646871"/>
                  </a:lnTo>
                  <a:lnTo>
                    <a:pt x="918699" y="2602237"/>
                  </a:lnTo>
                  <a:lnTo>
                    <a:pt x="933280" y="2553320"/>
                  </a:lnTo>
                  <a:lnTo>
                    <a:pt x="945451" y="2499965"/>
                  </a:lnTo>
                  <a:lnTo>
                    <a:pt x="955105" y="2442016"/>
                  </a:lnTo>
                  <a:lnTo>
                    <a:pt x="962134" y="2379318"/>
                  </a:lnTo>
                  <a:lnTo>
                    <a:pt x="966430" y="2311715"/>
                  </a:lnTo>
                  <a:lnTo>
                    <a:pt x="967886" y="2239052"/>
                  </a:lnTo>
                  <a:lnTo>
                    <a:pt x="967646" y="2206049"/>
                  </a:lnTo>
                  <a:lnTo>
                    <a:pt x="965747" y="2132064"/>
                  </a:lnTo>
                  <a:lnTo>
                    <a:pt x="964100" y="2091360"/>
                  </a:lnTo>
                  <a:lnTo>
                    <a:pt x="961997" y="2048366"/>
                  </a:lnTo>
                  <a:lnTo>
                    <a:pt x="959445" y="2003223"/>
                  </a:lnTo>
                  <a:lnTo>
                    <a:pt x="956449" y="1956068"/>
                  </a:lnTo>
                  <a:lnTo>
                    <a:pt x="953017" y="1907042"/>
                  </a:lnTo>
                  <a:lnTo>
                    <a:pt x="949155" y="1856283"/>
                  </a:lnTo>
                  <a:lnTo>
                    <a:pt x="944868" y="1803931"/>
                  </a:lnTo>
                  <a:lnTo>
                    <a:pt x="940164" y="1750124"/>
                  </a:lnTo>
                  <a:lnTo>
                    <a:pt x="935050" y="1695002"/>
                  </a:lnTo>
                  <a:lnTo>
                    <a:pt x="929530" y="1638704"/>
                  </a:lnTo>
                  <a:lnTo>
                    <a:pt x="923613" y="1581368"/>
                  </a:lnTo>
                  <a:lnTo>
                    <a:pt x="917304" y="1523134"/>
                  </a:lnTo>
                  <a:lnTo>
                    <a:pt x="910610" y="1464142"/>
                  </a:lnTo>
                  <a:lnTo>
                    <a:pt x="903537" y="1404529"/>
                  </a:lnTo>
                  <a:lnTo>
                    <a:pt x="896092" y="1344436"/>
                  </a:lnTo>
                  <a:lnTo>
                    <a:pt x="888281" y="1284001"/>
                  </a:lnTo>
                  <a:lnTo>
                    <a:pt x="880110" y="1223364"/>
                  </a:lnTo>
                  <a:lnTo>
                    <a:pt x="871587" y="1162663"/>
                  </a:lnTo>
                  <a:lnTo>
                    <a:pt x="862717" y="1102038"/>
                  </a:lnTo>
                  <a:lnTo>
                    <a:pt x="853507" y="1041627"/>
                  </a:lnTo>
                  <a:lnTo>
                    <a:pt x="843964" y="981570"/>
                  </a:lnTo>
                  <a:lnTo>
                    <a:pt x="834093" y="922007"/>
                  </a:lnTo>
                  <a:lnTo>
                    <a:pt x="823902" y="863075"/>
                  </a:lnTo>
                  <a:lnTo>
                    <a:pt x="813396" y="804915"/>
                  </a:lnTo>
                  <a:lnTo>
                    <a:pt x="802583" y="747665"/>
                  </a:lnTo>
                  <a:lnTo>
                    <a:pt x="791468" y="691464"/>
                  </a:lnTo>
                  <a:lnTo>
                    <a:pt x="780058" y="636451"/>
                  </a:lnTo>
                  <a:lnTo>
                    <a:pt x="768360" y="582767"/>
                  </a:lnTo>
                  <a:lnTo>
                    <a:pt x="756379" y="530549"/>
                  </a:lnTo>
                  <a:lnTo>
                    <a:pt x="744123" y="479936"/>
                  </a:lnTo>
                  <a:lnTo>
                    <a:pt x="731598" y="431069"/>
                  </a:lnTo>
                  <a:lnTo>
                    <a:pt x="718810" y="384085"/>
                  </a:lnTo>
                  <a:lnTo>
                    <a:pt x="705766" y="339125"/>
                  </a:lnTo>
                  <a:lnTo>
                    <a:pt x="692472" y="296327"/>
                  </a:lnTo>
                  <a:lnTo>
                    <a:pt x="678935" y="255830"/>
                  </a:lnTo>
                  <a:lnTo>
                    <a:pt x="665160" y="217773"/>
                  </a:lnTo>
                  <a:lnTo>
                    <a:pt x="651156" y="182296"/>
                  </a:lnTo>
                  <a:lnTo>
                    <a:pt x="622480" y="119637"/>
                  </a:lnTo>
                  <a:lnTo>
                    <a:pt x="592960" y="68965"/>
                  </a:lnTo>
                  <a:lnTo>
                    <a:pt x="562647" y="31393"/>
                  </a:lnTo>
                  <a:lnTo>
                    <a:pt x="531593" y="8033"/>
                  </a:lnTo>
                  <a:lnTo>
                    <a:pt x="499848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574325" y="5861739"/>
              <a:ext cx="953135" cy="2766060"/>
            </a:xfrm>
            <a:custGeom>
              <a:avLst/>
              <a:gdLst/>
              <a:ahLst/>
              <a:cxnLst/>
              <a:rect l="l" t="t" r="r" b="b"/>
              <a:pathLst>
                <a:path w="953135" h="2766059">
                  <a:moveTo>
                    <a:pt x="618808" y="0"/>
                  </a:moveTo>
                  <a:lnTo>
                    <a:pt x="630596" y="44661"/>
                  </a:lnTo>
                  <a:lnTo>
                    <a:pt x="642154" y="90900"/>
                  </a:lnTo>
                  <a:lnTo>
                    <a:pt x="653477" y="138605"/>
                  </a:lnTo>
                  <a:lnTo>
                    <a:pt x="664558" y="187663"/>
                  </a:lnTo>
                  <a:lnTo>
                    <a:pt x="675393" y="237961"/>
                  </a:lnTo>
                  <a:lnTo>
                    <a:pt x="685977" y="289388"/>
                  </a:lnTo>
                  <a:lnTo>
                    <a:pt x="696305" y="341830"/>
                  </a:lnTo>
                  <a:lnTo>
                    <a:pt x="706370" y="395176"/>
                  </a:lnTo>
                  <a:lnTo>
                    <a:pt x="716169" y="449313"/>
                  </a:lnTo>
                  <a:lnTo>
                    <a:pt x="725695" y="504128"/>
                  </a:lnTo>
                  <a:lnTo>
                    <a:pt x="734945" y="559510"/>
                  </a:lnTo>
                  <a:lnTo>
                    <a:pt x="743911" y="615346"/>
                  </a:lnTo>
                  <a:lnTo>
                    <a:pt x="752590" y="671523"/>
                  </a:lnTo>
                  <a:lnTo>
                    <a:pt x="760975" y="727929"/>
                  </a:lnTo>
                  <a:lnTo>
                    <a:pt x="769063" y="784452"/>
                  </a:lnTo>
                  <a:lnTo>
                    <a:pt x="776847" y="840979"/>
                  </a:lnTo>
                  <a:lnTo>
                    <a:pt x="784322" y="897397"/>
                  </a:lnTo>
                  <a:lnTo>
                    <a:pt x="791484" y="953596"/>
                  </a:lnTo>
                  <a:lnTo>
                    <a:pt x="798326" y="1009461"/>
                  </a:lnTo>
                  <a:lnTo>
                    <a:pt x="804844" y="1064881"/>
                  </a:lnTo>
                  <a:lnTo>
                    <a:pt x="811033" y="1119743"/>
                  </a:lnTo>
                  <a:lnTo>
                    <a:pt x="816887" y="1173935"/>
                  </a:lnTo>
                  <a:lnTo>
                    <a:pt x="822401" y="1227344"/>
                  </a:lnTo>
                  <a:lnTo>
                    <a:pt x="827570" y="1279859"/>
                  </a:lnTo>
                  <a:lnTo>
                    <a:pt x="832389" y="1331366"/>
                  </a:lnTo>
                  <a:lnTo>
                    <a:pt x="836852" y="1381753"/>
                  </a:lnTo>
                  <a:lnTo>
                    <a:pt x="840954" y="1430909"/>
                  </a:lnTo>
                  <a:lnTo>
                    <a:pt x="844690" y="1478719"/>
                  </a:lnTo>
                  <a:lnTo>
                    <a:pt x="848055" y="1525073"/>
                  </a:lnTo>
                  <a:lnTo>
                    <a:pt x="851044" y="1569857"/>
                  </a:lnTo>
                  <a:lnTo>
                    <a:pt x="853651" y="1612960"/>
                  </a:lnTo>
                  <a:lnTo>
                    <a:pt x="855872" y="1654269"/>
                  </a:lnTo>
                  <a:lnTo>
                    <a:pt x="857700" y="1693670"/>
                  </a:lnTo>
                  <a:lnTo>
                    <a:pt x="860160" y="1766305"/>
                  </a:lnTo>
                  <a:lnTo>
                    <a:pt x="860989" y="1829965"/>
                  </a:lnTo>
                  <a:lnTo>
                    <a:pt x="859533" y="1902628"/>
                  </a:lnTo>
                  <a:lnTo>
                    <a:pt x="855237" y="1970231"/>
                  </a:lnTo>
                  <a:lnTo>
                    <a:pt x="848207" y="2032929"/>
                  </a:lnTo>
                  <a:lnTo>
                    <a:pt x="838553" y="2090877"/>
                  </a:lnTo>
                  <a:lnTo>
                    <a:pt x="826381" y="2144232"/>
                  </a:lnTo>
                  <a:lnTo>
                    <a:pt x="811800" y="2193148"/>
                  </a:lnTo>
                  <a:lnTo>
                    <a:pt x="794915" y="2237781"/>
                  </a:lnTo>
                  <a:lnTo>
                    <a:pt x="775836" y="2278287"/>
                  </a:lnTo>
                  <a:lnTo>
                    <a:pt x="754670" y="2314821"/>
                  </a:lnTo>
                  <a:lnTo>
                    <a:pt x="731525" y="2347539"/>
                  </a:lnTo>
                  <a:lnTo>
                    <a:pt x="706507" y="2376596"/>
                  </a:lnTo>
                  <a:lnTo>
                    <a:pt x="651287" y="2424349"/>
                  </a:lnTo>
                  <a:lnTo>
                    <a:pt x="589869" y="2459325"/>
                  </a:lnTo>
                  <a:lnTo>
                    <a:pt x="523116" y="2482767"/>
                  </a:lnTo>
                  <a:lnTo>
                    <a:pt x="451888" y="2495920"/>
                  </a:lnTo>
                  <a:lnTo>
                    <a:pt x="377046" y="2500028"/>
                  </a:lnTo>
                  <a:lnTo>
                    <a:pt x="326899" y="2498241"/>
                  </a:lnTo>
                  <a:lnTo>
                    <a:pt x="278225" y="2492635"/>
                  </a:lnTo>
                  <a:lnTo>
                    <a:pt x="231276" y="2482845"/>
                  </a:lnTo>
                  <a:lnTo>
                    <a:pt x="186305" y="2468505"/>
                  </a:lnTo>
                  <a:lnTo>
                    <a:pt x="143567" y="2449248"/>
                  </a:lnTo>
                  <a:lnTo>
                    <a:pt x="103313" y="2424708"/>
                  </a:lnTo>
                  <a:lnTo>
                    <a:pt x="65799" y="2394519"/>
                  </a:lnTo>
                  <a:lnTo>
                    <a:pt x="31276" y="2358315"/>
                  </a:lnTo>
                  <a:lnTo>
                    <a:pt x="0" y="2315730"/>
                  </a:lnTo>
                  <a:lnTo>
                    <a:pt x="11650" y="2378127"/>
                  </a:lnTo>
                  <a:lnTo>
                    <a:pt x="26334" y="2434969"/>
                  </a:lnTo>
                  <a:lnTo>
                    <a:pt x="43905" y="2486467"/>
                  </a:lnTo>
                  <a:lnTo>
                    <a:pt x="64217" y="2532833"/>
                  </a:lnTo>
                  <a:lnTo>
                    <a:pt x="87124" y="2574277"/>
                  </a:lnTo>
                  <a:lnTo>
                    <a:pt x="112481" y="2611011"/>
                  </a:lnTo>
                  <a:lnTo>
                    <a:pt x="140140" y="2643245"/>
                  </a:lnTo>
                  <a:lnTo>
                    <a:pt x="169958" y="2671190"/>
                  </a:lnTo>
                  <a:lnTo>
                    <a:pt x="201786" y="2695058"/>
                  </a:lnTo>
                  <a:lnTo>
                    <a:pt x="235480" y="2715059"/>
                  </a:lnTo>
                  <a:lnTo>
                    <a:pt x="270894" y="2731404"/>
                  </a:lnTo>
                  <a:lnTo>
                    <a:pt x="307881" y="2744304"/>
                  </a:lnTo>
                  <a:lnTo>
                    <a:pt x="346295" y="2753970"/>
                  </a:lnTo>
                  <a:lnTo>
                    <a:pt x="385992" y="2760613"/>
                  </a:lnTo>
                  <a:lnTo>
                    <a:pt x="426823" y="2764444"/>
                  </a:lnTo>
                  <a:lnTo>
                    <a:pt x="468645" y="2765674"/>
                  </a:lnTo>
                  <a:lnTo>
                    <a:pt x="506464" y="2764673"/>
                  </a:lnTo>
                  <a:lnTo>
                    <a:pt x="579607" y="2756198"/>
                  </a:lnTo>
                  <a:lnTo>
                    <a:pt x="648705" y="2738056"/>
                  </a:lnTo>
                  <a:lnTo>
                    <a:pt x="712898" y="2709003"/>
                  </a:lnTo>
                  <a:lnTo>
                    <a:pt x="771325" y="2667794"/>
                  </a:lnTo>
                  <a:lnTo>
                    <a:pt x="823124" y="2613185"/>
                  </a:lnTo>
                  <a:lnTo>
                    <a:pt x="846270" y="2580468"/>
                  </a:lnTo>
                  <a:lnTo>
                    <a:pt x="867436" y="2543934"/>
                  </a:lnTo>
                  <a:lnTo>
                    <a:pt x="886515" y="2503428"/>
                  </a:lnTo>
                  <a:lnTo>
                    <a:pt x="903399" y="2458794"/>
                  </a:lnTo>
                  <a:lnTo>
                    <a:pt x="917981" y="2409878"/>
                  </a:lnTo>
                  <a:lnTo>
                    <a:pt x="930152" y="2356524"/>
                  </a:lnTo>
                  <a:lnTo>
                    <a:pt x="939807" y="2298575"/>
                  </a:lnTo>
                  <a:lnTo>
                    <a:pt x="946836" y="2235877"/>
                  </a:lnTo>
                  <a:lnTo>
                    <a:pt x="951132" y="2168274"/>
                  </a:lnTo>
                  <a:lnTo>
                    <a:pt x="952588" y="2095611"/>
                  </a:lnTo>
                  <a:lnTo>
                    <a:pt x="952358" y="2063266"/>
                  </a:lnTo>
                  <a:lnTo>
                    <a:pt x="950529" y="1990888"/>
                  </a:lnTo>
                  <a:lnTo>
                    <a:pt x="948944" y="1951117"/>
                  </a:lnTo>
                  <a:lnTo>
                    <a:pt x="946920" y="1909134"/>
                  </a:lnTo>
                  <a:lnTo>
                    <a:pt x="944462" y="1865070"/>
                  </a:lnTo>
                  <a:lnTo>
                    <a:pt x="941578" y="1819056"/>
                  </a:lnTo>
                  <a:lnTo>
                    <a:pt x="938272" y="1771223"/>
                  </a:lnTo>
                  <a:lnTo>
                    <a:pt x="934551" y="1721702"/>
                  </a:lnTo>
                  <a:lnTo>
                    <a:pt x="930422" y="1670626"/>
                  </a:lnTo>
                  <a:lnTo>
                    <a:pt x="925890" y="1618124"/>
                  </a:lnTo>
                  <a:lnTo>
                    <a:pt x="920961" y="1564329"/>
                  </a:lnTo>
                  <a:lnTo>
                    <a:pt x="915641" y="1509371"/>
                  </a:lnTo>
                  <a:lnTo>
                    <a:pt x="909937" y="1453382"/>
                  </a:lnTo>
                  <a:lnTo>
                    <a:pt x="903855" y="1396494"/>
                  </a:lnTo>
                  <a:lnTo>
                    <a:pt x="897400" y="1338837"/>
                  </a:lnTo>
                  <a:lnTo>
                    <a:pt x="890579" y="1280542"/>
                  </a:lnTo>
                  <a:lnTo>
                    <a:pt x="883398" y="1221741"/>
                  </a:lnTo>
                  <a:lnTo>
                    <a:pt x="875862" y="1162566"/>
                  </a:lnTo>
                  <a:lnTo>
                    <a:pt x="867979" y="1103147"/>
                  </a:lnTo>
                  <a:lnTo>
                    <a:pt x="859753" y="1043616"/>
                  </a:lnTo>
                  <a:lnTo>
                    <a:pt x="851192" y="984103"/>
                  </a:lnTo>
                  <a:lnTo>
                    <a:pt x="842301" y="924741"/>
                  </a:lnTo>
                  <a:lnTo>
                    <a:pt x="833087" y="865661"/>
                  </a:lnTo>
                  <a:lnTo>
                    <a:pt x="823554" y="806993"/>
                  </a:lnTo>
                  <a:lnTo>
                    <a:pt x="813711" y="748870"/>
                  </a:lnTo>
                  <a:lnTo>
                    <a:pt x="803561" y="691422"/>
                  </a:lnTo>
                  <a:lnTo>
                    <a:pt x="793113" y="634780"/>
                  </a:lnTo>
                  <a:lnTo>
                    <a:pt x="782371" y="579076"/>
                  </a:lnTo>
                  <a:lnTo>
                    <a:pt x="771342" y="524441"/>
                  </a:lnTo>
                  <a:lnTo>
                    <a:pt x="760032" y="471007"/>
                  </a:lnTo>
                  <a:lnTo>
                    <a:pt x="748447" y="418905"/>
                  </a:lnTo>
                  <a:lnTo>
                    <a:pt x="736593" y="368265"/>
                  </a:lnTo>
                  <a:lnTo>
                    <a:pt x="724476" y="319220"/>
                  </a:lnTo>
                  <a:lnTo>
                    <a:pt x="712102" y="271900"/>
                  </a:lnTo>
                  <a:lnTo>
                    <a:pt x="699478" y="226436"/>
                  </a:lnTo>
                  <a:lnTo>
                    <a:pt x="686609" y="182961"/>
                  </a:lnTo>
                  <a:lnTo>
                    <a:pt x="673501" y="141605"/>
                  </a:lnTo>
                  <a:lnTo>
                    <a:pt x="660161" y="102500"/>
                  </a:lnTo>
                  <a:lnTo>
                    <a:pt x="646595" y="65776"/>
                  </a:lnTo>
                  <a:lnTo>
                    <a:pt x="632809" y="31566"/>
                  </a:lnTo>
                  <a:lnTo>
                    <a:pt x="618808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2069593" y="7804786"/>
              <a:ext cx="0" cy="1544955"/>
            </a:xfrm>
            <a:custGeom>
              <a:avLst/>
              <a:gdLst/>
              <a:ahLst/>
              <a:cxnLst/>
              <a:rect l="l" t="t" r="r" b="b"/>
              <a:pathLst>
                <a:path w="0" h="1544954">
                  <a:moveTo>
                    <a:pt x="0" y="0"/>
                  </a:moveTo>
                  <a:lnTo>
                    <a:pt x="0" y="1544633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2069591" y="7863654"/>
              <a:ext cx="195580" cy="547370"/>
            </a:xfrm>
            <a:custGeom>
              <a:avLst/>
              <a:gdLst/>
              <a:ahLst/>
              <a:cxnLst/>
              <a:rect l="l" t="t" r="r" b="b"/>
              <a:pathLst>
                <a:path w="195580" h="547370">
                  <a:moveTo>
                    <a:pt x="195334" y="0"/>
                  </a:moveTo>
                  <a:lnTo>
                    <a:pt x="195334" y="100164"/>
                  </a:lnTo>
                  <a:lnTo>
                    <a:pt x="192332" y="136632"/>
                  </a:lnTo>
                  <a:lnTo>
                    <a:pt x="183483" y="171892"/>
                  </a:lnTo>
                  <a:lnTo>
                    <a:pt x="169024" y="205248"/>
                  </a:lnTo>
                  <a:lnTo>
                    <a:pt x="149189" y="236003"/>
                  </a:lnTo>
                  <a:lnTo>
                    <a:pt x="71034" y="337822"/>
                  </a:lnTo>
                  <a:lnTo>
                    <a:pt x="45959" y="375335"/>
                  </a:lnTo>
                  <a:lnTo>
                    <a:pt x="26131" y="415549"/>
                  </a:lnTo>
                  <a:lnTo>
                    <a:pt x="11738" y="457916"/>
                  </a:lnTo>
                  <a:lnTo>
                    <a:pt x="2965" y="501888"/>
                  </a:lnTo>
                  <a:lnTo>
                    <a:pt x="0" y="546915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804515" y="8028291"/>
              <a:ext cx="265430" cy="539115"/>
            </a:xfrm>
            <a:custGeom>
              <a:avLst/>
              <a:gdLst/>
              <a:ahLst/>
              <a:cxnLst/>
              <a:rect l="l" t="t" r="r" b="b"/>
              <a:pathLst>
                <a:path w="265430" h="539115">
                  <a:moveTo>
                    <a:pt x="0" y="0"/>
                  </a:moveTo>
                  <a:lnTo>
                    <a:pt x="0" y="105033"/>
                  </a:lnTo>
                  <a:lnTo>
                    <a:pt x="4775" y="156287"/>
                  </a:lnTo>
                  <a:lnTo>
                    <a:pt x="18728" y="205166"/>
                  </a:lnTo>
                  <a:lnTo>
                    <a:pt x="41275" y="250501"/>
                  </a:lnTo>
                  <a:lnTo>
                    <a:pt x="71836" y="291120"/>
                  </a:lnTo>
                  <a:lnTo>
                    <a:pt x="109829" y="325853"/>
                  </a:lnTo>
                  <a:lnTo>
                    <a:pt x="189083" y="385810"/>
                  </a:lnTo>
                  <a:lnTo>
                    <a:pt x="221149" y="416509"/>
                  </a:lnTo>
                  <a:lnTo>
                    <a:pt x="245030" y="453257"/>
                  </a:lnTo>
                  <a:lnTo>
                    <a:pt x="259936" y="494471"/>
                  </a:lnTo>
                  <a:lnTo>
                    <a:pt x="265080" y="538569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2" name="object 202" descr=""/>
          <p:cNvGrpSpPr/>
          <p:nvPr/>
        </p:nvGrpSpPr>
        <p:grpSpPr>
          <a:xfrm>
            <a:off x="14859303" y="2672608"/>
            <a:ext cx="667385" cy="2404745"/>
            <a:chOff x="14859303" y="2672608"/>
            <a:chExt cx="667385" cy="2404745"/>
          </a:xfrm>
        </p:grpSpPr>
        <p:sp>
          <p:nvSpPr>
            <p:cNvPr id="203" name="object 203" descr=""/>
            <p:cNvSpPr/>
            <p:nvPr/>
          </p:nvSpPr>
          <p:spPr>
            <a:xfrm>
              <a:off x="15131658" y="2769820"/>
              <a:ext cx="0" cy="2306955"/>
            </a:xfrm>
            <a:custGeom>
              <a:avLst/>
              <a:gdLst/>
              <a:ahLst/>
              <a:cxnLst/>
              <a:rect l="l" t="t" r="r" b="b"/>
              <a:pathLst>
                <a:path w="0" h="2306954">
                  <a:moveTo>
                    <a:pt x="0" y="2306924"/>
                  </a:moveTo>
                  <a:lnTo>
                    <a:pt x="0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5131664" y="2936529"/>
              <a:ext cx="154940" cy="447040"/>
            </a:xfrm>
            <a:custGeom>
              <a:avLst/>
              <a:gdLst/>
              <a:ahLst/>
              <a:cxnLst/>
              <a:rect l="l" t="t" r="r" b="b"/>
              <a:pathLst>
                <a:path w="154940" h="447039">
                  <a:moveTo>
                    <a:pt x="154749" y="0"/>
                  </a:moveTo>
                  <a:lnTo>
                    <a:pt x="18711" y="307686"/>
                  </a:lnTo>
                  <a:lnTo>
                    <a:pt x="4722" y="350914"/>
                  </a:lnTo>
                  <a:lnTo>
                    <a:pt x="0" y="395830"/>
                  </a:lnTo>
                  <a:lnTo>
                    <a:pt x="0" y="447023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5223436" y="3036402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19" h="43180">
                  <a:moveTo>
                    <a:pt x="0" y="42553"/>
                  </a:moveTo>
                  <a:lnTo>
                    <a:pt x="95934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067225" y="2902891"/>
              <a:ext cx="69327" cy="206119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14934411" y="3192092"/>
              <a:ext cx="197485" cy="523240"/>
            </a:xfrm>
            <a:custGeom>
              <a:avLst/>
              <a:gdLst/>
              <a:ahLst/>
              <a:cxnLst/>
              <a:rect l="l" t="t" r="r" b="b"/>
              <a:pathLst>
                <a:path w="197484" h="523239">
                  <a:moveTo>
                    <a:pt x="0" y="0"/>
                  </a:moveTo>
                  <a:lnTo>
                    <a:pt x="169031" y="327791"/>
                  </a:lnTo>
                  <a:lnTo>
                    <a:pt x="190106" y="384004"/>
                  </a:lnTo>
                  <a:lnTo>
                    <a:pt x="197250" y="443138"/>
                  </a:lnTo>
                  <a:lnTo>
                    <a:pt x="197250" y="523094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5131663" y="3704110"/>
              <a:ext cx="295275" cy="563245"/>
            </a:xfrm>
            <a:custGeom>
              <a:avLst/>
              <a:gdLst/>
              <a:ahLst/>
              <a:cxnLst/>
              <a:rect l="l" t="t" r="r" b="b"/>
              <a:pathLst>
                <a:path w="295275" h="563245">
                  <a:moveTo>
                    <a:pt x="294860" y="0"/>
                  </a:moveTo>
                  <a:lnTo>
                    <a:pt x="38574" y="369632"/>
                  </a:lnTo>
                  <a:lnTo>
                    <a:pt x="9840" y="427624"/>
                  </a:lnTo>
                  <a:lnTo>
                    <a:pt x="0" y="490791"/>
                  </a:lnTo>
                  <a:lnTo>
                    <a:pt x="0" y="563207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4859293" y="2842037"/>
              <a:ext cx="667385" cy="1119505"/>
            </a:xfrm>
            <a:custGeom>
              <a:avLst/>
              <a:gdLst/>
              <a:ahLst/>
              <a:cxnLst/>
              <a:rect l="l" t="t" r="r" b="b"/>
              <a:pathLst>
                <a:path w="667384" h="1119504">
                  <a:moveTo>
                    <a:pt x="98069" y="499618"/>
                  </a:moveTo>
                  <a:lnTo>
                    <a:pt x="87172" y="452043"/>
                  </a:lnTo>
                  <a:lnTo>
                    <a:pt x="73317" y="428536"/>
                  </a:lnTo>
                  <a:lnTo>
                    <a:pt x="47320" y="422186"/>
                  </a:lnTo>
                  <a:lnTo>
                    <a:pt x="0" y="426123"/>
                  </a:lnTo>
                  <a:lnTo>
                    <a:pt x="13665" y="470052"/>
                  </a:lnTo>
                  <a:lnTo>
                    <a:pt x="28435" y="492366"/>
                  </a:lnTo>
                  <a:lnTo>
                    <a:pt x="53517" y="499910"/>
                  </a:lnTo>
                  <a:lnTo>
                    <a:pt x="98069" y="499618"/>
                  </a:lnTo>
                  <a:close/>
                </a:path>
                <a:path w="667384" h="1119504">
                  <a:moveTo>
                    <a:pt x="133502" y="345046"/>
                  </a:moveTo>
                  <a:lnTo>
                    <a:pt x="130022" y="299427"/>
                  </a:lnTo>
                  <a:lnTo>
                    <a:pt x="113931" y="270154"/>
                  </a:lnTo>
                  <a:lnTo>
                    <a:pt x="104330" y="259803"/>
                  </a:lnTo>
                  <a:lnTo>
                    <a:pt x="73050" y="311505"/>
                  </a:lnTo>
                  <a:lnTo>
                    <a:pt x="62725" y="343814"/>
                  </a:lnTo>
                  <a:lnTo>
                    <a:pt x="73456" y="370281"/>
                  </a:lnTo>
                  <a:lnTo>
                    <a:pt x="105333" y="404456"/>
                  </a:lnTo>
                  <a:lnTo>
                    <a:pt x="133502" y="345046"/>
                  </a:lnTo>
                  <a:close/>
                </a:path>
                <a:path w="667384" h="1119504">
                  <a:moveTo>
                    <a:pt x="256832" y="146697"/>
                  </a:moveTo>
                  <a:lnTo>
                    <a:pt x="232664" y="119684"/>
                  </a:lnTo>
                  <a:lnTo>
                    <a:pt x="213106" y="108762"/>
                  </a:lnTo>
                  <a:lnTo>
                    <a:pt x="187782" y="112179"/>
                  </a:lnTo>
                  <a:lnTo>
                    <a:pt x="146367" y="128206"/>
                  </a:lnTo>
                  <a:lnTo>
                    <a:pt x="179222" y="162433"/>
                  </a:lnTo>
                  <a:lnTo>
                    <a:pt x="201688" y="175768"/>
                  </a:lnTo>
                  <a:lnTo>
                    <a:pt x="224104" y="169938"/>
                  </a:lnTo>
                  <a:lnTo>
                    <a:pt x="256832" y="146697"/>
                  </a:lnTo>
                  <a:close/>
                </a:path>
                <a:path w="667384" h="1119504">
                  <a:moveTo>
                    <a:pt x="494474" y="15113"/>
                  </a:moveTo>
                  <a:lnTo>
                    <a:pt x="491693" y="0"/>
                  </a:lnTo>
                  <a:lnTo>
                    <a:pt x="428231" y="23456"/>
                  </a:lnTo>
                  <a:lnTo>
                    <a:pt x="398614" y="45046"/>
                  </a:lnTo>
                  <a:lnTo>
                    <a:pt x="395224" y="77165"/>
                  </a:lnTo>
                  <a:lnTo>
                    <a:pt x="410438" y="132194"/>
                  </a:lnTo>
                  <a:lnTo>
                    <a:pt x="469544" y="94957"/>
                  </a:lnTo>
                  <a:lnTo>
                    <a:pt x="492315" y="51346"/>
                  </a:lnTo>
                  <a:lnTo>
                    <a:pt x="494474" y="15113"/>
                  </a:lnTo>
                  <a:close/>
                </a:path>
                <a:path w="667384" h="1119504">
                  <a:moveTo>
                    <a:pt x="561365" y="1043711"/>
                  </a:moveTo>
                  <a:lnTo>
                    <a:pt x="485698" y="1040117"/>
                  </a:lnTo>
                  <a:lnTo>
                    <a:pt x="443484" y="1045946"/>
                  </a:lnTo>
                  <a:lnTo>
                    <a:pt x="419442" y="1067536"/>
                  </a:lnTo>
                  <a:lnTo>
                    <a:pt x="398272" y="1111211"/>
                  </a:lnTo>
                  <a:lnTo>
                    <a:pt x="466598" y="1119466"/>
                  </a:lnTo>
                  <a:lnTo>
                    <a:pt x="506361" y="1115187"/>
                  </a:lnTo>
                  <a:lnTo>
                    <a:pt x="532853" y="1092047"/>
                  </a:lnTo>
                  <a:lnTo>
                    <a:pt x="561365" y="1043711"/>
                  </a:lnTo>
                  <a:close/>
                </a:path>
                <a:path w="667384" h="1119504">
                  <a:moveTo>
                    <a:pt x="666965" y="927773"/>
                  </a:moveTo>
                  <a:lnTo>
                    <a:pt x="605205" y="915022"/>
                  </a:lnTo>
                  <a:lnTo>
                    <a:pt x="569328" y="914793"/>
                  </a:lnTo>
                  <a:lnTo>
                    <a:pt x="545592" y="930694"/>
                  </a:lnTo>
                  <a:lnTo>
                    <a:pt x="520230" y="966343"/>
                  </a:lnTo>
                  <a:lnTo>
                    <a:pt x="583679" y="974191"/>
                  </a:lnTo>
                  <a:lnTo>
                    <a:pt x="629615" y="959396"/>
                  </a:lnTo>
                  <a:lnTo>
                    <a:pt x="657542" y="938428"/>
                  </a:lnTo>
                  <a:lnTo>
                    <a:pt x="666965" y="927773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4881492" y="2672619"/>
              <a:ext cx="290195" cy="571500"/>
            </a:xfrm>
            <a:custGeom>
              <a:avLst/>
              <a:gdLst/>
              <a:ahLst/>
              <a:cxnLst/>
              <a:rect l="l" t="t" r="r" b="b"/>
              <a:pathLst>
                <a:path w="290194" h="571500">
                  <a:moveTo>
                    <a:pt x="82918" y="509320"/>
                  </a:moveTo>
                  <a:lnTo>
                    <a:pt x="77482" y="474687"/>
                  </a:lnTo>
                  <a:lnTo>
                    <a:pt x="52578" y="454761"/>
                  </a:lnTo>
                  <a:lnTo>
                    <a:pt x="1181" y="436943"/>
                  </a:lnTo>
                  <a:lnTo>
                    <a:pt x="0" y="496341"/>
                  </a:lnTo>
                  <a:lnTo>
                    <a:pt x="7378" y="530136"/>
                  </a:lnTo>
                  <a:lnTo>
                    <a:pt x="30340" y="550913"/>
                  </a:lnTo>
                  <a:lnTo>
                    <a:pt x="75857" y="571271"/>
                  </a:lnTo>
                  <a:lnTo>
                    <a:pt x="82918" y="509320"/>
                  </a:lnTo>
                  <a:close/>
                </a:path>
                <a:path w="290194" h="571500">
                  <a:moveTo>
                    <a:pt x="227850" y="237540"/>
                  </a:moveTo>
                  <a:lnTo>
                    <a:pt x="225907" y="209435"/>
                  </a:lnTo>
                  <a:lnTo>
                    <a:pt x="202679" y="186359"/>
                  </a:lnTo>
                  <a:lnTo>
                    <a:pt x="152361" y="156527"/>
                  </a:lnTo>
                  <a:lnTo>
                    <a:pt x="136906" y="215785"/>
                  </a:lnTo>
                  <a:lnTo>
                    <a:pt x="138201" y="248653"/>
                  </a:lnTo>
                  <a:lnTo>
                    <a:pt x="162077" y="266966"/>
                  </a:lnTo>
                  <a:lnTo>
                    <a:pt x="214312" y="282511"/>
                  </a:lnTo>
                  <a:lnTo>
                    <a:pt x="227850" y="237540"/>
                  </a:lnTo>
                  <a:close/>
                </a:path>
                <a:path w="290194" h="571500">
                  <a:moveTo>
                    <a:pt x="289687" y="121069"/>
                  </a:moveTo>
                  <a:lnTo>
                    <a:pt x="289077" y="105549"/>
                  </a:lnTo>
                  <a:lnTo>
                    <a:pt x="284772" y="87769"/>
                  </a:lnTo>
                  <a:lnTo>
                    <a:pt x="273088" y="56362"/>
                  </a:lnTo>
                  <a:lnTo>
                    <a:pt x="250317" y="0"/>
                  </a:lnTo>
                  <a:lnTo>
                    <a:pt x="244170" y="15506"/>
                  </a:lnTo>
                  <a:lnTo>
                    <a:pt x="230644" y="51460"/>
                  </a:lnTo>
                  <a:lnTo>
                    <a:pt x="217106" y="91948"/>
                  </a:lnTo>
                  <a:lnTo>
                    <a:pt x="210959" y="121069"/>
                  </a:lnTo>
                  <a:lnTo>
                    <a:pt x="214058" y="138125"/>
                  </a:lnTo>
                  <a:lnTo>
                    <a:pt x="222491" y="152069"/>
                  </a:lnTo>
                  <a:lnTo>
                    <a:pt x="235000" y="161467"/>
                  </a:lnTo>
                  <a:lnTo>
                    <a:pt x="250317" y="164909"/>
                  </a:lnTo>
                  <a:lnTo>
                    <a:pt x="265645" y="161467"/>
                  </a:lnTo>
                  <a:lnTo>
                    <a:pt x="278155" y="152069"/>
                  </a:lnTo>
                  <a:lnTo>
                    <a:pt x="286600" y="138125"/>
                  </a:lnTo>
                  <a:lnTo>
                    <a:pt x="289687" y="121069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5016922" y="3219155"/>
              <a:ext cx="70929" cy="129577"/>
            </a:xfrm>
            <a:prstGeom prst="rect">
              <a:avLst/>
            </a:prstGeom>
          </p:spPr>
        </p:pic>
        <p:sp>
          <p:nvSpPr>
            <p:cNvPr id="212" name="object 212" descr=""/>
            <p:cNvSpPr/>
            <p:nvPr/>
          </p:nvSpPr>
          <p:spPr>
            <a:xfrm>
              <a:off x="15225091" y="2911862"/>
              <a:ext cx="245110" cy="1073785"/>
            </a:xfrm>
            <a:custGeom>
              <a:avLst/>
              <a:gdLst/>
              <a:ahLst/>
              <a:cxnLst/>
              <a:rect l="l" t="t" r="r" b="b"/>
              <a:pathLst>
                <a:path w="245109" h="1073785">
                  <a:moveTo>
                    <a:pt x="87528" y="842073"/>
                  </a:moveTo>
                  <a:lnTo>
                    <a:pt x="80937" y="802398"/>
                  </a:lnTo>
                  <a:lnTo>
                    <a:pt x="75069" y="786930"/>
                  </a:lnTo>
                  <a:lnTo>
                    <a:pt x="21704" y="827976"/>
                  </a:lnTo>
                  <a:lnTo>
                    <a:pt x="0" y="859002"/>
                  </a:lnTo>
                  <a:lnTo>
                    <a:pt x="6426" y="895667"/>
                  </a:lnTo>
                  <a:lnTo>
                    <a:pt x="37452" y="953554"/>
                  </a:lnTo>
                  <a:lnTo>
                    <a:pt x="78486" y="895819"/>
                  </a:lnTo>
                  <a:lnTo>
                    <a:pt x="87528" y="842073"/>
                  </a:lnTo>
                  <a:close/>
                </a:path>
                <a:path w="245109" h="1073785">
                  <a:moveTo>
                    <a:pt x="158623" y="10464"/>
                  </a:moveTo>
                  <a:lnTo>
                    <a:pt x="104025" y="0"/>
                  </a:lnTo>
                  <a:lnTo>
                    <a:pt x="73990" y="1714"/>
                  </a:lnTo>
                  <a:lnTo>
                    <a:pt x="57861" y="20269"/>
                  </a:lnTo>
                  <a:lnTo>
                    <a:pt x="44983" y="60350"/>
                  </a:lnTo>
                  <a:lnTo>
                    <a:pt x="98437" y="59994"/>
                  </a:lnTo>
                  <a:lnTo>
                    <a:pt x="133540" y="42024"/>
                  </a:lnTo>
                  <a:lnTo>
                    <a:pt x="152781" y="20739"/>
                  </a:lnTo>
                  <a:lnTo>
                    <a:pt x="158623" y="10464"/>
                  </a:lnTo>
                  <a:close/>
                </a:path>
                <a:path w="245109" h="1073785">
                  <a:moveTo>
                    <a:pt x="173202" y="90043"/>
                  </a:moveTo>
                  <a:lnTo>
                    <a:pt x="118605" y="79578"/>
                  </a:lnTo>
                  <a:lnTo>
                    <a:pt x="88582" y="81292"/>
                  </a:lnTo>
                  <a:lnTo>
                    <a:pt x="72453" y="99847"/>
                  </a:lnTo>
                  <a:lnTo>
                    <a:pt x="59575" y="139928"/>
                  </a:lnTo>
                  <a:lnTo>
                    <a:pt x="108927" y="149085"/>
                  </a:lnTo>
                  <a:lnTo>
                    <a:pt x="137210" y="146939"/>
                  </a:lnTo>
                  <a:lnTo>
                    <a:pt x="155092" y="128816"/>
                  </a:lnTo>
                  <a:lnTo>
                    <a:pt x="173202" y="90043"/>
                  </a:lnTo>
                  <a:close/>
                </a:path>
                <a:path w="245109" h="1073785">
                  <a:moveTo>
                    <a:pt x="223113" y="1026261"/>
                  </a:moveTo>
                  <a:lnTo>
                    <a:pt x="147942" y="1003757"/>
                  </a:lnTo>
                  <a:lnTo>
                    <a:pt x="103035" y="997839"/>
                  </a:lnTo>
                  <a:lnTo>
                    <a:pt x="70497" y="1009904"/>
                  </a:lnTo>
                  <a:lnTo>
                    <a:pt x="32473" y="1041387"/>
                  </a:lnTo>
                  <a:lnTo>
                    <a:pt x="98818" y="1066495"/>
                  </a:lnTo>
                  <a:lnTo>
                    <a:pt x="140804" y="1073289"/>
                  </a:lnTo>
                  <a:lnTo>
                    <a:pt x="176276" y="1060348"/>
                  </a:lnTo>
                  <a:lnTo>
                    <a:pt x="223113" y="1026261"/>
                  </a:lnTo>
                  <a:close/>
                </a:path>
                <a:path w="245109" h="1073785">
                  <a:moveTo>
                    <a:pt x="245084" y="724077"/>
                  </a:moveTo>
                  <a:lnTo>
                    <a:pt x="242747" y="708875"/>
                  </a:lnTo>
                  <a:lnTo>
                    <a:pt x="189052" y="730745"/>
                  </a:lnTo>
                  <a:lnTo>
                    <a:pt x="162636" y="752995"/>
                  </a:lnTo>
                  <a:lnTo>
                    <a:pt x="155841" y="789101"/>
                  </a:lnTo>
                  <a:lnTo>
                    <a:pt x="161010" y="852551"/>
                  </a:lnTo>
                  <a:lnTo>
                    <a:pt x="219100" y="808291"/>
                  </a:lnTo>
                  <a:lnTo>
                    <a:pt x="242163" y="761339"/>
                  </a:lnTo>
                  <a:lnTo>
                    <a:pt x="245084" y="724077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3" name="object 213" descr=""/>
          <p:cNvGrpSpPr/>
          <p:nvPr/>
        </p:nvGrpSpPr>
        <p:grpSpPr>
          <a:xfrm>
            <a:off x="7356895" y="6458842"/>
            <a:ext cx="2183130" cy="948690"/>
            <a:chOff x="7356895" y="6458842"/>
            <a:chExt cx="2183130" cy="948690"/>
          </a:xfrm>
        </p:grpSpPr>
        <p:sp>
          <p:nvSpPr>
            <p:cNvPr id="214" name="object 214" descr=""/>
            <p:cNvSpPr/>
            <p:nvPr/>
          </p:nvSpPr>
          <p:spPr>
            <a:xfrm>
              <a:off x="7356895" y="6458842"/>
              <a:ext cx="2183130" cy="948690"/>
            </a:xfrm>
            <a:custGeom>
              <a:avLst/>
              <a:gdLst/>
              <a:ahLst/>
              <a:cxnLst/>
              <a:rect l="l" t="t" r="r" b="b"/>
              <a:pathLst>
                <a:path w="2183129" h="948690">
                  <a:moveTo>
                    <a:pt x="926600" y="0"/>
                  </a:moveTo>
                  <a:lnTo>
                    <a:pt x="874738" y="2238"/>
                  </a:lnTo>
                  <a:lnTo>
                    <a:pt x="824397" y="8807"/>
                  </a:lnTo>
                  <a:lnTo>
                    <a:pt x="775839" y="19484"/>
                  </a:lnTo>
                  <a:lnTo>
                    <a:pt x="729326" y="34051"/>
                  </a:lnTo>
                  <a:lnTo>
                    <a:pt x="685118" y="52285"/>
                  </a:lnTo>
                  <a:lnTo>
                    <a:pt x="643478" y="73967"/>
                  </a:lnTo>
                  <a:lnTo>
                    <a:pt x="604667" y="98875"/>
                  </a:lnTo>
                  <a:lnTo>
                    <a:pt x="568947" y="126789"/>
                  </a:lnTo>
                  <a:lnTo>
                    <a:pt x="536578" y="157488"/>
                  </a:lnTo>
                  <a:lnTo>
                    <a:pt x="507824" y="190751"/>
                  </a:lnTo>
                  <a:lnTo>
                    <a:pt x="482945" y="226359"/>
                  </a:lnTo>
                  <a:lnTo>
                    <a:pt x="462203" y="264089"/>
                  </a:lnTo>
                  <a:lnTo>
                    <a:pt x="445859" y="303722"/>
                  </a:lnTo>
                  <a:lnTo>
                    <a:pt x="434175" y="345036"/>
                  </a:lnTo>
                  <a:lnTo>
                    <a:pt x="396701" y="319640"/>
                  </a:lnTo>
                  <a:lnTo>
                    <a:pt x="354087" y="300501"/>
                  </a:lnTo>
                  <a:lnTo>
                    <a:pt x="307261" y="288426"/>
                  </a:lnTo>
                  <a:lnTo>
                    <a:pt x="257154" y="284221"/>
                  </a:lnTo>
                  <a:lnTo>
                    <a:pt x="205324" y="288724"/>
                  </a:lnTo>
                  <a:lnTo>
                    <a:pt x="157051" y="301639"/>
                  </a:lnTo>
                  <a:lnTo>
                    <a:pt x="113370" y="322074"/>
                  </a:lnTo>
                  <a:lnTo>
                    <a:pt x="75313" y="349138"/>
                  </a:lnTo>
                  <a:lnTo>
                    <a:pt x="43913" y="381940"/>
                  </a:lnTo>
                  <a:lnTo>
                    <a:pt x="20206" y="419588"/>
                  </a:lnTo>
                  <a:lnTo>
                    <a:pt x="5223" y="461191"/>
                  </a:lnTo>
                  <a:lnTo>
                    <a:pt x="0" y="505858"/>
                  </a:lnTo>
                  <a:lnTo>
                    <a:pt x="5390" y="551243"/>
                  </a:lnTo>
                  <a:lnTo>
                    <a:pt x="20841" y="593451"/>
                  </a:lnTo>
                  <a:lnTo>
                    <a:pt x="45268" y="631540"/>
                  </a:lnTo>
                  <a:lnTo>
                    <a:pt x="77588" y="664569"/>
                  </a:lnTo>
                  <a:lnTo>
                    <a:pt x="116718" y="691594"/>
                  </a:lnTo>
                  <a:lnTo>
                    <a:pt x="161576" y="711674"/>
                  </a:lnTo>
                  <a:lnTo>
                    <a:pt x="161335" y="714260"/>
                  </a:lnTo>
                  <a:lnTo>
                    <a:pt x="168310" y="754643"/>
                  </a:lnTo>
                  <a:lnTo>
                    <a:pt x="216331" y="802664"/>
                  </a:lnTo>
                  <a:lnTo>
                    <a:pt x="251458" y="809755"/>
                  </a:lnTo>
                  <a:lnTo>
                    <a:pt x="286584" y="802664"/>
                  </a:lnTo>
                  <a:lnTo>
                    <a:pt x="315267" y="783326"/>
                  </a:lnTo>
                  <a:lnTo>
                    <a:pt x="334605" y="754643"/>
                  </a:lnTo>
                  <a:lnTo>
                    <a:pt x="341696" y="719517"/>
                  </a:lnTo>
                  <a:lnTo>
                    <a:pt x="341602" y="715245"/>
                  </a:lnTo>
                  <a:lnTo>
                    <a:pt x="383939" y="698702"/>
                  </a:lnTo>
                  <a:lnTo>
                    <a:pt x="421763" y="676111"/>
                  </a:lnTo>
                  <a:lnTo>
                    <a:pt x="454241" y="648190"/>
                  </a:lnTo>
                  <a:lnTo>
                    <a:pt x="480540" y="615656"/>
                  </a:lnTo>
                  <a:lnTo>
                    <a:pt x="505256" y="651830"/>
                  </a:lnTo>
                  <a:lnTo>
                    <a:pt x="533946" y="685637"/>
                  </a:lnTo>
                  <a:lnTo>
                    <a:pt x="566341" y="716850"/>
                  </a:lnTo>
                  <a:lnTo>
                    <a:pt x="602172" y="745243"/>
                  </a:lnTo>
                  <a:lnTo>
                    <a:pt x="641169" y="770587"/>
                  </a:lnTo>
                  <a:lnTo>
                    <a:pt x="683064" y="792656"/>
                  </a:lnTo>
                  <a:lnTo>
                    <a:pt x="727589" y="811222"/>
                  </a:lnTo>
                  <a:lnTo>
                    <a:pt x="774474" y="826057"/>
                  </a:lnTo>
                  <a:lnTo>
                    <a:pt x="823450" y="836936"/>
                  </a:lnTo>
                  <a:lnTo>
                    <a:pt x="874248" y="843629"/>
                  </a:lnTo>
                  <a:lnTo>
                    <a:pt x="926600" y="845911"/>
                  </a:lnTo>
                  <a:lnTo>
                    <a:pt x="979992" y="843537"/>
                  </a:lnTo>
                  <a:lnTo>
                    <a:pt x="1031764" y="836575"/>
                  </a:lnTo>
                  <a:lnTo>
                    <a:pt x="1081628" y="825267"/>
                  </a:lnTo>
                  <a:lnTo>
                    <a:pt x="1129298" y="809854"/>
                  </a:lnTo>
                  <a:lnTo>
                    <a:pt x="1174490" y="790578"/>
                  </a:lnTo>
                  <a:lnTo>
                    <a:pt x="1216917" y="767678"/>
                  </a:lnTo>
                  <a:lnTo>
                    <a:pt x="1256292" y="741398"/>
                  </a:lnTo>
                  <a:lnTo>
                    <a:pt x="1292332" y="711977"/>
                  </a:lnTo>
                  <a:lnTo>
                    <a:pt x="1324748" y="679658"/>
                  </a:lnTo>
                  <a:lnTo>
                    <a:pt x="1353257" y="644681"/>
                  </a:lnTo>
                  <a:lnTo>
                    <a:pt x="1391635" y="664029"/>
                  </a:lnTo>
                  <a:lnTo>
                    <a:pt x="1432589" y="675788"/>
                  </a:lnTo>
                  <a:lnTo>
                    <a:pt x="1475012" y="679753"/>
                  </a:lnTo>
                  <a:lnTo>
                    <a:pt x="1517796" y="675717"/>
                  </a:lnTo>
                  <a:lnTo>
                    <a:pt x="1525523" y="720510"/>
                  </a:lnTo>
                  <a:lnTo>
                    <a:pt x="1540063" y="762803"/>
                  </a:lnTo>
                  <a:lnTo>
                    <a:pt x="1560858" y="802075"/>
                  </a:lnTo>
                  <a:lnTo>
                    <a:pt x="1587351" y="837804"/>
                  </a:lnTo>
                  <a:lnTo>
                    <a:pt x="1618984" y="869468"/>
                  </a:lnTo>
                  <a:lnTo>
                    <a:pt x="1655199" y="896545"/>
                  </a:lnTo>
                  <a:lnTo>
                    <a:pt x="1695438" y="918513"/>
                  </a:lnTo>
                  <a:lnTo>
                    <a:pt x="1739142" y="934850"/>
                  </a:lnTo>
                  <a:lnTo>
                    <a:pt x="1785755" y="945035"/>
                  </a:lnTo>
                  <a:lnTo>
                    <a:pt x="1834719" y="948547"/>
                  </a:lnTo>
                  <a:lnTo>
                    <a:pt x="1881717" y="945312"/>
                  </a:lnTo>
                  <a:lnTo>
                    <a:pt x="1926574" y="935916"/>
                  </a:lnTo>
                  <a:lnTo>
                    <a:pt x="1968799" y="920819"/>
                  </a:lnTo>
                  <a:lnTo>
                    <a:pt x="2007899" y="900484"/>
                  </a:lnTo>
                  <a:lnTo>
                    <a:pt x="2043382" y="875372"/>
                  </a:lnTo>
                  <a:lnTo>
                    <a:pt x="2074756" y="845944"/>
                  </a:lnTo>
                  <a:lnTo>
                    <a:pt x="2101530" y="812661"/>
                  </a:lnTo>
                  <a:lnTo>
                    <a:pt x="2123210" y="775987"/>
                  </a:lnTo>
                  <a:lnTo>
                    <a:pt x="2139305" y="736380"/>
                  </a:lnTo>
                  <a:lnTo>
                    <a:pt x="2149323" y="694305"/>
                  </a:lnTo>
                  <a:lnTo>
                    <a:pt x="2152772" y="650221"/>
                  </a:lnTo>
                  <a:lnTo>
                    <a:pt x="2151293" y="621262"/>
                  </a:lnTo>
                  <a:lnTo>
                    <a:pt x="2146857" y="592683"/>
                  </a:lnTo>
                  <a:lnTo>
                    <a:pt x="2139509" y="564708"/>
                  </a:lnTo>
                  <a:lnTo>
                    <a:pt x="2129244" y="537564"/>
                  </a:lnTo>
                  <a:lnTo>
                    <a:pt x="2141337" y="531293"/>
                  </a:lnTo>
                  <a:lnTo>
                    <a:pt x="2152291" y="523323"/>
                  </a:lnTo>
                  <a:lnTo>
                    <a:pt x="2161928" y="513803"/>
                  </a:lnTo>
                  <a:lnTo>
                    <a:pt x="2170070" y="502885"/>
                  </a:lnTo>
                  <a:lnTo>
                    <a:pt x="2182900" y="469426"/>
                  </a:lnTo>
                  <a:lnTo>
                    <a:pt x="2181936" y="434846"/>
                  </a:lnTo>
                  <a:lnTo>
                    <a:pt x="2168073" y="403150"/>
                  </a:lnTo>
                  <a:lnTo>
                    <a:pt x="2142207" y="378344"/>
                  </a:lnTo>
                  <a:lnTo>
                    <a:pt x="2108748" y="365515"/>
                  </a:lnTo>
                  <a:lnTo>
                    <a:pt x="2074168" y="366482"/>
                  </a:lnTo>
                  <a:lnTo>
                    <a:pt x="2042472" y="380345"/>
                  </a:lnTo>
                  <a:lnTo>
                    <a:pt x="2017666" y="406207"/>
                  </a:lnTo>
                  <a:lnTo>
                    <a:pt x="1974587" y="382498"/>
                  </a:lnTo>
                  <a:lnTo>
                    <a:pt x="1929127" y="365506"/>
                  </a:lnTo>
                  <a:lnTo>
                    <a:pt x="1882043" y="355288"/>
                  </a:lnTo>
                  <a:lnTo>
                    <a:pt x="1834096" y="351895"/>
                  </a:lnTo>
                  <a:lnTo>
                    <a:pt x="1786042" y="355383"/>
                  </a:lnTo>
                  <a:lnTo>
                    <a:pt x="1738640" y="365804"/>
                  </a:lnTo>
                  <a:lnTo>
                    <a:pt x="1692650" y="383213"/>
                  </a:lnTo>
                  <a:lnTo>
                    <a:pt x="1688129" y="370232"/>
                  </a:lnTo>
                  <a:lnTo>
                    <a:pt x="1659613" y="317521"/>
                  </a:lnTo>
                  <a:lnTo>
                    <a:pt x="1629793" y="283949"/>
                  </a:lnTo>
                  <a:lnTo>
                    <a:pt x="1594595" y="257289"/>
                  </a:lnTo>
                  <a:lnTo>
                    <a:pt x="1555234" y="237999"/>
                  </a:lnTo>
                  <a:lnTo>
                    <a:pt x="1512925" y="226537"/>
                  </a:lnTo>
                  <a:lnTo>
                    <a:pt x="1468884" y="223361"/>
                  </a:lnTo>
                  <a:lnTo>
                    <a:pt x="1424328" y="228929"/>
                  </a:lnTo>
                  <a:lnTo>
                    <a:pt x="1380471" y="243699"/>
                  </a:lnTo>
                  <a:lnTo>
                    <a:pt x="1356413" y="205560"/>
                  </a:lnTo>
                  <a:lnTo>
                    <a:pt x="1328026" y="169870"/>
                  </a:lnTo>
                  <a:lnTo>
                    <a:pt x="1295606" y="136878"/>
                  </a:lnTo>
                  <a:lnTo>
                    <a:pt x="1259449" y="106834"/>
                  </a:lnTo>
                  <a:lnTo>
                    <a:pt x="1219852" y="79986"/>
                  </a:lnTo>
                  <a:lnTo>
                    <a:pt x="1177110" y="56585"/>
                  </a:lnTo>
                  <a:lnTo>
                    <a:pt x="1131520" y="36879"/>
                  </a:lnTo>
                  <a:lnTo>
                    <a:pt x="1083378" y="21118"/>
                  </a:lnTo>
                  <a:lnTo>
                    <a:pt x="1032980" y="9552"/>
                  </a:lnTo>
                  <a:lnTo>
                    <a:pt x="980622" y="2429"/>
                  </a:lnTo>
                  <a:lnTo>
                    <a:pt x="92660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519060" y="6603726"/>
              <a:ext cx="880744" cy="554990"/>
            </a:xfrm>
            <a:custGeom>
              <a:avLst/>
              <a:gdLst/>
              <a:ahLst/>
              <a:cxnLst/>
              <a:rect l="l" t="t" r="r" b="b"/>
              <a:pathLst>
                <a:path w="880745" h="554990">
                  <a:moveTo>
                    <a:pt x="39662" y="419709"/>
                  </a:moveTo>
                  <a:lnTo>
                    <a:pt x="38100" y="412000"/>
                  </a:lnTo>
                  <a:lnTo>
                    <a:pt x="33845" y="405688"/>
                  </a:lnTo>
                  <a:lnTo>
                    <a:pt x="27546" y="401447"/>
                  </a:lnTo>
                  <a:lnTo>
                    <a:pt x="19824" y="399884"/>
                  </a:lnTo>
                  <a:lnTo>
                    <a:pt x="12103" y="401447"/>
                  </a:lnTo>
                  <a:lnTo>
                    <a:pt x="5803" y="405688"/>
                  </a:lnTo>
                  <a:lnTo>
                    <a:pt x="1549" y="412000"/>
                  </a:lnTo>
                  <a:lnTo>
                    <a:pt x="0" y="419709"/>
                  </a:lnTo>
                  <a:lnTo>
                    <a:pt x="1549" y="427431"/>
                  </a:lnTo>
                  <a:lnTo>
                    <a:pt x="5803" y="433743"/>
                  </a:lnTo>
                  <a:lnTo>
                    <a:pt x="12103" y="437984"/>
                  </a:lnTo>
                  <a:lnTo>
                    <a:pt x="19824" y="439547"/>
                  </a:lnTo>
                  <a:lnTo>
                    <a:pt x="27546" y="437984"/>
                  </a:lnTo>
                  <a:lnTo>
                    <a:pt x="33845" y="433743"/>
                  </a:lnTo>
                  <a:lnTo>
                    <a:pt x="38100" y="427431"/>
                  </a:lnTo>
                  <a:lnTo>
                    <a:pt x="39662" y="419709"/>
                  </a:lnTo>
                  <a:close/>
                </a:path>
                <a:path w="880745" h="554990">
                  <a:moveTo>
                    <a:pt x="191630" y="278066"/>
                  </a:moveTo>
                  <a:lnTo>
                    <a:pt x="190068" y="270344"/>
                  </a:lnTo>
                  <a:lnTo>
                    <a:pt x="185813" y="264045"/>
                  </a:lnTo>
                  <a:lnTo>
                    <a:pt x="179514" y="259791"/>
                  </a:lnTo>
                  <a:lnTo>
                    <a:pt x="171792" y="258241"/>
                  </a:lnTo>
                  <a:lnTo>
                    <a:pt x="164071" y="259791"/>
                  </a:lnTo>
                  <a:lnTo>
                    <a:pt x="157772" y="264045"/>
                  </a:lnTo>
                  <a:lnTo>
                    <a:pt x="153517" y="270344"/>
                  </a:lnTo>
                  <a:lnTo>
                    <a:pt x="151968" y="278066"/>
                  </a:lnTo>
                  <a:lnTo>
                    <a:pt x="153517" y="285788"/>
                  </a:lnTo>
                  <a:lnTo>
                    <a:pt x="157772" y="292087"/>
                  </a:lnTo>
                  <a:lnTo>
                    <a:pt x="164071" y="296341"/>
                  </a:lnTo>
                  <a:lnTo>
                    <a:pt x="171792" y="297903"/>
                  </a:lnTo>
                  <a:lnTo>
                    <a:pt x="179514" y="296341"/>
                  </a:lnTo>
                  <a:lnTo>
                    <a:pt x="185813" y="292087"/>
                  </a:lnTo>
                  <a:lnTo>
                    <a:pt x="190068" y="285788"/>
                  </a:lnTo>
                  <a:lnTo>
                    <a:pt x="191630" y="278066"/>
                  </a:lnTo>
                  <a:close/>
                </a:path>
                <a:path w="880745" h="554990">
                  <a:moveTo>
                    <a:pt x="263486" y="329476"/>
                  </a:moveTo>
                  <a:lnTo>
                    <a:pt x="261924" y="321754"/>
                  </a:lnTo>
                  <a:lnTo>
                    <a:pt x="257683" y="315455"/>
                  </a:lnTo>
                  <a:lnTo>
                    <a:pt x="251371" y="311200"/>
                  </a:lnTo>
                  <a:lnTo>
                    <a:pt x="243662" y="309638"/>
                  </a:lnTo>
                  <a:lnTo>
                    <a:pt x="235940" y="311200"/>
                  </a:lnTo>
                  <a:lnTo>
                    <a:pt x="229628" y="315455"/>
                  </a:lnTo>
                  <a:lnTo>
                    <a:pt x="225386" y="321754"/>
                  </a:lnTo>
                  <a:lnTo>
                    <a:pt x="223824" y="329476"/>
                  </a:lnTo>
                  <a:lnTo>
                    <a:pt x="225386" y="337197"/>
                  </a:lnTo>
                  <a:lnTo>
                    <a:pt x="229628" y="343496"/>
                  </a:lnTo>
                  <a:lnTo>
                    <a:pt x="235940" y="347751"/>
                  </a:lnTo>
                  <a:lnTo>
                    <a:pt x="243662" y="349300"/>
                  </a:lnTo>
                  <a:lnTo>
                    <a:pt x="251371" y="347751"/>
                  </a:lnTo>
                  <a:lnTo>
                    <a:pt x="257683" y="343496"/>
                  </a:lnTo>
                  <a:lnTo>
                    <a:pt x="261924" y="337197"/>
                  </a:lnTo>
                  <a:lnTo>
                    <a:pt x="263486" y="329476"/>
                  </a:lnTo>
                  <a:close/>
                </a:path>
                <a:path w="880745" h="554990">
                  <a:moveTo>
                    <a:pt x="454431" y="439547"/>
                  </a:moveTo>
                  <a:lnTo>
                    <a:pt x="452869" y="431825"/>
                  </a:lnTo>
                  <a:lnTo>
                    <a:pt x="448614" y="425526"/>
                  </a:lnTo>
                  <a:lnTo>
                    <a:pt x="442315" y="421271"/>
                  </a:lnTo>
                  <a:lnTo>
                    <a:pt x="434594" y="419709"/>
                  </a:lnTo>
                  <a:lnTo>
                    <a:pt x="426872" y="421271"/>
                  </a:lnTo>
                  <a:lnTo>
                    <a:pt x="420573" y="425526"/>
                  </a:lnTo>
                  <a:lnTo>
                    <a:pt x="416318" y="431825"/>
                  </a:lnTo>
                  <a:lnTo>
                    <a:pt x="414756" y="439547"/>
                  </a:lnTo>
                  <a:lnTo>
                    <a:pt x="416318" y="447268"/>
                  </a:lnTo>
                  <a:lnTo>
                    <a:pt x="420573" y="453567"/>
                  </a:lnTo>
                  <a:lnTo>
                    <a:pt x="426872" y="457822"/>
                  </a:lnTo>
                  <a:lnTo>
                    <a:pt x="434594" y="459384"/>
                  </a:lnTo>
                  <a:lnTo>
                    <a:pt x="442315" y="457822"/>
                  </a:lnTo>
                  <a:lnTo>
                    <a:pt x="448614" y="453567"/>
                  </a:lnTo>
                  <a:lnTo>
                    <a:pt x="452869" y="447268"/>
                  </a:lnTo>
                  <a:lnTo>
                    <a:pt x="454431" y="439547"/>
                  </a:lnTo>
                  <a:close/>
                </a:path>
                <a:path w="880745" h="554990">
                  <a:moveTo>
                    <a:pt x="466737" y="278066"/>
                  </a:moveTo>
                  <a:lnTo>
                    <a:pt x="465188" y="270344"/>
                  </a:lnTo>
                  <a:lnTo>
                    <a:pt x="460933" y="264045"/>
                  </a:lnTo>
                  <a:lnTo>
                    <a:pt x="454634" y="259791"/>
                  </a:lnTo>
                  <a:lnTo>
                    <a:pt x="446913" y="258241"/>
                  </a:lnTo>
                  <a:lnTo>
                    <a:pt x="439191" y="259791"/>
                  </a:lnTo>
                  <a:lnTo>
                    <a:pt x="432892" y="264045"/>
                  </a:lnTo>
                  <a:lnTo>
                    <a:pt x="428637" y="270344"/>
                  </a:lnTo>
                  <a:lnTo>
                    <a:pt x="427075" y="278066"/>
                  </a:lnTo>
                  <a:lnTo>
                    <a:pt x="428637" y="285788"/>
                  </a:lnTo>
                  <a:lnTo>
                    <a:pt x="432892" y="292087"/>
                  </a:lnTo>
                  <a:lnTo>
                    <a:pt x="439191" y="296341"/>
                  </a:lnTo>
                  <a:lnTo>
                    <a:pt x="446913" y="297903"/>
                  </a:lnTo>
                  <a:lnTo>
                    <a:pt x="454634" y="296341"/>
                  </a:lnTo>
                  <a:lnTo>
                    <a:pt x="460933" y="292087"/>
                  </a:lnTo>
                  <a:lnTo>
                    <a:pt x="465188" y="285788"/>
                  </a:lnTo>
                  <a:lnTo>
                    <a:pt x="466737" y="278066"/>
                  </a:lnTo>
                  <a:close/>
                </a:path>
                <a:path w="880745" h="554990">
                  <a:moveTo>
                    <a:pt x="590181" y="19824"/>
                  </a:moveTo>
                  <a:lnTo>
                    <a:pt x="588619" y="12115"/>
                  </a:lnTo>
                  <a:lnTo>
                    <a:pt x="584365" y="5803"/>
                  </a:lnTo>
                  <a:lnTo>
                    <a:pt x="578065" y="1562"/>
                  </a:lnTo>
                  <a:lnTo>
                    <a:pt x="570344" y="0"/>
                  </a:lnTo>
                  <a:lnTo>
                    <a:pt x="562622" y="1562"/>
                  </a:lnTo>
                  <a:lnTo>
                    <a:pt x="556323" y="5803"/>
                  </a:lnTo>
                  <a:lnTo>
                    <a:pt x="552069" y="12115"/>
                  </a:lnTo>
                  <a:lnTo>
                    <a:pt x="550519" y="19824"/>
                  </a:lnTo>
                  <a:lnTo>
                    <a:pt x="552069" y="27546"/>
                  </a:lnTo>
                  <a:lnTo>
                    <a:pt x="556323" y="33858"/>
                  </a:lnTo>
                  <a:lnTo>
                    <a:pt x="562622" y="38100"/>
                  </a:lnTo>
                  <a:lnTo>
                    <a:pt x="570344" y="39662"/>
                  </a:lnTo>
                  <a:lnTo>
                    <a:pt x="578065" y="38100"/>
                  </a:lnTo>
                  <a:lnTo>
                    <a:pt x="584365" y="33858"/>
                  </a:lnTo>
                  <a:lnTo>
                    <a:pt x="588619" y="27546"/>
                  </a:lnTo>
                  <a:lnTo>
                    <a:pt x="590181" y="19824"/>
                  </a:lnTo>
                  <a:close/>
                </a:path>
                <a:path w="880745" h="554990">
                  <a:moveTo>
                    <a:pt x="628091" y="451777"/>
                  </a:moveTo>
                  <a:lnTo>
                    <a:pt x="626529" y="444055"/>
                  </a:lnTo>
                  <a:lnTo>
                    <a:pt x="622274" y="437756"/>
                  </a:lnTo>
                  <a:lnTo>
                    <a:pt x="615975" y="433501"/>
                  </a:lnTo>
                  <a:lnTo>
                    <a:pt x="608253" y="431939"/>
                  </a:lnTo>
                  <a:lnTo>
                    <a:pt x="600532" y="433501"/>
                  </a:lnTo>
                  <a:lnTo>
                    <a:pt x="594233" y="437756"/>
                  </a:lnTo>
                  <a:lnTo>
                    <a:pt x="589978" y="444055"/>
                  </a:lnTo>
                  <a:lnTo>
                    <a:pt x="588416" y="451777"/>
                  </a:lnTo>
                  <a:lnTo>
                    <a:pt x="589978" y="459498"/>
                  </a:lnTo>
                  <a:lnTo>
                    <a:pt x="594233" y="465797"/>
                  </a:lnTo>
                  <a:lnTo>
                    <a:pt x="600532" y="470052"/>
                  </a:lnTo>
                  <a:lnTo>
                    <a:pt x="608253" y="471614"/>
                  </a:lnTo>
                  <a:lnTo>
                    <a:pt x="615975" y="470052"/>
                  </a:lnTo>
                  <a:lnTo>
                    <a:pt x="622274" y="465797"/>
                  </a:lnTo>
                  <a:lnTo>
                    <a:pt x="626529" y="459498"/>
                  </a:lnTo>
                  <a:lnTo>
                    <a:pt x="628091" y="451777"/>
                  </a:lnTo>
                  <a:close/>
                </a:path>
                <a:path w="880745" h="554990">
                  <a:moveTo>
                    <a:pt x="639419" y="115277"/>
                  </a:moveTo>
                  <a:lnTo>
                    <a:pt x="637857" y="107556"/>
                  </a:lnTo>
                  <a:lnTo>
                    <a:pt x="633615" y="101244"/>
                  </a:lnTo>
                  <a:lnTo>
                    <a:pt x="627303" y="97002"/>
                  </a:lnTo>
                  <a:lnTo>
                    <a:pt x="619582" y="95440"/>
                  </a:lnTo>
                  <a:lnTo>
                    <a:pt x="611873" y="97002"/>
                  </a:lnTo>
                  <a:lnTo>
                    <a:pt x="605561" y="101244"/>
                  </a:lnTo>
                  <a:lnTo>
                    <a:pt x="601319" y="107556"/>
                  </a:lnTo>
                  <a:lnTo>
                    <a:pt x="599757" y="115277"/>
                  </a:lnTo>
                  <a:lnTo>
                    <a:pt x="601319" y="122986"/>
                  </a:lnTo>
                  <a:lnTo>
                    <a:pt x="605561" y="129298"/>
                  </a:lnTo>
                  <a:lnTo>
                    <a:pt x="611873" y="133553"/>
                  </a:lnTo>
                  <a:lnTo>
                    <a:pt x="619582" y="135102"/>
                  </a:lnTo>
                  <a:lnTo>
                    <a:pt x="627303" y="133553"/>
                  </a:lnTo>
                  <a:lnTo>
                    <a:pt x="633615" y="129298"/>
                  </a:lnTo>
                  <a:lnTo>
                    <a:pt x="637857" y="122986"/>
                  </a:lnTo>
                  <a:lnTo>
                    <a:pt x="639419" y="115277"/>
                  </a:lnTo>
                  <a:close/>
                </a:path>
                <a:path w="880745" h="554990">
                  <a:moveTo>
                    <a:pt x="675843" y="380047"/>
                  </a:moveTo>
                  <a:lnTo>
                    <a:pt x="674281" y="372325"/>
                  </a:lnTo>
                  <a:lnTo>
                    <a:pt x="670026" y="366026"/>
                  </a:lnTo>
                  <a:lnTo>
                    <a:pt x="663727" y="361772"/>
                  </a:lnTo>
                  <a:lnTo>
                    <a:pt x="656005" y="360222"/>
                  </a:lnTo>
                  <a:lnTo>
                    <a:pt x="648284" y="361772"/>
                  </a:lnTo>
                  <a:lnTo>
                    <a:pt x="641985" y="366026"/>
                  </a:lnTo>
                  <a:lnTo>
                    <a:pt x="637730" y="372325"/>
                  </a:lnTo>
                  <a:lnTo>
                    <a:pt x="636181" y="380047"/>
                  </a:lnTo>
                  <a:lnTo>
                    <a:pt x="637730" y="387769"/>
                  </a:lnTo>
                  <a:lnTo>
                    <a:pt x="641985" y="394068"/>
                  </a:lnTo>
                  <a:lnTo>
                    <a:pt x="648284" y="398322"/>
                  </a:lnTo>
                  <a:lnTo>
                    <a:pt x="656005" y="399884"/>
                  </a:lnTo>
                  <a:lnTo>
                    <a:pt x="663727" y="398322"/>
                  </a:lnTo>
                  <a:lnTo>
                    <a:pt x="670026" y="394068"/>
                  </a:lnTo>
                  <a:lnTo>
                    <a:pt x="674281" y="387769"/>
                  </a:lnTo>
                  <a:lnTo>
                    <a:pt x="675843" y="380047"/>
                  </a:lnTo>
                  <a:close/>
                </a:path>
                <a:path w="880745" h="554990">
                  <a:moveTo>
                    <a:pt x="707009" y="76746"/>
                  </a:moveTo>
                  <a:lnTo>
                    <a:pt x="705446" y="69024"/>
                  </a:lnTo>
                  <a:lnTo>
                    <a:pt x="701192" y="62712"/>
                  </a:lnTo>
                  <a:lnTo>
                    <a:pt x="694893" y="58470"/>
                  </a:lnTo>
                  <a:lnTo>
                    <a:pt x="687171" y="56908"/>
                  </a:lnTo>
                  <a:lnTo>
                    <a:pt x="679450" y="58470"/>
                  </a:lnTo>
                  <a:lnTo>
                    <a:pt x="673150" y="62712"/>
                  </a:lnTo>
                  <a:lnTo>
                    <a:pt x="668896" y="69024"/>
                  </a:lnTo>
                  <a:lnTo>
                    <a:pt x="667346" y="76746"/>
                  </a:lnTo>
                  <a:lnTo>
                    <a:pt x="668896" y="84455"/>
                  </a:lnTo>
                  <a:lnTo>
                    <a:pt x="673150" y="90766"/>
                  </a:lnTo>
                  <a:lnTo>
                    <a:pt x="679450" y="95008"/>
                  </a:lnTo>
                  <a:lnTo>
                    <a:pt x="687171" y="96570"/>
                  </a:lnTo>
                  <a:lnTo>
                    <a:pt x="694893" y="95008"/>
                  </a:lnTo>
                  <a:lnTo>
                    <a:pt x="701192" y="90766"/>
                  </a:lnTo>
                  <a:lnTo>
                    <a:pt x="705446" y="84455"/>
                  </a:lnTo>
                  <a:lnTo>
                    <a:pt x="707009" y="76746"/>
                  </a:lnTo>
                  <a:close/>
                </a:path>
                <a:path w="880745" h="554990">
                  <a:moveTo>
                    <a:pt x="815949" y="534873"/>
                  </a:moveTo>
                  <a:lnTo>
                    <a:pt x="814387" y="527151"/>
                  </a:lnTo>
                  <a:lnTo>
                    <a:pt x="810145" y="520852"/>
                  </a:lnTo>
                  <a:lnTo>
                    <a:pt x="803833" y="516597"/>
                  </a:lnTo>
                  <a:lnTo>
                    <a:pt x="796112" y="515035"/>
                  </a:lnTo>
                  <a:lnTo>
                    <a:pt x="788403" y="516597"/>
                  </a:lnTo>
                  <a:lnTo>
                    <a:pt x="782091" y="520852"/>
                  </a:lnTo>
                  <a:lnTo>
                    <a:pt x="777849" y="527151"/>
                  </a:lnTo>
                  <a:lnTo>
                    <a:pt x="776287" y="534873"/>
                  </a:lnTo>
                  <a:lnTo>
                    <a:pt x="777849" y="542594"/>
                  </a:lnTo>
                  <a:lnTo>
                    <a:pt x="782091" y="548894"/>
                  </a:lnTo>
                  <a:lnTo>
                    <a:pt x="788403" y="553148"/>
                  </a:lnTo>
                  <a:lnTo>
                    <a:pt x="796112" y="554710"/>
                  </a:lnTo>
                  <a:lnTo>
                    <a:pt x="803833" y="553148"/>
                  </a:lnTo>
                  <a:lnTo>
                    <a:pt x="810145" y="548894"/>
                  </a:lnTo>
                  <a:lnTo>
                    <a:pt x="814387" y="542594"/>
                  </a:lnTo>
                  <a:lnTo>
                    <a:pt x="815949" y="534873"/>
                  </a:lnTo>
                  <a:close/>
                </a:path>
                <a:path w="880745" h="554990">
                  <a:moveTo>
                    <a:pt x="880262" y="219417"/>
                  </a:moveTo>
                  <a:lnTo>
                    <a:pt x="878700" y="211696"/>
                  </a:lnTo>
                  <a:lnTo>
                    <a:pt x="874445" y="205397"/>
                  </a:lnTo>
                  <a:lnTo>
                    <a:pt x="868146" y="201142"/>
                  </a:lnTo>
                  <a:lnTo>
                    <a:pt x="860425" y="199580"/>
                  </a:lnTo>
                  <a:lnTo>
                    <a:pt x="852703" y="201142"/>
                  </a:lnTo>
                  <a:lnTo>
                    <a:pt x="846404" y="205397"/>
                  </a:lnTo>
                  <a:lnTo>
                    <a:pt x="842149" y="211696"/>
                  </a:lnTo>
                  <a:lnTo>
                    <a:pt x="840600" y="219417"/>
                  </a:lnTo>
                  <a:lnTo>
                    <a:pt x="842149" y="227139"/>
                  </a:lnTo>
                  <a:lnTo>
                    <a:pt x="846404" y="233438"/>
                  </a:lnTo>
                  <a:lnTo>
                    <a:pt x="852703" y="237693"/>
                  </a:lnTo>
                  <a:lnTo>
                    <a:pt x="860425" y="239255"/>
                  </a:lnTo>
                  <a:lnTo>
                    <a:pt x="868146" y="237693"/>
                  </a:lnTo>
                  <a:lnTo>
                    <a:pt x="874445" y="233438"/>
                  </a:lnTo>
                  <a:lnTo>
                    <a:pt x="878700" y="227139"/>
                  </a:lnTo>
                  <a:lnTo>
                    <a:pt x="880262" y="219417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 descr=""/>
          <p:cNvSpPr/>
          <p:nvPr/>
        </p:nvSpPr>
        <p:spPr>
          <a:xfrm>
            <a:off x="8438552" y="785795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 descr=""/>
          <p:cNvSpPr/>
          <p:nvPr/>
        </p:nvSpPr>
        <p:spPr>
          <a:xfrm>
            <a:off x="9075714" y="6738809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7452724" y="719285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8498049" y="659740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8517864" y="668985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8478217" y="696394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2" name="object 222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677247" y="6861957"/>
            <a:ext cx="79310" cy="91068"/>
          </a:xfrm>
          <a:prstGeom prst="rect">
            <a:avLst/>
          </a:prstGeom>
        </p:spPr>
      </p:pic>
      <p:sp>
        <p:nvSpPr>
          <p:cNvPr id="223" name="object 223" descr=""/>
          <p:cNvSpPr/>
          <p:nvPr/>
        </p:nvSpPr>
        <p:spPr>
          <a:xfrm>
            <a:off x="8913762" y="678347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 descr=""/>
          <p:cNvSpPr/>
          <p:nvPr/>
        </p:nvSpPr>
        <p:spPr>
          <a:xfrm>
            <a:off x="8981757" y="714993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 descr=""/>
          <p:cNvSpPr/>
          <p:nvPr/>
        </p:nvSpPr>
        <p:spPr>
          <a:xfrm>
            <a:off x="9070545" y="710648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 descr=""/>
          <p:cNvSpPr/>
          <p:nvPr/>
        </p:nvSpPr>
        <p:spPr>
          <a:xfrm>
            <a:off x="9142710" y="724760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 descr=""/>
          <p:cNvSpPr/>
          <p:nvPr/>
        </p:nvSpPr>
        <p:spPr>
          <a:xfrm>
            <a:off x="9431004" y="6893547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9280337" y="7055481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 descr=""/>
          <p:cNvSpPr/>
          <p:nvPr/>
        </p:nvSpPr>
        <p:spPr>
          <a:xfrm>
            <a:off x="8464105" y="7681664"/>
            <a:ext cx="146050" cy="250825"/>
          </a:xfrm>
          <a:custGeom>
            <a:avLst/>
            <a:gdLst/>
            <a:ahLst/>
            <a:cxnLst/>
            <a:rect l="l" t="t" r="r" b="b"/>
            <a:pathLst>
              <a:path w="146050" h="250825">
                <a:moveTo>
                  <a:pt x="146024" y="110820"/>
                </a:moveTo>
                <a:lnTo>
                  <a:pt x="117322" y="115455"/>
                </a:lnTo>
                <a:lnTo>
                  <a:pt x="93878" y="128092"/>
                </a:lnTo>
                <a:lnTo>
                  <a:pt x="78079" y="146824"/>
                </a:lnTo>
                <a:lnTo>
                  <a:pt x="76962" y="151257"/>
                </a:lnTo>
                <a:lnTo>
                  <a:pt x="76962" y="76962"/>
                </a:lnTo>
                <a:lnTo>
                  <a:pt x="70916" y="47015"/>
                </a:lnTo>
                <a:lnTo>
                  <a:pt x="54419" y="22542"/>
                </a:lnTo>
                <a:lnTo>
                  <a:pt x="29959" y="6057"/>
                </a:lnTo>
                <a:lnTo>
                  <a:pt x="0" y="0"/>
                </a:lnTo>
                <a:lnTo>
                  <a:pt x="0" y="56857"/>
                </a:lnTo>
                <a:lnTo>
                  <a:pt x="5435" y="94259"/>
                </a:lnTo>
                <a:lnTo>
                  <a:pt x="20904" y="127939"/>
                </a:lnTo>
                <a:lnTo>
                  <a:pt x="45161" y="155943"/>
                </a:lnTo>
                <a:lnTo>
                  <a:pt x="72288" y="173367"/>
                </a:lnTo>
                <a:lnTo>
                  <a:pt x="72288" y="250609"/>
                </a:lnTo>
                <a:lnTo>
                  <a:pt x="103378" y="227101"/>
                </a:lnTo>
                <a:lnTo>
                  <a:pt x="126555" y="198869"/>
                </a:lnTo>
                <a:lnTo>
                  <a:pt x="141020" y="167144"/>
                </a:lnTo>
                <a:lnTo>
                  <a:pt x="146024" y="133172"/>
                </a:lnTo>
                <a:lnTo>
                  <a:pt x="146024" y="11082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0" name="object 230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682552" y="6622039"/>
            <a:ext cx="88667" cy="99033"/>
          </a:xfrm>
          <a:prstGeom prst="rect">
            <a:avLst/>
          </a:prstGeom>
        </p:spPr>
      </p:pic>
      <p:pic>
        <p:nvPicPr>
          <p:cNvPr id="231" name="object 231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8616264" y="7196790"/>
            <a:ext cx="121985" cy="71438"/>
          </a:xfrm>
          <a:prstGeom prst="rect">
            <a:avLst/>
          </a:prstGeom>
        </p:spPr>
      </p:pic>
      <p:pic>
        <p:nvPicPr>
          <p:cNvPr id="232" name="object 232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9095562" y="7497665"/>
            <a:ext cx="121985" cy="71440"/>
          </a:xfrm>
          <a:prstGeom prst="rect">
            <a:avLst/>
          </a:prstGeom>
        </p:spPr>
      </p:pic>
      <p:grpSp>
        <p:nvGrpSpPr>
          <p:cNvPr id="233" name="object 233" descr=""/>
          <p:cNvGrpSpPr/>
          <p:nvPr/>
        </p:nvGrpSpPr>
        <p:grpSpPr>
          <a:xfrm>
            <a:off x="8033815" y="7133661"/>
            <a:ext cx="1092835" cy="2292985"/>
            <a:chOff x="8033815" y="7133661"/>
            <a:chExt cx="1092835" cy="2292985"/>
          </a:xfrm>
        </p:grpSpPr>
        <p:sp>
          <p:nvSpPr>
            <p:cNvPr id="234" name="object 234" descr=""/>
            <p:cNvSpPr/>
            <p:nvPr/>
          </p:nvSpPr>
          <p:spPr>
            <a:xfrm>
              <a:off x="8784448" y="7133661"/>
              <a:ext cx="0" cy="2292985"/>
            </a:xfrm>
            <a:custGeom>
              <a:avLst/>
              <a:gdLst/>
              <a:ahLst/>
              <a:cxnLst/>
              <a:rect l="l" t="t" r="r" b="b"/>
              <a:pathLst>
                <a:path w="0" h="2292984">
                  <a:moveTo>
                    <a:pt x="0" y="0"/>
                  </a:moveTo>
                  <a:lnTo>
                    <a:pt x="0" y="2292809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8784447" y="7400280"/>
              <a:ext cx="338455" cy="478155"/>
            </a:xfrm>
            <a:custGeom>
              <a:avLst/>
              <a:gdLst/>
              <a:ahLst/>
              <a:cxnLst/>
              <a:rect l="l" t="t" r="r" b="b"/>
              <a:pathLst>
                <a:path w="338454" h="478154">
                  <a:moveTo>
                    <a:pt x="337958" y="0"/>
                  </a:moveTo>
                  <a:lnTo>
                    <a:pt x="301718" y="144831"/>
                  </a:lnTo>
                  <a:lnTo>
                    <a:pt x="263807" y="228249"/>
                  </a:lnTo>
                  <a:lnTo>
                    <a:pt x="200976" y="281880"/>
                  </a:lnTo>
                  <a:lnTo>
                    <a:pt x="89976" y="337350"/>
                  </a:lnTo>
                  <a:lnTo>
                    <a:pt x="52879" y="361454"/>
                  </a:lnTo>
                  <a:lnTo>
                    <a:pt x="24562" y="394346"/>
                  </a:lnTo>
                  <a:lnTo>
                    <a:pt x="6457" y="433791"/>
                  </a:lnTo>
                  <a:lnTo>
                    <a:pt x="0" y="477556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8412402" y="7290612"/>
              <a:ext cx="372110" cy="378460"/>
            </a:xfrm>
            <a:custGeom>
              <a:avLst/>
              <a:gdLst/>
              <a:ahLst/>
              <a:cxnLst/>
              <a:rect l="l" t="t" r="r" b="b"/>
              <a:pathLst>
                <a:path w="372109" h="378459">
                  <a:moveTo>
                    <a:pt x="0" y="0"/>
                  </a:moveTo>
                  <a:lnTo>
                    <a:pt x="48452" y="102428"/>
                  </a:lnTo>
                  <a:lnTo>
                    <a:pt x="94184" y="162709"/>
                  </a:lnTo>
                  <a:lnTo>
                    <a:pt x="163819" y="204366"/>
                  </a:lnTo>
                  <a:lnTo>
                    <a:pt x="283980" y="250924"/>
                  </a:lnTo>
                  <a:lnTo>
                    <a:pt x="320124" y="271114"/>
                  </a:lnTo>
                  <a:lnTo>
                    <a:pt x="347935" y="300561"/>
                  </a:lnTo>
                  <a:lnTo>
                    <a:pt x="365786" y="336919"/>
                  </a:lnTo>
                  <a:lnTo>
                    <a:pt x="372051" y="377841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8038040" y="7247620"/>
              <a:ext cx="481965" cy="184785"/>
            </a:xfrm>
            <a:custGeom>
              <a:avLst/>
              <a:gdLst/>
              <a:ahLst/>
              <a:cxnLst/>
              <a:rect l="l" t="t" r="r" b="b"/>
              <a:pathLst>
                <a:path w="481965" h="184784">
                  <a:moveTo>
                    <a:pt x="0" y="0"/>
                  </a:moveTo>
                  <a:lnTo>
                    <a:pt x="0" y="41035"/>
                  </a:lnTo>
                  <a:lnTo>
                    <a:pt x="7838" y="79897"/>
                  </a:lnTo>
                  <a:lnTo>
                    <a:pt x="29228" y="111634"/>
                  </a:lnTo>
                  <a:lnTo>
                    <a:pt x="60958" y="133033"/>
                  </a:lnTo>
                  <a:lnTo>
                    <a:pt x="99818" y="140885"/>
                  </a:lnTo>
                  <a:lnTo>
                    <a:pt x="373517" y="140885"/>
                  </a:lnTo>
                  <a:lnTo>
                    <a:pt x="403304" y="143738"/>
                  </a:lnTo>
                  <a:lnTo>
                    <a:pt x="431755" y="152111"/>
                  </a:lnTo>
                  <a:lnTo>
                    <a:pt x="458115" y="165701"/>
                  </a:lnTo>
                  <a:lnTo>
                    <a:pt x="481629" y="184203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8535635" y="7849662"/>
              <a:ext cx="248920" cy="539750"/>
            </a:xfrm>
            <a:custGeom>
              <a:avLst/>
              <a:gdLst/>
              <a:ahLst/>
              <a:cxnLst/>
              <a:rect l="l" t="t" r="r" b="b"/>
              <a:pathLst>
                <a:path w="248920" h="539750">
                  <a:moveTo>
                    <a:pt x="0" y="0"/>
                  </a:moveTo>
                  <a:lnTo>
                    <a:pt x="0" y="117608"/>
                  </a:lnTo>
                  <a:lnTo>
                    <a:pt x="5362" y="166239"/>
                  </a:lnTo>
                  <a:lnTo>
                    <a:pt x="20958" y="212015"/>
                  </a:lnTo>
                  <a:lnTo>
                    <a:pt x="46051" y="253357"/>
                  </a:lnTo>
                  <a:lnTo>
                    <a:pt x="79903" y="288682"/>
                  </a:lnTo>
                  <a:lnTo>
                    <a:pt x="165513" y="360512"/>
                  </a:lnTo>
                  <a:lnTo>
                    <a:pt x="200812" y="397420"/>
                  </a:lnTo>
                  <a:lnTo>
                    <a:pt x="226974" y="440593"/>
                  </a:lnTo>
                  <a:lnTo>
                    <a:pt x="243230" y="488384"/>
                  </a:lnTo>
                  <a:lnTo>
                    <a:pt x="248809" y="53914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6374509" y="7482221"/>
            <a:ext cx="716280" cy="1985010"/>
            <a:chOff x="6374509" y="7482221"/>
            <a:chExt cx="716280" cy="1985010"/>
          </a:xfrm>
        </p:grpSpPr>
        <p:sp>
          <p:nvSpPr>
            <p:cNvPr id="240" name="object 240" descr=""/>
            <p:cNvSpPr/>
            <p:nvPr/>
          </p:nvSpPr>
          <p:spPr>
            <a:xfrm>
              <a:off x="6563254" y="7507967"/>
              <a:ext cx="0" cy="1959610"/>
            </a:xfrm>
            <a:custGeom>
              <a:avLst/>
              <a:gdLst/>
              <a:ahLst/>
              <a:cxnLst/>
              <a:rect l="l" t="t" r="r" b="b"/>
              <a:pathLst>
                <a:path w="0" h="1959609">
                  <a:moveTo>
                    <a:pt x="0" y="0"/>
                  </a:moveTo>
                  <a:lnTo>
                    <a:pt x="0" y="1959060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6563324" y="7605641"/>
              <a:ext cx="401320" cy="407670"/>
            </a:xfrm>
            <a:custGeom>
              <a:avLst/>
              <a:gdLst/>
              <a:ahLst/>
              <a:cxnLst/>
              <a:rect l="l" t="t" r="r" b="b"/>
              <a:pathLst>
                <a:path w="401320" h="407670">
                  <a:moveTo>
                    <a:pt x="401150" y="0"/>
                  </a:moveTo>
                  <a:lnTo>
                    <a:pt x="373768" y="59191"/>
                  </a:lnTo>
                  <a:lnTo>
                    <a:pt x="352615" y="93840"/>
                  </a:lnTo>
                  <a:lnTo>
                    <a:pt x="325790" y="130061"/>
                  </a:lnTo>
                  <a:lnTo>
                    <a:pt x="292772" y="166505"/>
                  </a:lnTo>
                  <a:lnTo>
                    <a:pt x="253038" y="201825"/>
                  </a:lnTo>
                  <a:lnTo>
                    <a:pt x="206064" y="234674"/>
                  </a:lnTo>
                  <a:lnTo>
                    <a:pt x="151330" y="263701"/>
                  </a:lnTo>
                  <a:lnTo>
                    <a:pt x="88311" y="287561"/>
                  </a:lnTo>
                  <a:lnTo>
                    <a:pt x="52341" y="305444"/>
                  </a:lnTo>
                  <a:lnTo>
                    <a:pt x="24440" y="333017"/>
                  </a:lnTo>
                  <a:lnTo>
                    <a:pt x="6396" y="367848"/>
                  </a:lnTo>
                  <a:lnTo>
                    <a:pt x="0" y="40750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374509" y="7482221"/>
              <a:ext cx="311321" cy="305852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911754" y="7616857"/>
              <a:ext cx="178811" cy="86091"/>
            </a:xfrm>
            <a:prstGeom prst="rect">
              <a:avLst/>
            </a:prstGeom>
          </p:spPr>
        </p:pic>
      </p:grpSp>
      <p:pic>
        <p:nvPicPr>
          <p:cNvPr id="244" name="object 244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889622" y="7748983"/>
            <a:ext cx="107923" cy="79636"/>
          </a:xfrm>
          <a:prstGeom prst="rect">
            <a:avLst/>
          </a:prstGeom>
        </p:spPr>
      </p:pic>
      <p:grpSp>
        <p:nvGrpSpPr>
          <p:cNvPr id="245" name="object 245" descr=""/>
          <p:cNvGrpSpPr/>
          <p:nvPr/>
        </p:nvGrpSpPr>
        <p:grpSpPr>
          <a:xfrm>
            <a:off x="5773042" y="6830444"/>
            <a:ext cx="1540510" cy="1027430"/>
            <a:chOff x="5773042" y="6830444"/>
            <a:chExt cx="1540510" cy="1027430"/>
          </a:xfrm>
        </p:grpSpPr>
        <p:pic>
          <p:nvPicPr>
            <p:cNvPr id="246" name="object 246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949000" y="7014374"/>
              <a:ext cx="97536" cy="87965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5773042" y="6830444"/>
              <a:ext cx="1540510" cy="1027430"/>
            </a:xfrm>
            <a:custGeom>
              <a:avLst/>
              <a:gdLst/>
              <a:ahLst/>
              <a:cxnLst/>
              <a:rect l="l" t="t" r="r" b="b"/>
              <a:pathLst>
                <a:path w="1540509" h="1027429">
                  <a:moveTo>
                    <a:pt x="790174" y="0"/>
                  </a:moveTo>
                  <a:lnTo>
                    <a:pt x="739951" y="3319"/>
                  </a:lnTo>
                  <a:lnTo>
                    <a:pt x="691872" y="12978"/>
                  </a:lnTo>
                  <a:lnTo>
                    <a:pt x="646409" y="28529"/>
                  </a:lnTo>
                  <a:lnTo>
                    <a:pt x="604036" y="49521"/>
                  </a:lnTo>
                  <a:lnTo>
                    <a:pt x="565228" y="75505"/>
                  </a:lnTo>
                  <a:lnTo>
                    <a:pt x="530458" y="106034"/>
                  </a:lnTo>
                  <a:lnTo>
                    <a:pt x="500199" y="140658"/>
                  </a:lnTo>
                  <a:lnTo>
                    <a:pt x="474924" y="178927"/>
                  </a:lnTo>
                  <a:lnTo>
                    <a:pt x="455108" y="220393"/>
                  </a:lnTo>
                  <a:lnTo>
                    <a:pt x="441224" y="264608"/>
                  </a:lnTo>
                  <a:lnTo>
                    <a:pt x="433745" y="311121"/>
                  </a:lnTo>
                  <a:lnTo>
                    <a:pt x="411795" y="306638"/>
                  </a:lnTo>
                  <a:lnTo>
                    <a:pt x="389643" y="303433"/>
                  </a:lnTo>
                  <a:lnTo>
                    <a:pt x="367344" y="301512"/>
                  </a:lnTo>
                  <a:lnTo>
                    <a:pt x="344952" y="300880"/>
                  </a:lnTo>
                  <a:lnTo>
                    <a:pt x="293976" y="304197"/>
                  </a:lnTo>
                  <a:lnTo>
                    <a:pt x="245323" y="313833"/>
                  </a:lnTo>
                  <a:lnTo>
                    <a:pt x="199527" y="329314"/>
                  </a:lnTo>
                  <a:lnTo>
                    <a:pt x="157119" y="350166"/>
                  </a:lnTo>
                  <a:lnTo>
                    <a:pt x="118636" y="375917"/>
                  </a:lnTo>
                  <a:lnTo>
                    <a:pt x="84609" y="406092"/>
                  </a:lnTo>
                  <a:lnTo>
                    <a:pt x="55572" y="440220"/>
                  </a:lnTo>
                  <a:lnTo>
                    <a:pt x="32059" y="477825"/>
                  </a:lnTo>
                  <a:lnTo>
                    <a:pt x="14604" y="518435"/>
                  </a:lnTo>
                  <a:lnTo>
                    <a:pt x="3740" y="561577"/>
                  </a:lnTo>
                  <a:lnTo>
                    <a:pt x="0" y="606777"/>
                  </a:lnTo>
                  <a:lnTo>
                    <a:pt x="4070" y="653912"/>
                  </a:lnTo>
                  <a:lnTo>
                    <a:pt x="15876" y="698781"/>
                  </a:lnTo>
                  <a:lnTo>
                    <a:pt x="34811" y="740845"/>
                  </a:lnTo>
                  <a:lnTo>
                    <a:pt x="60269" y="779567"/>
                  </a:lnTo>
                  <a:lnTo>
                    <a:pt x="91642" y="814409"/>
                  </a:lnTo>
                  <a:lnTo>
                    <a:pt x="128324" y="844834"/>
                  </a:lnTo>
                  <a:lnTo>
                    <a:pt x="169709" y="870303"/>
                  </a:lnTo>
                  <a:lnTo>
                    <a:pt x="215190" y="890278"/>
                  </a:lnTo>
                  <a:lnTo>
                    <a:pt x="264159" y="904223"/>
                  </a:lnTo>
                  <a:lnTo>
                    <a:pt x="283274" y="945204"/>
                  </a:lnTo>
                  <a:lnTo>
                    <a:pt x="311181" y="979012"/>
                  </a:lnTo>
                  <a:lnTo>
                    <a:pt x="346065" y="1004630"/>
                  </a:lnTo>
                  <a:lnTo>
                    <a:pt x="386113" y="1021041"/>
                  </a:lnTo>
                  <a:lnTo>
                    <a:pt x="429511" y="1027229"/>
                  </a:lnTo>
                  <a:lnTo>
                    <a:pt x="474446" y="1022178"/>
                  </a:lnTo>
                  <a:lnTo>
                    <a:pt x="518591" y="1004896"/>
                  </a:lnTo>
                  <a:lnTo>
                    <a:pt x="555378" y="977571"/>
                  </a:lnTo>
                  <a:lnTo>
                    <a:pt x="583569" y="942239"/>
                  </a:lnTo>
                  <a:lnTo>
                    <a:pt x="601930" y="900936"/>
                  </a:lnTo>
                  <a:lnTo>
                    <a:pt x="609223" y="855698"/>
                  </a:lnTo>
                  <a:lnTo>
                    <a:pt x="604211" y="808561"/>
                  </a:lnTo>
                  <a:lnTo>
                    <a:pt x="631922" y="776584"/>
                  </a:lnTo>
                  <a:lnTo>
                    <a:pt x="654756" y="741478"/>
                  </a:lnTo>
                  <a:lnTo>
                    <a:pt x="672267" y="703638"/>
                  </a:lnTo>
                  <a:lnTo>
                    <a:pt x="684010" y="663456"/>
                  </a:lnTo>
                  <a:lnTo>
                    <a:pt x="710101" y="670103"/>
                  </a:lnTo>
                  <a:lnTo>
                    <a:pt x="736567" y="674862"/>
                  </a:lnTo>
                  <a:lnTo>
                    <a:pt x="763307" y="677720"/>
                  </a:lnTo>
                  <a:lnTo>
                    <a:pt x="790216" y="678659"/>
                  </a:lnTo>
                  <a:lnTo>
                    <a:pt x="838759" y="675562"/>
                  </a:lnTo>
                  <a:lnTo>
                    <a:pt x="885319" y="666538"/>
                  </a:lnTo>
                  <a:lnTo>
                    <a:pt x="929469" y="651990"/>
                  </a:lnTo>
                  <a:lnTo>
                    <a:pt x="970781" y="632322"/>
                  </a:lnTo>
                  <a:lnTo>
                    <a:pt x="1008828" y="607937"/>
                  </a:lnTo>
                  <a:lnTo>
                    <a:pt x="1043182" y="579238"/>
                  </a:lnTo>
                  <a:lnTo>
                    <a:pt x="1053830" y="623718"/>
                  </a:lnTo>
                  <a:lnTo>
                    <a:pt x="1071877" y="664529"/>
                  </a:lnTo>
                  <a:lnTo>
                    <a:pt x="1096519" y="700974"/>
                  </a:lnTo>
                  <a:lnTo>
                    <a:pt x="1126951" y="732355"/>
                  </a:lnTo>
                  <a:lnTo>
                    <a:pt x="1162368" y="757977"/>
                  </a:lnTo>
                  <a:lnTo>
                    <a:pt x="1201966" y="777143"/>
                  </a:lnTo>
                  <a:lnTo>
                    <a:pt x="1244939" y="789154"/>
                  </a:lnTo>
                  <a:lnTo>
                    <a:pt x="1290484" y="793316"/>
                  </a:lnTo>
                  <a:lnTo>
                    <a:pt x="1335411" y="789296"/>
                  </a:lnTo>
                  <a:lnTo>
                    <a:pt x="1377697" y="777693"/>
                  </a:lnTo>
                  <a:lnTo>
                    <a:pt x="1416637" y="759212"/>
                  </a:lnTo>
                  <a:lnTo>
                    <a:pt x="1451523" y="734560"/>
                  </a:lnTo>
                  <a:lnTo>
                    <a:pt x="1481651" y="704442"/>
                  </a:lnTo>
                  <a:lnTo>
                    <a:pt x="1506314" y="669564"/>
                  </a:lnTo>
                  <a:lnTo>
                    <a:pt x="1524806" y="630632"/>
                  </a:lnTo>
                  <a:lnTo>
                    <a:pt x="1536422" y="588351"/>
                  </a:lnTo>
                  <a:lnTo>
                    <a:pt x="1540455" y="543428"/>
                  </a:lnTo>
                  <a:lnTo>
                    <a:pt x="1537557" y="505531"/>
                  </a:lnTo>
                  <a:lnTo>
                    <a:pt x="1515005" y="433613"/>
                  </a:lnTo>
                  <a:lnTo>
                    <a:pt x="1466800" y="366257"/>
                  </a:lnTo>
                  <a:lnTo>
                    <a:pt x="1433137" y="338165"/>
                  </a:lnTo>
                  <a:lnTo>
                    <a:pt x="1395737" y="316746"/>
                  </a:lnTo>
                  <a:lnTo>
                    <a:pt x="1355583" y="302179"/>
                  </a:lnTo>
                  <a:lnTo>
                    <a:pt x="1313659" y="294638"/>
                  </a:lnTo>
                  <a:lnTo>
                    <a:pt x="1270945" y="294302"/>
                  </a:lnTo>
                  <a:lnTo>
                    <a:pt x="1228427" y="301346"/>
                  </a:lnTo>
                  <a:lnTo>
                    <a:pt x="1187084" y="315947"/>
                  </a:lnTo>
                  <a:lnTo>
                    <a:pt x="1147902" y="338282"/>
                  </a:lnTo>
                  <a:lnTo>
                    <a:pt x="1144502" y="292361"/>
                  </a:lnTo>
                  <a:lnTo>
                    <a:pt x="1134888" y="248323"/>
                  </a:lnTo>
                  <a:lnTo>
                    <a:pt x="1119483" y="206571"/>
                  </a:lnTo>
                  <a:lnTo>
                    <a:pt x="1098712" y="167506"/>
                  </a:lnTo>
                  <a:lnTo>
                    <a:pt x="1072997" y="131531"/>
                  </a:lnTo>
                  <a:lnTo>
                    <a:pt x="1042764" y="99048"/>
                  </a:lnTo>
                  <a:lnTo>
                    <a:pt x="1008434" y="70458"/>
                  </a:lnTo>
                  <a:lnTo>
                    <a:pt x="970432" y="46166"/>
                  </a:lnTo>
                  <a:lnTo>
                    <a:pt x="929181" y="26571"/>
                  </a:lnTo>
                  <a:lnTo>
                    <a:pt x="885106" y="12077"/>
                  </a:lnTo>
                  <a:lnTo>
                    <a:pt x="838629" y="3086"/>
                  </a:lnTo>
                  <a:lnTo>
                    <a:pt x="79017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5920676" y="7010037"/>
              <a:ext cx="887730" cy="578485"/>
            </a:xfrm>
            <a:custGeom>
              <a:avLst/>
              <a:gdLst/>
              <a:ahLst/>
              <a:cxnLst/>
              <a:rect l="l" t="t" r="r" b="b"/>
              <a:pathLst>
                <a:path w="887729" h="578484">
                  <a:moveTo>
                    <a:pt x="37236" y="503885"/>
                  </a:moveTo>
                  <a:lnTo>
                    <a:pt x="35775" y="496633"/>
                  </a:lnTo>
                  <a:lnTo>
                    <a:pt x="31788" y="490715"/>
                  </a:lnTo>
                  <a:lnTo>
                    <a:pt x="25869" y="486727"/>
                  </a:lnTo>
                  <a:lnTo>
                    <a:pt x="18618" y="485267"/>
                  </a:lnTo>
                  <a:lnTo>
                    <a:pt x="11379" y="486727"/>
                  </a:lnTo>
                  <a:lnTo>
                    <a:pt x="5461" y="490715"/>
                  </a:lnTo>
                  <a:lnTo>
                    <a:pt x="1460" y="496633"/>
                  </a:lnTo>
                  <a:lnTo>
                    <a:pt x="0" y="503885"/>
                  </a:lnTo>
                  <a:lnTo>
                    <a:pt x="1460" y="511136"/>
                  </a:lnTo>
                  <a:lnTo>
                    <a:pt x="5461" y="517042"/>
                  </a:lnTo>
                  <a:lnTo>
                    <a:pt x="11379" y="521042"/>
                  </a:lnTo>
                  <a:lnTo>
                    <a:pt x="18618" y="522503"/>
                  </a:lnTo>
                  <a:lnTo>
                    <a:pt x="25869" y="521042"/>
                  </a:lnTo>
                  <a:lnTo>
                    <a:pt x="31788" y="517042"/>
                  </a:lnTo>
                  <a:lnTo>
                    <a:pt x="35775" y="511136"/>
                  </a:lnTo>
                  <a:lnTo>
                    <a:pt x="37236" y="503885"/>
                  </a:lnTo>
                  <a:close/>
                </a:path>
                <a:path w="887729" h="578484">
                  <a:moveTo>
                    <a:pt x="71310" y="304076"/>
                  </a:moveTo>
                  <a:lnTo>
                    <a:pt x="69850" y="296824"/>
                  </a:lnTo>
                  <a:lnTo>
                    <a:pt x="65862" y="290906"/>
                  </a:lnTo>
                  <a:lnTo>
                    <a:pt x="59944" y="286918"/>
                  </a:lnTo>
                  <a:lnTo>
                    <a:pt x="52692" y="285457"/>
                  </a:lnTo>
                  <a:lnTo>
                    <a:pt x="45440" y="286918"/>
                  </a:lnTo>
                  <a:lnTo>
                    <a:pt x="39522" y="290906"/>
                  </a:lnTo>
                  <a:lnTo>
                    <a:pt x="35534" y="296824"/>
                  </a:lnTo>
                  <a:lnTo>
                    <a:pt x="34074" y="304076"/>
                  </a:lnTo>
                  <a:lnTo>
                    <a:pt x="35534" y="311327"/>
                  </a:lnTo>
                  <a:lnTo>
                    <a:pt x="39522" y="317246"/>
                  </a:lnTo>
                  <a:lnTo>
                    <a:pt x="45440" y="321233"/>
                  </a:lnTo>
                  <a:lnTo>
                    <a:pt x="52692" y="322694"/>
                  </a:lnTo>
                  <a:lnTo>
                    <a:pt x="59944" y="321233"/>
                  </a:lnTo>
                  <a:lnTo>
                    <a:pt x="65862" y="317246"/>
                  </a:lnTo>
                  <a:lnTo>
                    <a:pt x="69850" y="311327"/>
                  </a:lnTo>
                  <a:lnTo>
                    <a:pt x="71310" y="304076"/>
                  </a:lnTo>
                  <a:close/>
                </a:path>
                <a:path w="887729" h="578484">
                  <a:moveTo>
                    <a:pt x="131749" y="341287"/>
                  </a:moveTo>
                  <a:lnTo>
                    <a:pt x="130289" y="334048"/>
                  </a:lnTo>
                  <a:lnTo>
                    <a:pt x="126301" y="328129"/>
                  </a:lnTo>
                  <a:lnTo>
                    <a:pt x="120383" y="324142"/>
                  </a:lnTo>
                  <a:lnTo>
                    <a:pt x="113131" y="322668"/>
                  </a:lnTo>
                  <a:lnTo>
                    <a:pt x="105892" y="324142"/>
                  </a:lnTo>
                  <a:lnTo>
                    <a:pt x="99974" y="328129"/>
                  </a:lnTo>
                  <a:lnTo>
                    <a:pt x="95986" y="334048"/>
                  </a:lnTo>
                  <a:lnTo>
                    <a:pt x="94513" y="341287"/>
                  </a:lnTo>
                  <a:lnTo>
                    <a:pt x="95986" y="348538"/>
                  </a:lnTo>
                  <a:lnTo>
                    <a:pt x="99974" y="354457"/>
                  </a:lnTo>
                  <a:lnTo>
                    <a:pt x="105892" y="358444"/>
                  </a:lnTo>
                  <a:lnTo>
                    <a:pt x="113131" y="359905"/>
                  </a:lnTo>
                  <a:lnTo>
                    <a:pt x="120383" y="358444"/>
                  </a:lnTo>
                  <a:lnTo>
                    <a:pt x="126301" y="354457"/>
                  </a:lnTo>
                  <a:lnTo>
                    <a:pt x="130289" y="348538"/>
                  </a:lnTo>
                  <a:lnTo>
                    <a:pt x="131749" y="341287"/>
                  </a:lnTo>
                  <a:close/>
                </a:path>
                <a:path w="887729" h="578484">
                  <a:moveTo>
                    <a:pt x="242176" y="53416"/>
                  </a:moveTo>
                  <a:lnTo>
                    <a:pt x="240639" y="45796"/>
                  </a:lnTo>
                  <a:lnTo>
                    <a:pt x="236435" y="39560"/>
                  </a:lnTo>
                  <a:lnTo>
                    <a:pt x="230212" y="35369"/>
                  </a:lnTo>
                  <a:lnTo>
                    <a:pt x="222580" y="33820"/>
                  </a:lnTo>
                  <a:lnTo>
                    <a:pt x="214960" y="35369"/>
                  </a:lnTo>
                  <a:lnTo>
                    <a:pt x="208724" y="39560"/>
                  </a:lnTo>
                  <a:lnTo>
                    <a:pt x="204533" y="45796"/>
                  </a:lnTo>
                  <a:lnTo>
                    <a:pt x="202996" y="53416"/>
                  </a:lnTo>
                  <a:lnTo>
                    <a:pt x="204533" y="61048"/>
                  </a:lnTo>
                  <a:lnTo>
                    <a:pt x="208724" y="67271"/>
                  </a:lnTo>
                  <a:lnTo>
                    <a:pt x="214960" y="71475"/>
                  </a:lnTo>
                  <a:lnTo>
                    <a:pt x="222580" y="73012"/>
                  </a:lnTo>
                  <a:lnTo>
                    <a:pt x="230212" y="71475"/>
                  </a:lnTo>
                  <a:lnTo>
                    <a:pt x="236435" y="67271"/>
                  </a:lnTo>
                  <a:lnTo>
                    <a:pt x="240639" y="61048"/>
                  </a:lnTo>
                  <a:lnTo>
                    <a:pt x="242176" y="53416"/>
                  </a:lnTo>
                  <a:close/>
                </a:path>
                <a:path w="887729" h="578484">
                  <a:moveTo>
                    <a:pt x="259816" y="559714"/>
                  </a:moveTo>
                  <a:lnTo>
                    <a:pt x="258356" y="552462"/>
                  </a:lnTo>
                  <a:lnTo>
                    <a:pt x="254368" y="546544"/>
                  </a:lnTo>
                  <a:lnTo>
                    <a:pt x="248450" y="542556"/>
                  </a:lnTo>
                  <a:lnTo>
                    <a:pt x="241198" y="541096"/>
                  </a:lnTo>
                  <a:lnTo>
                    <a:pt x="233946" y="542556"/>
                  </a:lnTo>
                  <a:lnTo>
                    <a:pt x="228041" y="546544"/>
                  </a:lnTo>
                  <a:lnTo>
                    <a:pt x="224040" y="552462"/>
                  </a:lnTo>
                  <a:lnTo>
                    <a:pt x="222580" y="559714"/>
                  </a:lnTo>
                  <a:lnTo>
                    <a:pt x="224040" y="566966"/>
                  </a:lnTo>
                  <a:lnTo>
                    <a:pt x="228041" y="572884"/>
                  </a:lnTo>
                  <a:lnTo>
                    <a:pt x="233946" y="576872"/>
                  </a:lnTo>
                  <a:lnTo>
                    <a:pt x="241198" y="578332"/>
                  </a:lnTo>
                  <a:lnTo>
                    <a:pt x="248450" y="576872"/>
                  </a:lnTo>
                  <a:lnTo>
                    <a:pt x="254368" y="572884"/>
                  </a:lnTo>
                  <a:lnTo>
                    <a:pt x="258356" y="566966"/>
                  </a:lnTo>
                  <a:lnTo>
                    <a:pt x="259816" y="559714"/>
                  </a:lnTo>
                  <a:close/>
                </a:path>
                <a:path w="887729" h="578484">
                  <a:moveTo>
                    <a:pt x="322491" y="293039"/>
                  </a:moveTo>
                  <a:lnTo>
                    <a:pt x="321030" y="285800"/>
                  </a:lnTo>
                  <a:lnTo>
                    <a:pt x="317042" y="279882"/>
                  </a:lnTo>
                  <a:lnTo>
                    <a:pt x="311124" y="275894"/>
                  </a:lnTo>
                  <a:lnTo>
                    <a:pt x="303872" y="274421"/>
                  </a:lnTo>
                  <a:lnTo>
                    <a:pt x="296621" y="275894"/>
                  </a:lnTo>
                  <a:lnTo>
                    <a:pt x="290703" y="279882"/>
                  </a:lnTo>
                  <a:lnTo>
                    <a:pt x="286715" y="285800"/>
                  </a:lnTo>
                  <a:lnTo>
                    <a:pt x="285254" y="293039"/>
                  </a:lnTo>
                  <a:lnTo>
                    <a:pt x="286715" y="300291"/>
                  </a:lnTo>
                  <a:lnTo>
                    <a:pt x="290703" y="306209"/>
                  </a:lnTo>
                  <a:lnTo>
                    <a:pt x="296621" y="310197"/>
                  </a:lnTo>
                  <a:lnTo>
                    <a:pt x="303872" y="311658"/>
                  </a:lnTo>
                  <a:lnTo>
                    <a:pt x="311124" y="310197"/>
                  </a:lnTo>
                  <a:lnTo>
                    <a:pt x="317042" y="306209"/>
                  </a:lnTo>
                  <a:lnTo>
                    <a:pt x="321030" y="300291"/>
                  </a:lnTo>
                  <a:lnTo>
                    <a:pt x="322491" y="293039"/>
                  </a:lnTo>
                  <a:close/>
                </a:path>
                <a:path w="887729" h="578484">
                  <a:moveTo>
                    <a:pt x="473887" y="437845"/>
                  </a:moveTo>
                  <a:lnTo>
                    <a:pt x="472414" y="430606"/>
                  </a:lnTo>
                  <a:lnTo>
                    <a:pt x="468426" y="424688"/>
                  </a:lnTo>
                  <a:lnTo>
                    <a:pt x="462508" y="420700"/>
                  </a:lnTo>
                  <a:lnTo>
                    <a:pt x="455269" y="419227"/>
                  </a:lnTo>
                  <a:lnTo>
                    <a:pt x="448017" y="420700"/>
                  </a:lnTo>
                  <a:lnTo>
                    <a:pt x="442099" y="424688"/>
                  </a:lnTo>
                  <a:lnTo>
                    <a:pt x="438111" y="430606"/>
                  </a:lnTo>
                  <a:lnTo>
                    <a:pt x="436651" y="437845"/>
                  </a:lnTo>
                  <a:lnTo>
                    <a:pt x="438111" y="445096"/>
                  </a:lnTo>
                  <a:lnTo>
                    <a:pt x="442099" y="451015"/>
                  </a:lnTo>
                  <a:lnTo>
                    <a:pt x="448017" y="455002"/>
                  </a:lnTo>
                  <a:lnTo>
                    <a:pt x="455269" y="456463"/>
                  </a:lnTo>
                  <a:lnTo>
                    <a:pt x="462508" y="455002"/>
                  </a:lnTo>
                  <a:lnTo>
                    <a:pt x="468426" y="451015"/>
                  </a:lnTo>
                  <a:lnTo>
                    <a:pt x="472414" y="445096"/>
                  </a:lnTo>
                  <a:lnTo>
                    <a:pt x="473887" y="437845"/>
                  </a:lnTo>
                  <a:close/>
                </a:path>
                <a:path w="887729" h="578484">
                  <a:moveTo>
                    <a:pt x="474510" y="18618"/>
                  </a:moveTo>
                  <a:lnTo>
                    <a:pt x="473049" y="11379"/>
                  </a:lnTo>
                  <a:lnTo>
                    <a:pt x="469049" y="5461"/>
                  </a:lnTo>
                  <a:lnTo>
                    <a:pt x="463130" y="1473"/>
                  </a:lnTo>
                  <a:lnTo>
                    <a:pt x="455891" y="0"/>
                  </a:lnTo>
                  <a:lnTo>
                    <a:pt x="448640" y="1473"/>
                  </a:lnTo>
                  <a:lnTo>
                    <a:pt x="442722" y="5461"/>
                  </a:lnTo>
                  <a:lnTo>
                    <a:pt x="438734" y="11379"/>
                  </a:lnTo>
                  <a:lnTo>
                    <a:pt x="437273" y="18618"/>
                  </a:lnTo>
                  <a:lnTo>
                    <a:pt x="438734" y="25869"/>
                  </a:lnTo>
                  <a:lnTo>
                    <a:pt x="442722" y="31788"/>
                  </a:lnTo>
                  <a:lnTo>
                    <a:pt x="448640" y="35775"/>
                  </a:lnTo>
                  <a:lnTo>
                    <a:pt x="455891" y="37236"/>
                  </a:lnTo>
                  <a:lnTo>
                    <a:pt x="463130" y="35775"/>
                  </a:lnTo>
                  <a:lnTo>
                    <a:pt x="469049" y="31788"/>
                  </a:lnTo>
                  <a:lnTo>
                    <a:pt x="473049" y="25869"/>
                  </a:lnTo>
                  <a:lnTo>
                    <a:pt x="474510" y="18618"/>
                  </a:lnTo>
                  <a:close/>
                </a:path>
                <a:path w="887729" h="578484">
                  <a:moveTo>
                    <a:pt x="518680" y="370547"/>
                  </a:moveTo>
                  <a:lnTo>
                    <a:pt x="517220" y="363296"/>
                  </a:lnTo>
                  <a:lnTo>
                    <a:pt x="513232" y="357378"/>
                  </a:lnTo>
                  <a:lnTo>
                    <a:pt x="507314" y="353390"/>
                  </a:lnTo>
                  <a:lnTo>
                    <a:pt x="500062" y="351929"/>
                  </a:lnTo>
                  <a:lnTo>
                    <a:pt x="492823" y="353390"/>
                  </a:lnTo>
                  <a:lnTo>
                    <a:pt x="486905" y="357378"/>
                  </a:lnTo>
                  <a:lnTo>
                    <a:pt x="482904" y="363296"/>
                  </a:lnTo>
                  <a:lnTo>
                    <a:pt x="481444" y="370547"/>
                  </a:lnTo>
                  <a:lnTo>
                    <a:pt x="482904" y="377799"/>
                  </a:lnTo>
                  <a:lnTo>
                    <a:pt x="486905" y="383717"/>
                  </a:lnTo>
                  <a:lnTo>
                    <a:pt x="492823" y="387705"/>
                  </a:lnTo>
                  <a:lnTo>
                    <a:pt x="500062" y="389166"/>
                  </a:lnTo>
                  <a:lnTo>
                    <a:pt x="507314" y="387705"/>
                  </a:lnTo>
                  <a:lnTo>
                    <a:pt x="513232" y="383717"/>
                  </a:lnTo>
                  <a:lnTo>
                    <a:pt x="517220" y="377799"/>
                  </a:lnTo>
                  <a:lnTo>
                    <a:pt x="518680" y="370547"/>
                  </a:lnTo>
                  <a:close/>
                </a:path>
                <a:path w="887729" h="578484">
                  <a:moveTo>
                    <a:pt x="520712" y="108191"/>
                  </a:moveTo>
                  <a:lnTo>
                    <a:pt x="519239" y="100939"/>
                  </a:lnTo>
                  <a:lnTo>
                    <a:pt x="515251" y="95021"/>
                  </a:lnTo>
                  <a:lnTo>
                    <a:pt x="509333" y="91033"/>
                  </a:lnTo>
                  <a:lnTo>
                    <a:pt x="502094" y="89573"/>
                  </a:lnTo>
                  <a:lnTo>
                    <a:pt x="494842" y="91033"/>
                  </a:lnTo>
                  <a:lnTo>
                    <a:pt x="488924" y="95021"/>
                  </a:lnTo>
                  <a:lnTo>
                    <a:pt x="484936" y="100939"/>
                  </a:lnTo>
                  <a:lnTo>
                    <a:pt x="483476" y="108191"/>
                  </a:lnTo>
                  <a:lnTo>
                    <a:pt x="484936" y="115430"/>
                  </a:lnTo>
                  <a:lnTo>
                    <a:pt x="488924" y="121348"/>
                  </a:lnTo>
                  <a:lnTo>
                    <a:pt x="494842" y="125336"/>
                  </a:lnTo>
                  <a:lnTo>
                    <a:pt x="502094" y="126809"/>
                  </a:lnTo>
                  <a:lnTo>
                    <a:pt x="509333" y="125336"/>
                  </a:lnTo>
                  <a:lnTo>
                    <a:pt x="515251" y="121348"/>
                  </a:lnTo>
                  <a:lnTo>
                    <a:pt x="519239" y="115430"/>
                  </a:lnTo>
                  <a:lnTo>
                    <a:pt x="520712" y="108191"/>
                  </a:lnTo>
                  <a:close/>
                </a:path>
                <a:path w="887729" h="578484">
                  <a:moveTo>
                    <a:pt x="584123" y="72034"/>
                  </a:moveTo>
                  <a:lnTo>
                    <a:pt x="582663" y="64795"/>
                  </a:lnTo>
                  <a:lnTo>
                    <a:pt x="578675" y="58877"/>
                  </a:lnTo>
                  <a:lnTo>
                    <a:pt x="572757" y="54876"/>
                  </a:lnTo>
                  <a:lnTo>
                    <a:pt x="565505" y="53416"/>
                  </a:lnTo>
                  <a:lnTo>
                    <a:pt x="558266" y="54876"/>
                  </a:lnTo>
                  <a:lnTo>
                    <a:pt x="552348" y="58877"/>
                  </a:lnTo>
                  <a:lnTo>
                    <a:pt x="548347" y="64795"/>
                  </a:lnTo>
                  <a:lnTo>
                    <a:pt x="546887" y="72034"/>
                  </a:lnTo>
                  <a:lnTo>
                    <a:pt x="548347" y="79286"/>
                  </a:lnTo>
                  <a:lnTo>
                    <a:pt x="552348" y="85204"/>
                  </a:lnTo>
                  <a:lnTo>
                    <a:pt x="558266" y="89192"/>
                  </a:lnTo>
                  <a:lnTo>
                    <a:pt x="565505" y="90652"/>
                  </a:lnTo>
                  <a:lnTo>
                    <a:pt x="572757" y="89192"/>
                  </a:lnTo>
                  <a:lnTo>
                    <a:pt x="578675" y="85204"/>
                  </a:lnTo>
                  <a:lnTo>
                    <a:pt x="582663" y="79286"/>
                  </a:lnTo>
                  <a:lnTo>
                    <a:pt x="584123" y="72034"/>
                  </a:lnTo>
                  <a:close/>
                </a:path>
                <a:path w="887729" h="578484">
                  <a:moveTo>
                    <a:pt x="710501" y="238010"/>
                  </a:moveTo>
                  <a:lnTo>
                    <a:pt x="709041" y="230759"/>
                  </a:lnTo>
                  <a:lnTo>
                    <a:pt x="705053" y="224840"/>
                  </a:lnTo>
                  <a:lnTo>
                    <a:pt x="699135" y="220853"/>
                  </a:lnTo>
                  <a:lnTo>
                    <a:pt x="691883" y="219392"/>
                  </a:lnTo>
                  <a:lnTo>
                    <a:pt x="684631" y="220853"/>
                  </a:lnTo>
                  <a:lnTo>
                    <a:pt x="678713" y="224840"/>
                  </a:lnTo>
                  <a:lnTo>
                    <a:pt x="674725" y="230759"/>
                  </a:lnTo>
                  <a:lnTo>
                    <a:pt x="673265" y="238010"/>
                  </a:lnTo>
                  <a:lnTo>
                    <a:pt x="674725" y="245249"/>
                  </a:lnTo>
                  <a:lnTo>
                    <a:pt x="678713" y="251167"/>
                  </a:lnTo>
                  <a:lnTo>
                    <a:pt x="684631" y="255168"/>
                  </a:lnTo>
                  <a:lnTo>
                    <a:pt x="691883" y="256628"/>
                  </a:lnTo>
                  <a:lnTo>
                    <a:pt x="699135" y="255168"/>
                  </a:lnTo>
                  <a:lnTo>
                    <a:pt x="705053" y="251167"/>
                  </a:lnTo>
                  <a:lnTo>
                    <a:pt x="709041" y="245249"/>
                  </a:lnTo>
                  <a:lnTo>
                    <a:pt x="710501" y="238010"/>
                  </a:lnTo>
                  <a:close/>
                </a:path>
                <a:path w="887729" h="578484">
                  <a:moveTo>
                    <a:pt x="716927" y="538238"/>
                  </a:moveTo>
                  <a:lnTo>
                    <a:pt x="715391" y="530618"/>
                  </a:lnTo>
                  <a:lnTo>
                    <a:pt x="711200" y="524383"/>
                  </a:lnTo>
                  <a:lnTo>
                    <a:pt x="704964" y="520192"/>
                  </a:lnTo>
                  <a:lnTo>
                    <a:pt x="697344" y="518642"/>
                  </a:lnTo>
                  <a:lnTo>
                    <a:pt x="689711" y="520192"/>
                  </a:lnTo>
                  <a:lnTo>
                    <a:pt x="683488" y="524383"/>
                  </a:lnTo>
                  <a:lnTo>
                    <a:pt x="679284" y="530618"/>
                  </a:lnTo>
                  <a:lnTo>
                    <a:pt x="677748" y="538238"/>
                  </a:lnTo>
                  <a:lnTo>
                    <a:pt x="679284" y="545871"/>
                  </a:lnTo>
                  <a:lnTo>
                    <a:pt x="683488" y="552094"/>
                  </a:lnTo>
                  <a:lnTo>
                    <a:pt x="689711" y="556298"/>
                  </a:lnTo>
                  <a:lnTo>
                    <a:pt x="697344" y="557834"/>
                  </a:lnTo>
                  <a:lnTo>
                    <a:pt x="704964" y="556298"/>
                  </a:lnTo>
                  <a:lnTo>
                    <a:pt x="711200" y="552094"/>
                  </a:lnTo>
                  <a:lnTo>
                    <a:pt x="715391" y="545871"/>
                  </a:lnTo>
                  <a:lnTo>
                    <a:pt x="716927" y="538238"/>
                  </a:lnTo>
                  <a:close/>
                </a:path>
                <a:path w="887729" h="578484">
                  <a:moveTo>
                    <a:pt x="821740" y="388747"/>
                  </a:moveTo>
                  <a:lnTo>
                    <a:pt x="820280" y="381495"/>
                  </a:lnTo>
                  <a:lnTo>
                    <a:pt x="816279" y="375577"/>
                  </a:lnTo>
                  <a:lnTo>
                    <a:pt x="810361" y="371589"/>
                  </a:lnTo>
                  <a:lnTo>
                    <a:pt x="803122" y="370128"/>
                  </a:lnTo>
                  <a:lnTo>
                    <a:pt x="795870" y="371589"/>
                  </a:lnTo>
                  <a:lnTo>
                    <a:pt x="789952" y="375577"/>
                  </a:lnTo>
                  <a:lnTo>
                    <a:pt x="785964" y="381495"/>
                  </a:lnTo>
                  <a:lnTo>
                    <a:pt x="784504" y="388747"/>
                  </a:lnTo>
                  <a:lnTo>
                    <a:pt x="785964" y="395986"/>
                  </a:lnTo>
                  <a:lnTo>
                    <a:pt x="789952" y="401904"/>
                  </a:lnTo>
                  <a:lnTo>
                    <a:pt x="795870" y="405892"/>
                  </a:lnTo>
                  <a:lnTo>
                    <a:pt x="803122" y="407365"/>
                  </a:lnTo>
                  <a:lnTo>
                    <a:pt x="810361" y="405892"/>
                  </a:lnTo>
                  <a:lnTo>
                    <a:pt x="816279" y="401904"/>
                  </a:lnTo>
                  <a:lnTo>
                    <a:pt x="820280" y="395986"/>
                  </a:lnTo>
                  <a:lnTo>
                    <a:pt x="821740" y="388747"/>
                  </a:lnTo>
                  <a:close/>
                </a:path>
                <a:path w="887729" h="578484">
                  <a:moveTo>
                    <a:pt x="840359" y="44792"/>
                  </a:moveTo>
                  <a:lnTo>
                    <a:pt x="838885" y="37541"/>
                  </a:lnTo>
                  <a:lnTo>
                    <a:pt x="834898" y="31623"/>
                  </a:lnTo>
                  <a:lnTo>
                    <a:pt x="828979" y="27635"/>
                  </a:lnTo>
                  <a:lnTo>
                    <a:pt x="821740" y="26174"/>
                  </a:lnTo>
                  <a:lnTo>
                    <a:pt x="814489" y="27635"/>
                  </a:lnTo>
                  <a:lnTo>
                    <a:pt x="808570" y="31623"/>
                  </a:lnTo>
                  <a:lnTo>
                    <a:pt x="804583" y="37541"/>
                  </a:lnTo>
                  <a:lnTo>
                    <a:pt x="803122" y="44792"/>
                  </a:lnTo>
                  <a:lnTo>
                    <a:pt x="804583" y="52031"/>
                  </a:lnTo>
                  <a:lnTo>
                    <a:pt x="808570" y="57950"/>
                  </a:lnTo>
                  <a:lnTo>
                    <a:pt x="814489" y="61937"/>
                  </a:lnTo>
                  <a:lnTo>
                    <a:pt x="821740" y="63411"/>
                  </a:lnTo>
                  <a:lnTo>
                    <a:pt x="828979" y="61937"/>
                  </a:lnTo>
                  <a:lnTo>
                    <a:pt x="834898" y="57950"/>
                  </a:lnTo>
                  <a:lnTo>
                    <a:pt x="838885" y="52031"/>
                  </a:lnTo>
                  <a:lnTo>
                    <a:pt x="840359" y="44792"/>
                  </a:lnTo>
                  <a:close/>
                </a:path>
                <a:path w="887729" h="578484">
                  <a:moveTo>
                    <a:pt x="887285" y="121234"/>
                  </a:moveTo>
                  <a:lnTo>
                    <a:pt x="885825" y="113982"/>
                  </a:lnTo>
                  <a:lnTo>
                    <a:pt x="881824" y="108064"/>
                  </a:lnTo>
                  <a:lnTo>
                    <a:pt x="875906" y="104076"/>
                  </a:lnTo>
                  <a:lnTo>
                    <a:pt x="868667" y="102616"/>
                  </a:lnTo>
                  <a:lnTo>
                    <a:pt x="861415" y="104076"/>
                  </a:lnTo>
                  <a:lnTo>
                    <a:pt x="855497" y="108064"/>
                  </a:lnTo>
                  <a:lnTo>
                    <a:pt x="851509" y="113982"/>
                  </a:lnTo>
                  <a:lnTo>
                    <a:pt x="850049" y="121234"/>
                  </a:lnTo>
                  <a:lnTo>
                    <a:pt x="851509" y="128473"/>
                  </a:lnTo>
                  <a:lnTo>
                    <a:pt x="855497" y="134391"/>
                  </a:lnTo>
                  <a:lnTo>
                    <a:pt x="861415" y="138379"/>
                  </a:lnTo>
                  <a:lnTo>
                    <a:pt x="868667" y="139839"/>
                  </a:lnTo>
                  <a:lnTo>
                    <a:pt x="875906" y="138379"/>
                  </a:lnTo>
                  <a:lnTo>
                    <a:pt x="881824" y="134391"/>
                  </a:lnTo>
                  <a:lnTo>
                    <a:pt x="885825" y="128473"/>
                  </a:lnTo>
                  <a:lnTo>
                    <a:pt x="887285" y="121234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891953" y="7284458"/>
              <a:ext cx="74449" cy="85480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5880176" y="7248048"/>
              <a:ext cx="1271270" cy="528955"/>
            </a:xfrm>
            <a:custGeom>
              <a:avLst/>
              <a:gdLst/>
              <a:ahLst/>
              <a:cxnLst/>
              <a:rect l="l" t="t" r="r" b="b"/>
              <a:pathLst>
                <a:path w="1271270" h="528954">
                  <a:moveTo>
                    <a:pt x="39179" y="480771"/>
                  </a:moveTo>
                  <a:lnTo>
                    <a:pt x="37642" y="473151"/>
                  </a:lnTo>
                  <a:lnTo>
                    <a:pt x="33451" y="466928"/>
                  </a:lnTo>
                  <a:lnTo>
                    <a:pt x="27216" y="462724"/>
                  </a:lnTo>
                  <a:lnTo>
                    <a:pt x="19596" y="461187"/>
                  </a:lnTo>
                  <a:lnTo>
                    <a:pt x="11963" y="462724"/>
                  </a:lnTo>
                  <a:lnTo>
                    <a:pt x="5740" y="466928"/>
                  </a:lnTo>
                  <a:lnTo>
                    <a:pt x="1536" y="473151"/>
                  </a:lnTo>
                  <a:lnTo>
                    <a:pt x="0" y="480771"/>
                  </a:lnTo>
                  <a:lnTo>
                    <a:pt x="1536" y="488403"/>
                  </a:lnTo>
                  <a:lnTo>
                    <a:pt x="5740" y="494639"/>
                  </a:lnTo>
                  <a:lnTo>
                    <a:pt x="11963" y="498843"/>
                  </a:lnTo>
                  <a:lnTo>
                    <a:pt x="19596" y="500380"/>
                  </a:lnTo>
                  <a:lnTo>
                    <a:pt x="27216" y="498843"/>
                  </a:lnTo>
                  <a:lnTo>
                    <a:pt x="33451" y="494639"/>
                  </a:lnTo>
                  <a:lnTo>
                    <a:pt x="37642" y="488403"/>
                  </a:lnTo>
                  <a:lnTo>
                    <a:pt x="39179" y="480771"/>
                  </a:lnTo>
                  <a:close/>
                </a:path>
                <a:path w="1271270" h="528954">
                  <a:moveTo>
                    <a:pt x="400202" y="509955"/>
                  </a:moveTo>
                  <a:lnTo>
                    <a:pt x="398741" y="502704"/>
                  </a:lnTo>
                  <a:lnTo>
                    <a:pt x="394754" y="496798"/>
                  </a:lnTo>
                  <a:lnTo>
                    <a:pt x="388835" y="492798"/>
                  </a:lnTo>
                  <a:lnTo>
                    <a:pt x="381584" y="491337"/>
                  </a:lnTo>
                  <a:lnTo>
                    <a:pt x="374345" y="492798"/>
                  </a:lnTo>
                  <a:lnTo>
                    <a:pt x="368427" y="496798"/>
                  </a:lnTo>
                  <a:lnTo>
                    <a:pt x="364426" y="502704"/>
                  </a:lnTo>
                  <a:lnTo>
                    <a:pt x="362966" y="509955"/>
                  </a:lnTo>
                  <a:lnTo>
                    <a:pt x="364426" y="517207"/>
                  </a:lnTo>
                  <a:lnTo>
                    <a:pt x="368427" y="523125"/>
                  </a:lnTo>
                  <a:lnTo>
                    <a:pt x="374345" y="527113"/>
                  </a:lnTo>
                  <a:lnTo>
                    <a:pt x="381584" y="528574"/>
                  </a:lnTo>
                  <a:lnTo>
                    <a:pt x="388835" y="527113"/>
                  </a:lnTo>
                  <a:lnTo>
                    <a:pt x="394754" y="523125"/>
                  </a:lnTo>
                  <a:lnTo>
                    <a:pt x="398741" y="517207"/>
                  </a:lnTo>
                  <a:lnTo>
                    <a:pt x="400202" y="509955"/>
                  </a:lnTo>
                  <a:close/>
                </a:path>
                <a:path w="1271270" h="528954">
                  <a:moveTo>
                    <a:pt x="1204353" y="303085"/>
                  </a:moveTo>
                  <a:lnTo>
                    <a:pt x="1202893" y="295846"/>
                  </a:lnTo>
                  <a:lnTo>
                    <a:pt x="1198892" y="289928"/>
                  </a:lnTo>
                  <a:lnTo>
                    <a:pt x="1192987" y="285927"/>
                  </a:lnTo>
                  <a:lnTo>
                    <a:pt x="1185735" y="284467"/>
                  </a:lnTo>
                  <a:lnTo>
                    <a:pt x="1178483" y="285927"/>
                  </a:lnTo>
                  <a:lnTo>
                    <a:pt x="1172565" y="289928"/>
                  </a:lnTo>
                  <a:lnTo>
                    <a:pt x="1168577" y="295846"/>
                  </a:lnTo>
                  <a:lnTo>
                    <a:pt x="1167117" y="303085"/>
                  </a:lnTo>
                  <a:lnTo>
                    <a:pt x="1168577" y="310337"/>
                  </a:lnTo>
                  <a:lnTo>
                    <a:pt x="1172565" y="316255"/>
                  </a:lnTo>
                  <a:lnTo>
                    <a:pt x="1178483" y="320243"/>
                  </a:lnTo>
                  <a:lnTo>
                    <a:pt x="1185735" y="321703"/>
                  </a:lnTo>
                  <a:lnTo>
                    <a:pt x="1192987" y="320243"/>
                  </a:lnTo>
                  <a:lnTo>
                    <a:pt x="1198892" y="316255"/>
                  </a:lnTo>
                  <a:lnTo>
                    <a:pt x="1202893" y="310337"/>
                  </a:lnTo>
                  <a:lnTo>
                    <a:pt x="1204353" y="303085"/>
                  </a:lnTo>
                  <a:close/>
                </a:path>
                <a:path w="1271270" h="528954">
                  <a:moveTo>
                    <a:pt x="1270939" y="18618"/>
                  </a:moveTo>
                  <a:lnTo>
                    <a:pt x="1269479" y="11366"/>
                  </a:lnTo>
                  <a:lnTo>
                    <a:pt x="1265491" y="5448"/>
                  </a:lnTo>
                  <a:lnTo>
                    <a:pt x="1259573" y="1460"/>
                  </a:lnTo>
                  <a:lnTo>
                    <a:pt x="1252321" y="0"/>
                  </a:lnTo>
                  <a:lnTo>
                    <a:pt x="1245082" y="1460"/>
                  </a:lnTo>
                  <a:lnTo>
                    <a:pt x="1239164" y="5448"/>
                  </a:lnTo>
                  <a:lnTo>
                    <a:pt x="1235176" y="11366"/>
                  </a:lnTo>
                  <a:lnTo>
                    <a:pt x="1233703" y="18618"/>
                  </a:lnTo>
                  <a:lnTo>
                    <a:pt x="1235176" y="25857"/>
                  </a:lnTo>
                  <a:lnTo>
                    <a:pt x="1239164" y="31775"/>
                  </a:lnTo>
                  <a:lnTo>
                    <a:pt x="1245082" y="35763"/>
                  </a:lnTo>
                  <a:lnTo>
                    <a:pt x="1252321" y="37236"/>
                  </a:lnTo>
                  <a:lnTo>
                    <a:pt x="1259573" y="35763"/>
                  </a:lnTo>
                  <a:lnTo>
                    <a:pt x="1265491" y="31775"/>
                  </a:lnTo>
                  <a:lnTo>
                    <a:pt x="1269479" y="25857"/>
                  </a:lnTo>
                  <a:lnTo>
                    <a:pt x="1270939" y="18618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1" name="object 251" descr=""/>
          <p:cNvGrpSpPr/>
          <p:nvPr/>
        </p:nvGrpSpPr>
        <p:grpSpPr>
          <a:xfrm>
            <a:off x="1564750" y="3500164"/>
            <a:ext cx="1226185" cy="1627505"/>
            <a:chOff x="1564750" y="3500164"/>
            <a:chExt cx="1226185" cy="1627505"/>
          </a:xfrm>
        </p:grpSpPr>
        <p:sp>
          <p:nvSpPr>
            <p:cNvPr id="252" name="object 252" descr=""/>
            <p:cNvSpPr/>
            <p:nvPr/>
          </p:nvSpPr>
          <p:spPr>
            <a:xfrm>
              <a:off x="1564750" y="3500164"/>
              <a:ext cx="1226185" cy="1627505"/>
            </a:xfrm>
            <a:custGeom>
              <a:avLst/>
              <a:gdLst/>
              <a:ahLst/>
              <a:cxnLst/>
              <a:rect l="l" t="t" r="r" b="b"/>
              <a:pathLst>
                <a:path w="1226185" h="1627504">
                  <a:moveTo>
                    <a:pt x="612860" y="0"/>
                  </a:moveTo>
                  <a:lnTo>
                    <a:pt x="0" y="1627070"/>
                  </a:lnTo>
                  <a:lnTo>
                    <a:pt x="1225721" y="1627070"/>
                  </a:lnTo>
                  <a:lnTo>
                    <a:pt x="61286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2053958" y="4451521"/>
              <a:ext cx="248285" cy="673735"/>
            </a:xfrm>
            <a:custGeom>
              <a:avLst/>
              <a:gdLst/>
              <a:ahLst/>
              <a:cxnLst/>
              <a:rect l="l" t="t" r="r" b="b"/>
              <a:pathLst>
                <a:path w="248285" h="673735">
                  <a:moveTo>
                    <a:pt x="248132" y="206209"/>
                  </a:moveTo>
                  <a:lnTo>
                    <a:pt x="230568" y="188645"/>
                  </a:lnTo>
                  <a:lnTo>
                    <a:pt x="136194" y="283032"/>
                  </a:lnTo>
                  <a:lnTo>
                    <a:pt x="136194" y="0"/>
                  </a:lnTo>
                  <a:lnTo>
                    <a:pt x="111353" y="0"/>
                  </a:lnTo>
                  <a:lnTo>
                    <a:pt x="111353" y="166154"/>
                  </a:lnTo>
                  <a:lnTo>
                    <a:pt x="17551" y="72351"/>
                  </a:lnTo>
                  <a:lnTo>
                    <a:pt x="0" y="89916"/>
                  </a:lnTo>
                  <a:lnTo>
                    <a:pt x="111353" y="201269"/>
                  </a:lnTo>
                  <a:lnTo>
                    <a:pt x="111353" y="425958"/>
                  </a:lnTo>
                  <a:lnTo>
                    <a:pt x="17551" y="332155"/>
                  </a:lnTo>
                  <a:lnTo>
                    <a:pt x="0" y="349707"/>
                  </a:lnTo>
                  <a:lnTo>
                    <a:pt x="111353" y="461073"/>
                  </a:lnTo>
                  <a:lnTo>
                    <a:pt x="111353" y="673290"/>
                  </a:lnTo>
                  <a:lnTo>
                    <a:pt x="136194" y="673290"/>
                  </a:lnTo>
                  <a:lnTo>
                    <a:pt x="136194" y="605142"/>
                  </a:lnTo>
                  <a:lnTo>
                    <a:pt x="248132" y="493204"/>
                  </a:lnTo>
                  <a:lnTo>
                    <a:pt x="230568" y="475653"/>
                  </a:lnTo>
                  <a:lnTo>
                    <a:pt x="136194" y="570026"/>
                  </a:lnTo>
                  <a:lnTo>
                    <a:pt x="136194" y="318147"/>
                  </a:lnTo>
                  <a:lnTo>
                    <a:pt x="248132" y="206209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4" name="object 254" descr=""/>
          <p:cNvGrpSpPr/>
          <p:nvPr/>
        </p:nvGrpSpPr>
        <p:grpSpPr>
          <a:xfrm>
            <a:off x="2882352" y="2243659"/>
            <a:ext cx="1226185" cy="2884170"/>
            <a:chOff x="2882352" y="2243659"/>
            <a:chExt cx="1226185" cy="2884170"/>
          </a:xfrm>
        </p:grpSpPr>
        <p:pic>
          <p:nvPicPr>
            <p:cNvPr id="255" name="object 25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882352" y="2243659"/>
              <a:ext cx="1225721" cy="2883577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3371558" y="4451521"/>
              <a:ext cx="248285" cy="673735"/>
            </a:xfrm>
            <a:custGeom>
              <a:avLst/>
              <a:gdLst/>
              <a:ahLst/>
              <a:cxnLst/>
              <a:rect l="l" t="t" r="r" b="b"/>
              <a:pathLst>
                <a:path w="248285" h="673735">
                  <a:moveTo>
                    <a:pt x="248132" y="206209"/>
                  </a:moveTo>
                  <a:lnTo>
                    <a:pt x="230568" y="188645"/>
                  </a:lnTo>
                  <a:lnTo>
                    <a:pt x="136194" y="283032"/>
                  </a:lnTo>
                  <a:lnTo>
                    <a:pt x="136194" y="0"/>
                  </a:lnTo>
                  <a:lnTo>
                    <a:pt x="111353" y="0"/>
                  </a:lnTo>
                  <a:lnTo>
                    <a:pt x="111353" y="166154"/>
                  </a:lnTo>
                  <a:lnTo>
                    <a:pt x="17551" y="72351"/>
                  </a:lnTo>
                  <a:lnTo>
                    <a:pt x="0" y="89916"/>
                  </a:lnTo>
                  <a:lnTo>
                    <a:pt x="111353" y="201269"/>
                  </a:lnTo>
                  <a:lnTo>
                    <a:pt x="111353" y="425958"/>
                  </a:lnTo>
                  <a:lnTo>
                    <a:pt x="17551" y="332155"/>
                  </a:lnTo>
                  <a:lnTo>
                    <a:pt x="0" y="349707"/>
                  </a:lnTo>
                  <a:lnTo>
                    <a:pt x="111353" y="461073"/>
                  </a:lnTo>
                  <a:lnTo>
                    <a:pt x="111353" y="673290"/>
                  </a:lnTo>
                  <a:lnTo>
                    <a:pt x="136194" y="673290"/>
                  </a:lnTo>
                  <a:lnTo>
                    <a:pt x="136194" y="605142"/>
                  </a:lnTo>
                  <a:lnTo>
                    <a:pt x="248132" y="493204"/>
                  </a:lnTo>
                  <a:lnTo>
                    <a:pt x="230568" y="475653"/>
                  </a:lnTo>
                  <a:lnTo>
                    <a:pt x="136194" y="570026"/>
                  </a:lnTo>
                  <a:lnTo>
                    <a:pt x="136194" y="318147"/>
                  </a:lnTo>
                  <a:lnTo>
                    <a:pt x="248132" y="206209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7" name="object 257" descr=""/>
          <p:cNvGrpSpPr/>
          <p:nvPr/>
        </p:nvGrpSpPr>
        <p:grpSpPr>
          <a:xfrm>
            <a:off x="15937831" y="3251853"/>
            <a:ext cx="1400810" cy="1788795"/>
            <a:chOff x="15937831" y="3251853"/>
            <a:chExt cx="1400810" cy="1788795"/>
          </a:xfrm>
        </p:grpSpPr>
        <p:sp>
          <p:nvSpPr>
            <p:cNvPr id="258" name="object 258" descr=""/>
            <p:cNvSpPr/>
            <p:nvPr/>
          </p:nvSpPr>
          <p:spPr>
            <a:xfrm>
              <a:off x="15937831" y="3251853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700282" y="0"/>
                  </a:moveTo>
                  <a:lnTo>
                    <a:pt x="652337" y="1615"/>
                  </a:lnTo>
                  <a:lnTo>
                    <a:pt x="605258" y="6392"/>
                  </a:lnTo>
                  <a:lnTo>
                    <a:pt x="559151" y="14227"/>
                  </a:lnTo>
                  <a:lnTo>
                    <a:pt x="514120" y="25014"/>
                  </a:lnTo>
                  <a:lnTo>
                    <a:pt x="470269" y="38651"/>
                  </a:lnTo>
                  <a:lnTo>
                    <a:pt x="427701" y="55032"/>
                  </a:lnTo>
                  <a:lnTo>
                    <a:pt x="386523" y="74052"/>
                  </a:lnTo>
                  <a:lnTo>
                    <a:pt x="346837" y="95609"/>
                  </a:lnTo>
                  <a:lnTo>
                    <a:pt x="308748" y="119597"/>
                  </a:lnTo>
                  <a:lnTo>
                    <a:pt x="272361" y="145913"/>
                  </a:lnTo>
                  <a:lnTo>
                    <a:pt x="237780" y="174451"/>
                  </a:lnTo>
                  <a:lnTo>
                    <a:pt x="205108" y="205108"/>
                  </a:lnTo>
                  <a:lnTo>
                    <a:pt x="174451" y="237780"/>
                  </a:lnTo>
                  <a:lnTo>
                    <a:pt x="145913" y="272361"/>
                  </a:lnTo>
                  <a:lnTo>
                    <a:pt x="119597" y="308748"/>
                  </a:lnTo>
                  <a:lnTo>
                    <a:pt x="95609" y="346837"/>
                  </a:lnTo>
                  <a:lnTo>
                    <a:pt x="74052" y="386523"/>
                  </a:lnTo>
                  <a:lnTo>
                    <a:pt x="55032" y="427701"/>
                  </a:lnTo>
                  <a:lnTo>
                    <a:pt x="38651" y="470269"/>
                  </a:lnTo>
                  <a:lnTo>
                    <a:pt x="25014" y="514120"/>
                  </a:lnTo>
                  <a:lnTo>
                    <a:pt x="14227" y="559151"/>
                  </a:lnTo>
                  <a:lnTo>
                    <a:pt x="6392" y="605258"/>
                  </a:lnTo>
                  <a:lnTo>
                    <a:pt x="1615" y="652337"/>
                  </a:lnTo>
                  <a:lnTo>
                    <a:pt x="0" y="700282"/>
                  </a:lnTo>
                  <a:lnTo>
                    <a:pt x="1615" y="748227"/>
                  </a:lnTo>
                  <a:lnTo>
                    <a:pt x="6392" y="795305"/>
                  </a:lnTo>
                  <a:lnTo>
                    <a:pt x="14227" y="841412"/>
                  </a:lnTo>
                  <a:lnTo>
                    <a:pt x="25014" y="886444"/>
                  </a:lnTo>
                  <a:lnTo>
                    <a:pt x="38651" y="930295"/>
                  </a:lnTo>
                  <a:lnTo>
                    <a:pt x="55032" y="972862"/>
                  </a:lnTo>
                  <a:lnTo>
                    <a:pt x="74052" y="1014041"/>
                  </a:lnTo>
                  <a:lnTo>
                    <a:pt x="95609" y="1053727"/>
                  </a:lnTo>
                  <a:lnTo>
                    <a:pt x="119597" y="1091815"/>
                  </a:lnTo>
                  <a:lnTo>
                    <a:pt x="145913" y="1128202"/>
                  </a:lnTo>
                  <a:lnTo>
                    <a:pt x="174451" y="1162784"/>
                  </a:lnTo>
                  <a:lnTo>
                    <a:pt x="205108" y="1195455"/>
                  </a:lnTo>
                  <a:lnTo>
                    <a:pt x="237780" y="1226112"/>
                  </a:lnTo>
                  <a:lnTo>
                    <a:pt x="272361" y="1254651"/>
                  </a:lnTo>
                  <a:lnTo>
                    <a:pt x="308748" y="1280966"/>
                  </a:lnTo>
                  <a:lnTo>
                    <a:pt x="346837" y="1304955"/>
                  </a:lnTo>
                  <a:lnTo>
                    <a:pt x="386523" y="1326511"/>
                  </a:lnTo>
                  <a:lnTo>
                    <a:pt x="427701" y="1345532"/>
                  </a:lnTo>
                  <a:lnTo>
                    <a:pt x="470269" y="1361913"/>
                  </a:lnTo>
                  <a:lnTo>
                    <a:pt x="514120" y="1375549"/>
                  </a:lnTo>
                  <a:lnTo>
                    <a:pt x="559151" y="1386337"/>
                  </a:lnTo>
                  <a:lnTo>
                    <a:pt x="605258" y="1394171"/>
                  </a:lnTo>
                  <a:lnTo>
                    <a:pt x="652337" y="1398949"/>
                  </a:lnTo>
                  <a:lnTo>
                    <a:pt x="700282" y="1400564"/>
                  </a:lnTo>
                  <a:lnTo>
                    <a:pt x="748227" y="1398949"/>
                  </a:lnTo>
                  <a:lnTo>
                    <a:pt x="795305" y="1394171"/>
                  </a:lnTo>
                  <a:lnTo>
                    <a:pt x="841412" y="1386337"/>
                  </a:lnTo>
                  <a:lnTo>
                    <a:pt x="886444" y="1375549"/>
                  </a:lnTo>
                  <a:lnTo>
                    <a:pt x="930295" y="1361913"/>
                  </a:lnTo>
                  <a:lnTo>
                    <a:pt x="972862" y="1345532"/>
                  </a:lnTo>
                  <a:lnTo>
                    <a:pt x="1014041" y="1326511"/>
                  </a:lnTo>
                  <a:lnTo>
                    <a:pt x="1053727" y="1304955"/>
                  </a:lnTo>
                  <a:lnTo>
                    <a:pt x="1091815" y="1280966"/>
                  </a:lnTo>
                  <a:lnTo>
                    <a:pt x="1128202" y="1254651"/>
                  </a:lnTo>
                  <a:lnTo>
                    <a:pt x="1162784" y="1226112"/>
                  </a:lnTo>
                  <a:lnTo>
                    <a:pt x="1195455" y="1195455"/>
                  </a:lnTo>
                  <a:lnTo>
                    <a:pt x="1226112" y="1162784"/>
                  </a:lnTo>
                  <a:lnTo>
                    <a:pt x="1254651" y="1128202"/>
                  </a:lnTo>
                  <a:lnTo>
                    <a:pt x="1280966" y="1091815"/>
                  </a:lnTo>
                  <a:lnTo>
                    <a:pt x="1304955" y="1053727"/>
                  </a:lnTo>
                  <a:lnTo>
                    <a:pt x="1326511" y="1014041"/>
                  </a:lnTo>
                  <a:lnTo>
                    <a:pt x="1345532" y="972862"/>
                  </a:lnTo>
                  <a:lnTo>
                    <a:pt x="1361913" y="930295"/>
                  </a:lnTo>
                  <a:lnTo>
                    <a:pt x="1375549" y="886444"/>
                  </a:lnTo>
                  <a:lnTo>
                    <a:pt x="1386337" y="841412"/>
                  </a:lnTo>
                  <a:lnTo>
                    <a:pt x="1394171" y="795305"/>
                  </a:lnTo>
                  <a:lnTo>
                    <a:pt x="1398949" y="748227"/>
                  </a:lnTo>
                  <a:lnTo>
                    <a:pt x="1400564" y="700282"/>
                  </a:lnTo>
                  <a:lnTo>
                    <a:pt x="1398949" y="652337"/>
                  </a:lnTo>
                  <a:lnTo>
                    <a:pt x="1394171" y="605258"/>
                  </a:lnTo>
                  <a:lnTo>
                    <a:pt x="1386337" y="559151"/>
                  </a:lnTo>
                  <a:lnTo>
                    <a:pt x="1375549" y="514120"/>
                  </a:lnTo>
                  <a:lnTo>
                    <a:pt x="1361913" y="470269"/>
                  </a:lnTo>
                  <a:lnTo>
                    <a:pt x="1345532" y="427701"/>
                  </a:lnTo>
                  <a:lnTo>
                    <a:pt x="1326511" y="386523"/>
                  </a:lnTo>
                  <a:lnTo>
                    <a:pt x="1304955" y="346837"/>
                  </a:lnTo>
                  <a:lnTo>
                    <a:pt x="1280966" y="308748"/>
                  </a:lnTo>
                  <a:lnTo>
                    <a:pt x="1254651" y="272361"/>
                  </a:lnTo>
                  <a:lnTo>
                    <a:pt x="1226112" y="237780"/>
                  </a:lnTo>
                  <a:lnTo>
                    <a:pt x="1195455" y="205108"/>
                  </a:lnTo>
                  <a:lnTo>
                    <a:pt x="1162784" y="174451"/>
                  </a:lnTo>
                  <a:lnTo>
                    <a:pt x="1128202" y="145913"/>
                  </a:lnTo>
                  <a:lnTo>
                    <a:pt x="1091815" y="119597"/>
                  </a:lnTo>
                  <a:lnTo>
                    <a:pt x="1053727" y="95609"/>
                  </a:lnTo>
                  <a:lnTo>
                    <a:pt x="1014041" y="74052"/>
                  </a:lnTo>
                  <a:lnTo>
                    <a:pt x="972862" y="55032"/>
                  </a:lnTo>
                  <a:lnTo>
                    <a:pt x="930295" y="38651"/>
                  </a:lnTo>
                  <a:lnTo>
                    <a:pt x="886444" y="25014"/>
                  </a:lnTo>
                  <a:lnTo>
                    <a:pt x="841412" y="14227"/>
                  </a:lnTo>
                  <a:lnTo>
                    <a:pt x="795305" y="6392"/>
                  </a:lnTo>
                  <a:lnTo>
                    <a:pt x="748227" y="1615"/>
                  </a:lnTo>
                  <a:lnTo>
                    <a:pt x="70028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6459111" y="4068870"/>
              <a:ext cx="358140" cy="971550"/>
            </a:xfrm>
            <a:custGeom>
              <a:avLst/>
              <a:gdLst/>
              <a:ahLst/>
              <a:cxnLst/>
              <a:rect l="l" t="t" r="r" b="b"/>
              <a:pathLst>
                <a:path w="358140" h="971550">
                  <a:moveTo>
                    <a:pt x="357987" y="129717"/>
                  </a:moveTo>
                  <a:lnTo>
                    <a:pt x="332638" y="104368"/>
                  </a:lnTo>
                  <a:lnTo>
                    <a:pt x="197332" y="239699"/>
                  </a:lnTo>
                  <a:lnTo>
                    <a:pt x="197332" y="0"/>
                  </a:lnTo>
                  <a:lnTo>
                    <a:pt x="161493" y="0"/>
                  </a:lnTo>
                  <a:lnTo>
                    <a:pt x="161493" y="408305"/>
                  </a:lnTo>
                  <a:lnTo>
                    <a:pt x="25336" y="272148"/>
                  </a:lnTo>
                  <a:lnTo>
                    <a:pt x="0" y="297497"/>
                  </a:lnTo>
                  <a:lnTo>
                    <a:pt x="161493" y="458990"/>
                  </a:lnTo>
                  <a:lnTo>
                    <a:pt x="161493" y="971334"/>
                  </a:lnTo>
                  <a:lnTo>
                    <a:pt x="197332" y="971334"/>
                  </a:lnTo>
                  <a:lnTo>
                    <a:pt x="197332" y="665162"/>
                  </a:lnTo>
                  <a:lnTo>
                    <a:pt x="357987" y="504507"/>
                  </a:lnTo>
                  <a:lnTo>
                    <a:pt x="332638" y="479171"/>
                  </a:lnTo>
                  <a:lnTo>
                    <a:pt x="197332" y="614489"/>
                  </a:lnTo>
                  <a:lnTo>
                    <a:pt x="197332" y="290372"/>
                  </a:lnTo>
                  <a:lnTo>
                    <a:pt x="357987" y="129717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 descr=""/>
          <p:cNvSpPr txBox="1"/>
          <p:nvPr/>
        </p:nvSpPr>
        <p:spPr>
          <a:xfrm>
            <a:off x="624158" y="728636"/>
            <a:ext cx="5886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Trees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14" y="4044822"/>
            <a:ext cx="17424870" cy="10504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8806" y="9177655"/>
            <a:ext cx="17427983" cy="20694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409978" y="5070690"/>
            <a:ext cx="17472025" cy="61594"/>
            <a:chOff x="1409978" y="5070690"/>
            <a:chExt cx="17472025" cy="61594"/>
          </a:xfrm>
        </p:grpSpPr>
        <p:sp>
          <p:nvSpPr>
            <p:cNvPr id="5" name="object 5" descr=""/>
            <p:cNvSpPr/>
            <p:nvPr/>
          </p:nvSpPr>
          <p:spPr>
            <a:xfrm>
              <a:off x="1409978" y="507069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12602" y="5070694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409978" y="8230619"/>
            <a:ext cx="17472025" cy="1431925"/>
            <a:chOff x="1409978" y="8230619"/>
            <a:chExt cx="17472025" cy="1431925"/>
          </a:xfrm>
        </p:grpSpPr>
        <p:sp>
          <p:nvSpPr>
            <p:cNvPr id="8" name="object 8" descr=""/>
            <p:cNvSpPr/>
            <p:nvPr/>
          </p:nvSpPr>
          <p:spPr>
            <a:xfrm>
              <a:off x="1409978" y="937567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12602" y="9375674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755144" y="8230619"/>
              <a:ext cx="1106170" cy="1108075"/>
            </a:xfrm>
            <a:custGeom>
              <a:avLst/>
              <a:gdLst/>
              <a:ahLst/>
              <a:cxnLst/>
              <a:rect l="l" t="t" r="r" b="b"/>
              <a:pathLst>
                <a:path w="1106170" h="1108075">
                  <a:moveTo>
                    <a:pt x="552946" y="0"/>
                  </a:moveTo>
                  <a:lnTo>
                    <a:pt x="505236" y="2033"/>
                  </a:lnTo>
                  <a:lnTo>
                    <a:pt x="458652" y="8022"/>
                  </a:lnTo>
                  <a:lnTo>
                    <a:pt x="413362" y="17800"/>
                  </a:lnTo>
                  <a:lnTo>
                    <a:pt x="369531" y="31201"/>
                  </a:lnTo>
                  <a:lnTo>
                    <a:pt x="327324" y="48060"/>
                  </a:lnTo>
                  <a:lnTo>
                    <a:pt x="286909" y="68209"/>
                  </a:lnTo>
                  <a:lnTo>
                    <a:pt x="248450" y="91482"/>
                  </a:lnTo>
                  <a:lnTo>
                    <a:pt x="212114" y="117713"/>
                  </a:lnTo>
                  <a:lnTo>
                    <a:pt x="178067" y="146737"/>
                  </a:lnTo>
                  <a:lnTo>
                    <a:pt x="146475" y="178385"/>
                  </a:lnTo>
                  <a:lnTo>
                    <a:pt x="117504" y="212493"/>
                  </a:lnTo>
                  <a:lnTo>
                    <a:pt x="91319" y="248895"/>
                  </a:lnTo>
                  <a:lnTo>
                    <a:pt x="68087" y="287422"/>
                  </a:lnTo>
                  <a:lnTo>
                    <a:pt x="47974" y="327911"/>
                  </a:lnTo>
                  <a:lnTo>
                    <a:pt x="31146" y="370193"/>
                  </a:lnTo>
                  <a:lnTo>
                    <a:pt x="17768" y="414104"/>
                  </a:lnTo>
                  <a:lnTo>
                    <a:pt x="8007" y="459476"/>
                  </a:lnTo>
                  <a:lnTo>
                    <a:pt x="2029" y="506144"/>
                  </a:lnTo>
                  <a:lnTo>
                    <a:pt x="0" y="553941"/>
                  </a:lnTo>
                  <a:lnTo>
                    <a:pt x="2029" y="601736"/>
                  </a:lnTo>
                  <a:lnTo>
                    <a:pt x="8007" y="648402"/>
                  </a:lnTo>
                  <a:lnTo>
                    <a:pt x="17768" y="693773"/>
                  </a:lnTo>
                  <a:lnTo>
                    <a:pt x="31146" y="737683"/>
                  </a:lnTo>
                  <a:lnTo>
                    <a:pt x="47974" y="779964"/>
                  </a:lnTo>
                  <a:lnTo>
                    <a:pt x="68087" y="820452"/>
                  </a:lnTo>
                  <a:lnTo>
                    <a:pt x="91319" y="858979"/>
                  </a:lnTo>
                  <a:lnTo>
                    <a:pt x="117504" y="895380"/>
                  </a:lnTo>
                  <a:lnTo>
                    <a:pt x="146475" y="929487"/>
                  </a:lnTo>
                  <a:lnTo>
                    <a:pt x="178067" y="961135"/>
                  </a:lnTo>
                  <a:lnTo>
                    <a:pt x="212114" y="990158"/>
                  </a:lnTo>
                  <a:lnTo>
                    <a:pt x="248450" y="1016389"/>
                  </a:lnTo>
                  <a:lnTo>
                    <a:pt x="286909" y="1039663"/>
                  </a:lnTo>
                  <a:lnTo>
                    <a:pt x="327324" y="1059811"/>
                  </a:lnTo>
                  <a:lnTo>
                    <a:pt x="369531" y="1076670"/>
                  </a:lnTo>
                  <a:lnTo>
                    <a:pt x="413362" y="1090071"/>
                  </a:lnTo>
                  <a:lnTo>
                    <a:pt x="458652" y="1099849"/>
                  </a:lnTo>
                  <a:lnTo>
                    <a:pt x="505236" y="1105838"/>
                  </a:lnTo>
                  <a:lnTo>
                    <a:pt x="552946" y="1107872"/>
                  </a:lnTo>
                  <a:lnTo>
                    <a:pt x="600656" y="1105838"/>
                  </a:lnTo>
                  <a:lnTo>
                    <a:pt x="647240" y="1099849"/>
                  </a:lnTo>
                  <a:lnTo>
                    <a:pt x="692530" y="1090071"/>
                  </a:lnTo>
                  <a:lnTo>
                    <a:pt x="736361" y="1076670"/>
                  </a:lnTo>
                  <a:lnTo>
                    <a:pt x="778568" y="1059811"/>
                  </a:lnTo>
                  <a:lnTo>
                    <a:pt x="818983" y="1039663"/>
                  </a:lnTo>
                  <a:lnTo>
                    <a:pt x="857442" y="1016389"/>
                  </a:lnTo>
                  <a:lnTo>
                    <a:pt x="893778" y="990158"/>
                  </a:lnTo>
                  <a:lnTo>
                    <a:pt x="927825" y="961135"/>
                  </a:lnTo>
                  <a:lnTo>
                    <a:pt x="959417" y="929487"/>
                  </a:lnTo>
                  <a:lnTo>
                    <a:pt x="988388" y="895380"/>
                  </a:lnTo>
                  <a:lnTo>
                    <a:pt x="1014573" y="858979"/>
                  </a:lnTo>
                  <a:lnTo>
                    <a:pt x="1037805" y="820452"/>
                  </a:lnTo>
                  <a:lnTo>
                    <a:pt x="1057918" y="779964"/>
                  </a:lnTo>
                  <a:lnTo>
                    <a:pt x="1074746" y="737683"/>
                  </a:lnTo>
                  <a:lnTo>
                    <a:pt x="1088124" y="693773"/>
                  </a:lnTo>
                  <a:lnTo>
                    <a:pt x="1097885" y="648402"/>
                  </a:lnTo>
                  <a:lnTo>
                    <a:pt x="1103863" y="601736"/>
                  </a:lnTo>
                  <a:lnTo>
                    <a:pt x="1105893" y="553941"/>
                  </a:lnTo>
                  <a:lnTo>
                    <a:pt x="1103863" y="506144"/>
                  </a:lnTo>
                  <a:lnTo>
                    <a:pt x="1097885" y="459476"/>
                  </a:lnTo>
                  <a:lnTo>
                    <a:pt x="1088124" y="414104"/>
                  </a:lnTo>
                  <a:lnTo>
                    <a:pt x="1074746" y="370193"/>
                  </a:lnTo>
                  <a:lnTo>
                    <a:pt x="1057918" y="327911"/>
                  </a:lnTo>
                  <a:lnTo>
                    <a:pt x="1037805" y="287422"/>
                  </a:lnTo>
                  <a:lnTo>
                    <a:pt x="1014573" y="248895"/>
                  </a:lnTo>
                  <a:lnTo>
                    <a:pt x="988388" y="212493"/>
                  </a:lnTo>
                  <a:lnTo>
                    <a:pt x="959417" y="178385"/>
                  </a:lnTo>
                  <a:lnTo>
                    <a:pt x="927825" y="146737"/>
                  </a:lnTo>
                  <a:lnTo>
                    <a:pt x="893778" y="117713"/>
                  </a:lnTo>
                  <a:lnTo>
                    <a:pt x="857442" y="91482"/>
                  </a:lnTo>
                  <a:lnTo>
                    <a:pt x="818983" y="68209"/>
                  </a:lnTo>
                  <a:lnTo>
                    <a:pt x="778568" y="48060"/>
                  </a:lnTo>
                  <a:lnTo>
                    <a:pt x="736361" y="31201"/>
                  </a:lnTo>
                  <a:lnTo>
                    <a:pt x="692530" y="17800"/>
                  </a:lnTo>
                  <a:lnTo>
                    <a:pt x="647240" y="8022"/>
                  </a:lnTo>
                  <a:lnTo>
                    <a:pt x="600656" y="2033"/>
                  </a:lnTo>
                  <a:lnTo>
                    <a:pt x="55294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985675" y="8645916"/>
              <a:ext cx="2908300" cy="720090"/>
            </a:xfrm>
            <a:custGeom>
              <a:avLst/>
              <a:gdLst/>
              <a:ahLst/>
              <a:cxnLst/>
              <a:rect l="l" t="t" r="r" b="b"/>
              <a:pathLst>
                <a:path w="2908300" h="720090">
                  <a:moveTo>
                    <a:pt x="1110939" y="0"/>
                  </a:moveTo>
                  <a:lnTo>
                    <a:pt x="1062494" y="2825"/>
                  </a:lnTo>
                  <a:lnTo>
                    <a:pt x="1015822" y="11078"/>
                  </a:lnTo>
                  <a:lnTo>
                    <a:pt x="971280" y="24422"/>
                  </a:lnTo>
                  <a:lnTo>
                    <a:pt x="929223" y="42520"/>
                  </a:lnTo>
                  <a:lnTo>
                    <a:pt x="890009" y="65037"/>
                  </a:lnTo>
                  <a:lnTo>
                    <a:pt x="853993" y="91635"/>
                  </a:lnTo>
                  <a:lnTo>
                    <a:pt x="821532" y="121980"/>
                  </a:lnTo>
                  <a:lnTo>
                    <a:pt x="792981" y="155735"/>
                  </a:lnTo>
                  <a:lnTo>
                    <a:pt x="768698" y="192563"/>
                  </a:lnTo>
                  <a:lnTo>
                    <a:pt x="749038" y="232128"/>
                  </a:lnTo>
                  <a:lnTo>
                    <a:pt x="734358" y="274095"/>
                  </a:lnTo>
                  <a:lnTo>
                    <a:pt x="725014" y="318126"/>
                  </a:lnTo>
                  <a:lnTo>
                    <a:pt x="689920" y="295651"/>
                  </a:lnTo>
                  <a:lnTo>
                    <a:pt x="651906" y="279229"/>
                  </a:lnTo>
                  <a:lnTo>
                    <a:pt x="611749" y="269125"/>
                  </a:lnTo>
                  <a:lnTo>
                    <a:pt x="570223" y="265604"/>
                  </a:lnTo>
                  <a:lnTo>
                    <a:pt x="526590" y="269405"/>
                  </a:lnTo>
                  <a:lnTo>
                    <a:pt x="485108" y="280422"/>
                  </a:lnTo>
                  <a:lnTo>
                    <a:pt x="446296" y="298077"/>
                  </a:lnTo>
                  <a:lnTo>
                    <a:pt x="410670" y="321792"/>
                  </a:lnTo>
                  <a:lnTo>
                    <a:pt x="378747" y="350990"/>
                  </a:lnTo>
                  <a:lnTo>
                    <a:pt x="351045" y="385092"/>
                  </a:lnTo>
                  <a:lnTo>
                    <a:pt x="328081" y="423521"/>
                  </a:lnTo>
                  <a:lnTo>
                    <a:pt x="310371" y="465699"/>
                  </a:lnTo>
                  <a:lnTo>
                    <a:pt x="298434" y="511047"/>
                  </a:lnTo>
                  <a:lnTo>
                    <a:pt x="292786" y="558988"/>
                  </a:lnTo>
                  <a:lnTo>
                    <a:pt x="268547" y="544778"/>
                  </a:lnTo>
                  <a:lnTo>
                    <a:pt x="215360" y="528178"/>
                  </a:lnTo>
                  <a:lnTo>
                    <a:pt x="137543" y="532852"/>
                  </a:lnTo>
                  <a:lnTo>
                    <a:pt x="92790" y="551973"/>
                  </a:lnTo>
                  <a:lnTo>
                    <a:pt x="54873" y="581632"/>
                  </a:lnTo>
                  <a:lnTo>
                    <a:pt x="25579" y="620026"/>
                  </a:lnTo>
                  <a:lnTo>
                    <a:pt x="6692" y="665347"/>
                  </a:lnTo>
                  <a:lnTo>
                    <a:pt x="0" y="715789"/>
                  </a:lnTo>
                  <a:lnTo>
                    <a:pt x="0" y="719643"/>
                  </a:lnTo>
                  <a:lnTo>
                    <a:pt x="2907712" y="719747"/>
                  </a:lnTo>
                  <a:lnTo>
                    <a:pt x="2907712" y="703203"/>
                  </a:lnTo>
                  <a:lnTo>
                    <a:pt x="2875867" y="634823"/>
                  </a:lnTo>
                  <a:lnTo>
                    <a:pt x="2828960" y="575741"/>
                  </a:lnTo>
                  <a:lnTo>
                    <a:pt x="2788490" y="542544"/>
                  </a:lnTo>
                  <a:lnTo>
                    <a:pt x="2743080" y="517617"/>
                  </a:lnTo>
                  <a:lnTo>
                    <a:pt x="2693571" y="501941"/>
                  </a:lnTo>
                  <a:lnTo>
                    <a:pt x="2640809" y="496497"/>
                  </a:lnTo>
                  <a:lnTo>
                    <a:pt x="2606332" y="498823"/>
                  </a:lnTo>
                  <a:lnTo>
                    <a:pt x="2572615" y="505658"/>
                  </a:lnTo>
                  <a:lnTo>
                    <a:pt x="2540095" y="516881"/>
                  </a:lnTo>
                  <a:lnTo>
                    <a:pt x="2509211" y="532371"/>
                  </a:lnTo>
                  <a:lnTo>
                    <a:pt x="2492011" y="486500"/>
                  </a:lnTo>
                  <a:lnTo>
                    <a:pt x="2468878" y="444603"/>
                  </a:lnTo>
                  <a:lnTo>
                    <a:pt x="2440401" y="407339"/>
                  </a:lnTo>
                  <a:lnTo>
                    <a:pt x="2407170" y="375370"/>
                  </a:lnTo>
                  <a:lnTo>
                    <a:pt x="2369773" y="349356"/>
                  </a:lnTo>
                  <a:lnTo>
                    <a:pt x="2328801" y="329956"/>
                  </a:lnTo>
                  <a:lnTo>
                    <a:pt x="2284843" y="317832"/>
                  </a:lnTo>
                  <a:lnTo>
                    <a:pt x="2238486" y="313644"/>
                  </a:lnTo>
                  <a:lnTo>
                    <a:pt x="2192695" y="317729"/>
                  </a:lnTo>
                  <a:lnTo>
                    <a:pt x="2149232" y="329558"/>
                  </a:lnTo>
                  <a:lnTo>
                    <a:pt x="2108668" y="348496"/>
                  </a:lnTo>
                  <a:lnTo>
                    <a:pt x="2071572" y="373905"/>
                  </a:lnTo>
                  <a:lnTo>
                    <a:pt x="2038513" y="405149"/>
                  </a:lnTo>
                  <a:lnTo>
                    <a:pt x="2010060" y="441591"/>
                  </a:lnTo>
                  <a:lnTo>
                    <a:pt x="1986784" y="482595"/>
                  </a:lnTo>
                  <a:lnTo>
                    <a:pt x="1969252" y="527524"/>
                  </a:lnTo>
                  <a:lnTo>
                    <a:pt x="1958034" y="575741"/>
                  </a:lnTo>
                  <a:lnTo>
                    <a:pt x="1763621" y="575741"/>
                  </a:lnTo>
                  <a:lnTo>
                    <a:pt x="1743696" y="529640"/>
                  </a:lnTo>
                  <a:lnTo>
                    <a:pt x="1712162" y="490784"/>
                  </a:lnTo>
                  <a:lnTo>
                    <a:pt x="1674825" y="458849"/>
                  </a:lnTo>
                  <a:lnTo>
                    <a:pt x="1632569" y="434820"/>
                  </a:lnTo>
                  <a:lnTo>
                    <a:pt x="1586277" y="419681"/>
                  </a:lnTo>
                  <a:lnTo>
                    <a:pt x="1536832" y="414416"/>
                  </a:lnTo>
                  <a:lnTo>
                    <a:pt x="1526910" y="414630"/>
                  </a:lnTo>
                  <a:lnTo>
                    <a:pt x="1517007" y="415255"/>
                  </a:lnTo>
                  <a:lnTo>
                    <a:pt x="1507137" y="416291"/>
                  </a:lnTo>
                  <a:lnTo>
                    <a:pt x="1497315" y="417735"/>
                  </a:lnTo>
                  <a:lnTo>
                    <a:pt x="1498762" y="405704"/>
                  </a:lnTo>
                  <a:lnTo>
                    <a:pt x="1499801" y="393634"/>
                  </a:lnTo>
                  <a:lnTo>
                    <a:pt x="1500429" y="381536"/>
                  </a:lnTo>
                  <a:lnTo>
                    <a:pt x="1500645" y="369423"/>
                  </a:lnTo>
                  <a:lnTo>
                    <a:pt x="1497608" y="323090"/>
                  </a:lnTo>
                  <a:lnTo>
                    <a:pt x="1488740" y="278472"/>
                  </a:lnTo>
                  <a:lnTo>
                    <a:pt x="1474408" y="235917"/>
                  </a:lnTo>
                  <a:lnTo>
                    <a:pt x="1454977" y="195770"/>
                  </a:lnTo>
                  <a:lnTo>
                    <a:pt x="1430811" y="158378"/>
                  </a:lnTo>
                  <a:lnTo>
                    <a:pt x="1402278" y="124087"/>
                  </a:lnTo>
                  <a:lnTo>
                    <a:pt x="1369742" y="93245"/>
                  </a:lnTo>
                  <a:lnTo>
                    <a:pt x="1333569" y="66197"/>
                  </a:lnTo>
                  <a:lnTo>
                    <a:pt x="1294124" y="43290"/>
                  </a:lnTo>
                  <a:lnTo>
                    <a:pt x="1251773" y="24870"/>
                  </a:lnTo>
                  <a:lnTo>
                    <a:pt x="1206882" y="11284"/>
                  </a:lnTo>
                  <a:lnTo>
                    <a:pt x="1159815" y="2878"/>
                  </a:lnTo>
                  <a:lnTo>
                    <a:pt x="111093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22640" y="9430669"/>
              <a:ext cx="231532" cy="23152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29067" y="9425932"/>
              <a:ext cx="92332" cy="9233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69512" y="9160473"/>
              <a:ext cx="92332" cy="9233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133323" y="9253120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5" h="61595">
                  <a:moveTo>
                    <a:pt x="30679" y="0"/>
                  </a:moveTo>
                  <a:lnTo>
                    <a:pt x="18738" y="2411"/>
                  </a:lnTo>
                  <a:lnTo>
                    <a:pt x="8986" y="8986"/>
                  </a:lnTo>
                  <a:lnTo>
                    <a:pt x="2411" y="18738"/>
                  </a:lnTo>
                  <a:lnTo>
                    <a:pt x="0" y="30679"/>
                  </a:lnTo>
                  <a:lnTo>
                    <a:pt x="2411" y="42620"/>
                  </a:lnTo>
                  <a:lnTo>
                    <a:pt x="8986" y="52372"/>
                  </a:lnTo>
                  <a:lnTo>
                    <a:pt x="18738" y="58948"/>
                  </a:lnTo>
                  <a:lnTo>
                    <a:pt x="30679" y="61359"/>
                  </a:lnTo>
                  <a:lnTo>
                    <a:pt x="42620" y="58948"/>
                  </a:lnTo>
                  <a:lnTo>
                    <a:pt x="52372" y="52372"/>
                  </a:lnTo>
                  <a:lnTo>
                    <a:pt x="58948" y="42620"/>
                  </a:lnTo>
                  <a:lnTo>
                    <a:pt x="61359" y="30679"/>
                  </a:lnTo>
                  <a:lnTo>
                    <a:pt x="58948" y="18738"/>
                  </a:lnTo>
                  <a:lnTo>
                    <a:pt x="52372" y="8986"/>
                  </a:lnTo>
                  <a:lnTo>
                    <a:pt x="42620" y="2411"/>
                  </a:lnTo>
                  <a:lnTo>
                    <a:pt x="30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35890" y="8850759"/>
              <a:ext cx="126257" cy="126257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7102776" y="4257737"/>
            <a:ext cx="1073150" cy="838200"/>
            <a:chOff x="7102776" y="4257737"/>
            <a:chExt cx="1073150" cy="838200"/>
          </a:xfrm>
        </p:grpSpPr>
        <p:sp>
          <p:nvSpPr>
            <p:cNvPr id="18" name="object 18" descr=""/>
            <p:cNvSpPr/>
            <p:nvPr/>
          </p:nvSpPr>
          <p:spPr>
            <a:xfrm>
              <a:off x="7120675" y="4257920"/>
              <a:ext cx="1041400" cy="837565"/>
            </a:xfrm>
            <a:custGeom>
              <a:avLst/>
              <a:gdLst/>
              <a:ahLst/>
              <a:cxnLst/>
              <a:rect l="l" t="t" r="r" b="b"/>
              <a:pathLst>
                <a:path w="1041400" h="837564">
                  <a:moveTo>
                    <a:pt x="520560" y="0"/>
                  </a:moveTo>
                  <a:lnTo>
                    <a:pt x="475643" y="2173"/>
                  </a:lnTo>
                  <a:lnTo>
                    <a:pt x="431788" y="8577"/>
                  </a:lnTo>
                  <a:lnTo>
                    <a:pt x="389150" y="19032"/>
                  </a:lnTo>
                  <a:lnTo>
                    <a:pt x="347886" y="33361"/>
                  </a:lnTo>
                  <a:lnTo>
                    <a:pt x="308152" y="51385"/>
                  </a:lnTo>
                  <a:lnTo>
                    <a:pt x="270103" y="72929"/>
                  </a:lnTo>
                  <a:lnTo>
                    <a:pt x="233897" y="97812"/>
                  </a:lnTo>
                  <a:lnTo>
                    <a:pt x="199690" y="125859"/>
                  </a:lnTo>
                  <a:lnTo>
                    <a:pt x="167637" y="156890"/>
                  </a:lnTo>
                  <a:lnTo>
                    <a:pt x="137895" y="190728"/>
                  </a:lnTo>
                  <a:lnTo>
                    <a:pt x="110621" y="227196"/>
                  </a:lnTo>
                  <a:lnTo>
                    <a:pt x="85970" y="266116"/>
                  </a:lnTo>
                  <a:lnTo>
                    <a:pt x="64099" y="307309"/>
                  </a:lnTo>
                  <a:lnTo>
                    <a:pt x="45164" y="350598"/>
                  </a:lnTo>
                  <a:lnTo>
                    <a:pt x="29322" y="395806"/>
                  </a:lnTo>
                  <a:lnTo>
                    <a:pt x="16728" y="442754"/>
                  </a:lnTo>
                  <a:lnTo>
                    <a:pt x="7538" y="491265"/>
                  </a:lnTo>
                  <a:lnTo>
                    <a:pt x="1910" y="541161"/>
                  </a:lnTo>
                  <a:lnTo>
                    <a:pt x="0" y="592264"/>
                  </a:lnTo>
                  <a:lnTo>
                    <a:pt x="2810" y="621099"/>
                  </a:lnTo>
                  <a:lnTo>
                    <a:pt x="24248" y="673363"/>
                  </a:lnTo>
                  <a:lnTo>
                    <a:pt x="64459" y="718418"/>
                  </a:lnTo>
                  <a:lnTo>
                    <a:pt x="120661" y="756265"/>
                  </a:lnTo>
                  <a:lnTo>
                    <a:pt x="190074" y="786902"/>
                  </a:lnTo>
                  <a:lnTo>
                    <a:pt x="228866" y="799518"/>
                  </a:lnTo>
                  <a:lnTo>
                    <a:pt x="269917" y="810331"/>
                  </a:lnTo>
                  <a:lnTo>
                    <a:pt x="312880" y="819342"/>
                  </a:lnTo>
                  <a:lnTo>
                    <a:pt x="357407" y="826551"/>
                  </a:lnTo>
                  <a:lnTo>
                    <a:pt x="403152" y="831957"/>
                  </a:lnTo>
                  <a:lnTo>
                    <a:pt x="449765" y="835562"/>
                  </a:lnTo>
                  <a:lnTo>
                    <a:pt x="496900" y="837364"/>
                  </a:lnTo>
                  <a:lnTo>
                    <a:pt x="544209" y="837364"/>
                  </a:lnTo>
                  <a:lnTo>
                    <a:pt x="591344" y="835562"/>
                  </a:lnTo>
                  <a:lnTo>
                    <a:pt x="637957" y="831957"/>
                  </a:lnTo>
                  <a:lnTo>
                    <a:pt x="683701" y="826551"/>
                  </a:lnTo>
                  <a:lnTo>
                    <a:pt x="728229" y="819342"/>
                  </a:lnTo>
                  <a:lnTo>
                    <a:pt x="771192" y="810331"/>
                  </a:lnTo>
                  <a:lnTo>
                    <a:pt x="812243" y="799518"/>
                  </a:lnTo>
                  <a:lnTo>
                    <a:pt x="851034" y="786902"/>
                  </a:lnTo>
                  <a:lnTo>
                    <a:pt x="887218" y="772485"/>
                  </a:lnTo>
                  <a:lnTo>
                    <a:pt x="950374" y="738243"/>
                  </a:lnTo>
                  <a:lnTo>
                    <a:pt x="998928" y="696792"/>
                  </a:lnTo>
                  <a:lnTo>
                    <a:pt x="1030100" y="648133"/>
                  </a:lnTo>
                  <a:lnTo>
                    <a:pt x="1041109" y="592264"/>
                  </a:lnTo>
                  <a:lnTo>
                    <a:pt x="1039198" y="541161"/>
                  </a:lnTo>
                  <a:lnTo>
                    <a:pt x="1033570" y="491265"/>
                  </a:lnTo>
                  <a:lnTo>
                    <a:pt x="1024381" y="442754"/>
                  </a:lnTo>
                  <a:lnTo>
                    <a:pt x="1011787" y="395806"/>
                  </a:lnTo>
                  <a:lnTo>
                    <a:pt x="995945" y="350598"/>
                  </a:lnTo>
                  <a:lnTo>
                    <a:pt x="977010" y="307309"/>
                  </a:lnTo>
                  <a:lnTo>
                    <a:pt x="955139" y="266116"/>
                  </a:lnTo>
                  <a:lnTo>
                    <a:pt x="930489" y="227196"/>
                  </a:lnTo>
                  <a:lnTo>
                    <a:pt x="903215" y="190728"/>
                  </a:lnTo>
                  <a:lnTo>
                    <a:pt x="873473" y="156890"/>
                  </a:lnTo>
                  <a:lnTo>
                    <a:pt x="841421" y="125859"/>
                  </a:lnTo>
                  <a:lnTo>
                    <a:pt x="807214" y="97812"/>
                  </a:lnTo>
                  <a:lnTo>
                    <a:pt x="771009" y="72929"/>
                  </a:lnTo>
                  <a:lnTo>
                    <a:pt x="732961" y="51385"/>
                  </a:lnTo>
                  <a:lnTo>
                    <a:pt x="693228" y="33361"/>
                  </a:lnTo>
                  <a:lnTo>
                    <a:pt x="651964" y="19032"/>
                  </a:lnTo>
                  <a:lnTo>
                    <a:pt x="609328" y="8577"/>
                  </a:lnTo>
                  <a:lnTo>
                    <a:pt x="565474" y="2173"/>
                  </a:lnTo>
                  <a:lnTo>
                    <a:pt x="520560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515679" y="4257737"/>
              <a:ext cx="646430" cy="838200"/>
            </a:xfrm>
            <a:custGeom>
              <a:avLst/>
              <a:gdLst/>
              <a:ahLst/>
              <a:cxnLst/>
              <a:rect l="l" t="t" r="r" b="b"/>
              <a:pathLst>
                <a:path w="646429" h="838200">
                  <a:moveTo>
                    <a:pt x="126824" y="0"/>
                  </a:moveTo>
                  <a:lnTo>
                    <a:pt x="84892" y="1872"/>
                  </a:lnTo>
                  <a:lnTo>
                    <a:pt x="42566" y="7705"/>
                  </a:lnTo>
                  <a:lnTo>
                    <a:pt x="0" y="17631"/>
                  </a:lnTo>
                  <a:lnTo>
                    <a:pt x="43547" y="24349"/>
                  </a:lnTo>
                  <a:lnTo>
                    <a:pt x="85877" y="35064"/>
                  </a:lnTo>
                  <a:lnTo>
                    <a:pt x="126835" y="49600"/>
                  </a:lnTo>
                  <a:lnTo>
                    <a:pt x="166267" y="67783"/>
                  </a:lnTo>
                  <a:lnTo>
                    <a:pt x="204018" y="89437"/>
                  </a:lnTo>
                  <a:lnTo>
                    <a:pt x="239936" y="114388"/>
                  </a:lnTo>
                  <a:lnTo>
                    <a:pt x="273866" y="142461"/>
                  </a:lnTo>
                  <a:lnTo>
                    <a:pt x="305654" y="173480"/>
                  </a:lnTo>
                  <a:lnTo>
                    <a:pt x="335145" y="207271"/>
                  </a:lnTo>
                  <a:lnTo>
                    <a:pt x="362186" y="243658"/>
                  </a:lnTo>
                  <a:lnTo>
                    <a:pt x="386623" y="282467"/>
                  </a:lnTo>
                  <a:lnTo>
                    <a:pt x="408301" y="323522"/>
                  </a:lnTo>
                  <a:lnTo>
                    <a:pt x="427067" y="366648"/>
                  </a:lnTo>
                  <a:lnTo>
                    <a:pt x="442766" y="411671"/>
                  </a:lnTo>
                  <a:lnTo>
                    <a:pt x="455245" y="458415"/>
                  </a:lnTo>
                  <a:lnTo>
                    <a:pt x="464349" y="506706"/>
                  </a:lnTo>
                  <a:lnTo>
                    <a:pt x="469925" y="556368"/>
                  </a:lnTo>
                  <a:lnTo>
                    <a:pt x="471818" y="607226"/>
                  </a:lnTo>
                  <a:lnTo>
                    <a:pt x="466496" y="646589"/>
                  </a:lnTo>
                  <a:lnTo>
                    <a:pt x="451141" y="682511"/>
                  </a:lnTo>
                  <a:lnTo>
                    <a:pt x="426671" y="714991"/>
                  </a:lnTo>
                  <a:lnTo>
                    <a:pt x="394003" y="744031"/>
                  </a:lnTo>
                  <a:lnTo>
                    <a:pt x="354053" y="769630"/>
                  </a:lnTo>
                  <a:lnTo>
                    <a:pt x="307738" y="791790"/>
                  </a:lnTo>
                  <a:lnTo>
                    <a:pt x="255976" y="810511"/>
                  </a:lnTo>
                  <a:lnTo>
                    <a:pt x="199682" y="825794"/>
                  </a:lnTo>
                  <a:lnTo>
                    <a:pt x="139775" y="837638"/>
                  </a:lnTo>
                  <a:lnTo>
                    <a:pt x="198532" y="835563"/>
                  </a:lnTo>
                  <a:lnTo>
                    <a:pt x="256453" y="830692"/>
                  </a:lnTo>
                  <a:lnTo>
                    <a:pt x="312867" y="823025"/>
                  </a:lnTo>
                  <a:lnTo>
                    <a:pt x="367101" y="812560"/>
                  </a:lnTo>
                  <a:lnTo>
                    <a:pt x="418482" y="799298"/>
                  </a:lnTo>
                  <a:lnTo>
                    <a:pt x="466338" y="783238"/>
                  </a:lnTo>
                  <a:lnTo>
                    <a:pt x="509995" y="764381"/>
                  </a:lnTo>
                  <a:lnTo>
                    <a:pt x="548782" y="742724"/>
                  </a:lnTo>
                  <a:lnTo>
                    <a:pt x="582024" y="718269"/>
                  </a:lnTo>
                  <a:lnTo>
                    <a:pt x="609051" y="691014"/>
                  </a:lnTo>
                  <a:lnTo>
                    <a:pt x="641764" y="628106"/>
                  </a:lnTo>
                  <a:lnTo>
                    <a:pt x="646105" y="592451"/>
                  </a:lnTo>
                  <a:lnTo>
                    <a:pt x="644321" y="542640"/>
                  </a:lnTo>
                  <a:lnTo>
                    <a:pt x="639069" y="494167"/>
                  </a:lnTo>
                  <a:lnTo>
                    <a:pt x="630503" y="447164"/>
                  </a:lnTo>
                  <a:lnTo>
                    <a:pt x="618778" y="401761"/>
                  </a:lnTo>
                  <a:lnTo>
                    <a:pt x="604046" y="358089"/>
                  </a:lnTo>
                  <a:lnTo>
                    <a:pt x="586462" y="316280"/>
                  </a:lnTo>
                  <a:lnTo>
                    <a:pt x="566180" y="276466"/>
                  </a:lnTo>
                  <a:lnTo>
                    <a:pt x="543352" y="238776"/>
                  </a:lnTo>
                  <a:lnTo>
                    <a:pt x="518132" y="203342"/>
                  </a:lnTo>
                  <a:lnTo>
                    <a:pt x="490675" y="170296"/>
                  </a:lnTo>
                  <a:lnTo>
                    <a:pt x="461133" y="139769"/>
                  </a:lnTo>
                  <a:lnTo>
                    <a:pt x="429661" y="111891"/>
                  </a:lnTo>
                  <a:lnTo>
                    <a:pt x="396412" y="86794"/>
                  </a:lnTo>
                  <a:lnTo>
                    <a:pt x="361540" y="64610"/>
                  </a:lnTo>
                  <a:lnTo>
                    <a:pt x="325198" y="45468"/>
                  </a:lnTo>
                  <a:lnTo>
                    <a:pt x="287540" y="29501"/>
                  </a:lnTo>
                  <a:lnTo>
                    <a:pt x="248720" y="16839"/>
                  </a:lnTo>
                  <a:lnTo>
                    <a:pt x="208892" y="7614"/>
                  </a:lnTo>
                  <a:lnTo>
                    <a:pt x="168208" y="1957"/>
                  </a:lnTo>
                  <a:lnTo>
                    <a:pt x="126824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32006" y="4883706"/>
              <a:ext cx="158115" cy="55880"/>
            </a:xfrm>
            <a:custGeom>
              <a:avLst/>
              <a:gdLst/>
              <a:ahLst/>
              <a:cxnLst/>
              <a:rect l="l" t="t" r="r" b="b"/>
              <a:pathLst>
                <a:path w="158115" h="55879">
                  <a:moveTo>
                    <a:pt x="81331" y="0"/>
                  </a:moveTo>
                  <a:lnTo>
                    <a:pt x="39453" y="3251"/>
                  </a:lnTo>
                  <a:lnTo>
                    <a:pt x="0" y="20786"/>
                  </a:lnTo>
                  <a:lnTo>
                    <a:pt x="35654" y="45063"/>
                  </a:lnTo>
                  <a:lnTo>
                    <a:pt x="76266" y="55749"/>
                  </a:lnTo>
                  <a:lnTo>
                    <a:pt x="118143" y="52498"/>
                  </a:lnTo>
                  <a:lnTo>
                    <a:pt x="157597" y="34963"/>
                  </a:lnTo>
                  <a:lnTo>
                    <a:pt x="121942" y="10686"/>
                  </a:lnTo>
                  <a:lnTo>
                    <a:pt x="8133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72821" y="4758011"/>
              <a:ext cx="132205" cy="11023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9929" y="4569209"/>
              <a:ext cx="79348" cy="6526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99959" y="4596402"/>
              <a:ext cx="77547" cy="11616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832923" y="5000141"/>
              <a:ext cx="115570" cy="41275"/>
            </a:xfrm>
            <a:custGeom>
              <a:avLst/>
              <a:gdLst/>
              <a:ahLst/>
              <a:cxnLst/>
              <a:rect l="l" t="t" r="r" b="b"/>
              <a:pathLst>
                <a:path w="115570" h="41275">
                  <a:moveTo>
                    <a:pt x="57689" y="0"/>
                  </a:moveTo>
                  <a:lnTo>
                    <a:pt x="27489" y="5149"/>
                  </a:lnTo>
                  <a:lnTo>
                    <a:pt x="0" y="20513"/>
                  </a:lnTo>
                  <a:lnTo>
                    <a:pt x="27516" y="35769"/>
                  </a:lnTo>
                  <a:lnTo>
                    <a:pt x="57724" y="40824"/>
                  </a:lnTo>
                  <a:lnTo>
                    <a:pt x="87922" y="35674"/>
                  </a:lnTo>
                  <a:lnTo>
                    <a:pt x="115410" y="20314"/>
                  </a:lnTo>
                  <a:lnTo>
                    <a:pt x="87897" y="5057"/>
                  </a:lnTo>
                  <a:lnTo>
                    <a:pt x="5768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02776" y="4793593"/>
              <a:ext cx="57150" cy="97155"/>
            </a:xfrm>
            <a:custGeom>
              <a:avLst/>
              <a:gdLst/>
              <a:ahLst/>
              <a:cxnLst/>
              <a:rect l="l" t="t" r="r" b="b"/>
              <a:pathLst>
                <a:path w="57150" h="97154">
                  <a:moveTo>
                    <a:pt x="0" y="0"/>
                  </a:moveTo>
                  <a:lnTo>
                    <a:pt x="703" y="30685"/>
                  </a:lnTo>
                  <a:lnTo>
                    <a:pt x="11324" y="58616"/>
                  </a:lnTo>
                  <a:lnTo>
                    <a:pt x="30536" y="81512"/>
                  </a:lnTo>
                  <a:lnTo>
                    <a:pt x="57013" y="97096"/>
                  </a:lnTo>
                  <a:lnTo>
                    <a:pt x="56310" y="66411"/>
                  </a:lnTo>
                  <a:lnTo>
                    <a:pt x="45689" y="38480"/>
                  </a:lnTo>
                  <a:lnTo>
                    <a:pt x="26477" y="15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17692" y="4904213"/>
              <a:ext cx="157995" cy="6960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7618" y="4700486"/>
              <a:ext cx="76029" cy="12314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384275" y="4424508"/>
              <a:ext cx="469900" cy="640080"/>
            </a:xfrm>
            <a:custGeom>
              <a:avLst/>
              <a:gdLst/>
              <a:ahLst/>
              <a:cxnLst/>
              <a:rect l="l" t="t" r="r" b="b"/>
              <a:pathLst>
                <a:path w="469900" h="640079">
                  <a:moveTo>
                    <a:pt x="139915" y="630593"/>
                  </a:moveTo>
                  <a:lnTo>
                    <a:pt x="111696" y="602856"/>
                  </a:lnTo>
                  <a:lnTo>
                    <a:pt x="76796" y="586562"/>
                  </a:lnTo>
                  <a:lnTo>
                    <a:pt x="38468" y="582650"/>
                  </a:lnTo>
                  <a:lnTo>
                    <a:pt x="0" y="592023"/>
                  </a:lnTo>
                  <a:lnTo>
                    <a:pt x="28206" y="619760"/>
                  </a:lnTo>
                  <a:lnTo>
                    <a:pt x="63106" y="636054"/>
                  </a:lnTo>
                  <a:lnTo>
                    <a:pt x="101434" y="639965"/>
                  </a:lnTo>
                  <a:lnTo>
                    <a:pt x="139915" y="630593"/>
                  </a:lnTo>
                  <a:close/>
                </a:path>
                <a:path w="469900" h="640079">
                  <a:moveTo>
                    <a:pt x="469430" y="31254"/>
                  </a:moveTo>
                  <a:lnTo>
                    <a:pt x="467664" y="0"/>
                  </a:lnTo>
                  <a:lnTo>
                    <a:pt x="442048" y="17957"/>
                  </a:lnTo>
                  <a:lnTo>
                    <a:pt x="424370" y="42748"/>
                  </a:lnTo>
                  <a:lnTo>
                    <a:pt x="415823" y="71983"/>
                  </a:lnTo>
                  <a:lnTo>
                    <a:pt x="417588" y="103251"/>
                  </a:lnTo>
                  <a:lnTo>
                    <a:pt x="443204" y="85293"/>
                  </a:lnTo>
                  <a:lnTo>
                    <a:pt x="460883" y="60490"/>
                  </a:lnTo>
                  <a:lnTo>
                    <a:pt x="469430" y="31254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42755" y="4758796"/>
              <a:ext cx="74291" cy="15278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043152" y="4476123"/>
              <a:ext cx="45085" cy="125730"/>
            </a:xfrm>
            <a:custGeom>
              <a:avLst/>
              <a:gdLst/>
              <a:ahLst/>
              <a:cxnLst/>
              <a:rect l="l" t="t" r="r" b="b"/>
              <a:pathLst>
                <a:path w="45084" h="125729">
                  <a:moveTo>
                    <a:pt x="21717" y="0"/>
                  </a:moveTo>
                  <a:lnTo>
                    <a:pt x="5292" y="30079"/>
                  </a:lnTo>
                  <a:lnTo>
                    <a:pt x="0" y="63021"/>
                  </a:lnTo>
                  <a:lnTo>
                    <a:pt x="5825" y="95881"/>
                  </a:lnTo>
                  <a:lnTo>
                    <a:pt x="22754" y="125713"/>
                  </a:lnTo>
                  <a:lnTo>
                    <a:pt x="39179" y="95633"/>
                  </a:lnTo>
                  <a:lnTo>
                    <a:pt x="44472" y="62691"/>
                  </a:lnTo>
                  <a:lnTo>
                    <a:pt x="38646" y="29832"/>
                  </a:lnTo>
                  <a:lnTo>
                    <a:pt x="21717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60888" y="4399343"/>
              <a:ext cx="100330" cy="55244"/>
            </a:xfrm>
            <a:custGeom>
              <a:avLst/>
              <a:gdLst/>
              <a:ahLst/>
              <a:cxnLst/>
              <a:rect l="l" t="t" r="r" b="b"/>
              <a:pathLst>
                <a:path w="100329" h="55245">
                  <a:moveTo>
                    <a:pt x="31047" y="0"/>
                  </a:moveTo>
                  <a:lnTo>
                    <a:pt x="0" y="230"/>
                  </a:lnTo>
                  <a:lnTo>
                    <a:pt x="16534" y="26474"/>
                  </a:lnTo>
                  <a:lnTo>
                    <a:pt x="40239" y="45183"/>
                  </a:lnTo>
                  <a:lnTo>
                    <a:pt x="68781" y="55066"/>
                  </a:lnTo>
                  <a:lnTo>
                    <a:pt x="99829" y="54836"/>
                  </a:lnTo>
                  <a:lnTo>
                    <a:pt x="83294" y="28591"/>
                  </a:lnTo>
                  <a:lnTo>
                    <a:pt x="59589" y="9883"/>
                  </a:lnTo>
                  <a:lnTo>
                    <a:pt x="31047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20707" y="4335135"/>
              <a:ext cx="65914" cy="10465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124387" y="4566436"/>
              <a:ext cx="142875" cy="51435"/>
            </a:xfrm>
            <a:custGeom>
              <a:avLst/>
              <a:gdLst/>
              <a:ahLst/>
              <a:cxnLst/>
              <a:rect l="l" t="t" r="r" b="b"/>
              <a:pathLst>
                <a:path w="142875" h="51435">
                  <a:moveTo>
                    <a:pt x="37412" y="0"/>
                  </a:moveTo>
                  <a:lnTo>
                    <a:pt x="0" y="12775"/>
                  </a:lnTo>
                  <a:lnTo>
                    <a:pt x="30540" y="37818"/>
                  </a:lnTo>
                  <a:lnTo>
                    <a:pt x="66707" y="50874"/>
                  </a:lnTo>
                  <a:lnTo>
                    <a:pt x="105163" y="51325"/>
                  </a:lnTo>
                  <a:lnTo>
                    <a:pt x="142571" y="38555"/>
                  </a:lnTo>
                  <a:lnTo>
                    <a:pt x="112032" y="13506"/>
                  </a:lnTo>
                  <a:lnTo>
                    <a:pt x="75868" y="448"/>
                  </a:lnTo>
                  <a:lnTo>
                    <a:pt x="37412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181507" y="4329448"/>
              <a:ext cx="440055" cy="459740"/>
            </a:xfrm>
            <a:custGeom>
              <a:avLst/>
              <a:gdLst/>
              <a:ahLst/>
              <a:cxnLst/>
              <a:rect l="l" t="t" r="r" b="b"/>
              <a:pathLst>
                <a:path w="440054" h="459739">
                  <a:moveTo>
                    <a:pt x="151650" y="423989"/>
                  </a:moveTo>
                  <a:lnTo>
                    <a:pt x="113233" y="408000"/>
                  </a:lnTo>
                  <a:lnTo>
                    <a:pt x="72796" y="405790"/>
                  </a:lnTo>
                  <a:lnTo>
                    <a:pt x="33858" y="417004"/>
                  </a:lnTo>
                  <a:lnTo>
                    <a:pt x="0" y="441236"/>
                  </a:lnTo>
                  <a:lnTo>
                    <a:pt x="38404" y="457238"/>
                  </a:lnTo>
                  <a:lnTo>
                    <a:pt x="78841" y="459447"/>
                  </a:lnTo>
                  <a:lnTo>
                    <a:pt x="117779" y="448233"/>
                  </a:lnTo>
                  <a:lnTo>
                    <a:pt x="151650" y="423989"/>
                  </a:lnTo>
                  <a:close/>
                </a:path>
                <a:path w="440054" h="459739">
                  <a:moveTo>
                    <a:pt x="329755" y="65303"/>
                  </a:moveTo>
                  <a:lnTo>
                    <a:pt x="327418" y="31724"/>
                  </a:lnTo>
                  <a:lnTo>
                    <a:pt x="313613" y="0"/>
                  </a:lnTo>
                  <a:lnTo>
                    <a:pt x="293928" y="28409"/>
                  </a:lnTo>
                  <a:lnTo>
                    <a:pt x="285115" y="60883"/>
                  </a:lnTo>
                  <a:lnTo>
                    <a:pt x="287451" y="94475"/>
                  </a:lnTo>
                  <a:lnTo>
                    <a:pt x="301256" y="126199"/>
                  </a:lnTo>
                  <a:lnTo>
                    <a:pt x="320929" y="97777"/>
                  </a:lnTo>
                  <a:lnTo>
                    <a:pt x="329755" y="65303"/>
                  </a:lnTo>
                  <a:close/>
                </a:path>
                <a:path w="440054" h="459739">
                  <a:moveTo>
                    <a:pt x="439547" y="304444"/>
                  </a:moveTo>
                  <a:lnTo>
                    <a:pt x="434060" y="264363"/>
                  </a:lnTo>
                  <a:lnTo>
                    <a:pt x="415721" y="228295"/>
                  </a:lnTo>
                  <a:lnTo>
                    <a:pt x="385559" y="199656"/>
                  </a:lnTo>
                  <a:lnTo>
                    <a:pt x="377113" y="240347"/>
                  </a:lnTo>
                  <a:lnTo>
                    <a:pt x="382587" y="280428"/>
                  </a:lnTo>
                  <a:lnTo>
                    <a:pt x="400939" y="316496"/>
                  </a:lnTo>
                  <a:lnTo>
                    <a:pt x="431088" y="345135"/>
                  </a:lnTo>
                  <a:lnTo>
                    <a:pt x="439547" y="304444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53663" y="4980528"/>
              <a:ext cx="109535" cy="8004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49552" y="4733323"/>
              <a:ext cx="90918" cy="130498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837048" y="4279903"/>
              <a:ext cx="71755" cy="160020"/>
            </a:xfrm>
            <a:custGeom>
              <a:avLst/>
              <a:gdLst/>
              <a:ahLst/>
              <a:cxnLst/>
              <a:rect l="l" t="t" r="r" b="b"/>
              <a:pathLst>
                <a:path w="71754" h="160020">
                  <a:moveTo>
                    <a:pt x="7952" y="0"/>
                  </a:moveTo>
                  <a:lnTo>
                    <a:pt x="0" y="45461"/>
                  </a:lnTo>
                  <a:lnTo>
                    <a:pt x="7481" y="89761"/>
                  </a:lnTo>
                  <a:lnTo>
                    <a:pt x="29105" y="129153"/>
                  </a:lnTo>
                  <a:lnTo>
                    <a:pt x="63584" y="159890"/>
                  </a:lnTo>
                  <a:lnTo>
                    <a:pt x="71536" y="114426"/>
                  </a:lnTo>
                  <a:lnTo>
                    <a:pt x="64055" y="70124"/>
                  </a:lnTo>
                  <a:lnTo>
                    <a:pt x="42430" y="30732"/>
                  </a:lnTo>
                  <a:lnTo>
                    <a:pt x="7952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3289355" y="3757147"/>
            <a:ext cx="2492375" cy="1338580"/>
            <a:chOff x="3289355" y="3757147"/>
            <a:chExt cx="2492375" cy="1338580"/>
          </a:xfrm>
        </p:grpSpPr>
        <p:sp>
          <p:nvSpPr>
            <p:cNvPr id="39" name="object 39" descr=""/>
            <p:cNvSpPr/>
            <p:nvPr/>
          </p:nvSpPr>
          <p:spPr>
            <a:xfrm>
              <a:off x="4021103" y="3804761"/>
              <a:ext cx="1704339" cy="1247140"/>
            </a:xfrm>
            <a:custGeom>
              <a:avLst/>
              <a:gdLst/>
              <a:ahLst/>
              <a:cxnLst/>
              <a:rect l="l" t="t" r="r" b="b"/>
              <a:pathLst>
                <a:path w="1704339" h="1247139">
                  <a:moveTo>
                    <a:pt x="1282819" y="0"/>
                  </a:moveTo>
                  <a:lnTo>
                    <a:pt x="421327" y="0"/>
                  </a:lnTo>
                  <a:lnTo>
                    <a:pt x="372369" y="2848"/>
                  </a:lnTo>
                  <a:lnTo>
                    <a:pt x="325023" y="11177"/>
                  </a:lnTo>
                  <a:lnTo>
                    <a:pt x="279612" y="24665"/>
                  </a:lnTo>
                  <a:lnTo>
                    <a:pt x="236458" y="42990"/>
                  </a:lnTo>
                  <a:lnTo>
                    <a:pt x="195884" y="65829"/>
                  </a:lnTo>
                  <a:lnTo>
                    <a:pt x="158212" y="92859"/>
                  </a:lnTo>
                  <a:lnTo>
                    <a:pt x="123764" y="123759"/>
                  </a:lnTo>
                  <a:lnTo>
                    <a:pt x="92863" y="158205"/>
                  </a:lnTo>
                  <a:lnTo>
                    <a:pt x="65832" y="195877"/>
                  </a:lnTo>
                  <a:lnTo>
                    <a:pt x="42992" y="236450"/>
                  </a:lnTo>
                  <a:lnTo>
                    <a:pt x="24666" y="279603"/>
                  </a:lnTo>
                  <a:lnTo>
                    <a:pt x="11178" y="325013"/>
                  </a:lnTo>
                  <a:lnTo>
                    <a:pt x="2848" y="372359"/>
                  </a:lnTo>
                  <a:lnTo>
                    <a:pt x="0" y="421317"/>
                  </a:lnTo>
                  <a:lnTo>
                    <a:pt x="0" y="825283"/>
                  </a:lnTo>
                  <a:lnTo>
                    <a:pt x="2848" y="874239"/>
                  </a:lnTo>
                  <a:lnTo>
                    <a:pt x="11178" y="921583"/>
                  </a:lnTo>
                  <a:lnTo>
                    <a:pt x="24666" y="966993"/>
                  </a:lnTo>
                  <a:lnTo>
                    <a:pt x="42992" y="1010145"/>
                  </a:lnTo>
                  <a:lnTo>
                    <a:pt x="65832" y="1050718"/>
                  </a:lnTo>
                  <a:lnTo>
                    <a:pt x="92863" y="1088390"/>
                  </a:lnTo>
                  <a:lnTo>
                    <a:pt x="123764" y="1122837"/>
                  </a:lnTo>
                  <a:lnTo>
                    <a:pt x="158212" y="1153737"/>
                  </a:lnTo>
                  <a:lnTo>
                    <a:pt x="195884" y="1180769"/>
                  </a:lnTo>
                  <a:lnTo>
                    <a:pt x="236458" y="1203608"/>
                  </a:lnTo>
                  <a:lnTo>
                    <a:pt x="279612" y="1221933"/>
                  </a:lnTo>
                  <a:lnTo>
                    <a:pt x="325023" y="1235422"/>
                  </a:lnTo>
                  <a:lnTo>
                    <a:pt x="372369" y="1243752"/>
                  </a:lnTo>
                  <a:lnTo>
                    <a:pt x="421327" y="1246600"/>
                  </a:lnTo>
                  <a:lnTo>
                    <a:pt x="1282819" y="1246600"/>
                  </a:lnTo>
                  <a:lnTo>
                    <a:pt x="1331775" y="1243752"/>
                  </a:lnTo>
                  <a:lnTo>
                    <a:pt x="1379119" y="1235422"/>
                  </a:lnTo>
                  <a:lnTo>
                    <a:pt x="1424528" y="1221933"/>
                  </a:lnTo>
                  <a:lnTo>
                    <a:pt x="1467681" y="1203608"/>
                  </a:lnTo>
                  <a:lnTo>
                    <a:pt x="1508254" y="1180769"/>
                  </a:lnTo>
                  <a:lnTo>
                    <a:pt x="1545926" y="1153737"/>
                  </a:lnTo>
                  <a:lnTo>
                    <a:pt x="1580373" y="1122837"/>
                  </a:lnTo>
                  <a:lnTo>
                    <a:pt x="1611273" y="1088390"/>
                  </a:lnTo>
                  <a:lnTo>
                    <a:pt x="1638304" y="1050718"/>
                  </a:lnTo>
                  <a:lnTo>
                    <a:pt x="1661144" y="1010145"/>
                  </a:lnTo>
                  <a:lnTo>
                    <a:pt x="1679469" y="966993"/>
                  </a:lnTo>
                  <a:lnTo>
                    <a:pt x="1692958" y="921583"/>
                  </a:lnTo>
                  <a:lnTo>
                    <a:pt x="1701288" y="874239"/>
                  </a:lnTo>
                  <a:lnTo>
                    <a:pt x="1704136" y="825283"/>
                  </a:lnTo>
                  <a:lnTo>
                    <a:pt x="1704136" y="421317"/>
                  </a:lnTo>
                  <a:lnTo>
                    <a:pt x="1701288" y="372359"/>
                  </a:lnTo>
                  <a:lnTo>
                    <a:pt x="1692958" y="325013"/>
                  </a:lnTo>
                  <a:lnTo>
                    <a:pt x="1679469" y="279603"/>
                  </a:lnTo>
                  <a:lnTo>
                    <a:pt x="1661144" y="236450"/>
                  </a:lnTo>
                  <a:lnTo>
                    <a:pt x="1638304" y="195877"/>
                  </a:lnTo>
                  <a:lnTo>
                    <a:pt x="1611273" y="158205"/>
                  </a:lnTo>
                  <a:lnTo>
                    <a:pt x="1580373" y="123759"/>
                  </a:lnTo>
                  <a:lnTo>
                    <a:pt x="1545926" y="92859"/>
                  </a:lnTo>
                  <a:lnTo>
                    <a:pt x="1508254" y="65829"/>
                  </a:lnTo>
                  <a:lnTo>
                    <a:pt x="1467681" y="42990"/>
                  </a:lnTo>
                  <a:lnTo>
                    <a:pt x="1424528" y="24665"/>
                  </a:lnTo>
                  <a:lnTo>
                    <a:pt x="1379119" y="11177"/>
                  </a:lnTo>
                  <a:lnTo>
                    <a:pt x="1331775" y="2848"/>
                  </a:lnTo>
                  <a:lnTo>
                    <a:pt x="1282819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670107" y="3802877"/>
              <a:ext cx="1056005" cy="1251585"/>
            </a:xfrm>
            <a:custGeom>
              <a:avLst/>
              <a:gdLst/>
              <a:ahLst/>
              <a:cxnLst/>
              <a:rect l="l" t="t" r="r" b="b"/>
              <a:pathLst>
                <a:path w="1056004" h="1251585">
                  <a:moveTo>
                    <a:pt x="436875" y="0"/>
                  </a:moveTo>
                  <a:lnTo>
                    <a:pt x="378631" y="2167"/>
                  </a:lnTo>
                  <a:lnTo>
                    <a:pt x="426113" y="18016"/>
                  </a:lnTo>
                  <a:lnTo>
                    <a:pt x="471969" y="36906"/>
                  </a:lnTo>
                  <a:lnTo>
                    <a:pt x="516037" y="58705"/>
                  </a:lnTo>
                  <a:lnTo>
                    <a:pt x="558155" y="83280"/>
                  </a:lnTo>
                  <a:lnTo>
                    <a:pt x="598162" y="110497"/>
                  </a:lnTo>
                  <a:lnTo>
                    <a:pt x="635895" y="140223"/>
                  </a:lnTo>
                  <a:lnTo>
                    <a:pt x="671195" y="172325"/>
                  </a:lnTo>
                  <a:lnTo>
                    <a:pt x="703899" y="206670"/>
                  </a:lnTo>
                  <a:lnTo>
                    <a:pt x="733846" y="243124"/>
                  </a:lnTo>
                  <a:lnTo>
                    <a:pt x="760875" y="281555"/>
                  </a:lnTo>
                  <a:lnTo>
                    <a:pt x="784824" y="321829"/>
                  </a:lnTo>
                  <a:lnTo>
                    <a:pt x="805531" y="363813"/>
                  </a:lnTo>
                  <a:lnTo>
                    <a:pt x="822835" y="407374"/>
                  </a:lnTo>
                  <a:lnTo>
                    <a:pt x="836575" y="452379"/>
                  </a:lnTo>
                  <a:lnTo>
                    <a:pt x="846589" y="498695"/>
                  </a:lnTo>
                  <a:lnTo>
                    <a:pt x="852716" y="546188"/>
                  </a:lnTo>
                  <a:lnTo>
                    <a:pt x="854794" y="594725"/>
                  </a:lnTo>
                  <a:lnTo>
                    <a:pt x="852895" y="641066"/>
                  </a:lnTo>
                  <a:lnTo>
                    <a:pt x="847290" y="686511"/>
                  </a:lnTo>
                  <a:lnTo>
                    <a:pt x="838113" y="730937"/>
                  </a:lnTo>
                  <a:lnTo>
                    <a:pt x="825500" y="774223"/>
                  </a:lnTo>
                  <a:lnTo>
                    <a:pt x="809589" y="816243"/>
                  </a:lnTo>
                  <a:lnTo>
                    <a:pt x="790513" y="856877"/>
                  </a:lnTo>
                  <a:lnTo>
                    <a:pt x="768410" y="896000"/>
                  </a:lnTo>
                  <a:lnTo>
                    <a:pt x="743415" y="933490"/>
                  </a:lnTo>
                  <a:lnTo>
                    <a:pt x="715664" y="969224"/>
                  </a:lnTo>
                  <a:lnTo>
                    <a:pt x="685293" y="1003078"/>
                  </a:lnTo>
                  <a:lnTo>
                    <a:pt x="652438" y="1034931"/>
                  </a:lnTo>
                  <a:lnTo>
                    <a:pt x="617234" y="1064659"/>
                  </a:lnTo>
                  <a:lnTo>
                    <a:pt x="579817" y="1092139"/>
                  </a:lnTo>
                  <a:lnTo>
                    <a:pt x="540324" y="1117248"/>
                  </a:lnTo>
                  <a:lnTo>
                    <a:pt x="498889" y="1139864"/>
                  </a:lnTo>
                  <a:lnTo>
                    <a:pt x="455650" y="1159863"/>
                  </a:lnTo>
                  <a:lnTo>
                    <a:pt x="410741" y="1177123"/>
                  </a:lnTo>
                  <a:lnTo>
                    <a:pt x="364299" y="1191520"/>
                  </a:lnTo>
                  <a:lnTo>
                    <a:pt x="316460" y="1202931"/>
                  </a:lnTo>
                  <a:lnTo>
                    <a:pt x="267359" y="1211235"/>
                  </a:lnTo>
                  <a:lnTo>
                    <a:pt x="217132" y="1216307"/>
                  </a:lnTo>
                  <a:lnTo>
                    <a:pt x="165915" y="1218025"/>
                  </a:lnTo>
                  <a:lnTo>
                    <a:pt x="51325" y="1235635"/>
                  </a:lnTo>
                  <a:lnTo>
                    <a:pt x="0" y="1244677"/>
                  </a:lnTo>
                  <a:lnTo>
                    <a:pt x="122" y="1248009"/>
                  </a:lnTo>
                  <a:lnTo>
                    <a:pt x="39877" y="1248485"/>
                  </a:lnTo>
                  <a:lnTo>
                    <a:pt x="366265" y="1248485"/>
                  </a:lnTo>
                  <a:lnTo>
                    <a:pt x="423561" y="1251055"/>
                  </a:lnTo>
                  <a:lnTo>
                    <a:pt x="478430" y="1250039"/>
                  </a:lnTo>
                  <a:lnTo>
                    <a:pt x="530863" y="1245587"/>
                  </a:lnTo>
                  <a:lnTo>
                    <a:pt x="580852" y="1237850"/>
                  </a:lnTo>
                  <a:lnTo>
                    <a:pt x="628390" y="1226979"/>
                  </a:lnTo>
                  <a:lnTo>
                    <a:pt x="673468" y="1213123"/>
                  </a:lnTo>
                  <a:lnTo>
                    <a:pt x="716079" y="1196435"/>
                  </a:lnTo>
                  <a:lnTo>
                    <a:pt x="756214" y="1177064"/>
                  </a:lnTo>
                  <a:lnTo>
                    <a:pt x="793865" y="1155161"/>
                  </a:lnTo>
                  <a:lnTo>
                    <a:pt x="829025" y="1130876"/>
                  </a:lnTo>
                  <a:lnTo>
                    <a:pt x="861684" y="1104361"/>
                  </a:lnTo>
                  <a:lnTo>
                    <a:pt x="891836" y="1075765"/>
                  </a:lnTo>
                  <a:lnTo>
                    <a:pt x="919472" y="1045240"/>
                  </a:lnTo>
                  <a:lnTo>
                    <a:pt x="944585" y="1012936"/>
                  </a:lnTo>
                  <a:lnTo>
                    <a:pt x="967165" y="979003"/>
                  </a:lnTo>
                  <a:lnTo>
                    <a:pt x="987206" y="943593"/>
                  </a:lnTo>
                  <a:lnTo>
                    <a:pt x="1004699" y="906855"/>
                  </a:lnTo>
                  <a:lnTo>
                    <a:pt x="1019636" y="868941"/>
                  </a:lnTo>
                  <a:lnTo>
                    <a:pt x="1032008" y="830002"/>
                  </a:lnTo>
                  <a:lnTo>
                    <a:pt x="1041809" y="790186"/>
                  </a:lnTo>
                  <a:lnTo>
                    <a:pt x="1049030" y="749646"/>
                  </a:lnTo>
                  <a:lnTo>
                    <a:pt x="1053664" y="708532"/>
                  </a:lnTo>
                  <a:lnTo>
                    <a:pt x="1055701" y="666995"/>
                  </a:lnTo>
                  <a:lnTo>
                    <a:pt x="1055134" y="625184"/>
                  </a:lnTo>
                  <a:lnTo>
                    <a:pt x="1055465" y="583015"/>
                  </a:lnTo>
                  <a:lnTo>
                    <a:pt x="1053451" y="541219"/>
                  </a:lnTo>
                  <a:lnTo>
                    <a:pt x="1049071" y="499938"/>
                  </a:lnTo>
                  <a:lnTo>
                    <a:pt x="1042310" y="459313"/>
                  </a:lnTo>
                  <a:lnTo>
                    <a:pt x="1033147" y="419485"/>
                  </a:lnTo>
                  <a:lnTo>
                    <a:pt x="1021565" y="380596"/>
                  </a:lnTo>
                  <a:lnTo>
                    <a:pt x="1007545" y="342786"/>
                  </a:lnTo>
                  <a:lnTo>
                    <a:pt x="991070" y="306198"/>
                  </a:lnTo>
                  <a:lnTo>
                    <a:pt x="972122" y="270972"/>
                  </a:lnTo>
                  <a:lnTo>
                    <a:pt x="950681" y="237250"/>
                  </a:lnTo>
                  <a:lnTo>
                    <a:pt x="926729" y="205173"/>
                  </a:lnTo>
                  <a:lnTo>
                    <a:pt x="900250" y="174883"/>
                  </a:lnTo>
                  <a:lnTo>
                    <a:pt x="871223" y="146520"/>
                  </a:lnTo>
                  <a:lnTo>
                    <a:pt x="839631" y="120226"/>
                  </a:lnTo>
                  <a:lnTo>
                    <a:pt x="805457" y="96142"/>
                  </a:lnTo>
                  <a:lnTo>
                    <a:pt x="768680" y="74410"/>
                  </a:lnTo>
                  <a:lnTo>
                    <a:pt x="729285" y="55171"/>
                  </a:lnTo>
                  <a:lnTo>
                    <a:pt x="687251" y="38566"/>
                  </a:lnTo>
                  <a:lnTo>
                    <a:pt x="642561" y="24737"/>
                  </a:lnTo>
                  <a:lnTo>
                    <a:pt x="595196" y="13824"/>
                  </a:lnTo>
                  <a:lnTo>
                    <a:pt x="545139" y="5969"/>
                  </a:lnTo>
                  <a:lnTo>
                    <a:pt x="492372" y="1314"/>
                  </a:lnTo>
                  <a:lnTo>
                    <a:pt x="436875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396045" y="3785041"/>
              <a:ext cx="174625" cy="107950"/>
            </a:xfrm>
            <a:custGeom>
              <a:avLst/>
              <a:gdLst/>
              <a:ahLst/>
              <a:cxnLst/>
              <a:rect l="l" t="t" r="r" b="b"/>
              <a:pathLst>
                <a:path w="174625" h="107950">
                  <a:moveTo>
                    <a:pt x="0" y="0"/>
                  </a:moveTo>
                  <a:lnTo>
                    <a:pt x="20585" y="39893"/>
                  </a:lnTo>
                  <a:lnTo>
                    <a:pt x="50380" y="71872"/>
                  </a:lnTo>
                  <a:lnTo>
                    <a:pt x="87304" y="94645"/>
                  </a:lnTo>
                  <a:lnTo>
                    <a:pt x="129273" y="106915"/>
                  </a:lnTo>
                  <a:lnTo>
                    <a:pt x="174204" y="107389"/>
                  </a:lnTo>
                  <a:lnTo>
                    <a:pt x="153619" y="67496"/>
                  </a:lnTo>
                  <a:lnTo>
                    <a:pt x="123823" y="35516"/>
                  </a:lnTo>
                  <a:lnTo>
                    <a:pt x="86899" y="12744"/>
                  </a:lnTo>
                  <a:lnTo>
                    <a:pt x="44931" y="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09814" y="4575223"/>
              <a:ext cx="112572" cy="12262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08548" y="4215966"/>
              <a:ext cx="115104" cy="205847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74481" y="4768833"/>
              <a:ext cx="178340" cy="74383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63117" y="4360851"/>
              <a:ext cx="142173" cy="8955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86403" y="4903605"/>
              <a:ext cx="250264" cy="8853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16485" y="4508899"/>
              <a:ext cx="178539" cy="10770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5332058" y="4298519"/>
              <a:ext cx="58419" cy="164465"/>
            </a:xfrm>
            <a:custGeom>
              <a:avLst/>
              <a:gdLst/>
              <a:ahLst/>
              <a:cxnLst/>
              <a:rect l="l" t="t" r="r" b="b"/>
              <a:pathLst>
                <a:path w="58420" h="164464">
                  <a:moveTo>
                    <a:pt x="24017" y="0"/>
                  </a:moveTo>
                  <a:lnTo>
                    <a:pt x="4644" y="40396"/>
                  </a:lnTo>
                  <a:lnTo>
                    <a:pt x="0" y="83761"/>
                  </a:lnTo>
                  <a:lnTo>
                    <a:pt x="9864" y="126255"/>
                  </a:lnTo>
                  <a:lnTo>
                    <a:pt x="34017" y="164036"/>
                  </a:lnTo>
                  <a:lnTo>
                    <a:pt x="53390" y="123638"/>
                  </a:lnTo>
                  <a:lnTo>
                    <a:pt x="58034" y="80271"/>
                  </a:lnTo>
                  <a:lnTo>
                    <a:pt x="48170" y="37777"/>
                  </a:lnTo>
                  <a:lnTo>
                    <a:pt x="2401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457847" y="3906655"/>
              <a:ext cx="98425" cy="135255"/>
            </a:xfrm>
            <a:custGeom>
              <a:avLst/>
              <a:gdLst/>
              <a:ahLst/>
              <a:cxnLst/>
              <a:rect l="l" t="t" r="r" b="b"/>
              <a:pathLst>
                <a:path w="98425" h="135254">
                  <a:moveTo>
                    <a:pt x="97892" y="0"/>
                  </a:moveTo>
                  <a:lnTo>
                    <a:pt x="56650" y="19214"/>
                  </a:lnTo>
                  <a:lnTo>
                    <a:pt x="25052" y="50253"/>
                  </a:lnTo>
                  <a:lnTo>
                    <a:pt x="5402" y="89960"/>
                  </a:lnTo>
                  <a:lnTo>
                    <a:pt x="0" y="135179"/>
                  </a:lnTo>
                  <a:lnTo>
                    <a:pt x="41243" y="115964"/>
                  </a:lnTo>
                  <a:lnTo>
                    <a:pt x="72843" y="84925"/>
                  </a:lnTo>
                  <a:lnTo>
                    <a:pt x="92494" y="45218"/>
                  </a:lnTo>
                  <a:lnTo>
                    <a:pt x="97892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86402" y="4685261"/>
              <a:ext cx="207847" cy="8493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08662" y="3757147"/>
              <a:ext cx="116478" cy="16317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68906" y="4376075"/>
              <a:ext cx="112677" cy="10396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77263" y="4098338"/>
              <a:ext cx="154173" cy="8219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87970" y="4396265"/>
              <a:ext cx="80842" cy="226024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320111" y="4170747"/>
              <a:ext cx="81870" cy="148142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145171" y="4041843"/>
              <a:ext cx="173083" cy="7805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582321" y="4055102"/>
              <a:ext cx="150495" cy="140335"/>
            </a:xfrm>
            <a:custGeom>
              <a:avLst/>
              <a:gdLst/>
              <a:ahLst/>
              <a:cxnLst/>
              <a:rect l="l" t="t" r="r" b="b"/>
              <a:pathLst>
                <a:path w="150495" h="140335">
                  <a:moveTo>
                    <a:pt x="0" y="0"/>
                  </a:moveTo>
                  <a:lnTo>
                    <a:pt x="12421" y="43283"/>
                  </a:lnTo>
                  <a:lnTo>
                    <a:pt x="35458" y="80590"/>
                  </a:lnTo>
                  <a:lnTo>
                    <a:pt x="67314" y="110238"/>
                  </a:lnTo>
                  <a:lnTo>
                    <a:pt x="106193" y="130545"/>
                  </a:lnTo>
                  <a:lnTo>
                    <a:pt x="150299" y="139828"/>
                  </a:lnTo>
                  <a:lnTo>
                    <a:pt x="137877" y="96544"/>
                  </a:lnTo>
                  <a:lnTo>
                    <a:pt x="114840" y="59237"/>
                  </a:lnTo>
                  <a:lnTo>
                    <a:pt x="82984" y="29589"/>
                  </a:lnTo>
                  <a:lnTo>
                    <a:pt x="44105" y="9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55810" y="4636536"/>
              <a:ext cx="69205" cy="182392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07785" y="3892609"/>
              <a:ext cx="157230" cy="16327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75423" y="4936555"/>
              <a:ext cx="154801" cy="82267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96240" y="4727735"/>
              <a:ext cx="151953" cy="191941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55399" y="4046704"/>
              <a:ext cx="142550" cy="68332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322638" y="4261304"/>
              <a:ext cx="1033780" cy="834390"/>
            </a:xfrm>
            <a:custGeom>
              <a:avLst/>
              <a:gdLst/>
              <a:ahLst/>
              <a:cxnLst/>
              <a:rect l="l" t="t" r="r" b="b"/>
              <a:pathLst>
                <a:path w="1033779" h="834389">
                  <a:moveTo>
                    <a:pt x="525194" y="0"/>
                  </a:moveTo>
                  <a:lnTo>
                    <a:pt x="475088" y="4244"/>
                  </a:lnTo>
                  <a:lnTo>
                    <a:pt x="369385" y="21343"/>
                  </a:lnTo>
                  <a:lnTo>
                    <a:pt x="322385" y="32515"/>
                  </a:lnTo>
                  <a:lnTo>
                    <a:pt x="278800" y="49892"/>
                  </a:lnTo>
                  <a:lnTo>
                    <a:pt x="239140" y="72827"/>
                  </a:lnTo>
                  <a:lnTo>
                    <a:pt x="203918" y="100676"/>
                  </a:lnTo>
                  <a:lnTo>
                    <a:pt x="173646" y="132795"/>
                  </a:lnTo>
                  <a:lnTo>
                    <a:pt x="148835" y="168538"/>
                  </a:lnTo>
                  <a:lnTo>
                    <a:pt x="129999" y="207263"/>
                  </a:lnTo>
                  <a:lnTo>
                    <a:pt x="117648" y="248323"/>
                  </a:lnTo>
                  <a:lnTo>
                    <a:pt x="112294" y="291074"/>
                  </a:lnTo>
                  <a:lnTo>
                    <a:pt x="114450" y="334872"/>
                  </a:lnTo>
                  <a:lnTo>
                    <a:pt x="78223" y="364792"/>
                  </a:lnTo>
                  <a:lnTo>
                    <a:pt x="48347" y="399279"/>
                  </a:lnTo>
                  <a:lnTo>
                    <a:pt x="25202" y="437403"/>
                  </a:lnTo>
                  <a:lnTo>
                    <a:pt x="9174" y="478232"/>
                  </a:lnTo>
                  <a:lnTo>
                    <a:pt x="646" y="520835"/>
                  </a:lnTo>
                  <a:lnTo>
                    <a:pt x="0" y="564280"/>
                  </a:lnTo>
                  <a:lnTo>
                    <a:pt x="7619" y="607636"/>
                  </a:lnTo>
                  <a:lnTo>
                    <a:pt x="23887" y="649973"/>
                  </a:lnTo>
                  <a:lnTo>
                    <a:pt x="49091" y="700453"/>
                  </a:lnTo>
                  <a:lnTo>
                    <a:pt x="73509" y="739098"/>
                  </a:lnTo>
                  <a:lnTo>
                    <a:pt x="103968" y="770570"/>
                  </a:lnTo>
                  <a:lnTo>
                    <a:pt x="139685" y="795215"/>
                  </a:lnTo>
                  <a:lnTo>
                    <a:pt x="179879" y="813379"/>
                  </a:lnTo>
                  <a:lnTo>
                    <a:pt x="223768" y="825411"/>
                  </a:lnTo>
                  <a:lnTo>
                    <a:pt x="270571" y="831656"/>
                  </a:lnTo>
                  <a:lnTo>
                    <a:pt x="319505" y="832461"/>
                  </a:lnTo>
                  <a:lnTo>
                    <a:pt x="369788" y="828174"/>
                  </a:lnTo>
                  <a:lnTo>
                    <a:pt x="420640" y="819140"/>
                  </a:lnTo>
                  <a:lnTo>
                    <a:pt x="480848" y="814244"/>
                  </a:lnTo>
                  <a:lnTo>
                    <a:pt x="540443" y="816125"/>
                  </a:lnTo>
                  <a:lnTo>
                    <a:pt x="592579" y="821514"/>
                  </a:lnTo>
                  <a:lnTo>
                    <a:pt x="647094" y="829747"/>
                  </a:lnTo>
                  <a:lnTo>
                    <a:pt x="695558" y="834161"/>
                  </a:lnTo>
                  <a:lnTo>
                    <a:pt x="743198" y="831428"/>
                  </a:lnTo>
                  <a:lnTo>
                    <a:pt x="789263" y="822014"/>
                  </a:lnTo>
                  <a:lnTo>
                    <a:pt x="833002" y="806385"/>
                  </a:lnTo>
                  <a:lnTo>
                    <a:pt x="873665" y="785005"/>
                  </a:lnTo>
                  <a:lnTo>
                    <a:pt x="910501" y="758341"/>
                  </a:lnTo>
                  <a:lnTo>
                    <a:pt x="942761" y="726856"/>
                  </a:lnTo>
                  <a:lnTo>
                    <a:pt x="969692" y="691018"/>
                  </a:lnTo>
                  <a:lnTo>
                    <a:pt x="990545" y="651291"/>
                  </a:lnTo>
                  <a:lnTo>
                    <a:pt x="1004570" y="608141"/>
                  </a:lnTo>
                  <a:lnTo>
                    <a:pt x="1026831" y="512061"/>
                  </a:lnTo>
                  <a:lnTo>
                    <a:pt x="1033253" y="464202"/>
                  </a:lnTo>
                  <a:lnTo>
                    <a:pt x="1030611" y="417524"/>
                  </a:lnTo>
                  <a:lnTo>
                    <a:pt x="1019513" y="372870"/>
                  </a:lnTo>
                  <a:lnTo>
                    <a:pt x="1000568" y="331081"/>
                  </a:lnTo>
                  <a:lnTo>
                    <a:pt x="974386" y="292998"/>
                  </a:lnTo>
                  <a:lnTo>
                    <a:pt x="941575" y="259462"/>
                  </a:lnTo>
                  <a:lnTo>
                    <a:pt x="902745" y="231315"/>
                  </a:lnTo>
                  <a:lnTo>
                    <a:pt x="858506" y="209397"/>
                  </a:lnTo>
                  <a:lnTo>
                    <a:pt x="809466" y="194552"/>
                  </a:lnTo>
                  <a:lnTo>
                    <a:pt x="792534" y="152768"/>
                  </a:lnTo>
                  <a:lnTo>
                    <a:pt x="768731" y="114955"/>
                  </a:lnTo>
                  <a:lnTo>
                    <a:pt x="738833" y="81624"/>
                  </a:lnTo>
                  <a:lnTo>
                    <a:pt x="703620" y="53283"/>
                  </a:lnTo>
                  <a:lnTo>
                    <a:pt x="663871" y="30441"/>
                  </a:lnTo>
                  <a:lnTo>
                    <a:pt x="620364" y="13607"/>
                  </a:lnTo>
                  <a:lnTo>
                    <a:pt x="573879" y="3290"/>
                  </a:lnTo>
                  <a:lnTo>
                    <a:pt x="525194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779383" y="4261303"/>
              <a:ext cx="576580" cy="834390"/>
            </a:xfrm>
            <a:custGeom>
              <a:avLst/>
              <a:gdLst/>
              <a:ahLst/>
              <a:cxnLst/>
              <a:rect l="l" t="t" r="r" b="b"/>
              <a:pathLst>
                <a:path w="576579" h="834389">
                  <a:moveTo>
                    <a:pt x="68451" y="0"/>
                  </a:moveTo>
                  <a:lnTo>
                    <a:pt x="18344" y="4244"/>
                  </a:lnTo>
                  <a:lnTo>
                    <a:pt x="0" y="7207"/>
                  </a:lnTo>
                  <a:lnTo>
                    <a:pt x="52490" y="20616"/>
                  </a:lnTo>
                  <a:lnTo>
                    <a:pt x="100802" y="42349"/>
                  </a:lnTo>
                  <a:lnTo>
                    <a:pt x="143769" y="71649"/>
                  </a:lnTo>
                  <a:lnTo>
                    <a:pt x="180225" y="107757"/>
                  </a:lnTo>
                  <a:lnTo>
                    <a:pt x="209006" y="149916"/>
                  </a:lnTo>
                  <a:lnTo>
                    <a:pt x="228945" y="197369"/>
                  </a:lnTo>
                  <a:lnTo>
                    <a:pt x="277986" y="212217"/>
                  </a:lnTo>
                  <a:lnTo>
                    <a:pt x="322225" y="234135"/>
                  </a:lnTo>
                  <a:lnTo>
                    <a:pt x="361055" y="262283"/>
                  </a:lnTo>
                  <a:lnTo>
                    <a:pt x="393866" y="295819"/>
                  </a:lnTo>
                  <a:lnTo>
                    <a:pt x="420048" y="333901"/>
                  </a:lnTo>
                  <a:lnTo>
                    <a:pt x="438993" y="375689"/>
                  </a:lnTo>
                  <a:lnTo>
                    <a:pt x="450091" y="420342"/>
                  </a:lnTo>
                  <a:lnTo>
                    <a:pt x="452733" y="467019"/>
                  </a:lnTo>
                  <a:lnTo>
                    <a:pt x="446311" y="514877"/>
                  </a:lnTo>
                  <a:lnTo>
                    <a:pt x="424049" y="610958"/>
                  </a:lnTo>
                  <a:lnTo>
                    <a:pt x="408942" y="656630"/>
                  </a:lnTo>
                  <a:lnTo>
                    <a:pt x="386198" y="698411"/>
                  </a:lnTo>
                  <a:lnTo>
                    <a:pt x="356714" y="735748"/>
                  </a:lnTo>
                  <a:lnTo>
                    <a:pt x="321387" y="768087"/>
                  </a:lnTo>
                  <a:lnTo>
                    <a:pt x="281115" y="794874"/>
                  </a:lnTo>
                  <a:lnTo>
                    <a:pt x="236795" y="815556"/>
                  </a:lnTo>
                  <a:lnTo>
                    <a:pt x="189324" y="829580"/>
                  </a:lnTo>
                  <a:lnTo>
                    <a:pt x="238916" y="834098"/>
                  </a:lnTo>
                  <a:lnTo>
                    <a:pt x="287305" y="831290"/>
                  </a:lnTo>
                  <a:lnTo>
                    <a:pt x="333798" y="821683"/>
                  </a:lnTo>
                  <a:lnTo>
                    <a:pt x="377700" y="805800"/>
                  </a:lnTo>
                  <a:lnTo>
                    <a:pt x="418317" y="784167"/>
                  </a:lnTo>
                  <a:lnTo>
                    <a:pt x="454954" y="757311"/>
                  </a:lnTo>
                  <a:lnTo>
                    <a:pt x="486918" y="725754"/>
                  </a:lnTo>
                  <a:lnTo>
                    <a:pt x="513514" y="690024"/>
                  </a:lnTo>
                  <a:lnTo>
                    <a:pt x="534048" y="650644"/>
                  </a:lnTo>
                  <a:lnTo>
                    <a:pt x="547826" y="608141"/>
                  </a:lnTo>
                  <a:lnTo>
                    <a:pt x="570076" y="512061"/>
                  </a:lnTo>
                  <a:lnTo>
                    <a:pt x="576502" y="464202"/>
                  </a:lnTo>
                  <a:lnTo>
                    <a:pt x="573863" y="417524"/>
                  </a:lnTo>
                  <a:lnTo>
                    <a:pt x="562766" y="372870"/>
                  </a:lnTo>
                  <a:lnTo>
                    <a:pt x="543823" y="331081"/>
                  </a:lnTo>
                  <a:lnTo>
                    <a:pt x="517641" y="292998"/>
                  </a:lnTo>
                  <a:lnTo>
                    <a:pt x="484831" y="259462"/>
                  </a:lnTo>
                  <a:lnTo>
                    <a:pt x="446002" y="231315"/>
                  </a:lnTo>
                  <a:lnTo>
                    <a:pt x="401762" y="209397"/>
                  </a:lnTo>
                  <a:lnTo>
                    <a:pt x="352722" y="194552"/>
                  </a:lnTo>
                  <a:lnTo>
                    <a:pt x="335791" y="152768"/>
                  </a:lnTo>
                  <a:lnTo>
                    <a:pt x="311987" y="114955"/>
                  </a:lnTo>
                  <a:lnTo>
                    <a:pt x="282089" y="81624"/>
                  </a:lnTo>
                  <a:lnTo>
                    <a:pt x="246876" y="53283"/>
                  </a:lnTo>
                  <a:lnTo>
                    <a:pt x="207127" y="30441"/>
                  </a:lnTo>
                  <a:lnTo>
                    <a:pt x="163621" y="13607"/>
                  </a:lnTo>
                  <a:lnTo>
                    <a:pt x="117135" y="3290"/>
                  </a:lnTo>
                  <a:lnTo>
                    <a:pt x="68451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89355" y="4856723"/>
              <a:ext cx="225568" cy="133517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3705360" y="4421418"/>
              <a:ext cx="92710" cy="91440"/>
            </a:xfrm>
            <a:custGeom>
              <a:avLst/>
              <a:gdLst/>
              <a:ahLst/>
              <a:cxnLst/>
              <a:rect l="l" t="t" r="r" b="b"/>
              <a:pathLst>
                <a:path w="92710" h="91439">
                  <a:moveTo>
                    <a:pt x="0" y="0"/>
                  </a:moveTo>
                  <a:lnTo>
                    <a:pt x="9932" y="33943"/>
                  </a:lnTo>
                  <a:lnTo>
                    <a:pt x="30078" y="61864"/>
                  </a:lnTo>
                  <a:lnTo>
                    <a:pt x="58284" y="81621"/>
                  </a:lnTo>
                  <a:lnTo>
                    <a:pt x="92395" y="91075"/>
                  </a:lnTo>
                  <a:lnTo>
                    <a:pt x="82467" y="57130"/>
                  </a:lnTo>
                  <a:lnTo>
                    <a:pt x="62320" y="29207"/>
                  </a:lnTo>
                  <a:lnTo>
                    <a:pt x="34111" y="9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831127" y="4374635"/>
              <a:ext cx="89861" cy="9356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64115" y="4601241"/>
              <a:ext cx="78552" cy="65945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017539" y="4700907"/>
              <a:ext cx="116839" cy="126364"/>
            </a:xfrm>
            <a:custGeom>
              <a:avLst/>
              <a:gdLst/>
              <a:ahLst/>
              <a:cxnLst/>
              <a:rect l="l" t="t" r="r" b="b"/>
              <a:pathLst>
                <a:path w="116839" h="126364">
                  <a:moveTo>
                    <a:pt x="116635" y="0"/>
                  </a:moveTo>
                  <a:lnTo>
                    <a:pt x="72105" y="14622"/>
                  </a:lnTo>
                  <a:lnTo>
                    <a:pt x="35994" y="42514"/>
                  </a:lnTo>
                  <a:lnTo>
                    <a:pt x="11045" y="80729"/>
                  </a:lnTo>
                  <a:lnTo>
                    <a:pt x="0" y="126320"/>
                  </a:lnTo>
                  <a:lnTo>
                    <a:pt x="44529" y="111698"/>
                  </a:lnTo>
                  <a:lnTo>
                    <a:pt x="80640" y="83806"/>
                  </a:lnTo>
                  <a:lnTo>
                    <a:pt x="105589" y="45591"/>
                  </a:lnTo>
                  <a:lnTo>
                    <a:pt x="11663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29522" y="4886234"/>
              <a:ext cx="115420" cy="89505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054732" y="4509416"/>
              <a:ext cx="117964" cy="123472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3349338" y="4602150"/>
              <a:ext cx="55880" cy="158115"/>
            </a:xfrm>
            <a:custGeom>
              <a:avLst/>
              <a:gdLst/>
              <a:ahLst/>
              <a:cxnLst/>
              <a:rect l="l" t="t" r="r" b="b"/>
              <a:pathLst>
                <a:path w="55879" h="158114">
                  <a:moveTo>
                    <a:pt x="23229" y="0"/>
                  </a:moveTo>
                  <a:lnTo>
                    <a:pt x="4530" y="38850"/>
                  </a:lnTo>
                  <a:lnTo>
                    <a:pt x="0" y="80577"/>
                  </a:lnTo>
                  <a:lnTo>
                    <a:pt x="9432" y="121485"/>
                  </a:lnTo>
                  <a:lnTo>
                    <a:pt x="32622" y="157880"/>
                  </a:lnTo>
                  <a:lnTo>
                    <a:pt x="51321" y="119029"/>
                  </a:lnTo>
                  <a:lnTo>
                    <a:pt x="55851" y="77302"/>
                  </a:lnTo>
                  <a:lnTo>
                    <a:pt x="46419" y="36394"/>
                  </a:lnTo>
                  <a:lnTo>
                    <a:pt x="23229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68467" y="4832847"/>
              <a:ext cx="78154" cy="67401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3445833" y="4409781"/>
              <a:ext cx="36830" cy="102870"/>
            </a:xfrm>
            <a:custGeom>
              <a:avLst/>
              <a:gdLst/>
              <a:ahLst/>
              <a:cxnLst/>
              <a:rect l="l" t="t" r="r" b="b"/>
              <a:pathLst>
                <a:path w="36829" h="102870">
                  <a:moveTo>
                    <a:pt x="13267" y="0"/>
                  </a:moveTo>
                  <a:lnTo>
                    <a:pt x="1981" y="25763"/>
                  </a:lnTo>
                  <a:lnTo>
                    <a:pt x="0" y="53074"/>
                  </a:lnTo>
                  <a:lnTo>
                    <a:pt x="7102" y="79525"/>
                  </a:lnTo>
                  <a:lnTo>
                    <a:pt x="23068" y="102708"/>
                  </a:lnTo>
                  <a:lnTo>
                    <a:pt x="34355" y="76945"/>
                  </a:lnTo>
                  <a:lnTo>
                    <a:pt x="36336" y="49634"/>
                  </a:lnTo>
                  <a:lnTo>
                    <a:pt x="29233" y="23183"/>
                  </a:lnTo>
                  <a:lnTo>
                    <a:pt x="13267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25529" y="4674608"/>
              <a:ext cx="114006" cy="89442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96966" y="4571152"/>
              <a:ext cx="66741" cy="116645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3607545" y="4967178"/>
              <a:ext cx="112395" cy="49530"/>
            </a:xfrm>
            <a:custGeom>
              <a:avLst/>
              <a:gdLst/>
              <a:ahLst/>
              <a:cxnLst/>
              <a:rect l="l" t="t" r="r" b="b"/>
              <a:pathLst>
                <a:path w="112395" h="49529">
                  <a:moveTo>
                    <a:pt x="80343" y="0"/>
                  </a:moveTo>
                  <a:lnTo>
                    <a:pt x="49425" y="4721"/>
                  </a:lnTo>
                  <a:lnTo>
                    <a:pt x="21769" y="19343"/>
                  </a:lnTo>
                  <a:lnTo>
                    <a:pt x="0" y="43009"/>
                  </a:lnTo>
                  <a:lnTo>
                    <a:pt x="31558" y="49040"/>
                  </a:lnTo>
                  <a:lnTo>
                    <a:pt x="62477" y="44316"/>
                  </a:lnTo>
                  <a:lnTo>
                    <a:pt x="90132" y="29696"/>
                  </a:lnTo>
                  <a:lnTo>
                    <a:pt x="111902" y="6036"/>
                  </a:lnTo>
                  <a:lnTo>
                    <a:pt x="80343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852581" y="4731477"/>
              <a:ext cx="101630" cy="117713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4025675" y="4322422"/>
              <a:ext cx="58419" cy="111760"/>
            </a:xfrm>
            <a:custGeom>
              <a:avLst/>
              <a:gdLst/>
              <a:ahLst/>
              <a:cxnLst/>
              <a:rect l="l" t="t" r="r" b="b"/>
              <a:pathLst>
                <a:path w="58420" h="111760">
                  <a:moveTo>
                    <a:pt x="56251" y="0"/>
                  </a:moveTo>
                  <a:lnTo>
                    <a:pt x="28478" y="19403"/>
                  </a:lnTo>
                  <a:lnTo>
                    <a:pt x="9299" y="46236"/>
                  </a:lnTo>
                  <a:lnTo>
                    <a:pt x="0" y="77887"/>
                  </a:lnTo>
                  <a:lnTo>
                    <a:pt x="1865" y="111745"/>
                  </a:lnTo>
                  <a:lnTo>
                    <a:pt x="29636" y="92341"/>
                  </a:lnTo>
                  <a:lnTo>
                    <a:pt x="48812" y="65508"/>
                  </a:lnTo>
                  <a:lnTo>
                    <a:pt x="58112" y="33857"/>
                  </a:lnTo>
                  <a:lnTo>
                    <a:pt x="56251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603496" y="4272369"/>
              <a:ext cx="86360" cy="140335"/>
            </a:xfrm>
            <a:custGeom>
              <a:avLst/>
              <a:gdLst/>
              <a:ahLst/>
              <a:cxnLst/>
              <a:rect l="l" t="t" r="r" b="b"/>
              <a:pathLst>
                <a:path w="86360" h="140335">
                  <a:moveTo>
                    <a:pt x="86259" y="0"/>
                  </a:moveTo>
                  <a:lnTo>
                    <a:pt x="47174" y="21854"/>
                  </a:lnTo>
                  <a:lnTo>
                    <a:pt x="18415" y="54613"/>
                  </a:lnTo>
                  <a:lnTo>
                    <a:pt x="2013" y="95009"/>
                  </a:lnTo>
                  <a:lnTo>
                    <a:pt x="0" y="139775"/>
                  </a:lnTo>
                  <a:lnTo>
                    <a:pt x="39078" y="117922"/>
                  </a:lnTo>
                  <a:lnTo>
                    <a:pt x="67835" y="85166"/>
                  </a:lnTo>
                  <a:lnTo>
                    <a:pt x="84239" y="44770"/>
                  </a:lnTo>
                  <a:lnTo>
                    <a:pt x="86259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751553" y="4272819"/>
              <a:ext cx="111760" cy="74930"/>
            </a:xfrm>
            <a:custGeom>
              <a:avLst/>
              <a:gdLst/>
              <a:ahLst/>
              <a:cxnLst/>
              <a:rect l="l" t="t" r="r" b="b"/>
              <a:pathLst>
                <a:path w="111760" h="74929">
                  <a:moveTo>
                    <a:pt x="111493" y="0"/>
                  </a:moveTo>
                  <a:lnTo>
                    <a:pt x="75064" y="2946"/>
                  </a:lnTo>
                  <a:lnTo>
                    <a:pt x="42596" y="17492"/>
                  </a:lnTo>
                  <a:lnTo>
                    <a:pt x="16703" y="41904"/>
                  </a:lnTo>
                  <a:lnTo>
                    <a:pt x="0" y="74447"/>
                  </a:lnTo>
                  <a:lnTo>
                    <a:pt x="36430" y="71501"/>
                  </a:lnTo>
                  <a:lnTo>
                    <a:pt x="68901" y="56955"/>
                  </a:lnTo>
                  <a:lnTo>
                    <a:pt x="94794" y="32543"/>
                  </a:lnTo>
                  <a:lnTo>
                    <a:pt x="111493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560610" y="4522171"/>
              <a:ext cx="602615" cy="517525"/>
            </a:xfrm>
            <a:custGeom>
              <a:avLst/>
              <a:gdLst/>
              <a:ahLst/>
              <a:cxnLst/>
              <a:rect l="l" t="t" r="r" b="b"/>
              <a:pathLst>
                <a:path w="602614" h="517525">
                  <a:moveTo>
                    <a:pt x="121488" y="65239"/>
                  </a:moveTo>
                  <a:lnTo>
                    <a:pt x="101104" y="33769"/>
                  </a:lnTo>
                  <a:lnTo>
                    <a:pt x="72174" y="11518"/>
                  </a:lnTo>
                  <a:lnTo>
                    <a:pt x="37528" y="0"/>
                  </a:lnTo>
                  <a:lnTo>
                    <a:pt x="0" y="736"/>
                  </a:lnTo>
                  <a:lnTo>
                    <a:pt x="20383" y="32207"/>
                  </a:lnTo>
                  <a:lnTo>
                    <a:pt x="49314" y="54470"/>
                  </a:lnTo>
                  <a:lnTo>
                    <a:pt x="83972" y="65989"/>
                  </a:lnTo>
                  <a:lnTo>
                    <a:pt x="121488" y="65239"/>
                  </a:lnTo>
                  <a:close/>
                </a:path>
                <a:path w="602614" h="517525">
                  <a:moveTo>
                    <a:pt x="174980" y="241808"/>
                  </a:moveTo>
                  <a:lnTo>
                    <a:pt x="164249" y="192874"/>
                  </a:lnTo>
                  <a:lnTo>
                    <a:pt x="130886" y="155511"/>
                  </a:lnTo>
                  <a:lnTo>
                    <a:pt x="116535" y="147650"/>
                  </a:lnTo>
                  <a:lnTo>
                    <a:pt x="114503" y="163893"/>
                  </a:lnTo>
                  <a:lnTo>
                    <a:pt x="125234" y="212826"/>
                  </a:lnTo>
                  <a:lnTo>
                    <a:pt x="158597" y="250190"/>
                  </a:lnTo>
                  <a:lnTo>
                    <a:pt x="172948" y="258051"/>
                  </a:lnTo>
                  <a:lnTo>
                    <a:pt x="174980" y="241808"/>
                  </a:lnTo>
                  <a:close/>
                </a:path>
                <a:path w="602614" h="517525">
                  <a:moveTo>
                    <a:pt x="478091" y="475716"/>
                  </a:moveTo>
                  <a:lnTo>
                    <a:pt x="435127" y="459486"/>
                  </a:lnTo>
                  <a:lnTo>
                    <a:pt x="390423" y="458546"/>
                  </a:lnTo>
                  <a:lnTo>
                    <a:pt x="347878" y="472351"/>
                  </a:lnTo>
                  <a:lnTo>
                    <a:pt x="311404" y="500329"/>
                  </a:lnTo>
                  <a:lnTo>
                    <a:pt x="354368" y="516572"/>
                  </a:lnTo>
                  <a:lnTo>
                    <a:pt x="399084" y="517512"/>
                  </a:lnTo>
                  <a:lnTo>
                    <a:pt x="441617" y="503707"/>
                  </a:lnTo>
                  <a:lnTo>
                    <a:pt x="478091" y="475716"/>
                  </a:lnTo>
                  <a:close/>
                </a:path>
                <a:path w="602614" h="517525">
                  <a:moveTo>
                    <a:pt x="602411" y="321576"/>
                  </a:moveTo>
                  <a:lnTo>
                    <a:pt x="563029" y="322630"/>
                  </a:lnTo>
                  <a:lnTo>
                    <a:pt x="527240" y="336410"/>
                  </a:lnTo>
                  <a:lnTo>
                    <a:pt x="497954" y="361175"/>
                  </a:lnTo>
                  <a:lnTo>
                    <a:pt x="478091" y="395236"/>
                  </a:lnTo>
                  <a:lnTo>
                    <a:pt x="517474" y="394169"/>
                  </a:lnTo>
                  <a:lnTo>
                    <a:pt x="553262" y="380403"/>
                  </a:lnTo>
                  <a:lnTo>
                    <a:pt x="582549" y="355625"/>
                  </a:lnTo>
                  <a:lnTo>
                    <a:pt x="602411" y="321576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8335146" y="4021450"/>
            <a:ext cx="1113155" cy="1044575"/>
            <a:chOff x="8335146" y="4021450"/>
            <a:chExt cx="1113155" cy="1044575"/>
          </a:xfrm>
        </p:grpSpPr>
        <p:sp>
          <p:nvSpPr>
            <p:cNvPr id="84" name="object 84" descr=""/>
            <p:cNvSpPr/>
            <p:nvPr/>
          </p:nvSpPr>
          <p:spPr>
            <a:xfrm>
              <a:off x="8359149" y="4035825"/>
              <a:ext cx="1057275" cy="1029969"/>
            </a:xfrm>
            <a:custGeom>
              <a:avLst/>
              <a:gdLst/>
              <a:ahLst/>
              <a:cxnLst/>
              <a:rect l="l" t="t" r="r" b="b"/>
              <a:pathLst>
                <a:path w="1057275" h="1029970">
                  <a:moveTo>
                    <a:pt x="570412" y="0"/>
                  </a:moveTo>
                  <a:lnTo>
                    <a:pt x="498744" y="15856"/>
                  </a:lnTo>
                  <a:lnTo>
                    <a:pt x="436614" y="59844"/>
                  </a:lnTo>
                  <a:lnTo>
                    <a:pt x="409833" y="90709"/>
                  </a:lnTo>
                  <a:lnTo>
                    <a:pt x="386285" y="126594"/>
                  </a:lnTo>
                  <a:lnTo>
                    <a:pt x="366253" y="166826"/>
                  </a:lnTo>
                  <a:lnTo>
                    <a:pt x="350021" y="210734"/>
                  </a:lnTo>
                  <a:lnTo>
                    <a:pt x="337871" y="257648"/>
                  </a:lnTo>
                  <a:lnTo>
                    <a:pt x="330087" y="306895"/>
                  </a:lnTo>
                  <a:lnTo>
                    <a:pt x="326951" y="357805"/>
                  </a:lnTo>
                  <a:lnTo>
                    <a:pt x="328746" y="409706"/>
                  </a:lnTo>
                  <a:lnTo>
                    <a:pt x="335755" y="461926"/>
                  </a:lnTo>
                  <a:lnTo>
                    <a:pt x="348262" y="513795"/>
                  </a:lnTo>
                  <a:lnTo>
                    <a:pt x="302846" y="516793"/>
                  </a:lnTo>
                  <a:lnTo>
                    <a:pt x="259074" y="525490"/>
                  </a:lnTo>
                  <a:lnTo>
                    <a:pt x="217346" y="539443"/>
                  </a:lnTo>
                  <a:lnTo>
                    <a:pt x="178065" y="558209"/>
                  </a:lnTo>
                  <a:lnTo>
                    <a:pt x="141630" y="581345"/>
                  </a:lnTo>
                  <a:lnTo>
                    <a:pt x="108444" y="608408"/>
                  </a:lnTo>
                  <a:lnTo>
                    <a:pt x="78907" y="638955"/>
                  </a:lnTo>
                  <a:lnTo>
                    <a:pt x="53420" y="672542"/>
                  </a:lnTo>
                  <a:lnTo>
                    <a:pt x="32385" y="708726"/>
                  </a:lnTo>
                  <a:lnTo>
                    <a:pt x="16202" y="747064"/>
                  </a:lnTo>
                  <a:lnTo>
                    <a:pt x="5273" y="787113"/>
                  </a:lnTo>
                  <a:lnTo>
                    <a:pt x="0" y="828429"/>
                  </a:lnTo>
                  <a:lnTo>
                    <a:pt x="782" y="870570"/>
                  </a:lnTo>
                  <a:lnTo>
                    <a:pt x="8021" y="913093"/>
                  </a:lnTo>
                  <a:lnTo>
                    <a:pt x="22118" y="955553"/>
                  </a:lnTo>
                  <a:lnTo>
                    <a:pt x="43475" y="997508"/>
                  </a:lnTo>
                  <a:lnTo>
                    <a:pt x="85009" y="1016057"/>
                  </a:lnTo>
                  <a:lnTo>
                    <a:pt x="123832" y="1022093"/>
                  </a:lnTo>
                  <a:lnTo>
                    <a:pt x="172432" y="1026237"/>
                  </a:lnTo>
                  <a:lnTo>
                    <a:pt x="229114" y="1028688"/>
                  </a:lnTo>
                  <a:lnTo>
                    <a:pt x="292181" y="1029647"/>
                  </a:lnTo>
                  <a:lnTo>
                    <a:pt x="359937" y="1029313"/>
                  </a:lnTo>
                  <a:lnTo>
                    <a:pt x="430687" y="1027887"/>
                  </a:lnTo>
                  <a:lnTo>
                    <a:pt x="502735" y="1025568"/>
                  </a:lnTo>
                  <a:lnTo>
                    <a:pt x="574385" y="1022556"/>
                  </a:lnTo>
                  <a:lnTo>
                    <a:pt x="643942" y="1019051"/>
                  </a:lnTo>
                  <a:lnTo>
                    <a:pt x="709709" y="1015253"/>
                  </a:lnTo>
                  <a:lnTo>
                    <a:pt x="769991" y="1011362"/>
                  </a:lnTo>
                  <a:lnTo>
                    <a:pt x="823092" y="1007578"/>
                  </a:lnTo>
                  <a:lnTo>
                    <a:pt x="867317" y="1004101"/>
                  </a:lnTo>
                  <a:lnTo>
                    <a:pt x="922353" y="998866"/>
                  </a:lnTo>
                  <a:lnTo>
                    <a:pt x="956427" y="977772"/>
                  </a:lnTo>
                  <a:lnTo>
                    <a:pt x="1002466" y="912288"/>
                  </a:lnTo>
                  <a:lnTo>
                    <a:pt x="1021075" y="869637"/>
                  </a:lnTo>
                  <a:lnTo>
                    <a:pt x="1036225" y="822444"/>
                  </a:lnTo>
                  <a:lnTo>
                    <a:pt x="1047528" y="772258"/>
                  </a:lnTo>
                  <a:lnTo>
                    <a:pt x="1054594" y="720627"/>
                  </a:lnTo>
                  <a:lnTo>
                    <a:pt x="1057036" y="669100"/>
                  </a:lnTo>
                  <a:lnTo>
                    <a:pt x="1054049" y="613709"/>
                  </a:lnTo>
                  <a:lnTo>
                    <a:pt x="1045477" y="562051"/>
                  </a:lnTo>
                  <a:lnTo>
                    <a:pt x="1031904" y="514838"/>
                  </a:lnTo>
                  <a:lnTo>
                    <a:pt x="1013915" y="472780"/>
                  </a:lnTo>
                  <a:lnTo>
                    <a:pt x="992094" y="436590"/>
                  </a:lnTo>
                  <a:lnTo>
                    <a:pt x="967026" y="406978"/>
                  </a:lnTo>
                  <a:lnTo>
                    <a:pt x="909486" y="370337"/>
                  </a:lnTo>
                  <a:lnTo>
                    <a:pt x="878183" y="364730"/>
                  </a:lnTo>
                  <a:lnTo>
                    <a:pt x="845969" y="368547"/>
                  </a:lnTo>
                  <a:lnTo>
                    <a:pt x="813431" y="382501"/>
                  </a:lnTo>
                  <a:lnTo>
                    <a:pt x="812374" y="326367"/>
                  </a:lnTo>
                  <a:lnTo>
                    <a:pt x="805878" y="272660"/>
                  </a:lnTo>
                  <a:lnTo>
                    <a:pt x="794353" y="221995"/>
                  </a:lnTo>
                  <a:lnTo>
                    <a:pt x="778211" y="174988"/>
                  </a:lnTo>
                  <a:lnTo>
                    <a:pt x="757862" y="132253"/>
                  </a:lnTo>
                  <a:lnTo>
                    <a:pt x="733716" y="94405"/>
                  </a:lnTo>
                  <a:lnTo>
                    <a:pt x="706185" y="62059"/>
                  </a:lnTo>
                  <a:lnTo>
                    <a:pt x="675678" y="35830"/>
                  </a:lnTo>
                  <a:lnTo>
                    <a:pt x="642606" y="16334"/>
                  </a:lnTo>
                  <a:lnTo>
                    <a:pt x="607381" y="4186"/>
                  </a:lnTo>
                  <a:lnTo>
                    <a:pt x="570412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8857029" y="4035527"/>
              <a:ext cx="559435" cy="1010919"/>
            </a:xfrm>
            <a:custGeom>
              <a:avLst/>
              <a:gdLst/>
              <a:ahLst/>
              <a:cxnLst/>
              <a:rect l="l" t="t" r="r" b="b"/>
              <a:pathLst>
                <a:path w="559434" h="1010920">
                  <a:moveTo>
                    <a:pt x="74151" y="0"/>
                  </a:moveTo>
                  <a:lnTo>
                    <a:pt x="37318" y="3947"/>
                  </a:lnTo>
                  <a:lnTo>
                    <a:pt x="0" y="16730"/>
                  </a:lnTo>
                  <a:lnTo>
                    <a:pt x="53429" y="33443"/>
                  </a:lnTo>
                  <a:lnTo>
                    <a:pt x="98615" y="55447"/>
                  </a:lnTo>
                  <a:lnTo>
                    <a:pt x="136220" y="82165"/>
                  </a:lnTo>
                  <a:lnTo>
                    <a:pt x="166908" y="113023"/>
                  </a:lnTo>
                  <a:lnTo>
                    <a:pt x="191342" y="147446"/>
                  </a:lnTo>
                  <a:lnTo>
                    <a:pt x="210186" y="184858"/>
                  </a:lnTo>
                  <a:lnTo>
                    <a:pt x="224102" y="224684"/>
                  </a:lnTo>
                  <a:lnTo>
                    <a:pt x="233756" y="266348"/>
                  </a:lnTo>
                  <a:lnTo>
                    <a:pt x="239810" y="309277"/>
                  </a:lnTo>
                  <a:lnTo>
                    <a:pt x="242928" y="352893"/>
                  </a:lnTo>
                  <a:lnTo>
                    <a:pt x="243772" y="396622"/>
                  </a:lnTo>
                  <a:lnTo>
                    <a:pt x="243008" y="439889"/>
                  </a:lnTo>
                  <a:lnTo>
                    <a:pt x="292650" y="449610"/>
                  </a:lnTo>
                  <a:lnTo>
                    <a:pt x="332744" y="473223"/>
                  </a:lnTo>
                  <a:lnTo>
                    <a:pt x="363985" y="507005"/>
                  </a:lnTo>
                  <a:lnTo>
                    <a:pt x="387071" y="547235"/>
                  </a:lnTo>
                  <a:lnTo>
                    <a:pt x="402698" y="590192"/>
                  </a:lnTo>
                  <a:lnTo>
                    <a:pt x="411564" y="632155"/>
                  </a:lnTo>
                  <a:lnTo>
                    <a:pt x="414364" y="669401"/>
                  </a:lnTo>
                  <a:lnTo>
                    <a:pt x="394405" y="781505"/>
                  </a:lnTo>
                  <a:lnTo>
                    <a:pt x="350497" y="892280"/>
                  </a:lnTo>
                  <a:lnTo>
                    <a:pt x="306588" y="976930"/>
                  </a:lnTo>
                  <a:lnTo>
                    <a:pt x="286630" y="1010657"/>
                  </a:lnTo>
                  <a:lnTo>
                    <a:pt x="370916" y="1005244"/>
                  </a:lnTo>
                  <a:lnTo>
                    <a:pt x="414143" y="1002101"/>
                  </a:lnTo>
                  <a:lnTo>
                    <a:pt x="429929" y="1000025"/>
                  </a:lnTo>
                  <a:lnTo>
                    <a:pt x="431892" y="997810"/>
                  </a:lnTo>
                  <a:lnTo>
                    <a:pt x="458546" y="978074"/>
                  </a:lnTo>
                  <a:lnTo>
                    <a:pt x="504585" y="912589"/>
                  </a:lnTo>
                  <a:lnTo>
                    <a:pt x="523194" y="869938"/>
                  </a:lnTo>
                  <a:lnTo>
                    <a:pt x="538344" y="822745"/>
                  </a:lnTo>
                  <a:lnTo>
                    <a:pt x="549647" y="772559"/>
                  </a:lnTo>
                  <a:lnTo>
                    <a:pt x="556713" y="720928"/>
                  </a:lnTo>
                  <a:lnTo>
                    <a:pt x="559155" y="669401"/>
                  </a:lnTo>
                  <a:lnTo>
                    <a:pt x="556168" y="614008"/>
                  </a:lnTo>
                  <a:lnTo>
                    <a:pt x="547596" y="562349"/>
                  </a:lnTo>
                  <a:lnTo>
                    <a:pt x="534023" y="515135"/>
                  </a:lnTo>
                  <a:lnTo>
                    <a:pt x="516034" y="473077"/>
                  </a:lnTo>
                  <a:lnTo>
                    <a:pt x="494214" y="436887"/>
                  </a:lnTo>
                  <a:lnTo>
                    <a:pt x="469146" y="407276"/>
                  </a:lnTo>
                  <a:lnTo>
                    <a:pt x="411605" y="370636"/>
                  </a:lnTo>
                  <a:lnTo>
                    <a:pt x="380302" y="365030"/>
                  </a:lnTo>
                  <a:lnTo>
                    <a:pt x="348089" y="368848"/>
                  </a:lnTo>
                  <a:lnTo>
                    <a:pt x="315550" y="382802"/>
                  </a:lnTo>
                  <a:lnTo>
                    <a:pt x="314455" y="325771"/>
                  </a:lnTo>
                  <a:lnTo>
                    <a:pt x="307808" y="271540"/>
                  </a:lnTo>
                  <a:lnTo>
                    <a:pt x="296069" y="220657"/>
                  </a:lnTo>
                  <a:lnTo>
                    <a:pt x="279701" y="173673"/>
                  </a:lnTo>
                  <a:lnTo>
                    <a:pt x="259162" y="131134"/>
                  </a:lnTo>
                  <a:lnTo>
                    <a:pt x="234914" y="93591"/>
                  </a:lnTo>
                  <a:lnTo>
                    <a:pt x="207417" y="61591"/>
                  </a:lnTo>
                  <a:lnTo>
                    <a:pt x="177131" y="35683"/>
                  </a:lnTo>
                  <a:lnTo>
                    <a:pt x="110038" y="4339"/>
                  </a:lnTo>
                  <a:lnTo>
                    <a:pt x="74151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736208" y="4118985"/>
              <a:ext cx="81915" cy="135890"/>
            </a:xfrm>
            <a:custGeom>
              <a:avLst/>
              <a:gdLst/>
              <a:ahLst/>
              <a:cxnLst/>
              <a:rect l="l" t="t" r="r" b="b"/>
              <a:pathLst>
                <a:path w="81915" h="135889">
                  <a:moveTo>
                    <a:pt x="0" y="0"/>
                  </a:moveTo>
                  <a:lnTo>
                    <a:pt x="1392" y="43115"/>
                  </a:lnTo>
                  <a:lnTo>
                    <a:pt x="16684" y="82226"/>
                  </a:lnTo>
                  <a:lnTo>
                    <a:pt x="43981" y="114150"/>
                  </a:lnTo>
                  <a:lnTo>
                    <a:pt x="81390" y="135702"/>
                  </a:lnTo>
                  <a:lnTo>
                    <a:pt x="79997" y="92587"/>
                  </a:lnTo>
                  <a:lnTo>
                    <a:pt x="64706" y="53476"/>
                  </a:lnTo>
                  <a:lnTo>
                    <a:pt x="37409" y="21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642958" y="4971146"/>
              <a:ext cx="172085" cy="60960"/>
            </a:xfrm>
            <a:custGeom>
              <a:avLst/>
              <a:gdLst/>
              <a:ahLst/>
              <a:cxnLst/>
              <a:rect l="l" t="t" r="r" b="b"/>
              <a:pathLst>
                <a:path w="172084" h="60960">
                  <a:moveTo>
                    <a:pt x="84236" y="0"/>
                  </a:moveTo>
                  <a:lnTo>
                    <a:pt x="39682" y="10136"/>
                  </a:lnTo>
                  <a:lnTo>
                    <a:pt x="0" y="35258"/>
                  </a:lnTo>
                  <a:lnTo>
                    <a:pt x="42221" y="55735"/>
                  </a:lnTo>
                  <a:lnTo>
                    <a:pt x="87621" y="60799"/>
                  </a:lnTo>
                  <a:lnTo>
                    <a:pt x="132176" y="50663"/>
                  </a:lnTo>
                  <a:lnTo>
                    <a:pt x="171858" y="25541"/>
                  </a:lnTo>
                  <a:lnTo>
                    <a:pt x="129637" y="5063"/>
                  </a:lnTo>
                  <a:lnTo>
                    <a:pt x="8423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341219" y="4541020"/>
              <a:ext cx="81280" cy="63500"/>
            </a:xfrm>
            <a:custGeom>
              <a:avLst/>
              <a:gdLst/>
              <a:ahLst/>
              <a:cxnLst/>
              <a:rect l="l" t="t" r="r" b="b"/>
              <a:pathLst>
                <a:path w="81279" h="63500">
                  <a:moveTo>
                    <a:pt x="0" y="0"/>
                  </a:moveTo>
                  <a:lnTo>
                    <a:pt x="10986" y="25768"/>
                  </a:lnTo>
                  <a:lnTo>
                    <a:pt x="29442" y="45842"/>
                  </a:lnTo>
                  <a:lnTo>
                    <a:pt x="53472" y="58741"/>
                  </a:lnTo>
                  <a:lnTo>
                    <a:pt x="81180" y="62982"/>
                  </a:lnTo>
                  <a:lnTo>
                    <a:pt x="70199" y="37218"/>
                  </a:lnTo>
                  <a:lnTo>
                    <a:pt x="51745" y="17143"/>
                  </a:lnTo>
                  <a:lnTo>
                    <a:pt x="27713" y="4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996194" y="4149272"/>
              <a:ext cx="76070" cy="117137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9216047" y="4362074"/>
              <a:ext cx="232410" cy="419734"/>
            </a:xfrm>
            <a:custGeom>
              <a:avLst/>
              <a:gdLst/>
              <a:ahLst/>
              <a:cxnLst/>
              <a:rect l="l" t="t" r="r" b="b"/>
              <a:pathLst>
                <a:path w="232409" h="419735">
                  <a:moveTo>
                    <a:pt x="57010" y="97104"/>
                  </a:moveTo>
                  <a:lnTo>
                    <a:pt x="56311" y="66421"/>
                  </a:lnTo>
                  <a:lnTo>
                    <a:pt x="45681" y="38481"/>
                  </a:lnTo>
                  <a:lnTo>
                    <a:pt x="26479" y="15582"/>
                  </a:lnTo>
                  <a:lnTo>
                    <a:pt x="0" y="0"/>
                  </a:lnTo>
                  <a:lnTo>
                    <a:pt x="698" y="30683"/>
                  </a:lnTo>
                  <a:lnTo>
                    <a:pt x="11328" y="58623"/>
                  </a:lnTo>
                  <a:lnTo>
                    <a:pt x="30530" y="81521"/>
                  </a:lnTo>
                  <a:lnTo>
                    <a:pt x="57010" y="97104"/>
                  </a:lnTo>
                  <a:close/>
                </a:path>
                <a:path w="232409" h="419735">
                  <a:moveTo>
                    <a:pt x="232181" y="419150"/>
                  </a:moveTo>
                  <a:lnTo>
                    <a:pt x="217563" y="391287"/>
                  </a:lnTo>
                  <a:lnTo>
                    <a:pt x="195084" y="370471"/>
                  </a:lnTo>
                  <a:lnTo>
                    <a:pt x="167005" y="358203"/>
                  </a:lnTo>
                  <a:lnTo>
                    <a:pt x="135597" y="355968"/>
                  </a:lnTo>
                  <a:lnTo>
                    <a:pt x="150228" y="383819"/>
                  </a:lnTo>
                  <a:lnTo>
                    <a:pt x="172707" y="404622"/>
                  </a:lnTo>
                  <a:lnTo>
                    <a:pt x="200774" y="416902"/>
                  </a:lnTo>
                  <a:lnTo>
                    <a:pt x="232181" y="41915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463613" y="4730511"/>
              <a:ext cx="149032" cy="78536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8571307" y="4532683"/>
              <a:ext cx="50800" cy="142875"/>
            </a:xfrm>
            <a:custGeom>
              <a:avLst/>
              <a:gdLst/>
              <a:ahLst/>
              <a:cxnLst/>
              <a:rect l="l" t="t" r="r" b="b"/>
              <a:pathLst>
                <a:path w="50800" h="142875">
                  <a:moveTo>
                    <a:pt x="37474" y="0"/>
                  </a:moveTo>
                  <a:lnTo>
                    <a:pt x="12755" y="30752"/>
                  </a:lnTo>
                  <a:lnTo>
                    <a:pt x="69" y="67005"/>
                  </a:lnTo>
                  <a:lnTo>
                    <a:pt x="0" y="105422"/>
                  </a:lnTo>
                  <a:lnTo>
                    <a:pt x="13129" y="142665"/>
                  </a:lnTo>
                  <a:lnTo>
                    <a:pt x="37846" y="111913"/>
                  </a:lnTo>
                  <a:lnTo>
                    <a:pt x="50530" y="75659"/>
                  </a:lnTo>
                  <a:lnTo>
                    <a:pt x="50599" y="37242"/>
                  </a:lnTo>
                  <a:lnTo>
                    <a:pt x="37474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874468" y="4410627"/>
              <a:ext cx="250190" cy="285115"/>
            </a:xfrm>
            <a:custGeom>
              <a:avLst/>
              <a:gdLst/>
              <a:ahLst/>
              <a:cxnLst/>
              <a:rect l="l" t="t" r="r" b="b"/>
              <a:pathLst>
                <a:path w="250190" h="285114">
                  <a:moveTo>
                    <a:pt x="46672" y="79133"/>
                  </a:moveTo>
                  <a:lnTo>
                    <a:pt x="42748" y="48945"/>
                  </a:lnTo>
                  <a:lnTo>
                    <a:pt x="29108" y="21704"/>
                  </a:lnTo>
                  <a:lnTo>
                    <a:pt x="6553" y="0"/>
                  </a:lnTo>
                  <a:lnTo>
                    <a:pt x="0" y="30581"/>
                  </a:lnTo>
                  <a:lnTo>
                    <a:pt x="3924" y="60782"/>
                  </a:lnTo>
                  <a:lnTo>
                    <a:pt x="17551" y="88023"/>
                  </a:lnTo>
                  <a:lnTo>
                    <a:pt x="40119" y="109728"/>
                  </a:lnTo>
                  <a:lnTo>
                    <a:pt x="46672" y="79133"/>
                  </a:lnTo>
                  <a:close/>
                </a:path>
                <a:path w="250190" h="285114">
                  <a:moveTo>
                    <a:pt x="250151" y="185877"/>
                  </a:moveTo>
                  <a:lnTo>
                    <a:pt x="242684" y="146989"/>
                  </a:lnTo>
                  <a:lnTo>
                    <a:pt x="213588" y="173799"/>
                  </a:lnTo>
                  <a:lnTo>
                    <a:pt x="195618" y="207860"/>
                  </a:lnTo>
                  <a:lnTo>
                    <a:pt x="189826" y="245948"/>
                  </a:lnTo>
                  <a:lnTo>
                    <a:pt x="197294" y="284835"/>
                  </a:lnTo>
                  <a:lnTo>
                    <a:pt x="226377" y="258025"/>
                  </a:lnTo>
                  <a:lnTo>
                    <a:pt x="244360" y="223964"/>
                  </a:lnTo>
                  <a:lnTo>
                    <a:pt x="250151" y="185877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064272" y="4762158"/>
              <a:ext cx="159942" cy="65365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8463610" y="4207846"/>
              <a:ext cx="609600" cy="748665"/>
            </a:xfrm>
            <a:custGeom>
              <a:avLst/>
              <a:gdLst/>
              <a:ahLst/>
              <a:cxnLst/>
              <a:rect l="l" t="t" r="r" b="b"/>
              <a:pathLst>
                <a:path w="609600" h="748664">
                  <a:moveTo>
                    <a:pt x="127952" y="747420"/>
                  </a:moveTo>
                  <a:lnTo>
                    <a:pt x="106489" y="714273"/>
                  </a:lnTo>
                  <a:lnTo>
                    <a:pt x="76009" y="690829"/>
                  </a:lnTo>
                  <a:lnTo>
                    <a:pt x="39522" y="678700"/>
                  </a:lnTo>
                  <a:lnTo>
                    <a:pt x="0" y="679475"/>
                  </a:lnTo>
                  <a:lnTo>
                    <a:pt x="21463" y="712635"/>
                  </a:lnTo>
                  <a:lnTo>
                    <a:pt x="51943" y="736079"/>
                  </a:lnTo>
                  <a:lnTo>
                    <a:pt x="88430" y="748207"/>
                  </a:lnTo>
                  <a:lnTo>
                    <a:pt x="127952" y="747420"/>
                  </a:lnTo>
                  <a:close/>
                </a:path>
                <a:path w="609600" h="748664">
                  <a:moveTo>
                    <a:pt x="286651" y="560641"/>
                  </a:moveTo>
                  <a:lnTo>
                    <a:pt x="279311" y="528091"/>
                  </a:lnTo>
                  <a:lnTo>
                    <a:pt x="261683" y="499757"/>
                  </a:lnTo>
                  <a:lnTo>
                    <a:pt x="234861" y="478370"/>
                  </a:lnTo>
                  <a:lnTo>
                    <a:pt x="230809" y="512406"/>
                  </a:lnTo>
                  <a:lnTo>
                    <a:pt x="238150" y="544944"/>
                  </a:lnTo>
                  <a:lnTo>
                    <a:pt x="255790" y="573278"/>
                  </a:lnTo>
                  <a:lnTo>
                    <a:pt x="282600" y="594677"/>
                  </a:lnTo>
                  <a:lnTo>
                    <a:pt x="286651" y="560641"/>
                  </a:lnTo>
                  <a:close/>
                </a:path>
                <a:path w="609600" h="748664">
                  <a:moveTo>
                    <a:pt x="340487" y="136156"/>
                  </a:moveTo>
                  <a:lnTo>
                    <a:pt x="337832" y="95783"/>
                  </a:lnTo>
                  <a:lnTo>
                    <a:pt x="322059" y="58521"/>
                  </a:lnTo>
                  <a:lnTo>
                    <a:pt x="293979" y="27838"/>
                  </a:lnTo>
                  <a:lnTo>
                    <a:pt x="282702" y="67843"/>
                  </a:lnTo>
                  <a:lnTo>
                    <a:pt x="285356" y="108204"/>
                  </a:lnTo>
                  <a:lnTo>
                    <a:pt x="301129" y="145478"/>
                  </a:lnTo>
                  <a:lnTo>
                    <a:pt x="329209" y="176161"/>
                  </a:lnTo>
                  <a:lnTo>
                    <a:pt x="340487" y="136156"/>
                  </a:lnTo>
                  <a:close/>
                </a:path>
                <a:path w="609600" h="748664">
                  <a:moveTo>
                    <a:pt x="485127" y="84823"/>
                  </a:moveTo>
                  <a:lnTo>
                    <a:pt x="480529" y="52324"/>
                  </a:lnTo>
                  <a:lnTo>
                    <a:pt x="465518" y="23126"/>
                  </a:lnTo>
                  <a:lnTo>
                    <a:pt x="440931" y="0"/>
                  </a:lnTo>
                  <a:lnTo>
                    <a:pt x="434238" y="33045"/>
                  </a:lnTo>
                  <a:lnTo>
                    <a:pt x="438823" y="65544"/>
                  </a:lnTo>
                  <a:lnTo>
                    <a:pt x="453847" y="94742"/>
                  </a:lnTo>
                  <a:lnTo>
                    <a:pt x="478421" y="117868"/>
                  </a:lnTo>
                  <a:lnTo>
                    <a:pt x="485127" y="84823"/>
                  </a:lnTo>
                  <a:close/>
                </a:path>
                <a:path w="609600" h="748664">
                  <a:moveTo>
                    <a:pt x="609346" y="733425"/>
                  </a:moveTo>
                  <a:lnTo>
                    <a:pt x="592810" y="707174"/>
                  </a:lnTo>
                  <a:lnTo>
                    <a:pt x="569112" y="688467"/>
                  </a:lnTo>
                  <a:lnTo>
                    <a:pt x="540575" y="678586"/>
                  </a:lnTo>
                  <a:lnTo>
                    <a:pt x="509524" y="678815"/>
                  </a:lnTo>
                  <a:lnTo>
                    <a:pt x="526059" y="705065"/>
                  </a:lnTo>
                  <a:lnTo>
                    <a:pt x="549757" y="723760"/>
                  </a:lnTo>
                  <a:lnTo>
                    <a:pt x="578307" y="733653"/>
                  </a:lnTo>
                  <a:lnTo>
                    <a:pt x="609346" y="733425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9317163" y="4879382"/>
              <a:ext cx="113030" cy="60960"/>
            </a:xfrm>
            <a:custGeom>
              <a:avLst/>
              <a:gdLst/>
              <a:ahLst/>
              <a:cxnLst/>
              <a:rect l="l" t="t" r="r" b="b"/>
              <a:pathLst>
                <a:path w="113029" h="60960">
                  <a:moveTo>
                    <a:pt x="77989" y="0"/>
                  </a:moveTo>
                  <a:lnTo>
                    <a:pt x="45955" y="10304"/>
                  </a:lnTo>
                  <a:lnTo>
                    <a:pt x="19079" y="30567"/>
                  </a:lnTo>
                  <a:lnTo>
                    <a:pt x="0" y="59428"/>
                  </a:lnTo>
                  <a:lnTo>
                    <a:pt x="34553" y="60440"/>
                  </a:lnTo>
                  <a:lnTo>
                    <a:pt x="66589" y="50135"/>
                  </a:lnTo>
                  <a:lnTo>
                    <a:pt x="93466" y="29873"/>
                  </a:lnTo>
                  <a:lnTo>
                    <a:pt x="112541" y="1011"/>
                  </a:lnTo>
                  <a:lnTo>
                    <a:pt x="77989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122242" y="4932076"/>
              <a:ext cx="106447" cy="77735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976072" y="4021450"/>
              <a:ext cx="84856" cy="105850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8335146" y="4910502"/>
              <a:ext cx="128905" cy="93980"/>
            </a:xfrm>
            <a:custGeom>
              <a:avLst/>
              <a:gdLst/>
              <a:ahLst/>
              <a:cxnLst/>
              <a:rect l="l" t="t" r="r" b="b"/>
              <a:pathLst>
                <a:path w="128904" h="93979">
                  <a:moveTo>
                    <a:pt x="0" y="0"/>
                  </a:moveTo>
                  <a:lnTo>
                    <a:pt x="18164" y="39369"/>
                  </a:lnTo>
                  <a:lnTo>
                    <a:pt x="47632" y="69590"/>
                  </a:lnTo>
                  <a:lnTo>
                    <a:pt x="85400" y="88458"/>
                  </a:lnTo>
                  <a:lnTo>
                    <a:pt x="128467" y="93766"/>
                  </a:lnTo>
                  <a:lnTo>
                    <a:pt x="110304" y="54397"/>
                  </a:lnTo>
                  <a:lnTo>
                    <a:pt x="80839" y="24175"/>
                  </a:lnTo>
                  <a:lnTo>
                    <a:pt x="43071" y="5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820671" y="4677219"/>
              <a:ext cx="72709" cy="158906"/>
            </a:xfrm>
            <a:prstGeom prst="rect">
              <a:avLst/>
            </a:prstGeom>
          </p:spPr>
        </p:pic>
      </p:grpSp>
      <p:grpSp>
        <p:nvGrpSpPr>
          <p:cNvPr id="101" name="object 101" descr=""/>
          <p:cNvGrpSpPr/>
          <p:nvPr/>
        </p:nvGrpSpPr>
        <p:grpSpPr>
          <a:xfrm>
            <a:off x="1428401" y="4352304"/>
            <a:ext cx="1346200" cy="743585"/>
            <a:chOff x="1428401" y="4352304"/>
            <a:chExt cx="1346200" cy="743585"/>
          </a:xfrm>
        </p:grpSpPr>
        <p:sp>
          <p:nvSpPr>
            <p:cNvPr id="102" name="object 102" descr=""/>
            <p:cNvSpPr/>
            <p:nvPr/>
          </p:nvSpPr>
          <p:spPr>
            <a:xfrm>
              <a:off x="1451185" y="4353458"/>
              <a:ext cx="1313180" cy="742315"/>
            </a:xfrm>
            <a:custGeom>
              <a:avLst/>
              <a:gdLst/>
              <a:ahLst/>
              <a:cxnLst/>
              <a:rect l="l" t="t" r="r" b="b"/>
              <a:pathLst>
                <a:path w="1313180" h="742314">
                  <a:moveTo>
                    <a:pt x="405454" y="0"/>
                  </a:moveTo>
                  <a:lnTo>
                    <a:pt x="360125" y="2793"/>
                  </a:lnTo>
                  <a:lnTo>
                    <a:pt x="316857" y="10928"/>
                  </a:lnTo>
                  <a:lnTo>
                    <a:pt x="275778" y="24033"/>
                  </a:lnTo>
                  <a:lnTo>
                    <a:pt x="237018" y="41739"/>
                  </a:lnTo>
                  <a:lnTo>
                    <a:pt x="200707" y="63674"/>
                  </a:lnTo>
                  <a:lnTo>
                    <a:pt x="166974" y="89470"/>
                  </a:lnTo>
                  <a:lnTo>
                    <a:pt x="135949" y="118756"/>
                  </a:lnTo>
                  <a:lnTo>
                    <a:pt x="107763" y="151161"/>
                  </a:lnTo>
                  <a:lnTo>
                    <a:pt x="82544" y="186316"/>
                  </a:lnTo>
                  <a:lnTo>
                    <a:pt x="60422" y="223850"/>
                  </a:lnTo>
                  <a:lnTo>
                    <a:pt x="41528" y="263393"/>
                  </a:lnTo>
                  <a:lnTo>
                    <a:pt x="25990" y="304575"/>
                  </a:lnTo>
                  <a:lnTo>
                    <a:pt x="13938" y="347026"/>
                  </a:lnTo>
                  <a:lnTo>
                    <a:pt x="5503" y="390375"/>
                  </a:lnTo>
                  <a:lnTo>
                    <a:pt x="813" y="434252"/>
                  </a:lnTo>
                  <a:lnTo>
                    <a:pt x="0" y="478288"/>
                  </a:lnTo>
                  <a:lnTo>
                    <a:pt x="3191" y="522112"/>
                  </a:lnTo>
                  <a:lnTo>
                    <a:pt x="10517" y="565353"/>
                  </a:lnTo>
                  <a:lnTo>
                    <a:pt x="22108" y="607642"/>
                  </a:lnTo>
                  <a:lnTo>
                    <a:pt x="38093" y="648608"/>
                  </a:lnTo>
                  <a:lnTo>
                    <a:pt x="63209" y="687453"/>
                  </a:lnTo>
                  <a:lnTo>
                    <a:pt x="97792" y="716906"/>
                  </a:lnTo>
                  <a:lnTo>
                    <a:pt x="139306" y="735571"/>
                  </a:lnTo>
                  <a:lnTo>
                    <a:pt x="185219" y="742050"/>
                  </a:lnTo>
                  <a:lnTo>
                    <a:pt x="912511" y="738071"/>
                  </a:lnTo>
                  <a:lnTo>
                    <a:pt x="1064934" y="737828"/>
                  </a:lnTo>
                  <a:lnTo>
                    <a:pt x="1149735" y="738103"/>
                  </a:lnTo>
                  <a:lnTo>
                    <a:pt x="1192265" y="732763"/>
                  </a:lnTo>
                  <a:lnTo>
                    <a:pt x="1231035" y="717069"/>
                  </a:lnTo>
                  <a:lnTo>
                    <a:pt x="1264273" y="692344"/>
                  </a:lnTo>
                  <a:lnTo>
                    <a:pt x="1290207" y="659907"/>
                  </a:lnTo>
                  <a:lnTo>
                    <a:pt x="1307067" y="621081"/>
                  </a:lnTo>
                  <a:lnTo>
                    <a:pt x="1313080" y="577186"/>
                  </a:lnTo>
                  <a:lnTo>
                    <a:pt x="1310133" y="529658"/>
                  </a:lnTo>
                  <a:lnTo>
                    <a:pt x="1301565" y="484415"/>
                  </a:lnTo>
                  <a:lnTo>
                    <a:pt x="1287789" y="441704"/>
                  </a:lnTo>
                  <a:lnTo>
                    <a:pt x="1269216" y="401769"/>
                  </a:lnTo>
                  <a:lnTo>
                    <a:pt x="1246260" y="364858"/>
                  </a:lnTo>
                  <a:lnTo>
                    <a:pt x="1219332" y="331217"/>
                  </a:lnTo>
                  <a:lnTo>
                    <a:pt x="1188843" y="301093"/>
                  </a:lnTo>
                  <a:lnTo>
                    <a:pt x="1155208" y="274730"/>
                  </a:lnTo>
                  <a:lnTo>
                    <a:pt x="1118837" y="252377"/>
                  </a:lnTo>
                  <a:lnTo>
                    <a:pt x="1080142" y="234279"/>
                  </a:lnTo>
                  <a:lnTo>
                    <a:pt x="1039536" y="220683"/>
                  </a:lnTo>
                  <a:lnTo>
                    <a:pt x="997432" y="211834"/>
                  </a:lnTo>
                  <a:lnTo>
                    <a:pt x="954240" y="207979"/>
                  </a:lnTo>
                  <a:lnTo>
                    <a:pt x="910373" y="209364"/>
                  </a:lnTo>
                  <a:lnTo>
                    <a:pt x="866244" y="216237"/>
                  </a:lnTo>
                  <a:lnTo>
                    <a:pt x="822264" y="228842"/>
                  </a:lnTo>
                  <a:lnTo>
                    <a:pt x="778845" y="247427"/>
                  </a:lnTo>
                  <a:lnTo>
                    <a:pt x="757942" y="205162"/>
                  </a:lnTo>
                  <a:lnTo>
                    <a:pt x="732449" y="165853"/>
                  </a:lnTo>
                  <a:lnTo>
                    <a:pt x="702720" y="129852"/>
                  </a:lnTo>
                  <a:lnTo>
                    <a:pt x="669104" y="97511"/>
                  </a:lnTo>
                  <a:lnTo>
                    <a:pt x="631953" y="69181"/>
                  </a:lnTo>
                  <a:lnTo>
                    <a:pt x="591618" y="45213"/>
                  </a:lnTo>
                  <a:lnTo>
                    <a:pt x="548449" y="25959"/>
                  </a:lnTo>
                  <a:lnTo>
                    <a:pt x="502798" y="11772"/>
                  </a:lnTo>
                  <a:lnTo>
                    <a:pt x="455016" y="3001"/>
                  </a:lnTo>
                  <a:lnTo>
                    <a:pt x="405454" y="0"/>
                  </a:lnTo>
                  <a:close/>
                </a:path>
              </a:pathLst>
            </a:custGeom>
            <a:solidFill>
              <a:srgbClr val="61A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793303" y="4353858"/>
              <a:ext cx="972185" cy="737870"/>
            </a:xfrm>
            <a:custGeom>
              <a:avLst/>
              <a:gdLst/>
              <a:ahLst/>
              <a:cxnLst/>
              <a:rect l="l" t="t" r="r" b="b"/>
              <a:pathLst>
                <a:path w="972185" h="737870">
                  <a:moveTo>
                    <a:pt x="436727" y="247027"/>
                  </a:moveTo>
                  <a:lnTo>
                    <a:pt x="412000" y="199199"/>
                  </a:lnTo>
                  <a:lnTo>
                    <a:pt x="382549" y="156260"/>
                  </a:lnTo>
                  <a:lnTo>
                    <a:pt x="348932" y="118325"/>
                  </a:lnTo>
                  <a:lnTo>
                    <a:pt x="311746" y="85471"/>
                  </a:lnTo>
                  <a:lnTo>
                    <a:pt x="271564" y="57785"/>
                  </a:lnTo>
                  <a:lnTo>
                    <a:pt x="228955" y="35356"/>
                  </a:lnTo>
                  <a:lnTo>
                    <a:pt x="184518" y="18288"/>
                  </a:lnTo>
                  <a:lnTo>
                    <a:pt x="138823" y="6642"/>
                  </a:lnTo>
                  <a:lnTo>
                    <a:pt x="92456" y="508"/>
                  </a:lnTo>
                  <a:lnTo>
                    <a:pt x="45986" y="0"/>
                  </a:lnTo>
                  <a:lnTo>
                    <a:pt x="0" y="5181"/>
                  </a:lnTo>
                  <a:lnTo>
                    <a:pt x="45643" y="16624"/>
                  </a:lnTo>
                  <a:lnTo>
                    <a:pt x="89928" y="35026"/>
                  </a:lnTo>
                  <a:lnTo>
                    <a:pt x="132346" y="59461"/>
                  </a:lnTo>
                  <a:lnTo>
                    <a:pt x="172389" y="89052"/>
                  </a:lnTo>
                  <a:lnTo>
                    <a:pt x="209537" y="122897"/>
                  </a:lnTo>
                  <a:lnTo>
                    <a:pt x="243268" y="160083"/>
                  </a:lnTo>
                  <a:lnTo>
                    <a:pt x="273075" y="199732"/>
                  </a:lnTo>
                  <a:lnTo>
                    <a:pt x="298437" y="240931"/>
                  </a:lnTo>
                  <a:lnTo>
                    <a:pt x="318833" y="282778"/>
                  </a:lnTo>
                  <a:lnTo>
                    <a:pt x="347510" y="270116"/>
                  </a:lnTo>
                  <a:lnTo>
                    <a:pt x="377405" y="259994"/>
                  </a:lnTo>
                  <a:lnTo>
                    <a:pt x="407492" y="252323"/>
                  </a:lnTo>
                  <a:lnTo>
                    <a:pt x="436727" y="247027"/>
                  </a:lnTo>
                  <a:close/>
                </a:path>
                <a:path w="972185" h="737870">
                  <a:moveTo>
                    <a:pt x="971600" y="537337"/>
                  </a:moveTo>
                  <a:lnTo>
                    <a:pt x="967130" y="498271"/>
                  </a:lnTo>
                  <a:lnTo>
                    <a:pt x="957859" y="459968"/>
                  </a:lnTo>
                  <a:lnTo>
                    <a:pt x="944054" y="422821"/>
                  </a:lnTo>
                  <a:lnTo>
                    <a:pt x="926020" y="387248"/>
                  </a:lnTo>
                  <a:lnTo>
                    <a:pt x="904024" y="353644"/>
                  </a:lnTo>
                  <a:lnTo>
                    <a:pt x="878382" y="322376"/>
                  </a:lnTo>
                  <a:lnTo>
                    <a:pt x="849350" y="293865"/>
                  </a:lnTo>
                  <a:lnTo>
                    <a:pt x="817245" y="268503"/>
                  </a:lnTo>
                  <a:lnTo>
                    <a:pt x="782332" y="246672"/>
                  </a:lnTo>
                  <a:lnTo>
                    <a:pt x="744905" y="228777"/>
                  </a:lnTo>
                  <a:lnTo>
                    <a:pt x="705256" y="215226"/>
                  </a:lnTo>
                  <a:lnTo>
                    <a:pt x="663663" y="206400"/>
                  </a:lnTo>
                  <a:lnTo>
                    <a:pt x="620420" y="202692"/>
                  </a:lnTo>
                  <a:lnTo>
                    <a:pt x="575830" y="204508"/>
                  </a:lnTo>
                  <a:lnTo>
                    <a:pt x="530148" y="212242"/>
                  </a:lnTo>
                  <a:lnTo>
                    <a:pt x="483679" y="226275"/>
                  </a:lnTo>
                  <a:lnTo>
                    <a:pt x="436727" y="247027"/>
                  </a:lnTo>
                  <a:lnTo>
                    <a:pt x="486105" y="250863"/>
                  </a:lnTo>
                  <a:lnTo>
                    <a:pt x="534047" y="258368"/>
                  </a:lnTo>
                  <a:lnTo>
                    <a:pt x="580110" y="269532"/>
                  </a:lnTo>
                  <a:lnTo>
                    <a:pt x="623836" y="284327"/>
                  </a:lnTo>
                  <a:lnTo>
                    <a:pt x="664819" y="302755"/>
                  </a:lnTo>
                  <a:lnTo>
                    <a:pt x="702589" y="324777"/>
                  </a:lnTo>
                  <a:lnTo>
                    <a:pt x="736727" y="350393"/>
                  </a:lnTo>
                  <a:lnTo>
                    <a:pt x="766800" y="379590"/>
                  </a:lnTo>
                  <a:lnTo>
                    <a:pt x="792353" y="412330"/>
                  </a:lnTo>
                  <a:lnTo>
                    <a:pt x="812952" y="448614"/>
                  </a:lnTo>
                  <a:lnTo>
                    <a:pt x="828154" y="488429"/>
                  </a:lnTo>
                  <a:lnTo>
                    <a:pt x="837539" y="531749"/>
                  </a:lnTo>
                  <a:lnTo>
                    <a:pt x="840663" y="578561"/>
                  </a:lnTo>
                  <a:lnTo>
                    <a:pt x="832421" y="628116"/>
                  </a:lnTo>
                  <a:lnTo>
                    <a:pt x="809967" y="671144"/>
                  </a:lnTo>
                  <a:lnTo>
                    <a:pt x="775919" y="705281"/>
                  </a:lnTo>
                  <a:lnTo>
                    <a:pt x="732942" y="728167"/>
                  </a:lnTo>
                  <a:lnTo>
                    <a:pt x="683653" y="737438"/>
                  </a:lnTo>
                  <a:lnTo>
                    <a:pt x="807605" y="737704"/>
                  </a:lnTo>
                  <a:lnTo>
                    <a:pt x="850506" y="732282"/>
                  </a:lnTo>
                  <a:lnTo>
                    <a:pt x="889330" y="716445"/>
                  </a:lnTo>
                  <a:lnTo>
                    <a:pt x="922413" y="691667"/>
                  </a:lnTo>
                  <a:lnTo>
                    <a:pt x="948143" y="659434"/>
                  </a:lnTo>
                  <a:lnTo>
                    <a:pt x="964869" y="621233"/>
                  </a:lnTo>
                  <a:lnTo>
                    <a:pt x="970953" y="577964"/>
                  </a:lnTo>
                  <a:lnTo>
                    <a:pt x="971600" y="537337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613554" y="5013199"/>
              <a:ext cx="121920" cy="65405"/>
            </a:xfrm>
            <a:custGeom>
              <a:avLst/>
              <a:gdLst/>
              <a:ahLst/>
              <a:cxnLst/>
              <a:rect l="l" t="t" r="r" b="b"/>
              <a:pathLst>
                <a:path w="121919" h="65404">
                  <a:moveTo>
                    <a:pt x="37232" y="0"/>
                  </a:moveTo>
                  <a:lnTo>
                    <a:pt x="0" y="1227"/>
                  </a:lnTo>
                  <a:lnTo>
                    <a:pt x="20640" y="32199"/>
                  </a:lnTo>
                  <a:lnTo>
                    <a:pt x="49649" y="53912"/>
                  </a:lnTo>
                  <a:lnTo>
                    <a:pt x="84188" y="64892"/>
                  </a:lnTo>
                  <a:lnTo>
                    <a:pt x="121420" y="63665"/>
                  </a:lnTo>
                  <a:lnTo>
                    <a:pt x="100780" y="32692"/>
                  </a:lnTo>
                  <a:lnTo>
                    <a:pt x="71771" y="10979"/>
                  </a:lnTo>
                  <a:lnTo>
                    <a:pt x="3723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313634" y="4580230"/>
              <a:ext cx="89850" cy="138069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35561" y="4676373"/>
              <a:ext cx="164665" cy="64474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1573352" y="4442618"/>
              <a:ext cx="856615" cy="630555"/>
            </a:xfrm>
            <a:custGeom>
              <a:avLst/>
              <a:gdLst/>
              <a:ahLst/>
              <a:cxnLst/>
              <a:rect l="l" t="t" r="r" b="b"/>
              <a:pathLst>
                <a:path w="856614" h="630554">
                  <a:moveTo>
                    <a:pt x="46469" y="82296"/>
                  </a:moveTo>
                  <a:lnTo>
                    <a:pt x="39852" y="55892"/>
                  </a:lnTo>
                  <a:lnTo>
                    <a:pt x="24930" y="33121"/>
                  </a:lnTo>
                  <a:lnTo>
                    <a:pt x="2641" y="16192"/>
                  </a:lnTo>
                  <a:lnTo>
                    <a:pt x="0" y="44018"/>
                  </a:lnTo>
                  <a:lnTo>
                    <a:pt x="6604" y="70434"/>
                  </a:lnTo>
                  <a:lnTo>
                    <a:pt x="21526" y="93205"/>
                  </a:lnTo>
                  <a:lnTo>
                    <a:pt x="43815" y="110134"/>
                  </a:lnTo>
                  <a:lnTo>
                    <a:pt x="46469" y="82296"/>
                  </a:lnTo>
                  <a:close/>
                </a:path>
                <a:path w="856614" h="630554">
                  <a:moveTo>
                    <a:pt x="342087" y="0"/>
                  </a:moveTo>
                  <a:lnTo>
                    <a:pt x="297561" y="14617"/>
                  </a:lnTo>
                  <a:lnTo>
                    <a:pt x="261454" y="42519"/>
                  </a:lnTo>
                  <a:lnTo>
                    <a:pt x="236499" y="80733"/>
                  </a:lnTo>
                  <a:lnTo>
                    <a:pt x="225450" y="126326"/>
                  </a:lnTo>
                  <a:lnTo>
                    <a:pt x="269989" y="111696"/>
                  </a:lnTo>
                  <a:lnTo>
                    <a:pt x="306095" y="83807"/>
                  </a:lnTo>
                  <a:lnTo>
                    <a:pt x="331038" y="45593"/>
                  </a:lnTo>
                  <a:lnTo>
                    <a:pt x="342087" y="0"/>
                  </a:lnTo>
                  <a:close/>
                </a:path>
                <a:path w="856614" h="630554">
                  <a:moveTo>
                    <a:pt x="856399" y="586778"/>
                  </a:moveTo>
                  <a:lnTo>
                    <a:pt x="818172" y="575640"/>
                  </a:lnTo>
                  <a:lnTo>
                    <a:pt x="779475" y="577850"/>
                  </a:lnTo>
                  <a:lnTo>
                    <a:pt x="743635" y="592645"/>
                  </a:lnTo>
                  <a:lnTo>
                    <a:pt x="714006" y="619290"/>
                  </a:lnTo>
                  <a:lnTo>
                    <a:pt x="752233" y="630428"/>
                  </a:lnTo>
                  <a:lnTo>
                    <a:pt x="790930" y="628218"/>
                  </a:lnTo>
                  <a:lnTo>
                    <a:pt x="826757" y="613422"/>
                  </a:lnTo>
                  <a:lnTo>
                    <a:pt x="856399" y="58677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212168" y="4839808"/>
              <a:ext cx="117964" cy="123472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1908200" y="4780209"/>
              <a:ext cx="620395" cy="307975"/>
            </a:xfrm>
            <a:custGeom>
              <a:avLst/>
              <a:gdLst/>
              <a:ahLst/>
              <a:cxnLst/>
              <a:rect l="l" t="t" r="r" b="b"/>
              <a:pathLst>
                <a:path w="620394" h="307975">
                  <a:moveTo>
                    <a:pt x="59220" y="307695"/>
                  </a:moveTo>
                  <a:lnTo>
                    <a:pt x="56311" y="279717"/>
                  </a:lnTo>
                  <a:lnTo>
                    <a:pt x="44564" y="254977"/>
                  </a:lnTo>
                  <a:lnTo>
                    <a:pt x="25336" y="235483"/>
                  </a:lnTo>
                  <a:lnTo>
                    <a:pt x="0" y="223189"/>
                  </a:lnTo>
                  <a:lnTo>
                    <a:pt x="2908" y="251167"/>
                  </a:lnTo>
                  <a:lnTo>
                    <a:pt x="14655" y="275907"/>
                  </a:lnTo>
                  <a:lnTo>
                    <a:pt x="33883" y="295402"/>
                  </a:lnTo>
                  <a:lnTo>
                    <a:pt x="59220" y="307695"/>
                  </a:lnTo>
                  <a:close/>
                </a:path>
                <a:path w="620394" h="307975">
                  <a:moveTo>
                    <a:pt x="278079" y="280479"/>
                  </a:moveTo>
                  <a:lnTo>
                    <a:pt x="254368" y="265328"/>
                  </a:lnTo>
                  <a:lnTo>
                    <a:pt x="227698" y="259130"/>
                  </a:lnTo>
                  <a:lnTo>
                    <a:pt x="200456" y="262026"/>
                  </a:lnTo>
                  <a:lnTo>
                    <a:pt x="175069" y="274205"/>
                  </a:lnTo>
                  <a:lnTo>
                    <a:pt x="198767" y="289356"/>
                  </a:lnTo>
                  <a:lnTo>
                    <a:pt x="225450" y="295554"/>
                  </a:lnTo>
                  <a:lnTo>
                    <a:pt x="252691" y="292658"/>
                  </a:lnTo>
                  <a:lnTo>
                    <a:pt x="278079" y="280479"/>
                  </a:lnTo>
                  <a:close/>
                </a:path>
                <a:path w="620394" h="307975">
                  <a:moveTo>
                    <a:pt x="620217" y="77304"/>
                  </a:moveTo>
                  <a:lnTo>
                    <a:pt x="610781" y="36398"/>
                  </a:lnTo>
                  <a:lnTo>
                    <a:pt x="587590" y="0"/>
                  </a:lnTo>
                  <a:lnTo>
                    <a:pt x="568896" y="38849"/>
                  </a:lnTo>
                  <a:lnTo>
                    <a:pt x="564362" y="80581"/>
                  </a:lnTo>
                  <a:lnTo>
                    <a:pt x="573798" y="121488"/>
                  </a:lnTo>
                  <a:lnTo>
                    <a:pt x="596988" y="157886"/>
                  </a:lnTo>
                  <a:lnTo>
                    <a:pt x="615683" y="119024"/>
                  </a:lnTo>
                  <a:lnTo>
                    <a:pt x="620217" y="77304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496087" y="4586055"/>
              <a:ext cx="114006" cy="89442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1585442" y="4810460"/>
              <a:ext cx="56515" cy="127635"/>
            </a:xfrm>
            <a:custGeom>
              <a:avLst/>
              <a:gdLst/>
              <a:ahLst/>
              <a:cxnLst/>
              <a:rect l="l" t="t" r="r" b="b"/>
              <a:pathLst>
                <a:path w="56514" h="127635">
                  <a:moveTo>
                    <a:pt x="49529" y="0"/>
                  </a:moveTo>
                  <a:lnTo>
                    <a:pt x="22432" y="24658"/>
                  </a:lnTo>
                  <a:lnTo>
                    <a:pt x="5584" y="56095"/>
                  </a:lnTo>
                  <a:lnTo>
                    <a:pt x="0" y="91328"/>
                  </a:lnTo>
                  <a:lnTo>
                    <a:pt x="6693" y="127378"/>
                  </a:lnTo>
                  <a:lnTo>
                    <a:pt x="33785" y="102719"/>
                  </a:lnTo>
                  <a:lnTo>
                    <a:pt x="50634" y="71283"/>
                  </a:lnTo>
                  <a:lnTo>
                    <a:pt x="56220" y="3604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2662393" y="4778840"/>
              <a:ext cx="112395" cy="49530"/>
            </a:xfrm>
            <a:custGeom>
              <a:avLst/>
              <a:gdLst/>
              <a:ahLst/>
              <a:cxnLst/>
              <a:rect l="l" t="t" r="r" b="b"/>
              <a:pathLst>
                <a:path w="112394" h="49529">
                  <a:moveTo>
                    <a:pt x="80343" y="0"/>
                  </a:moveTo>
                  <a:lnTo>
                    <a:pt x="49425" y="4721"/>
                  </a:lnTo>
                  <a:lnTo>
                    <a:pt x="21769" y="19343"/>
                  </a:lnTo>
                  <a:lnTo>
                    <a:pt x="0" y="43009"/>
                  </a:lnTo>
                  <a:lnTo>
                    <a:pt x="31554" y="49040"/>
                  </a:lnTo>
                  <a:lnTo>
                    <a:pt x="62473" y="44316"/>
                  </a:lnTo>
                  <a:lnTo>
                    <a:pt x="90131" y="29696"/>
                  </a:lnTo>
                  <a:lnTo>
                    <a:pt x="111902" y="6036"/>
                  </a:lnTo>
                  <a:lnTo>
                    <a:pt x="80343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94415" y="4684123"/>
              <a:ext cx="152400" cy="57785"/>
            </a:xfrm>
            <a:custGeom>
              <a:avLst/>
              <a:gdLst/>
              <a:ahLst/>
              <a:cxnLst/>
              <a:rect l="l" t="t" r="r" b="b"/>
              <a:pathLst>
                <a:path w="152400" h="57785">
                  <a:moveTo>
                    <a:pt x="40543" y="0"/>
                  </a:moveTo>
                  <a:lnTo>
                    <a:pt x="0" y="12532"/>
                  </a:lnTo>
                  <a:lnTo>
                    <a:pt x="31981" y="40363"/>
                  </a:lnTo>
                  <a:lnTo>
                    <a:pt x="70376" y="55509"/>
                  </a:lnTo>
                  <a:lnTo>
                    <a:pt x="111623" y="57203"/>
                  </a:lnTo>
                  <a:lnTo>
                    <a:pt x="152162" y="44677"/>
                  </a:lnTo>
                  <a:lnTo>
                    <a:pt x="120182" y="16840"/>
                  </a:lnTo>
                  <a:lnTo>
                    <a:pt x="81790" y="1692"/>
                  </a:lnTo>
                  <a:lnTo>
                    <a:pt x="40543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2615485" y="4998818"/>
              <a:ext cx="148590" cy="52705"/>
            </a:xfrm>
            <a:custGeom>
              <a:avLst/>
              <a:gdLst/>
              <a:ahLst/>
              <a:cxnLst/>
              <a:rect l="l" t="t" r="r" b="b"/>
              <a:pathLst>
                <a:path w="148589" h="52704">
                  <a:moveTo>
                    <a:pt x="70397" y="0"/>
                  </a:moveTo>
                  <a:lnTo>
                    <a:pt x="32522" y="12145"/>
                  </a:lnTo>
                  <a:lnTo>
                    <a:pt x="0" y="36919"/>
                  </a:lnTo>
                  <a:lnTo>
                    <a:pt x="38158" y="51495"/>
                  </a:lnTo>
                  <a:lnTo>
                    <a:pt x="77912" y="52466"/>
                  </a:lnTo>
                  <a:lnTo>
                    <a:pt x="115787" y="40321"/>
                  </a:lnTo>
                  <a:lnTo>
                    <a:pt x="148309" y="15547"/>
                  </a:lnTo>
                  <a:lnTo>
                    <a:pt x="110150" y="971"/>
                  </a:lnTo>
                  <a:lnTo>
                    <a:pt x="70397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491475" y="4579905"/>
              <a:ext cx="499745" cy="422275"/>
            </a:xfrm>
            <a:custGeom>
              <a:avLst/>
              <a:gdLst/>
              <a:ahLst/>
              <a:cxnLst/>
              <a:rect l="l" t="t" r="r" b="b"/>
              <a:pathLst>
                <a:path w="499744" h="422275">
                  <a:moveTo>
                    <a:pt x="61658" y="140284"/>
                  </a:moveTo>
                  <a:lnTo>
                    <a:pt x="53251" y="104762"/>
                  </a:lnTo>
                  <a:lnTo>
                    <a:pt x="33629" y="73964"/>
                  </a:lnTo>
                  <a:lnTo>
                    <a:pt x="4038" y="50876"/>
                  </a:lnTo>
                  <a:lnTo>
                    <a:pt x="0" y="88163"/>
                  </a:lnTo>
                  <a:lnTo>
                    <a:pt x="8407" y="123685"/>
                  </a:lnTo>
                  <a:lnTo>
                    <a:pt x="28028" y="154470"/>
                  </a:lnTo>
                  <a:lnTo>
                    <a:pt x="57607" y="177571"/>
                  </a:lnTo>
                  <a:lnTo>
                    <a:pt x="61658" y="140284"/>
                  </a:lnTo>
                  <a:close/>
                </a:path>
                <a:path w="499744" h="422275">
                  <a:moveTo>
                    <a:pt x="365645" y="296633"/>
                  </a:moveTo>
                  <a:lnTo>
                    <a:pt x="321233" y="310959"/>
                  </a:lnTo>
                  <a:lnTo>
                    <a:pt x="285140" y="338543"/>
                  </a:lnTo>
                  <a:lnTo>
                    <a:pt x="260108" y="376466"/>
                  </a:lnTo>
                  <a:lnTo>
                    <a:pt x="248869" y="421805"/>
                  </a:lnTo>
                  <a:lnTo>
                    <a:pt x="293281" y="407479"/>
                  </a:lnTo>
                  <a:lnTo>
                    <a:pt x="329374" y="379895"/>
                  </a:lnTo>
                  <a:lnTo>
                    <a:pt x="354418" y="341972"/>
                  </a:lnTo>
                  <a:lnTo>
                    <a:pt x="365645" y="296633"/>
                  </a:lnTo>
                  <a:close/>
                </a:path>
                <a:path w="499744" h="422275">
                  <a:moveTo>
                    <a:pt x="499592" y="11379"/>
                  </a:moveTo>
                  <a:lnTo>
                    <a:pt x="464858" y="0"/>
                  </a:lnTo>
                  <a:lnTo>
                    <a:pt x="429298" y="863"/>
                  </a:lnTo>
                  <a:lnTo>
                    <a:pt x="395973" y="13360"/>
                  </a:lnTo>
                  <a:lnTo>
                    <a:pt x="367982" y="36918"/>
                  </a:lnTo>
                  <a:lnTo>
                    <a:pt x="402717" y="48285"/>
                  </a:lnTo>
                  <a:lnTo>
                    <a:pt x="438289" y="47421"/>
                  </a:lnTo>
                  <a:lnTo>
                    <a:pt x="471614" y="34925"/>
                  </a:lnTo>
                  <a:lnTo>
                    <a:pt x="499592" y="11379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28401" y="4859145"/>
              <a:ext cx="104541" cy="132132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710945" y="4352304"/>
              <a:ext cx="70485" cy="102235"/>
            </a:xfrm>
            <a:custGeom>
              <a:avLst/>
              <a:gdLst/>
              <a:ahLst/>
              <a:cxnLst/>
              <a:rect l="l" t="t" r="r" b="b"/>
              <a:pathLst>
                <a:path w="70485" h="102235">
                  <a:moveTo>
                    <a:pt x="0" y="0"/>
                  </a:moveTo>
                  <a:lnTo>
                    <a:pt x="3179" y="33646"/>
                  </a:lnTo>
                  <a:lnTo>
                    <a:pt x="17030" y="63486"/>
                  </a:lnTo>
                  <a:lnTo>
                    <a:pt x="39921" y="87124"/>
                  </a:lnTo>
                  <a:lnTo>
                    <a:pt x="70217" y="102164"/>
                  </a:lnTo>
                  <a:lnTo>
                    <a:pt x="67042" y="68518"/>
                  </a:lnTo>
                  <a:lnTo>
                    <a:pt x="53190" y="38678"/>
                  </a:lnTo>
                  <a:lnTo>
                    <a:pt x="30297" y="15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035356" y="4373317"/>
              <a:ext cx="59055" cy="110489"/>
            </a:xfrm>
            <a:custGeom>
              <a:avLst/>
              <a:gdLst/>
              <a:ahLst/>
              <a:cxnLst/>
              <a:rect l="l" t="t" r="r" b="b"/>
              <a:pathLst>
                <a:path w="59055" h="110489">
                  <a:moveTo>
                    <a:pt x="1202" y="0"/>
                  </a:moveTo>
                  <a:lnTo>
                    <a:pt x="0" y="33768"/>
                  </a:lnTo>
                  <a:lnTo>
                    <a:pt x="9874" y="65149"/>
                  </a:lnTo>
                  <a:lnTo>
                    <a:pt x="29514" y="91552"/>
                  </a:lnTo>
                  <a:lnTo>
                    <a:pt x="57608" y="110384"/>
                  </a:lnTo>
                  <a:lnTo>
                    <a:pt x="58811" y="76611"/>
                  </a:lnTo>
                  <a:lnTo>
                    <a:pt x="48936" y="45230"/>
                  </a:lnTo>
                  <a:lnTo>
                    <a:pt x="29296" y="18830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5D9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956249" y="4820032"/>
              <a:ext cx="69655" cy="127179"/>
            </a:xfrm>
            <a:prstGeom prst="rect">
              <a:avLst/>
            </a:prstGeom>
          </p:spPr>
        </p:pic>
      </p:grpSp>
      <p:sp>
        <p:nvSpPr>
          <p:cNvPr id="120" name="object 120" descr=""/>
          <p:cNvSpPr/>
          <p:nvPr/>
        </p:nvSpPr>
        <p:spPr>
          <a:xfrm>
            <a:off x="16869740" y="8781345"/>
            <a:ext cx="1743075" cy="629285"/>
          </a:xfrm>
          <a:custGeom>
            <a:avLst/>
            <a:gdLst/>
            <a:ahLst/>
            <a:cxnLst/>
            <a:rect l="l" t="t" r="r" b="b"/>
            <a:pathLst>
              <a:path w="1743075" h="629284">
                <a:moveTo>
                  <a:pt x="1742973" y="628662"/>
                </a:moveTo>
                <a:lnTo>
                  <a:pt x="1737931" y="578573"/>
                </a:lnTo>
                <a:lnTo>
                  <a:pt x="1723440" y="531939"/>
                </a:lnTo>
                <a:lnTo>
                  <a:pt x="1700530" y="489724"/>
                </a:lnTo>
                <a:lnTo>
                  <a:pt x="1670189" y="452958"/>
                </a:lnTo>
                <a:lnTo>
                  <a:pt x="1633410" y="422605"/>
                </a:lnTo>
                <a:lnTo>
                  <a:pt x="1591208" y="399694"/>
                </a:lnTo>
                <a:lnTo>
                  <a:pt x="1544561" y="385216"/>
                </a:lnTo>
                <a:lnTo>
                  <a:pt x="1494485" y="380174"/>
                </a:lnTo>
                <a:lnTo>
                  <a:pt x="1483753" y="381139"/>
                </a:lnTo>
                <a:lnTo>
                  <a:pt x="1476349" y="363626"/>
                </a:lnTo>
                <a:lnTo>
                  <a:pt x="1456232" y="324154"/>
                </a:lnTo>
                <a:lnTo>
                  <a:pt x="1433499" y="286346"/>
                </a:lnTo>
                <a:lnTo>
                  <a:pt x="1408226" y="250317"/>
                </a:lnTo>
                <a:lnTo>
                  <a:pt x="1380578" y="216204"/>
                </a:lnTo>
                <a:lnTo>
                  <a:pt x="1350645" y="184124"/>
                </a:lnTo>
                <a:lnTo>
                  <a:pt x="1318564" y="154190"/>
                </a:lnTo>
                <a:lnTo>
                  <a:pt x="1284439" y="126542"/>
                </a:lnTo>
                <a:lnTo>
                  <a:pt x="1248422" y="101282"/>
                </a:lnTo>
                <a:lnTo>
                  <a:pt x="1210614" y="78536"/>
                </a:lnTo>
                <a:lnTo>
                  <a:pt x="1171130" y="58420"/>
                </a:lnTo>
                <a:lnTo>
                  <a:pt x="1130109" y="41071"/>
                </a:lnTo>
                <a:lnTo>
                  <a:pt x="1087666" y="26606"/>
                </a:lnTo>
                <a:lnTo>
                  <a:pt x="1043927" y="15151"/>
                </a:lnTo>
                <a:lnTo>
                  <a:pt x="998994" y="6807"/>
                </a:lnTo>
                <a:lnTo>
                  <a:pt x="953008" y="1714"/>
                </a:lnTo>
                <a:lnTo>
                  <a:pt x="906094" y="0"/>
                </a:lnTo>
                <a:lnTo>
                  <a:pt x="859167" y="1714"/>
                </a:lnTo>
                <a:lnTo>
                  <a:pt x="813193" y="6807"/>
                </a:lnTo>
                <a:lnTo>
                  <a:pt x="768273" y="15151"/>
                </a:lnTo>
                <a:lnTo>
                  <a:pt x="724522" y="26606"/>
                </a:lnTo>
                <a:lnTo>
                  <a:pt x="682078" y="41071"/>
                </a:lnTo>
                <a:lnTo>
                  <a:pt x="641057" y="58420"/>
                </a:lnTo>
                <a:lnTo>
                  <a:pt x="601586" y="78536"/>
                </a:lnTo>
                <a:lnTo>
                  <a:pt x="563765" y="101282"/>
                </a:lnTo>
                <a:lnTo>
                  <a:pt x="527748" y="126542"/>
                </a:lnTo>
                <a:lnTo>
                  <a:pt x="493636" y="154190"/>
                </a:lnTo>
                <a:lnTo>
                  <a:pt x="461543" y="184124"/>
                </a:lnTo>
                <a:lnTo>
                  <a:pt x="431622" y="216204"/>
                </a:lnTo>
                <a:lnTo>
                  <a:pt x="403961" y="250317"/>
                </a:lnTo>
                <a:lnTo>
                  <a:pt x="403339" y="251193"/>
                </a:lnTo>
                <a:lnTo>
                  <a:pt x="378968" y="249669"/>
                </a:lnTo>
                <a:lnTo>
                  <a:pt x="331431" y="252628"/>
                </a:lnTo>
                <a:lnTo>
                  <a:pt x="285661" y="261251"/>
                </a:lnTo>
                <a:lnTo>
                  <a:pt x="242011" y="275183"/>
                </a:lnTo>
                <a:lnTo>
                  <a:pt x="200825" y="294081"/>
                </a:lnTo>
                <a:lnTo>
                  <a:pt x="162458" y="317576"/>
                </a:lnTo>
                <a:lnTo>
                  <a:pt x="127292" y="345325"/>
                </a:lnTo>
                <a:lnTo>
                  <a:pt x="95656" y="376961"/>
                </a:lnTo>
                <a:lnTo>
                  <a:pt x="67906" y="412140"/>
                </a:lnTo>
                <a:lnTo>
                  <a:pt x="44411" y="450494"/>
                </a:lnTo>
                <a:lnTo>
                  <a:pt x="25514" y="491680"/>
                </a:lnTo>
                <a:lnTo>
                  <a:pt x="11582" y="535343"/>
                </a:lnTo>
                <a:lnTo>
                  <a:pt x="2959" y="581113"/>
                </a:lnTo>
                <a:lnTo>
                  <a:pt x="0" y="628662"/>
                </a:lnTo>
                <a:lnTo>
                  <a:pt x="277406" y="628662"/>
                </a:lnTo>
                <a:lnTo>
                  <a:pt x="477951" y="628662"/>
                </a:lnTo>
                <a:lnTo>
                  <a:pt x="757936" y="628662"/>
                </a:lnTo>
                <a:lnTo>
                  <a:pt x="1012596" y="628662"/>
                </a:lnTo>
                <a:lnTo>
                  <a:pt x="1246009" y="628662"/>
                </a:lnTo>
                <a:lnTo>
                  <a:pt x="1534769" y="628662"/>
                </a:lnTo>
                <a:lnTo>
                  <a:pt x="1742973" y="628662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4547401" y="8546543"/>
            <a:ext cx="3737610" cy="823594"/>
            <a:chOff x="4547401" y="8546543"/>
            <a:chExt cx="3737610" cy="823594"/>
          </a:xfrm>
        </p:grpSpPr>
        <p:sp>
          <p:nvSpPr>
            <p:cNvPr id="122" name="object 122" descr=""/>
            <p:cNvSpPr/>
            <p:nvPr/>
          </p:nvSpPr>
          <p:spPr>
            <a:xfrm>
              <a:off x="4547401" y="8546543"/>
              <a:ext cx="2168525" cy="823594"/>
            </a:xfrm>
            <a:custGeom>
              <a:avLst/>
              <a:gdLst/>
              <a:ahLst/>
              <a:cxnLst/>
              <a:rect l="l" t="t" r="r" b="b"/>
              <a:pathLst>
                <a:path w="2168525" h="823595">
                  <a:moveTo>
                    <a:pt x="1144638" y="0"/>
                  </a:moveTo>
                  <a:lnTo>
                    <a:pt x="1101113" y="6522"/>
                  </a:lnTo>
                  <a:lnTo>
                    <a:pt x="1058613" y="20219"/>
                  </a:lnTo>
                  <a:lnTo>
                    <a:pt x="1017953" y="40900"/>
                  </a:lnTo>
                  <a:lnTo>
                    <a:pt x="979947" y="68373"/>
                  </a:lnTo>
                  <a:lnTo>
                    <a:pt x="945409" y="102446"/>
                  </a:lnTo>
                  <a:lnTo>
                    <a:pt x="915155" y="142928"/>
                  </a:lnTo>
                  <a:lnTo>
                    <a:pt x="890774" y="186419"/>
                  </a:lnTo>
                  <a:lnTo>
                    <a:pt x="870202" y="233027"/>
                  </a:lnTo>
                  <a:lnTo>
                    <a:pt x="852555" y="281875"/>
                  </a:lnTo>
                  <a:lnTo>
                    <a:pt x="836949" y="332086"/>
                  </a:lnTo>
                  <a:lnTo>
                    <a:pt x="822499" y="382785"/>
                  </a:lnTo>
                  <a:lnTo>
                    <a:pt x="794699" y="357760"/>
                  </a:lnTo>
                  <a:lnTo>
                    <a:pt x="762396" y="344044"/>
                  </a:lnTo>
                  <a:lnTo>
                    <a:pt x="728396" y="342291"/>
                  </a:lnTo>
                  <a:lnTo>
                    <a:pt x="695508" y="353152"/>
                  </a:lnTo>
                  <a:lnTo>
                    <a:pt x="666794" y="376405"/>
                  </a:lnTo>
                  <a:lnTo>
                    <a:pt x="644482" y="409344"/>
                  </a:lnTo>
                  <a:lnTo>
                    <a:pt x="630123" y="448904"/>
                  </a:lnTo>
                  <a:lnTo>
                    <a:pt x="625269" y="492017"/>
                  </a:lnTo>
                  <a:lnTo>
                    <a:pt x="610912" y="441395"/>
                  </a:lnTo>
                  <a:lnTo>
                    <a:pt x="591166" y="393769"/>
                  </a:lnTo>
                  <a:lnTo>
                    <a:pt x="566212" y="350739"/>
                  </a:lnTo>
                  <a:lnTo>
                    <a:pt x="536226" y="313907"/>
                  </a:lnTo>
                  <a:lnTo>
                    <a:pt x="501388" y="284872"/>
                  </a:lnTo>
                  <a:lnTo>
                    <a:pt x="462174" y="265864"/>
                  </a:lnTo>
                  <a:lnTo>
                    <a:pt x="420567" y="258341"/>
                  </a:lnTo>
                  <a:lnTo>
                    <a:pt x="378983" y="262728"/>
                  </a:lnTo>
                  <a:lnTo>
                    <a:pt x="339839" y="279451"/>
                  </a:lnTo>
                  <a:lnTo>
                    <a:pt x="305551" y="308934"/>
                  </a:lnTo>
                  <a:lnTo>
                    <a:pt x="280281" y="346287"/>
                  </a:lnTo>
                  <a:lnTo>
                    <a:pt x="262068" y="389148"/>
                  </a:lnTo>
                  <a:lnTo>
                    <a:pt x="249009" y="436130"/>
                  </a:lnTo>
                  <a:lnTo>
                    <a:pt x="239200" y="485845"/>
                  </a:lnTo>
                  <a:lnTo>
                    <a:pt x="230736" y="536906"/>
                  </a:lnTo>
                  <a:lnTo>
                    <a:pt x="221714" y="587928"/>
                  </a:lnTo>
                  <a:lnTo>
                    <a:pt x="210231" y="637523"/>
                  </a:lnTo>
                  <a:lnTo>
                    <a:pt x="194382" y="684305"/>
                  </a:lnTo>
                  <a:lnTo>
                    <a:pt x="178039" y="644134"/>
                  </a:lnTo>
                  <a:lnTo>
                    <a:pt x="149722" y="616889"/>
                  </a:lnTo>
                  <a:lnTo>
                    <a:pt x="77925" y="606578"/>
                  </a:lnTo>
                  <a:lnTo>
                    <a:pt x="44826" y="626212"/>
                  </a:lnTo>
                  <a:lnTo>
                    <a:pt x="17370" y="665829"/>
                  </a:lnTo>
                  <a:lnTo>
                    <a:pt x="2517" y="715542"/>
                  </a:lnTo>
                  <a:lnTo>
                    <a:pt x="0" y="769789"/>
                  </a:lnTo>
                  <a:lnTo>
                    <a:pt x="9549" y="823012"/>
                  </a:lnTo>
                  <a:lnTo>
                    <a:pt x="2165400" y="823012"/>
                  </a:lnTo>
                  <a:lnTo>
                    <a:pt x="2168357" y="772903"/>
                  </a:lnTo>
                  <a:lnTo>
                    <a:pt x="2166320" y="723501"/>
                  </a:lnTo>
                  <a:lnTo>
                    <a:pt x="2158936" y="675885"/>
                  </a:lnTo>
                  <a:lnTo>
                    <a:pt x="2145849" y="631133"/>
                  </a:lnTo>
                  <a:lnTo>
                    <a:pt x="2126705" y="590325"/>
                  </a:lnTo>
                  <a:lnTo>
                    <a:pt x="2101151" y="554539"/>
                  </a:lnTo>
                  <a:lnTo>
                    <a:pt x="2064898" y="523297"/>
                  </a:lnTo>
                  <a:lnTo>
                    <a:pt x="2023832" y="504767"/>
                  </a:lnTo>
                  <a:lnTo>
                    <a:pt x="1980271" y="498635"/>
                  </a:lnTo>
                  <a:lnTo>
                    <a:pt x="1936536" y="504584"/>
                  </a:lnTo>
                  <a:lnTo>
                    <a:pt x="1894945" y="522297"/>
                  </a:lnTo>
                  <a:lnTo>
                    <a:pt x="1857818" y="551458"/>
                  </a:lnTo>
                  <a:lnTo>
                    <a:pt x="1827473" y="591752"/>
                  </a:lnTo>
                  <a:lnTo>
                    <a:pt x="1825586" y="540320"/>
                  </a:lnTo>
                  <a:lnTo>
                    <a:pt x="1809738" y="492653"/>
                  </a:lnTo>
                  <a:lnTo>
                    <a:pt x="1783002" y="452616"/>
                  </a:lnTo>
                  <a:lnTo>
                    <a:pt x="1748449" y="424072"/>
                  </a:lnTo>
                  <a:lnTo>
                    <a:pt x="1709585" y="408950"/>
                  </a:lnTo>
                  <a:lnTo>
                    <a:pt x="1668944" y="405539"/>
                  </a:lnTo>
                  <a:lnTo>
                    <a:pt x="1628099" y="412246"/>
                  </a:lnTo>
                  <a:lnTo>
                    <a:pt x="1588622" y="427475"/>
                  </a:lnTo>
                  <a:lnTo>
                    <a:pt x="1551444" y="449340"/>
                  </a:lnTo>
                  <a:lnTo>
                    <a:pt x="1516153" y="475977"/>
                  </a:lnTo>
                  <a:lnTo>
                    <a:pt x="1482260" y="505820"/>
                  </a:lnTo>
                  <a:lnTo>
                    <a:pt x="1449275" y="537304"/>
                  </a:lnTo>
                  <a:lnTo>
                    <a:pt x="1460561" y="488403"/>
                  </a:lnTo>
                  <a:lnTo>
                    <a:pt x="1466475" y="438160"/>
                  </a:lnTo>
                  <a:lnTo>
                    <a:pt x="1467229" y="387326"/>
                  </a:lnTo>
                  <a:lnTo>
                    <a:pt x="1463032" y="336650"/>
                  </a:lnTo>
                  <a:lnTo>
                    <a:pt x="1454095" y="286886"/>
                  </a:lnTo>
                  <a:lnTo>
                    <a:pt x="1440627" y="238784"/>
                  </a:lnTo>
                  <a:lnTo>
                    <a:pt x="1422840" y="193095"/>
                  </a:lnTo>
                  <a:lnTo>
                    <a:pt x="1400944" y="150571"/>
                  </a:lnTo>
                  <a:lnTo>
                    <a:pt x="1375149" y="111962"/>
                  </a:lnTo>
                  <a:lnTo>
                    <a:pt x="1345665" y="78020"/>
                  </a:lnTo>
                  <a:lnTo>
                    <a:pt x="1312703" y="49497"/>
                  </a:lnTo>
                  <a:lnTo>
                    <a:pt x="1273222" y="25401"/>
                  </a:lnTo>
                  <a:lnTo>
                    <a:pt x="1231507" y="9248"/>
                  </a:lnTo>
                  <a:lnTo>
                    <a:pt x="1188375" y="844"/>
                  </a:lnTo>
                  <a:lnTo>
                    <a:pt x="1144638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618824" y="8898714"/>
              <a:ext cx="2023110" cy="471170"/>
            </a:xfrm>
            <a:custGeom>
              <a:avLst/>
              <a:gdLst/>
              <a:ahLst/>
              <a:cxnLst/>
              <a:rect l="l" t="t" r="r" b="b"/>
              <a:pathLst>
                <a:path w="2023109" h="471170">
                  <a:moveTo>
                    <a:pt x="1038135" y="0"/>
                  </a:moveTo>
                  <a:lnTo>
                    <a:pt x="997931" y="16942"/>
                  </a:lnTo>
                  <a:lnTo>
                    <a:pt x="942423" y="76783"/>
                  </a:lnTo>
                  <a:lnTo>
                    <a:pt x="910791" y="117841"/>
                  </a:lnTo>
                  <a:lnTo>
                    <a:pt x="881652" y="160706"/>
                  </a:lnTo>
                  <a:lnTo>
                    <a:pt x="855114" y="205224"/>
                  </a:lnTo>
                  <a:lnTo>
                    <a:pt x="831283" y="251246"/>
                  </a:lnTo>
                  <a:lnTo>
                    <a:pt x="816647" y="233735"/>
                  </a:lnTo>
                  <a:lnTo>
                    <a:pt x="784403" y="201739"/>
                  </a:lnTo>
                  <a:lnTo>
                    <a:pt x="744906" y="179525"/>
                  </a:lnTo>
                  <a:lnTo>
                    <a:pt x="722527" y="174826"/>
                  </a:lnTo>
                  <a:lnTo>
                    <a:pt x="700101" y="175736"/>
                  </a:lnTo>
                  <a:lnTo>
                    <a:pt x="654744" y="204105"/>
                  </a:lnTo>
                  <a:lnTo>
                    <a:pt x="544339" y="371756"/>
                  </a:lnTo>
                  <a:lnTo>
                    <a:pt x="514735" y="325085"/>
                  </a:lnTo>
                  <a:lnTo>
                    <a:pt x="478861" y="283036"/>
                  </a:lnTo>
                  <a:lnTo>
                    <a:pt x="437483" y="246390"/>
                  </a:lnTo>
                  <a:lnTo>
                    <a:pt x="391370" y="215928"/>
                  </a:lnTo>
                  <a:lnTo>
                    <a:pt x="345562" y="197121"/>
                  </a:lnTo>
                  <a:lnTo>
                    <a:pt x="321634" y="194484"/>
                  </a:lnTo>
                  <a:lnTo>
                    <a:pt x="298200" y="198944"/>
                  </a:lnTo>
                  <a:lnTo>
                    <a:pt x="260706" y="229192"/>
                  </a:lnTo>
                  <a:lnTo>
                    <a:pt x="235699" y="273057"/>
                  </a:lnTo>
                  <a:lnTo>
                    <a:pt x="153471" y="444047"/>
                  </a:lnTo>
                  <a:lnTo>
                    <a:pt x="128859" y="419804"/>
                  </a:lnTo>
                  <a:lnTo>
                    <a:pt x="61601" y="407635"/>
                  </a:lnTo>
                  <a:lnTo>
                    <a:pt x="19279" y="431731"/>
                  </a:lnTo>
                  <a:lnTo>
                    <a:pt x="0" y="470842"/>
                  </a:lnTo>
                  <a:lnTo>
                    <a:pt x="2023058" y="470842"/>
                  </a:lnTo>
                  <a:lnTo>
                    <a:pt x="2003081" y="429763"/>
                  </a:lnTo>
                  <a:lnTo>
                    <a:pt x="1973504" y="383971"/>
                  </a:lnTo>
                  <a:lnTo>
                    <a:pt x="1944914" y="357630"/>
                  </a:lnTo>
                  <a:lnTo>
                    <a:pt x="1894908" y="339229"/>
                  </a:lnTo>
                  <a:lnTo>
                    <a:pt x="1840488" y="335977"/>
                  </a:lnTo>
                  <a:lnTo>
                    <a:pt x="1794721" y="337819"/>
                  </a:lnTo>
                  <a:lnTo>
                    <a:pt x="1749118" y="342104"/>
                  </a:lnTo>
                  <a:lnTo>
                    <a:pt x="1703807" y="348811"/>
                  </a:lnTo>
                  <a:lnTo>
                    <a:pt x="1658918" y="357923"/>
                  </a:lnTo>
                  <a:lnTo>
                    <a:pt x="1614579" y="369421"/>
                  </a:lnTo>
                  <a:lnTo>
                    <a:pt x="1611547" y="330009"/>
                  </a:lnTo>
                  <a:lnTo>
                    <a:pt x="1603705" y="291326"/>
                  </a:lnTo>
                  <a:lnTo>
                    <a:pt x="1561512" y="231781"/>
                  </a:lnTo>
                  <a:lnTo>
                    <a:pt x="1498966" y="220479"/>
                  </a:lnTo>
                  <a:lnTo>
                    <a:pt x="1466127" y="227889"/>
                  </a:lnTo>
                  <a:lnTo>
                    <a:pt x="1401248" y="257566"/>
                  </a:lnTo>
                  <a:lnTo>
                    <a:pt x="1338657" y="299470"/>
                  </a:lnTo>
                  <a:lnTo>
                    <a:pt x="1309949" y="323883"/>
                  </a:lnTo>
                  <a:lnTo>
                    <a:pt x="1307923" y="277459"/>
                  </a:lnTo>
                  <a:lnTo>
                    <a:pt x="1298789" y="232009"/>
                  </a:lnTo>
                  <a:lnTo>
                    <a:pt x="1283104" y="188311"/>
                  </a:lnTo>
                  <a:lnTo>
                    <a:pt x="1261424" y="147142"/>
                  </a:lnTo>
                  <a:lnTo>
                    <a:pt x="1234306" y="109279"/>
                  </a:lnTo>
                  <a:lnTo>
                    <a:pt x="1202306" y="75501"/>
                  </a:lnTo>
                  <a:lnTo>
                    <a:pt x="1165982" y="46584"/>
                  </a:lnTo>
                  <a:lnTo>
                    <a:pt x="1125889" y="23307"/>
                  </a:lnTo>
                  <a:lnTo>
                    <a:pt x="1082584" y="6447"/>
                  </a:lnTo>
                  <a:lnTo>
                    <a:pt x="1053045" y="213"/>
                  </a:lnTo>
                  <a:lnTo>
                    <a:pt x="1038135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116412" y="8546543"/>
              <a:ext cx="2168525" cy="823594"/>
            </a:xfrm>
            <a:custGeom>
              <a:avLst/>
              <a:gdLst/>
              <a:ahLst/>
              <a:cxnLst/>
              <a:rect l="l" t="t" r="r" b="b"/>
              <a:pathLst>
                <a:path w="2168525" h="823595">
                  <a:moveTo>
                    <a:pt x="1144638" y="0"/>
                  </a:moveTo>
                  <a:lnTo>
                    <a:pt x="1101113" y="6522"/>
                  </a:lnTo>
                  <a:lnTo>
                    <a:pt x="1058613" y="20219"/>
                  </a:lnTo>
                  <a:lnTo>
                    <a:pt x="1017953" y="40900"/>
                  </a:lnTo>
                  <a:lnTo>
                    <a:pt x="979947" y="68373"/>
                  </a:lnTo>
                  <a:lnTo>
                    <a:pt x="945409" y="102446"/>
                  </a:lnTo>
                  <a:lnTo>
                    <a:pt x="915155" y="142928"/>
                  </a:lnTo>
                  <a:lnTo>
                    <a:pt x="890774" y="186419"/>
                  </a:lnTo>
                  <a:lnTo>
                    <a:pt x="870202" y="233027"/>
                  </a:lnTo>
                  <a:lnTo>
                    <a:pt x="852555" y="281875"/>
                  </a:lnTo>
                  <a:lnTo>
                    <a:pt x="836949" y="332086"/>
                  </a:lnTo>
                  <a:lnTo>
                    <a:pt x="822499" y="382785"/>
                  </a:lnTo>
                  <a:lnTo>
                    <a:pt x="794699" y="357760"/>
                  </a:lnTo>
                  <a:lnTo>
                    <a:pt x="762396" y="344044"/>
                  </a:lnTo>
                  <a:lnTo>
                    <a:pt x="728396" y="342291"/>
                  </a:lnTo>
                  <a:lnTo>
                    <a:pt x="695508" y="353152"/>
                  </a:lnTo>
                  <a:lnTo>
                    <a:pt x="666794" y="376405"/>
                  </a:lnTo>
                  <a:lnTo>
                    <a:pt x="644482" y="409344"/>
                  </a:lnTo>
                  <a:lnTo>
                    <a:pt x="630123" y="448904"/>
                  </a:lnTo>
                  <a:lnTo>
                    <a:pt x="625269" y="492017"/>
                  </a:lnTo>
                  <a:lnTo>
                    <a:pt x="610912" y="441395"/>
                  </a:lnTo>
                  <a:lnTo>
                    <a:pt x="591166" y="393769"/>
                  </a:lnTo>
                  <a:lnTo>
                    <a:pt x="566212" y="350739"/>
                  </a:lnTo>
                  <a:lnTo>
                    <a:pt x="536226" y="313907"/>
                  </a:lnTo>
                  <a:lnTo>
                    <a:pt x="501388" y="284872"/>
                  </a:lnTo>
                  <a:lnTo>
                    <a:pt x="462174" y="265864"/>
                  </a:lnTo>
                  <a:lnTo>
                    <a:pt x="420567" y="258341"/>
                  </a:lnTo>
                  <a:lnTo>
                    <a:pt x="378983" y="262728"/>
                  </a:lnTo>
                  <a:lnTo>
                    <a:pt x="339839" y="279451"/>
                  </a:lnTo>
                  <a:lnTo>
                    <a:pt x="305551" y="308934"/>
                  </a:lnTo>
                  <a:lnTo>
                    <a:pt x="280281" y="346287"/>
                  </a:lnTo>
                  <a:lnTo>
                    <a:pt x="262068" y="389148"/>
                  </a:lnTo>
                  <a:lnTo>
                    <a:pt x="249009" y="436130"/>
                  </a:lnTo>
                  <a:lnTo>
                    <a:pt x="239200" y="485845"/>
                  </a:lnTo>
                  <a:lnTo>
                    <a:pt x="230736" y="536906"/>
                  </a:lnTo>
                  <a:lnTo>
                    <a:pt x="221714" y="587928"/>
                  </a:lnTo>
                  <a:lnTo>
                    <a:pt x="210231" y="637523"/>
                  </a:lnTo>
                  <a:lnTo>
                    <a:pt x="194382" y="684305"/>
                  </a:lnTo>
                  <a:lnTo>
                    <a:pt x="178039" y="644134"/>
                  </a:lnTo>
                  <a:lnTo>
                    <a:pt x="149722" y="616889"/>
                  </a:lnTo>
                  <a:lnTo>
                    <a:pt x="77925" y="606578"/>
                  </a:lnTo>
                  <a:lnTo>
                    <a:pt x="44826" y="626212"/>
                  </a:lnTo>
                  <a:lnTo>
                    <a:pt x="17370" y="665829"/>
                  </a:lnTo>
                  <a:lnTo>
                    <a:pt x="2517" y="715542"/>
                  </a:lnTo>
                  <a:lnTo>
                    <a:pt x="0" y="769789"/>
                  </a:lnTo>
                  <a:lnTo>
                    <a:pt x="9549" y="823012"/>
                  </a:lnTo>
                  <a:lnTo>
                    <a:pt x="2165400" y="823012"/>
                  </a:lnTo>
                  <a:lnTo>
                    <a:pt x="2168357" y="772903"/>
                  </a:lnTo>
                  <a:lnTo>
                    <a:pt x="2166320" y="723501"/>
                  </a:lnTo>
                  <a:lnTo>
                    <a:pt x="2158936" y="675885"/>
                  </a:lnTo>
                  <a:lnTo>
                    <a:pt x="2145849" y="631133"/>
                  </a:lnTo>
                  <a:lnTo>
                    <a:pt x="2126705" y="590325"/>
                  </a:lnTo>
                  <a:lnTo>
                    <a:pt x="2101151" y="554539"/>
                  </a:lnTo>
                  <a:lnTo>
                    <a:pt x="2064898" y="523297"/>
                  </a:lnTo>
                  <a:lnTo>
                    <a:pt x="2023832" y="504767"/>
                  </a:lnTo>
                  <a:lnTo>
                    <a:pt x="1980271" y="498635"/>
                  </a:lnTo>
                  <a:lnTo>
                    <a:pt x="1936536" y="504584"/>
                  </a:lnTo>
                  <a:lnTo>
                    <a:pt x="1894945" y="522297"/>
                  </a:lnTo>
                  <a:lnTo>
                    <a:pt x="1857818" y="551458"/>
                  </a:lnTo>
                  <a:lnTo>
                    <a:pt x="1827473" y="591752"/>
                  </a:lnTo>
                  <a:lnTo>
                    <a:pt x="1825586" y="540320"/>
                  </a:lnTo>
                  <a:lnTo>
                    <a:pt x="1809738" y="492653"/>
                  </a:lnTo>
                  <a:lnTo>
                    <a:pt x="1783002" y="452616"/>
                  </a:lnTo>
                  <a:lnTo>
                    <a:pt x="1748449" y="424072"/>
                  </a:lnTo>
                  <a:lnTo>
                    <a:pt x="1709585" y="408950"/>
                  </a:lnTo>
                  <a:lnTo>
                    <a:pt x="1668944" y="405539"/>
                  </a:lnTo>
                  <a:lnTo>
                    <a:pt x="1628099" y="412246"/>
                  </a:lnTo>
                  <a:lnTo>
                    <a:pt x="1588622" y="427475"/>
                  </a:lnTo>
                  <a:lnTo>
                    <a:pt x="1551444" y="449340"/>
                  </a:lnTo>
                  <a:lnTo>
                    <a:pt x="1516153" y="475977"/>
                  </a:lnTo>
                  <a:lnTo>
                    <a:pt x="1482260" y="505820"/>
                  </a:lnTo>
                  <a:lnTo>
                    <a:pt x="1449275" y="537304"/>
                  </a:lnTo>
                  <a:lnTo>
                    <a:pt x="1460561" y="488403"/>
                  </a:lnTo>
                  <a:lnTo>
                    <a:pt x="1466475" y="438160"/>
                  </a:lnTo>
                  <a:lnTo>
                    <a:pt x="1467229" y="387326"/>
                  </a:lnTo>
                  <a:lnTo>
                    <a:pt x="1463032" y="336650"/>
                  </a:lnTo>
                  <a:lnTo>
                    <a:pt x="1454095" y="286886"/>
                  </a:lnTo>
                  <a:lnTo>
                    <a:pt x="1440627" y="238784"/>
                  </a:lnTo>
                  <a:lnTo>
                    <a:pt x="1422840" y="193095"/>
                  </a:lnTo>
                  <a:lnTo>
                    <a:pt x="1400944" y="150571"/>
                  </a:lnTo>
                  <a:lnTo>
                    <a:pt x="1375149" y="111962"/>
                  </a:lnTo>
                  <a:lnTo>
                    <a:pt x="1345665" y="78020"/>
                  </a:lnTo>
                  <a:lnTo>
                    <a:pt x="1312703" y="49497"/>
                  </a:lnTo>
                  <a:lnTo>
                    <a:pt x="1273222" y="25401"/>
                  </a:lnTo>
                  <a:lnTo>
                    <a:pt x="1231507" y="9248"/>
                  </a:lnTo>
                  <a:lnTo>
                    <a:pt x="1188375" y="844"/>
                  </a:lnTo>
                  <a:lnTo>
                    <a:pt x="1144638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6187836" y="8898714"/>
              <a:ext cx="2023110" cy="471170"/>
            </a:xfrm>
            <a:custGeom>
              <a:avLst/>
              <a:gdLst/>
              <a:ahLst/>
              <a:cxnLst/>
              <a:rect l="l" t="t" r="r" b="b"/>
              <a:pathLst>
                <a:path w="2023109" h="471170">
                  <a:moveTo>
                    <a:pt x="1038135" y="0"/>
                  </a:moveTo>
                  <a:lnTo>
                    <a:pt x="997931" y="16942"/>
                  </a:lnTo>
                  <a:lnTo>
                    <a:pt x="942422" y="76783"/>
                  </a:lnTo>
                  <a:lnTo>
                    <a:pt x="910790" y="117841"/>
                  </a:lnTo>
                  <a:lnTo>
                    <a:pt x="881650" y="160706"/>
                  </a:lnTo>
                  <a:lnTo>
                    <a:pt x="855108" y="205224"/>
                  </a:lnTo>
                  <a:lnTo>
                    <a:pt x="831273" y="251246"/>
                  </a:lnTo>
                  <a:lnTo>
                    <a:pt x="816643" y="233735"/>
                  </a:lnTo>
                  <a:lnTo>
                    <a:pt x="784398" y="201739"/>
                  </a:lnTo>
                  <a:lnTo>
                    <a:pt x="744900" y="179525"/>
                  </a:lnTo>
                  <a:lnTo>
                    <a:pt x="722521" y="174826"/>
                  </a:lnTo>
                  <a:lnTo>
                    <a:pt x="700092" y="175736"/>
                  </a:lnTo>
                  <a:lnTo>
                    <a:pt x="654739" y="204105"/>
                  </a:lnTo>
                  <a:lnTo>
                    <a:pt x="544339" y="371756"/>
                  </a:lnTo>
                  <a:lnTo>
                    <a:pt x="514734" y="325085"/>
                  </a:lnTo>
                  <a:lnTo>
                    <a:pt x="478859" y="283036"/>
                  </a:lnTo>
                  <a:lnTo>
                    <a:pt x="437479" y="246390"/>
                  </a:lnTo>
                  <a:lnTo>
                    <a:pt x="391359" y="215928"/>
                  </a:lnTo>
                  <a:lnTo>
                    <a:pt x="345561" y="197121"/>
                  </a:lnTo>
                  <a:lnTo>
                    <a:pt x="321634" y="194484"/>
                  </a:lnTo>
                  <a:lnTo>
                    <a:pt x="298200" y="198944"/>
                  </a:lnTo>
                  <a:lnTo>
                    <a:pt x="260706" y="229192"/>
                  </a:lnTo>
                  <a:lnTo>
                    <a:pt x="235699" y="273057"/>
                  </a:lnTo>
                  <a:lnTo>
                    <a:pt x="153471" y="444047"/>
                  </a:lnTo>
                  <a:lnTo>
                    <a:pt x="128859" y="419804"/>
                  </a:lnTo>
                  <a:lnTo>
                    <a:pt x="61601" y="407635"/>
                  </a:lnTo>
                  <a:lnTo>
                    <a:pt x="19277" y="431731"/>
                  </a:lnTo>
                  <a:lnTo>
                    <a:pt x="0" y="470842"/>
                  </a:lnTo>
                  <a:lnTo>
                    <a:pt x="2023058" y="470842"/>
                  </a:lnTo>
                  <a:lnTo>
                    <a:pt x="2003081" y="429763"/>
                  </a:lnTo>
                  <a:lnTo>
                    <a:pt x="1973504" y="383971"/>
                  </a:lnTo>
                  <a:lnTo>
                    <a:pt x="1944914" y="357630"/>
                  </a:lnTo>
                  <a:lnTo>
                    <a:pt x="1894908" y="339229"/>
                  </a:lnTo>
                  <a:lnTo>
                    <a:pt x="1840488" y="335977"/>
                  </a:lnTo>
                  <a:lnTo>
                    <a:pt x="1794721" y="337819"/>
                  </a:lnTo>
                  <a:lnTo>
                    <a:pt x="1749118" y="342104"/>
                  </a:lnTo>
                  <a:lnTo>
                    <a:pt x="1703807" y="348811"/>
                  </a:lnTo>
                  <a:lnTo>
                    <a:pt x="1658918" y="357923"/>
                  </a:lnTo>
                  <a:lnTo>
                    <a:pt x="1614579" y="369421"/>
                  </a:lnTo>
                  <a:lnTo>
                    <a:pt x="1611547" y="330009"/>
                  </a:lnTo>
                  <a:lnTo>
                    <a:pt x="1603705" y="291326"/>
                  </a:lnTo>
                  <a:lnTo>
                    <a:pt x="1561512" y="231781"/>
                  </a:lnTo>
                  <a:lnTo>
                    <a:pt x="1498966" y="220479"/>
                  </a:lnTo>
                  <a:lnTo>
                    <a:pt x="1466127" y="227889"/>
                  </a:lnTo>
                  <a:lnTo>
                    <a:pt x="1401248" y="257566"/>
                  </a:lnTo>
                  <a:lnTo>
                    <a:pt x="1338657" y="299470"/>
                  </a:lnTo>
                  <a:lnTo>
                    <a:pt x="1309949" y="323883"/>
                  </a:lnTo>
                  <a:lnTo>
                    <a:pt x="1307923" y="277459"/>
                  </a:lnTo>
                  <a:lnTo>
                    <a:pt x="1298789" y="232009"/>
                  </a:lnTo>
                  <a:lnTo>
                    <a:pt x="1283104" y="188311"/>
                  </a:lnTo>
                  <a:lnTo>
                    <a:pt x="1261424" y="147142"/>
                  </a:lnTo>
                  <a:lnTo>
                    <a:pt x="1234306" y="109279"/>
                  </a:lnTo>
                  <a:lnTo>
                    <a:pt x="1202306" y="75501"/>
                  </a:lnTo>
                  <a:lnTo>
                    <a:pt x="1165982" y="46584"/>
                  </a:lnTo>
                  <a:lnTo>
                    <a:pt x="1125889" y="23307"/>
                  </a:lnTo>
                  <a:lnTo>
                    <a:pt x="1082584" y="6447"/>
                  </a:lnTo>
                  <a:lnTo>
                    <a:pt x="1053045" y="213"/>
                  </a:lnTo>
                  <a:lnTo>
                    <a:pt x="1038135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1659830" y="8569171"/>
            <a:ext cx="2082800" cy="790575"/>
            <a:chOff x="1659830" y="8569171"/>
            <a:chExt cx="2082800" cy="790575"/>
          </a:xfrm>
        </p:grpSpPr>
        <p:sp>
          <p:nvSpPr>
            <p:cNvPr id="127" name="object 127" descr=""/>
            <p:cNvSpPr/>
            <p:nvPr/>
          </p:nvSpPr>
          <p:spPr>
            <a:xfrm>
              <a:off x="1659830" y="8569171"/>
              <a:ext cx="2082800" cy="790575"/>
            </a:xfrm>
            <a:custGeom>
              <a:avLst/>
              <a:gdLst/>
              <a:ahLst/>
              <a:cxnLst/>
              <a:rect l="l" t="t" r="r" b="b"/>
              <a:pathLst>
                <a:path w="2082800" h="790575">
                  <a:moveTo>
                    <a:pt x="1099369" y="0"/>
                  </a:moveTo>
                  <a:lnTo>
                    <a:pt x="1057564" y="6263"/>
                  </a:lnTo>
                  <a:lnTo>
                    <a:pt x="1016745" y="19419"/>
                  </a:lnTo>
                  <a:lnTo>
                    <a:pt x="977692" y="39282"/>
                  </a:lnTo>
                  <a:lnTo>
                    <a:pt x="941189" y="65670"/>
                  </a:lnTo>
                  <a:lnTo>
                    <a:pt x="908016" y="98397"/>
                  </a:lnTo>
                  <a:lnTo>
                    <a:pt x="878957" y="137282"/>
                  </a:lnTo>
                  <a:lnTo>
                    <a:pt x="855544" y="179048"/>
                  </a:lnTo>
                  <a:lnTo>
                    <a:pt x="835789" y="223810"/>
                  </a:lnTo>
                  <a:lnTo>
                    <a:pt x="818843" y="270724"/>
                  </a:lnTo>
                  <a:lnTo>
                    <a:pt x="803855" y="318949"/>
                  </a:lnTo>
                  <a:lnTo>
                    <a:pt x="789976" y="367641"/>
                  </a:lnTo>
                  <a:lnTo>
                    <a:pt x="763275" y="343609"/>
                  </a:lnTo>
                  <a:lnTo>
                    <a:pt x="732247" y="330437"/>
                  </a:lnTo>
                  <a:lnTo>
                    <a:pt x="699590" y="328752"/>
                  </a:lnTo>
                  <a:lnTo>
                    <a:pt x="668000" y="339181"/>
                  </a:lnTo>
                  <a:lnTo>
                    <a:pt x="640426" y="361513"/>
                  </a:lnTo>
                  <a:lnTo>
                    <a:pt x="618994" y="393152"/>
                  </a:lnTo>
                  <a:lnTo>
                    <a:pt x="605200" y="431150"/>
                  </a:lnTo>
                  <a:lnTo>
                    <a:pt x="600537" y="472559"/>
                  </a:lnTo>
                  <a:lnTo>
                    <a:pt x="586747" y="423941"/>
                  </a:lnTo>
                  <a:lnTo>
                    <a:pt x="567784" y="378199"/>
                  </a:lnTo>
                  <a:lnTo>
                    <a:pt x="543817" y="336871"/>
                  </a:lnTo>
                  <a:lnTo>
                    <a:pt x="515017" y="301493"/>
                  </a:lnTo>
                  <a:lnTo>
                    <a:pt x="481556" y="273602"/>
                  </a:lnTo>
                  <a:lnTo>
                    <a:pt x="434032" y="252490"/>
                  </a:lnTo>
                  <a:lnTo>
                    <a:pt x="383821" y="248774"/>
                  </a:lnTo>
                  <a:lnTo>
                    <a:pt x="335455" y="263252"/>
                  </a:lnTo>
                  <a:lnTo>
                    <a:pt x="293467" y="296722"/>
                  </a:lnTo>
                  <a:lnTo>
                    <a:pt x="269195" y="332594"/>
                  </a:lnTo>
                  <a:lnTo>
                    <a:pt x="251701" y="373758"/>
                  </a:lnTo>
                  <a:lnTo>
                    <a:pt x="239156" y="418880"/>
                  </a:lnTo>
                  <a:lnTo>
                    <a:pt x="229734" y="466629"/>
                  </a:lnTo>
                  <a:lnTo>
                    <a:pt x="221604" y="515672"/>
                  </a:lnTo>
                  <a:lnTo>
                    <a:pt x="212938" y="564677"/>
                  </a:lnTo>
                  <a:lnTo>
                    <a:pt x="201908" y="612312"/>
                  </a:lnTo>
                  <a:lnTo>
                    <a:pt x="186685" y="657245"/>
                  </a:lnTo>
                  <a:lnTo>
                    <a:pt x="165076" y="610903"/>
                  </a:lnTo>
                  <a:lnTo>
                    <a:pt x="127442" y="584468"/>
                  </a:lnTo>
                  <a:lnTo>
                    <a:pt x="83520" y="580472"/>
                  </a:lnTo>
                  <a:lnTo>
                    <a:pt x="43046" y="601445"/>
                  </a:lnTo>
                  <a:lnTo>
                    <a:pt x="16679" y="639500"/>
                  </a:lnTo>
                  <a:lnTo>
                    <a:pt x="2416" y="687247"/>
                  </a:lnTo>
                  <a:lnTo>
                    <a:pt x="0" y="739348"/>
                  </a:lnTo>
                  <a:lnTo>
                    <a:pt x="9172" y="790466"/>
                  </a:lnTo>
                  <a:lnTo>
                    <a:pt x="2079769" y="790466"/>
                  </a:lnTo>
                  <a:lnTo>
                    <a:pt x="2082609" y="742337"/>
                  </a:lnTo>
                  <a:lnTo>
                    <a:pt x="2080653" y="694889"/>
                  </a:lnTo>
                  <a:lnTo>
                    <a:pt x="2073560" y="649157"/>
                  </a:lnTo>
                  <a:lnTo>
                    <a:pt x="2060990" y="606177"/>
                  </a:lnTo>
                  <a:lnTo>
                    <a:pt x="2042605" y="566983"/>
                  </a:lnTo>
                  <a:lnTo>
                    <a:pt x="2018064" y="532610"/>
                  </a:lnTo>
                  <a:lnTo>
                    <a:pt x="1983243" y="502602"/>
                  </a:lnTo>
                  <a:lnTo>
                    <a:pt x="1943799" y="484806"/>
                  </a:lnTo>
                  <a:lnTo>
                    <a:pt x="1901960" y="478917"/>
                  </a:lnTo>
                  <a:lnTo>
                    <a:pt x="1859955" y="484632"/>
                  </a:lnTo>
                  <a:lnTo>
                    <a:pt x="1820010" y="501646"/>
                  </a:lnTo>
                  <a:lnTo>
                    <a:pt x="1784353" y="529656"/>
                  </a:lnTo>
                  <a:lnTo>
                    <a:pt x="1755213" y="568357"/>
                  </a:lnTo>
                  <a:lnTo>
                    <a:pt x="1753399" y="518953"/>
                  </a:lnTo>
                  <a:lnTo>
                    <a:pt x="1738173" y="473168"/>
                  </a:lnTo>
                  <a:lnTo>
                    <a:pt x="1712490" y="434712"/>
                  </a:lnTo>
                  <a:lnTo>
                    <a:pt x="1679299" y="407294"/>
                  </a:lnTo>
                  <a:lnTo>
                    <a:pt x="1641974" y="392774"/>
                  </a:lnTo>
                  <a:lnTo>
                    <a:pt x="1602941" y="389500"/>
                  </a:lnTo>
                  <a:lnTo>
                    <a:pt x="1563711" y="395943"/>
                  </a:lnTo>
                  <a:lnTo>
                    <a:pt x="1525796" y="410572"/>
                  </a:lnTo>
                  <a:lnTo>
                    <a:pt x="1490090" y="431570"/>
                  </a:lnTo>
                  <a:lnTo>
                    <a:pt x="1456196" y="457153"/>
                  </a:lnTo>
                  <a:lnTo>
                    <a:pt x="1423645" y="485816"/>
                  </a:lnTo>
                  <a:lnTo>
                    <a:pt x="1391968" y="516055"/>
                  </a:lnTo>
                  <a:lnTo>
                    <a:pt x="1402806" y="469090"/>
                  </a:lnTo>
                  <a:lnTo>
                    <a:pt x="1408485" y="420835"/>
                  </a:lnTo>
                  <a:lnTo>
                    <a:pt x="1409207" y="372010"/>
                  </a:lnTo>
                  <a:lnTo>
                    <a:pt x="1405175" y="323339"/>
                  </a:lnTo>
                  <a:lnTo>
                    <a:pt x="1396590" y="275542"/>
                  </a:lnTo>
                  <a:lnTo>
                    <a:pt x="1383655" y="229341"/>
                  </a:lnTo>
                  <a:lnTo>
                    <a:pt x="1366572" y="185458"/>
                  </a:lnTo>
                  <a:lnTo>
                    <a:pt x="1345543" y="144614"/>
                  </a:lnTo>
                  <a:lnTo>
                    <a:pt x="1320769" y="107532"/>
                  </a:lnTo>
                  <a:lnTo>
                    <a:pt x="1292454" y="74932"/>
                  </a:lnTo>
                  <a:lnTo>
                    <a:pt x="1260799" y="47536"/>
                  </a:lnTo>
                  <a:lnTo>
                    <a:pt x="1222874" y="24395"/>
                  </a:lnTo>
                  <a:lnTo>
                    <a:pt x="1182806" y="8882"/>
                  </a:lnTo>
                  <a:lnTo>
                    <a:pt x="1141377" y="811"/>
                  </a:lnTo>
                  <a:lnTo>
                    <a:pt x="1099369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728424" y="8907413"/>
              <a:ext cx="1943100" cy="452755"/>
            </a:xfrm>
            <a:custGeom>
              <a:avLst/>
              <a:gdLst/>
              <a:ahLst/>
              <a:cxnLst/>
              <a:rect l="l" t="t" r="r" b="b"/>
              <a:pathLst>
                <a:path w="1943100" h="452754">
                  <a:moveTo>
                    <a:pt x="997079" y="0"/>
                  </a:moveTo>
                  <a:lnTo>
                    <a:pt x="958473" y="16274"/>
                  </a:lnTo>
                  <a:lnTo>
                    <a:pt x="905155" y="73743"/>
                  </a:lnTo>
                  <a:lnTo>
                    <a:pt x="874776" y="113181"/>
                  </a:lnTo>
                  <a:lnTo>
                    <a:pt x="846790" y="154353"/>
                  </a:lnTo>
                  <a:lnTo>
                    <a:pt x="821299" y="197111"/>
                  </a:lnTo>
                  <a:lnTo>
                    <a:pt x="798405" y="241309"/>
                  </a:lnTo>
                  <a:lnTo>
                    <a:pt x="784351" y="224491"/>
                  </a:lnTo>
                  <a:lnTo>
                    <a:pt x="753385" y="193761"/>
                  </a:lnTo>
                  <a:lnTo>
                    <a:pt x="715449" y="172427"/>
                  </a:lnTo>
                  <a:lnTo>
                    <a:pt x="693954" y="167913"/>
                  </a:lnTo>
                  <a:lnTo>
                    <a:pt x="672412" y="168786"/>
                  </a:lnTo>
                  <a:lnTo>
                    <a:pt x="628855" y="196031"/>
                  </a:lnTo>
                  <a:lnTo>
                    <a:pt x="522821" y="357065"/>
                  </a:lnTo>
                  <a:lnTo>
                    <a:pt x="494386" y="312236"/>
                  </a:lnTo>
                  <a:lnTo>
                    <a:pt x="459928" y="271847"/>
                  </a:lnTo>
                  <a:lnTo>
                    <a:pt x="420184" y="236649"/>
                  </a:lnTo>
                  <a:lnTo>
                    <a:pt x="375894" y="207394"/>
                  </a:lnTo>
                  <a:lnTo>
                    <a:pt x="331902" y="189330"/>
                  </a:lnTo>
                  <a:lnTo>
                    <a:pt x="308919" y="186798"/>
                  </a:lnTo>
                  <a:lnTo>
                    <a:pt x="286410" y="191080"/>
                  </a:lnTo>
                  <a:lnTo>
                    <a:pt x="250399" y="220133"/>
                  </a:lnTo>
                  <a:lnTo>
                    <a:pt x="226380" y="262261"/>
                  </a:lnTo>
                  <a:lnTo>
                    <a:pt x="147409" y="426487"/>
                  </a:lnTo>
                  <a:lnTo>
                    <a:pt x="123765" y="403203"/>
                  </a:lnTo>
                  <a:lnTo>
                    <a:pt x="59162" y="391520"/>
                  </a:lnTo>
                  <a:lnTo>
                    <a:pt x="18513" y="414661"/>
                  </a:lnTo>
                  <a:lnTo>
                    <a:pt x="0" y="452224"/>
                  </a:lnTo>
                  <a:lnTo>
                    <a:pt x="1943061" y="452224"/>
                  </a:lnTo>
                  <a:lnTo>
                    <a:pt x="1923876" y="412769"/>
                  </a:lnTo>
                  <a:lnTo>
                    <a:pt x="1895461" y="368792"/>
                  </a:lnTo>
                  <a:lnTo>
                    <a:pt x="1844965" y="332183"/>
                  </a:lnTo>
                  <a:lnTo>
                    <a:pt x="1793930" y="323081"/>
                  </a:lnTo>
                  <a:lnTo>
                    <a:pt x="1767715" y="322689"/>
                  </a:lnTo>
                  <a:lnTo>
                    <a:pt x="1712787" y="325268"/>
                  </a:lnTo>
                  <a:lnTo>
                    <a:pt x="1658153" y="331506"/>
                  </a:lnTo>
                  <a:lnTo>
                    <a:pt x="1604053" y="341367"/>
                  </a:lnTo>
                  <a:lnTo>
                    <a:pt x="1550727" y="354813"/>
                  </a:lnTo>
                  <a:lnTo>
                    <a:pt x="1547819" y="316962"/>
                  </a:lnTo>
                  <a:lnTo>
                    <a:pt x="1525237" y="247111"/>
                  </a:lnTo>
                  <a:lnTo>
                    <a:pt x="1470836" y="212121"/>
                  </a:lnTo>
                  <a:lnTo>
                    <a:pt x="1439694" y="211761"/>
                  </a:lnTo>
                  <a:lnTo>
                    <a:pt x="1408151" y="218880"/>
                  </a:lnTo>
                  <a:lnTo>
                    <a:pt x="1345838" y="247383"/>
                  </a:lnTo>
                  <a:lnTo>
                    <a:pt x="1285726" y="287631"/>
                  </a:lnTo>
                  <a:lnTo>
                    <a:pt x="1258150" y="311076"/>
                  </a:lnTo>
                  <a:lnTo>
                    <a:pt x="1255471" y="260964"/>
                  </a:lnTo>
                  <a:lnTo>
                    <a:pt x="1244236" y="212154"/>
                  </a:lnTo>
                  <a:lnTo>
                    <a:pt x="1225206" y="165710"/>
                  </a:lnTo>
                  <a:lnTo>
                    <a:pt x="1199142" y="122696"/>
                  </a:lnTo>
                  <a:lnTo>
                    <a:pt x="1166806" y="84174"/>
                  </a:lnTo>
                  <a:lnTo>
                    <a:pt x="1128960" y="51208"/>
                  </a:lnTo>
                  <a:lnTo>
                    <a:pt x="1086364" y="24861"/>
                  </a:lnTo>
                  <a:lnTo>
                    <a:pt x="1039779" y="6196"/>
                  </a:lnTo>
                  <a:lnTo>
                    <a:pt x="1011402" y="204"/>
                  </a:lnTo>
                  <a:lnTo>
                    <a:pt x="997079" y="0"/>
                  </a:lnTo>
                  <a:close/>
                </a:path>
              </a:pathLst>
            </a:custGeom>
            <a:solidFill>
              <a:srgbClr val="BBBE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 descr=""/>
          <p:cNvGrpSpPr/>
          <p:nvPr/>
        </p:nvGrpSpPr>
        <p:grpSpPr>
          <a:xfrm>
            <a:off x="15250503" y="8917233"/>
            <a:ext cx="1308100" cy="471805"/>
            <a:chOff x="15250503" y="8917233"/>
            <a:chExt cx="1308100" cy="471805"/>
          </a:xfrm>
        </p:grpSpPr>
        <p:sp>
          <p:nvSpPr>
            <p:cNvPr id="130" name="object 130" descr=""/>
            <p:cNvSpPr/>
            <p:nvPr/>
          </p:nvSpPr>
          <p:spPr>
            <a:xfrm>
              <a:off x="15458706" y="8917233"/>
              <a:ext cx="943610" cy="471805"/>
            </a:xfrm>
            <a:custGeom>
              <a:avLst/>
              <a:gdLst/>
              <a:ahLst/>
              <a:cxnLst/>
              <a:rect l="l" t="t" r="r" b="b"/>
              <a:pathLst>
                <a:path w="943609" h="471804">
                  <a:moveTo>
                    <a:pt x="471807" y="0"/>
                  </a:moveTo>
                  <a:lnTo>
                    <a:pt x="423572" y="2435"/>
                  </a:lnTo>
                  <a:lnTo>
                    <a:pt x="376729" y="9584"/>
                  </a:lnTo>
                  <a:lnTo>
                    <a:pt x="331515" y="21208"/>
                  </a:lnTo>
                  <a:lnTo>
                    <a:pt x="288169" y="37072"/>
                  </a:lnTo>
                  <a:lnTo>
                    <a:pt x="246927" y="56938"/>
                  </a:lnTo>
                  <a:lnTo>
                    <a:pt x="208026" y="80568"/>
                  </a:lnTo>
                  <a:lnTo>
                    <a:pt x="171704" y="107726"/>
                  </a:lnTo>
                  <a:lnTo>
                    <a:pt x="138198" y="138175"/>
                  </a:lnTo>
                  <a:lnTo>
                    <a:pt x="107746" y="171677"/>
                  </a:lnTo>
                  <a:lnTo>
                    <a:pt x="80583" y="207995"/>
                  </a:lnTo>
                  <a:lnTo>
                    <a:pt x="56949" y="246893"/>
                  </a:lnTo>
                  <a:lnTo>
                    <a:pt x="37080" y="288134"/>
                  </a:lnTo>
                  <a:lnTo>
                    <a:pt x="21213" y="331479"/>
                  </a:lnTo>
                  <a:lnTo>
                    <a:pt x="9586" y="376693"/>
                  </a:lnTo>
                  <a:lnTo>
                    <a:pt x="2436" y="423537"/>
                  </a:lnTo>
                  <a:lnTo>
                    <a:pt x="0" y="471776"/>
                  </a:lnTo>
                  <a:lnTo>
                    <a:pt x="943583" y="471776"/>
                  </a:lnTo>
                  <a:lnTo>
                    <a:pt x="941148" y="423537"/>
                  </a:lnTo>
                  <a:lnTo>
                    <a:pt x="933998" y="376693"/>
                  </a:lnTo>
                  <a:lnTo>
                    <a:pt x="922373" y="331479"/>
                  </a:lnTo>
                  <a:lnTo>
                    <a:pt x="906508" y="288134"/>
                  </a:lnTo>
                  <a:lnTo>
                    <a:pt x="886641" y="246893"/>
                  </a:lnTo>
                  <a:lnTo>
                    <a:pt x="863009" y="207995"/>
                  </a:lnTo>
                  <a:lnTo>
                    <a:pt x="835850" y="171677"/>
                  </a:lnTo>
                  <a:lnTo>
                    <a:pt x="805400" y="138175"/>
                  </a:lnTo>
                  <a:lnTo>
                    <a:pt x="771897" y="107726"/>
                  </a:lnTo>
                  <a:lnTo>
                    <a:pt x="735578" y="80568"/>
                  </a:lnTo>
                  <a:lnTo>
                    <a:pt x="696680" y="56938"/>
                  </a:lnTo>
                  <a:lnTo>
                    <a:pt x="655440" y="37072"/>
                  </a:lnTo>
                  <a:lnTo>
                    <a:pt x="612096" y="21208"/>
                  </a:lnTo>
                  <a:lnTo>
                    <a:pt x="566884" y="9584"/>
                  </a:lnTo>
                  <a:lnTo>
                    <a:pt x="520042" y="2435"/>
                  </a:lnTo>
                  <a:lnTo>
                    <a:pt x="471807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5250503" y="9104623"/>
              <a:ext cx="760095" cy="284480"/>
            </a:xfrm>
            <a:custGeom>
              <a:avLst/>
              <a:gdLst/>
              <a:ahLst/>
              <a:cxnLst/>
              <a:rect l="l" t="t" r="r" b="b"/>
              <a:pathLst>
                <a:path w="760094" h="284479">
                  <a:moveTo>
                    <a:pt x="759904" y="284391"/>
                  </a:moveTo>
                  <a:lnTo>
                    <a:pt x="754595" y="238391"/>
                  </a:lnTo>
                  <a:lnTo>
                    <a:pt x="739508" y="196176"/>
                  </a:lnTo>
                  <a:lnTo>
                    <a:pt x="715822" y="158927"/>
                  </a:lnTo>
                  <a:lnTo>
                    <a:pt x="684758" y="127850"/>
                  </a:lnTo>
                  <a:lnTo>
                    <a:pt x="647509" y="104165"/>
                  </a:lnTo>
                  <a:lnTo>
                    <a:pt x="605282" y="89077"/>
                  </a:lnTo>
                  <a:lnTo>
                    <a:pt x="559282" y="83781"/>
                  </a:lnTo>
                  <a:lnTo>
                    <a:pt x="513295" y="89077"/>
                  </a:lnTo>
                  <a:lnTo>
                    <a:pt x="495795" y="95338"/>
                  </a:lnTo>
                  <a:lnTo>
                    <a:pt x="485482" y="83299"/>
                  </a:lnTo>
                  <a:lnTo>
                    <a:pt x="452348" y="54876"/>
                  </a:lnTo>
                  <a:lnTo>
                    <a:pt x="415086" y="31750"/>
                  </a:lnTo>
                  <a:lnTo>
                    <a:pt x="374281" y="14503"/>
                  </a:lnTo>
                  <a:lnTo>
                    <a:pt x="330517" y="3721"/>
                  </a:lnTo>
                  <a:lnTo>
                    <a:pt x="284391" y="0"/>
                  </a:lnTo>
                  <a:lnTo>
                    <a:pt x="238264" y="3721"/>
                  </a:lnTo>
                  <a:lnTo>
                    <a:pt x="194513" y="14503"/>
                  </a:lnTo>
                  <a:lnTo>
                    <a:pt x="153708" y="31750"/>
                  </a:lnTo>
                  <a:lnTo>
                    <a:pt x="116433" y="54876"/>
                  </a:lnTo>
                  <a:lnTo>
                    <a:pt x="83299" y="83299"/>
                  </a:lnTo>
                  <a:lnTo>
                    <a:pt x="54876" y="116446"/>
                  </a:lnTo>
                  <a:lnTo>
                    <a:pt x="31737" y="153708"/>
                  </a:lnTo>
                  <a:lnTo>
                    <a:pt x="14490" y="194513"/>
                  </a:lnTo>
                  <a:lnTo>
                    <a:pt x="3721" y="238264"/>
                  </a:lnTo>
                  <a:lnTo>
                    <a:pt x="0" y="284391"/>
                  </a:lnTo>
                  <a:lnTo>
                    <a:pt x="358660" y="284391"/>
                  </a:lnTo>
                  <a:lnTo>
                    <a:pt x="568794" y="284391"/>
                  </a:lnTo>
                  <a:lnTo>
                    <a:pt x="759904" y="284391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6185536" y="9202540"/>
              <a:ext cx="373380" cy="186690"/>
            </a:xfrm>
            <a:custGeom>
              <a:avLst/>
              <a:gdLst/>
              <a:ahLst/>
              <a:cxnLst/>
              <a:rect l="l" t="t" r="r" b="b"/>
              <a:pathLst>
                <a:path w="373380" h="186690">
                  <a:moveTo>
                    <a:pt x="186475" y="0"/>
                  </a:moveTo>
                  <a:lnTo>
                    <a:pt x="136909" y="6660"/>
                  </a:lnTo>
                  <a:lnTo>
                    <a:pt x="92365" y="25458"/>
                  </a:lnTo>
                  <a:lnTo>
                    <a:pt x="54623" y="54616"/>
                  </a:lnTo>
                  <a:lnTo>
                    <a:pt x="25463" y="92356"/>
                  </a:lnTo>
                  <a:lnTo>
                    <a:pt x="6662" y="136901"/>
                  </a:lnTo>
                  <a:lnTo>
                    <a:pt x="0" y="186475"/>
                  </a:lnTo>
                  <a:lnTo>
                    <a:pt x="372972" y="186475"/>
                  </a:lnTo>
                  <a:lnTo>
                    <a:pt x="366312" y="136901"/>
                  </a:lnTo>
                  <a:lnTo>
                    <a:pt x="347515" y="92356"/>
                  </a:lnTo>
                  <a:lnTo>
                    <a:pt x="318358" y="54616"/>
                  </a:lnTo>
                  <a:lnTo>
                    <a:pt x="280615" y="25458"/>
                  </a:lnTo>
                  <a:lnTo>
                    <a:pt x="236062" y="6660"/>
                  </a:lnTo>
                  <a:lnTo>
                    <a:pt x="18647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12842471" y="8341353"/>
            <a:ext cx="2052320" cy="1047750"/>
            <a:chOff x="12842471" y="8341353"/>
            <a:chExt cx="2052320" cy="1047750"/>
          </a:xfrm>
        </p:grpSpPr>
        <p:sp>
          <p:nvSpPr>
            <p:cNvPr id="134" name="object 134" descr=""/>
            <p:cNvSpPr/>
            <p:nvPr/>
          </p:nvSpPr>
          <p:spPr>
            <a:xfrm>
              <a:off x="12842471" y="8952935"/>
              <a:ext cx="492759" cy="436245"/>
            </a:xfrm>
            <a:custGeom>
              <a:avLst/>
              <a:gdLst/>
              <a:ahLst/>
              <a:cxnLst/>
              <a:rect l="l" t="t" r="r" b="b"/>
              <a:pathLst>
                <a:path w="492759" h="436245">
                  <a:moveTo>
                    <a:pt x="400228" y="0"/>
                  </a:moveTo>
                  <a:lnTo>
                    <a:pt x="360683" y="2757"/>
                  </a:lnTo>
                  <a:lnTo>
                    <a:pt x="322173" y="10867"/>
                  </a:lnTo>
                  <a:lnTo>
                    <a:pt x="284861" y="24083"/>
                  </a:lnTo>
                  <a:lnTo>
                    <a:pt x="248909" y="42158"/>
                  </a:lnTo>
                  <a:lnTo>
                    <a:pt x="214480" y="64848"/>
                  </a:lnTo>
                  <a:lnTo>
                    <a:pt x="181738" y="91905"/>
                  </a:lnTo>
                  <a:lnTo>
                    <a:pt x="150843" y="123083"/>
                  </a:lnTo>
                  <a:lnTo>
                    <a:pt x="121960" y="158138"/>
                  </a:lnTo>
                  <a:lnTo>
                    <a:pt x="95250" y="196822"/>
                  </a:lnTo>
                  <a:lnTo>
                    <a:pt x="70877" y="238891"/>
                  </a:lnTo>
                  <a:lnTo>
                    <a:pt x="49002" y="284096"/>
                  </a:lnTo>
                  <a:lnTo>
                    <a:pt x="29789" y="332194"/>
                  </a:lnTo>
                  <a:lnTo>
                    <a:pt x="13401" y="382937"/>
                  </a:lnTo>
                  <a:lnTo>
                    <a:pt x="0" y="436080"/>
                  </a:lnTo>
                  <a:lnTo>
                    <a:pt x="236998" y="436080"/>
                  </a:lnTo>
                  <a:lnTo>
                    <a:pt x="259822" y="385230"/>
                  </a:lnTo>
                  <a:lnTo>
                    <a:pt x="284158" y="336119"/>
                  </a:lnTo>
                  <a:lnTo>
                    <a:pt x="309957" y="288821"/>
                  </a:lnTo>
                  <a:lnTo>
                    <a:pt x="337171" y="243414"/>
                  </a:lnTo>
                  <a:lnTo>
                    <a:pt x="365749" y="199970"/>
                  </a:lnTo>
                  <a:lnTo>
                    <a:pt x="395643" y="158567"/>
                  </a:lnTo>
                  <a:lnTo>
                    <a:pt x="426804" y="119279"/>
                  </a:lnTo>
                  <a:lnTo>
                    <a:pt x="459182" y="82181"/>
                  </a:lnTo>
                  <a:lnTo>
                    <a:pt x="492728" y="47349"/>
                  </a:lnTo>
                  <a:lnTo>
                    <a:pt x="487343" y="29992"/>
                  </a:lnTo>
                  <a:lnTo>
                    <a:pt x="482414" y="12125"/>
                  </a:lnTo>
                  <a:lnTo>
                    <a:pt x="462291" y="6904"/>
                  </a:lnTo>
                  <a:lnTo>
                    <a:pt x="441875" y="3105"/>
                  </a:lnTo>
                  <a:lnTo>
                    <a:pt x="421182" y="785"/>
                  </a:lnTo>
                  <a:lnTo>
                    <a:pt x="40022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3299703" y="8341353"/>
              <a:ext cx="849630" cy="925194"/>
            </a:xfrm>
            <a:custGeom>
              <a:avLst/>
              <a:gdLst/>
              <a:ahLst/>
              <a:cxnLst/>
              <a:rect l="l" t="t" r="r" b="b"/>
              <a:pathLst>
                <a:path w="849630" h="925195">
                  <a:moveTo>
                    <a:pt x="451860" y="0"/>
                  </a:moveTo>
                  <a:lnTo>
                    <a:pt x="378567" y="8903"/>
                  </a:lnTo>
                  <a:lnTo>
                    <a:pt x="309038" y="34680"/>
                  </a:lnTo>
                  <a:lnTo>
                    <a:pt x="244205" y="75930"/>
                  </a:lnTo>
                  <a:lnTo>
                    <a:pt x="213841" y="101920"/>
                  </a:lnTo>
                  <a:lnTo>
                    <a:pt x="184998" y="131253"/>
                  </a:lnTo>
                  <a:lnTo>
                    <a:pt x="157795" y="163754"/>
                  </a:lnTo>
                  <a:lnTo>
                    <a:pt x="132348" y="199247"/>
                  </a:lnTo>
                  <a:lnTo>
                    <a:pt x="108771" y="237559"/>
                  </a:lnTo>
                  <a:lnTo>
                    <a:pt x="87183" y="278513"/>
                  </a:lnTo>
                  <a:lnTo>
                    <a:pt x="67699" y="321936"/>
                  </a:lnTo>
                  <a:lnTo>
                    <a:pt x="50436" y="367650"/>
                  </a:lnTo>
                  <a:lnTo>
                    <a:pt x="35509" y="415483"/>
                  </a:lnTo>
                  <a:lnTo>
                    <a:pt x="23036" y="465258"/>
                  </a:lnTo>
                  <a:lnTo>
                    <a:pt x="13132" y="516800"/>
                  </a:lnTo>
                  <a:lnTo>
                    <a:pt x="5914" y="569935"/>
                  </a:lnTo>
                  <a:lnTo>
                    <a:pt x="1497" y="624488"/>
                  </a:lnTo>
                  <a:lnTo>
                    <a:pt x="0" y="680282"/>
                  </a:lnTo>
                  <a:lnTo>
                    <a:pt x="1648" y="737454"/>
                  </a:lnTo>
                  <a:lnTo>
                    <a:pt x="6493" y="791338"/>
                  </a:lnTo>
                  <a:lnTo>
                    <a:pt x="14387" y="841973"/>
                  </a:lnTo>
                  <a:lnTo>
                    <a:pt x="25182" y="889397"/>
                  </a:lnTo>
                  <a:lnTo>
                    <a:pt x="35496" y="924600"/>
                  </a:lnTo>
                  <a:lnTo>
                    <a:pt x="73346" y="889261"/>
                  </a:lnTo>
                  <a:lnTo>
                    <a:pt x="112454" y="856805"/>
                  </a:lnTo>
                  <a:lnTo>
                    <a:pt x="152756" y="827332"/>
                  </a:lnTo>
                  <a:lnTo>
                    <a:pt x="194186" y="800943"/>
                  </a:lnTo>
                  <a:lnTo>
                    <a:pt x="236678" y="777736"/>
                  </a:lnTo>
                  <a:lnTo>
                    <a:pt x="280168" y="757813"/>
                  </a:lnTo>
                  <a:lnTo>
                    <a:pt x="324591" y="741274"/>
                  </a:lnTo>
                  <a:lnTo>
                    <a:pt x="369881" y="728219"/>
                  </a:lnTo>
                  <a:lnTo>
                    <a:pt x="415973" y="718749"/>
                  </a:lnTo>
                  <a:lnTo>
                    <a:pt x="462802" y="712962"/>
                  </a:lnTo>
                  <a:lnTo>
                    <a:pt x="489302" y="664395"/>
                  </a:lnTo>
                  <a:lnTo>
                    <a:pt x="517841" y="618598"/>
                  </a:lnTo>
                  <a:lnTo>
                    <a:pt x="548313" y="575726"/>
                  </a:lnTo>
                  <a:lnTo>
                    <a:pt x="580618" y="535933"/>
                  </a:lnTo>
                  <a:lnTo>
                    <a:pt x="614651" y="499375"/>
                  </a:lnTo>
                  <a:lnTo>
                    <a:pt x="650310" y="466205"/>
                  </a:lnTo>
                  <a:lnTo>
                    <a:pt x="687492" y="436579"/>
                  </a:lnTo>
                  <a:lnTo>
                    <a:pt x="726094" y="410652"/>
                  </a:lnTo>
                  <a:lnTo>
                    <a:pt x="766012" y="388577"/>
                  </a:lnTo>
                  <a:lnTo>
                    <a:pt x="807144" y="370510"/>
                  </a:lnTo>
                  <a:lnTo>
                    <a:pt x="849387" y="356606"/>
                  </a:lnTo>
                  <a:lnTo>
                    <a:pt x="828781" y="304973"/>
                  </a:lnTo>
                  <a:lnTo>
                    <a:pt x="805314" y="256444"/>
                  </a:lnTo>
                  <a:lnTo>
                    <a:pt x="779162" y="211284"/>
                  </a:lnTo>
                  <a:lnTo>
                    <a:pt x="750499" y="169757"/>
                  </a:lnTo>
                  <a:lnTo>
                    <a:pt x="719501" y="132126"/>
                  </a:lnTo>
                  <a:lnTo>
                    <a:pt x="686344" y="98656"/>
                  </a:lnTo>
                  <a:lnTo>
                    <a:pt x="651202" y="69611"/>
                  </a:lnTo>
                  <a:lnTo>
                    <a:pt x="614251" y="45255"/>
                  </a:lnTo>
                  <a:lnTo>
                    <a:pt x="575666" y="25852"/>
                  </a:lnTo>
                  <a:lnTo>
                    <a:pt x="535622" y="11665"/>
                  </a:lnTo>
                  <a:lnTo>
                    <a:pt x="494295" y="2960"/>
                  </a:lnTo>
                  <a:lnTo>
                    <a:pt x="451860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3762505" y="8416508"/>
              <a:ext cx="1132205" cy="972819"/>
            </a:xfrm>
            <a:custGeom>
              <a:avLst/>
              <a:gdLst/>
              <a:ahLst/>
              <a:cxnLst/>
              <a:rect l="l" t="t" r="r" b="b"/>
              <a:pathLst>
                <a:path w="1132205" h="972820">
                  <a:moveTo>
                    <a:pt x="500749" y="0"/>
                  </a:moveTo>
                  <a:lnTo>
                    <a:pt x="442921" y="4077"/>
                  </a:lnTo>
                  <a:lnTo>
                    <a:pt x="386585" y="15811"/>
                  </a:lnTo>
                  <a:lnTo>
                    <a:pt x="344342" y="29715"/>
                  </a:lnTo>
                  <a:lnTo>
                    <a:pt x="303209" y="47781"/>
                  </a:lnTo>
                  <a:lnTo>
                    <a:pt x="263291" y="69856"/>
                  </a:lnTo>
                  <a:lnTo>
                    <a:pt x="224689" y="95783"/>
                  </a:lnTo>
                  <a:lnTo>
                    <a:pt x="187508" y="125409"/>
                  </a:lnTo>
                  <a:lnTo>
                    <a:pt x="151848" y="158579"/>
                  </a:lnTo>
                  <a:lnTo>
                    <a:pt x="117815" y="195137"/>
                  </a:lnTo>
                  <a:lnTo>
                    <a:pt x="85511" y="234930"/>
                  </a:lnTo>
                  <a:lnTo>
                    <a:pt x="55038" y="277802"/>
                  </a:lnTo>
                  <a:lnTo>
                    <a:pt x="26500" y="323599"/>
                  </a:lnTo>
                  <a:lnTo>
                    <a:pt x="0" y="372166"/>
                  </a:lnTo>
                  <a:lnTo>
                    <a:pt x="12062" y="371270"/>
                  </a:lnTo>
                  <a:lnTo>
                    <a:pt x="24161" y="370594"/>
                  </a:lnTo>
                  <a:lnTo>
                    <a:pt x="36308" y="370168"/>
                  </a:lnTo>
                  <a:lnTo>
                    <a:pt x="48511" y="370020"/>
                  </a:lnTo>
                  <a:lnTo>
                    <a:pt x="92132" y="371641"/>
                  </a:lnTo>
                  <a:lnTo>
                    <a:pt x="135194" y="376454"/>
                  </a:lnTo>
                  <a:lnTo>
                    <a:pt x="177646" y="384382"/>
                  </a:lnTo>
                  <a:lnTo>
                    <a:pt x="219438" y="395348"/>
                  </a:lnTo>
                  <a:lnTo>
                    <a:pt x="260520" y="409276"/>
                  </a:lnTo>
                  <a:lnTo>
                    <a:pt x="300840" y="426090"/>
                  </a:lnTo>
                  <a:lnTo>
                    <a:pt x="340349" y="445712"/>
                  </a:lnTo>
                  <a:lnTo>
                    <a:pt x="378997" y="468067"/>
                  </a:lnTo>
                  <a:lnTo>
                    <a:pt x="416732" y="493078"/>
                  </a:lnTo>
                  <a:lnTo>
                    <a:pt x="453504" y="520668"/>
                  </a:lnTo>
                  <a:lnTo>
                    <a:pt x="489262" y="550760"/>
                  </a:lnTo>
                  <a:lnTo>
                    <a:pt x="523957" y="583279"/>
                  </a:lnTo>
                  <a:lnTo>
                    <a:pt x="557537" y="618148"/>
                  </a:lnTo>
                  <a:lnTo>
                    <a:pt x="589953" y="655290"/>
                  </a:lnTo>
                  <a:lnTo>
                    <a:pt x="621153" y="694629"/>
                  </a:lnTo>
                  <a:lnTo>
                    <a:pt x="651088" y="736087"/>
                  </a:lnTo>
                  <a:lnTo>
                    <a:pt x="679706" y="779589"/>
                  </a:lnTo>
                  <a:lnTo>
                    <a:pt x="706958" y="825059"/>
                  </a:lnTo>
                  <a:lnTo>
                    <a:pt x="732792" y="872419"/>
                  </a:lnTo>
                  <a:lnTo>
                    <a:pt x="757159" y="921593"/>
                  </a:lnTo>
                  <a:lnTo>
                    <a:pt x="780007" y="972504"/>
                  </a:lnTo>
                  <a:lnTo>
                    <a:pt x="1131494" y="972504"/>
                  </a:lnTo>
                  <a:lnTo>
                    <a:pt x="1131923" y="957761"/>
                  </a:lnTo>
                  <a:lnTo>
                    <a:pt x="1131923" y="950190"/>
                  </a:lnTo>
                  <a:lnTo>
                    <a:pt x="1130771" y="892307"/>
                  </a:lnTo>
                  <a:lnTo>
                    <a:pt x="1127360" y="835341"/>
                  </a:lnTo>
                  <a:lnTo>
                    <a:pt x="1121754" y="779391"/>
                  </a:lnTo>
                  <a:lnTo>
                    <a:pt x="1114021" y="724558"/>
                  </a:lnTo>
                  <a:lnTo>
                    <a:pt x="1104226" y="670940"/>
                  </a:lnTo>
                  <a:lnTo>
                    <a:pt x="1092435" y="618636"/>
                  </a:lnTo>
                  <a:lnTo>
                    <a:pt x="1078715" y="567747"/>
                  </a:lnTo>
                  <a:lnTo>
                    <a:pt x="1063131" y="518372"/>
                  </a:lnTo>
                  <a:lnTo>
                    <a:pt x="1045749" y="470609"/>
                  </a:lnTo>
                  <a:lnTo>
                    <a:pt x="1026636" y="424559"/>
                  </a:lnTo>
                  <a:lnTo>
                    <a:pt x="1005857" y="380320"/>
                  </a:lnTo>
                  <a:lnTo>
                    <a:pt x="983478" y="337993"/>
                  </a:lnTo>
                  <a:lnTo>
                    <a:pt x="959566" y="297676"/>
                  </a:lnTo>
                  <a:lnTo>
                    <a:pt x="934187" y="259469"/>
                  </a:lnTo>
                  <a:lnTo>
                    <a:pt x="907406" y="223471"/>
                  </a:lnTo>
                  <a:lnTo>
                    <a:pt x="879289" y="189782"/>
                  </a:lnTo>
                  <a:lnTo>
                    <a:pt x="849903" y="158501"/>
                  </a:lnTo>
                  <a:lnTo>
                    <a:pt x="819314" y="129728"/>
                  </a:lnTo>
                  <a:lnTo>
                    <a:pt x="787587" y="103561"/>
                  </a:lnTo>
                  <a:lnTo>
                    <a:pt x="754789" y="80100"/>
                  </a:lnTo>
                  <a:lnTo>
                    <a:pt x="720985" y="59445"/>
                  </a:lnTo>
                  <a:lnTo>
                    <a:pt x="686242" y="41695"/>
                  </a:lnTo>
                  <a:lnTo>
                    <a:pt x="650626" y="26950"/>
                  </a:lnTo>
                  <a:lnTo>
                    <a:pt x="614203" y="15308"/>
                  </a:lnTo>
                  <a:lnTo>
                    <a:pt x="577038" y="6870"/>
                  </a:lnTo>
                  <a:lnTo>
                    <a:pt x="539198" y="1734"/>
                  </a:lnTo>
                  <a:lnTo>
                    <a:pt x="50074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3079464" y="8786531"/>
              <a:ext cx="1463040" cy="602615"/>
            </a:xfrm>
            <a:custGeom>
              <a:avLst/>
              <a:gdLst/>
              <a:ahLst/>
              <a:cxnLst/>
              <a:rect l="l" t="t" r="r" b="b"/>
              <a:pathLst>
                <a:path w="1463040" h="602615">
                  <a:moveTo>
                    <a:pt x="731548" y="0"/>
                  </a:moveTo>
                  <a:lnTo>
                    <a:pt x="683036" y="2146"/>
                  </a:lnTo>
                  <a:lnTo>
                    <a:pt x="636207" y="7932"/>
                  </a:lnTo>
                  <a:lnTo>
                    <a:pt x="590115" y="17403"/>
                  </a:lnTo>
                  <a:lnTo>
                    <a:pt x="544825" y="30458"/>
                  </a:lnTo>
                  <a:lnTo>
                    <a:pt x="500403" y="46995"/>
                  </a:lnTo>
                  <a:lnTo>
                    <a:pt x="456912" y="66916"/>
                  </a:lnTo>
                  <a:lnTo>
                    <a:pt x="414420" y="90120"/>
                  </a:lnTo>
                  <a:lnTo>
                    <a:pt x="372990" y="116506"/>
                  </a:lnTo>
                  <a:lnTo>
                    <a:pt x="332688" y="145973"/>
                  </a:lnTo>
                  <a:lnTo>
                    <a:pt x="293580" y="178422"/>
                  </a:lnTo>
                  <a:lnTo>
                    <a:pt x="255730" y="213752"/>
                  </a:lnTo>
                  <a:lnTo>
                    <a:pt x="222186" y="248584"/>
                  </a:lnTo>
                  <a:lnTo>
                    <a:pt x="189810" y="285682"/>
                  </a:lnTo>
                  <a:lnTo>
                    <a:pt x="158650" y="324970"/>
                  </a:lnTo>
                  <a:lnTo>
                    <a:pt x="128755" y="366374"/>
                  </a:lnTo>
                  <a:lnTo>
                    <a:pt x="100176" y="409817"/>
                  </a:lnTo>
                  <a:lnTo>
                    <a:pt x="72962" y="455225"/>
                  </a:lnTo>
                  <a:lnTo>
                    <a:pt x="47161" y="502522"/>
                  </a:lnTo>
                  <a:lnTo>
                    <a:pt x="22824" y="551633"/>
                  </a:lnTo>
                  <a:lnTo>
                    <a:pt x="0" y="602484"/>
                  </a:lnTo>
                  <a:lnTo>
                    <a:pt x="1463044" y="602484"/>
                  </a:lnTo>
                  <a:lnTo>
                    <a:pt x="1440195" y="551572"/>
                  </a:lnTo>
                  <a:lnTo>
                    <a:pt x="1415829" y="502399"/>
                  </a:lnTo>
                  <a:lnTo>
                    <a:pt x="1389995" y="455039"/>
                  </a:lnTo>
                  <a:lnTo>
                    <a:pt x="1362744" y="409569"/>
                  </a:lnTo>
                  <a:lnTo>
                    <a:pt x="1334126" y="366067"/>
                  </a:lnTo>
                  <a:lnTo>
                    <a:pt x="1304192" y="324608"/>
                  </a:lnTo>
                  <a:lnTo>
                    <a:pt x="1272992" y="285270"/>
                  </a:lnTo>
                  <a:lnTo>
                    <a:pt x="1240577" y="248128"/>
                  </a:lnTo>
                  <a:lnTo>
                    <a:pt x="1206997" y="213259"/>
                  </a:lnTo>
                  <a:lnTo>
                    <a:pt x="1172303" y="180740"/>
                  </a:lnTo>
                  <a:lnTo>
                    <a:pt x="1136544" y="150648"/>
                  </a:lnTo>
                  <a:lnTo>
                    <a:pt x="1099773" y="123058"/>
                  </a:lnTo>
                  <a:lnTo>
                    <a:pt x="1062038" y="98047"/>
                  </a:lnTo>
                  <a:lnTo>
                    <a:pt x="1023391" y="75692"/>
                  </a:lnTo>
                  <a:lnTo>
                    <a:pt x="983882" y="56069"/>
                  </a:lnTo>
                  <a:lnTo>
                    <a:pt x="943561" y="39256"/>
                  </a:lnTo>
                  <a:lnTo>
                    <a:pt x="902479" y="25328"/>
                  </a:lnTo>
                  <a:lnTo>
                    <a:pt x="860686" y="14361"/>
                  </a:lnTo>
                  <a:lnTo>
                    <a:pt x="818233" y="6434"/>
                  </a:lnTo>
                  <a:lnTo>
                    <a:pt x="775170" y="1621"/>
                  </a:lnTo>
                  <a:lnTo>
                    <a:pt x="73154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/>
          <p:nvPr/>
        </p:nvSpPr>
        <p:spPr>
          <a:xfrm>
            <a:off x="12192836" y="6497720"/>
            <a:ext cx="1457960" cy="613410"/>
          </a:xfrm>
          <a:custGeom>
            <a:avLst/>
            <a:gdLst/>
            <a:ahLst/>
            <a:cxnLst/>
            <a:rect l="l" t="t" r="r" b="b"/>
            <a:pathLst>
              <a:path w="1457959" h="613409">
                <a:moveTo>
                  <a:pt x="728773" y="0"/>
                </a:moveTo>
                <a:lnTo>
                  <a:pt x="676727" y="1539"/>
                </a:lnTo>
                <a:lnTo>
                  <a:pt x="625669" y="6086"/>
                </a:lnTo>
                <a:lnTo>
                  <a:pt x="575721" y="13540"/>
                </a:lnTo>
                <a:lnTo>
                  <a:pt x="527008" y="23794"/>
                </a:lnTo>
                <a:lnTo>
                  <a:pt x="479653" y="36747"/>
                </a:lnTo>
                <a:lnTo>
                  <a:pt x="433779" y="52293"/>
                </a:lnTo>
                <a:lnTo>
                  <a:pt x="389508" y="70330"/>
                </a:lnTo>
                <a:lnTo>
                  <a:pt x="346966" y="90753"/>
                </a:lnTo>
                <a:lnTo>
                  <a:pt x="306274" y="113459"/>
                </a:lnTo>
                <a:lnTo>
                  <a:pt x="267557" y="138345"/>
                </a:lnTo>
                <a:lnTo>
                  <a:pt x="230937" y="165306"/>
                </a:lnTo>
                <a:lnTo>
                  <a:pt x="196538" y="194238"/>
                </a:lnTo>
                <a:lnTo>
                  <a:pt x="164484" y="225039"/>
                </a:lnTo>
                <a:lnTo>
                  <a:pt x="134896" y="257604"/>
                </a:lnTo>
                <a:lnTo>
                  <a:pt x="107900" y="291829"/>
                </a:lnTo>
                <a:lnTo>
                  <a:pt x="83618" y="327611"/>
                </a:lnTo>
                <a:lnTo>
                  <a:pt x="62174" y="364846"/>
                </a:lnTo>
                <a:lnTo>
                  <a:pt x="43690" y="403431"/>
                </a:lnTo>
                <a:lnTo>
                  <a:pt x="28290" y="443261"/>
                </a:lnTo>
                <a:lnTo>
                  <a:pt x="16098" y="484234"/>
                </a:lnTo>
                <a:lnTo>
                  <a:pt x="7237" y="526244"/>
                </a:lnTo>
                <a:lnTo>
                  <a:pt x="1829" y="569189"/>
                </a:lnTo>
                <a:lnTo>
                  <a:pt x="0" y="612965"/>
                </a:lnTo>
                <a:lnTo>
                  <a:pt x="1457547" y="612965"/>
                </a:lnTo>
                <a:lnTo>
                  <a:pt x="1455717" y="569189"/>
                </a:lnTo>
                <a:lnTo>
                  <a:pt x="1450310" y="526244"/>
                </a:lnTo>
                <a:lnTo>
                  <a:pt x="1441448" y="484234"/>
                </a:lnTo>
                <a:lnTo>
                  <a:pt x="1429256" y="443261"/>
                </a:lnTo>
                <a:lnTo>
                  <a:pt x="1413857" y="403431"/>
                </a:lnTo>
                <a:lnTo>
                  <a:pt x="1395373" y="364846"/>
                </a:lnTo>
                <a:lnTo>
                  <a:pt x="1373928" y="327611"/>
                </a:lnTo>
                <a:lnTo>
                  <a:pt x="1349646" y="291829"/>
                </a:lnTo>
                <a:lnTo>
                  <a:pt x="1322650" y="257604"/>
                </a:lnTo>
                <a:lnTo>
                  <a:pt x="1293063" y="225039"/>
                </a:lnTo>
                <a:lnTo>
                  <a:pt x="1261008" y="194238"/>
                </a:lnTo>
                <a:lnTo>
                  <a:pt x="1226609" y="165306"/>
                </a:lnTo>
                <a:lnTo>
                  <a:pt x="1189989" y="138345"/>
                </a:lnTo>
                <a:lnTo>
                  <a:pt x="1151272" y="113459"/>
                </a:lnTo>
                <a:lnTo>
                  <a:pt x="1110580" y="90753"/>
                </a:lnTo>
                <a:lnTo>
                  <a:pt x="1068038" y="70330"/>
                </a:lnTo>
                <a:lnTo>
                  <a:pt x="1023768" y="52293"/>
                </a:lnTo>
                <a:lnTo>
                  <a:pt x="977893" y="36747"/>
                </a:lnTo>
                <a:lnTo>
                  <a:pt x="930538" y="23794"/>
                </a:lnTo>
                <a:lnTo>
                  <a:pt x="881825" y="13540"/>
                </a:lnTo>
                <a:lnTo>
                  <a:pt x="831877" y="6086"/>
                </a:lnTo>
                <a:lnTo>
                  <a:pt x="780819" y="1539"/>
                </a:lnTo>
                <a:lnTo>
                  <a:pt x="728773" y="0"/>
                </a:lnTo>
                <a:close/>
              </a:path>
            </a:pathLst>
          </a:custGeom>
          <a:solidFill>
            <a:srgbClr val="5A85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4989779" y="6442373"/>
            <a:ext cx="2080260" cy="668655"/>
          </a:xfrm>
          <a:custGeom>
            <a:avLst/>
            <a:gdLst/>
            <a:ahLst/>
            <a:cxnLst/>
            <a:rect l="l" t="t" r="r" b="b"/>
            <a:pathLst>
              <a:path w="2080259" h="668654">
                <a:moveTo>
                  <a:pt x="2079828" y="668312"/>
                </a:moveTo>
                <a:lnTo>
                  <a:pt x="2077554" y="619353"/>
                </a:lnTo>
                <a:lnTo>
                  <a:pt x="2070874" y="571715"/>
                </a:lnTo>
                <a:lnTo>
                  <a:pt x="2059990" y="525602"/>
                </a:lnTo>
                <a:lnTo>
                  <a:pt x="2045119" y="481228"/>
                </a:lnTo>
                <a:lnTo>
                  <a:pt x="2026450" y="438810"/>
                </a:lnTo>
                <a:lnTo>
                  <a:pt x="2004212" y="398564"/>
                </a:lnTo>
                <a:lnTo>
                  <a:pt x="1978609" y="360705"/>
                </a:lnTo>
                <a:lnTo>
                  <a:pt x="1949843" y="325437"/>
                </a:lnTo>
                <a:lnTo>
                  <a:pt x="1918119" y="292963"/>
                </a:lnTo>
                <a:lnTo>
                  <a:pt x="1883664" y="263525"/>
                </a:lnTo>
                <a:lnTo>
                  <a:pt x="1846668" y="237324"/>
                </a:lnTo>
                <a:lnTo>
                  <a:pt x="1807337" y="214566"/>
                </a:lnTo>
                <a:lnTo>
                  <a:pt x="1765896" y="195465"/>
                </a:lnTo>
                <a:lnTo>
                  <a:pt x="1722539" y="180238"/>
                </a:lnTo>
                <a:lnTo>
                  <a:pt x="1677479" y="169100"/>
                </a:lnTo>
                <a:lnTo>
                  <a:pt x="1630934" y="162255"/>
                </a:lnTo>
                <a:lnTo>
                  <a:pt x="1583093" y="159931"/>
                </a:lnTo>
                <a:lnTo>
                  <a:pt x="1535252" y="162255"/>
                </a:lnTo>
                <a:lnTo>
                  <a:pt x="1488706" y="169100"/>
                </a:lnTo>
                <a:lnTo>
                  <a:pt x="1443647" y="180238"/>
                </a:lnTo>
                <a:lnTo>
                  <a:pt x="1400289" y="195465"/>
                </a:lnTo>
                <a:lnTo>
                  <a:pt x="1381328" y="204203"/>
                </a:lnTo>
                <a:lnTo>
                  <a:pt x="1353997" y="181457"/>
                </a:lnTo>
                <a:lnTo>
                  <a:pt x="1317028" y="154241"/>
                </a:lnTo>
                <a:lnTo>
                  <a:pt x="1278077" y="128943"/>
                </a:lnTo>
                <a:lnTo>
                  <a:pt x="1237272" y="105638"/>
                </a:lnTo>
                <a:lnTo>
                  <a:pt x="1194701" y="84404"/>
                </a:lnTo>
                <a:lnTo>
                  <a:pt x="1150493" y="65341"/>
                </a:lnTo>
                <a:lnTo>
                  <a:pt x="1104722" y="48526"/>
                </a:lnTo>
                <a:lnTo>
                  <a:pt x="1057503" y="34074"/>
                </a:lnTo>
                <a:lnTo>
                  <a:pt x="1008964" y="22034"/>
                </a:lnTo>
                <a:lnTo>
                  <a:pt x="959180" y="12522"/>
                </a:lnTo>
                <a:lnTo>
                  <a:pt x="908278" y="5626"/>
                </a:lnTo>
                <a:lnTo>
                  <a:pt x="856361" y="1422"/>
                </a:lnTo>
                <a:lnTo>
                  <a:pt x="803529" y="0"/>
                </a:lnTo>
                <a:lnTo>
                  <a:pt x="750697" y="1422"/>
                </a:lnTo>
                <a:lnTo>
                  <a:pt x="698779" y="5626"/>
                </a:lnTo>
                <a:lnTo>
                  <a:pt x="647877" y="12522"/>
                </a:lnTo>
                <a:lnTo>
                  <a:pt x="598093" y="22034"/>
                </a:lnTo>
                <a:lnTo>
                  <a:pt x="549554" y="34074"/>
                </a:lnTo>
                <a:lnTo>
                  <a:pt x="502348" y="48526"/>
                </a:lnTo>
                <a:lnTo>
                  <a:pt x="456577" y="65341"/>
                </a:lnTo>
                <a:lnTo>
                  <a:pt x="412356" y="84404"/>
                </a:lnTo>
                <a:lnTo>
                  <a:pt x="369785" y="105638"/>
                </a:lnTo>
                <a:lnTo>
                  <a:pt x="328980" y="128943"/>
                </a:lnTo>
                <a:lnTo>
                  <a:pt x="290029" y="154241"/>
                </a:lnTo>
                <a:lnTo>
                  <a:pt x="253060" y="181457"/>
                </a:lnTo>
                <a:lnTo>
                  <a:pt x="218173" y="210477"/>
                </a:lnTo>
                <a:lnTo>
                  <a:pt x="185458" y="241223"/>
                </a:lnTo>
                <a:lnTo>
                  <a:pt x="155041" y="273608"/>
                </a:lnTo>
                <a:lnTo>
                  <a:pt x="127012" y="307555"/>
                </a:lnTo>
                <a:lnTo>
                  <a:pt x="101485" y="342963"/>
                </a:lnTo>
                <a:lnTo>
                  <a:pt x="78562" y="379742"/>
                </a:lnTo>
                <a:lnTo>
                  <a:pt x="58356" y="417804"/>
                </a:lnTo>
                <a:lnTo>
                  <a:pt x="40970" y="457073"/>
                </a:lnTo>
                <a:lnTo>
                  <a:pt x="26504" y="497446"/>
                </a:lnTo>
                <a:lnTo>
                  <a:pt x="15074" y="538848"/>
                </a:lnTo>
                <a:lnTo>
                  <a:pt x="6769" y="581190"/>
                </a:lnTo>
                <a:lnTo>
                  <a:pt x="1714" y="624370"/>
                </a:lnTo>
                <a:lnTo>
                  <a:pt x="0" y="668312"/>
                </a:lnTo>
                <a:lnTo>
                  <a:pt x="1086358" y="668312"/>
                </a:lnTo>
                <a:lnTo>
                  <a:pt x="1607058" y="668312"/>
                </a:lnTo>
                <a:lnTo>
                  <a:pt x="2079828" y="668312"/>
                </a:lnTo>
                <a:close/>
              </a:path>
            </a:pathLst>
          </a:custGeom>
          <a:solidFill>
            <a:srgbClr val="6895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7766456" y="6641229"/>
            <a:ext cx="1461135" cy="469900"/>
          </a:xfrm>
          <a:custGeom>
            <a:avLst/>
            <a:gdLst/>
            <a:ahLst/>
            <a:cxnLst/>
            <a:rect l="l" t="t" r="r" b="b"/>
            <a:pathLst>
              <a:path w="1461134" h="469900">
                <a:moveTo>
                  <a:pt x="1460957" y="469455"/>
                </a:moveTo>
                <a:lnTo>
                  <a:pt x="1458658" y="426720"/>
                </a:lnTo>
                <a:lnTo>
                  <a:pt x="1451864" y="385076"/>
                </a:lnTo>
                <a:lnTo>
                  <a:pt x="1440802" y="344652"/>
                </a:lnTo>
                <a:lnTo>
                  <a:pt x="1425651" y="305650"/>
                </a:lnTo>
                <a:lnTo>
                  <a:pt x="1406613" y="268211"/>
                </a:lnTo>
                <a:lnTo>
                  <a:pt x="1383906" y="232511"/>
                </a:lnTo>
                <a:lnTo>
                  <a:pt x="1357706" y="198716"/>
                </a:lnTo>
                <a:lnTo>
                  <a:pt x="1328216" y="166992"/>
                </a:lnTo>
                <a:lnTo>
                  <a:pt x="1295641" y="137502"/>
                </a:lnTo>
                <a:lnTo>
                  <a:pt x="1260182" y="110413"/>
                </a:lnTo>
                <a:lnTo>
                  <a:pt x="1222044" y="85890"/>
                </a:lnTo>
                <a:lnTo>
                  <a:pt x="1181404" y="64096"/>
                </a:lnTo>
                <a:lnTo>
                  <a:pt x="1138491" y="45199"/>
                </a:lnTo>
                <a:lnTo>
                  <a:pt x="1093482" y="29375"/>
                </a:lnTo>
                <a:lnTo>
                  <a:pt x="1046581" y="16776"/>
                </a:lnTo>
                <a:lnTo>
                  <a:pt x="997991" y="7569"/>
                </a:lnTo>
                <a:lnTo>
                  <a:pt x="947902" y="1917"/>
                </a:lnTo>
                <a:lnTo>
                  <a:pt x="896531" y="0"/>
                </a:lnTo>
                <a:lnTo>
                  <a:pt x="845159" y="1917"/>
                </a:lnTo>
                <a:lnTo>
                  <a:pt x="795070" y="7569"/>
                </a:lnTo>
                <a:lnTo>
                  <a:pt x="746480" y="16776"/>
                </a:lnTo>
                <a:lnTo>
                  <a:pt x="699579" y="29375"/>
                </a:lnTo>
                <a:lnTo>
                  <a:pt x="654570" y="45199"/>
                </a:lnTo>
                <a:lnTo>
                  <a:pt x="611657" y="64096"/>
                </a:lnTo>
                <a:lnTo>
                  <a:pt x="571017" y="85890"/>
                </a:lnTo>
                <a:lnTo>
                  <a:pt x="532879" y="110413"/>
                </a:lnTo>
                <a:lnTo>
                  <a:pt x="497420" y="137502"/>
                </a:lnTo>
                <a:lnTo>
                  <a:pt x="490778" y="143522"/>
                </a:lnTo>
                <a:lnTo>
                  <a:pt x="484746" y="140411"/>
                </a:lnTo>
                <a:lnTo>
                  <a:pt x="441693" y="125107"/>
                </a:lnTo>
                <a:lnTo>
                  <a:pt x="396278" y="115608"/>
                </a:lnTo>
                <a:lnTo>
                  <a:pt x="348932" y="112344"/>
                </a:lnTo>
                <a:lnTo>
                  <a:pt x="301586" y="115608"/>
                </a:lnTo>
                <a:lnTo>
                  <a:pt x="256171" y="125107"/>
                </a:lnTo>
                <a:lnTo>
                  <a:pt x="213118" y="140411"/>
                </a:lnTo>
                <a:lnTo>
                  <a:pt x="172821" y="161099"/>
                </a:lnTo>
                <a:lnTo>
                  <a:pt x="135712" y="186753"/>
                </a:lnTo>
                <a:lnTo>
                  <a:pt x="102196" y="216941"/>
                </a:lnTo>
                <a:lnTo>
                  <a:pt x="72707" y="251244"/>
                </a:lnTo>
                <a:lnTo>
                  <a:pt x="47637" y="289217"/>
                </a:lnTo>
                <a:lnTo>
                  <a:pt x="27419" y="330454"/>
                </a:lnTo>
                <a:lnTo>
                  <a:pt x="12458" y="374523"/>
                </a:lnTo>
                <a:lnTo>
                  <a:pt x="3187" y="421005"/>
                </a:lnTo>
                <a:lnTo>
                  <a:pt x="0" y="469455"/>
                </a:lnTo>
                <a:lnTo>
                  <a:pt x="332105" y="469455"/>
                </a:lnTo>
                <a:lnTo>
                  <a:pt x="697865" y="469455"/>
                </a:lnTo>
                <a:lnTo>
                  <a:pt x="1460957" y="469455"/>
                </a:lnTo>
                <a:close/>
              </a:path>
            </a:pathLst>
          </a:custGeom>
          <a:solidFill>
            <a:srgbClr val="5075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1974469" y="6351530"/>
            <a:ext cx="1634489" cy="759460"/>
          </a:xfrm>
          <a:custGeom>
            <a:avLst/>
            <a:gdLst/>
            <a:ahLst/>
            <a:cxnLst/>
            <a:rect l="l" t="t" r="r" b="b"/>
            <a:pathLst>
              <a:path w="1634489" h="759459">
                <a:moveTo>
                  <a:pt x="1634159" y="759053"/>
                </a:moveTo>
                <a:lnTo>
                  <a:pt x="1632216" y="708621"/>
                </a:lnTo>
                <a:lnTo>
                  <a:pt x="1626476" y="659460"/>
                </a:lnTo>
                <a:lnTo>
                  <a:pt x="1617129" y="611759"/>
                </a:lnTo>
                <a:lnTo>
                  <a:pt x="1604327" y="565721"/>
                </a:lnTo>
                <a:lnTo>
                  <a:pt x="1588249" y="521538"/>
                </a:lnTo>
                <a:lnTo>
                  <a:pt x="1569046" y="479399"/>
                </a:lnTo>
                <a:lnTo>
                  <a:pt x="1546910" y="439508"/>
                </a:lnTo>
                <a:lnTo>
                  <a:pt x="1521993" y="402069"/>
                </a:lnTo>
                <a:lnTo>
                  <a:pt x="1494485" y="367258"/>
                </a:lnTo>
                <a:lnTo>
                  <a:pt x="1464525" y="335280"/>
                </a:lnTo>
                <a:lnTo>
                  <a:pt x="1432293" y="306336"/>
                </a:lnTo>
                <a:lnTo>
                  <a:pt x="1397965" y="280619"/>
                </a:lnTo>
                <a:lnTo>
                  <a:pt x="1361694" y="258318"/>
                </a:lnTo>
                <a:lnTo>
                  <a:pt x="1323657" y="239636"/>
                </a:lnTo>
                <a:lnTo>
                  <a:pt x="1284033" y="224764"/>
                </a:lnTo>
                <a:lnTo>
                  <a:pt x="1242974" y="213893"/>
                </a:lnTo>
                <a:lnTo>
                  <a:pt x="1200658" y="207225"/>
                </a:lnTo>
                <a:lnTo>
                  <a:pt x="1157262" y="204965"/>
                </a:lnTo>
                <a:lnTo>
                  <a:pt x="1113853" y="207225"/>
                </a:lnTo>
                <a:lnTo>
                  <a:pt x="1103109" y="208927"/>
                </a:lnTo>
                <a:lnTo>
                  <a:pt x="1084961" y="189115"/>
                </a:lnTo>
                <a:lnTo>
                  <a:pt x="1052690" y="158178"/>
                </a:lnTo>
                <a:lnTo>
                  <a:pt x="1018743" y="129654"/>
                </a:lnTo>
                <a:lnTo>
                  <a:pt x="983208" y="103644"/>
                </a:lnTo>
                <a:lnTo>
                  <a:pt x="946175" y="80276"/>
                </a:lnTo>
                <a:lnTo>
                  <a:pt x="907757" y="59651"/>
                </a:lnTo>
                <a:lnTo>
                  <a:pt x="868032" y="41897"/>
                </a:lnTo>
                <a:lnTo>
                  <a:pt x="827112" y="27114"/>
                </a:lnTo>
                <a:lnTo>
                  <a:pt x="785101" y="15417"/>
                </a:lnTo>
                <a:lnTo>
                  <a:pt x="742073" y="6934"/>
                </a:lnTo>
                <a:lnTo>
                  <a:pt x="698157" y="1752"/>
                </a:lnTo>
                <a:lnTo>
                  <a:pt x="653415" y="0"/>
                </a:lnTo>
                <a:lnTo>
                  <a:pt x="608672" y="1752"/>
                </a:lnTo>
                <a:lnTo>
                  <a:pt x="564756" y="6934"/>
                </a:lnTo>
                <a:lnTo>
                  <a:pt x="521728" y="15417"/>
                </a:lnTo>
                <a:lnTo>
                  <a:pt x="479717" y="27114"/>
                </a:lnTo>
                <a:lnTo>
                  <a:pt x="438797" y="41897"/>
                </a:lnTo>
                <a:lnTo>
                  <a:pt x="399072" y="59651"/>
                </a:lnTo>
                <a:lnTo>
                  <a:pt x="360654" y="80276"/>
                </a:lnTo>
                <a:lnTo>
                  <a:pt x="323621" y="103644"/>
                </a:lnTo>
                <a:lnTo>
                  <a:pt x="288086" y="129654"/>
                </a:lnTo>
                <a:lnTo>
                  <a:pt x="254127" y="158178"/>
                </a:lnTo>
                <a:lnTo>
                  <a:pt x="221869" y="189115"/>
                </a:lnTo>
                <a:lnTo>
                  <a:pt x="191376" y="222351"/>
                </a:lnTo>
                <a:lnTo>
                  <a:pt x="162775" y="257771"/>
                </a:lnTo>
                <a:lnTo>
                  <a:pt x="136144" y="295262"/>
                </a:lnTo>
                <a:lnTo>
                  <a:pt x="111594" y="334708"/>
                </a:lnTo>
                <a:lnTo>
                  <a:pt x="89204" y="375996"/>
                </a:lnTo>
                <a:lnTo>
                  <a:pt x="69100" y="419023"/>
                </a:lnTo>
                <a:lnTo>
                  <a:pt x="51346" y="463664"/>
                </a:lnTo>
                <a:lnTo>
                  <a:pt x="36068" y="509803"/>
                </a:lnTo>
                <a:lnTo>
                  <a:pt x="23342" y="557339"/>
                </a:lnTo>
                <a:lnTo>
                  <a:pt x="13271" y="606158"/>
                </a:lnTo>
                <a:lnTo>
                  <a:pt x="5969" y="656145"/>
                </a:lnTo>
                <a:lnTo>
                  <a:pt x="1511" y="707186"/>
                </a:lnTo>
                <a:lnTo>
                  <a:pt x="0" y="759155"/>
                </a:lnTo>
                <a:lnTo>
                  <a:pt x="1306830" y="759155"/>
                </a:lnTo>
                <a:lnTo>
                  <a:pt x="1634159" y="759053"/>
                </a:lnTo>
                <a:close/>
              </a:path>
            </a:pathLst>
          </a:custGeom>
          <a:solidFill>
            <a:srgbClr val="6895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2964153" y="6463995"/>
            <a:ext cx="1270000" cy="647065"/>
          </a:xfrm>
          <a:custGeom>
            <a:avLst/>
            <a:gdLst/>
            <a:ahLst/>
            <a:cxnLst/>
            <a:rect l="l" t="t" r="r" b="b"/>
            <a:pathLst>
              <a:path w="1270000" h="647065">
                <a:moveTo>
                  <a:pt x="634996" y="0"/>
                </a:moveTo>
                <a:lnTo>
                  <a:pt x="587605" y="1773"/>
                </a:lnTo>
                <a:lnTo>
                  <a:pt x="541160" y="7011"/>
                </a:lnTo>
                <a:lnTo>
                  <a:pt x="495784" y="15588"/>
                </a:lnTo>
                <a:lnTo>
                  <a:pt x="451600" y="27380"/>
                </a:lnTo>
                <a:lnTo>
                  <a:pt x="408729" y="42260"/>
                </a:lnTo>
                <a:lnTo>
                  <a:pt x="367296" y="60104"/>
                </a:lnTo>
                <a:lnTo>
                  <a:pt x="327423" y="80787"/>
                </a:lnTo>
                <a:lnTo>
                  <a:pt x="289233" y="104185"/>
                </a:lnTo>
                <a:lnTo>
                  <a:pt x="252847" y="130171"/>
                </a:lnTo>
                <a:lnTo>
                  <a:pt x="218391" y="158621"/>
                </a:lnTo>
                <a:lnTo>
                  <a:pt x="185985" y="189410"/>
                </a:lnTo>
                <a:lnTo>
                  <a:pt x="155753" y="222413"/>
                </a:lnTo>
                <a:lnTo>
                  <a:pt x="127817" y="257504"/>
                </a:lnTo>
                <a:lnTo>
                  <a:pt x="102301" y="294560"/>
                </a:lnTo>
                <a:lnTo>
                  <a:pt x="79327" y="333453"/>
                </a:lnTo>
                <a:lnTo>
                  <a:pt x="59017" y="374061"/>
                </a:lnTo>
                <a:lnTo>
                  <a:pt x="41496" y="416257"/>
                </a:lnTo>
                <a:lnTo>
                  <a:pt x="26884" y="459917"/>
                </a:lnTo>
                <a:lnTo>
                  <a:pt x="15306" y="504916"/>
                </a:lnTo>
                <a:lnTo>
                  <a:pt x="6884" y="551128"/>
                </a:lnTo>
                <a:lnTo>
                  <a:pt x="1741" y="598428"/>
                </a:lnTo>
                <a:lnTo>
                  <a:pt x="0" y="646692"/>
                </a:lnTo>
                <a:lnTo>
                  <a:pt x="1269992" y="646692"/>
                </a:lnTo>
                <a:lnTo>
                  <a:pt x="1268251" y="598428"/>
                </a:lnTo>
                <a:lnTo>
                  <a:pt x="1263107" y="551128"/>
                </a:lnTo>
                <a:lnTo>
                  <a:pt x="1254685" y="504916"/>
                </a:lnTo>
                <a:lnTo>
                  <a:pt x="1243107" y="459917"/>
                </a:lnTo>
                <a:lnTo>
                  <a:pt x="1228496" y="416257"/>
                </a:lnTo>
                <a:lnTo>
                  <a:pt x="1210974" y="374061"/>
                </a:lnTo>
                <a:lnTo>
                  <a:pt x="1190665" y="333453"/>
                </a:lnTo>
                <a:lnTo>
                  <a:pt x="1167691" y="294560"/>
                </a:lnTo>
                <a:lnTo>
                  <a:pt x="1142175" y="257504"/>
                </a:lnTo>
                <a:lnTo>
                  <a:pt x="1114239" y="222413"/>
                </a:lnTo>
                <a:lnTo>
                  <a:pt x="1084007" y="189410"/>
                </a:lnTo>
                <a:lnTo>
                  <a:pt x="1051601" y="158621"/>
                </a:lnTo>
                <a:lnTo>
                  <a:pt x="1017144" y="130171"/>
                </a:lnTo>
                <a:lnTo>
                  <a:pt x="980759" y="104185"/>
                </a:lnTo>
                <a:lnTo>
                  <a:pt x="942569" y="80787"/>
                </a:lnTo>
                <a:lnTo>
                  <a:pt x="902695" y="60104"/>
                </a:lnTo>
                <a:lnTo>
                  <a:pt x="861262" y="42260"/>
                </a:lnTo>
                <a:lnTo>
                  <a:pt x="818392" y="27380"/>
                </a:lnTo>
                <a:lnTo>
                  <a:pt x="774208" y="15588"/>
                </a:lnTo>
                <a:lnTo>
                  <a:pt x="728832" y="7011"/>
                </a:lnTo>
                <a:lnTo>
                  <a:pt x="682387" y="1773"/>
                </a:lnTo>
                <a:lnTo>
                  <a:pt x="634996" y="0"/>
                </a:lnTo>
                <a:close/>
              </a:path>
            </a:pathLst>
          </a:custGeom>
          <a:solidFill>
            <a:srgbClr val="5A85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1484933" y="6735784"/>
            <a:ext cx="5109845" cy="375285"/>
          </a:xfrm>
          <a:custGeom>
            <a:avLst/>
            <a:gdLst/>
            <a:ahLst/>
            <a:cxnLst/>
            <a:rect l="l" t="t" r="r" b="b"/>
            <a:pathLst>
              <a:path w="5109845" h="375284">
                <a:moveTo>
                  <a:pt x="338523" y="0"/>
                </a:moveTo>
                <a:lnTo>
                  <a:pt x="289128" y="3961"/>
                </a:lnTo>
                <a:lnTo>
                  <a:pt x="242269" y="15430"/>
                </a:lnTo>
                <a:lnTo>
                  <a:pt x="198556" y="33788"/>
                </a:lnTo>
                <a:lnTo>
                  <a:pt x="158599" y="58414"/>
                </a:lnTo>
                <a:lnTo>
                  <a:pt x="123008" y="88687"/>
                </a:lnTo>
                <a:lnTo>
                  <a:pt x="92391" y="123987"/>
                </a:lnTo>
                <a:lnTo>
                  <a:pt x="67359" y="163694"/>
                </a:lnTo>
                <a:lnTo>
                  <a:pt x="48522" y="207187"/>
                </a:lnTo>
                <a:lnTo>
                  <a:pt x="36826" y="201551"/>
                </a:lnTo>
                <a:lnTo>
                  <a:pt x="24818" y="196473"/>
                </a:lnTo>
                <a:lnTo>
                  <a:pt x="12532" y="191956"/>
                </a:lnTo>
                <a:lnTo>
                  <a:pt x="0" y="188004"/>
                </a:lnTo>
                <a:lnTo>
                  <a:pt x="0" y="374889"/>
                </a:lnTo>
                <a:lnTo>
                  <a:pt x="5109802" y="374889"/>
                </a:lnTo>
                <a:lnTo>
                  <a:pt x="5080681" y="336302"/>
                </a:lnTo>
                <a:lnTo>
                  <a:pt x="5052545" y="302900"/>
                </a:lnTo>
                <a:lnTo>
                  <a:pt x="5018845" y="277286"/>
                </a:lnTo>
                <a:lnTo>
                  <a:pt x="4973031" y="262065"/>
                </a:lnTo>
                <a:lnTo>
                  <a:pt x="4926354" y="260584"/>
                </a:lnTo>
                <a:lnTo>
                  <a:pt x="4881066" y="269858"/>
                </a:lnTo>
                <a:lnTo>
                  <a:pt x="4837779" y="286502"/>
                </a:lnTo>
                <a:lnTo>
                  <a:pt x="4797110" y="307132"/>
                </a:lnTo>
                <a:lnTo>
                  <a:pt x="4766249" y="266584"/>
                </a:lnTo>
                <a:lnTo>
                  <a:pt x="4730174" y="230733"/>
                </a:lnTo>
                <a:lnTo>
                  <a:pt x="4689438" y="200139"/>
                </a:lnTo>
                <a:lnTo>
                  <a:pt x="4644594" y="175366"/>
                </a:lnTo>
                <a:lnTo>
                  <a:pt x="4596194" y="156974"/>
                </a:lnTo>
                <a:lnTo>
                  <a:pt x="4544792" y="145527"/>
                </a:lnTo>
                <a:lnTo>
                  <a:pt x="4490941" y="141587"/>
                </a:lnTo>
                <a:lnTo>
                  <a:pt x="4435811" y="145745"/>
                </a:lnTo>
                <a:lnTo>
                  <a:pt x="4383305" y="157797"/>
                </a:lnTo>
                <a:lnTo>
                  <a:pt x="4333991" y="177112"/>
                </a:lnTo>
                <a:lnTo>
                  <a:pt x="4288433" y="203056"/>
                </a:lnTo>
                <a:lnTo>
                  <a:pt x="4247200" y="234998"/>
                </a:lnTo>
                <a:lnTo>
                  <a:pt x="4225325" y="194749"/>
                </a:lnTo>
                <a:lnTo>
                  <a:pt x="4198783" y="157731"/>
                </a:lnTo>
                <a:lnTo>
                  <a:pt x="4167965" y="124345"/>
                </a:lnTo>
                <a:lnTo>
                  <a:pt x="4133264" y="94993"/>
                </a:lnTo>
                <a:lnTo>
                  <a:pt x="4095072" y="70077"/>
                </a:lnTo>
                <a:lnTo>
                  <a:pt x="4053784" y="49998"/>
                </a:lnTo>
                <a:lnTo>
                  <a:pt x="4009791" y="35159"/>
                </a:lnTo>
                <a:lnTo>
                  <a:pt x="3963486" y="25960"/>
                </a:lnTo>
                <a:lnTo>
                  <a:pt x="3915262" y="22805"/>
                </a:lnTo>
                <a:lnTo>
                  <a:pt x="3866959" y="25975"/>
                </a:lnTo>
                <a:lnTo>
                  <a:pt x="3820586" y="35213"/>
                </a:lnTo>
                <a:lnTo>
                  <a:pt x="3776534" y="50114"/>
                </a:lnTo>
                <a:lnTo>
                  <a:pt x="3735197" y="70271"/>
                </a:lnTo>
                <a:lnTo>
                  <a:pt x="3696967" y="95278"/>
                </a:lnTo>
                <a:lnTo>
                  <a:pt x="3662236" y="124728"/>
                </a:lnTo>
                <a:lnTo>
                  <a:pt x="3631397" y="158215"/>
                </a:lnTo>
                <a:lnTo>
                  <a:pt x="3604843" y="195334"/>
                </a:lnTo>
                <a:lnTo>
                  <a:pt x="3570830" y="179276"/>
                </a:lnTo>
                <a:lnTo>
                  <a:pt x="3534705" y="167411"/>
                </a:lnTo>
                <a:lnTo>
                  <a:pt x="3496759" y="160056"/>
                </a:lnTo>
                <a:lnTo>
                  <a:pt x="3457287" y="157534"/>
                </a:lnTo>
                <a:lnTo>
                  <a:pt x="3423318" y="159440"/>
                </a:lnTo>
                <a:lnTo>
                  <a:pt x="3390472" y="164991"/>
                </a:lnTo>
                <a:lnTo>
                  <a:pt x="3358914" y="173936"/>
                </a:lnTo>
                <a:lnTo>
                  <a:pt x="3328809" y="186025"/>
                </a:lnTo>
                <a:lnTo>
                  <a:pt x="3304130" y="144578"/>
                </a:lnTo>
                <a:lnTo>
                  <a:pt x="3273485" y="107661"/>
                </a:lnTo>
                <a:lnTo>
                  <a:pt x="3237530" y="75948"/>
                </a:lnTo>
                <a:lnTo>
                  <a:pt x="3196922" y="50111"/>
                </a:lnTo>
                <a:lnTo>
                  <a:pt x="3152316" y="30823"/>
                </a:lnTo>
                <a:lnTo>
                  <a:pt x="3104370" y="18757"/>
                </a:lnTo>
                <a:lnTo>
                  <a:pt x="3053739" y="14585"/>
                </a:lnTo>
                <a:lnTo>
                  <a:pt x="3004347" y="18544"/>
                </a:lnTo>
                <a:lnTo>
                  <a:pt x="2957489" y="30008"/>
                </a:lnTo>
                <a:lnTo>
                  <a:pt x="2913777" y="48358"/>
                </a:lnTo>
                <a:lnTo>
                  <a:pt x="2873820" y="72974"/>
                </a:lnTo>
                <a:lnTo>
                  <a:pt x="2838229" y="103237"/>
                </a:lnTo>
                <a:lnTo>
                  <a:pt x="2807613" y="138529"/>
                </a:lnTo>
                <a:lnTo>
                  <a:pt x="2782583" y="178230"/>
                </a:lnTo>
                <a:lnTo>
                  <a:pt x="2763748" y="221720"/>
                </a:lnTo>
                <a:lnTo>
                  <a:pt x="2734945" y="208986"/>
                </a:lnTo>
                <a:lnTo>
                  <a:pt x="2704532" y="199560"/>
                </a:lnTo>
                <a:lnTo>
                  <a:pt x="2672726" y="193710"/>
                </a:lnTo>
                <a:lnTo>
                  <a:pt x="2639741" y="191700"/>
                </a:lnTo>
                <a:lnTo>
                  <a:pt x="2590255" y="196178"/>
                </a:lnTo>
                <a:lnTo>
                  <a:pt x="2543723" y="209084"/>
                </a:lnTo>
                <a:lnTo>
                  <a:pt x="2500931" y="229625"/>
                </a:lnTo>
                <a:lnTo>
                  <a:pt x="2462666" y="257008"/>
                </a:lnTo>
                <a:lnTo>
                  <a:pt x="2429716" y="290441"/>
                </a:lnTo>
                <a:lnTo>
                  <a:pt x="2389977" y="272222"/>
                </a:lnTo>
                <a:lnTo>
                  <a:pt x="2347853" y="258755"/>
                </a:lnTo>
                <a:lnTo>
                  <a:pt x="2303686" y="250406"/>
                </a:lnTo>
                <a:lnTo>
                  <a:pt x="2257816" y="247542"/>
                </a:lnTo>
                <a:lnTo>
                  <a:pt x="2210759" y="250544"/>
                </a:lnTo>
                <a:lnTo>
                  <a:pt x="2165512" y="259303"/>
                </a:lnTo>
                <a:lnTo>
                  <a:pt x="2122437" y="273445"/>
                </a:lnTo>
                <a:lnTo>
                  <a:pt x="2081894" y="292598"/>
                </a:lnTo>
                <a:lnTo>
                  <a:pt x="2051033" y="252051"/>
                </a:lnTo>
                <a:lnTo>
                  <a:pt x="2014958" y="216201"/>
                </a:lnTo>
                <a:lnTo>
                  <a:pt x="1974222" y="185610"/>
                </a:lnTo>
                <a:lnTo>
                  <a:pt x="1929378" y="160839"/>
                </a:lnTo>
                <a:lnTo>
                  <a:pt x="1880978" y="142449"/>
                </a:lnTo>
                <a:lnTo>
                  <a:pt x="1829577" y="131004"/>
                </a:lnTo>
                <a:lnTo>
                  <a:pt x="1775726" y="127064"/>
                </a:lnTo>
                <a:lnTo>
                  <a:pt x="1720595" y="131215"/>
                </a:lnTo>
                <a:lnTo>
                  <a:pt x="1668089" y="143252"/>
                </a:lnTo>
                <a:lnTo>
                  <a:pt x="1618773" y="162548"/>
                </a:lnTo>
                <a:lnTo>
                  <a:pt x="1573212" y="188476"/>
                </a:lnTo>
                <a:lnTo>
                  <a:pt x="1531974" y="220412"/>
                </a:lnTo>
                <a:lnTo>
                  <a:pt x="1510102" y="180182"/>
                </a:lnTo>
                <a:lnTo>
                  <a:pt x="1483562" y="143178"/>
                </a:lnTo>
                <a:lnTo>
                  <a:pt x="1452746" y="109803"/>
                </a:lnTo>
                <a:lnTo>
                  <a:pt x="1418046" y="80459"/>
                </a:lnTo>
                <a:lnTo>
                  <a:pt x="1379856" y="55548"/>
                </a:lnTo>
                <a:lnTo>
                  <a:pt x="1338568" y="35473"/>
                </a:lnTo>
                <a:lnTo>
                  <a:pt x="1294575" y="20635"/>
                </a:lnTo>
                <a:lnTo>
                  <a:pt x="1248271" y="11437"/>
                </a:lnTo>
                <a:lnTo>
                  <a:pt x="1200047" y="8282"/>
                </a:lnTo>
                <a:lnTo>
                  <a:pt x="1151744" y="11452"/>
                </a:lnTo>
                <a:lnTo>
                  <a:pt x="1105370" y="20690"/>
                </a:lnTo>
                <a:lnTo>
                  <a:pt x="1061319" y="35590"/>
                </a:lnTo>
                <a:lnTo>
                  <a:pt x="1019982" y="55746"/>
                </a:lnTo>
                <a:lnTo>
                  <a:pt x="981751" y="80752"/>
                </a:lnTo>
                <a:lnTo>
                  <a:pt x="947021" y="110200"/>
                </a:lnTo>
                <a:lnTo>
                  <a:pt x="916182" y="143685"/>
                </a:lnTo>
                <a:lnTo>
                  <a:pt x="889627" y="180800"/>
                </a:lnTo>
                <a:lnTo>
                  <a:pt x="855610" y="164744"/>
                </a:lnTo>
                <a:lnTo>
                  <a:pt x="819485" y="152882"/>
                </a:lnTo>
                <a:lnTo>
                  <a:pt x="781542" y="145532"/>
                </a:lnTo>
                <a:lnTo>
                  <a:pt x="742071" y="143011"/>
                </a:lnTo>
                <a:lnTo>
                  <a:pt x="708102" y="144907"/>
                </a:lnTo>
                <a:lnTo>
                  <a:pt x="675256" y="150436"/>
                </a:lnTo>
                <a:lnTo>
                  <a:pt x="643698" y="159360"/>
                </a:lnTo>
                <a:lnTo>
                  <a:pt x="613593" y="171439"/>
                </a:lnTo>
                <a:lnTo>
                  <a:pt x="588914" y="129992"/>
                </a:lnTo>
                <a:lnTo>
                  <a:pt x="558269" y="93075"/>
                </a:lnTo>
                <a:lnTo>
                  <a:pt x="522314" y="61362"/>
                </a:lnTo>
                <a:lnTo>
                  <a:pt x="481706" y="35525"/>
                </a:lnTo>
                <a:lnTo>
                  <a:pt x="437101" y="16237"/>
                </a:lnTo>
                <a:lnTo>
                  <a:pt x="389154" y="4171"/>
                </a:lnTo>
                <a:lnTo>
                  <a:pt x="338523" y="0"/>
                </a:lnTo>
                <a:close/>
              </a:path>
            </a:pathLst>
          </a:custGeom>
          <a:solidFill>
            <a:srgbClr val="5075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4" name="object 144" descr=""/>
          <p:cNvGrpSpPr/>
          <p:nvPr/>
        </p:nvGrpSpPr>
        <p:grpSpPr>
          <a:xfrm>
            <a:off x="15603267" y="6350852"/>
            <a:ext cx="1772285" cy="760095"/>
            <a:chOff x="15603267" y="6350852"/>
            <a:chExt cx="1772285" cy="760095"/>
          </a:xfrm>
        </p:grpSpPr>
        <p:sp>
          <p:nvSpPr>
            <p:cNvPr id="145" name="object 145" descr=""/>
            <p:cNvSpPr/>
            <p:nvPr/>
          </p:nvSpPr>
          <p:spPr>
            <a:xfrm>
              <a:off x="16403383" y="6350856"/>
              <a:ext cx="972185" cy="760095"/>
            </a:xfrm>
            <a:custGeom>
              <a:avLst/>
              <a:gdLst/>
              <a:ahLst/>
              <a:cxnLst/>
              <a:rect l="l" t="t" r="r" b="b"/>
              <a:pathLst>
                <a:path w="972184" h="760095">
                  <a:moveTo>
                    <a:pt x="971626" y="0"/>
                  </a:moveTo>
                  <a:lnTo>
                    <a:pt x="928560" y="6515"/>
                  </a:lnTo>
                  <a:lnTo>
                    <a:pt x="886460" y="16522"/>
                  </a:lnTo>
                  <a:lnTo>
                    <a:pt x="845400" y="29908"/>
                  </a:lnTo>
                  <a:lnTo>
                    <a:pt x="805510" y="46532"/>
                  </a:lnTo>
                  <a:lnTo>
                    <a:pt x="766876" y="66294"/>
                  </a:lnTo>
                  <a:lnTo>
                    <a:pt x="729615" y="89065"/>
                  </a:lnTo>
                  <a:lnTo>
                    <a:pt x="693826" y="114693"/>
                  </a:lnTo>
                  <a:lnTo>
                    <a:pt x="659587" y="143090"/>
                  </a:lnTo>
                  <a:lnTo>
                    <a:pt x="627037" y="174104"/>
                  </a:lnTo>
                  <a:lnTo>
                    <a:pt x="596252" y="207632"/>
                  </a:lnTo>
                  <a:lnTo>
                    <a:pt x="567347" y="243535"/>
                  </a:lnTo>
                  <a:lnTo>
                    <a:pt x="540410" y="281686"/>
                  </a:lnTo>
                  <a:lnTo>
                    <a:pt x="515569" y="321970"/>
                  </a:lnTo>
                  <a:lnTo>
                    <a:pt x="503491" y="344500"/>
                  </a:lnTo>
                  <a:lnTo>
                    <a:pt x="486016" y="338848"/>
                  </a:lnTo>
                  <a:lnTo>
                    <a:pt x="441477" y="330339"/>
                  </a:lnTo>
                  <a:lnTo>
                    <a:pt x="395363" y="327431"/>
                  </a:lnTo>
                  <a:lnTo>
                    <a:pt x="349250" y="330339"/>
                  </a:lnTo>
                  <a:lnTo>
                    <a:pt x="304711" y="338848"/>
                  </a:lnTo>
                  <a:lnTo>
                    <a:pt x="262026" y="352640"/>
                  </a:lnTo>
                  <a:lnTo>
                    <a:pt x="221488" y="371373"/>
                  </a:lnTo>
                  <a:lnTo>
                    <a:pt x="183413" y="394741"/>
                  </a:lnTo>
                  <a:lnTo>
                    <a:pt x="148082" y="422427"/>
                  </a:lnTo>
                  <a:lnTo>
                    <a:pt x="115798" y="454075"/>
                  </a:lnTo>
                  <a:lnTo>
                    <a:pt x="86855" y="489381"/>
                  </a:lnTo>
                  <a:lnTo>
                    <a:pt x="61556" y="528027"/>
                  </a:lnTo>
                  <a:lnTo>
                    <a:pt x="40182" y="569671"/>
                  </a:lnTo>
                  <a:lnTo>
                    <a:pt x="23050" y="613994"/>
                  </a:lnTo>
                  <a:lnTo>
                    <a:pt x="10439" y="660692"/>
                  </a:lnTo>
                  <a:lnTo>
                    <a:pt x="2667" y="709409"/>
                  </a:lnTo>
                  <a:lnTo>
                    <a:pt x="0" y="759828"/>
                  </a:lnTo>
                  <a:lnTo>
                    <a:pt x="402374" y="759828"/>
                  </a:lnTo>
                  <a:lnTo>
                    <a:pt x="790727" y="759828"/>
                  </a:lnTo>
                  <a:lnTo>
                    <a:pt x="971626" y="759828"/>
                  </a:lnTo>
                  <a:lnTo>
                    <a:pt x="971626" y="0"/>
                  </a:lnTo>
                  <a:close/>
                </a:path>
              </a:pathLst>
            </a:custGeom>
            <a:solidFill>
              <a:srgbClr val="5075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5603267" y="6564770"/>
              <a:ext cx="988694" cy="546100"/>
            </a:xfrm>
            <a:custGeom>
              <a:avLst/>
              <a:gdLst/>
              <a:ahLst/>
              <a:cxnLst/>
              <a:rect l="l" t="t" r="r" b="b"/>
              <a:pathLst>
                <a:path w="988694" h="546100">
                  <a:moveTo>
                    <a:pt x="494037" y="0"/>
                  </a:moveTo>
                  <a:lnTo>
                    <a:pt x="449069" y="2230"/>
                  </a:lnTo>
                  <a:lnTo>
                    <a:pt x="405233" y="8795"/>
                  </a:lnTo>
                  <a:lnTo>
                    <a:pt x="362702" y="19500"/>
                  </a:lnTo>
                  <a:lnTo>
                    <a:pt x="321651" y="34153"/>
                  </a:lnTo>
                  <a:lnTo>
                    <a:pt x="282254" y="52561"/>
                  </a:lnTo>
                  <a:lnTo>
                    <a:pt x="244686" y="74532"/>
                  </a:lnTo>
                  <a:lnTo>
                    <a:pt x="209122" y="99873"/>
                  </a:lnTo>
                  <a:lnTo>
                    <a:pt x="175734" y="128390"/>
                  </a:lnTo>
                  <a:lnTo>
                    <a:pt x="144699" y="159893"/>
                  </a:lnTo>
                  <a:lnTo>
                    <a:pt x="116191" y="194186"/>
                  </a:lnTo>
                  <a:lnTo>
                    <a:pt x="90383" y="231079"/>
                  </a:lnTo>
                  <a:lnTo>
                    <a:pt x="67450" y="270378"/>
                  </a:lnTo>
                  <a:lnTo>
                    <a:pt x="47567" y="311890"/>
                  </a:lnTo>
                  <a:lnTo>
                    <a:pt x="30908" y="355424"/>
                  </a:lnTo>
                  <a:lnTo>
                    <a:pt x="17647" y="400785"/>
                  </a:lnTo>
                  <a:lnTo>
                    <a:pt x="7959" y="447781"/>
                  </a:lnTo>
                  <a:lnTo>
                    <a:pt x="2018" y="496221"/>
                  </a:lnTo>
                  <a:lnTo>
                    <a:pt x="0" y="545910"/>
                  </a:lnTo>
                  <a:lnTo>
                    <a:pt x="988074" y="545910"/>
                  </a:lnTo>
                  <a:lnTo>
                    <a:pt x="986055" y="496221"/>
                  </a:lnTo>
                  <a:lnTo>
                    <a:pt x="980115" y="447781"/>
                  </a:lnTo>
                  <a:lnTo>
                    <a:pt x="970427" y="400785"/>
                  </a:lnTo>
                  <a:lnTo>
                    <a:pt x="957166" y="355424"/>
                  </a:lnTo>
                  <a:lnTo>
                    <a:pt x="940507" y="311890"/>
                  </a:lnTo>
                  <a:lnTo>
                    <a:pt x="920624" y="270378"/>
                  </a:lnTo>
                  <a:lnTo>
                    <a:pt x="897691" y="231079"/>
                  </a:lnTo>
                  <a:lnTo>
                    <a:pt x="871883" y="194186"/>
                  </a:lnTo>
                  <a:lnTo>
                    <a:pt x="843374" y="159893"/>
                  </a:lnTo>
                  <a:lnTo>
                    <a:pt x="812339" y="128390"/>
                  </a:lnTo>
                  <a:lnTo>
                    <a:pt x="778952" y="99873"/>
                  </a:lnTo>
                  <a:lnTo>
                    <a:pt x="743387" y="74532"/>
                  </a:lnTo>
                  <a:lnTo>
                    <a:pt x="705820" y="52561"/>
                  </a:lnTo>
                  <a:lnTo>
                    <a:pt x="666423" y="34153"/>
                  </a:lnTo>
                  <a:lnTo>
                    <a:pt x="625372" y="19500"/>
                  </a:lnTo>
                  <a:lnTo>
                    <a:pt x="582841" y="8795"/>
                  </a:lnTo>
                  <a:lnTo>
                    <a:pt x="539004" y="2230"/>
                  </a:lnTo>
                  <a:lnTo>
                    <a:pt x="494037" y="0"/>
                  </a:lnTo>
                  <a:close/>
                </a:path>
              </a:pathLst>
            </a:custGeom>
            <a:solidFill>
              <a:srgbClr val="5A85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10168271" y="3927296"/>
            <a:ext cx="8549005" cy="1108710"/>
            <a:chOff x="10168271" y="3927296"/>
            <a:chExt cx="8549005" cy="1108710"/>
          </a:xfrm>
        </p:grpSpPr>
        <p:sp>
          <p:nvSpPr>
            <p:cNvPr id="148" name="object 148" descr=""/>
            <p:cNvSpPr/>
            <p:nvPr/>
          </p:nvSpPr>
          <p:spPr>
            <a:xfrm>
              <a:off x="10168271" y="3927296"/>
              <a:ext cx="8549005" cy="1108710"/>
            </a:xfrm>
            <a:custGeom>
              <a:avLst/>
              <a:gdLst/>
              <a:ahLst/>
              <a:cxnLst/>
              <a:rect l="l" t="t" r="r" b="b"/>
              <a:pathLst>
                <a:path w="8549005" h="1108710">
                  <a:moveTo>
                    <a:pt x="8286250" y="0"/>
                  </a:moveTo>
                  <a:lnTo>
                    <a:pt x="8068914" y="3094"/>
                  </a:lnTo>
                  <a:lnTo>
                    <a:pt x="7892796" y="110546"/>
                  </a:lnTo>
                  <a:lnTo>
                    <a:pt x="7866031" y="86228"/>
                  </a:lnTo>
                  <a:lnTo>
                    <a:pt x="7828817" y="71856"/>
                  </a:lnTo>
                  <a:lnTo>
                    <a:pt x="7785990" y="68142"/>
                  </a:lnTo>
                  <a:lnTo>
                    <a:pt x="7742383" y="75801"/>
                  </a:lnTo>
                  <a:lnTo>
                    <a:pt x="7702831" y="95545"/>
                  </a:lnTo>
                  <a:lnTo>
                    <a:pt x="7672170" y="128089"/>
                  </a:lnTo>
                  <a:lnTo>
                    <a:pt x="7655232" y="174146"/>
                  </a:lnTo>
                  <a:lnTo>
                    <a:pt x="7411041" y="153481"/>
                  </a:lnTo>
                  <a:lnTo>
                    <a:pt x="7279286" y="184502"/>
                  </a:lnTo>
                  <a:lnTo>
                    <a:pt x="7214643" y="301326"/>
                  </a:lnTo>
                  <a:lnTo>
                    <a:pt x="7171792" y="538072"/>
                  </a:lnTo>
                  <a:lnTo>
                    <a:pt x="7163075" y="528807"/>
                  </a:lnTo>
                  <a:lnTo>
                    <a:pt x="7134049" y="509860"/>
                  </a:lnTo>
                  <a:lnTo>
                    <a:pt x="7080404" y="494503"/>
                  </a:lnTo>
                  <a:lnTo>
                    <a:pt x="6997828" y="496011"/>
                  </a:lnTo>
                  <a:lnTo>
                    <a:pt x="6996417" y="453483"/>
                  </a:lnTo>
                  <a:lnTo>
                    <a:pt x="6991140" y="412118"/>
                  </a:lnTo>
                  <a:lnTo>
                    <a:pt x="6982204" y="372076"/>
                  </a:lnTo>
                  <a:lnTo>
                    <a:pt x="6969816" y="333513"/>
                  </a:lnTo>
                  <a:lnTo>
                    <a:pt x="6954183" y="296591"/>
                  </a:lnTo>
                  <a:lnTo>
                    <a:pt x="6935512" y="261468"/>
                  </a:lnTo>
                  <a:lnTo>
                    <a:pt x="6914009" y="228302"/>
                  </a:lnTo>
                  <a:lnTo>
                    <a:pt x="6889883" y="197253"/>
                  </a:lnTo>
                  <a:lnTo>
                    <a:pt x="6863340" y="168480"/>
                  </a:lnTo>
                  <a:lnTo>
                    <a:pt x="6834587" y="142141"/>
                  </a:lnTo>
                  <a:lnTo>
                    <a:pt x="6803831" y="118397"/>
                  </a:lnTo>
                  <a:lnTo>
                    <a:pt x="6771279" y="97405"/>
                  </a:lnTo>
                  <a:lnTo>
                    <a:pt x="6737137" y="79324"/>
                  </a:lnTo>
                  <a:lnTo>
                    <a:pt x="6701614" y="64315"/>
                  </a:lnTo>
                  <a:lnTo>
                    <a:pt x="6664915" y="52535"/>
                  </a:lnTo>
                  <a:lnTo>
                    <a:pt x="6627249" y="44144"/>
                  </a:lnTo>
                  <a:lnTo>
                    <a:pt x="6588821" y="39301"/>
                  </a:lnTo>
                  <a:lnTo>
                    <a:pt x="6549840" y="38164"/>
                  </a:lnTo>
                  <a:lnTo>
                    <a:pt x="6510511" y="40893"/>
                  </a:lnTo>
                  <a:lnTo>
                    <a:pt x="6471042" y="47647"/>
                  </a:lnTo>
                  <a:lnTo>
                    <a:pt x="6431640" y="58584"/>
                  </a:lnTo>
                  <a:lnTo>
                    <a:pt x="6392512" y="73864"/>
                  </a:lnTo>
                  <a:lnTo>
                    <a:pt x="6353864" y="93646"/>
                  </a:lnTo>
                  <a:lnTo>
                    <a:pt x="6315905" y="118088"/>
                  </a:lnTo>
                  <a:lnTo>
                    <a:pt x="6278840" y="147350"/>
                  </a:lnTo>
                  <a:lnTo>
                    <a:pt x="6242877" y="181591"/>
                  </a:lnTo>
                  <a:lnTo>
                    <a:pt x="6197562" y="176895"/>
                  </a:lnTo>
                  <a:lnTo>
                    <a:pt x="6155037" y="177066"/>
                  </a:lnTo>
                  <a:lnTo>
                    <a:pt x="6115206" y="181742"/>
                  </a:lnTo>
                  <a:lnTo>
                    <a:pt x="6077972" y="190564"/>
                  </a:lnTo>
                  <a:lnTo>
                    <a:pt x="5919052" y="244287"/>
                  </a:lnTo>
                  <a:lnTo>
                    <a:pt x="5831848" y="313247"/>
                  </a:lnTo>
                  <a:lnTo>
                    <a:pt x="5785551" y="443390"/>
                  </a:lnTo>
                  <a:lnTo>
                    <a:pt x="5749353" y="680665"/>
                  </a:lnTo>
                  <a:lnTo>
                    <a:pt x="5740094" y="661218"/>
                  </a:lnTo>
                  <a:lnTo>
                    <a:pt x="5708627" y="620430"/>
                  </a:lnTo>
                  <a:lnTo>
                    <a:pt x="5649414" y="584626"/>
                  </a:lnTo>
                  <a:lnTo>
                    <a:pt x="5556919" y="580134"/>
                  </a:lnTo>
                  <a:lnTo>
                    <a:pt x="5557612" y="520686"/>
                  </a:lnTo>
                  <a:lnTo>
                    <a:pt x="5551965" y="465699"/>
                  </a:lnTo>
                  <a:lnTo>
                    <a:pt x="5540495" y="415094"/>
                  </a:lnTo>
                  <a:lnTo>
                    <a:pt x="5523718" y="368789"/>
                  </a:lnTo>
                  <a:lnTo>
                    <a:pt x="5502153" y="326706"/>
                  </a:lnTo>
                  <a:lnTo>
                    <a:pt x="5476317" y="288765"/>
                  </a:lnTo>
                  <a:lnTo>
                    <a:pt x="5446726" y="254885"/>
                  </a:lnTo>
                  <a:lnTo>
                    <a:pt x="5413899" y="224986"/>
                  </a:lnTo>
                  <a:lnTo>
                    <a:pt x="5378351" y="198989"/>
                  </a:lnTo>
                  <a:lnTo>
                    <a:pt x="5340601" y="176813"/>
                  </a:lnTo>
                  <a:lnTo>
                    <a:pt x="5301165" y="158379"/>
                  </a:lnTo>
                  <a:lnTo>
                    <a:pt x="5260561" y="143607"/>
                  </a:lnTo>
                  <a:lnTo>
                    <a:pt x="5219306" y="132417"/>
                  </a:lnTo>
                  <a:lnTo>
                    <a:pt x="5177917" y="124728"/>
                  </a:lnTo>
                  <a:lnTo>
                    <a:pt x="5136911" y="120462"/>
                  </a:lnTo>
                  <a:lnTo>
                    <a:pt x="5082566" y="119985"/>
                  </a:lnTo>
                  <a:lnTo>
                    <a:pt x="5031197" y="125515"/>
                  </a:lnTo>
                  <a:lnTo>
                    <a:pt x="4984111" y="136845"/>
                  </a:lnTo>
                  <a:lnTo>
                    <a:pt x="4942617" y="153767"/>
                  </a:lnTo>
                  <a:lnTo>
                    <a:pt x="4908025" y="176074"/>
                  </a:lnTo>
                  <a:lnTo>
                    <a:pt x="4881641" y="203559"/>
                  </a:lnTo>
                  <a:lnTo>
                    <a:pt x="4861248" y="179705"/>
                  </a:lnTo>
                  <a:lnTo>
                    <a:pt x="4831910" y="159889"/>
                  </a:lnTo>
                  <a:lnTo>
                    <a:pt x="4795858" y="144718"/>
                  </a:lnTo>
                  <a:lnTo>
                    <a:pt x="4755320" y="134801"/>
                  </a:lnTo>
                  <a:lnTo>
                    <a:pt x="4712528" y="130746"/>
                  </a:lnTo>
                  <a:lnTo>
                    <a:pt x="4669709" y="133161"/>
                  </a:lnTo>
                  <a:lnTo>
                    <a:pt x="4629095" y="142654"/>
                  </a:lnTo>
                  <a:lnTo>
                    <a:pt x="4592915" y="159833"/>
                  </a:lnTo>
                  <a:lnTo>
                    <a:pt x="4563399" y="185306"/>
                  </a:lnTo>
                  <a:lnTo>
                    <a:pt x="4542775" y="219681"/>
                  </a:lnTo>
                  <a:lnTo>
                    <a:pt x="4533275" y="263567"/>
                  </a:lnTo>
                  <a:lnTo>
                    <a:pt x="4196998" y="88957"/>
                  </a:lnTo>
                  <a:lnTo>
                    <a:pt x="3991920" y="41912"/>
                  </a:lnTo>
                  <a:lnTo>
                    <a:pt x="3834353" y="132474"/>
                  </a:lnTo>
                  <a:lnTo>
                    <a:pt x="3640611" y="370685"/>
                  </a:lnTo>
                  <a:lnTo>
                    <a:pt x="3607617" y="359061"/>
                  </a:lnTo>
                  <a:lnTo>
                    <a:pt x="3529573" y="345145"/>
                  </a:lnTo>
                  <a:lnTo>
                    <a:pt x="3437888" y="360370"/>
                  </a:lnTo>
                  <a:lnTo>
                    <a:pt x="3363970" y="436169"/>
                  </a:lnTo>
                  <a:lnTo>
                    <a:pt x="3339842" y="399215"/>
                  </a:lnTo>
                  <a:lnTo>
                    <a:pt x="3307662" y="366970"/>
                  </a:lnTo>
                  <a:lnTo>
                    <a:pt x="3268671" y="339661"/>
                  </a:lnTo>
                  <a:lnTo>
                    <a:pt x="3224111" y="317513"/>
                  </a:lnTo>
                  <a:lnTo>
                    <a:pt x="3179330" y="301851"/>
                  </a:lnTo>
                  <a:lnTo>
                    <a:pt x="3131905" y="290882"/>
                  </a:lnTo>
                  <a:lnTo>
                    <a:pt x="3082818" y="284772"/>
                  </a:lnTo>
                  <a:lnTo>
                    <a:pt x="3033050" y="283687"/>
                  </a:lnTo>
                  <a:lnTo>
                    <a:pt x="2983583" y="287792"/>
                  </a:lnTo>
                  <a:lnTo>
                    <a:pt x="2935396" y="297253"/>
                  </a:lnTo>
                  <a:lnTo>
                    <a:pt x="2889473" y="312237"/>
                  </a:lnTo>
                  <a:lnTo>
                    <a:pt x="2846794" y="332908"/>
                  </a:lnTo>
                  <a:lnTo>
                    <a:pt x="2808339" y="359432"/>
                  </a:lnTo>
                  <a:lnTo>
                    <a:pt x="2775091" y="391975"/>
                  </a:lnTo>
                  <a:lnTo>
                    <a:pt x="2748031" y="430704"/>
                  </a:lnTo>
                  <a:lnTo>
                    <a:pt x="2691935" y="391445"/>
                  </a:lnTo>
                  <a:lnTo>
                    <a:pt x="2634173" y="360151"/>
                  </a:lnTo>
                  <a:lnTo>
                    <a:pt x="2575326" y="336135"/>
                  </a:lnTo>
                  <a:lnTo>
                    <a:pt x="2515974" y="318706"/>
                  </a:lnTo>
                  <a:lnTo>
                    <a:pt x="2456699" y="307175"/>
                  </a:lnTo>
                  <a:lnTo>
                    <a:pt x="2398080" y="300853"/>
                  </a:lnTo>
                  <a:lnTo>
                    <a:pt x="2340698" y="299051"/>
                  </a:lnTo>
                  <a:lnTo>
                    <a:pt x="2285133" y="301079"/>
                  </a:lnTo>
                  <a:lnTo>
                    <a:pt x="2231967" y="306249"/>
                  </a:lnTo>
                  <a:lnTo>
                    <a:pt x="2181779" y="313872"/>
                  </a:lnTo>
                  <a:lnTo>
                    <a:pt x="2135151" y="323257"/>
                  </a:lnTo>
                  <a:lnTo>
                    <a:pt x="2092662" y="333717"/>
                  </a:lnTo>
                  <a:lnTo>
                    <a:pt x="2054894" y="344561"/>
                  </a:lnTo>
                  <a:lnTo>
                    <a:pt x="1995840" y="364647"/>
                  </a:lnTo>
                  <a:lnTo>
                    <a:pt x="1957092" y="380517"/>
                  </a:lnTo>
                  <a:lnTo>
                    <a:pt x="1950767" y="367983"/>
                  </a:lnTo>
                  <a:lnTo>
                    <a:pt x="1930216" y="345960"/>
                  </a:lnTo>
                  <a:lnTo>
                    <a:pt x="1893075" y="337818"/>
                  </a:lnTo>
                  <a:lnTo>
                    <a:pt x="1836980" y="366926"/>
                  </a:lnTo>
                  <a:lnTo>
                    <a:pt x="1833115" y="329726"/>
                  </a:lnTo>
                  <a:lnTo>
                    <a:pt x="1801089" y="266159"/>
                  </a:lnTo>
                  <a:lnTo>
                    <a:pt x="1743445" y="217736"/>
                  </a:lnTo>
                  <a:lnTo>
                    <a:pt x="1707558" y="199467"/>
                  </a:lnTo>
                  <a:lnTo>
                    <a:pt x="1668316" y="185300"/>
                  </a:lnTo>
                  <a:lnTo>
                    <a:pt x="1626736" y="175342"/>
                  </a:lnTo>
                  <a:lnTo>
                    <a:pt x="1583836" y="169696"/>
                  </a:lnTo>
                  <a:lnTo>
                    <a:pt x="1540631" y="168470"/>
                  </a:lnTo>
                  <a:lnTo>
                    <a:pt x="1498138" y="171768"/>
                  </a:lnTo>
                  <a:lnTo>
                    <a:pt x="1457374" y="179695"/>
                  </a:lnTo>
                  <a:lnTo>
                    <a:pt x="1419355" y="192357"/>
                  </a:lnTo>
                  <a:lnTo>
                    <a:pt x="1385099" y="209860"/>
                  </a:lnTo>
                  <a:lnTo>
                    <a:pt x="1331939" y="259810"/>
                  </a:lnTo>
                  <a:lnTo>
                    <a:pt x="1315069" y="292467"/>
                  </a:lnTo>
                  <a:lnTo>
                    <a:pt x="1056586" y="185763"/>
                  </a:lnTo>
                  <a:lnTo>
                    <a:pt x="901082" y="162074"/>
                  </a:lnTo>
                  <a:lnTo>
                    <a:pt x="786147" y="232091"/>
                  </a:lnTo>
                  <a:lnTo>
                    <a:pt x="649372" y="406505"/>
                  </a:lnTo>
                  <a:lnTo>
                    <a:pt x="633440" y="389839"/>
                  </a:lnTo>
                  <a:lnTo>
                    <a:pt x="587318" y="361135"/>
                  </a:lnTo>
                  <a:lnTo>
                    <a:pt x="513515" y="352339"/>
                  </a:lnTo>
                  <a:lnTo>
                    <a:pt x="414542" y="395396"/>
                  </a:lnTo>
                  <a:lnTo>
                    <a:pt x="339442" y="264131"/>
                  </a:lnTo>
                  <a:lnTo>
                    <a:pt x="271227" y="194204"/>
                  </a:lnTo>
                  <a:lnTo>
                    <a:pt x="171034" y="162061"/>
                  </a:lnTo>
                  <a:lnTo>
                    <a:pt x="0" y="144147"/>
                  </a:lnTo>
                  <a:lnTo>
                    <a:pt x="0" y="1108369"/>
                  </a:lnTo>
                  <a:lnTo>
                    <a:pt x="8548839" y="1108369"/>
                  </a:lnTo>
                  <a:lnTo>
                    <a:pt x="8548839" y="68914"/>
                  </a:lnTo>
                  <a:lnTo>
                    <a:pt x="8470869" y="41770"/>
                  </a:lnTo>
                  <a:lnTo>
                    <a:pt x="828625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0168268" y="4218273"/>
              <a:ext cx="8549005" cy="817880"/>
            </a:xfrm>
            <a:custGeom>
              <a:avLst/>
              <a:gdLst/>
              <a:ahLst/>
              <a:cxnLst/>
              <a:rect l="l" t="t" r="r" b="b"/>
              <a:pathLst>
                <a:path w="8549005" h="817879">
                  <a:moveTo>
                    <a:pt x="2324773" y="817435"/>
                  </a:moveTo>
                  <a:lnTo>
                    <a:pt x="2320569" y="789381"/>
                  </a:lnTo>
                  <a:lnTo>
                    <a:pt x="2295372" y="734047"/>
                  </a:lnTo>
                  <a:lnTo>
                    <a:pt x="2230374" y="694702"/>
                  </a:lnTo>
                  <a:lnTo>
                    <a:pt x="2106726" y="714629"/>
                  </a:lnTo>
                  <a:lnTo>
                    <a:pt x="2127123" y="576402"/>
                  </a:lnTo>
                  <a:lnTo>
                    <a:pt x="2106739" y="504329"/>
                  </a:lnTo>
                  <a:lnTo>
                    <a:pt x="2021065" y="475018"/>
                  </a:lnTo>
                  <a:lnTo>
                    <a:pt x="1845665" y="465061"/>
                  </a:lnTo>
                  <a:lnTo>
                    <a:pt x="1837372" y="444931"/>
                  </a:lnTo>
                  <a:lnTo>
                    <a:pt x="1809750" y="405117"/>
                  </a:lnTo>
                  <a:lnTo>
                    <a:pt x="1758632" y="376440"/>
                  </a:lnTo>
                  <a:lnTo>
                    <a:pt x="1679829" y="389724"/>
                  </a:lnTo>
                  <a:lnTo>
                    <a:pt x="1662112" y="358571"/>
                  </a:lnTo>
                  <a:lnTo>
                    <a:pt x="1606550" y="311746"/>
                  </a:lnTo>
                  <a:lnTo>
                    <a:pt x="1571421" y="296418"/>
                  </a:lnTo>
                  <a:lnTo>
                    <a:pt x="1533194" y="286702"/>
                  </a:lnTo>
                  <a:lnTo>
                    <a:pt x="1493253" y="282778"/>
                  </a:lnTo>
                  <a:lnTo>
                    <a:pt x="1452930" y="284810"/>
                  </a:lnTo>
                  <a:lnTo>
                    <a:pt x="1413586" y="292976"/>
                  </a:lnTo>
                  <a:lnTo>
                    <a:pt x="1376603" y="307454"/>
                  </a:lnTo>
                  <a:lnTo>
                    <a:pt x="1343317" y="328396"/>
                  </a:lnTo>
                  <a:lnTo>
                    <a:pt x="1315085" y="355981"/>
                  </a:lnTo>
                  <a:lnTo>
                    <a:pt x="1293279" y="390385"/>
                  </a:lnTo>
                  <a:lnTo>
                    <a:pt x="1279258" y="431774"/>
                  </a:lnTo>
                  <a:lnTo>
                    <a:pt x="1144816" y="435406"/>
                  </a:lnTo>
                  <a:lnTo>
                    <a:pt x="1064691" y="466077"/>
                  </a:lnTo>
                  <a:lnTo>
                    <a:pt x="1007122" y="550316"/>
                  </a:lnTo>
                  <a:lnTo>
                    <a:pt x="940333" y="714629"/>
                  </a:lnTo>
                  <a:lnTo>
                    <a:pt x="922820" y="695756"/>
                  </a:lnTo>
                  <a:lnTo>
                    <a:pt x="872820" y="659638"/>
                  </a:lnTo>
                  <a:lnTo>
                    <a:pt x="794092" y="636981"/>
                  </a:lnTo>
                  <a:lnTo>
                    <a:pt x="690410" y="658533"/>
                  </a:lnTo>
                  <a:lnTo>
                    <a:pt x="695388" y="621004"/>
                  </a:lnTo>
                  <a:lnTo>
                    <a:pt x="678992" y="550138"/>
                  </a:lnTo>
                  <a:lnTo>
                    <a:pt x="631939" y="500938"/>
                  </a:lnTo>
                  <a:lnTo>
                    <a:pt x="598589" y="490486"/>
                  </a:lnTo>
                  <a:lnTo>
                    <a:pt x="559600" y="492683"/>
                  </a:lnTo>
                  <a:lnTo>
                    <a:pt x="515620" y="509943"/>
                  </a:lnTo>
                  <a:lnTo>
                    <a:pt x="404609" y="333514"/>
                  </a:lnTo>
                  <a:lnTo>
                    <a:pt x="313893" y="251714"/>
                  </a:lnTo>
                  <a:lnTo>
                    <a:pt x="195135" y="243814"/>
                  </a:lnTo>
                  <a:lnTo>
                    <a:pt x="0" y="289128"/>
                  </a:lnTo>
                  <a:lnTo>
                    <a:pt x="0" y="817435"/>
                  </a:lnTo>
                  <a:lnTo>
                    <a:pt x="2324773" y="817435"/>
                  </a:lnTo>
                  <a:close/>
                </a:path>
                <a:path w="8549005" h="817879">
                  <a:moveTo>
                    <a:pt x="5487124" y="817435"/>
                  </a:moveTo>
                  <a:lnTo>
                    <a:pt x="5472811" y="737349"/>
                  </a:lnTo>
                  <a:lnTo>
                    <a:pt x="5443017" y="697268"/>
                  </a:lnTo>
                  <a:lnTo>
                    <a:pt x="5375199" y="685177"/>
                  </a:lnTo>
                  <a:lnTo>
                    <a:pt x="5246852" y="689025"/>
                  </a:lnTo>
                  <a:lnTo>
                    <a:pt x="5236667" y="677926"/>
                  </a:lnTo>
                  <a:lnTo>
                    <a:pt x="5205615" y="651357"/>
                  </a:lnTo>
                  <a:lnTo>
                    <a:pt x="5152987" y="619467"/>
                  </a:lnTo>
                  <a:lnTo>
                    <a:pt x="5078044" y="592378"/>
                  </a:lnTo>
                  <a:lnTo>
                    <a:pt x="5086401" y="550786"/>
                  </a:lnTo>
                  <a:lnTo>
                    <a:pt x="5085016" y="510654"/>
                  </a:lnTo>
                  <a:lnTo>
                    <a:pt x="5074971" y="472376"/>
                  </a:lnTo>
                  <a:lnTo>
                    <a:pt x="5057330" y="436308"/>
                  </a:lnTo>
                  <a:lnTo>
                    <a:pt x="5033188" y="402844"/>
                  </a:lnTo>
                  <a:lnTo>
                    <a:pt x="5003622" y="372338"/>
                  </a:lnTo>
                  <a:lnTo>
                    <a:pt x="4969713" y="345198"/>
                  </a:lnTo>
                  <a:lnTo>
                    <a:pt x="4932540" y="321767"/>
                  </a:lnTo>
                  <a:lnTo>
                    <a:pt x="4893183" y="302450"/>
                  </a:lnTo>
                  <a:lnTo>
                    <a:pt x="4852733" y="287616"/>
                  </a:lnTo>
                  <a:lnTo>
                    <a:pt x="4812271" y="277634"/>
                  </a:lnTo>
                  <a:lnTo>
                    <a:pt x="4772863" y="272884"/>
                  </a:lnTo>
                  <a:lnTo>
                    <a:pt x="4735601" y="273748"/>
                  </a:lnTo>
                  <a:lnTo>
                    <a:pt x="4701552" y="280606"/>
                  </a:lnTo>
                  <a:lnTo>
                    <a:pt x="4671822" y="293814"/>
                  </a:lnTo>
                  <a:lnTo>
                    <a:pt x="4647476" y="313778"/>
                  </a:lnTo>
                  <a:lnTo>
                    <a:pt x="4627892" y="297840"/>
                  </a:lnTo>
                  <a:lnTo>
                    <a:pt x="4597285" y="285432"/>
                  </a:lnTo>
                  <a:lnTo>
                    <a:pt x="4559566" y="278498"/>
                  </a:lnTo>
                  <a:lnTo>
                    <a:pt x="4518660" y="278955"/>
                  </a:lnTo>
                  <a:lnTo>
                    <a:pt x="4478477" y="288734"/>
                  </a:lnTo>
                  <a:lnTo>
                    <a:pt x="4442968" y="309778"/>
                  </a:lnTo>
                  <a:lnTo>
                    <a:pt x="4416031" y="344017"/>
                  </a:lnTo>
                  <a:lnTo>
                    <a:pt x="4401604" y="393369"/>
                  </a:lnTo>
                  <a:lnTo>
                    <a:pt x="4229493" y="381914"/>
                  </a:lnTo>
                  <a:lnTo>
                    <a:pt x="4138168" y="408305"/>
                  </a:lnTo>
                  <a:lnTo>
                    <a:pt x="4097045" y="499719"/>
                  </a:lnTo>
                  <a:lnTo>
                    <a:pt x="4075582" y="683348"/>
                  </a:lnTo>
                  <a:lnTo>
                    <a:pt x="4056278" y="658037"/>
                  </a:lnTo>
                  <a:lnTo>
                    <a:pt x="4004043" y="604545"/>
                  </a:lnTo>
                  <a:lnTo>
                    <a:pt x="3927424" y="556539"/>
                  </a:lnTo>
                  <a:lnTo>
                    <a:pt x="3834904" y="547649"/>
                  </a:lnTo>
                  <a:lnTo>
                    <a:pt x="3850767" y="496658"/>
                  </a:lnTo>
                  <a:lnTo>
                    <a:pt x="3848671" y="452818"/>
                  </a:lnTo>
                  <a:lnTo>
                    <a:pt x="3831882" y="418909"/>
                  </a:lnTo>
                  <a:lnTo>
                    <a:pt x="3803586" y="397738"/>
                  </a:lnTo>
                  <a:lnTo>
                    <a:pt x="3767023" y="392087"/>
                  </a:lnTo>
                  <a:lnTo>
                    <a:pt x="3725418" y="404749"/>
                  </a:lnTo>
                  <a:lnTo>
                    <a:pt x="3713619" y="356095"/>
                  </a:lnTo>
                  <a:lnTo>
                    <a:pt x="3691750" y="316217"/>
                  </a:lnTo>
                  <a:lnTo>
                    <a:pt x="3662172" y="285064"/>
                  </a:lnTo>
                  <a:lnTo>
                    <a:pt x="3627259" y="262572"/>
                  </a:lnTo>
                  <a:lnTo>
                    <a:pt x="3589375" y="248678"/>
                  </a:lnTo>
                  <a:lnTo>
                    <a:pt x="3550907" y="243332"/>
                  </a:lnTo>
                  <a:lnTo>
                    <a:pt x="3514204" y="246443"/>
                  </a:lnTo>
                  <a:lnTo>
                    <a:pt x="3481654" y="257975"/>
                  </a:lnTo>
                  <a:lnTo>
                    <a:pt x="3455606" y="277863"/>
                  </a:lnTo>
                  <a:lnTo>
                    <a:pt x="3437217" y="259651"/>
                  </a:lnTo>
                  <a:lnTo>
                    <a:pt x="3407994" y="246926"/>
                  </a:lnTo>
                  <a:lnTo>
                    <a:pt x="3373259" y="241706"/>
                  </a:lnTo>
                  <a:lnTo>
                    <a:pt x="3338347" y="246024"/>
                  </a:lnTo>
                  <a:lnTo>
                    <a:pt x="3308578" y="261912"/>
                  </a:lnTo>
                  <a:lnTo>
                    <a:pt x="3289274" y="291401"/>
                  </a:lnTo>
                  <a:lnTo>
                    <a:pt x="3285756" y="336511"/>
                  </a:lnTo>
                  <a:lnTo>
                    <a:pt x="2948698" y="312051"/>
                  </a:lnTo>
                  <a:lnTo>
                    <a:pt x="2774251" y="353987"/>
                  </a:lnTo>
                  <a:lnTo>
                    <a:pt x="2706497" y="507415"/>
                  </a:lnTo>
                  <a:lnTo>
                    <a:pt x="2689555" y="817435"/>
                  </a:lnTo>
                  <a:lnTo>
                    <a:pt x="5487124" y="817435"/>
                  </a:lnTo>
                  <a:close/>
                </a:path>
                <a:path w="8549005" h="817879">
                  <a:moveTo>
                    <a:pt x="8548840" y="205028"/>
                  </a:moveTo>
                  <a:lnTo>
                    <a:pt x="8430641" y="111861"/>
                  </a:lnTo>
                  <a:lnTo>
                    <a:pt x="8345271" y="80810"/>
                  </a:lnTo>
                  <a:lnTo>
                    <a:pt x="8251368" y="111861"/>
                  </a:lnTo>
                  <a:lnTo>
                    <a:pt x="8107566" y="205028"/>
                  </a:lnTo>
                  <a:lnTo>
                    <a:pt x="8104886" y="185356"/>
                  </a:lnTo>
                  <a:lnTo>
                    <a:pt x="8088681" y="145199"/>
                  </a:lnTo>
                  <a:lnTo>
                    <a:pt x="8046644" y="112839"/>
                  </a:lnTo>
                  <a:lnTo>
                    <a:pt x="7966481" y="116547"/>
                  </a:lnTo>
                  <a:lnTo>
                    <a:pt x="7936281" y="78765"/>
                  </a:lnTo>
                  <a:lnTo>
                    <a:pt x="7903794" y="48933"/>
                  </a:lnTo>
                  <a:lnTo>
                    <a:pt x="7869453" y="26606"/>
                  </a:lnTo>
                  <a:lnTo>
                    <a:pt x="7833627" y="11315"/>
                  </a:lnTo>
                  <a:lnTo>
                    <a:pt x="7759192" y="0"/>
                  </a:lnTo>
                  <a:lnTo>
                    <a:pt x="7721384" y="3073"/>
                  </a:lnTo>
                  <a:lnTo>
                    <a:pt x="7683716" y="11328"/>
                  </a:lnTo>
                  <a:lnTo>
                    <a:pt x="7646581" y="24333"/>
                  </a:lnTo>
                  <a:lnTo>
                    <a:pt x="7610386" y="41605"/>
                  </a:lnTo>
                  <a:lnTo>
                    <a:pt x="7575550" y="62699"/>
                  </a:lnTo>
                  <a:lnTo>
                    <a:pt x="7542454" y="87160"/>
                  </a:lnTo>
                  <a:lnTo>
                    <a:pt x="7511516" y="114515"/>
                  </a:lnTo>
                  <a:lnTo>
                    <a:pt x="7483119" y="144310"/>
                  </a:lnTo>
                  <a:lnTo>
                    <a:pt x="7457681" y="176072"/>
                  </a:lnTo>
                  <a:lnTo>
                    <a:pt x="7435596" y="209372"/>
                  </a:lnTo>
                  <a:lnTo>
                    <a:pt x="7417282" y="243725"/>
                  </a:lnTo>
                  <a:lnTo>
                    <a:pt x="7393521" y="313778"/>
                  </a:lnTo>
                  <a:lnTo>
                    <a:pt x="7296264" y="298653"/>
                  </a:lnTo>
                  <a:lnTo>
                    <a:pt x="7233729" y="320763"/>
                  </a:lnTo>
                  <a:lnTo>
                    <a:pt x="7178853" y="404545"/>
                  </a:lnTo>
                  <a:lnTo>
                    <a:pt x="7104520" y="574421"/>
                  </a:lnTo>
                  <a:lnTo>
                    <a:pt x="7102678" y="554723"/>
                  </a:lnTo>
                  <a:lnTo>
                    <a:pt x="7086270" y="510019"/>
                  </a:lnTo>
                  <a:lnTo>
                    <a:pt x="7038937" y="461848"/>
                  </a:lnTo>
                  <a:lnTo>
                    <a:pt x="6944347" y="431774"/>
                  </a:lnTo>
                  <a:lnTo>
                    <a:pt x="6956031" y="382295"/>
                  </a:lnTo>
                  <a:lnTo>
                    <a:pt x="6957708" y="337146"/>
                  </a:lnTo>
                  <a:lnTo>
                    <a:pt x="6950519" y="296710"/>
                  </a:lnTo>
                  <a:lnTo>
                    <a:pt x="6935610" y="261340"/>
                  </a:lnTo>
                  <a:lnTo>
                    <a:pt x="6887121" y="207276"/>
                  </a:lnTo>
                  <a:lnTo>
                    <a:pt x="6821335" y="177901"/>
                  </a:lnTo>
                  <a:lnTo>
                    <a:pt x="6784797" y="173393"/>
                  </a:lnTo>
                  <a:lnTo>
                    <a:pt x="6747332" y="176174"/>
                  </a:lnTo>
                  <a:lnTo>
                    <a:pt x="6710083" y="186588"/>
                  </a:lnTo>
                  <a:lnTo>
                    <a:pt x="6674167" y="205028"/>
                  </a:lnTo>
                  <a:lnTo>
                    <a:pt x="6659308" y="181813"/>
                  </a:lnTo>
                  <a:lnTo>
                    <a:pt x="6637998" y="164376"/>
                  </a:lnTo>
                  <a:lnTo>
                    <a:pt x="6611798" y="153581"/>
                  </a:lnTo>
                  <a:lnTo>
                    <a:pt x="6582232" y="150279"/>
                  </a:lnTo>
                  <a:lnTo>
                    <a:pt x="6550863" y="155359"/>
                  </a:lnTo>
                  <a:lnTo>
                    <a:pt x="6488912" y="194068"/>
                  </a:lnTo>
                  <a:lnTo>
                    <a:pt x="6461430" y="229438"/>
                  </a:lnTo>
                  <a:lnTo>
                    <a:pt x="6438328" y="276631"/>
                  </a:lnTo>
                  <a:lnTo>
                    <a:pt x="6421171" y="336511"/>
                  </a:lnTo>
                  <a:lnTo>
                    <a:pt x="6137249" y="318731"/>
                  </a:lnTo>
                  <a:lnTo>
                    <a:pt x="5975820" y="362889"/>
                  </a:lnTo>
                  <a:lnTo>
                    <a:pt x="5876772" y="514096"/>
                  </a:lnTo>
                  <a:lnTo>
                    <a:pt x="5779998" y="817435"/>
                  </a:lnTo>
                  <a:lnTo>
                    <a:pt x="8548840" y="817435"/>
                  </a:lnTo>
                  <a:lnTo>
                    <a:pt x="8548840" y="205028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1330661" y="4716049"/>
              <a:ext cx="7068820" cy="320040"/>
            </a:xfrm>
            <a:custGeom>
              <a:avLst/>
              <a:gdLst/>
              <a:ahLst/>
              <a:cxnLst/>
              <a:rect l="l" t="t" r="r" b="b"/>
              <a:pathLst>
                <a:path w="7068819" h="320039">
                  <a:moveTo>
                    <a:pt x="843953" y="319620"/>
                  </a:moveTo>
                  <a:lnTo>
                    <a:pt x="817600" y="232321"/>
                  </a:lnTo>
                  <a:lnTo>
                    <a:pt x="789317" y="196799"/>
                  </a:lnTo>
                  <a:lnTo>
                    <a:pt x="741514" y="207238"/>
                  </a:lnTo>
                  <a:lnTo>
                    <a:pt x="656666" y="257873"/>
                  </a:lnTo>
                  <a:lnTo>
                    <a:pt x="653872" y="247929"/>
                  </a:lnTo>
                  <a:lnTo>
                    <a:pt x="642493" y="226733"/>
                  </a:lnTo>
                  <a:lnTo>
                    <a:pt x="618032" y="207276"/>
                  </a:lnTo>
                  <a:lnTo>
                    <a:pt x="575983" y="202526"/>
                  </a:lnTo>
                  <a:lnTo>
                    <a:pt x="567626" y="162204"/>
                  </a:lnTo>
                  <a:lnTo>
                    <a:pt x="525322" y="102857"/>
                  </a:lnTo>
                  <a:lnTo>
                    <a:pt x="459206" y="70281"/>
                  </a:lnTo>
                  <a:lnTo>
                    <a:pt x="421055" y="63423"/>
                  </a:lnTo>
                  <a:lnTo>
                    <a:pt x="381584" y="62534"/>
                  </a:lnTo>
                  <a:lnTo>
                    <a:pt x="342315" y="67348"/>
                  </a:lnTo>
                  <a:lnTo>
                    <a:pt x="304800" y="77647"/>
                  </a:lnTo>
                  <a:lnTo>
                    <a:pt x="241173" y="113690"/>
                  </a:lnTo>
                  <a:lnTo>
                    <a:pt x="203034" y="168706"/>
                  </a:lnTo>
                  <a:lnTo>
                    <a:pt x="96100" y="148577"/>
                  </a:lnTo>
                  <a:lnTo>
                    <a:pt x="39293" y="157594"/>
                  </a:lnTo>
                  <a:lnTo>
                    <a:pt x="13614" y="209892"/>
                  </a:lnTo>
                  <a:lnTo>
                    <a:pt x="0" y="319620"/>
                  </a:lnTo>
                  <a:lnTo>
                    <a:pt x="843953" y="319620"/>
                  </a:lnTo>
                  <a:close/>
                </a:path>
                <a:path w="7068819" h="320039">
                  <a:moveTo>
                    <a:pt x="2396490" y="298958"/>
                  </a:moveTo>
                  <a:lnTo>
                    <a:pt x="2381656" y="255714"/>
                  </a:lnTo>
                  <a:lnTo>
                    <a:pt x="2329459" y="218236"/>
                  </a:lnTo>
                  <a:lnTo>
                    <a:pt x="2217407" y="214833"/>
                  </a:lnTo>
                  <a:lnTo>
                    <a:pt x="2217788" y="176047"/>
                  </a:lnTo>
                  <a:lnTo>
                    <a:pt x="2183650" y="108737"/>
                  </a:lnTo>
                  <a:lnTo>
                    <a:pt x="2153716" y="82232"/>
                  </a:lnTo>
                  <a:lnTo>
                    <a:pt x="2118791" y="62179"/>
                  </a:lnTo>
                  <a:lnTo>
                    <a:pt x="2079561" y="48666"/>
                  </a:lnTo>
                  <a:lnTo>
                    <a:pt x="2039937" y="43637"/>
                  </a:lnTo>
                  <a:lnTo>
                    <a:pt x="2001672" y="47802"/>
                  </a:lnTo>
                  <a:lnTo>
                    <a:pt x="1967052" y="62179"/>
                  </a:lnTo>
                  <a:lnTo>
                    <a:pt x="1940471" y="20218"/>
                  </a:lnTo>
                  <a:lnTo>
                    <a:pt x="1905596" y="952"/>
                  </a:lnTo>
                  <a:lnTo>
                    <a:pt x="1868614" y="0"/>
                  </a:lnTo>
                  <a:lnTo>
                    <a:pt x="1835708" y="12941"/>
                  </a:lnTo>
                  <a:lnTo>
                    <a:pt x="1813039" y="35356"/>
                  </a:lnTo>
                  <a:lnTo>
                    <a:pt x="1806803" y="62826"/>
                  </a:lnTo>
                  <a:lnTo>
                    <a:pt x="1684096" y="90297"/>
                  </a:lnTo>
                  <a:lnTo>
                    <a:pt x="1628838" y="123837"/>
                  </a:lnTo>
                  <a:lnTo>
                    <a:pt x="1628838" y="301752"/>
                  </a:lnTo>
                  <a:lnTo>
                    <a:pt x="1631492" y="319620"/>
                  </a:lnTo>
                  <a:lnTo>
                    <a:pt x="2396439" y="319659"/>
                  </a:lnTo>
                  <a:lnTo>
                    <a:pt x="2396490" y="298958"/>
                  </a:lnTo>
                  <a:close/>
                </a:path>
                <a:path w="7068819" h="320039">
                  <a:moveTo>
                    <a:pt x="3937127" y="273596"/>
                  </a:moveTo>
                  <a:lnTo>
                    <a:pt x="3931704" y="232791"/>
                  </a:lnTo>
                  <a:lnTo>
                    <a:pt x="3916057" y="197662"/>
                  </a:lnTo>
                  <a:lnTo>
                    <a:pt x="3862273" y="146126"/>
                  </a:lnTo>
                  <a:lnTo>
                    <a:pt x="3792105" y="122389"/>
                  </a:lnTo>
                  <a:lnTo>
                    <a:pt x="3755999" y="121996"/>
                  </a:lnTo>
                  <a:lnTo>
                    <a:pt x="3721925" y="129806"/>
                  </a:lnTo>
                  <a:lnTo>
                    <a:pt x="3691928" y="146265"/>
                  </a:lnTo>
                  <a:lnTo>
                    <a:pt x="3668064" y="171780"/>
                  </a:lnTo>
                  <a:lnTo>
                    <a:pt x="3502952" y="127393"/>
                  </a:lnTo>
                  <a:lnTo>
                    <a:pt x="3407880" y="128003"/>
                  </a:lnTo>
                  <a:lnTo>
                    <a:pt x="3346818" y="187452"/>
                  </a:lnTo>
                  <a:lnTo>
                    <a:pt x="3283737" y="319620"/>
                  </a:lnTo>
                  <a:lnTo>
                    <a:pt x="3930294" y="319659"/>
                  </a:lnTo>
                  <a:lnTo>
                    <a:pt x="3937127" y="273596"/>
                  </a:lnTo>
                  <a:close/>
                </a:path>
                <a:path w="7068819" h="320039">
                  <a:moveTo>
                    <a:pt x="7068528" y="319659"/>
                  </a:moveTo>
                  <a:lnTo>
                    <a:pt x="7063143" y="302463"/>
                  </a:lnTo>
                  <a:lnTo>
                    <a:pt x="7043877" y="267627"/>
                  </a:lnTo>
                  <a:lnTo>
                    <a:pt x="7006107" y="240284"/>
                  </a:lnTo>
                  <a:lnTo>
                    <a:pt x="6945173" y="245567"/>
                  </a:lnTo>
                  <a:lnTo>
                    <a:pt x="6950278" y="207581"/>
                  </a:lnTo>
                  <a:lnTo>
                    <a:pt x="6938467" y="140017"/>
                  </a:lnTo>
                  <a:lnTo>
                    <a:pt x="6902323" y="84696"/>
                  </a:lnTo>
                  <a:lnTo>
                    <a:pt x="6847967" y="42849"/>
                  </a:lnTo>
                  <a:lnTo>
                    <a:pt x="6781470" y="15671"/>
                  </a:lnTo>
                  <a:lnTo>
                    <a:pt x="6708915" y="4394"/>
                  </a:lnTo>
                  <a:lnTo>
                    <a:pt x="6672275" y="5092"/>
                  </a:lnTo>
                  <a:lnTo>
                    <a:pt x="6602069" y="19926"/>
                  </a:lnTo>
                  <a:lnTo>
                    <a:pt x="6541033" y="53695"/>
                  </a:lnTo>
                  <a:lnTo>
                    <a:pt x="6495262" y="107607"/>
                  </a:lnTo>
                  <a:lnTo>
                    <a:pt x="6479997" y="142494"/>
                  </a:lnTo>
                  <a:lnTo>
                    <a:pt x="6272428" y="72910"/>
                  </a:lnTo>
                  <a:lnTo>
                    <a:pt x="6150153" y="64617"/>
                  </a:lnTo>
                  <a:lnTo>
                    <a:pt x="6065393" y="131025"/>
                  </a:lnTo>
                  <a:lnTo>
                    <a:pt x="5970359" y="285534"/>
                  </a:lnTo>
                  <a:lnTo>
                    <a:pt x="5949823" y="272516"/>
                  </a:lnTo>
                  <a:lnTo>
                    <a:pt x="5895543" y="248259"/>
                  </a:lnTo>
                  <a:lnTo>
                    <a:pt x="5818581" y="234950"/>
                  </a:lnTo>
                  <a:lnTo>
                    <a:pt x="5729935" y="254800"/>
                  </a:lnTo>
                  <a:lnTo>
                    <a:pt x="5728360" y="221615"/>
                  </a:lnTo>
                  <a:lnTo>
                    <a:pt x="5712295" y="192303"/>
                  </a:lnTo>
                  <a:lnTo>
                    <a:pt x="5684266" y="168414"/>
                  </a:lnTo>
                  <a:lnTo>
                    <a:pt x="5646763" y="151498"/>
                  </a:lnTo>
                  <a:lnTo>
                    <a:pt x="5602275" y="143116"/>
                  </a:lnTo>
                  <a:lnTo>
                    <a:pt x="5553303" y="144830"/>
                  </a:lnTo>
                  <a:lnTo>
                    <a:pt x="5502351" y="158191"/>
                  </a:lnTo>
                  <a:lnTo>
                    <a:pt x="5451907" y="184759"/>
                  </a:lnTo>
                  <a:lnTo>
                    <a:pt x="5282323" y="110998"/>
                  </a:lnTo>
                  <a:lnTo>
                    <a:pt x="5176863" y="100457"/>
                  </a:lnTo>
                  <a:lnTo>
                    <a:pt x="5091481" y="165785"/>
                  </a:lnTo>
                  <a:lnTo>
                    <a:pt x="4982134" y="319620"/>
                  </a:lnTo>
                  <a:lnTo>
                    <a:pt x="7068528" y="319659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2125363" y="4047762"/>
              <a:ext cx="4121150" cy="679450"/>
            </a:xfrm>
            <a:custGeom>
              <a:avLst/>
              <a:gdLst/>
              <a:ahLst/>
              <a:cxnLst/>
              <a:rect l="l" t="t" r="r" b="b"/>
              <a:pathLst>
                <a:path w="4121150" h="679450">
                  <a:moveTo>
                    <a:pt x="1267015" y="197053"/>
                  </a:moveTo>
                  <a:lnTo>
                    <a:pt x="1222235" y="181394"/>
                  </a:lnTo>
                  <a:lnTo>
                    <a:pt x="1174813" y="170421"/>
                  </a:lnTo>
                  <a:lnTo>
                    <a:pt x="1125715" y="164312"/>
                  </a:lnTo>
                  <a:lnTo>
                    <a:pt x="1075956" y="163220"/>
                  </a:lnTo>
                  <a:lnTo>
                    <a:pt x="1026490" y="167335"/>
                  </a:lnTo>
                  <a:lnTo>
                    <a:pt x="978293" y="176796"/>
                  </a:lnTo>
                  <a:lnTo>
                    <a:pt x="932370" y="191782"/>
                  </a:lnTo>
                  <a:lnTo>
                    <a:pt x="889698" y="212445"/>
                  </a:lnTo>
                  <a:lnTo>
                    <a:pt x="851242" y="238975"/>
                  </a:lnTo>
                  <a:lnTo>
                    <a:pt x="817994" y="271513"/>
                  </a:lnTo>
                  <a:lnTo>
                    <a:pt x="790930" y="310248"/>
                  </a:lnTo>
                  <a:lnTo>
                    <a:pt x="734834" y="270979"/>
                  </a:lnTo>
                  <a:lnTo>
                    <a:pt x="677075" y="239687"/>
                  </a:lnTo>
                  <a:lnTo>
                    <a:pt x="618223" y="215671"/>
                  </a:lnTo>
                  <a:lnTo>
                    <a:pt x="558876" y="198247"/>
                  </a:lnTo>
                  <a:lnTo>
                    <a:pt x="499605" y="186715"/>
                  </a:lnTo>
                  <a:lnTo>
                    <a:pt x="440982" y="180390"/>
                  </a:lnTo>
                  <a:lnTo>
                    <a:pt x="383603" y="178587"/>
                  </a:lnTo>
                  <a:lnTo>
                    <a:pt x="328041" y="180619"/>
                  </a:lnTo>
                  <a:lnTo>
                    <a:pt x="274866" y="185788"/>
                  </a:lnTo>
                  <a:lnTo>
                    <a:pt x="224675" y="193408"/>
                  </a:lnTo>
                  <a:lnTo>
                    <a:pt x="178054" y="202793"/>
                  </a:lnTo>
                  <a:lnTo>
                    <a:pt x="135559" y="213258"/>
                  </a:lnTo>
                  <a:lnTo>
                    <a:pt x="97802" y="224104"/>
                  </a:lnTo>
                  <a:lnTo>
                    <a:pt x="38747" y="244182"/>
                  </a:lnTo>
                  <a:lnTo>
                    <a:pt x="0" y="260057"/>
                  </a:lnTo>
                  <a:lnTo>
                    <a:pt x="60477" y="252018"/>
                  </a:lnTo>
                  <a:lnTo>
                    <a:pt x="203657" y="246976"/>
                  </a:lnTo>
                  <a:lnTo>
                    <a:pt x="372135" y="273570"/>
                  </a:lnTo>
                  <a:lnTo>
                    <a:pt x="508495" y="360413"/>
                  </a:lnTo>
                  <a:lnTo>
                    <a:pt x="548284" y="338518"/>
                  </a:lnTo>
                  <a:lnTo>
                    <a:pt x="594296" y="338810"/>
                  </a:lnTo>
                  <a:lnTo>
                    <a:pt x="633793" y="359664"/>
                  </a:lnTo>
                  <a:lnTo>
                    <a:pt x="654062" y="399491"/>
                  </a:lnTo>
                  <a:lnTo>
                    <a:pt x="731608" y="383552"/>
                  </a:lnTo>
                  <a:lnTo>
                    <a:pt x="781431" y="380326"/>
                  </a:lnTo>
                  <a:lnTo>
                    <a:pt x="825068" y="391680"/>
                  </a:lnTo>
                  <a:lnTo>
                    <a:pt x="884110" y="419493"/>
                  </a:lnTo>
                  <a:lnTo>
                    <a:pt x="902766" y="381330"/>
                  </a:lnTo>
                  <a:lnTo>
                    <a:pt x="965758" y="299173"/>
                  </a:lnTo>
                  <a:lnTo>
                    <a:pt x="1083665" y="221564"/>
                  </a:lnTo>
                  <a:lnTo>
                    <a:pt x="1267015" y="197053"/>
                  </a:lnTo>
                  <a:close/>
                </a:path>
                <a:path w="4121150" h="679450">
                  <a:moveTo>
                    <a:pt x="4120870" y="70104"/>
                  </a:moveTo>
                  <a:lnTo>
                    <a:pt x="3961955" y="123825"/>
                  </a:lnTo>
                  <a:lnTo>
                    <a:pt x="3874744" y="192786"/>
                  </a:lnTo>
                  <a:lnTo>
                    <a:pt x="3828453" y="322922"/>
                  </a:lnTo>
                  <a:lnTo>
                    <a:pt x="3792245" y="560209"/>
                  </a:lnTo>
                  <a:lnTo>
                    <a:pt x="3782999" y="540753"/>
                  </a:lnTo>
                  <a:lnTo>
                    <a:pt x="3751529" y="499973"/>
                  </a:lnTo>
                  <a:lnTo>
                    <a:pt x="3692321" y="464159"/>
                  </a:lnTo>
                  <a:lnTo>
                    <a:pt x="3599815" y="459676"/>
                  </a:lnTo>
                  <a:lnTo>
                    <a:pt x="3600513" y="400227"/>
                  </a:lnTo>
                  <a:lnTo>
                    <a:pt x="3594862" y="345236"/>
                  </a:lnTo>
                  <a:lnTo>
                    <a:pt x="3583394" y="294627"/>
                  </a:lnTo>
                  <a:lnTo>
                    <a:pt x="3566617" y="248323"/>
                  </a:lnTo>
                  <a:lnTo>
                    <a:pt x="3545052" y="206248"/>
                  </a:lnTo>
                  <a:lnTo>
                    <a:pt x="3519220" y="168300"/>
                  </a:lnTo>
                  <a:lnTo>
                    <a:pt x="3489629" y="134429"/>
                  </a:lnTo>
                  <a:lnTo>
                    <a:pt x="3456800" y="104521"/>
                  </a:lnTo>
                  <a:lnTo>
                    <a:pt x="3421253" y="78524"/>
                  </a:lnTo>
                  <a:lnTo>
                    <a:pt x="3383496" y="56349"/>
                  </a:lnTo>
                  <a:lnTo>
                    <a:pt x="3344062" y="37922"/>
                  </a:lnTo>
                  <a:lnTo>
                    <a:pt x="3303460" y="23152"/>
                  </a:lnTo>
                  <a:lnTo>
                    <a:pt x="3262198" y="11950"/>
                  </a:lnTo>
                  <a:lnTo>
                    <a:pt x="3220821" y="4267"/>
                  </a:lnTo>
                  <a:lnTo>
                    <a:pt x="3179813" y="0"/>
                  </a:lnTo>
                  <a:lnTo>
                    <a:pt x="3226562" y="14592"/>
                  </a:lnTo>
                  <a:lnTo>
                    <a:pt x="3269665" y="36766"/>
                  </a:lnTo>
                  <a:lnTo>
                    <a:pt x="3309048" y="65481"/>
                  </a:lnTo>
                  <a:lnTo>
                    <a:pt x="3344621" y="99669"/>
                  </a:lnTo>
                  <a:lnTo>
                    <a:pt x="3376307" y="138264"/>
                  </a:lnTo>
                  <a:lnTo>
                    <a:pt x="3404006" y="180225"/>
                  </a:lnTo>
                  <a:lnTo>
                    <a:pt x="3427641" y="224497"/>
                  </a:lnTo>
                  <a:lnTo>
                    <a:pt x="3446411" y="272021"/>
                  </a:lnTo>
                  <a:lnTo>
                    <a:pt x="3458489" y="321640"/>
                  </a:lnTo>
                  <a:lnTo>
                    <a:pt x="3463887" y="372465"/>
                  </a:lnTo>
                  <a:lnTo>
                    <a:pt x="3462617" y="423583"/>
                  </a:lnTo>
                  <a:lnTo>
                    <a:pt x="3454717" y="474091"/>
                  </a:lnTo>
                  <a:lnTo>
                    <a:pt x="3440214" y="523062"/>
                  </a:lnTo>
                  <a:lnTo>
                    <a:pt x="3419106" y="569620"/>
                  </a:lnTo>
                  <a:lnTo>
                    <a:pt x="3470211" y="565531"/>
                  </a:lnTo>
                  <a:lnTo>
                    <a:pt x="3521138" y="571246"/>
                  </a:lnTo>
                  <a:lnTo>
                    <a:pt x="3570287" y="586105"/>
                  </a:lnTo>
                  <a:lnTo>
                    <a:pt x="3616033" y="609434"/>
                  </a:lnTo>
                  <a:lnTo>
                    <a:pt x="3656736" y="640600"/>
                  </a:lnTo>
                  <a:lnTo>
                    <a:pt x="3690772" y="678954"/>
                  </a:lnTo>
                  <a:lnTo>
                    <a:pt x="3731818" y="649909"/>
                  </a:lnTo>
                  <a:lnTo>
                    <a:pt x="3780802" y="635723"/>
                  </a:lnTo>
                  <a:lnTo>
                    <a:pt x="3833850" y="631901"/>
                  </a:lnTo>
                  <a:lnTo>
                    <a:pt x="3887051" y="633984"/>
                  </a:lnTo>
                  <a:lnTo>
                    <a:pt x="3883253" y="617613"/>
                  </a:lnTo>
                  <a:lnTo>
                    <a:pt x="3881094" y="590854"/>
                  </a:lnTo>
                  <a:lnTo>
                    <a:pt x="3881361" y="555231"/>
                  </a:lnTo>
                  <a:lnTo>
                    <a:pt x="3884777" y="512229"/>
                  </a:lnTo>
                  <a:lnTo>
                    <a:pt x="3892131" y="463397"/>
                  </a:lnTo>
                  <a:lnTo>
                    <a:pt x="3904145" y="410222"/>
                  </a:lnTo>
                  <a:lnTo>
                    <a:pt x="3921582" y="354228"/>
                  </a:lnTo>
                  <a:lnTo>
                    <a:pt x="3945217" y="296938"/>
                  </a:lnTo>
                  <a:lnTo>
                    <a:pt x="3975773" y="239852"/>
                  </a:lnTo>
                  <a:lnTo>
                    <a:pt x="4014012" y="184492"/>
                  </a:lnTo>
                  <a:lnTo>
                    <a:pt x="4063822" y="126022"/>
                  </a:lnTo>
                  <a:lnTo>
                    <a:pt x="4091521" y="97497"/>
                  </a:lnTo>
                  <a:lnTo>
                    <a:pt x="4120870" y="70104"/>
                  </a:lnTo>
                  <a:close/>
                </a:path>
              </a:pathLst>
            </a:custGeom>
            <a:solidFill>
              <a:srgbClr val="064F57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2" name="object 152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33963" y="1923102"/>
            <a:ext cx="1998933" cy="1003300"/>
          </a:xfrm>
          <a:prstGeom prst="rect">
            <a:avLst/>
          </a:prstGeom>
        </p:spPr>
      </p:pic>
      <p:sp>
        <p:nvSpPr>
          <p:cNvPr id="153" name="object 153" descr=""/>
          <p:cNvSpPr/>
          <p:nvPr/>
        </p:nvSpPr>
        <p:spPr>
          <a:xfrm>
            <a:off x="3673746" y="2734878"/>
            <a:ext cx="1703070" cy="191770"/>
          </a:xfrm>
          <a:custGeom>
            <a:avLst/>
            <a:gdLst/>
            <a:ahLst/>
            <a:cxnLst/>
            <a:rect l="l" t="t" r="r" b="b"/>
            <a:pathLst>
              <a:path w="1703070" h="191769">
                <a:moveTo>
                  <a:pt x="1246946" y="0"/>
                </a:moveTo>
                <a:lnTo>
                  <a:pt x="1202205" y="5218"/>
                </a:lnTo>
                <a:lnTo>
                  <a:pt x="1161206" y="20072"/>
                </a:lnTo>
                <a:lnTo>
                  <a:pt x="1125143" y="43359"/>
                </a:lnTo>
                <a:lnTo>
                  <a:pt x="1095213" y="73879"/>
                </a:lnTo>
                <a:lnTo>
                  <a:pt x="1072611" y="110429"/>
                </a:lnTo>
                <a:lnTo>
                  <a:pt x="1058533" y="151806"/>
                </a:lnTo>
                <a:lnTo>
                  <a:pt x="1031819" y="133204"/>
                </a:lnTo>
                <a:lnTo>
                  <a:pt x="1002089" y="119250"/>
                </a:lnTo>
                <a:lnTo>
                  <a:pt x="969855" y="110483"/>
                </a:lnTo>
                <a:lnTo>
                  <a:pt x="935625" y="107441"/>
                </a:lnTo>
                <a:lnTo>
                  <a:pt x="920949" y="108002"/>
                </a:lnTo>
                <a:lnTo>
                  <a:pt x="906581" y="109649"/>
                </a:lnTo>
                <a:lnTo>
                  <a:pt x="892551" y="112331"/>
                </a:lnTo>
                <a:lnTo>
                  <a:pt x="878894" y="115996"/>
                </a:lnTo>
                <a:lnTo>
                  <a:pt x="852429" y="77506"/>
                </a:lnTo>
                <a:lnTo>
                  <a:pt x="818605" y="45504"/>
                </a:lnTo>
                <a:lnTo>
                  <a:pt x="778603" y="21177"/>
                </a:lnTo>
                <a:lnTo>
                  <a:pt x="733606" y="5712"/>
                </a:lnTo>
                <a:lnTo>
                  <a:pt x="684795" y="293"/>
                </a:lnTo>
                <a:lnTo>
                  <a:pt x="633109" y="6393"/>
                </a:lnTo>
                <a:lnTo>
                  <a:pt x="585822" y="23743"/>
                </a:lnTo>
                <a:lnTo>
                  <a:pt x="544336" y="50919"/>
                </a:lnTo>
                <a:lnTo>
                  <a:pt x="510049" y="86494"/>
                </a:lnTo>
                <a:lnTo>
                  <a:pt x="484362" y="129043"/>
                </a:lnTo>
                <a:lnTo>
                  <a:pt x="477860" y="127193"/>
                </a:lnTo>
                <a:lnTo>
                  <a:pt x="471166" y="125829"/>
                </a:lnTo>
                <a:lnTo>
                  <a:pt x="464295" y="124986"/>
                </a:lnTo>
                <a:lnTo>
                  <a:pt x="457263" y="124697"/>
                </a:lnTo>
                <a:lnTo>
                  <a:pt x="443522" y="125778"/>
                </a:lnTo>
                <a:lnTo>
                  <a:pt x="430468" y="128903"/>
                </a:lnTo>
                <a:lnTo>
                  <a:pt x="418254" y="133899"/>
                </a:lnTo>
                <a:lnTo>
                  <a:pt x="407034" y="140592"/>
                </a:lnTo>
                <a:lnTo>
                  <a:pt x="378465" y="103585"/>
                </a:lnTo>
                <a:lnTo>
                  <a:pt x="341527" y="74971"/>
                </a:lnTo>
                <a:lnTo>
                  <a:pt x="297920" y="56511"/>
                </a:lnTo>
                <a:lnTo>
                  <a:pt x="249343" y="49967"/>
                </a:lnTo>
                <a:lnTo>
                  <a:pt x="204483" y="55529"/>
                </a:lnTo>
                <a:lnTo>
                  <a:pt x="163720" y="71300"/>
                </a:lnTo>
                <a:lnTo>
                  <a:pt x="128371" y="95903"/>
                </a:lnTo>
                <a:lnTo>
                  <a:pt x="99756" y="127964"/>
                </a:lnTo>
                <a:lnTo>
                  <a:pt x="91882" y="125870"/>
                </a:lnTo>
                <a:lnTo>
                  <a:pt x="52964" y="130458"/>
                </a:lnTo>
                <a:lnTo>
                  <a:pt x="14842" y="167038"/>
                </a:lnTo>
                <a:lnTo>
                  <a:pt x="0" y="191522"/>
                </a:lnTo>
                <a:lnTo>
                  <a:pt x="1703005" y="191522"/>
                </a:lnTo>
                <a:lnTo>
                  <a:pt x="1677741" y="166318"/>
                </a:lnTo>
                <a:lnTo>
                  <a:pt x="1650079" y="144477"/>
                </a:lnTo>
                <a:lnTo>
                  <a:pt x="1620404" y="129099"/>
                </a:lnTo>
                <a:lnTo>
                  <a:pt x="1589103" y="123284"/>
                </a:lnTo>
                <a:lnTo>
                  <a:pt x="1568094" y="124426"/>
                </a:lnTo>
                <a:lnTo>
                  <a:pt x="1547753" y="127768"/>
                </a:lnTo>
                <a:lnTo>
                  <a:pt x="1528190" y="133179"/>
                </a:lnTo>
                <a:lnTo>
                  <a:pt x="1509514" y="140529"/>
                </a:lnTo>
                <a:lnTo>
                  <a:pt x="1486642" y="116735"/>
                </a:lnTo>
                <a:lnTo>
                  <a:pt x="1460010" y="97150"/>
                </a:lnTo>
                <a:lnTo>
                  <a:pt x="1430162" y="82309"/>
                </a:lnTo>
                <a:lnTo>
                  <a:pt x="1397643" y="72751"/>
                </a:lnTo>
                <a:lnTo>
                  <a:pt x="1367780" y="42703"/>
                </a:lnTo>
                <a:lnTo>
                  <a:pt x="1331946" y="19770"/>
                </a:lnTo>
                <a:lnTo>
                  <a:pt x="1291286" y="5140"/>
                </a:lnTo>
                <a:lnTo>
                  <a:pt x="1246946" y="0"/>
                </a:lnTo>
                <a:close/>
              </a:path>
            </a:pathLst>
          </a:custGeom>
          <a:solidFill>
            <a:srgbClr val="86B934">
              <a:alpha val="4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5732715" y="1830393"/>
            <a:ext cx="4977765" cy="1096010"/>
          </a:xfrm>
          <a:custGeom>
            <a:avLst/>
            <a:gdLst/>
            <a:ahLst/>
            <a:cxnLst/>
            <a:rect l="l" t="t" r="r" b="b"/>
            <a:pathLst>
              <a:path w="4977765" h="1096010">
                <a:moveTo>
                  <a:pt x="208193" y="986790"/>
                </a:moveTo>
                <a:lnTo>
                  <a:pt x="167377" y="996950"/>
                </a:lnTo>
                <a:lnTo>
                  <a:pt x="128592" y="1029970"/>
                </a:lnTo>
                <a:lnTo>
                  <a:pt x="121745" y="1055370"/>
                </a:lnTo>
                <a:lnTo>
                  <a:pt x="110807" y="1065530"/>
                </a:lnTo>
                <a:lnTo>
                  <a:pt x="103188" y="1074420"/>
                </a:lnTo>
                <a:lnTo>
                  <a:pt x="95314" y="1083310"/>
                </a:lnTo>
                <a:lnTo>
                  <a:pt x="83610" y="1096010"/>
                </a:lnTo>
                <a:lnTo>
                  <a:pt x="4977524" y="1096010"/>
                </a:lnTo>
                <a:lnTo>
                  <a:pt x="4977524" y="1000760"/>
                </a:lnTo>
                <a:lnTo>
                  <a:pt x="238391" y="1000760"/>
                </a:lnTo>
                <a:lnTo>
                  <a:pt x="221290" y="990600"/>
                </a:lnTo>
                <a:lnTo>
                  <a:pt x="208193" y="986790"/>
                </a:lnTo>
                <a:close/>
              </a:path>
              <a:path w="4977765" h="1096010">
                <a:moveTo>
                  <a:pt x="343665" y="960120"/>
                </a:moveTo>
                <a:lnTo>
                  <a:pt x="308577" y="960120"/>
                </a:lnTo>
                <a:lnTo>
                  <a:pt x="274843" y="969010"/>
                </a:lnTo>
                <a:lnTo>
                  <a:pt x="253247" y="982980"/>
                </a:lnTo>
                <a:lnTo>
                  <a:pt x="241768" y="994410"/>
                </a:lnTo>
                <a:lnTo>
                  <a:pt x="238391" y="1000760"/>
                </a:lnTo>
                <a:lnTo>
                  <a:pt x="4977524" y="1000760"/>
                </a:lnTo>
                <a:lnTo>
                  <a:pt x="4977524" y="975360"/>
                </a:lnTo>
                <a:lnTo>
                  <a:pt x="392753" y="975360"/>
                </a:lnTo>
                <a:lnTo>
                  <a:pt x="386307" y="972820"/>
                </a:lnTo>
                <a:lnTo>
                  <a:pt x="369760" y="965200"/>
                </a:lnTo>
                <a:lnTo>
                  <a:pt x="343665" y="960120"/>
                </a:lnTo>
                <a:close/>
              </a:path>
              <a:path w="4977765" h="1096010">
                <a:moveTo>
                  <a:pt x="390065" y="345440"/>
                </a:moveTo>
                <a:lnTo>
                  <a:pt x="373560" y="345440"/>
                </a:lnTo>
                <a:lnTo>
                  <a:pt x="380589" y="388620"/>
                </a:lnTo>
                <a:lnTo>
                  <a:pt x="387815" y="434340"/>
                </a:lnTo>
                <a:lnTo>
                  <a:pt x="395022" y="481330"/>
                </a:lnTo>
                <a:lnTo>
                  <a:pt x="401994" y="529590"/>
                </a:lnTo>
                <a:lnTo>
                  <a:pt x="408513" y="576580"/>
                </a:lnTo>
                <a:lnTo>
                  <a:pt x="414365" y="622300"/>
                </a:lnTo>
                <a:lnTo>
                  <a:pt x="419969" y="671830"/>
                </a:lnTo>
                <a:lnTo>
                  <a:pt x="425101" y="721360"/>
                </a:lnTo>
                <a:lnTo>
                  <a:pt x="429755" y="772160"/>
                </a:lnTo>
                <a:lnTo>
                  <a:pt x="434119" y="822960"/>
                </a:lnTo>
                <a:lnTo>
                  <a:pt x="437589" y="867410"/>
                </a:lnTo>
                <a:lnTo>
                  <a:pt x="433736" y="869950"/>
                </a:lnTo>
                <a:lnTo>
                  <a:pt x="429883" y="871220"/>
                </a:lnTo>
                <a:lnTo>
                  <a:pt x="426040" y="873760"/>
                </a:lnTo>
                <a:lnTo>
                  <a:pt x="398093" y="902970"/>
                </a:lnTo>
                <a:lnTo>
                  <a:pt x="389005" y="935990"/>
                </a:lnTo>
                <a:lnTo>
                  <a:pt x="390113" y="963930"/>
                </a:lnTo>
                <a:lnTo>
                  <a:pt x="392753" y="975360"/>
                </a:lnTo>
                <a:lnTo>
                  <a:pt x="4977524" y="975360"/>
                </a:lnTo>
                <a:lnTo>
                  <a:pt x="4977524" y="965200"/>
                </a:lnTo>
                <a:lnTo>
                  <a:pt x="4693522" y="965200"/>
                </a:lnTo>
                <a:lnTo>
                  <a:pt x="4693522" y="951230"/>
                </a:lnTo>
                <a:lnTo>
                  <a:pt x="3533736" y="951230"/>
                </a:lnTo>
                <a:lnTo>
                  <a:pt x="3533736" y="908050"/>
                </a:lnTo>
                <a:lnTo>
                  <a:pt x="2985239" y="908050"/>
                </a:lnTo>
                <a:lnTo>
                  <a:pt x="2985239" y="889000"/>
                </a:lnTo>
                <a:lnTo>
                  <a:pt x="1029309" y="889000"/>
                </a:lnTo>
                <a:lnTo>
                  <a:pt x="1024560" y="868680"/>
                </a:lnTo>
                <a:lnTo>
                  <a:pt x="1015545" y="855980"/>
                </a:lnTo>
                <a:lnTo>
                  <a:pt x="1009840" y="853440"/>
                </a:lnTo>
                <a:lnTo>
                  <a:pt x="476237" y="853440"/>
                </a:lnTo>
                <a:lnTo>
                  <a:pt x="471249" y="806450"/>
                </a:lnTo>
                <a:lnTo>
                  <a:pt x="465656" y="759460"/>
                </a:lnTo>
                <a:lnTo>
                  <a:pt x="459498" y="713740"/>
                </a:lnTo>
                <a:lnTo>
                  <a:pt x="452814" y="670560"/>
                </a:lnTo>
                <a:lnTo>
                  <a:pt x="444787" y="624840"/>
                </a:lnTo>
                <a:lnTo>
                  <a:pt x="436021" y="577850"/>
                </a:lnTo>
                <a:lnTo>
                  <a:pt x="426750" y="528320"/>
                </a:lnTo>
                <a:lnTo>
                  <a:pt x="417208" y="480060"/>
                </a:lnTo>
                <a:lnTo>
                  <a:pt x="407629" y="431800"/>
                </a:lnTo>
                <a:lnTo>
                  <a:pt x="398247" y="386080"/>
                </a:lnTo>
                <a:lnTo>
                  <a:pt x="390065" y="345440"/>
                </a:lnTo>
                <a:close/>
              </a:path>
              <a:path w="4977765" h="1096010">
                <a:moveTo>
                  <a:pt x="4862638" y="953770"/>
                </a:moveTo>
                <a:lnTo>
                  <a:pt x="4722066" y="953770"/>
                </a:lnTo>
                <a:lnTo>
                  <a:pt x="4722066" y="965200"/>
                </a:lnTo>
                <a:lnTo>
                  <a:pt x="4862638" y="965200"/>
                </a:lnTo>
                <a:lnTo>
                  <a:pt x="4862638" y="953770"/>
                </a:lnTo>
                <a:close/>
              </a:path>
              <a:path w="4977765" h="1096010">
                <a:moveTo>
                  <a:pt x="4844795" y="927100"/>
                </a:moveTo>
                <a:lnTo>
                  <a:pt x="4775583" y="927100"/>
                </a:lnTo>
                <a:lnTo>
                  <a:pt x="4775583" y="953770"/>
                </a:lnTo>
                <a:lnTo>
                  <a:pt x="4844795" y="953770"/>
                </a:lnTo>
                <a:lnTo>
                  <a:pt x="4844795" y="927100"/>
                </a:lnTo>
                <a:close/>
              </a:path>
              <a:path w="4977765" h="1096010">
                <a:moveTo>
                  <a:pt x="4076976" y="887730"/>
                </a:moveTo>
                <a:lnTo>
                  <a:pt x="3962770" y="887730"/>
                </a:lnTo>
                <a:lnTo>
                  <a:pt x="3962770" y="922020"/>
                </a:lnTo>
                <a:lnTo>
                  <a:pt x="3618194" y="922020"/>
                </a:lnTo>
                <a:lnTo>
                  <a:pt x="3618194" y="951230"/>
                </a:lnTo>
                <a:lnTo>
                  <a:pt x="4693522" y="951230"/>
                </a:lnTo>
                <a:lnTo>
                  <a:pt x="4693522" y="939800"/>
                </a:lnTo>
                <a:lnTo>
                  <a:pt x="4468880" y="939800"/>
                </a:lnTo>
                <a:lnTo>
                  <a:pt x="4468880" y="908050"/>
                </a:lnTo>
                <a:lnTo>
                  <a:pt x="4076976" y="908050"/>
                </a:lnTo>
                <a:lnTo>
                  <a:pt x="4076976" y="887730"/>
                </a:lnTo>
                <a:close/>
              </a:path>
              <a:path w="4977765" h="1096010">
                <a:moveTo>
                  <a:pt x="4561149" y="881380"/>
                </a:moveTo>
                <a:lnTo>
                  <a:pt x="4519412" y="881380"/>
                </a:lnTo>
                <a:lnTo>
                  <a:pt x="4519412" y="939800"/>
                </a:lnTo>
                <a:lnTo>
                  <a:pt x="4561149" y="939800"/>
                </a:lnTo>
                <a:lnTo>
                  <a:pt x="4561149" y="881380"/>
                </a:lnTo>
                <a:close/>
              </a:path>
              <a:path w="4977765" h="1096010">
                <a:moveTo>
                  <a:pt x="4693522" y="916940"/>
                </a:moveTo>
                <a:lnTo>
                  <a:pt x="4622163" y="916940"/>
                </a:lnTo>
                <a:lnTo>
                  <a:pt x="4622163" y="939800"/>
                </a:lnTo>
                <a:lnTo>
                  <a:pt x="4693522" y="939800"/>
                </a:lnTo>
                <a:lnTo>
                  <a:pt x="4693522" y="916940"/>
                </a:lnTo>
                <a:close/>
              </a:path>
              <a:path w="4977765" h="1096010">
                <a:moveTo>
                  <a:pt x="3769550" y="873760"/>
                </a:moveTo>
                <a:lnTo>
                  <a:pt x="3745061" y="876300"/>
                </a:lnTo>
                <a:lnTo>
                  <a:pt x="3723388" y="886460"/>
                </a:lnTo>
                <a:lnTo>
                  <a:pt x="3705561" y="902970"/>
                </a:lnTo>
                <a:lnTo>
                  <a:pt x="3692610" y="922020"/>
                </a:lnTo>
                <a:lnTo>
                  <a:pt x="3846491" y="922020"/>
                </a:lnTo>
                <a:lnTo>
                  <a:pt x="3833540" y="902970"/>
                </a:lnTo>
                <a:lnTo>
                  <a:pt x="3815713" y="886460"/>
                </a:lnTo>
                <a:lnTo>
                  <a:pt x="3794040" y="876300"/>
                </a:lnTo>
                <a:lnTo>
                  <a:pt x="3769550" y="873760"/>
                </a:lnTo>
                <a:close/>
              </a:path>
              <a:path w="4977765" h="1096010">
                <a:moveTo>
                  <a:pt x="3161831" y="862330"/>
                </a:moveTo>
                <a:lnTo>
                  <a:pt x="3125225" y="862330"/>
                </a:lnTo>
                <a:lnTo>
                  <a:pt x="3125225" y="908050"/>
                </a:lnTo>
                <a:lnTo>
                  <a:pt x="3161831" y="908050"/>
                </a:lnTo>
                <a:lnTo>
                  <a:pt x="3161831" y="862330"/>
                </a:lnTo>
                <a:close/>
              </a:path>
              <a:path w="4977765" h="1096010">
                <a:moveTo>
                  <a:pt x="3533736" y="840740"/>
                </a:moveTo>
                <a:lnTo>
                  <a:pt x="3193578" y="840740"/>
                </a:lnTo>
                <a:lnTo>
                  <a:pt x="3193578" y="908050"/>
                </a:lnTo>
                <a:lnTo>
                  <a:pt x="3533736" y="908050"/>
                </a:lnTo>
                <a:lnTo>
                  <a:pt x="3533736" y="840740"/>
                </a:lnTo>
                <a:close/>
              </a:path>
              <a:path w="4977765" h="1096010">
                <a:moveTo>
                  <a:pt x="4331135" y="842010"/>
                </a:moveTo>
                <a:lnTo>
                  <a:pt x="4106943" y="842010"/>
                </a:lnTo>
                <a:lnTo>
                  <a:pt x="4106943" y="908050"/>
                </a:lnTo>
                <a:lnTo>
                  <a:pt x="4468880" y="908050"/>
                </a:lnTo>
                <a:lnTo>
                  <a:pt x="4468880" y="901700"/>
                </a:lnTo>
                <a:lnTo>
                  <a:pt x="4331135" y="901700"/>
                </a:lnTo>
                <a:lnTo>
                  <a:pt x="4331135" y="842010"/>
                </a:lnTo>
                <a:close/>
              </a:path>
              <a:path w="4977765" h="1096010">
                <a:moveTo>
                  <a:pt x="4468880" y="889000"/>
                </a:moveTo>
                <a:lnTo>
                  <a:pt x="4354674" y="889000"/>
                </a:lnTo>
                <a:lnTo>
                  <a:pt x="4354674" y="901700"/>
                </a:lnTo>
                <a:lnTo>
                  <a:pt x="4468880" y="901700"/>
                </a:lnTo>
                <a:lnTo>
                  <a:pt x="4468880" y="889000"/>
                </a:lnTo>
                <a:close/>
              </a:path>
              <a:path w="4977765" h="1096010">
                <a:moveTo>
                  <a:pt x="1114893" y="808990"/>
                </a:moveTo>
                <a:lnTo>
                  <a:pt x="1075161" y="821690"/>
                </a:lnTo>
                <a:lnTo>
                  <a:pt x="1039117" y="861060"/>
                </a:lnTo>
                <a:lnTo>
                  <a:pt x="1029309" y="889000"/>
                </a:lnTo>
                <a:lnTo>
                  <a:pt x="2985239" y="889000"/>
                </a:lnTo>
                <a:lnTo>
                  <a:pt x="2985239" y="822960"/>
                </a:lnTo>
                <a:lnTo>
                  <a:pt x="1183116" y="822960"/>
                </a:lnTo>
                <a:lnTo>
                  <a:pt x="1140383" y="812800"/>
                </a:lnTo>
                <a:lnTo>
                  <a:pt x="1114893" y="808990"/>
                </a:lnTo>
                <a:close/>
              </a:path>
              <a:path w="4977765" h="1096010">
                <a:moveTo>
                  <a:pt x="4053594" y="845820"/>
                </a:moveTo>
                <a:lnTo>
                  <a:pt x="3995596" y="845820"/>
                </a:lnTo>
                <a:lnTo>
                  <a:pt x="3995596" y="887730"/>
                </a:lnTo>
                <a:lnTo>
                  <a:pt x="4053594" y="887730"/>
                </a:lnTo>
                <a:lnTo>
                  <a:pt x="4053594" y="845820"/>
                </a:lnTo>
                <a:close/>
              </a:path>
              <a:path w="4977765" h="1096010">
                <a:moveTo>
                  <a:pt x="521932" y="844550"/>
                </a:moveTo>
                <a:lnTo>
                  <a:pt x="510049" y="844550"/>
                </a:lnTo>
                <a:lnTo>
                  <a:pt x="496754" y="847090"/>
                </a:lnTo>
                <a:lnTo>
                  <a:pt x="476237" y="853440"/>
                </a:lnTo>
                <a:lnTo>
                  <a:pt x="841765" y="853440"/>
                </a:lnTo>
                <a:lnTo>
                  <a:pt x="839020" y="845820"/>
                </a:lnTo>
                <a:lnTo>
                  <a:pt x="538214" y="845820"/>
                </a:lnTo>
                <a:lnTo>
                  <a:pt x="521932" y="844550"/>
                </a:lnTo>
                <a:close/>
              </a:path>
              <a:path w="4977765" h="1096010">
                <a:moveTo>
                  <a:pt x="912426" y="830580"/>
                </a:moveTo>
                <a:lnTo>
                  <a:pt x="875526" y="836930"/>
                </a:lnTo>
                <a:lnTo>
                  <a:pt x="850794" y="848360"/>
                </a:lnTo>
                <a:lnTo>
                  <a:pt x="841765" y="853440"/>
                </a:lnTo>
                <a:lnTo>
                  <a:pt x="1009840" y="853440"/>
                </a:lnTo>
                <a:lnTo>
                  <a:pt x="995575" y="847090"/>
                </a:lnTo>
                <a:lnTo>
                  <a:pt x="957961" y="835660"/>
                </a:lnTo>
                <a:lnTo>
                  <a:pt x="912426" y="830580"/>
                </a:lnTo>
                <a:close/>
              </a:path>
              <a:path w="4977765" h="1096010">
                <a:moveTo>
                  <a:pt x="777495" y="453390"/>
                </a:moveTo>
                <a:lnTo>
                  <a:pt x="759265" y="453390"/>
                </a:lnTo>
                <a:lnTo>
                  <a:pt x="743894" y="472440"/>
                </a:lnTo>
                <a:lnTo>
                  <a:pt x="718889" y="506730"/>
                </a:lnTo>
                <a:lnTo>
                  <a:pt x="687676" y="551180"/>
                </a:lnTo>
                <a:lnTo>
                  <a:pt x="653677" y="603250"/>
                </a:lnTo>
                <a:lnTo>
                  <a:pt x="620317" y="662940"/>
                </a:lnTo>
                <a:lnTo>
                  <a:pt x="591019" y="723900"/>
                </a:lnTo>
                <a:lnTo>
                  <a:pt x="582000" y="745490"/>
                </a:lnTo>
                <a:lnTo>
                  <a:pt x="577368" y="756920"/>
                </a:lnTo>
                <a:lnTo>
                  <a:pt x="572674" y="768350"/>
                </a:lnTo>
                <a:lnTo>
                  <a:pt x="551793" y="795020"/>
                </a:lnTo>
                <a:lnTo>
                  <a:pt x="541670" y="820420"/>
                </a:lnTo>
                <a:lnTo>
                  <a:pt x="538433" y="838200"/>
                </a:lnTo>
                <a:lnTo>
                  <a:pt x="538214" y="845820"/>
                </a:lnTo>
                <a:lnTo>
                  <a:pt x="839020" y="845820"/>
                </a:lnTo>
                <a:lnTo>
                  <a:pt x="813853" y="775970"/>
                </a:lnTo>
                <a:lnTo>
                  <a:pt x="792392" y="745490"/>
                </a:lnTo>
                <a:lnTo>
                  <a:pt x="610956" y="745490"/>
                </a:lnTo>
                <a:lnTo>
                  <a:pt x="618395" y="725170"/>
                </a:lnTo>
                <a:lnTo>
                  <a:pt x="633608" y="688340"/>
                </a:lnTo>
                <a:lnTo>
                  <a:pt x="661550" y="629920"/>
                </a:lnTo>
                <a:lnTo>
                  <a:pt x="686327" y="585470"/>
                </a:lnTo>
                <a:lnTo>
                  <a:pt x="712695" y="542290"/>
                </a:lnTo>
                <a:lnTo>
                  <a:pt x="737676" y="501650"/>
                </a:lnTo>
                <a:lnTo>
                  <a:pt x="758501" y="469900"/>
                </a:lnTo>
                <a:lnTo>
                  <a:pt x="762103" y="463550"/>
                </a:lnTo>
                <a:lnTo>
                  <a:pt x="767768" y="454660"/>
                </a:lnTo>
                <a:lnTo>
                  <a:pt x="779728" y="454660"/>
                </a:lnTo>
                <a:lnTo>
                  <a:pt x="777495" y="453390"/>
                </a:lnTo>
                <a:close/>
              </a:path>
              <a:path w="4977765" h="1096010">
                <a:moveTo>
                  <a:pt x="4025658" y="802640"/>
                </a:moveTo>
                <a:lnTo>
                  <a:pt x="4015346" y="803910"/>
                </a:lnTo>
                <a:lnTo>
                  <a:pt x="4006922" y="810260"/>
                </a:lnTo>
                <a:lnTo>
                  <a:pt x="4001240" y="817880"/>
                </a:lnTo>
                <a:lnTo>
                  <a:pt x="3999156" y="829310"/>
                </a:lnTo>
                <a:lnTo>
                  <a:pt x="3999156" y="835660"/>
                </a:lnTo>
                <a:lnTo>
                  <a:pt x="4001711" y="842010"/>
                </a:lnTo>
                <a:lnTo>
                  <a:pt x="4005868" y="845820"/>
                </a:lnTo>
                <a:lnTo>
                  <a:pt x="4045458" y="845820"/>
                </a:lnTo>
                <a:lnTo>
                  <a:pt x="4049615" y="842010"/>
                </a:lnTo>
                <a:lnTo>
                  <a:pt x="4052170" y="835660"/>
                </a:lnTo>
                <a:lnTo>
                  <a:pt x="4052170" y="829310"/>
                </a:lnTo>
                <a:lnTo>
                  <a:pt x="4050086" y="817880"/>
                </a:lnTo>
                <a:lnTo>
                  <a:pt x="4044403" y="810260"/>
                </a:lnTo>
                <a:lnTo>
                  <a:pt x="4035976" y="803910"/>
                </a:lnTo>
                <a:lnTo>
                  <a:pt x="4025658" y="802640"/>
                </a:lnTo>
                <a:close/>
              </a:path>
              <a:path w="4977765" h="1096010">
                <a:moveTo>
                  <a:pt x="4312853" y="815340"/>
                </a:moveTo>
                <a:lnTo>
                  <a:pt x="4124545" y="815340"/>
                </a:lnTo>
                <a:lnTo>
                  <a:pt x="4124545" y="842010"/>
                </a:lnTo>
                <a:lnTo>
                  <a:pt x="4312853" y="842010"/>
                </a:lnTo>
                <a:lnTo>
                  <a:pt x="4312853" y="815340"/>
                </a:lnTo>
                <a:close/>
              </a:path>
              <a:path w="4977765" h="1096010">
                <a:moveTo>
                  <a:pt x="3306517" y="749300"/>
                </a:moveTo>
                <a:lnTo>
                  <a:pt x="3237567" y="749300"/>
                </a:lnTo>
                <a:lnTo>
                  <a:pt x="3237567" y="840740"/>
                </a:lnTo>
                <a:lnTo>
                  <a:pt x="3346129" y="840740"/>
                </a:lnTo>
                <a:lnTo>
                  <a:pt x="3346129" y="817880"/>
                </a:lnTo>
                <a:lnTo>
                  <a:pt x="3306517" y="817880"/>
                </a:lnTo>
                <a:lnTo>
                  <a:pt x="3306517" y="749300"/>
                </a:lnTo>
                <a:close/>
              </a:path>
              <a:path w="4977765" h="1096010">
                <a:moveTo>
                  <a:pt x="3401310" y="720090"/>
                </a:moveTo>
                <a:lnTo>
                  <a:pt x="3394368" y="720090"/>
                </a:lnTo>
                <a:lnTo>
                  <a:pt x="3394368" y="840740"/>
                </a:lnTo>
                <a:lnTo>
                  <a:pt x="3401310" y="840740"/>
                </a:lnTo>
                <a:lnTo>
                  <a:pt x="3401310" y="720090"/>
                </a:lnTo>
                <a:close/>
              </a:path>
              <a:path w="4977765" h="1096010">
                <a:moveTo>
                  <a:pt x="1438082" y="673100"/>
                </a:moveTo>
                <a:lnTo>
                  <a:pt x="1335419" y="688340"/>
                </a:lnTo>
                <a:lnTo>
                  <a:pt x="1254755" y="741680"/>
                </a:lnTo>
                <a:lnTo>
                  <a:pt x="1202013" y="797560"/>
                </a:lnTo>
                <a:lnTo>
                  <a:pt x="1183116" y="822960"/>
                </a:lnTo>
                <a:lnTo>
                  <a:pt x="2985239" y="822960"/>
                </a:lnTo>
                <a:lnTo>
                  <a:pt x="2985239" y="820420"/>
                </a:lnTo>
                <a:lnTo>
                  <a:pt x="2828249" y="820420"/>
                </a:lnTo>
                <a:lnTo>
                  <a:pt x="2828249" y="778510"/>
                </a:lnTo>
                <a:lnTo>
                  <a:pt x="1670368" y="778510"/>
                </a:lnTo>
                <a:lnTo>
                  <a:pt x="1670368" y="706120"/>
                </a:lnTo>
                <a:lnTo>
                  <a:pt x="1555628" y="706120"/>
                </a:lnTo>
                <a:lnTo>
                  <a:pt x="1529908" y="694690"/>
                </a:lnTo>
                <a:lnTo>
                  <a:pt x="1501779" y="684530"/>
                </a:lnTo>
                <a:lnTo>
                  <a:pt x="1471188" y="678180"/>
                </a:lnTo>
                <a:lnTo>
                  <a:pt x="1438082" y="673100"/>
                </a:lnTo>
                <a:close/>
              </a:path>
              <a:path w="4977765" h="1096010">
                <a:moveTo>
                  <a:pt x="2906750" y="764540"/>
                </a:moveTo>
                <a:lnTo>
                  <a:pt x="2893880" y="777240"/>
                </a:lnTo>
                <a:lnTo>
                  <a:pt x="2875308" y="787400"/>
                </a:lnTo>
                <a:lnTo>
                  <a:pt x="2858609" y="801370"/>
                </a:lnTo>
                <a:lnTo>
                  <a:pt x="2851359" y="820420"/>
                </a:lnTo>
                <a:lnTo>
                  <a:pt x="2962140" y="820420"/>
                </a:lnTo>
                <a:lnTo>
                  <a:pt x="2955391" y="801370"/>
                </a:lnTo>
                <a:lnTo>
                  <a:pt x="2939526" y="787400"/>
                </a:lnTo>
                <a:lnTo>
                  <a:pt x="2921120" y="777240"/>
                </a:lnTo>
                <a:lnTo>
                  <a:pt x="2906750" y="764540"/>
                </a:lnTo>
                <a:close/>
              </a:path>
              <a:path w="4977765" h="1096010">
                <a:moveTo>
                  <a:pt x="2050032" y="627380"/>
                </a:moveTo>
                <a:lnTo>
                  <a:pt x="1994756" y="627380"/>
                </a:lnTo>
                <a:lnTo>
                  <a:pt x="1994756" y="688340"/>
                </a:lnTo>
                <a:lnTo>
                  <a:pt x="1912288" y="688340"/>
                </a:lnTo>
                <a:lnTo>
                  <a:pt x="1912288" y="755650"/>
                </a:lnTo>
                <a:lnTo>
                  <a:pt x="1791674" y="755650"/>
                </a:lnTo>
                <a:lnTo>
                  <a:pt x="1791674" y="778510"/>
                </a:lnTo>
                <a:lnTo>
                  <a:pt x="2050032" y="778510"/>
                </a:lnTo>
                <a:lnTo>
                  <a:pt x="2050032" y="627380"/>
                </a:lnTo>
                <a:close/>
              </a:path>
              <a:path w="4977765" h="1096010">
                <a:moveTo>
                  <a:pt x="2190321" y="607060"/>
                </a:moveTo>
                <a:lnTo>
                  <a:pt x="2099915" y="607060"/>
                </a:lnTo>
                <a:lnTo>
                  <a:pt x="2099915" y="778510"/>
                </a:lnTo>
                <a:lnTo>
                  <a:pt x="2828249" y="778510"/>
                </a:lnTo>
                <a:lnTo>
                  <a:pt x="2828249" y="755650"/>
                </a:lnTo>
                <a:lnTo>
                  <a:pt x="2190321" y="755650"/>
                </a:lnTo>
                <a:lnTo>
                  <a:pt x="2190321" y="607060"/>
                </a:lnTo>
                <a:close/>
              </a:path>
              <a:path w="4977765" h="1096010">
                <a:moveTo>
                  <a:pt x="2828249" y="706120"/>
                </a:moveTo>
                <a:lnTo>
                  <a:pt x="2423654" y="706120"/>
                </a:lnTo>
                <a:lnTo>
                  <a:pt x="2423654" y="755650"/>
                </a:lnTo>
                <a:lnTo>
                  <a:pt x="2828249" y="755650"/>
                </a:lnTo>
                <a:lnTo>
                  <a:pt x="2828249" y="706120"/>
                </a:lnTo>
                <a:close/>
              </a:path>
              <a:path w="4977765" h="1096010">
                <a:moveTo>
                  <a:pt x="742028" y="726440"/>
                </a:moveTo>
                <a:lnTo>
                  <a:pt x="649565" y="734060"/>
                </a:lnTo>
                <a:lnTo>
                  <a:pt x="635474" y="737870"/>
                </a:lnTo>
                <a:lnTo>
                  <a:pt x="622626" y="741680"/>
                </a:lnTo>
                <a:lnTo>
                  <a:pt x="610956" y="745490"/>
                </a:lnTo>
                <a:lnTo>
                  <a:pt x="792392" y="745490"/>
                </a:lnTo>
                <a:lnTo>
                  <a:pt x="786132" y="736600"/>
                </a:lnTo>
                <a:lnTo>
                  <a:pt x="742028" y="726440"/>
                </a:lnTo>
                <a:close/>
              </a:path>
              <a:path w="4977765" h="1096010">
                <a:moveTo>
                  <a:pt x="779728" y="454660"/>
                </a:moveTo>
                <a:lnTo>
                  <a:pt x="767768" y="454660"/>
                </a:lnTo>
                <a:lnTo>
                  <a:pt x="774247" y="476250"/>
                </a:lnTo>
                <a:lnTo>
                  <a:pt x="781411" y="505460"/>
                </a:lnTo>
                <a:lnTo>
                  <a:pt x="786471" y="542290"/>
                </a:lnTo>
                <a:lnTo>
                  <a:pt x="786636" y="580390"/>
                </a:lnTo>
                <a:lnTo>
                  <a:pt x="785321" y="594360"/>
                </a:lnTo>
                <a:lnTo>
                  <a:pt x="779191" y="632460"/>
                </a:lnTo>
                <a:lnTo>
                  <a:pt x="765078" y="690880"/>
                </a:lnTo>
                <a:lnTo>
                  <a:pt x="757632" y="715010"/>
                </a:lnTo>
                <a:lnTo>
                  <a:pt x="764762" y="709930"/>
                </a:lnTo>
                <a:lnTo>
                  <a:pt x="797081" y="676910"/>
                </a:lnTo>
                <a:lnTo>
                  <a:pt x="819973" y="645160"/>
                </a:lnTo>
                <a:lnTo>
                  <a:pt x="836876" y="605790"/>
                </a:lnTo>
                <a:lnTo>
                  <a:pt x="841085" y="560070"/>
                </a:lnTo>
                <a:lnTo>
                  <a:pt x="837648" y="537210"/>
                </a:lnTo>
                <a:lnTo>
                  <a:pt x="815829" y="487680"/>
                </a:lnTo>
                <a:lnTo>
                  <a:pt x="799620" y="469900"/>
                </a:lnTo>
                <a:lnTo>
                  <a:pt x="791674" y="462280"/>
                </a:lnTo>
                <a:lnTo>
                  <a:pt x="784194" y="457200"/>
                </a:lnTo>
                <a:lnTo>
                  <a:pt x="779728" y="454660"/>
                </a:lnTo>
                <a:close/>
              </a:path>
              <a:path w="4977765" h="1096010">
                <a:moveTo>
                  <a:pt x="895506" y="449580"/>
                </a:moveTo>
                <a:lnTo>
                  <a:pt x="771893" y="449580"/>
                </a:lnTo>
                <a:lnTo>
                  <a:pt x="807046" y="461010"/>
                </a:lnTo>
                <a:lnTo>
                  <a:pt x="837434" y="481330"/>
                </a:lnTo>
                <a:lnTo>
                  <a:pt x="876518" y="539750"/>
                </a:lnTo>
                <a:lnTo>
                  <a:pt x="884122" y="579120"/>
                </a:lnTo>
                <a:lnTo>
                  <a:pt x="886103" y="615950"/>
                </a:lnTo>
                <a:lnTo>
                  <a:pt x="886029" y="624840"/>
                </a:lnTo>
                <a:lnTo>
                  <a:pt x="885812" y="638810"/>
                </a:lnTo>
                <a:lnTo>
                  <a:pt x="885048" y="652780"/>
                </a:lnTo>
                <a:lnTo>
                  <a:pt x="884623" y="659130"/>
                </a:lnTo>
                <a:lnTo>
                  <a:pt x="898075" y="642620"/>
                </a:lnTo>
                <a:lnTo>
                  <a:pt x="906524" y="629920"/>
                </a:lnTo>
                <a:lnTo>
                  <a:pt x="913537" y="615950"/>
                </a:lnTo>
                <a:lnTo>
                  <a:pt x="922684" y="594360"/>
                </a:lnTo>
                <a:lnTo>
                  <a:pt x="925325" y="586740"/>
                </a:lnTo>
                <a:lnTo>
                  <a:pt x="927756" y="580390"/>
                </a:lnTo>
                <a:lnTo>
                  <a:pt x="929942" y="572770"/>
                </a:lnTo>
                <a:lnTo>
                  <a:pt x="931846" y="565150"/>
                </a:lnTo>
                <a:lnTo>
                  <a:pt x="933992" y="527050"/>
                </a:lnTo>
                <a:lnTo>
                  <a:pt x="923595" y="487680"/>
                </a:lnTo>
                <a:lnTo>
                  <a:pt x="900963" y="453390"/>
                </a:lnTo>
                <a:lnTo>
                  <a:pt x="895506" y="449580"/>
                </a:lnTo>
                <a:close/>
              </a:path>
              <a:path w="4977765" h="1096010">
                <a:moveTo>
                  <a:pt x="695442" y="421640"/>
                </a:moveTo>
                <a:lnTo>
                  <a:pt x="643306" y="430530"/>
                </a:lnTo>
                <a:lnTo>
                  <a:pt x="604183" y="461010"/>
                </a:lnTo>
                <a:lnTo>
                  <a:pt x="576547" y="499110"/>
                </a:lnTo>
                <a:lnTo>
                  <a:pt x="559721" y="532130"/>
                </a:lnTo>
                <a:lnTo>
                  <a:pt x="564582" y="528320"/>
                </a:lnTo>
                <a:lnTo>
                  <a:pt x="578365" y="519430"/>
                </a:lnTo>
                <a:lnTo>
                  <a:pt x="634327" y="491490"/>
                </a:lnTo>
                <a:lnTo>
                  <a:pt x="703502" y="468630"/>
                </a:lnTo>
                <a:lnTo>
                  <a:pt x="759265" y="453390"/>
                </a:lnTo>
                <a:lnTo>
                  <a:pt x="777495" y="453390"/>
                </a:lnTo>
                <a:lnTo>
                  <a:pt x="771893" y="449580"/>
                </a:lnTo>
                <a:lnTo>
                  <a:pt x="895506" y="449580"/>
                </a:lnTo>
                <a:lnTo>
                  <a:pt x="884592" y="441960"/>
                </a:lnTo>
                <a:lnTo>
                  <a:pt x="757056" y="441960"/>
                </a:lnTo>
                <a:lnTo>
                  <a:pt x="755815" y="440690"/>
                </a:lnTo>
                <a:lnTo>
                  <a:pt x="755004" y="440690"/>
                </a:lnTo>
                <a:lnTo>
                  <a:pt x="753747" y="439420"/>
                </a:lnTo>
                <a:lnTo>
                  <a:pt x="739076" y="431800"/>
                </a:lnTo>
                <a:lnTo>
                  <a:pt x="719600" y="425450"/>
                </a:lnTo>
                <a:lnTo>
                  <a:pt x="695442" y="421640"/>
                </a:lnTo>
                <a:close/>
              </a:path>
              <a:path w="4977765" h="1096010">
                <a:moveTo>
                  <a:pt x="412864" y="219710"/>
                </a:moveTo>
                <a:lnTo>
                  <a:pt x="314849" y="219710"/>
                </a:lnTo>
                <a:lnTo>
                  <a:pt x="306746" y="237490"/>
                </a:lnTo>
                <a:lnTo>
                  <a:pt x="298897" y="256540"/>
                </a:lnTo>
                <a:lnTo>
                  <a:pt x="291684" y="279400"/>
                </a:lnTo>
                <a:lnTo>
                  <a:pt x="285489" y="303530"/>
                </a:lnTo>
                <a:lnTo>
                  <a:pt x="281696" y="374650"/>
                </a:lnTo>
                <a:lnTo>
                  <a:pt x="291778" y="441960"/>
                </a:lnTo>
                <a:lnTo>
                  <a:pt x="305404" y="491490"/>
                </a:lnTo>
                <a:lnTo>
                  <a:pt x="312242" y="511810"/>
                </a:lnTo>
                <a:lnTo>
                  <a:pt x="321862" y="497840"/>
                </a:lnTo>
                <a:lnTo>
                  <a:pt x="344786" y="448310"/>
                </a:lnTo>
                <a:lnTo>
                  <a:pt x="361081" y="401320"/>
                </a:lnTo>
                <a:lnTo>
                  <a:pt x="373560" y="345440"/>
                </a:lnTo>
                <a:lnTo>
                  <a:pt x="390065" y="345440"/>
                </a:lnTo>
                <a:lnTo>
                  <a:pt x="389297" y="341630"/>
                </a:lnTo>
                <a:lnTo>
                  <a:pt x="380658" y="300990"/>
                </a:lnTo>
                <a:lnTo>
                  <a:pt x="377989" y="288290"/>
                </a:lnTo>
                <a:lnTo>
                  <a:pt x="377957" y="279400"/>
                </a:lnTo>
                <a:lnTo>
                  <a:pt x="377664" y="271780"/>
                </a:lnTo>
                <a:lnTo>
                  <a:pt x="377025" y="265430"/>
                </a:lnTo>
                <a:lnTo>
                  <a:pt x="454564" y="265430"/>
                </a:lnTo>
                <a:lnTo>
                  <a:pt x="452929" y="261620"/>
                </a:lnTo>
                <a:lnTo>
                  <a:pt x="436210" y="241300"/>
                </a:lnTo>
                <a:lnTo>
                  <a:pt x="412864" y="219710"/>
                </a:lnTo>
                <a:close/>
              </a:path>
              <a:path w="4977765" h="1096010">
                <a:moveTo>
                  <a:pt x="735528" y="326390"/>
                </a:moveTo>
                <a:lnTo>
                  <a:pt x="672106" y="354330"/>
                </a:lnTo>
                <a:lnTo>
                  <a:pt x="682736" y="365760"/>
                </a:lnTo>
                <a:lnTo>
                  <a:pt x="705946" y="389890"/>
                </a:lnTo>
                <a:lnTo>
                  <a:pt x="757056" y="441960"/>
                </a:lnTo>
                <a:lnTo>
                  <a:pt x="755956" y="440690"/>
                </a:lnTo>
                <a:lnTo>
                  <a:pt x="882774" y="440690"/>
                </a:lnTo>
                <a:lnTo>
                  <a:pt x="880955" y="439420"/>
                </a:lnTo>
                <a:lnTo>
                  <a:pt x="772720" y="439420"/>
                </a:lnTo>
                <a:lnTo>
                  <a:pt x="774127" y="438150"/>
                </a:lnTo>
                <a:lnTo>
                  <a:pt x="764595" y="438150"/>
                </a:lnTo>
                <a:lnTo>
                  <a:pt x="735528" y="326390"/>
                </a:lnTo>
                <a:close/>
              </a:path>
              <a:path w="4977765" h="1096010">
                <a:moveTo>
                  <a:pt x="882774" y="440690"/>
                </a:moveTo>
                <a:lnTo>
                  <a:pt x="755956" y="440690"/>
                </a:lnTo>
                <a:lnTo>
                  <a:pt x="757056" y="441960"/>
                </a:lnTo>
                <a:lnTo>
                  <a:pt x="884592" y="441960"/>
                </a:lnTo>
                <a:lnTo>
                  <a:pt x="882774" y="440690"/>
                </a:lnTo>
                <a:close/>
              </a:path>
              <a:path w="4977765" h="1096010">
                <a:moveTo>
                  <a:pt x="838854" y="421640"/>
                </a:moveTo>
                <a:lnTo>
                  <a:pt x="816470" y="421640"/>
                </a:lnTo>
                <a:lnTo>
                  <a:pt x="798018" y="425450"/>
                </a:lnTo>
                <a:lnTo>
                  <a:pt x="783445" y="431800"/>
                </a:lnTo>
                <a:lnTo>
                  <a:pt x="772720" y="439420"/>
                </a:lnTo>
                <a:lnTo>
                  <a:pt x="880955" y="439420"/>
                </a:lnTo>
                <a:lnTo>
                  <a:pt x="843954" y="422910"/>
                </a:lnTo>
                <a:lnTo>
                  <a:pt x="838854" y="421640"/>
                </a:lnTo>
                <a:close/>
              </a:path>
              <a:path w="4977765" h="1096010">
                <a:moveTo>
                  <a:pt x="904907" y="308610"/>
                </a:moveTo>
                <a:lnTo>
                  <a:pt x="856912" y="320040"/>
                </a:lnTo>
                <a:lnTo>
                  <a:pt x="819452" y="342900"/>
                </a:lnTo>
                <a:lnTo>
                  <a:pt x="791077" y="370840"/>
                </a:lnTo>
                <a:lnTo>
                  <a:pt x="769538" y="419100"/>
                </a:lnTo>
                <a:lnTo>
                  <a:pt x="764595" y="438150"/>
                </a:lnTo>
                <a:lnTo>
                  <a:pt x="774127" y="438150"/>
                </a:lnTo>
                <a:lnTo>
                  <a:pt x="776941" y="435610"/>
                </a:lnTo>
                <a:lnTo>
                  <a:pt x="781715" y="430530"/>
                </a:lnTo>
                <a:lnTo>
                  <a:pt x="786991" y="426720"/>
                </a:lnTo>
                <a:lnTo>
                  <a:pt x="792720" y="421640"/>
                </a:lnTo>
                <a:lnTo>
                  <a:pt x="802225" y="412750"/>
                </a:lnTo>
                <a:lnTo>
                  <a:pt x="812334" y="405130"/>
                </a:lnTo>
                <a:lnTo>
                  <a:pt x="822793" y="398780"/>
                </a:lnTo>
                <a:lnTo>
                  <a:pt x="833347" y="391160"/>
                </a:lnTo>
                <a:lnTo>
                  <a:pt x="864885" y="370840"/>
                </a:lnTo>
                <a:lnTo>
                  <a:pt x="900989" y="344170"/>
                </a:lnTo>
                <a:lnTo>
                  <a:pt x="930692" y="321310"/>
                </a:lnTo>
                <a:lnTo>
                  <a:pt x="943029" y="312420"/>
                </a:lnTo>
                <a:lnTo>
                  <a:pt x="904907" y="308610"/>
                </a:lnTo>
                <a:close/>
              </a:path>
              <a:path w="4977765" h="1096010">
                <a:moveTo>
                  <a:pt x="385187" y="198120"/>
                </a:moveTo>
                <a:lnTo>
                  <a:pt x="256600" y="198120"/>
                </a:lnTo>
                <a:lnTo>
                  <a:pt x="239725" y="204470"/>
                </a:lnTo>
                <a:lnTo>
                  <a:pt x="202996" y="220980"/>
                </a:lnTo>
                <a:lnTo>
                  <a:pt x="122087" y="283210"/>
                </a:lnTo>
                <a:lnTo>
                  <a:pt x="83661" y="349250"/>
                </a:lnTo>
                <a:lnTo>
                  <a:pt x="63696" y="405130"/>
                </a:lnTo>
                <a:lnTo>
                  <a:pt x="57978" y="429260"/>
                </a:lnTo>
                <a:lnTo>
                  <a:pt x="83834" y="430530"/>
                </a:lnTo>
                <a:lnTo>
                  <a:pt x="148436" y="407670"/>
                </a:lnTo>
                <a:lnTo>
                  <a:pt x="194253" y="374650"/>
                </a:lnTo>
                <a:lnTo>
                  <a:pt x="235902" y="323850"/>
                </a:lnTo>
                <a:lnTo>
                  <a:pt x="263929" y="288290"/>
                </a:lnTo>
                <a:lnTo>
                  <a:pt x="290850" y="251460"/>
                </a:lnTo>
                <a:lnTo>
                  <a:pt x="314849" y="219710"/>
                </a:lnTo>
                <a:lnTo>
                  <a:pt x="412864" y="219710"/>
                </a:lnTo>
                <a:lnTo>
                  <a:pt x="410117" y="217170"/>
                </a:lnTo>
                <a:lnTo>
                  <a:pt x="385187" y="198120"/>
                </a:lnTo>
                <a:close/>
              </a:path>
              <a:path w="4977765" h="1096010">
                <a:moveTo>
                  <a:pt x="454564" y="265430"/>
                </a:moveTo>
                <a:lnTo>
                  <a:pt x="377025" y="265430"/>
                </a:lnTo>
                <a:lnTo>
                  <a:pt x="380468" y="273050"/>
                </a:lnTo>
                <a:lnTo>
                  <a:pt x="383965" y="281940"/>
                </a:lnTo>
                <a:lnTo>
                  <a:pt x="419796" y="337820"/>
                </a:lnTo>
                <a:lnTo>
                  <a:pt x="448938" y="370840"/>
                </a:lnTo>
                <a:lnTo>
                  <a:pt x="480593" y="398780"/>
                </a:lnTo>
                <a:lnTo>
                  <a:pt x="480517" y="383540"/>
                </a:lnTo>
                <a:lnTo>
                  <a:pt x="475745" y="340360"/>
                </a:lnTo>
                <a:lnTo>
                  <a:pt x="467482" y="299720"/>
                </a:lnTo>
                <a:lnTo>
                  <a:pt x="461104" y="280670"/>
                </a:lnTo>
                <a:lnTo>
                  <a:pt x="454564" y="265430"/>
                </a:lnTo>
                <a:close/>
              </a:path>
              <a:path w="4977765" h="1096010">
                <a:moveTo>
                  <a:pt x="153370" y="129540"/>
                </a:moveTo>
                <a:lnTo>
                  <a:pt x="114102" y="130810"/>
                </a:lnTo>
                <a:lnTo>
                  <a:pt x="82661" y="152400"/>
                </a:lnTo>
                <a:lnTo>
                  <a:pt x="49445" y="193040"/>
                </a:lnTo>
                <a:lnTo>
                  <a:pt x="17803" y="245110"/>
                </a:lnTo>
                <a:lnTo>
                  <a:pt x="4368" y="321310"/>
                </a:lnTo>
                <a:lnTo>
                  <a:pt x="0" y="364490"/>
                </a:lnTo>
                <a:lnTo>
                  <a:pt x="2105" y="363220"/>
                </a:lnTo>
                <a:lnTo>
                  <a:pt x="19565" y="341630"/>
                </a:lnTo>
                <a:lnTo>
                  <a:pt x="56162" y="298450"/>
                </a:lnTo>
                <a:lnTo>
                  <a:pt x="96280" y="252730"/>
                </a:lnTo>
                <a:lnTo>
                  <a:pt x="124300" y="219710"/>
                </a:lnTo>
                <a:lnTo>
                  <a:pt x="132339" y="218440"/>
                </a:lnTo>
                <a:lnTo>
                  <a:pt x="140729" y="215900"/>
                </a:lnTo>
                <a:lnTo>
                  <a:pt x="158634" y="213360"/>
                </a:lnTo>
                <a:lnTo>
                  <a:pt x="186278" y="208280"/>
                </a:lnTo>
                <a:lnTo>
                  <a:pt x="211803" y="203200"/>
                </a:lnTo>
                <a:lnTo>
                  <a:pt x="235235" y="200660"/>
                </a:lnTo>
                <a:lnTo>
                  <a:pt x="256600" y="198120"/>
                </a:lnTo>
                <a:lnTo>
                  <a:pt x="385187" y="198120"/>
                </a:lnTo>
                <a:lnTo>
                  <a:pt x="358660" y="177800"/>
                </a:lnTo>
                <a:lnTo>
                  <a:pt x="315310" y="177800"/>
                </a:lnTo>
                <a:lnTo>
                  <a:pt x="265894" y="160020"/>
                </a:lnTo>
                <a:lnTo>
                  <a:pt x="207940" y="142240"/>
                </a:lnTo>
                <a:lnTo>
                  <a:pt x="153370" y="129540"/>
                </a:lnTo>
                <a:close/>
              </a:path>
              <a:path w="4977765" h="1096010">
                <a:moveTo>
                  <a:pt x="325691" y="0"/>
                </a:moveTo>
                <a:lnTo>
                  <a:pt x="314662" y="0"/>
                </a:lnTo>
                <a:lnTo>
                  <a:pt x="271992" y="10160"/>
                </a:lnTo>
                <a:lnTo>
                  <a:pt x="266317" y="12700"/>
                </a:lnTo>
                <a:lnTo>
                  <a:pt x="260998" y="13970"/>
                </a:lnTo>
                <a:lnTo>
                  <a:pt x="217177" y="33020"/>
                </a:lnTo>
                <a:lnTo>
                  <a:pt x="204528" y="41910"/>
                </a:lnTo>
                <a:lnTo>
                  <a:pt x="236346" y="67310"/>
                </a:lnTo>
                <a:lnTo>
                  <a:pt x="272315" y="102870"/>
                </a:lnTo>
                <a:lnTo>
                  <a:pt x="306610" y="142240"/>
                </a:lnTo>
                <a:lnTo>
                  <a:pt x="333404" y="173990"/>
                </a:lnTo>
                <a:lnTo>
                  <a:pt x="328388" y="175260"/>
                </a:lnTo>
                <a:lnTo>
                  <a:pt x="322263" y="176530"/>
                </a:lnTo>
                <a:lnTo>
                  <a:pt x="315310" y="177800"/>
                </a:lnTo>
                <a:lnTo>
                  <a:pt x="358660" y="177800"/>
                </a:lnTo>
                <a:lnTo>
                  <a:pt x="410374" y="209550"/>
                </a:lnTo>
                <a:lnTo>
                  <a:pt x="448090" y="228600"/>
                </a:lnTo>
                <a:lnTo>
                  <a:pt x="491263" y="246380"/>
                </a:lnTo>
                <a:lnTo>
                  <a:pt x="550337" y="261620"/>
                </a:lnTo>
                <a:lnTo>
                  <a:pt x="602007" y="267970"/>
                </a:lnTo>
                <a:lnTo>
                  <a:pt x="652525" y="267970"/>
                </a:lnTo>
                <a:lnTo>
                  <a:pt x="610005" y="214630"/>
                </a:lnTo>
                <a:lnTo>
                  <a:pt x="556518" y="175260"/>
                </a:lnTo>
                <a:lnTo>
                  <a:pt x="547006" y="171450"/>
                </a:lnTo>
                <a:lnTo>
                  <a:pt x="346524" y="171450"/>
                </a:lnTo>
                <a:lnTo>
                  <a:pt x="338116" y="2540"/>
                </a:lnTo>
                <a:lnTo>
                  <a:pt x="325691" y="0"/>
                </a:lnTo>
                <a:close/>
              </a:path>
              <a:path w="4977765" h="1096010">
                <a:moveTo>
                  <a:pt x="551171" y="55880"/>
                </a:moveTo>
                <a:lnTo>
                  <a:pt x="484097" y="67310"/>
                </a:lnTo>
                <a:lnTo>
                  <a:pt x="446060" y="83820"/>
                </a:lnTo>
                <a:lnTo>
                  <a:pt x="402883" y="113030"/>
                </a:lnTo>
                <a:lnTo>
                  <a:pt x="371047" y="142240"/>
                </a:lnTo>
                <a:lnTo>
                  <a:pt x="349099" y="168910"/>
                </a:lnTo>
                <a:lnTo>
                  <a:pt x="347560" y="170180"/>
                </a:lnTo>
                <a:lnTo>
                  <a:pt x="346524" y="171450"/>
                </a:lnTo>
                <a:lnTo>
                  <a:pt x="547006" y="171450"/>
                </a:lnTo>
                <a:lnTo>
                  <a:pt x="521639" y="161290"/>
                </a:lnTo>
                <a:lnTo>
                  <a:pt x="503722" y="156210"/>
                </a:lnTo>
                <a:lnTo>
                  <a:pt x="486013" y="152400"/>
                </a:lnTo>
                <a:lnTo>
                  <a:pt x="451840" y="149860"/>
                </a:lnTo>
                <a:lnTo>
                  <a:pt x="468105" y="144780"/>
                </a:lnTo>
                <a:lnTo>
                  <a:pt x="476549" y="140970"/>
                </a:lnTo>
                <a:lnTo>
                  <a:pt x="485211" y="137160"/>
                </a:lnTo>
                <a:lnTo>
                  <a:pt x="537913" y="107950"/>
                </a:lnTo>
                <a:lnTo>
                  <a:pt x="574932" y="83820"/>
                </a:lnTo>
                <a:lnTo>
                  <a:pt x="596772" y="64770"/>
                </a:lnTo>
                <a:lnTo>
                  <a:pt x="603940" y="58420"/>
                </a:lnTo>
                <a:lnTo>
                  <a:pt x="592841" y="57150"/>
                </a:lnTo>
                <a:lnTo>
                  <a:pt x="587605" y="57150"/>
                </a:lnTo>
                <a:lnTo>
                  <a:pt x="551171" y="55880"/>
                </a:lnTo>
                <a:close/>
              </a:path>
            </a:pathLst>
          </a:custGeom>
          <a:solidFill>
            <a:srgbClr val="86B934">
              <a:alpha val="4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 txBox="1"/>
          <p:nvPr/>
        </p:nvSpPr>
        <p:spPr>
          <a:xfrm>
            <a:off x="624158" y="728636"/>
            <a:ext cx="7715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Bushes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7117" y="3202306"/>
            <a:ext cx="66606" cy="6899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320469" y="4071342"/>
            <a:ext cx="4567555" cy="356870"/>
            <a:chOff x="9320469" y="4071342"/>
            <a:chExt cx="4567555" cy="356870"/>
          </a:xfrm>
        </p:grpSpPr>
        <p:sp>
          <p:nvSpPr>
            <p:cNvPr id="4" name="object 4" descr=""/>
            <p:cNvSpPr/>
            <p:nvPr/>
          </p:nvSpPr>
          <p:spPr>
            <a:xfrm>
              <a:off x="9320469" y="4071342"/>
              <a:ext cx="4567555" cy="356870"/>
            </a:xfrm>
            <a:custGeom>
              <a:avLst/>
              <a:gdLst/>
              <a:ahLst/>
              <a:cxnLst/>
              <a:rect l="l" t="t" r="r" b="b"/>
              <a:pathLst>
                <a:path w="4567555" h="356870">
                  <a:moveTo>
                    <a:pt x="4567473" y="0"/>
                  </a:moveTo>
                  <a:lnTo>
                    <a:pt x="0" y="0"/>
                  </a:lnTo>
                  <a:lnTo>
                    <a:pt x="0" y="356324"/>
                  </a:lnTo>
                  <a:lnTo>
                    <a:pt x="4567473" y="356324"/>
                  </a:lnTo>
                  <a:lnTo>
                    <a:pt x="4567473" y="0"/>
                  </a:lnTo>
                  <a:close/>
                </a:path>
              </a:pathLst>
            </a:custGeom>
            <a:solidFill>
              <a:srgbClr val="D2D2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605962" y="4243457"/>
              <a:ext cx="3996690" cy="12700"/>
            </a:xfrm>
            <a:custGeom>
              <a:avLst/>
              <a:gdLst/>
              <a:ahLst/>
              <a:cxnLst/>
              <a:rect l="l" t="t" r="r" b="b"/>
              <a:pathLst>
                <a:path w="3996690" h="12700">
                  <a:moveTo>
                    <a:pt x="368427" y="2705"/>
                  </a:moveTo>
                  <a:lnTo>
                    <a:pt x="365709" y="0"/>
                  </a:lnTo>
                  <a:lnTo>
                    <a:pt x="2692" y="0"/>
                  </a:lnTo>
                  <a:lnTo>
                    <a:pt x="0" y="2705"/>
                  </a:lnTo>
                  <a:lnTo>
                    <a:pt x="0" y="9385"/>
                  </a:lnTo>
                  <a:lnTo>
                    <a:pt x="2692" y="12103"/>
                  </a:lnTo>
                  <a:lnTo>
                    <a:pt x="362369" y="12103"/>
                  </a:lnTo>
                  <a:lnTo>
                    <a:pt x="365709" y="12103"/>
                  </a:lnTo>
                  <a:lnTo>
                    <a:pt x="368427" y="9385"/>
                  </a:lnTo>
                  <a:lnTo>
                    <a:pt x="368427" y="2705"/>
                  </a:lnTo>
                  <a:close/>
                </a:path>
                <a:path w="3996690" h="12700">
                  <a:moveTo>
                    <a:pt x="1048689" y="2705"/>
                  </a:moveTo>
                  <a:lnTo>
                    <a:pt x="1045972" y="0"/>
                  </a:lnTo>
                  <a:lnTo>
                    <a:pt x="682955" y="0"/>
                  </a:lnTo>
                  <a:lnTo>
                    <a:pt x="680250" y="2705"/>
                  </a:lnTo>
                  <a:lnTo>
                    <a:pt x="680250" y="9385"/>
                  </a:lnTo>
                  <a:lnTo>
                    <a:pt x="682955" y="12103"/>
                  </a:lnTo>
                  <a:lnTo>
                    <a:pt x="1042631" y="12103"/>
                  </a:lnTo>
                  <a:lnTo>
                    <a:pt x="1045972" y="12103"/>
                  </a:lnTo>
                  <a:lnTo>
                    <a:pt x="1048689" y="9385"/>
                  </a:lnTo>
                  <a:lnTo>
                    <a:pt x="1048689" y="2705"/>
                  </a:lnTo>
                  <a:close/>
                </a:path>
                <a:path w="3996690" h="12700">
                  <a:moveTo>
                    <a:pt x="1793735" y="2705"/>
                  </a:moveTo>
                  <a:lnTo>
                    <a:pt x="1791017" y="0"/>
                  </a:lnTo>
                  <a:lnTo>
                    <a:pt x="1428000" y="0"/>
                  </a:lnTo>
                  <a:lnTo>
                    <a:pt x="1425308" y="2705"/>
                  </a:lnTo>
                  <a:lnTo>
                    <a:pt x="1425308" y="9385"/>
                  </a:lnTo>
                  <a:lnTo>
                    <a:pt x="1428000" y="12103"/>
                  </a:lnTo>
                  <a:lnTo>
                    <a:pt x="1787677" y="12103"/>
                  </a:lnTo>
                  <a:lnTo>
                    <a:pt x="1791017" y="12103"/>
                  </a:lnTo>
                  <a:lnTo>
                    <a:pt x="1793735" y="9385"/>
                  </a:lnTo>
                  <a:lnTo>
                    <a:pt x="1793735" y="2705"/>
                  </a:lnTo>
                  <a:close/>
                </a:path>
                <a:path w="3996690" h="12700">
                  <a:moveTo>
                    <a:pt x="2506383" y="2705"/>
                  </a:moveTo>
                  <a:lnTo>
                    <a:pt x="2503678" y="0"/>
                  </a:lnTo>
                  <a:lnTo>
                    <a:pt x="2140674" y="0"/>
                  </a:lnTo>
                  <a:lnTo>
                    <a:pt x="2137956" y="2705"/>
                  </a:lnTo>
                  <a:lnTo>
                    <a:pt x="2137956" y="9385"/>
                  </a:lnTo>
                  <a:lnTo>
                    <a:pt x="2140674" y="12103"/>
                  </a:lnTo>
                  <a:lnTo>
                    <a:pt x="2500338" y="12103"/>
                  </a:lnTo>
                  <a:lnTo>
                    <a:pt x="2503678" y="12103"/>
                  </a:lnTo>
                  <a:lnTo>
                    <a:pt x="2506383" y="9385"/>
                  </a:lnTo>
                  <a:lnTo>
                    <a:pt x="2506383" y="2705"/>
                  </a:lnTo>
                  <a:close/>
                </a:path>
                <a:path w="3996690" h="12700">
                  <a:moveTo>
                    <a:pt x="3219043" y="2705"/>
                  </a:moveTo>
                  <a:lnTo>
                    <a:pt x="3216325" y="0"/>
                  </a:lnTo>
                  <a:lnTo>
                    <a:pt x="2853321" y="0"/>
                  </a:lnTo>
                  <a:lnTo>
                    <a:pt x="2850616" y="2705"/>
                  </a:lnTo>
                  <a:lnTo>
                    <a:pt x="2850616" y="9385"/>
                  </a:lnTo>
                  <a:lnTo>
                    <a:pt x="2853321" y="12103"/>
                  </a:lnTo>
                  <a:lnTo>
                    <a:pt x="3212985" y="12103"/>
                  </a:lnTo>
                  <a:lnTo>
                    <a:pt x="3216325" y="12103"/>
                  </a:lnTo>
                  <a:lnTo>
                    <a:pt x="3219043" y="9385"/>
                  </a:lnTo>
                  <a:lnTo>
                    <a:pt x="3219043" y="2705"/>
                  </a:lnTo>
                  <a:close/>
                </a:path>
                <a:path w="3996690" h="12700">
                  <a:moveTo>
                    <a:pt x="3996486" y="2705"/>
                  </a:moveTo>
                  <a:lnTo>
                    <a:pt x="3993769" y="0"/>
                  </a:lnTo>
                  <a:lnTo>
                    <a:pt x="3630752" y="0"/>
                  </a:lnTo>
                  <a:lnTo>
                    <a:pt x="3628059" y="2705"/>
                  </a:lnTo>
                  <a:lnTo>
                    <a:pt x="3628059" y="9385"/>
                  </a:lnTo>
                  <a:lnTo>
                    <a:pt x="3630752" y="12103"/>
                  </a:lnTo>
                  <a:lnTo>
                    <a:pt x="3990429" y="12103"/>
                  </a:lnTo>
                  <a:lnTo>
                    <a:pt x="3993769" y="12103"/>
                  </a:lnTo>
                  <a:lnTo>
                    <a:pt x="3996486" y="9385"/>
                  </a:lnTo>
                  <a:lnTo>
                    <a:pt x="3996486" y="2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9380122" y="3251963"/>
            <a:ext cx="282575" cy="171450"/>
            <a:chOff x="9380122" y="3251963"/>
            <a:chExt cx="282575" cy="171450"/>
          </a:xfrm>
        </p:grpSpPr>
        <p:sp>
          <p:nvSpPr>
            <p:cNvPr id="7" name="object 7" descr=""/>
            <p:cNvSpPr/>
            <p:nvPr/>
          </p:nvSpPr>
          <p:spPr>
            <a:xfrm>
              <a:off x="9439995" y="3251963"/>
              <a:ext cx="222885" cy="171450"/>
            </a:xfrm>
            <a:custGeom>
              <a:avLst/>
              <a:gdLst/>
              <a:ahLst/>
              <a:cxnLst/>
              <a:rect l="l" t="t" r="r" b="b"/>
              <a:pathLst>
                <a:path w="222884" h="171450">
                  <a:moveTo>
                    <a:pt x="0" y="171073"/>
                  </a:moveTo>
                  <a:lnTo>
                    <a:pt x="222391" y="171073"/>
                  </a:lnTo>
                  <a:lnTo>
                    <a:pt x="222391" y="0"/>
                  </a:lnTo>
                  <a:lnTo>
                    <a:pt x="0" y="0"/>
                  </a:lnTo>
                  <a:lnTo>
                    <a:pt x="0" y="171073"/>
                  </a:lnTo>
                  <a:close/>
                </a:path>
              </a:pathLst>
            </a:custGeom>
            <a:solidFill>
              <a:srgbClr val="ACA1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380122" y="3251963"/>
              <a:ext cx="60325" cy="171450"/>
            </a:xfrm>
            <a:custGeom>
              <a:avLst/>
              <a:gdLst/>
              <a:ahLst/>
              <a:cxnLst/>
              <a:rect l="l" t="t" r="r" b="b"/>
              <a:pathLst>
                <a:path w="60325" h="171450">
                  <a:moveTo>
                    <a:pt x="0" y="171073"/>
                  </a:moveTo>
                  <a:lnTo>
                    <a:pt x="59872" y="171073"/>
                  </a:lnTo>
                  <a:lnTo>
                    <a:pt x="59872" y="0"/>
                  </a:lnTo>
                  <a:lnTo>
                    <a:pt x="0" y="0"/>
                  </a:lnTo>
                  <a:lnTo>
                    <a:pt x="0" y="171073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0004532" y="3251963"/>
            <a:ext cx="282575" cy="171450"/>
            <a:chOff x="10004532" y="3251963"/>
            <a:chExt cx="282575" cy="171450"/>
          </a:xfrm>
        </p:grpSpPr>
        <p:sp>
          <p:nvSpPr>
            <p:cNvPr id="10" name="object 10" descr=""/>
            <p:cNvSpPr/>
            <p:nvPr/>
          </p:nvSpPr>
          <p:spPr>
            <a:xfrm>
              <a:off x="10064405" y="3251963"/>
              <a:ext cx="222885" cy="171450"/>
            </a:xfrm>
            <a:custGeom>
              <a:avLst/>
              <a:gdLst/>
              <a:ahLst/>
              <a:cxnLst/>
              <a:rect l="l" t="t" r="r" b="b"/>
              <a:pathLst>
                <a:path w="222884" h="171450">
                  <a:moveTo>
                    <a:pt x="0" y="171073"/>
                  </a:moveTo>
                  <a:lnTo>
                    <a:pt x="222391" y="171073"/>
                  </a:lnTo>
                  <a:lnTo>
                    <a:pt x="222391" y="0"/>
                  </a:lnTo>
                  <a:lnTo>
                    <a:pt x="0" y="0"/>
                  </a:lnTo>
                  <a:lnTo>
                    <a:pt x="0" y="171073"/>
                  </a:lnTo>
                  <a:close/>
                </a:path>
              </a:pathLst>
            </a:custGeom>
            <a:solidFill>
              <a:srgbClr val="ACA1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004532" y="3251963"/>
              <a:ext cx="60325" cy="171450"/>
            </a:xfrm>
            <a:custGeom>
              <a:avLst/>
              <a:gdLst/>
              <a:ahLst/>
              <a:cxnLst/>
              <a:rect l="l" t="t" r="r" b="b"/>
              <a:pathLst>
                <a:path w="60325" h="171450">
                  <a:moveTo>
                    <a:pt x="0" y="171073"/>
                  </a:moveTo>
                  <a:lnTo>
                    <a:pt x="59872" y="171073"/>
                  </a:lnTo>
                  <a:lnTo>
                    <a:pt x="59872" y="0"/>
                  </a:lnTo>
                  <a:lnTo>
                    <a:pt x="0" y="0"/>
                  </a:lnTo>
                  <a:lnTo>
                    <a:pt x="0" y="171073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9303140" y="3200646"/>
            <a:ext cx="1048385" cy="51435"/>
            <a:chOff x="9303140" y="3200646"/>
            <a:chExt cx="1048385" cy="51435"/>
          </a:xfrm>
        </p:grpSpPr>
        <p:sp>
          <p:nvSpPr>
            <p:cNvPr id="13" name="object 13" descr=""/>
            <p:cNvSpPr/>
            <p:nvPr/>
          </p:nvSpPr>
          <p:spPr>
            <a:xfrm>
              <a:off x="9303140" y="3200646"/>
              <a:ext cx="77470" cy="51435"/>
            </a:xfrm>
            <a:custGeom>
              <a:avLst/>
              <a:gdLst/>
              <a:ahLst/>
              <a:cxnLst/>
              <a:rect l="l" t="t" r="r" b="b"/>
              <a:pathLst>
                <a:path w="77470" h="51435">
                  <a:moveTo>
                    <a:pt x="76981" y="0"/>
                  </a:moveTo>
                  <a:lnTo>
                    <a:pt x="0" y="0"/>
                  </a:lnTo>
                  <a:lnTo>
                    <a:pt x="0" y="51317"/>
                  </a:lnTo>
                  <a:lnTo>
                    <a:pt x="76981" y="51317"/>
                  </a:lnTo>
                  <a:lnTo>
                    <a:pt x="76981" y="0"/>
                  </a:lnTo>
                  <a:close/>
                </a:path>
              </a:pathLst>
            </a:custGeom>
            <a:solidFill>
              <a:srgbClr val="9E4D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380122" y="3200646"/>
              <a:ext cx="970915" cy="51435"/>
            </a:xfrm>
            <a:custGeom>
              <a:avLst/>
              <a:gdLst/>
              <a:ahLst/>
              <a:cxnLst/>
              <a:rect l="l" t="t" r="r" b="b"/>
              <a:pathLst>
                <a:path w="970915" h="51435">
                  <a:moveTo>
                    <a:pt x="970829" y="0"/>
                  </a:moveTo>
                  <a:lnTo>
                    <a:pt x="0" y="0"/>
                  </a:lnTo>
                  <a:lnTo>
                    <a:pt x="0" y="51317"/>
                  </a:lnTo>
                  <a:lnTo>
                    <a:pt x="970829" y="51317"/>
                  </a:lnTo>
                  <a:lnTo>
                    <a:pt x="970829" y="0"/>
                  </a:lnTo>
                  <a:close/>
                </a:path>
              </a:pathLst>
            </a:custGeom>
            <a:solidFill>
              <a:srgbClr val="D168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11270453" y="3290454"/>
            <a:ext cx="43180" cy="162560"/>
          </a:xfrm>
          <a:custGeom>
            <a:avLst/>
            <a:gdLst/>
            <a:ahLst/>
            <a:cxnLst/>
            <a:rect l="l" t="t" r="r" b="b"/>
            <a:pathLst>
              <a:path w="43179" h="162560">
                <a:moveTo>
                  <a:pt x="0" y="162520"/>
                </a:moveTo>
                <a:lnTo>
                  <a:pt x="42773" y="162520"/>
                </a:lnTo>
                <a:lnTo>
                  <a:pt x="42773" y="0"/>
                </a:lnTo>
                <a:lnTo>
                  <a:pt x="0" y="0"/>
                </a:lnTo>
                <a:lnTo>
                  <a:pt x="0" y="162520"/>
                </a:lnTo>
                <a:close/>
              </a:path>
            </a:pathLst>
          </a:custGeom>
          <a:solidFill>
            <a:srgbClr val="ACA1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270453" y="2948310"/>
            <a:ext cx="43180" cy="287020"/>
          </a:xfrm>
          <a:custGeom>
            <a:avLst/>
            <a:gdLst/>
            <a:ahLst/>
            <a:cxnLst/>
            <a:rect l="l" t="t" r="r" b="b"/>
            <a:pathLst>
              <a:path w="43179" h="287019">
                <a:moveTo>
                  <a:pt x="0" y="286544"/>
                </a:moveTo>
                <a:lnTo>
                  <a:pt x="42773" y="286544"/>
                </a:lnTo>
                <a:lnTo>
                  <a:pt x="42773" y="0"/>
                </a:lnTo>
                <a:lnTo>
                  <a:pt x="0" y="0"/>
                </a:lnTo>
                <a:lnTo>
                  <a:pt x="0" y="286544"/>
                </a:lnTo>
                <a:close/>
              </a:path>
            </a:pathLst>
          </a:custGeom>
          <a:solidFill>
            <a:srgbClr val="ACA1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0551949" y="3290454"/>
            <a:ext cx="43180" cy="162560"/>
          </a:xfrm>
          <a:custGeom>
            <a:avLst/>
            <a:gdLst/>
            <a:ahLst/>
            <a:cxnLst/>
            <a:rect l="l" t="t" r="r" b="b"/>
            <a:pathLst>
              <a:path w="43179" h="162560">
                <a:moveTo>
                  <a:pt x="0" y="162520"/>
                </a:moveTo>
                <a:lnTo>
                  <a:pt x="42773" y="162520"/>
                </a:lnTo>
                <a:lnTo>
                  <a:pt x="42773" y="0"/>
                </a:lnTo>
                <a:lnTo>
                  <a:pt x="0" y="0"/>
                </a:lnTo>
                <a:lnTo>
                  <a:pt x="0" y="162520"/>
                </a:lnTo>
                <a:close/>
              </a:path>
            </a:pathLst>
          </a:custGeom>
          <a:solidFill>
            <a:srgbClr val="ACA1A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0504905" y="2948310"/>
            <a:ext cx="855980" cy="342265"/>
            <a:chOff x="10504905" y="2948310"/>
            <a:chExt cx="855980" cy="342265"/>
          </a:xfrm>
        </p:grpSpPr>
        <p:sp>
          <p:nvSpPr>
            <p:cNvPr id="19" name="object 19" descr=""/>
            <p:cNvSpPr/>
            <p:nvPr/>
          </p:nvSpPr>
          <p:spPr>
            <a:xfrm>
              <a:off x="10551949" y="2948310"/>
              <a:ext cx="43180" cy="287020"/>
            </a:xfrm>
            <a:custGeom>
              <a:avLst/>
              <a:gdLst/>
              <a:ahLst/>
              <a:cxnLst/>
              <a:rect l="l" t="t" r="r" b="b"/>
              <a:pathLst>
                <a:path w="43179" h="287019">
                  <a:moveTo>
                    <a:pt x="0" y="286544"/>
                  </a:moveTo>
                  <a:lnTo>
                    <a:pt x="42773" y="286544"/>
                  </a:lnTo>
                  <a:lnTo>
                    <a:pt x="42773" y="0"/>
                  </a:lnTo>
                  <a:lnTo>
                    <a:pt x="0" y="0"/>
                  </a:lnTo>
                  <a:lnTo>
                    <a:pt x="0" y="286544"/>
                  </a:lnTo>
                  <a:close/>
                </a:path>
              </a:pathLst>
            </a:custGeom>
            <a:solidFill>
              <a:srgbClr val="ACA1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504894" y="2986817"/>
              <a:ext cx="855980" cy="304165"/>
            </a:xfrm>
            <a:custGeom>
              <a:avLst/>
              <a:gdLst/>
              <a:ahLst/>
              <a:cxnLst/>
              <a:rect l="l" t="t" r="r" b="b"/>
              <a:pathLst>
                <a:path w="855979" h="304164">
                  <a:moveTo>
                    <a:pt x="855357" y="248043"/>
                  </a:moveTo>
                  <a:lnTo>
                    <a:pt x="0" y="248043"/>
                  </a:lnTo>
                  <a:lnTo>
                    <a:pt x="0" y="303644"/>
                  </a:lnTo>
                  <a:lnTo>
                    <a:pt x="855357" y="303644"/>
                  </a:lnTo>
                  <a:lnTo>
                    <a:pt x="855357" y="248043"/>
                  </a:lnTo>
                  <a:close/>
                </a:path>
                <a:path w="855979" h="304164">
                  <a:moveTo>
                    <a:pt x="855357" y="102628"/>
                  </a:moveTo>
                  <a:lnTo>
                    <a:pt x="0" y="102628"/>
                  </a:lnTo>
                  <a:lnTo>
                    <a:pt x="0" y="149682"/>
                  </a:lnTo>
                  <a:lnTo>
                    <a:pt x="855357" y="149682"/>
                  </a:lnTo>
                  <a:lnTo>
                    <a:pt x="855357" y="102628"/>
                  </a:lnTo>
                  <a:close/>
                </a:path>
                <a:path w="855979" h="304164">
                  <a:moveTo>
                    <a:pt x="855357" y="0"/>
                  </a:moveTo>
                  <a:lnTo>
                    <a:pt x="0" y="0"/>
                  </a:lnTo>
                  <a:lnTo>
                    <a:pt x="0" y="47040"/>
                  </a:lnTo>
                  <a:lnTo>
                    <a:pt x="855357" y="47040"/>
                  </a:lnTo>
                  <a:lnTo>
                    <a:pt x="855357" y="0"/>
                  </a:lnTo>
                  <a:close/>
                </a:path>
              </a:pathLst>
            </a:custGeom>
            <a:solidFill>
              <a:srgbClr val="92BC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11567031" y="2733480"/>
            <a:ext cx="1140460" cy="659765"/>
            <a:chOff x="11567031" y="2733480"/>
            <a:chExt cx="1140460" cy="659765"/>
          </a:xfrm>
        </p:grpSpPr>
        <p:sp>
          <p:nvSpPr>
            <p:cNvPr id="22" name="object 22" descr=""/>
            <p:cNvSpPr/>
            <p:nvPr/>
          </p:nvSpPr>
          <p:spPr>
            <a:xfrm>
              <a:off x="12388171" y="2733917"/>
              <a:ext cx="163195" cy="655320"/>
            </a:xfrm>
            <a:custGeom>
              <a:avLst/>
              <a:gdLst/>
              <a:ahLst/>
              <a:cxnLst/>
              <a:rect l="l" t="t" r="r" b="b"/>
              <a:pathLst>
                <a:path w="163195" h="655320">
                  <a:moveTo>
                    <a:pt x="29228" y="0"/>
                  </a:moveTo>
                  <a:lnTo>
                    <a:pt x="18059" y="900"/>
                  </a:lnTo>
                  <a:lnTo>
                    <a:pt x="8336" y="6440"/>
                  </a:lnTo>
                  <a:lnTo>
                    <a:pt x="1718" y="16168"/>
                  </a:lnTo>
                  <a:lnTo>
                    <a:pt x="0" y="24655"/>
                  </a:lnTo>
                  <a:lnTo>
                    <a:pt x="1126" y="33020"/>
                  </a:lnTo>
                  <a:lnTo>
                    <a:pt x="4907" y="40542"/>
                  </a:lnTo>
                  <a:lnTo>
                    <a:pt x="11152" y="46502"/>
                  </a:lnTo>
                  <a:lnTo>
                    <a:pt x="35357" y="68600"/>
                  </a:lnTo>
                  <a:lnTo>
                    <a:pt x="55601" y="98989"/>
                  </a:lnTo>
                  <a:lnTo>
                    <a:pt x="72188" y="136434"/>
                  </a:lnTo>
                  <a:lnTo>
                    <a:pt x="85422" y="179699"/>
                  </a:lnTo>
                  <a:lnTo>
                    <a:pt x="95608" y="227548"/>
                  </a:lnTo>
                  <a:lnTo>
                    <a:pt x="103050" y="278745"/>
                  </a:lnTo>
                  <a:lnTo>
                    <a:pt x="108053" y="332054"/>
                  </a:lnTo>
                  <a:lnTo>
                    <a:pt x="110920" y="386241"/>
                  </a:lnTo>
                  <a:lnTo>
                    <a:pt x="111957" y="440068"/>
                  </a:lnTo>
                  <a:lnTo>
                    <a:pt x="111467" y="492300"/>
                  </a:lnTo>
                  <a:lnTo>
                    <a:pt x="109755" y="541702"/>
                  </a:lnTo>
                  <a:lnTo>
                    <a:pt x="107125" y="587038"/>
                  </a:lnTo>
                  <a:lnTo>
                    <a:pt x="103882" y="627071"/>
                  </a:lnTo>
                  <a:lnTo>
                    <a:pt x="104919" y="637057"/>
                  </a:lnTo>
                  <a:lnTo>
                    <a:pt x="109505" y="645596"/>
                  </a:lnTo>
                  <a:lnTo>
                    <a:pt x="116934" y="651823"/>
                  </a:lnTo>
                  <a:lnTo>
                    <a:pt x="126499" y="654871"/>
                  </a:lnTo>
                  <a:lnTo>
                    <a:pt x="136779" y="653949"/>
                  </a:lnTo>
                  <a:lnTo>
                    <a:pt x="157689" y="596000"/>
                  </a:lnTo>
                  <a:lnTo>
                    <a:pt x="160508" y="548407"/>
                  </a:lnTo>
                  <a:lnTo>
                    <a:pt x="162528" y="491521"/>
                  </a:lnTo>
                  <a:lnTo>
                    <a:pt x="162956" y="427908"/>
                  </a:lnTo>
                  <a:lnTo>
                    <a:pt x="161001" y="360137"/>
                  </a:lnTo>
                  <a:lnTo>
                    <a:pt x="156045" y="292784"/>
                  </a:lnTo>
                  <a:lnTo>
                    <a:pt x="148166" y="231907"/>
                  </a:lnTo>
                  <a:lnTo>
                    <a:pt x="137377" y="177535"/>
                  </a:lnTo>
                  <a:lnTo>
                    <a:pt x="123688" y="129695"/>
                  </a:lnTo>
                  <a:lnTo>
                    <a:pt x="107111" y="88417"/>
                  </a:lnTo>
                  <a:lnTo>
                    <a:pt x="87657" y="53729"/>
                  </a:lnTo>
                  <a:lnTo>
                    <a:pt x="40167" y="4242"/>
                  </a:lnTo>
                  <a:lnTo>
                    <a:pt x="29228" y="0"/>
                  </a:lnTo>
                  <a:close/>
                </a:path>
              </a:pathLst>
            </a:custGeom>
            <a:solidFill>
              <a:srgbClr val="BEBE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621135" y="2768694"/>
              <a:ext cx="872490" cy="158750"/>
            </a:xfrm>
            <a:custGeom>
              <a:avLst/>
              <a:gdLst/>
              <a:ahLst/>
              <a:cxnLst/>
              <a:rect l="l" t="t" r="r" b="b"/>
              <a:pathLst>
                <a:path w="872490" h="158750">
                  <a:moveTo>
                    <a:pt x="825423" y="0"/>
                  </a:moveTo>
                  <a:lnTo>
                    <a:pt x="0" y="0"/>
                  </a:lnTo>
                  <a:lnTo>
                    <a:pt x="0" y="51320"/>
                  </a:lnTo>
                  <a:lnTo>
                    <a:pt x="825423" y="51320"/>
                  </a:lnTo>
                  <a:lnTo>
                    <a:pt x="825423" y="0"/>
                  </a:lnTo>
                  <a:close/>
                </a:path>
                <a:path w="872490" h="158750">
                  <a:moveTo>
                    <a:pt x="872464" y="115468"/>
                  </a:moveTo>
                  <a:lnTo>
                    <a:pt x="51333" y="115468"/>
                  </a:lnTo>
                  <a:lnTo>
                    <a:pt x="51333" y="158242"/>
                  </a:lnTo>
                  <a:lnTo>
                    <a:pt x="872464" y="158242"/>
                  </a:lnTo>
                  <a:lnTo>
                    <a:pt x="872464" y="115468"/>
                  </a:lnTo>
                  <a:close/>
                </a:path>
              </a:pathLst>
            </a:custGeom>
            <a:solidFill>
              <a:srgbClr val="F7BD0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651082" y="2820015"/>
              <a:ext cx="996950" cy="419734"/>
            </a:xfrm>
            <a:custGeom>
              <a:avLst/>
              <a:gdLst/>
              <a:ahLst/>
              <a:cxnLst/>
              <a:rect l="l" t="t" r="r" b="b"/>
              <a:pathLst>
                <a:path w="996950" h="419735">
                  <a:moveTo>
                    <a:pt x="821143" y="0"/>
                  </a:moveTo>
                  <a:lnTo>
                    <a:pt x="0" y="0"/>
                  </a:lnTo>
                  <a:lnTo>
                    <a:pt x="0" y="64147"/>
                  </a:lnTo>
                  <a:lnTo>
                    <a:pt x="821143" y="64147"/>
                  </a:lnTo>
                  <a:lnTo>
                    <a:pt x="821143" y="0"/>
                  </a:lnTo>
                  <a:close/>
                </a:path>
                <a:path w="996950" h="419735">
                  <a:moveTo>
                    <a:pt x="842518" y="106921"/>
                  </a:moveTo>
                  <a:lnTo>
                    <a:pt x="21386" y="106921"/>
                  </a:lnTo>
                  <a:lnTo>
                    <a:pt x="21386" y="171069"/>
                  </a:lnTo>
                  <a:lnTo>
                    <a:pt x="842518" y="171069"/>
                  </a:lnTo>
                  <a:lnTo>
                    <a:pt x="842518" y="106921"/>
                  </a:lnTo>
                  <a:close/>
                </a:path>
                <a:path w="996950" h="419735">
                  <a:moveTo>
                    <a:pt x="949439" y="279450"/>
                  </a:moveTo>
                  <a:lnTo>
                    <a:pt x="936396" y="271640"/>
                  </a:lnTo>
                  <a:lnTo>
                    <a:pt x="923264" y="265277"/>
                  </a:lnTo>
                  <a:lnTo>
                    <a:pt x="910132" y="260223"/>
                  </a:lnTo>
                  <a:lnTo>
                    <a:pt x="897102" y="256387"/>
                  </a:lnTo>
                  <a:lnTo>
                    <a:pt x="896835" y="252336"/>
                  </a:lnTo>
                  <a:lnTo>
                    <a:pt x="124028" y="252336"/>
                  </a:lnTo>
                  <a:lnTo>
                    <a:pt x="124028" y="303657"/>
                  </a:lnTo>
                  <a:lnTo>
                    <a:pt x="949439" y="303657"/>
                  </a:lnTo>
                  <a:lnTo>
                    <a:pt x="949439" y="279450"/>
                  </a:lnTo>
                  <a:close/>
                </a:path>
                <a:path w="996950" h="419735">
                  <a:moveTo>
                    <a:pt x="996480" y="367804"/>
                  </a:moveTo>
                  <a:lnTo>
                    <a:pt x="227520" y="367804"/>
                  </a:lnTo>
                  <a:lnTo>
                    <a:pt x="233908" y="379298"/>
                  </a:lnTo>
                  <a:lnTo>
                    <a:pt x="239763" y="391680"/>
                  </a:lnTo>
                  <a:lnTo>
                    <a:pt x="245097" y="404964"/>
                  </a:lnTo>
                  <a:lnTo>
                    <a:pt x="249885" y="419125"/>
                  </a:lnTo>
                  <a:lnTo>
                    <a:pt x="996480" y="419125"/>
                  </a:lnTo>
                  <a:lnTo>
                    <a:pt x="996480" y="367804"/>
                  </a:lnTo>
                  <a:close/>
                </a:path>
              </a:pathLst>
            </a:custGeom>
            <a:solidFill>
              <a:srgbClr val="D28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805052" y="3123661"/>
              <a:ext cx="821690" cy="64769"/>
            </a:xfrm>
            <a:custGeom>
              <a:avLst/>
              <a:gdLst/>
              <a:ahLst/>
              <a:cxnLst/>
              <a:rect l="l" t="t" r="r" b="b"/>
              <a:pathLst>
                <a:path w="821690" h="64769">
                  <a:moveTo>
                    <a:pt x="821137" y="0"/>
                  </a:moveTo>
                  <a:lnTo>
                    <a:pt x="0" y="0"/>
                  </a:lnTo>
                  <a:lnTo>
                    <a:pt x="0" y="4020"/>
                  </a:lnTo>
                  <a:lnTo>
                    <a:pt x="8497" y="6871"/>
                  </a:lnTo>
                  <a:lnTo>
                    <a:pt x="16962" y="10449"/>
                  </a:lnTo>
                  <a:lnTo>
                    <a:pt x="55202" y="39087"/>
                  </a:lnTo>
                  <a:lnTo>
                    <a:pt x="73557" y="64155"/>
                  </a:lnTo>
                  <a:lnTo>
                    <a:pt x="821137" y="64155"/>
                  </a:lnTo>
                  <a:lnTo>
                    <a:pt x="821137" y="0"/>
                  </a:lnTo>
                  <a:close/>
                </a:path>
              </a:pathLst>
            </a:custGeom>
            <a:solidFill>
              <a:srgbClr val="F7BD0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567020" y="2733490"/>
              <a:ext cx="1140460" cy="659765"/>
            </a:xfrm>
            <a:custGeom>
              <a:avLst/>
              <a:gdLst/>
              <a:ahLst/>
              <a:cxnLst/>
              <a:rect l="l" t="t" r="r" b="b"/>
              <a:pathLst>
                <a:path w="1140459" h="659764">
                  <a:moveTo>
                    <a:pt x="404431" y="633056"/>
                  </a:moveTo>
                  <a:lnTo>
                    <a:pt x="399072" y="565035"/>
                  </a:lnTo>
                  <a:lnTo>
                    <a:pt x="387502" y="505650"/>
                  </a:lnTo>
                  <a:lnTo>
                    <a:pt x="374662" y="466318"/>
                  </a:lnTo>
                  <a:lnTo>
                    <a:pt x="350367" y="419252"/>
                  </a:lnTo>
                  <a:lnTo>
                    <a:pt x="320687" y="383984"/>
                  </a:lnTo>
                  <a:lnTo>
                    <a:pt x="281292" y="356311"/>
                  </a:lnTo>
                  <a:lnTo>
                    <a:pt x="243103" y="342303"/>
                  </a:lnTo>
                  <a:lnTo>
                    <a:pt x="204812" y="337223"/>
                  </a:lnTo>
                  <a:lnTo>
                    <a:pt x="186410" y="337413"/>
                  </a:lnTo>
                  <a:lnTo>
                    <a:pt x="169710" y="338912"/>
                  </a:lnTo>
                  <a:lnTo>
                    <a:pt x="159524" y="340550"/>
                  </a:lnTo>
                  <a:lnTo>
                    <a:pt x="156044" y="293217"/>
                  </a:lnTo>
                  <a:lnTo>
                    <a:pt x="148170" y="232346"/>
                  </a:lnTo>
                  <a:lnTo>
                    <a:pt x="137375" y="177965"/>
                  </a:lnTo>
                  <a:lnTo>
                    <a:pt x="123698" y="130124"/>
                  </a:lnTo>
                  <a:lnTo>
                    <a:pt x="107111" y="88849"/>
                  </a:lnTo>
                  <a:lnTo>
                    <a:pt x="87668" y="54165"/>
                  </a:lnTo>
                  <a:lnTo>
                    <a:pt x="40170" y="4673"/>
                  </a:lnTo>
                  <a:lnTo>
                    <a:pt x="29235" y="431"/>
                  </a:lnTo>
                  <a:lnTo>
                    <a:pt x="18059" y="1333"/>
                  </a:lnTo>
                  <a:lnTo>
                    <a:pt x="8343" y="6870"/>
                  </a:lnTo>
                  <a:lnTo>
                    <a:pt x="1727" y="16598"/>
                  </a:lnTo>
                  <a:lnTo>
                    <a:pt x="0" y="25082"/>
                  </a:lnTo>
                  <a:lnTo>
                    <a:pt x="1130" y="33451"/>
                  </a:lnTo>
                  <a:lnTo>
                    <a:pt x="4914" y="40970"/>
                  </a:lnTo>
                  <a:lnTo>
                    <a:pt x="11163" y="46939"/>
                  </a:lnTo>
                  <a:lnTo>
                    <a:pt x="35369" y="69037"/>
                  </a:lnTo>
                  <a:lnTo>
                    <a:pt x="55613" y="99428"/>
                  </a:lnTo>
                  <a:lnTo>
                    <a:pt x="72199" y="136867"/>
                  </a:lnTo>
                  <a:lnTo>
                    <a:pt x="85432" y="180136"/>
                  </a:lnTo>
                  <a:lnTo>
                    <a:pt x="95618" y="227977"/>
                  </a:lnTo>
                  <a:lnTo>
                    <a:pt x="103060" y="279184"/>
                  </a:lnTo>
                  <a:lnTo>
                    <a:pt x="108064" y="332486"/>
                  </a:lnTo>
                  <a:lnTo>
                    <a:pt x="110921" y="386676"/>
                  </a:lnTo>
                  <a:lnTo>
                    <a:pt x="111963" y="440499"/>
                  </a:lnTo>
                  <a:lnTo>
                    <a:pt x="111467" y="492734"/>
                  </a:lnTo>
                  <a:lnTo>
                    <a:pt x="109766" y="542137"/>
                  </a:lnTo>
                  <a:lnTo>
                    <a:pt x="107124" y="587476"/>
                  </a:lnTo>
                  <a:lnTo>
                    <a:pt x="103886" y="627507"/>
                  </a:lnTo>
                  <a:lnTo>
                    <a:pt x="104927" y="637489"/>
                  </a:lnTo>
                  <a:lnTo>
                    <a:pt x="109512" y="646023"/>
                  </a:lnTo>
                  <a:lnTo>
                    <a:pt x="116941" y="652259"/>
                  </a:lnTo>
                  <a:lnTo>
                    <a:pt x="126504" y="655307"/>
                  </a:lnTo>
                  <a:lnTo>
                    <a:pt x="136779" y="654380"/>
                  </a:lnTo>
                  <a:lnTo>
                    <a:pt x="157695" y="596430"/>
                  </a:lnTo>
                  <a:lnTo>
                    <a:pt x="160515" y="548843"/>
                  </a:lnTo>
                  <a:lnTo>
                    <a:pt x="162534" y="491959"/>
                  </a:lnTo>
                  <a:lnTo>
                    <a:pt x="162966" y="428345"/>
                  </a:lnTo>
                  <a:lnTo>
                    <a:pt x="161899" y="391718"/>
                  </a:lnTo>
                  <a:lnTo>
                    <a:pt x="165150" y="391668"/>
                  </a:lnTo>
                  <a:lnTo>
                    <a:pt x="174282" y="390182"/>
                  </a:lnTo>
                  <a:lnTo>
                    <a:pt x="184632" y="389077"/>
                  </a:lnTo>
                  <a:lnTo>
                    <a:pt x="195973" y="388581"/>
                  </a:lnTo>
                  <a:lnTo>
                    <a:pt x="208089" y="388937"/>
                  </a:lnTo>
                  <a:lnTo>
                    <a:pt x="246519" y="397040"/>
                  </a:lnTo>
                  <a:lnTo>
                    <a:pt x="282829" y="418973"/>
                  </a:lnTo>
                  <a:lnTo>
                    <a:pt x="311581" y="454329"/>
                  </a:lnTo>
                  <a:lnTo>
                    <a:pt x="329158" y="491490"/>
                  </a:lnTo>
                  <a:lnTo>
                    <a:pt x="341426" y="533755"/>
                  </a:lnTo>
                  <a:lnTo>
                    <a:pt x="351028" y="598449"/>
                  </a:lnTo>
                  <a:lnTo>
                    <a:pt x="353110" y="634898"/>
                  </a:lnTo>
                  <a:lnTo>
                    <a:pt x="355358" y="644575"/>
                  </a:lnTo>
                  <a:lnTo>
                    <a:pt x="360921" y="652424"/>
                  </a:lnTo>
                  <a:lnTo>
                    <a:pt x="368998" y="657682"/>
                  </a:lnTo>
                  <a:lnTo>
                    <a:pt x="378764" y="659612"/>
                  </a:lnTo>
                  <a:lnTo>
                    <a:pt x="388950" y="657504"/>
                  </a:lnTo>
                  <a:lnTo>
                    <a:pt x="397192" y="651764"/>
                  </a:lnTo>
                  <a:lnTo>
                    <a:pt x="402640" y="643318"/>
                  </a:lnTo>
                  <a:lnTo>
                    <a:pt x="404431" y="633056"/>
                  </a:lnTo>
                  <a:close/>
                </a:path>
                <a:path w="1140459" h="659764">
                  <a:moveTo>
                    <a:pt x="1140040" y="633272"/>
                  </a:moveTo>
                  <a:lnTo>
                    <a:pt x="1135430" y="570953"/>
                  </a:lnTo>
                  <a:lnTo>
                    <a:pt x="1125702" y="515772"/>
                  </a:lnTo>
                  <a:lnTo>
                    <a:pt x="1110856" y="467779"/>
                  </a:lnTo>
                  <a:lnTo>
                    <a:pt x="1090930" y="427050"/>
                  </a:lnTo>
                  <a:lnTo>
                    <a:pt x="1065923" y="393636"/>
                  </a:lnTo>
                  <a:lnTo>
                    <a:pt x="1035888" y="367601"/>
                  </a:lnTo>
                  <a:lnTo>
                    <a:pt x="994194" y="346760"/>
                  </a:lnTo>
                  <a:lnTo>
                    <a:pt x="981151" y="342925"/>
                  </a:lnTo>
                  <a:lnTo>
                    <a:pt x="974255" y="267131"/>
                  </a:lnTo>
                  <a:lnTo>
                    <a:pt x="964057" y="203314"/>
                  </a:lnTo>
                  <a:lnTo>
                    <a:pt x="950328" y="147434"/>
                  </a:lnTo>
                  <a:lnTo>
                    <a:pt x="933069" y="99529"/>
                  </a:lnTo>
                  <a:lnTo>
                    <a:pt x="912304" y="59626"/>
                  </a:lnTo>
                  <a:lnTo>
                    <a:pt x="888060" y="27787"/>
                  </a:lnTo>
                  <a:lnTo>
                    <a:pt x="849731" y="0"/>
                  </a:lnTo>
                  <a:lnTo>
                    <a:pt x="838949" y="901"/>
                  </a:lnTo>
                  <a:lnTo>
                    <a:pt x="829589" y="6273"/>
                  </a:lnTo>
                  <a:lnTo>
                    <a:pt x="823252" y="15608"/>
                  </a:lnTo>
                  <a:lnTo>
                    <a:pt x="822617" y="17246"/>
                  </a:lnTo>
                  <a:lnTo>
                    <a:pt x="820991" y="25615"/>
                  </a:lnTo>
                  <a:lnTo>
                    <a:pt x="822274" y="33820"/>
                  </a:lnTo>
                  <a:lnTo>
                    <a:pt x="826211" y="41198"/>
                  </a:lnTo>
                  <a:lnTo>
                    <a:pt x="860590" y="74155"/>
                  </a:lnTo>
                  <a:lnTo>
                    <a:pt x="883246" y="112420"/>
                  </a:lnTo>
                  <a:lnTo>
                    <a:pt x="900963" y="159880"/>
                  </a:lnTo>
                  <a:lnTo>
                    <a:pt x="914260" y="214515"/>
                  </a:lnTo>
                  <a:lnTo>
                    <a:pt x="923620" y="274269"/>
                  </a:lnTo>
                  <a:lnTo>
                    <a:pt x="929538" y="337146"/>
                  </a:lnTo>
                  <a:lnTo>
                    <a:pt x="931151" y="363931"/>
                  </a:lnTo>
                  <a:lnTo>
                    <a:pt x="931113" y="364185"/>
                  </a:lnTo>
                  <a:lnTo>
                    <a:pt x="931418" y="368147"/>
                  </a:lnTo>
                  <a:lnTo>
                    <a:pt x="962494" y="391388"/>
                  </a:lnTo>
                  <a:lnTo>
                    <a:pt x="969479" y="393001"/>
                  </a:lnTo>
                  <a:lnTo>
                    <a:pt x="1007249" y="410197"/>
                  </a:lnTo>
                  <a:lnTo>
                    <a:pt x="1038415" y="441058"/>
                  </a:lnTo>
                  <a:lnTo>
                    <a:pt x="1059408" y="478205"/>
                  </a:lnTo>
                  <a:lnTo>
                    <a:pt x="1077010" y="533806"/>
                  </a:lnTo>
                  <a:lnTo>
                    <a:pt x="1086612" y="598576"/>
                  </a:lnTo>
                  <a:lnTo>
                    <a:pt x="1088707" y="635063"/>
                  </a:lnTo>
                  <a:lnTo>
                    <a:pt x="1090942" y="644677"/>
                  </a:lnTo>
                  <a:lnTo>
                    <a:pt x="1096467" y="652475"/>
                  </a:lnTo>
                  <a:lnTo>
                    <a:pt x="1104468" y="657707"/>
                  </a:lnTo>
                  <a:lnTo>
                    <a:pt x="1114158" y="659612"/>
                  </a:lnTo>
                  <a:lnTo>
                    <a:pt x="1124686" y="657517"/>
                  </a:lnTo>
                  <a:lnTo>
                    <a:pt x="1132865" y="651827"/>
                  </a:lnTo>
                  <a:lnTo>
                    <a:pt x="1138262" y="643445"/>
                  </a:lnTo>
                  <a:lnTo>
                    <a:pt x="1140040" y="633272"/>
                  </a:lnTo>
                  <a:close/>
                </a:path>
              </a:pathLst>
            </a:custGeom>
            <a:solidFill>
              <a:srgbClr val="CECFC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12899897" y="2144283"/>
            <a:ext cx="137160" cy="209550"/>
          </a:xfrm>
          <a:custGeom>
            <a:avLst/>
            <a:gdLst/>
            <a:ahLst/>
            <a:cxnLst/>
            <a:rect l="l" t="t" r="r" b="b"/>
            <a:pathLst>
              <a:path w="137159" h="209550">
                <a:moveTo>
                  <a:pt x="136864" y="0"/>
                </a:moveTo>
                <a:lnTo>
                  <a:pt x="0" y="0"/>
                </a:lnTo>
                <a:lnTo>
                  <a:pt x="45495" y="208936"/>
                </a:lnTo>
                <a:lnTo>
                  <a:pt x="91180" y="208936"/>
                </a:lnTo>
                <a:lnTo>
                  <a:pt x="136864" y="0"/>
                </a:lnTo>
                <a:close/>
              </a:path>
            </a:pathLst>
          </a:custGeom>
          <a:solidFill>
            <a:srgbClr val="E1DF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12887063" y="2349562"/>
            <a:ext cx="158750" cy="984250"/>
            <a:chOff x="12887063" y="2349562"/>
            <a:chExt cx="158750" cy="984250"/>
          </a:xfrm>
        </p:grpSpPr>
        <p:sp>
          <p:nvSpPr>
            <p:cNvPr id="29" name="object 29" descr=""/>
            <p:cNvSpPr/>
            <p:nvPr/>
          </p:nvSpPr>
          <p:spPr>
            <a:xfrm>
              <a:off x="12887063" y="3085173"/>
              <a:ext cx="158750" cy="248285"/>
            </a:xfrm>
            <a:custGeom>
              <a:avLst/>
              <a:gdLst/>
              <a:ahLst/>
              <a:cxnLst/>
              <a:rect l="l" t="t" r="r" b="b"/>
              <a:pathLst>
                <a:path w="158750" h="248285">
                  <a:moveTo>
                    <a:pt x="158246" y="0"/>
                  </a:moveTo>
                  <a:lnTo>
                    <a:pt x="0" y="0"/>
                  </a:lnTo>
                  <a:lnTo>
                    <a:pt x="0" y="248055"/>
                  </a:lnTo>
                  <a:lnTo>
                    <a:pt x="158246" y="248055"/>
                  </a:lnTo>
                  <a:lnTo>
                    <a:pt x="158246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2942673" y="2349562"/>
              <a:ext cx="51435" cy="735965"/>
            </a:xfrm>
            <a:custGeom>
              <a:avLst/>
              <a:gdLst/>
              <a:ahLst/>
              <a:cxnLst/>
              <a:rect l="l" t="t" r="r" b="b"/>
              <a:pathLst>
                <a:path w="51434" h="735964">
                  <a:moveTo>
                    <a:pt x="51317" y="0"/>
                  </a:moveTo>
                  <a:lnTo>
                    <a:pt x="0" y="0"/>
                  </a:lnTo>
                  <a:lnTo>
                    <a:pt x="0" y="735611"/>
                  </a:lnTo>
                  <a:lnTo>
                    <a:pt x="51317" y="735611"/>
                  </a:lnTo>
                  <a:lnTo>
                    <a:pt x="51317" y="0"/>
                  </a:lnTo>
                  <a:close/>
                </a:path>
              </a:pathLst>
            </a:custGeom>
            <a:solidFill>
              <a:srgbClr val="D1CDC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87073" y="2063715"/>
            <a:ext cx="158236" cy="80567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13635511" y="2165672"/>
            <a:ext cx="51435" cy="1167765"/>
          </a:xfrm>
          <a:custGeom>
            <a:avLst/>
            <a:gdLst/>
            <a:ahLst/>
            <a:cxnLst/>
            <a:rect l="l" t="t" r="r" b="b"/>
            <a:pathLst>
              <a:path w="51434" h="1167764">
                <a:moveTo>
                  <a:pt x="51317" y="0"/>
                </a:moveTo>
                <a:lnTo>
                  <a:pt x="0" y="0"/>
                </a:lnTo>
                <a:lnTo>
                  <a:pt x="0" y="1167556"/>
                </a:lnTo>
                <a:lnTo>
                  <a:pt x="51317" y="1167556"/>
                </a:lnTo>
                <a:lnTo>
                  <a:pt x="51317" y="0"/>
                </a:lnTo>
                <a:close/>
              </a:path>
            </a:pathLst>
          </a:custGeom>
          <a:solidFill>
            <a:srgbClr val="D1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3378729" y="217061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4648" y="0"/>
                </a:moveTo>
                <a:lnTo>
                  <a:pt x="14871" y="2210"/>
                </a:lnTo>
                <a:lnTo>
                  <a:pt x="6976" y="7800"/>
                </a:lnTo>
                <a:lnTo>
                  <a:pt x="1754" y="15943"/>
                </a:lnTo>
                <a:lnTo>
                  <a:pt x="0" y="25810"/>
                </a:lnTo>
                <a:lnTo>
                  <a:pt x="2203" y="35581"/>
                </a:lnTo>
                <a:lnTo>
                  <a:pt x="7791" y="43475"/>
                </a:lnTo>
                <a:lnTo>
                  <a:pt x="15933" y="48698"/>
                </a:lnTo>
                <a:lnTo>
                  <a:pt x="25800" y="50459"/>
                </a:lnTo>
                <a:lnTo>
                  <a:pt x="35570" y="48253"/>
                </a:lnTo>
                <a:lnTo>
                  <a:pt x="43464" y="42663"/>
                </a:lnTo>
                <a:lnTo>
                  <a:pt x="48688" y="34521"/>
                </a:lnTo>
                <a:lnTo>
                  <a:pt x="50448" y="24658"/>
                </a:lnTo>
                <a:lnTo>
                  <a:pt x="48244" y="14882"/>
                </a:lnTo>
                <a:lnTo>
                  <a:pt x="42657" y="6985"/>
                </a:lnTo>
                <a:lnTo>
                  <a:pt x="34515" y="1760"/>
                </a:lnTo>
                <a:lnTo>
                  <a:pt x="24648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3891941" y="217061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4648" y="0"/>
                </a:moveTo>
                <a:lnTo>
                  <a:pt x="14877" y="2210"/>
                </a:lnTo>
                <a:lnTo>
                  <a:pt x="6984" y="7800"/>
                </a:lnTo>
                <a:lnTo>
                  <a:pt x="1760" y="15943"/>
                </a:lnTo>
                <a:lnTo>
                  <a:pt x="0" y="25810"/>
                </a:lnTo>
                <a:lnTo>
                  <a:pt x="2203" y="35581"/>
                </a:lnTo>
                <a:lnTo>
                  <a:pt x="7791" y="43475"/>
                </a:lnTo>
                <a:lnTo>
                  <a:pt x="15933" y="48698"/>
                </a:lnTo>
                <a:lnTo>
                  <a:pt x="25800" y="50459"/>
                </a:lnTo>
                <a:lnTo>
                  <a:pt x="35576" y="48253"/>
                </a:lnTo>
                <a:lnTo>
                  <a:pt x="43472" y="42663"/>
                </a:lnTo>
                <a:lnTo>
                  <a:pt x="48694" y="34521"/>
                </a:lnTo>
                <a:lnTo>
                  <a:pt x="50448" y="24658"/>
                </a:lnTo>
                <a:lnTo>
                  <a:pt x="48244" y="14882"/>
                </a:lnTo>
                <a:lnTo>
                  <a:pt x="42657" y="6985"/>
                </a:lnTo>
                <a:lnTo>
                  <a:pt x="34515" y="1760"/>
                </a:lnTo>
                <a:lnTo>
                  <a:pt x="24648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3574349" y="3085168"/>
            <a:ext cx="173990" cy="248285"/>
          </a:xfrm>
          <a:custGeom>
            <a:avLst/>
            <a:gdLst/>
            <a:ahLst/>
            <a:cxnLst/>
            <a:rect l="l" t="t" r="r" b="b"/>
            <a:pathLst>
              <a:path w="173990" h="248285">
                <a:moveTo>
                  <a:pt x="152969" y="0"/>
                </a:moveTo>
                <a:lnTo>
                  <a:pt x="20669" y="0"/>
                </a:lnTo>
                <a:lnTo>
                  <a:pt x="0" y="248055"/>
                </a:lnTo>
                <a:lnTo>
                  <a:pt x="173638" y="248055"/>
                </a:lnTo>
                <a:lnTo>
                  <a:pt x="152969" y="0"/>
                </a:lnTo>
                <a:close/>
              </a:path>
            </a:pathLst>
          </a:custGeom>
          <a:solidFill>
            <a:srgbClr val="9C9C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13331852" y="2123387"/>
            <a:ext cx="659130" cy="222250"/>
            <a:chOff x="13331852" y="2123387"/>
            <a:chExt cx="659130" cy="222250"/>
          </a:xfrm>
        </p:grpSpPr>
        <p:sp>
          <p:nvSpPr>
            <p:cNvPr id="37" name="object 37" descr=""/>
            <p:cNvSpPr/>
            <p:nvPr/>
          </p:nvSpPr>
          <p:spPr>
            <a:xfrm>
              <a:off x="13404545" y="2187542"/>
              <a:ext cx="513715" cy="16510"/>
            </a:xfrm>
            <a:custGeom>
              <a:avLst/>
              <a:gdLst/>
              <a:ahLst/>
              <a:cxnLst/>
              <a:rect l="l" t="t" r="r" b="b"/>
              <a:pathLst>
                <a:path w="513715" h="16510">
                  <a:moveTo>
                    <a:pt x="256616" y="0"/>
                  </a:moveTo>
                  <a:lnTo>
                    <a:pt x="0" y="0"/>
                  </a:lnTo>
                  <a:lnTo>
                    <a:pt x="0" y="16129"/>
                  </a:lnTo>
                  <a:lnTo>
                    <a:pt x="256616" y="16129"/>
                  </a:lnTo>
                  <a:lnTo>
                    <a:pt x="256616" y="0"/>
                  </a:lnTo>
                  <a:close/>
                </a:path>
                <a:path w="513715" h="16510">
                  <a:moveTo>
                    <a:pt x="513219" y="0"/>
                  </a:moveTo>
                  <a:lnTo>
                    <a:pt x="256628" y="0"/>
                  </a:lnTo>
                  <a:lnTo>
                    <a:pt x="256628" y="16129"/>
                  </a:lnTo>
                  <a:lnTo>
                    <a:pt x="513219" y="16129"/>
                  </a:lnTo>
                  <a:lnTo>
                    <a:pt x="513219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331856" y="2199876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709" y="0"/>
                  </a:moveTo>
                  <a:lnTo>
                    <a:pt x="44408" y="5713"/>
                  </a:lnTo>
                  <a:lnTo>
                    <a:pt x="21296" y="21296"/>
                  </a:lnTo>
                  <a:lnTo>
                    <a:pt x="5713" y="44408"/>
                  </a:lnTo>
                  <a:lnTo>
                    <a:pt x="0" y="72709"/>
                  </a:lnTo>
                  <a:lnTo>
                    <a:pt x="5713" y="101011"/>
                  </a:lnTo>
                  <a:lnTo>
                    <a:pt x="21296" y="124123"/>
                  </a:lnTo>
                  <a:lnTo>
                    <a:pt x="44408" y="139705"/>
                  </a:lnTo>
                  <a:lnTo>
                    <a:pt x="72709" y="145419"/>
                  </a:lnTo>
                  <a:lnTo>
                    <a:pt x="101005" y="139705"/>
                  </a:lnTo>
                  <a:lnTo>
                    <a:pt x="124114" y="124123"/>
                  </a:lnTo>
                  <a:lnTo>
                    <a:pt x="139695" y="101011"/>
                  </a:lnTo>
                  <a:lnTo>
                    <a:pt x="145409" y="72709"/>
                  </a:lnTo>
                  <a:lnTo>
                    <a:pt x="139695" y="44408"/>
                  </a:lnTo>
                  <a:lnTo>
                    <a:pt x="124114" y="21296"/>
                  </a:lnTo>
                  <a:lnTo>
                    <a:pt x="101005" y="5713"/>
                  </a:lnTo>
                  <a:lnTo>
                    <a:pt x="72709" y="0"/>
                  </a:lnTo>
                  <a:close/>
                </a:path>
              </a:pathLst>
            </a:custGeom>
            <a:solidFill>
              <a:srgbClr val="FFC3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845070" y="2199876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99" y="0"/>
                  </a:moveTo>
                  <a:lnTo>
                    <a:pt x="44403" y="5713"/>
                  </a:lnTo>
                  <a:lnTo>
                    <a:pt x="21295" y="21296"/>
                  </a:lnTo>
                  <a:lnTo>
                    <a:pt x="5713" y="44408"/>
                  </a:lnTo>
                  <a:lnTo>
                    <a:pt x="0" y="72709"/>
                  </a:lnTo>
                  <a:lnTo>
                    <a:pt x="5713" y="101011"/>
                  </a:lnTo>
                  <a:lnTo>
                    <a:pt x="21295" y="124123"/>
                  </a:lnTo>
                  <a:lnTo>
                    <a:pt x="44403" y="139705"/>
                  </a:lnTo>
                  <a:lnTo>
                    <a:pt x="72699" y="145419"/>
                  </a:lnTo>
                  <a:lnTo>
                    <a:pt x="101001" y="139705"/>
                  </a:lnTo>
                  <a:lnTo>
                    <a:pt x="124112" y="124123"/>
                  </a:lnTo>
                  <a:lnTo>
                    <a:pt x="139695" y="101011"/>
                  </a:lnTo>
                  <a:lnTo>
                    <a:pt x="145409" y="72709"/>
                  </a:lnTo>
                  <a:lnTo>
                    <a:pt x="139695" y="44408"/>
                  </a:lnTo>
                  <a:lnTo>
                    <a:pt x="124112" y="21296"/>
                  </a:lnTo>
                  <a:lnTo>
                    <a:pt x="101001" y="5713"/>
                  </a:lnTo>
                  <a:lnTo>
                    <a:pt x="72699" y="0"/>
                  </a:lnTo>
                  <a:close/>
                </a:path>
              </a:pathLst>
            </a:custGeom>
            <a:solidFill>
              <a:srgbClr val="FFC40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88951" y="2123387"/>
              <a:ext cx="144435" cy="14443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3331851" y="2199887"/>
              <a:ext cx="658495" cy="145415"/>
            </a:xfrm>
            <a:custGeom>
              <a:avLst/>
              <a:gdLst/>
              <a:ahLst/>
              <a:cxnLst/>
              <a:rect l="l" t="t" r="r" b="b"/>
              <a:pathLst>
                <a:path w="658494" h="145414">
                  <a:moveTo>
                    <a:pt x="145402" y="72707"/>
                  </a:moveTo>
                  <a:lnTo>
                    <a:pt x="139687" y="44437"/>
                  </a:lnTo>
                  <a:lnTo>
                    <a:pt x="128308" y="27584"/>
                  </a:lnTo>
                  <a:lnTo>
                    <a:pt x="128308" y="72707"/>
                  </a:lnTo>
                  <a:lnTo>
                    <a:pt x="123926" y="94322"/>
                  </a:lnTo>
                  <a:lnTo>
                    <a:pt x="112001" y="112001"/>
                  </a:lnTo>
                  <a:lnTo>
                    <a:pt x="94322" y="123926"/>
                  </a:lnTo>
                  <a:lnTo>
                    <a:pt x="72707" y="128295"/>
                  </a:lnTo>
                  <a:lnTo>
                    <a:pt x="51079" y="123926"/>
                  </a:lnTo>
                  <a:lnTo>
                    <a:pt x="33413" y="112001"/>
                  </a:lnTo>
                  <a:lnTo>
                    <a:pt x="21475" y="94322"/>
                  </a:lnTo>
                  <a:lnTo>
                    <a:pt x="17106" y="72707"/>
                  </a:lnTo>
                  <a:lnTo>
                    <a:pt x="21475" y="51092"/>
                  </a:lnTo>
                  <a:lnTo>
                    <a:pt x="33413" y="33413"/>
                  </a:lnTo>
                  <a:lnTo>
                    <a:pt x="51079" y="21488"/>
                  </a:lnTo>
                  <a:lnTo>
                    <a:pt x="72707" y="17106"/>
                  </a:lnTo>
                  <a:lnTo>
                    <a:pt x="94322" y="21488"/>
                  </a:lnTo>
                  <a:lnTo>
                    <a:pt x="112001" y="33413"/>
                  </a:lnTo>
                  <a:lnTo>
                    <a:pt x="123926" y="51092"/>
                  </a:lnTo>
                  <a:lnTo>
                    <a:pt x="128308" y="72707"/>
                  </a:lnTo>
                  <a:lnTo>
                    <a:pt x="128308" y="27584"/>
                  </a:lnTo>
                  <a:lnTo>
                    <a:pt x="124091" y="21323"/>
                  </a:lnTo>
                  <a:lnTo>
                    <a:pt x="117856" y="17106"/>
                  </a:lnTo>
                  <a:lnTo>
                    <a:pt x="100977" y="5715"/>
                  </a:lnTo>
                  <a:lnTo>
                    <a:pt x="72707" y="0"/>
                  </a:lnTo>
                  <a:lnTo>
                    <a:pt x="44424" y="5715"/>
                  </a:lnTo>
                  <a:lnTo>
                    <a:pt x="21310" y="21323"/>
                  </a:lnTo>
                  <a:lnTo>
                    <a:pt x="5715" y="44437"/>
                  </a:lnTo>
                  <a:lnTo>
                    <a:pt x="0" y="72707"/>
                  </a:lnTo>
                  <a:lnTo>
                    <a:pt x="5715" y="100977"/>
                  </a:lnTo>
                  <a:lnTo>
                    <a:pt x="21310" y="124091"/>
                  </a:lnTo>
                  <a:lnTo>
                    <a:pt x="44424" y="139687"/>
                  </a:lnTo>
                  <a:lnTo>
                    <a:pt x="72707" y="145402"/>
                  </a:lnTo>
                  <a:lnTo>
                    <a:pt x="100977" y="139687"/>
                  </a:lnTo>
                  <a:lnTo>
                    <a:pt x="117856" y="128295"/>
                  </a:lnTo>
                  <a:lnTo>
                    <a:pt x="124091" y="124091"/>
                  </a:lnTo>
                  <a:lnTo>
                    <a:pt x="139687" y="100977"/>
                  </a:lnTo>
                  <a:lnTo>
                    <a:pt x="145402" y="72707"/>
                  </a:lnTo>
                  <a:close/>
                </a:path>
                <a:path w="658494" h="145414">
                  <a:moveTo>
                    <a:pt x="658139" y="72707"/>
                  </a:moveTo>
                  <a:lnTo>
                    <a:pt x="652449" y="44627"/>
                  </a:lnTo>
                  <a:lnTo>
                    <a:pt x="641997" y="29146"/>
                  </a:lnTo>
                  <a:lnTo>
                    <a:pt x="641997" y="72707"/>
                  </a:lnTo>
                  <a:lnTo>
                    <a:pt x="637578" y="94513"/>
                  </a:lnTo>
                  <a:lnTo>
                    <a:pt x="625551" y="112344"/>
                  </a:lnTo>
                  <a:lnTo>
                    <a:pt x="607720" y="124371"/>
                  </a:lnTo>
                  <a:lnTo>
                    <a:pt x="585914" y="128790"/>
                  </a:lnTo>
                  <a:lnTo>
                    <a:pt x="564108" y="124371"/>
                  </a:lnTo>
                  <a:lnTo>
                    <a:pt x="546277" y="112344"/>
                  </a:lnTo>
                  <a:lnTo>
                    <a:pt x="534250" y="94513"/>
                  </a:lnTo>
                  <a:lnTo>
                    <a:pt x="529831" y="72707"/>
                  </a:lnTo>
                  <a:lnTo>
                    <a:pt x="534250" y="50901"/>
                  </a:lnTo>
                  <a:lnTo>
                    <a:pt x="546277" y="33070"/>
                  </a:lnTo>
                  <a:lnTo>
                    <a:pt x="564108" y="21043"/>
                  </a:lnTo>
                  <a:lnTo>
                    <a:pt x="585914" y="16624"/>
                  </a:lnTo>
                  <a:lnTo>
                    <a:pt x="607720" y="21043"/>
                  </a:lnTo>
                  <a:lnTo>
                    <a:pt x="625551" y="33070"/>
                  </a:lnTo>
                  <a:lnTo>
                    <a:pt x="637578" y="50901"/>
                  </a:lnTo>
                  <a:lnTo>
                    <a:pt x="641997" y="72707"/>
                  </a:lnTo>
                  <a:lnTo>
                    <a:pt x="641997" y="29146"/>
                  </a:lnTo>
                  <a:lnTo>
                    <a:pt x="636955" y="21666"/>
                  </a:lnTo>
                  <a:lnTo>
                    <a:pt x="629488" y="16624"/>
                  </a:lnTo>
                  <a:lnTo>
                    <a:pt x="613994" y="6172"/>
                  </a:lnTo>
                  <a:lnTo>
                    <a:pt x="585914" y="482"/>
                  </a:lnTo>
                  <a:lnTo>
                    <a:pt x="557834" y="6172"/>
                  </a:lnTo>
                  <a:lnTo>
                    <a:pt x="534873" y="21666"/>
                  </a:lnTo>
                  <a:lnTo>
                    <a:pt x="519379" y="44627"/>
                  </a:lnTo>
                  <a:lnTo>
                    <a:pt x="513702" y="72707"/>
                  </a:lnTo>
                  <a:lnTo>
                    <a:pt x="519379" y="100787"/>
                  </a:lnTo>
                  <a:lnTo>
                    <a:pt x="534873" y="123748"/>
                  </a:lnTo>
                  <a:lnTo>
                    <a:pt x="557834" y="139242"/>
                  </a:lnTo>
                  <a:lnTo>
                    <a:pt x="585914" y="144919"/>
                  </a:lnTo>
                  <a:lnTo>
                    <a:pt x="613994" y="139242"/>
                  </a:lnTo>
                  <a:lnTo>
                    <a:pt x="629488" y="128790"/>
                  </a:lnTo>
                  <a:lnTo>
                    <a:pt x="636955" y="123748"/>
                  </a:lnTo>
                  <a:lnTo>
                    <a:pt x="652449" y="100787"/>
                  </a:lnTo>
                  <a:lnTo>
                    <a:pt x="658139" y="72707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1139065" y="4986432"/>
            <a:ext cx="4606925" cy="965200"/>
            <a:chOff x="1139065" y="4986432"/>
            <a:chExt cx="4606925" cy="965200"/>
          </a:xfrm>
        </p:grpSpPr>
        <p:sp>
          <p:nvSpPr>
            <p:cNvPr id="43" name="object 43" descr=""/>
            <p:cNvSpPr/>
            <p:nvPr/>
          </p:nvSpPr>
          <p:spPr>
            <a:xfrm>
              <a:off x="1193515" y="4986432"/>
              <a:ext cx="3571240" cy="965200"/>
            </a:xfrm>
            <a:custGeom>
              <a:avLst/>
              <a:gdLst/>
              <a:ahLst/>
              <a:cxnLst/>
              <a:rect l="l" t="t" r="r" b="b"/>
              <a:pathLst>
                <a:path w="3571240" h="965200">
                  <a:moveTo>
                    <a:pt x="1167419" y="326743"/>
                  </a:moveTo>
                  <a:lnTo>
                    <a:pt x="1091998" y="326743"/>
                  </a:lnTo>
                  <a:lnTo>
                    <a:pt x="1069621" y="359025"/>
                  </a:lnTo>
                  <a:lnTo>
                    <a:pt x="1012795" y="369108"/>
                  </a:lnTo>
                  <a:lnTo>
                    <a:pt x="957059" y="379928"/>
                  </a:lnTo>
                  <a:lnTo>
                    <a:pt x="902455" y="391469"/>
                  </a:lnTo>
                  <a:lnTo>
                    <a:pt x="849024" y="403714"/>
                  </a:lnTo>
                  <a:lnTo>
                    <a:pt x="796810" y="416649"/>
                  </a:lnTo>
                  <a:lnTo>
                    <a:pt x="745853" y="430257"/>
                  </a:lnTo>
                  <a:lnTo>
                    <a:pt x="696196" y="444521"/>
                  </a:lnTo>
                  <a:lnTo>
                    <a:pt x="647880" y="459425"/>
                  </a:lnTo>
                  <a:lnTo>
                    <a:pt x="600948" y="474955"/>
                  </a:lnTo>
                  <a:lnTo>
                    <a:pt x="555441" y="491092"/>
                  </a:lnTo>
                  <a:lnTo>
                    <a:pt x="511402" y="507821"/>
                  </a:lnTo>
                  <a:lnTo>
                    <a:pt x="468871" y="525127"/>
                  </a:lnTo>
                  <a:lnTo>
                    <a:pt x="427892" y="542992"/>
                  </a:lnTo>
                  <a:lnTo>
                    <a:pt x="388505" y="561401"/>
                  </a:lnTo>
                  <a:lnTo>
                    <a:pt x="350753" y="580338"/>
                  </a:lnTo>
                  <a:lnTo>
                    <a:pt x="302121" y="606905"/>
                  </a:lnTo>
                  <a:lnTo>
                    <a:pt x="256691" y="634372"/>
                  </a:lnTo>
                  <a:lnTo>
                    <a:pt x="214571" y="662700"/>
                  </a:lnTo>
                  <a:lnTo>
                    <a:pt x="175868" y="691853"/>
                  </a:lnTo>
                  <a:lnTo>
                    <a:pt x="133962" y="727985"/>
                  </a:lnTo>
                  <a:lnTo>
                    <a:pt x="97343" y="765179"/>
                  </a:lnTo>
                  <a:lnTo>
                    <a:pt x="66196" y="803364"/>
                  </a:lnTo>
                  <a:lnTo>
                    <a:pt x="40705" y="842468"/>
                  </a:lnTo>
                  <a:lnTo>
                    <a:pt x="21052" y="882422"/>
                  </a:lnTo>
                  <a:lnTo>
                    <a:pt x="7423" y="923152"/>
                  </a:lnTo>
                  <a:lnTo>
                    <a:pt x="0" y="964588"/>
                  </a:lnTo>
                  <a:lnTo>
                    <a:pt x="3570760" y="964588"/>
                  </a:lnTo>
                  <a:lnTo>
                    <a:pt x="3563311" y="923152"/>
                  </a:lnTo>
                  <a:lnTo>
                    <a:pt x="3549755" y="882674"/>
                  </a:lnTo>
                  <a:lnTo>
                    <a:pt x="3523515" y="831614"/>
                  </a:lnTo>
                  <a:lnTo>
                    <a:pt x="3487789" y="781976"/>
                  </a:lnTo>
                  <a:lnTo>
                    <a:pt x="3449154" y="739943"/>
                  </a:lnTo>
                  <a:lnTo>
                    <a:pt x="3403844" y="699214"/>
                  </a:lnTo>
                  <a:lnTo>
                    <a:pt x="3371301" y="673766"/>
                  </a:lnTo>
                  <a:lnTo>
                    <a:pt x="3336169" y="648923"/>
                  </a:lnTo>
                  <a:lnTo>
                    <a:pt x="3298513" y="624711"/>
                  </a:lnTo>
                  <a:lnTo>
                    <a:pt x="3258403" y="601154"/>
                  </a:lnTo>
                  <a:lnTo>
                    <a:pt x="3218285" y="579505"/>
                  </a:lnTo>
                  <a:lnTo>
                    <a:pt x="3176093" y="558488"/>
                  </a:lnTo>
                  <a:lnTo>
                    <a:pt x="3131884" y="538126"/>
                  </a:lnTo>
                  <a:lnTo>
                    <a:pt x="3085717" y="518444"/>
                  </a:lnTo>
                  <a:lnTo>
                    <a:pt x="3037656" y="499461"/>
                  </a:lnTo>
                  <a:lnTo>
                    <a:pt x="2974991" y="476756"/>
                  </a:lnTo>
                  <a:lnTo>
                    <a:pt x="2909555" y="455221"/>
                  </a:lnTo>
                  <a:lnTo>
                    <a:pt x="2855297" y="438863"/>
                  </a:lnTo>
                  <a:lnTo>
                    <a:pt x="2799391" y="423306"/>
                  </a:lnTo>
                  <a:lnTo>
                    <a:pt x="2738459" y="407783"/>
                  </a:lnTo>
                  <a:lnTo>
                    <a:pt x="2675824" y="393202"/>
                  </a:lnTo>
                  <a:lnTo>
                    <a:pt x="2670923" y="380564"/>
                  </a:lnTo>
                  <a:lnTo>
                    <a:pt x="2616663" y="380564"/>
                  </a:lnTo>
                  <a:lnTo>
                    <a:pt x="2576518" y="372627"/>
                  </a:lnTo>
                  <a:lnTo>
                    <a:pt x="2535811" y="365066"/>
                  </a:lnTo>
                  <a:lnTo>
                    <a:pt x="2494544" y="357895"/>
                  </a:lnTo>
                  <a:lnTo>
                    <a:pt x="2452721" y="351130"/>
                  </a:lnTo>
                  <a:lnTo>
                    <a:pt x="2444897" y="342240"/>
                  </a:lnTo>
                  <a:lnTo>
                    <a:pt x="1178770" y="342240"/>
                  </a:lnTo>
                  <a:lnTo>
                    <a:pt x="1167419" y="326743"/>
                  </a:lnTo>
                  <a:close/>
                </a:path>
                <a:path w="3571240" h="965200">
                  <a:moveTo>
                    <a:pt x="2643039" y="308650"/>
                  </a:moveTo>
                  <a:lnTo>
                    <a:pt x="2616663" y="380564"/>
                  </a:lnTo>
                  <a:lnTo>
                    <a:pt x="2670923" y="380564"/>
                  </a:lnTo>
                  <a:lnTo>
                    <a:pt x="2643039" y="308650"/>
                  </a:lnTo>
                  <a:close/>
                </a:path>
                <a:path w="3571240" h="965200">
                  <a:moveTo>
                    <a:pt x="1660724" y="292221"/>
                  </a:moveTo>
                  <a:lnTo>
                    <a:pt x="1500132" y="292221"/>
                  </a:lnTo>
                  <a:lnTo>
                    <a:pt x="1484373" y="311142"/>
                  </a:lnTo>
                  <a:lnTo>
                    <a:pt x="1437576" y="314456"/>
                  </a:lnTo>
                  <a:lnTo>
                    <a:pt x="1391205" y="318228"/>
                  </a:lnTo>
                  <a:lnTo>
                    <a:pt x="1345282" y="322459"/>
                  </a:lnTo>
                  <a:lnTo>
                    <a:pt x="1299834" y="327152"/>
                  </a:lnTo>
                  <a:lnTo>
                    <a:pt x="1238835" y="334292"/>
                  </a:lnTo>
                  <a:lnTo>
                    <a:pt x="1178770" y="342240"/>
                  </a:lnTo>
                  <a:lnTo>
                    <a:pt x="2444897" y="342240"/>
                  </a:lnTo>
                  <a:lnTo>
                    <a:pt x="2431313" y="326806"/>
                  </a:lnTo>
                  <a:lnTo>
                    <a:pt x="2266883" y="326806"/>
                  </a:lnTo>
                  <a:lnTo>
                    <a:pt x="2245366" y="324576"/>
                  </a:lnTo>
                  <a:lnTo>
                    <a:pt x="2467788" y="324576"/>
                  </a:lnTo>
                  <a:lnTo>
                    <a:pt x="2467136" y="323686"/>
                  </a:lnTo>
                  <a:lnTo>
                    <a:pt x="2236780" y="323686"/>
                  </a:lnTo>
                  <a:lnTo>
                    <a:pt x="2224304" y="322456"/>
                  </a:lnTo>
                  <a:lnTo>
                    <a:pt x="2186666" y="318974"/>
                  </a:lnTo>
                  <a:lnTo>
                    <a:pt x="2172641" y="303037"/>
                  </a:lnTo>
                  <a:lnTo>
                    <a:pt x="1909240" y="303037"/>
                  </a:lnTo>
                  <a:lnTo>
                    <a:pt x="1899709" y="302797"/>
                  </a:lnTo>
                  <a:lnTo>
                    <a:pt x="1670032" y="302797"/>
                  </a:lnTo>
                  <a:lnTo>
                    <a:pt x="1660724" y="292221"/>
                  </a:lnTo>
                  <a:close/>
                </a:path>
                <a:path w="3571240" h="965200">
                  <a:moveTo>
                    <a:pt x="2429350" y="324576"/>
                  </a:moveTo>
                  <a:lnTo>
                    <a:pt x="2268747" y="324576"/>
                  </a:lnTo>
                  <a:lnTo>
                    <a:pt x="2266883" y="326806"/>
                  </a:lnTo>
                  <a:lnTo>
                    <a:pt x="2431313" y="326806"/>
                  </a:lnTo>
                  <a:lnTo>
                    <a:pt x="2429350" y="324576"/>
                  </a:lnTo>
                  <a:close/>
                </a:path>
                <a:path w="3571240" h="965200">
                  <a:moveTo>
                    <a:pt x="1127724" y="214611"/>
                  </a:moveTo>
                  <a:lnTo>
                    <a:pt x="1086595" y="326743"/>
                  </a:lnTo>
                  <a:lnTo>
                    <a:pt x="1171199" y="326743"/>
                  </a:lnTo>
                  <a:lnTo>
                    <a:pt x="1127724" y="214611"/>
                  </a:lnTo>
                  <a:close/>
                </a:path>
                <a:path w="3571240" h="965200">
                  <a:moveTo>
                    <a:pt x="2401476" y="234034"/>
                  </a:moveTo>
                  <a:lnTo>
                    <a:pt x="2298903" y="234034"/>
                  </a:lnTo>
                  <a:lnTo>
                    <a:pt x="2236780" y="323686"/>
                  </a:lnTo>
                  <a:lnTo>
                    <a:pt x="2467136" y="323686"/>
                  </a:lnTo>
                  <a:lnTo>
                    <a:pt x="2401476" y="234034"/>
                  </a:lnTo>
                  <a:close/>
                </a:path>
                <a:path w="3571240" h="965200">
                  <a:moveTo>
                    <a:pt x="2119820" y="243018"/>
                  </a:moveTo>
                  <a:lnTo>
                    <a:pt x="1959217" y="243018"/>
                  </a:lnTo>
                  <a:lnTo>
                    <a:pt x="1909240" y="303037"/>
                  </a:lnTo>
                  <a:lnTo>
                    <a:pt x="2172641" y="303037"/>
                  </a:lnTo>
                  <a:lnTo>
                    <a:pt x="2119820" y="243018"/>
                  </a:lnTo>
                  <a:close/>
                </a:path>
                <a:path w="3571240" h="965200">
                  <a:moveTo>
                    <a:pt x="1805044" y="178654"/>
                  </a:moveTo>
                  <a:lnTo>
                    <a:pt x="1759977" y="301488"/>
                  </a:lnTo>
                  <a:lnTo>
                    <a:pt x="1670032" y="302797"/>
                  </a:lnTo>
                  <a:lnTo>
                    <a:pt x="1899709" y="302797"/>
                  </a:lnTo>
                  <a:lnTo>
                    <a:pt x="1852812" y="301865"/>
                  </a:lnTo>
                  <a:lnTo>
                    <a:pt x="1805044" y="178654"/>
                  </a:lnTo>
                  <a:close/>
                </a:path>
                <a:path w="3571240" h="965200">
                  <a:moveTo>
                    <a:pt x="1632850" y="201679"/>
                  </a:moveTo>
                  <a:lnTo>
                    <a:pt x="1530278" y="201679"/>
                  </a:lnTo>
                  <a:lnTo>
                    <a:pt x="1467536" y="292221"/>
                  </a:lnTo>
                  <a:lnTo>
                    <a:pt x="1699162" y="292221"/>
                  </a:lnTo>
                  <a:lnTo>
                    <a:pt x="1632850" y="201679"/>
                  </a:lnTo>
                  <a:close/>
                </a:path>
                <a:path w="3571240" h="965200">
                  <a:moveTo>
                    <a:pt x="2091946" y="152477"/>
                  </a:moveTo>
                  <a:lnTo>
                    <a:pt x="1989373" y="152477"/>
                  </a:lnTo>
                  <a:lnTo>
                    <a:pt x="1926632" y="243018"/>
                  </a:lnTo>
                  <a:lnTo>
                    <a:pt x="2158258" y="243018"/>
                  </a:lnTo>
                  <a:lnTo>
                    <a:pt x="2091946" y="152477"/>
                  </a:lnTo>
                  <a:close/>
                </a:path>
                <a:path w="3571240" h="965200">
                  <a:moveTo>
                    <a:pt x="2347488" y="81547"/>
                  </a:moveTo>
                  <a:lnTo>
                    <a:pt x="2291553" y="234034"/>
                  </a:lnTo>
                  <a:lnTo>
                    <a:pt x="2406617" y="234034"/>
                  </a:lnTo>
                  <a:lnTo>
                    <a:pt x="2347488" y="81547"/>
                  </a:lnTo>
                  <a:close/>
                </a:path>
                <a:path w="3571240" h="965200">
                  <a:moveTo>
                    <a:pt x="1578873" y="49192"/>
                  </a:moveTo>
                  <a:lnTo>
                    <a:pt x="1522937" y="201679"/>
                  </a:lnTo>
                  <a:lnTo>
                    <a:pt x="1637992" y="201679"/>
                  </a:lnTo>
                  <a:lnTo>
                    <a:pt x="1578873" y="49192"/>
                  </a:lnTo>
                  <a:close/>
                </a:path>
                <a:path w="3571240" h="965200">
                  <a:moveTo>
                    <a:pt x="2037969" y="0"/>
                  </a:moveTo>
                  <a:lnTo>
                    <a:pt x="1982023" y="152477"/>
                  </a:lnTo>
                  <a:lnTo>
                    <a:pt x="2097087" y="152477"/>
                  </a:lnTo>
                  <a:lnTo>
                    <a:pt x="2037969" y="0"/>
                  </a:lnTo>
                  <a:close/>
                </a:path>
              </a:pathLst>
            </a:custGeom>
            <a:solidFill>
              <a:srgbClr val="77AE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39063" y="5121293"/>
              <a:ext cx="4606925" cy="829944"/>
            </a:xfrm>
            <a:custGeom>
              <a:avLst/>
              <a:gdLst/>
              <a:ahLst/>
              <a:cxnLst/>
              <a:rect l="l" t="t" r="r" b="b"/>
              <a:pathLst>
                <a:path w="4606925" h="829945">
                  <a:moveTo>
                    <a:pt x="1698955" y="829729"/>
                  </a:moveTo>
                  <a:lnTo>
                    <a:pt x="1687880" y="768121"/>
                  </a:lnTo>
                  <a:lnTo>
                    <a:pt x="1665033" y="708355"/>
                  </a:lnTo>
                  <a:lnTo>
                    <a:pt x="1630984" y="650709"/>
                  </a:lnTo>
                  <a:lnTo>
                    <a:pt x="1586306" y="595464"/>
                  </a:lnTo>
                  <a:lnTo>
                    <a:pt x="1531581" y="542912"/>
                  </a:lnTo>
                  <a:lnTo>
                    <a:pt x="1500644" y="517740"/>
                  </a:lnTo>
                  <a:lnTo>
                    <a:pt x="1467408" y="493344"/>
                  </a:lnTo>
                  <a:lnTo>
                    <a:pt x="1431963" y="469760"/>
                  </a:lnTo>
                  <a:lnTo>
                    <a:pt x="1394358" y="447027"/>
                  </a:lnTo>
                  <a:lnTo>
                    <a:pt x="1354683" y="425183"/>
                  </a:lnTo>
                  <a:lnTo>
                    <a:pt x="1313014" y="404253"/>
                  </a:lnTo>
                  <a:lnTo>
                    <a:pt x="1269415" y="384289"/>
                  </a:lnTo>
                  <a:lnTo>
                    <a:pt x="1223949" y="365315"/>
                  </a:lnTo>
                  <a:lnTo>
                    <a:pt x="1176718" y="347357"/>
                  </a:lnTo>
                  <a:lnTo>
                    <a:pt x="1127760" y="330479"/>
                  </a:lnTo>
                  <a:lnTo>
                    <a:pt x="1077175" y="314693"/>
                  </a:lnTo>
                  <a:lnTo>
                    <a:pt x="1025029" y="300050"/>
                  </a:lnTo>
                  <a:lnTo>
                    <a:pt x="971384" y="286562"/>
                  </a:lnTo>
                  <a:lnTo>
                    <a:pt x="916330" y="274294"/>
                  </a:lnTo>
                  <a:lnTo>
                    <a:pt x="859917" y="263271"/>
                  </a:lnTo>
                  <a:lnTo>
                    <a:pt x="802233" y="253517"/>
                  </a:lnTo>
                  <a:lnTo>
                    <a:pt x="743356" y="245071"/>
                  </a:lnTo>
                  <a:lnTo>
                    <a:pt x="683348" y="237972"/>
                  </a:lnTo>
                  <a:lnTo>
                    <a:pt x="622287" y="232270"/>
                  </a:lnTo>
                  <a:lnTo>
                    <a:pt x="560235" y="227977"/>
                  </a:lnTo>
                  <a:lnTo>
                    <a:pt x="497281" y="225145"/>
                  </a:lnTo>
                  <a:lnTo>
                    <a:pt x="440436" y="80632"/>
                  </a:lnTo>
                  <a:lnTo>
                    <a:pt x="387172" y="223761"/>
                  </a:lnTo>
                  <a:lnTo>
                    <a:pt x="348157" y="224358"/>
                  </a:lnTo>
                  <a:lnTo>
                    <a:pt x="297167" y="155740"/>
                  </a:lnTo>
                  <a:lnTo>
                    <a:pt x="302501" y="155740"/>
                  </a:lnTo>
                  <a:lnTo>
                    <a:pt x="241236" y="0"/>
                  </a:lnTo>
                  <a:lnTo>
                    <a:pt x="183261" y="155740"/>
                  </a:lnTo>
                  <a:lnTo>
                    <a:pt x="190881" y="155740"/>
                  </a:lnTo>
                  <a:lnTo>
                    <a:pt x="132943" y="238137"/>
                  </a:lnTo>
                  <a:lnTo>
                    <a:pt x="99187" y="241960"/>
                  </a:lnTo>
                  <a:lnTo>
                    <a:pt x="65760" y="246214"/>
                  </a:lnTo>
                  <a:lnTo>
                    <a:pt x="32689" y="250875"/>
                  </a:lnTo>
                  <a:lnTo>
                    <a:pt x="0" y="255968"/>
                  </a:lnTo>
                  <a:lnTo>
                    <a:pt x="0" y="829729"/>
                  </a:lnTo>
                  <a:lnTo>
                    <a:pt x="1698955" y="829729"/>
                  </a:lnTo>
                  <a:close/>
                </a:path>
                <a:path w="4606925" h="829945">
                  <a:moveTo>
                    <a:pt x="4606391" y="255968"/>
                  </a:moveTo>
                  <a:lnTo>
                    <a:pt x="4573702" y="250875"/>
                  </a:lnTo>
                  <a:lnTo>
                    <a:pt x="4540643" y="246214"/>
                  </a:lnTo>
                  <a:lnTo>
                    <a:pt x="4507217" y="241960"/>
                  </a:lnTo>
                  <a:lnTo>
                    <a:pt x="4473448" y="238137"/>
                  </a:lnTo>
                  <a:lnTo>
                    <a:pt x="4415510" y="155740"/>
                  </a:lnTo>
                  <a:lnTo>
                    <a:pt x="4423118" y="155740"/>
                  </a:lnTo>
                  <a:lnTo>
                    <a:pt x="4365155" y="0"/>
                  </a:lnTo>
                  <a:lnTo>
                    <a:pt x="4303903" y="155740"/>
                  </a:lnTo>
                  <a:lnTo>
                    <a:pt x="4309224" y="155740"/>
                  </a:lnTo>
                  <a:lnTo>
                    <a:pt x="4258234" y="224358"/>
                  </a:lnTo>
                  <a:lnTo>
                    <a:pt x="4219219" y="223761"/>
                  </a:lnTo>
                  <a:lnTo>
                    <a:pt x="4165955" y="80632"/>
                  </a:lnTo>
                  <a:lnTo>
                    <a:pt x="4109110" y="225145"/>
                  </a:lnTo>
                  <a:lnTo>
                    <a:pt x="4046156" y="227977"/>
                  </a:lnTo>
                  <a:lnTo>
                    <a:pt x="3984104" y="232270"/>
                  </a:lnTo>
                  <a:lnTo>
                    <a:pt x="3923042" y="237972"/>
                  </a:lnTo>
                  <a:lnTo>
                    <a:pt x="3863035" y="245071"/>
                  </a:lnTo>
                  <a:lnTo>
                    <a:pt x="3804158" y="253517"/>
                  </a:lnTo>
                  <a:lnTo>
                    <a:pt x="3746474" y="263271"/>
                  </a:lnTo>
                  <a:lnTo>
                    <a:pt x="3690061" y="274294"/>
                  </a:lnTo>
                  <a:lnTo>
                    <a:pt x="3635006" y="286562"/>
                  </a:lnTo>
                  <a:lnTo>
                    <a:pt x="3581362" y="300050"/>
                  </a:lnTo>
                  <a:lnTo>
                    <a:pt x="3529215" y="314693"/>
                  </a:lnTo>
                  <a:lnTo>
                    <a:pt x="3478619" y="330479"/>
                  </a:lnTo>
                  <a:lnTo>
                    <a:pt x="3429673" y="347357"/>
                  </a:lnTo>
                  <a:lnTo>
                    <a:pt x="3382441" y="365315"/>
                  </a:lnTo>
                  <a:lnTo>
                    <a:pt x="3336975" y="384289"/>
                  </a:lnTo>
                  <a:lnTo>
                    <a:pt x="3293376" y="404253"/>
                  </a:lnTo>
                  <a:lnTo>
                    <a:pt x="3251708" y="425183"/>
                  </a:lnTo>
                  <a:lnTo>
                    <a:pt x="3212033" y="447027"/>
                  </a:lnTo>
                  <a:lnTo>
                    <a:pt x="3174428" y="469760"/>
                  </a:lnTo>
                  <a:lnTo>
                    <a:pt x="3138982" y="493344"/>
                  </a:lnTo>
                  <a:lnTo>
                    <a:pt x="3105747" y="517740"/>
                  </a:lnTo>
                  <a:lnTo>
                    <a:pt x="3074809" y="542912"/>
                  </a:lnTo>
                  <a:lnTo>
                    <a:pt x="3046222" y="568833"/>
                  </a:lnTo>
                  <a:lnTo>
                    <a:pt x="2996450" y="622769"/>
                  </a:lnTo>
                  <a:lnTo>
                    <a:pt x="2957017" y="679246"/>
                  </a:lnTo>
                  <a:lnTo>
                    <a:pt x="2928493" y="737997"/>
                  </a:lnTo>
                  <a:lnTo>
                    <a:pt x="2911462" y="798715"/>
                  </a:lnTo>
                  <a:lnTo>
                    <a:pt x="2907436" y="829729"/>
                  </a:lnTo>
                  <a:lnTo>
                    <a:pt x="4606391" y="829729"/>
                  </a:lnTo>
                  <a:lnTo>
                    <a:pt x="4606391" y="255968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187471" y="5402383"/>
              <a:ext cx="3524885" cy="548640"/>
            </a:xfrm>
            <a:custGeom>
              <a:avLst/>
              <a:gdLst/>
              <a:ahLst/>
              <a:cxnLst/>
              <a:rect l="l" t="t" r="r" b="b"/>
              <a:pathLst>
                <a:path w="3524885" h="548639">
                  <a:moveTo>
                    <a:pt x="1762407" y="0"/>
                  </a:moveTo>
                  <a:lnTo>
                    <a:pt x="1704365" y="303"/>
                  </a:lnTo>
                  <a:lnTo>
                    <a:pt x="1646794" y="1208"/>
                  </a:lnTo>
                  <a:lnTo>
                    <a:pt x="1589721" y="2704"/>
                  </a:lnTo>
                  <a:lnTo>
                    <a:pt x="1533175" y="4782"/>
                  </a:lnTo>
                  <a:lnTo>
                    <a:pt x="1477185" y="7433"/>
                  </a:lnTo>
                  <a:lnTo>
                    <a:pt x="1421780" y="10648"/>
                  </a:lnTo>
                  <a:lnTo>
                    <a:pt x="1366988" y="14417"/>
                  </a:lnTo>
                  <a:lnTo>
                    <a:pt x="1312838" y="18730"/>
                  </a:lnTo>
                  <a:lnTo>
                    <a:pt x="1259358" y="23580"/>
                  </a:lnTo>
                  <a:lnTo>
                    <a:pt x="1206578" y="28955"/>
                  </a:lnTo>
                  <a:lnTo>
                    <a:pt x="1154526" y="34847"/>
                  </a:lnTo>
                  <a:lnTo>
                    <a:pt x="1103230" y="41247"/>
                  </a:lnTo>
                  <a:lnTo>
                    <a:pt x="1052720" y="48145"/>
                  </a:lnTo>
                  <a:lnTo>
                    <a:pt x="1003024" y="55531"/>
                  </a:lnTo>
                  <a:lnTo>
                    <a:pt x="954171" y="63397"/>
                  </a:lnTo>
                  <a:lnTo>
                    <a:pt x="906190" y="71734"/>
                  </a:lnTo>
                  <a:lnTo>
                    <a:pt x="859109" y="80531"/>
                  </a:lnTo>
                  <a:lnTo>
                    <a:pt x="812956" y="89779"/>
                  </a:lnTo>
                  <a:lnTo>
                    <a:pt x="767761" y="99469"/>
                  </a:lnTo>
                  <a:lnTo>
                    <a:pt x="723553" y="109592"/>
                  </a:lnTo>
                  <a:lnTo>
                    <a:pt x="680359" y="120139"/>
                  </a:lnTo>
                  <a:lnTo>
                    <a:pt x="638209" y="131099"/>
                  </a:lnTo>
                  <a:lnTo>
                    <a:pt x="597132" y="142465"/>
                  </a:lnTo>
                  <a:lnTo>
                    <a:pt x="557155" y="154225"/>
                  </a:lnTo>
                  <a:lnTo>
                    <a:pt x="504219" y="170970"/>
                  </a:lnTo>
                  <a:lnTo>
                    <a:pt x="453488" y="188418"/>
                  </a:lnTo>
                  <a:lnTo>
                    <a:pt x="405030" y="206544"/>
                  </a:lnTo>
                  <a:lnTo>
                    <a:pt x="358913" y="225321"/>
                  </a:lnTo>
                  <a:lnTo>
                    <a:pt x="315205" y="244725"/>
                  </a:lnTo>
                  <a:lnTo>
                    <a:pt x="255585" y="274288"/>
                  </a:lnTo>
                  <a:lnTo>
                    <a:pt x="201565" y="305078"/>
                  </a:lnTo>
                  <a:lnTo>
                    <a:pt x="153380" y="337021"/>
                  </a:lnTo>
                  <a:lnTo>
                    <a:pt x="111265" y="370039"/>
                  </a:lnTo>
                  <a:lnTo>
                    <a:pt x="75457" y="404059"/>
                  </a:lnTo>
                  <a:lnTo>
                    <a:pt x="46190" y="439003"/>
                  </a:lnTo>
                  <a:lnTo>
                    <a:pt x="23702" y="474797"/>
                  </a:lnTo>
                  <a:lnTo>
                    <a:pt x="8226" y="511366"/>
                  </a:lnTo>
                  <a:lnTo>
                    <a:pt x="0" y="548632"/>
                  </a:lnTo>
                  <a:lnTo>
                    <a:pt x="3524814" y="548632"/>
                  </a:lnTo>
                  <a:lnTo>
                    <a:pt x="3504873" y="482233"/>
                  </a:lnTo>
                  <a:lnTo>
                    <a:pt x="3462187" y="418276"/>
                  </a:lnTo>
                  <a:lnTo>
                    <a:pt x="3432738" y="387350"/>
                  </a:lnTo>
                  <a:lnTo>
                    <a:pt x="3398112" y="357199"/>
                  </a:lnTo>
                  <a:lnTo>
                    <a:pt x="3358478" y="327877"/>
                  </a:lnTo>
                  <a:lnTo>
                    <a:pt x="3314006" y="299440"/>
                  </a:lnTo>
                  <a:lnTo>
                    <a:pt x="3264864" y="271942"/>
                  </a:lnTo>
                  <a:lnTo>
                    <a:pt x="3211224" y="245438"/>
                  </a:lnTo>
                  <a:lnTo>
                    <a:pt x="3153254" y="219982"/>
                  </a:lnTo>
                  <a:lnTo>
                    <a:pt x="3108300" y="202092"/>
                  </a:lnTo>
                  <a:lnTo>
                    <a:pt x="3061195" y="184811"/>
                  </a:lnTo>
                  <a:lnTo>
                    <a:pt x="3012006" y="168160"/>
                  </a:lnTo>
                  <a:lnTo>
                    <a:pt x="2960795" y="152160"/>
                  </a:lnTo>
                  <a:lnTo>
                    <a:pt x="2907628" y="136833"/>
                  </a:lnTo>
                  <a:lnTo>
                    <a:pt x="2866919" y="125900"/>
                  </a:lnTo>
                  <a:lnTo>
                    <a:pt x="2825196" y="115359"/>
                  </a:lnTo>
                  <a:lnTo>
                    <a:pt x="2782486" y="105219"/>
                  </a:lnTo>
                  <a:lnTo>
                    <a:pt x="2738816" y="95487"/>
                  </a:lnTo>
                  <a:lnTo>
                    <a:pt x="2694212" y="86174"/>
                  </a:lnTo>
                  <a:lnTo>
                    <a:pt x="2648702" y="77287"/>
                  </a:lnTo>
                  <a:lnTo>
                    <a:pt x="2602313" y="68836"/>
                  </a:lnTo>
                  <a:lnTo>
                    <a:pt x="2555070" y="60829"/>
                  </a:lnTo>
                  <a:lnTo>
                    <a:pt x="2507003" y="53275"/>
                  </a:lnTo>
                  <a:lnTo>
                    <a:pt x="2458136" y="46183"/>
                  </a:lnTo>
                  <a:lnTo>
                    <a:pt x="2408497" y="39562"/>
                  </a:lnTo>
                  <a:lnTo>
                    <a:pt x="2358113" y="33420"/>
                  </a:lnTo>
                  <a:lnTo>
                    <a:pt x="2307012" y="27766"/>
                  </a:lnTo>
                  <a:lnTo>
                    <a:pt x="2255218" y="22608"/>
                  </a:lnTo>
                  <a:lnTo>
                    <a:pt x="2202761" y="17957"/>
                  </a:lnTo>
                  <a:lnTo>
                    <a:pt x="2149665" y="13820"/>
                  </a:lnTo>
                  <a:lnTo>
                    <a:pt x="2095960" y="10206"/>
                  </a:lnTo>
                  <a:lnTo>
                    <a:pt x="2041670" y="7124"/>
                  </a:lnTo>
                  <a:lnTo>
                    <a:pt x="1986823" y="4582"/>
                  </a:lnTo>
                  <a:lnTo>
                    <a:pt x="1931447" y="2591"/>
                  </a:lnTo>
                  <a:lnTo>
                    <a:pt x="1875567" y="1157"/>
                  </a:lnTo>
                  <a:lnTo>
                    <a:pt x="1819212" y="290"/>
                  </a:lnTo>
                  <a:lnTo>
                    <a:pt x="1762407" y="0"/>
                  </a:lnTo>
                  <a:close/>
                </a:path>
              </a:pathLst>
            </a:custGeom>
            <a:solidFill>
              <a:srgbClr val="277E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/>
          <p:nvPr/>
        </p:nvSpPr>
        <p:spPr>
          <a:xfrm>
            <a:off x="1196207" y="3526384"/>
            <a:ext cx="3565525" cy="945515"/>
          </a:xfrm>
          <a:custGeom>
            <a:avLst/>
            <a:gdLst/>
            <a:ahLst/>
            <a:cxnLst/>
            <a:rect l="l" t="t" r="r" b="b"/>
            <a:pathLst>
              <a:path w="3565525" h="945514">
                <a:moveTo>
                  <a:pt x="1164728" y="326743"/>
                </a:moveTo>
                <a:lnTo>
                  <a:pt x="1089307" y="326743"/>
                </a:lnTo>
                <a:lnTo>
                  <a:pt x="1066930" y="359025"/>
                </a:lnTo>
                <a:lnTo>
                  <a:pt x="1010104" y="369108"/>
                </a:lnTo>
                <a:lnTo>
                  <a:pt x="954368" y="379928"/>
                </a:lnTo>
                <a:lnTo>
                  <a:pt x="899764" y="391469"/>
                </a:lnTo>
                <a:lnTo>
                  <a:pt x="846333" y="403714"/>
                </a:lnTo>
                <a:lnTo>
                  <a:pt x="794119" y="416649"/>
                </a:lnTo>
                <a:lnTo>
                  <a:pt x="743162" y="430257"/>
                </a:lnTo>
                <a:lnTo>
                  <a:pt x="693505" y="444521"/>
                </a:lnTo>
                <a:lnTo>
                  <a:pt x="645189" y="459425"/>
                </a:lnTo>
                <a:lnTo>
                  <a:pt x="598257" y="474955"/>
                </a:lnTo>
                <a:lnTo>
                  <a:pt x="552750" y="491092"/>
                </a:lnTo>
                <a:lnTo>
                  <a:pt x="508711" y="507821"/>
                </a:lnTo>
                <a:lnTo>
                  <a:pt x="466180" y="525127"/>
                </a:lnTo>
                <a:lnTo>
                  <a:pt x="425200" y="542992"/>
                </a:lnTo>
                <a:lnTo>
                  <a:pt x="385814" y="561401"/>
                </a:lnTo>
                <a:lnTo>
                  <a:pt x="348062" y="580338"/>
                </a:lnTo>
                <a:lnTo>
                  <a:pt x="299430" y="606905"/>
                </a:lnTo>
                <a:lnTo>
                  <a:pt x="254000" y="634372"/>
                </a:lnTo>
                <a:lnTo>
                  <a:pt x="211880" y="662700"/>
                </a:lnTo>
                <a:lnTo>
                  <a:pt x="173177" y="691853"/>
                </a:lnTo>
                <a:lnTo>
                  <a:pt x="127788" y="731261"/>
                </a:lnTo>
                <a:lnTo>
                  <a:pt x="88695" y="771921"/>
                </a:lnTo>
                <a:lnTo>
                  <a:pt x="56134" y="813739"/>
                </a:lnTo>
                <a:lnTo>
                  <a:pt x="30341" y="856626"/>
                </a:lnTo>
                <a:lnTo>
                  <a:pt x="11551" y="900489"/>
                </a:lnTo>
                <a:lnTo>
                  <a:pt x="0" y="945238"/>
                </a:lnTo>
                <a:lnTo>
                  <a:pt x="3565367" y="945238"/>
                </a:lnTo>
                <a:lnTo>
                  <a:pt x="3552988" y="898154"/>
                </a:lnTo>
                <a:lnTo>
                  <a:pt x="3535156" y="856976"/>
                </a:lnTo>
                <a:lnTo>
                  <a:pt x="3504121" y="806608"/>
                </a:lnTo>
                <a:lnTo>
                  <a:pt x="3466630" y="760801"/>
                </a:lnTo>
                <a:lnTo>
                  <a:pt x="3424626" y="719411"/>
                </a:lnTo>
                <a:lnTo>
                  <a:pt x="3368610" y="673766"/>
                </a:lnTo>
                <a:lnTo>
                  <a:pt x="3333478" y="648923"/>
                </a:lnTo>
                <a:lnTo>
                  <a:pt x="3295822" y="624711"/>
                </a:lnTo>
                <a:lnTo>
                  <a:pt x="3255712" y="601154"/>
                </a:lnTo>
                <a:lnTo>
                  <a:pt x="3215594" y="579505"/>
                </a:lnTo>
                <a:lnTo>
                  <a:pt x="3173402" y="558488"/>
                </a:lnTo>
                <a:lnTo>
                  <a:pt x="3129193" y="538126"/>
                </a:lnTo>
                <a:lnTo>
                  <a:pt x="3083026" y="518444"/>
                </a:lnTo>
                <a:lnTo>
                  <a:pt x="3034965" y="499461"/>
                </a:lnTo>
                <a:lnTo>
                  <a:pt x="2972300" y="476752"/>
                </a:lnTo>
                <a:lnTo>
                  <a:pt x="2906864" y="455221"/>
                </a:lnTo>
                <a:lnTo>
                  <a:pt x="2852606" y="438863"/>
                </a:lnTo>
                <a:lnTo>
                  <a:pt x="2796700" y="423306"/>
                </a:lnTo>
                <a:lnTo>
                  <a:pt x="2735768" y="407783"/>
                </a:lnTo>
                <a:lnTo>
                  <a:pt x="2673133" y="393202"/>
                </a:lnTo>
                <a:lnTo>
                  <a:pt x="2668232" y="380564"/>
                </a:lnTo>
                <a:lnTo>
                  <a:pt x="2613972" y="380564"/>
                </a:lnTo>
                <a:lnTo>
                  <a:pt x="2573827" y="372627"/>
                </a:lnTo>
                <a:lnTo>
                  <a:pt x="2533120" y="365066"/>
                </a:lnTo>
                <a:lnTo>
                  <a:pt x="2491853" y="357895"/>
                </a:lnTo>
                <a:lnTo>
                  <a:pt x="2450030" y="351130"/>
                </a:lnTo>
                <a:lnTo>
                  <a:pt x="2442205" y="342240"/>
                </a:lnTo>
                <a:lnTo>
                  <a:pt x="1176079" y="342240"/>
                </a:lnTo>
                <a:lnTo>
                  <a:pt x="1164728" y="326743"/>
                </a:lnTo>
                <a:close/>
              </a:path>
              <a:path w="3565525" h="945514">
                <a:moveTo>
                  <a:pt x="2640348" y="308650"/>
                </a:moveTo>
                <a:lnTo>
                  <a:pt x="2613972" y="380564"/>
                </a:lnTo>
                <a:lnTo>
                  <a:pt x="2668232" y="380564"/>
                </a:lnTo>
                <a:lnTo>
                  <a:pt x="2640348" y="308650"/>
                </a:lnTo>
                <a:close/>
              </a:path>
              <a:path w="3565525" h="945514">
                <a:moveTo>
                  <a:pt x="1658033" y="292221"/>
                </a:moveTo>
                <a:lnTo>
                  <a:pt x="1497441" y="292221"/>
                </a:lnTo>
                <a:lnTo>
                  <a:pt x="1481682" y="311142"/>
                </a:lnTo>
                <a:lnTo>
                  <a:pt x="1434885" y="314456"/>
                </a:lnTo>
                <a:lnTo>
                  <a:pt x="1388514" y="318228"/>
                </a:lnTo>
                <a:lnTo>
                  <a:pt x="1342591" y="322459"/>
                </a:lnTo>
                <a:lnTo>
                  <a:pt x="1297143" y="327152"/>
                </a:lnTo>
                <a:lnTo>
                  <a:pt x="1236144" y="334292"/>
                </a:lnTo>
                <a:lnTo>
                  <a:pt x="1176079" y="342240"/>
                </a:lnTo>
                <a:lnTo>
                  <a:pt x="2442205" y="342240"/>
                </a:lnTo>
                <a:lnTo>
                  <a:pt x="2428622" y="326806"/>
                </a:lnTo>
                <a:lnTo>
                  <a:pt x="2264192" y="326806"/>
                </a:lnTo>
                <a:lnTo>
                  <a:pt x="2242675" y="324576"/>
                </a:lnTo>
                <a:lnTo>
                  <a:pt x="2465097" y="324576"/>
                </a:lnTo>
                <a:lnTo>
                  <a:pt x="2464445" y="323686"/>
                </a:lnTo>
                <a:lnTo>
                  <a:pt x="2234089" y="323686"/>
                </a:lnTo>
                <a:lnTo>
                  <a:pt x="2221613" y="322456"/>
                </a:lnTo>
                <a:lnTo>
                  <a:pt x="2183975" y="318974"/>
                </a:lnTo>
                <a:lnTo>
                  <a:pt x="2169950" y="303037"/>
                </a:lnTo>
                <a:lnTo>
                  <a:pt x="1906549" y="303037"/>
                </a:lnTo>
                <a:lnTo>
                  <a:pt x="1897018" y="302797"/>
                </a:lnTo>
                <a:lnTo>
                  <a:pt x="1667341" y="302797"/>
                </a:lnTo>
                <a:lnTo>
                  <a:pt x="1658033" y="292221"/>
                </a:lnTo>
                <a:close/>
              </a:path>
              <a:path w="3565525" h="945514">
                <a:moveTo>
                  <a:pt x="2426659" y="324576"/>
                </a:moveTo>
                <a:lnTo>
                  <a:pt x="2266056" y="324576"/>
                </a:lnTo>
                <a:lnTo>
                  <a:pt x="2264192" y="326806"/>
                </a:lnTo>
                <a:lnTo>
                  <a:pt x="2428622" y="326806"/>
                </a:lnTo>
                <a:lnTo>
                  <a:pt x="2426659" y="324576"/>
                </a:lnTo>
                <a:close/>
              </a:path>
              <a:path w="3565525" h="945514">
                <a:moveTo>
                  <a:pt x="1125033" y="214611"/>
                </a:moveTo>
                <a:lnTo>
                  <a:pt x="1083904" y="326743"/>
                </a:lnTo>
                <a:lnTo>
                  <a:pt x="1168508" y="326743"/>
                </a:lnTo>
                <a:lnTo>
                  <a:pt x="1125033" y="214611"/>
                </a:lnTo>
                <a:close/>
              </a:path>
              <a:path w="3565525" h="945514">
                <a:moveTo>
                  <a:pt x="2398785" y="234034"/>
                </a:moveTo>
                <a:lnTo>
                  <a:pt x="2296212" y="234034"/>
                </a:lnTo>
                <a:lnTo>
                  <a:pt x="2234089" y="323686"/>
                </a:lnTo>
                <a:lnTo>
                  <a:pt x="2464445" y="323686"/>
                </a:lnTo>
                <a:lnTo>
                  <a:pt x="2398785" y="234034"/>
                </a:lnTo>
                <a:close/>
              </a:path>
              <a:path w="3565525" h="945514">
                <a:moveTo>
                  <a:pt x="2117129" y="243018"/>
                </a:moveTo>
                <a:lnTo>
                  <a:pt x="1956526" y="243018"/>
                </a:lnTo>
                <a:lnTo>
                  <a:pt x="1906549" y="303037"/>
                </a:lnTo>
                <a:lnTo>
                  <a:pt x="2169950" y="303037"/>
                </a:lnTo>
                <a:lnTo>
                  <a:pt x="2117129" y="243018"/>
                </a:lnTo>
                <a:close/>
              </a:path>
              <a:path w="3565525" h="945514">
                <a:moveTo>
                  <a:pt x="1802353" y="178654"/>
                </a:moveTo>
                <a:lnTo>
                  <a:pt x="1757286" y="301488"/>
                </a:lnTo>
                <a:lnTo>
                  <a:pt x="1667341" y="302797"/>
                </a:lnTo>
                <a:lnTo>
                  <a:pt x="1897018" y="302797"/>
                </a:lnTo>
                <a:lnTo>
                  <a:pt x="1850121" y="301865"/>
                </a:lnTo>
                <a:lnTo>
                  <a:pt x="1802353" y="178654"/>
                </a:lnTo>
                <a:close/>
              </a:path>
              <a:path w="3565525" h="945514">
                <a:moveTo>
                  <a:pt x="1630159" y="201679"/>
                </a:moveTo>
                <a:lnTo>
                  <a:pt x="1527586" y="201679"/>
                </a:lnTo>
                <a:lnTo>
                  <a:pt x="1464845" y="292221"/>
                </a:lnTo>
                <a:lnTo>
                  <a:pt x="1696471" y="292221"/>
                </a:lnTo>
                <a:lnTo>
                  <a:pt x="1630159" y="201679"/>
                </a:lnTo>
                <a:close/>
              </a:path>
              <a:path w="3565525" h="945514">
                <a:moveTo>
                  <a:pt x="2089255" y="152477"/>
                </a:moveTo>
                <a:lnTo>
                  <a:pt x="1986682" y="152477"/>
                </a:lnTo>
                <a:lnTo>
                  <a:pt x="1923941" y="243018"/>
                </a:lnTo>
                <a:lnTo>
                  <a:pt x="2155567" y="243018"/>
                </a:lnTo>
                <a:lnTo>
                  <a:pt x="2089255" y="152477"/>
                </a:lnTo>
                <a:close/>
              </a:path>
              <a:path w="3565525" h="945514">
                <a:moveTo>
                  <a:pt x="2344808" y="81547"/>
                </a:moveTo>
                <a:lnTo>
                  <a:pt x="2288862" y="234034"/>
                </a:lnTo>
                <a:lnTo>
                  <a:pt x="2403926" y="234034"/>
                </a:lnTo>
                <a:lnTo>
                  <a:pt x="2344808" y="81547"/>
                </a:lnTo>
                <a:close/>
              </a:path>
              <a:path w="3565525" h="945514">
                <a:moveTo>
                  <a:pt x="1576182" y="49192"/>
                </a:moveTo>
                <a:lnTo>
                  <a:pt x="1520246" y="201679"/>
                </a:lnTo>
                <a:lnTo>
                  <a:pt x="1635300" y="201679"/>
                </a:lnTo>
                <a:lnTo>
                  <a:pt x="1576182" y="49192"/>
                </a:lnTo>
                <a:close/>
              </a:path>
              <a:path w="3565525" h="945514">
                <a:moveTo>
                  <a:pt x="2035278" y="0"/>
                </a:moveTo>
                <a:lnTo>
                  <a:pt x="1979332" y="152477"/>
                </a:lnTo>
                <a:lnTo>
                  <a:pt x="2094396" y="152477"/>
                </a:lnTo>
                <a:lnTo>
                  <a:pt x="2035278" y="0"/>
                </a:lnTo>
                <a:close/>
              </a:path>
            </a:pathLst>
          </a:custGeom>
          <a:solidFill>
            <a:srgbClr val="77A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5468343" y="4180440"/>
            <a:ext cx="34925" cy="49530"/>
          </a:xfrm>
          <a:custGeom>
            <a:avLst/>
            <a:gdLst/>
            <a:ahLst/>
            <a:cxnLst/>
            <a:rect l="l" t="t" r="r" b="b"/>
            <a:pathLst>
              <a:path w="34925" h="49529">
                <a:moveTo>
                  <a:pt x="24889" y="0"/>
                </a:moveTo>
                <a:lnTo>
                  <a:pt x="0" y="0"/>
                </a:lnTo>
                <a:lnTo>
                  <a:pt x="0" y="48951"/>
                </a:lnTo>
                <a:lnTo>
                  <a:pt x="34543" y="14292"/>
                </a:lnTo>
                <a:lnTo>
                  <a:pt x="12983" y="14292"/>
                </a:lnTo>
                <a:lnTo>
                  <a:pt x="24889" y="0"/>
                </a:lnTo>
                <a:close/>
              </a:path>
            </a:pathLst>
          </a:custGeom>
          <a:solidFill>
            <a:srgbClr val="6991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139062" y="3656663"/>
            <a:ext cx="1697989" cy="815340"/>
          </a:xfrm>
          <a:custGeom>
            <a:avLst/>
            <a:gdLst/>
            <a:ahLst/>
            <a:cxnLst/>
            <a:rect l="l" t="t" r="r" b="b"/>
            <a:pathLst>
              <a:path w="1697989" h="815339">
                <a:moveTo>
                  <a:pt x="241238" y="0"/>
                </a:moveTo>
                <a:lnTo>
                  <a:pt x="183271" y="155743"/>
                </a:lnTo>
                <a:lnTo>
                  <a:pt x="190884" y="155743"/>
                </a:lnTo>
                <a:lnTo>
                  <a:pt x="132948" y="238139"/>
                </a:lnTo>
                <a:lnTo>
                  <a:pt x="99186" y="241963"/>
                </a:lnTo>
                <a:lnTo>
                  <a:pt x="65763" y="246211"/>
                </a:lnTo>
                <a:lnTo>
                  <a:pt x="32695" y="250880"/>
                </a:lnTo>
                <a:lnTo>
                  <a:pt x="0" y="255971"/>
                </a:lnTo>
                <a:lnTo>
                  <a:pt x="0" y="814959"/>
                </a:lnTo>
                <a:lnTo>
                  <a:pt x="1697424" y="814959"/>
                </a:lnTo>
                <a:lnTo>
                  <a:pt x="1691837" y="783605"/>
                </a:lnTo>
                <a:lnTo>
                  <a:pt x="1671472" y="722305"/>
                </a:lnTo>
                <a:lnTo>
                  <a:pt x="1639365" y="663132"/>
                </a:lnTo>
                <a:lnTo>
                  <a:pt x="1596128" y="606386"/>
                </a:lnTo>
                <a:lnTo>
                  <a:pt x="1542376" y="552366"/>
                </a:lnTo>
                <a:lnTo>
                  <a:pt x="1511748" y="526472"/>
                </a:lnTo>
                <a:lnTo>
                  <a:pt x="1478721" y="501372"/>
                </a:lnTo>
                <a:lnTo>
                  <a:pt x="1443371" y="477103"/>
                </a:lnTo>
                <a:lnTo>
                  <a:pt x="1405775" y="453703"/>
                </a:lnTo>
                <a:lnTo>
                  <a:pt x="1366010" y="431210"/>
                </a:lnTo>
                <a:lnTo>
                  <a:pt x="1324153" y="409660"/>
                </a:lnTo>
                <a:lnTo>
                  <a:pt x="1280279" y="389091"/>
                </a:lnTo>
                <a:lnTo>
                  <a:pt x="1234467" y="369542"/>
                </a:lnTo>
                <a:lnTo>
                  <a:pt x="1186791" y="351048"/>
                </a:lnTo>
                <a:lnTo>
                  <a:pt x="1137329" y="333648"/>
                </a:lnTo>
                <a:lnTo>
                  <a:pt x="1086158" y="317379"/>
                </a:lnTo>
                <a:lnTo>
                  <a:pt x="1033354" y="302279"/>
                </a:lnTo>
                <a:lnTo>
                  <a:pt x="978994" y="288385"/>
                </a:lnTo>
                <a:lnTo>
                  <a:pt x="923154" y="275734"/>
                </a:lnTo>
                <a:lnTo>
                  <a:pt x="865911" y="264365"/>
                </a:lnTo>
                <a:lnTo>
                  <a:pt x="807342" y="254313"/>
                </a:lnTo>
                <a:lnTo>
                  <a:pt x="747523" y="245618"/>
                </a:lnTo>
                <a:lnTo>
                  <a:pt x="686531" y="238316"/>
                </a:lnTo>
                <a:lnTo>
                  <a:pt x="624443" y="232445"/>
                </a:lnTo>
                <a:lnTo>
                  <a:pt x="561334" y="228042"/>
                </a:lnTo>
                <a:lnTo>
                  <a:pt x="497283" y="225144"/>
                </a:lnTo>
                <a:lnTo>
                  <a:pt x="440447" y="80636"/>
                </a:lnTo>
                <a:lnTo>
                  <a:pt x="387171" y="223762"/>
                </a:lnTo>
                <a:lnTo>
                  <a:pt x="348167" y="224359"/>
                </a:lnTo>
                <a:lnTo>
                  <a:pt x="297174" y="155743"/>
                </a:lnTo>
                <a:lnTo>
                  <a:pt x="302503" y="155743"/>
                </a:lnTo>
                <a:lnTo>
                  <a:pt x="241238" y="0"/>
                </a:lnTo>
                <a:close/>
              </a:path>
            </a:pathLst>
          </a:custGeom>
          <a:solidFill>
            <a:srgbClr val="3889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2189563" y="3560657"/>
            <a:ext cx="3556000" cy="911225"/>
            <a:chOff x="2189563" y="3560657"/>
            <a:chExt cx="3556000" cy="911225"/>
          </a:xfrm>
        </p:grpSpPr>
        <p:sp>
          <p:nvSpPr>
            <p:cNvPr id="50" name="object 50" descr=""/>
            <p:cNvSpPr/>
            <p:nvPr/>
          </p:nvSpPr>
          <p:spPr>
            <a:xfrm>
              <a:off x="4048040" y="3656663"/>
              <a:ext cx="1697989" cy="815340"/>
            </a:xfrm>
            <a:custGeom>
              <a:avLst/>
              <a:gdLst/>
              <a:ahLst/>
              <a:cxnLst/>
              <a:rect l="l" t="t" r="r" b="b"/>
              <a:pathLst>
                <a:path w="1697989" h="815339">
                  <a:moveTo>
                    <a:pt x="1456186" y="0"/>
                  </a:moveTo>
                  <a:lnTo>
                    <a:pt x="1394920" y="155743"/>
                  </a:lnTo>
                  <a:lnTo>
                    <a:pt x="1400250" y="155743"/>
                  </a:lnTo>
                  <a:lnTo>
                    <a:pt x="1349267" y="224359"/>
                  </a:lnTo>
                  <a:lnTo>
                    <a:pt x="1310253" y="223762"/>
                  </a:lnTo>
                  <a:lnTo>
                    <a:pt x="1256987" y="80636"/>
                  </a:lnTo>
                  <a:lnTo>
                    <a:pt x="1200141" y="225144"/>
                  </a:lnTo>
                  <a:lnTo>
                    <a:pt x="1136090" y="228042"/>
                  </a:lnTo>
                  <a:lnTo>
                    <a:pt x="1072981" y="232445"/>
                  </a:lnTo>
                  <a:lnTo>
                    <a:pt x="1010893" y="238316"/>
                  </a:lnTo>
                  <a:lnTo>
                    <a:pt x="949901" y="245618"/>
                  </a:lnTo>
                  <a:lnTo>
                    <a:pt x="890082" y="254313"/>
                  </a:lnTo>
                  <a:lnTo>
                    <a:pt x="831513" y="264365"/>
                  </a:lnTo>
                  <a:lnTo>
                    <a:pt x="774270" y="275734"/>
                  </a:lnTo>
                  <a:lnTo>
                    <a:pt x="718430" y="288385"/>
                  </a:lnTo>
                  <a:lnTo>
                    <a:pt x="664070" y="302279"/>
                  </a:lnTo>
                  <a:lnTo>
                    <a:pt x="611266" y="317379"/>
                  </a:lnTo>
                  <a:lnTo>
                    <a:pt x="560095" y="333648"/>
                  </a:lnTo>
                  <a:lnTo>
                    <a:pt x="510633" y="351048"/>
                  </a:lnTo>
                  <a:lnTo>
                    <a:pt x="462957" y="369542"/>
                  </a:lnTo>
                  <a:lnTo>
                    <a:pt x="417144" y="389091"/>
                  </a:lnTo>
                  <a:lnTo>
                    <a:pt x="373271" y="409660"/>
                  </a:lnTo>
                  <a:lnTo>
                    <a:pt x="331413" y="431210"/>
                  </a:lnTo>
                  <a:lnTo>
                    <a:pt x="291648" y="453703"/>
                  </a:lnTo>
                  <a:lnTo>
                    <a:pt x="254053" y="477103"/>
                  </a:lnTo>
                  <a:lnTo>
                    <a:pt x="218703" y="501372"/>
                  </a:lnTo>
                  <a:lnTo>
                    <a:pt x="185676" y="526472"/>
                  </a:lnTo>
                  <a:lnTo>
                    <a:pt x="155048" y="552366"/>
                  </a:lnTo>
                  <a:lnTo>
                    <a:pt x="126895" y="579016"/>
                  </a:lnTo>
                  <a:lnTo>
                    <a:pt x="78324" y="634437"/>
                  </a:lnTo>
                  <a:lnTo>
                    <a:pt x="40576" y="692434"/>
                  </a:lnTo>
                  <a:lnTo>
                    <a:pt x="14264" y="752708"/>
                  </a:lnTo>
                  <a:lnTo>
                    <a:pt x="0" y="814959"/>
                  </a:lnTo>
                  <a:lnTo>
                    <a:pt x="1697424" y="814959"/>
                  </a:lnTo>
                  <a:lnTo>
                    <a:pt x="1697424" y="255971"/>
                  </a:lnTo>
                  <a:lnTo>
                    <a:pt x="1664728" y="250880"/>
                  </a:lnTo>
                  <a:lnTo>
                    <a:pt x="1631661" y="246211"/>
                  </a:lnTo>
                  <a:lnTo>
                    <a:pt x="1598237" y="241963"/>
                  </a:lnTo>
                  <a:lnTo>
                    <a:pt x="1564475" y="238139"/>
                  </a:lnTo>
                  <a:lnTo>
                    <a:pt x="1506540" y="155743"/>
                  </a:lnTo>
                  <a:lnTo>
                    <a:pt x="1514152" y="155743"/>
                  </a:lnTo>
                  <a:lnTo>
                    <a:pt x="1456186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189563" y="3936089"/>
              <a:ext cx="3521075" cy="535940"/>
            </a:xfrm>
            <a:custGeom>
              <a:avLst/>
              <a:gdLst/>
              <a:ahLst/>
              <a:cxnLst/>
              <a:rect l="l" t="t" r="r" b="b"/>
              <a:pathLst>
                <a:path w="3521075" h="535939">
                  <a:moveTo>
                    <a:pt x="1760312" y="0"/>
                  </a:moveTo>
                  <a:lnTo>
                    <a:pt x="1702272" y="303"/>
                  </a:lnTo>
                  <a:lnTo>
                    <a:pt x="1644702" y="1208"/>
                  </a:lnTo>
                  <a:lnTo>
                    <a:pt x="1587630" y="2704"/>
                  </a:lnTo>
                  <a:lnTo>
                    <a:pt x="1531085" y="4782"/>
                  </a:lnTo>
                  <a:lnTo>
                    <a:pt x="1475096" y="7433"/>
                  </a:lnTo>
                  <a:lnTo>
                    <a:pt x="1419692" y="10648"/>
                  </a:lnTo>
                  <a:lnTo>
                    <a:pt x="1364900" y="14417"/>
                  </a:lnTo>
                  <a:lnTo>
                    <a:pt x="1310751" y="18730"/>
                  </a:lnTo>
                  <a:lnTo>
                    <a:pt x="1257272" y="23580"/>
                  </a:lnTo>
                  <a:lnTo>
                    <a:pt x="1204492" y="28955"/>
                  </a:lnTo>
                  <a:lnTo>
                    <a:pt x="1152440" y="34847"/>
                  </a:lnTo>
                  <a:lnTo>
                    <a:pt x="1101145" y="41247"/>
                  </a:lnTo>
                  <a:lnTo>
                    <a:pt x="1050636" y="48145"/>
                  </a:lnTo>
                  <a:lnTo>
                    <a:pt x="1000940" y="55531"/>
                  </a:lnTo>
                  <a:lnTo>
                    <a:pt x="952087" y="63397"/>
                  </a:lnTo>
                  <a:lnTo>
                    <a:pt x="904106" y="71734"/>
                  </a:lnTo>
                  <a:lnTo>
                    <a:pt x="857025" y="80531"/>
                  </a:lnTo>
                  <a:lnTo>
                    <a:pt x="810872" y="89779"/>
                  </a:lnTo>
                  <a:lnTo>
                    <a:pt x="765677" y="99469"/>
                  </a:lnTo>
                  <a:lnTo>
                    <a:pt x="721469" y="109592"/>
                  </a:lnTo>
                  <a:lnTo>
                    <a:pt x="678275" y="120139"/>
                  </a:lnTo>
                  <a:lnTo>
                    <a:pt x="636126" y="131099"/>
                  </a:lnTo>
                  <a:lnTo>
                    <a:pt x="595048" y="142465"/>
                  </a:lnTo>
                  <a:lnTo>
                    <a:pt x="555072" y="154225"/>
                  </a:lnTo>
                  <a:lnTo>
                    <a:pt x="502130" y="170969"/>
                  </a:lnTo>
                  <a:lnTo>
                    <a:pt x="451396" y="188415"/>
                  </a:lnTo>
                  <a:lnTo>
                    <a:pt x="402937" y="206539"/>
                  </a:lnTo>
                  <a:lnTo>
                    <a:pt x="356819" y="225317"/>
                  </a:lnTo>
                  <a:lnTo>
                    <a:pt x="313110" y="244725"/>
                  </a:lnTo>
                  <a:lnTo>
                    <a:pt x="255704" y="273116"/>
                  </a:lnTo>
                  <a:lnTo>
                    <a:pt x="203465" y="302644"/>
                  </a:lnTo>
                  <a:lnTo>
                    <a:pt x="156604" y="333241"/>
                  </a:lnTo>
                  <a:lnTo>
                    <a:pt x="115327" y="364841"/>
                  </a:lnTo>
                  <a:lnTo>
                    <a:pt x="79842" y="397376"/>
                  </a:lnTo>
                  <a:lnTo>
                    <a:pt x="50359" y="430780"/>
                  </a:lnTo>
                  <a:lnTo>
                    <a:pt x="27086" y="464986"/>
                  </a:lnTo>
                  <a:lnTo>
                    <a:pt x="10230" y="499926"/>
                  </a:lnTo>
                  <a:lnTo>
                    <a:pt x="0" y="535533"/>
                  </a:lnTo>
                  <a:lnTo>
                    <a:pt x="3520646" y="535533"/>
                  </a:lnTo>
                  <a:lnTo>
                    <a:pt x="3493937" y="465622"/>
                  </a:lnTo>
                  <a:lnTo>
                    <a:pt x="3471027" y="431712"/>
                  </a:lnTo>
                  <a:lnTo>
                    <a:pt x="3442017" y="398586"/>
                  </a:lnTo>
                  <a:lnTo>
                    <a:pt x="3407108" y="366310"/>
                  </a:lnTo>
                  <a:lnTo>
                    <a:pt x="3366502" y="334950"/>
                  </a:lnTo>
                  <a:lnTo>
                    <a:pt x="3320403" y="304571"/>
                  </a:lnTo>
                  <a:lnTo>
                    <a:pt x="3269011" y="275237"/>
                  </a:lnTo>
                  <a:lnTo>
                    <a:pt x="3212529" y="247016"/>
                  </a:lnTo>
                  <a:lnTo>
                    <a:pt x="3151160" y="219972"/>
                  </a:lnTo>
                  <a:lnTo>
                    <a:pt x="3106205" y="202082"/>
                  </a:lnTo>
                  <a:lnTo>
                    <a:pt x="3059101" y="184801"/>
                  </a:lnTo>
                  <a:lnTo>
                    <a:pt x="3009912" y="168152"/>
                  </a:lnTo>
                  <a:lnTo>
                    <a:pt x="2958701" y="152155"/>
                  </a:lnTo>
                  <a:lnTo>
                    <a:pt x="2905534" y="136833"/>
                  </a:lnTo>
                  <a:lnTo>
                    <a:pt x="2864825" y="125900"/>
                  </a:lnTo>
                  <a:lnTo>
                    <a:pt x="2823102" y="115359"/>
                  </a:lnTo>
                  <a:lnTo>
                    <a:pt x="2780392" y="105219"/>
                  </a:lnTo>
                  <a:lnTo>
                    <a:pt x="2736722" y="95487"/>
                  </a:lnTo>
                  <a:lnTo>
                    <a:pt x="2692119" y="86174"/>
                  </a:lnTo>
                  <a:lnTo>
                    <a:pt x="2646610" y="77287"/>
                  </a:lnTo>
                  <a:lnTo>
                    <a:pt x="2600220" y="68836"/>
                  </a:lnTo>
                  <a:lnTo>
                    <a:pt x="2552979" y="60829"/>
                  </a:lnTo>
                  <a:lnTo>
                    <a:pt x="2504911" y="53275"/>
                  </a:lnTo>
                  <a:lnTo>
                    <a:pt x="2456045" y="46183"/>
                  </a:lnTo>
                  <a:lnTo>
                    <a:pt x="2406407" y="39562"/>
                  </a:lnTo>
                  <a:lnTo>
                    <a:pt x="2356023" y="33420"/>
                  </a:lnTo>
                  <a:lnTo>
                    <a:pt x="2304922" y="27766"/>
                  </a:lnTo>
                  <a:lnTo>
                    <a:pt x="2253129" y="22608"/>
                  </a:lnTo>
                  <a:lnTo>
                    <a:pt x="2200671" y="17957"/>
                  </a:lnTo>
                  <a:lnTo>
                    <a:pt x="2147576" y="13820"/>
                  </a:lnTo>
                  <a:lnTo>
                    <a:pt x="2093870" y="10206"/>
                  </a:lnTo>
                  <a:lnTo>
                    <a:pt x="2039580" y="7124"/>
                  </a:lnTo>
                  <a:lnTo>
                    <a:pt x="1984733" y="4582"/>
                  </a:lnTo>
                  <a:lnTo>
                    <a:pt x="1929356" y="2591"/>
                  </a:lnTo>
                  <a:lnTo>
                    <a:pt x="1873476" y="1157"/>
                  </a:lnTo>
                  <a:lnTo>
                    <a:pt x="1817119" y="290"/>
                  </a:lnTo>
                  <a:lnTo>
                    <a:pt x="1760312" y="0"/>
                  </a:lnTo>
                  <a:close/>
                </a:path>
              </a:pathLst>
            </a:custGeom>
            <a:solidFill>
              <a:srgbClr val="277E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414952" y="3992129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299249" y="3730911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430422" y="3730910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74059" y="3798775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7460" y="3560657"/>
              <a:ext cx="259537" cy="451973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2600831" y="4250331"/>
              <a:ext cx="39370" cy="126364"/>
            </a:xfrm>
            <a:custGeom>
              <a:avLst/>
              <a:gdLst/>
              <a:ahLst/>
              <a:cxnLst/>
              <a:rect l="l" t="t" r="r" b="b"/>
              <a:pathLst>
                <a:path w="39369" h="126364">
                  <a:moveTo>
                    <a:pt x="38846" y="0"/>
                  </a:moveTo>
                  <a:lnTo>
                    <a:pt x="0" y="0"/>
                  </a:lnTo>
                  <a:lnTo>
                    <a:pt x="0" y="125755"/>
                  </a:lnTo>
                  <a:lnTo>
                    <a:pt x="38846" y="125755"/>
                  </a:lnTo>
                  <a:lnTo>
                    <a:pt x="38846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455474" y="3922191"/>
              <a:ext cx="339090" cy="269240"/>
            </a:xfrm>
            <a:custGeom>
              <a:avLst/>
              <a:gdLst/>
              <a:ahLst/>
              <a:cxnLst/>
              <a:rect l="l" t="t" r="r" b="b"/>
              <a:pathLst>
                <a:path w="339089" h="269239">
                  <a:moveTo>
                    <a:pt x="164780" y="0"/>
                  </a:moveTo>
                  <a:lnTo>
                    <a:pt x="0" y="268651"/>
                  </a:lnTo>
                  <a:lnTo>
                    <a:pt x="338932" y="268651"/>
                  </a:lnTo>
                  <a:lnTo>
                    <a:pt x="16478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620256" y="3922190"/>
              <a:ext cx="174625" cy="269240"/>
            </a:xfrm>
            <a:custGeom>
              <a:avLst/>
              <a:gdLst/>
              <a:ahLst/>
              <a:cxnLst/>
              <a:rect l="l" t="t" r="r" b="b"/>
              <a:pathLst>
                <a:path w="174625" h="269239">
                  <a:moveTo>
                    <a:pt x="0" y="0"/>
                  </a:moveTo>
                  <a:lnTo>
                    <a:pt x="0" y="268651"/>
                  </a:lnTo>
                  <a:lnTo>
                    <a:pt x="174151" y="268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423830" y="4007443"/>
              <a:ext cx="405765" cy="269240"/>
            </a:xfrm>
            <a:custGeom>
              <a:avLst/>
              <a:gdLst/>
              <a:ahLst/>
              <a:cxnLst/>
              <a:rect l="l" t="t" r="r" b="b"/>
              <a:pathLst>
                <a:path w="405764" h="269239">
                  <a:moveTo>
                    <a:pt x="197229" y="0"/>
                  </a:moveTo>
                  <a:lnTo>
                    <a:pt x="0" y="268651"/>
                  </a:lnTo>
                  <a:lnTo>
                    <a:pt x="405673" y="268651"/>
                  </a:lnTo>
                  <a:lnTo>
                    <a:pt x="197229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621065" y="4007442"/>
              <a:ext cx="208915" cy="269240"/>
            </a:xfrm>
            <a:custGeom>
              <a:avLst/>
              <a:gdLst/>
              <a:ahLst/>
              <a:cxnLst/>
              <a:rect l="l" t="t" r="r" b="b"/>
              <a:pathLst>
                <a:path w="208914" h="269239">
                  <a:moveTo>
                    <a:pt x="0" y="0"/>
                  </a:moveTo>
                  <a:lnTo>
                    <a:pt x="0" y="268651"/>
                  </a:lnTo>
                  <a:lnTo>
                    <a:pt x="208443" y="268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3476" y="3708309"/>
              <a:ext cx="244411" cy="348210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060576" y="4029029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944871" y="3767814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076044" y="3767813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919681" y="3835678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3082" y="3597559"/>
              <a:ext cx="259537" cy="451974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3751927" y="4015134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636220" y="3753920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67393" y="3753920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611030" y="3821785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4431" y="3583665"/>
              <a:ext cx="259537" cy="45197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066881" y="4064075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951177" y="3802855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082351" y="3802854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925988" y="3870720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89389" y="3632601"/>
              <a:ext cx="259536" cy="451974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3391310" y="4132167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275604" y="3870955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406777" y="3870953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250415" y="3938819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3816" y="3700699"/>
              <a:ext cx="259536" cy="451974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4983910" y="4127581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868207" y="3866361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999380" y="3866360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843017" y="3934225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06419" y="3696107"/>
              <a:ext cx="259536" cy="45197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4613723" y="4146313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29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498019" y="3885093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629192" y="3885092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472829" y="3952957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36230" y="3714838"/>
              <a:ext cx="259537" cy="451974"/>
            </a:xfrm>
            <a:prstGeom prst="rect">
              <a:avLst/>
            </a:prstGeom>
          </p:spPr>
        </p:pic>
      </p:grpSp>
      <p:sp>
        <p:nvSpPr>
          <p:cNvPr id="93" name="object 93" descr=""/>
          <p:cNvSpPr/>
          <p:nvPr/>
        </p:nvSpPr>
        <p:spPr>
          <a:xfrm>
            <a:off x="1753286" y="4135434"/>
            <a:ext cx="31115" cy="100330"/>
          </a:xfrm>
          <a:custGeom>
            <a:avLst/>
            <a:gdLst/>
            <a:ahLst/>
            <a:cxnLst/>
            <a:rect l="l" t="t" r="r" b="b"/>
            <a:pathLst>
              <a:path w="31114" h="100329">
                <a:moveTo>
                  <a:pt x="30930" y="0"/>
                </a:moveTo>
                <a:lnTo>
                  <a:pt x="0" y="0"/>
                </a:lnTo>
                <a:lnTo>
                  <a:pt x="0" y="100101"/>
                </a:lnTo>
                <a:lnTo>
                  <a:pt x="30930" y="100101"/>
                </a:lnTo>
                <a:lnTo>
                  <a:pt x="30930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1612390" y="3703967"/>
            <a:ext cx="323215" cy="452120"/>
            <a:chOff x="1612390" y="3703967"/>
            <a:chExt cx="323215" cy="452120"/>
          </a:xfrm>
        </p:grpSpPr>
        <p:sp>
          <p:nvSpPr>
            <p:cNvPr id="95" name="object 95" descr=""/>
            <p:cNvSpPr/>
            <p:nvPr/>
          </p:nvSpPr>
          <p:spPr>
            <a:xfrm>
              <a:off x="1637580" y="3874223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768753" y="3874222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612390" y="3942087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5791" y="3703967"/>
              <a:ext cx="259537" cy="451975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2153965" y="4155946"/>
            <a:ext cx="31115" cy="100330"/>
          </a:xfrm>
          <a:custGeom>
            <a:avLst/>
            <a:gdLst/>
            <a:ahLst/>
            <a:cxnLst/>
            <a:rect l="l" t="t" r="r" b="b"/>
            <a:pathLst>
              <a:path w="31114" h="100329">
                <a:moveTo>
                  <a:pt x="30930" y="0"/>
                </a:moveTo>
                <a:lnTo>
                  <a:pt x="0" y="0"/>
                </a:lnTo>
                <a:lnTo>
                  <a:pt x="0" y="100101"/>
                </a:lnTo>
                <a:lnTo>
                  <a:pt x="30930" y="100101"/>
                </a:lnTo>
                <a:lnTo>
                  <a:pt x="30930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0" name="object 100" descr=""/>
          <p:cNvGrpSpPr/>
          <p:nvPr/>
        </p:nvGrpSpPr>
        <p:grpSpPr>
          <a:xfrm>
            <a:off x="2013073" y="3724477"/>
            <a:ext cx="323215" cy="452120"/>
            <a:chOff x="2013073" y="3724477"/>
            <a:chExt cx="323215" cy="452120"/>
          </a:xfrm>
        </p:grpSpPr>
        <p:sp>
          <p:nvSpPr>
            <p:cNvPr id="101" name="object 101" descr=""/>
            <p:cNvSpPr/>
            <p:nvPr/>
          </p:nvSpPr>
          <p:spPr>
            <a:xfrm>
              <a:off x="2038263" y="3894730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5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169436" y="3894730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5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013073" y="3962595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5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4C957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76475" y="3724477"/>
              <a:ext cx="259536" cy="451974"/>
            </a:xfrm>
            <a:prstGeom prst="rect">
              <a:avLst/>
            </a:prstGeom>
          </p:spPr>
        </p:pic>
      </p:grpSp>
      <p:sp>
        <p:nvSpPr>
          <p:cNvPr id="105" name="object 105" descr=""/>
          <p:cNvSpPr/>
          <p:nvPr/>
        </p:nvSpPr>
        <p:spPr>
          <a:xfrm>
            <a:off x="4523066" y="4279063"/>
            <a:ext cx="57150" cy="184150"/>
          </a:xfrm>
          <a:custGeom>
            <a:avLst/>
            <a:gdLst/>
            <a:ahLst/>
            <a:cxnLst/>
            <a:rect l="l" t="t" r="r" b="b"/>
            <a:pathLst>
              <a:path w="57150" h="184150">
                <a:moveTo>
                  <a:pt x="56699" y="0"/>
                </a:moveTo>
                <a:lnTo>
                  <a:pt x="0" y="0"/>
                </a:lnTo>
                <a:lnTo>
                  <a:pt x="0" y="183544"/>
                </a:lnTo>
                <a:lnTo>
                  <a:pt x="56699" y="183544"/>
                </a:lnTo>
                <a:lnTo>
                  <a:pt x="56699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6" name="object 106" descr=""/>
          <p:cNvGrpSpPr/>
          <p:nvPr/>
        </p:nvGrpSpPr>
        <p:grpSpPr>
          <a:xfrm>
            <a:off x="4264718" y="3487948"/>
            <a:ext cx="592455" cy="829310"/>
            <a:chOff x="4264718" y="3487948"/>
            <a:chExt cx="592455" cy="829310"/>
          </a:xfrm>
        </p:grpSpPr>
        <p:sp>
          <p:nvSpPr>
            <p:cNvPr id="107" name="object 107" descr=""/>
            <p:cNvSpPr/>
            <p:nvPr/>
          </p:nvSpPr>
          <p:spPr>
            <a:xfrm>
              <a:off x="4310904" y="3800116"/>
              <a:ext cx="495300" cy="392430"/>
            </a:xfrm>
            <a:custGeom>
              <a:avLst/>
              <a:gdLst/>
              <a:ahLst/>
              <a:cxnLst/>
              <a:rect l="l" t="t" r="r" b="b"/>
              <a:pathLst>
                <a:path w="495300" h="392429">
                  <a:moveTo>
                    <a:pt x="240505" y="0"/>
                  </a:moveTo>
                  <a:lnTo>
                    <a:pt x="0" y="392113"/>
                  </a:lnTo>
                  <a:lnTo>
                    <a:pt x="494686" y="392113"/>
                  </a:lnTo>
                  <a:lnTo>
                    <a:pt x="24050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4551415" y="3800113"/>
              <a:ext cx="254635" cy="392430"/>
            </a:xfrm>
            <a:custGeom>
              <a:avLst/>
              <a:gdLst/>
              <a:ahLst/>
              <a:cxnLst/>
              <a:rect l="l" t="t" r="r" b="b"/>
              <a:pathLst>
                <a:path w="254635" h="392429">
                  <a:moveTo>
                    <a:pt x="0" y="0"/>
                  </a:moveTo>
                  <a:lnTo>
                    <a:pt x="0" y="392113"/>
                  </a:lnTo>
                  <a:lnTo>
                    <a:pt x="254180" y="39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4264718" y="3924547"/>
              <a:ext cx="592455" cy="392430"/>
            </a:xfrm>
            <a:custGeom>
              <a:avLst/>
              <a:gdLst/>
              <a:ahLst/>
              <a:cxnLst/>
              <a:rect l="l" t="t" r="r" b="b"/>
              <a:pathLst>
                <a:path w="592454" h="392429">
                  <a:moveTo>
                    <a:pt x="287876" y="0"/>
                  </a:moveTo>
                  <a:lnTo>
                    <a:pt x="0" y="392113"/>
                  </a:lnTo>
                  <a:lnTo>
                    <a:pt x="592107" y="392113"/>
                  </a:lnTo>
                  <a:lnTo>
                    <a:pt x="2878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552594" y="3924544"/>
              <a:ext cx="304800" cy="392430"/>
            </a:xfrm>
            <a:custGeom>
              <a:avLst/>
              <a:gdLst/>
              <a:ahLst/>
              <a:cxnLst/>
              <a:rect l="l" t="t" r="r" b="b"/>
              <a:pathLst>
                <a:path w="304800" h="392429">
                  <a:moveTo>
                    <a:pt x="0" y="0"/>
                  </a:moveTo>
                  <a:lnTo>
                    <a:pt x="0" y="392113"/>
                  </a:lnTo>
                  <a:lnTo>
                    <a:pt x="304231" y="39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380967" y="3656329"/>
              <a:ext cx="356870" cy="340360"/>
            </a:xfrm>
            <a:custGeom>
              <a:avLst/>
              <a:gdLst/>
              <a:ahLst/>
              <a:cxnLst/>
              <a:rect l="l" t="t" r="r" b="b"/>
              <a:pathLst>
                <a:path w="356870" h="340360">
                  <a:moveTo>
                    <a:pt x="173439" y="0"/>
                  </a:moveTo>
                  <a:lnTo>
                    <a:pt x="0" y="339843"/>
                  </a:lnTo>
                  <a:lnTo>
                    <a:pt x="356732" y="339843"/>
                  </a:lnTo>
                  <a:lnTo>
                    <a:pt x="17343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554405" y="3656328"/>
              <a:ext cx="183515" cy="340360"/>
            </a:xfrm>
            <a:custGeom>
              <a:avLst/>
              <a:gdLst/>
              <a:ahLst/>
              <a:cxnLst/>
              <a:rect l="l" t="t" r="r" b="b"/>
              <a:pathLst>
                <a:path w="183514" h="340360">
                  <a:moveTo>
                    <a:pt x="0" y="0"/>
                  </a:moveTo>
                  <a:lnTo>
                    <a:pt x="0" y="339843"/>
                  </a:lnTo>
                  <a:lnTo>
                    <a:pt x="183292" y="339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4466285" y="3487950"/>
              <a:ext cx="177800" cy="319405"/>
            </a:xfrm>
            <a:custGeom>
              <a:avLst/>
              <a:gdLst/>
              <a:ahLst/>
              <a:cxnLst/>
              <a:rect l="l" t="t" r="r" b="b"/>
              <a:pathLst>
                <a:path w="177800" h="319404">
                  <a:moveTo>
                    <a:pt x="86154" y="0"/>
                  </a:moveTo>
                  <a:lnTo>
                    <a:pt x="0" y="318869"/>
                  </a:lnTo>
                  <a:lnTo>
                    <a:pt x="177198" y="318869"/>
                  </a:lnTo>
                  <a:lnTo>
                    <a:pt x="8615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552438" y="3487948"/>
              <a:ext cx="91440" cy="319405"/>
            </a:xfrm>
            <a:custGeom>
              <a:avLst/>
              <a:gdLst/>
              <a:ahLst/>
              <a:cxnLst/>
              <a:rect l="l" t="t" r="r" b="b"/>
              <a:pathLst>
                <a:path w="91439" h="319404">
                  <a:moveTo>
                    <a:pt x="0" y="0"/>
                  </a:moveTo>
                  <a:lnTo>
                    <a:pt x="0" y="318869"/>
                  </a:lnTo>
                  <a:lnTo>
                    <a:pt x="91044" y="31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407509" y="3584542"/>
              <a:ext cx="404495" cy="721360"/>
            </a:xfrm>
            <a:custGeom>
              <a:avLst/>
              <a:gdLst/>
              <a:ahLst/>
              <a:cxnLst/>
              <a:rect l="l" t="t" r="r" b="b"/>
              <a:pathLst>
                <a:path w="404495" h="721360">
                  <a:moveTo>
                    <a:pt x="11658" y="500722"/>
                  </a:moveTo>
                  <a:lnTo>
                    <a:pt x="11112" y="499338"/>
                  </a:lnTo>
                  <a:lnTo>
                    <a:pt x="0" y="503504"/>
                  </a:lnTo>
                  <a:lnTo>
                    <a:pt x="850" y="505815"/>
                  </a:lnTo>
                  <a:lnTo>
                    <a:pt x="2336" y="505117"/>
                  </a:lnTo>
                  <a:lnTo>
                    <a:pt x="11658" y="500722"/>
                  </a:lnTo>
                  <a:close/>
                </a:path>
                <a:path w="404495" h="721360">
                  <a:moveTo>
                    <a:pt x="26454" y="452488"/>
                  </a:moveTo>
                  <a:lnTo>
                    <a:pt x="19189" y="452488"/>
                  </a:lnTo>
                  <a:lnTo>
                    <a:pt x="19189" y="458571"/>
                  </a:lnTo>
                  <a:lnTo>
                    <a:pt x="22821" y="458571"/>
                  </a:lnTo>
                  <a:lnTo>
                    <a:pt x="26454" y="458571"/>
                  </a:lnTo>
                  <a:lnTo>
                    <a:pt x="26454" y="452488"/>
                  </a:lnTo>
                  <a:close/>
                </a:path>
                <a:path w="404495" h="721360">
                  <a:moveTo>
                    <a:pt x="36918" y="367436"/>
                  </a:moveTo>
                  <a:lnTo>
                    <a:pt x="33134" y="367436"/>
                  </a:lnTo>
                  <a:lnTo>
                    <a:pt x="33134" y="370611"/>
                  </a:lnTo>
                  <a:lnTo>
                    <a:pt x="35026" y="370611"/>
                  </a:lnTo>
                  <a:lnTo>
                    <a:pt x="36918" y="370611"/>
                  </a:lnTo>
                  <a:lnTo>
                    <a:pt x="36918" y="367436"/>
                  </a:lnTo>
                  <a:close/>
                </a:path>
                <a:path w="404495" h="721360">
                  <a:moveTo>
                    <a:pt x="44018" y="323227"/>
                  </a:moveTo>
                  <a:lnTo>
                    <a:pt x="39979" y="323227"/>
                  </a:lnTo>
                  <a:lnTo>
                    <a:pt x="40157" y="325780"/>
                  </a:lnTo>
                  <a:lnTo>
                    <a:pt x="40284" y="327533"/>
                  </a:lnTo>
                  <a:lnTo>
                    <a:pt x="40360" y="328218"/>
                  </a:lnTo>
                  <a:lnTo>
                    <a:pt x="40970" y="331317"/>
                  </a:lnTo>
                  <a:lnTo>
                    <a:pt x="43027" y="331317"/>
                  </a:lnTo>
                  <a:lnTo>
                    <a:pt x="43637" y="328218"/>
                  </a:lnTo>
                  <a:lnTo>
                    <a:pt x="43726" y="327533"/>
                  </a:lnTo>
                  <a:lnTo>
                    <a:pt x="44018" y="323227"/>
                  </a:lnTo>
                  <a:close/>
                </a:path>
                <a:path w="404495" h="721360">
                  <a:moveTo>
                    <a:pt x="56565" y="496595"/>
                  </a:moveTo>
                  <a:lnTo>
                    <a:pt x="56222" y="494779"/>
                  </a:lnTo>
                  <a:lnTo>
                    <a:pt x="52666" y="493915"/>
                  </a:lnTo>
                  <a:lnTo>
                    <a:pt x="51663" y="494017"/>
                  </a:lnTo>
                  <a:lnTo>
                    <a:pt x="43726" y="495909"/>
                  </a:lnTo>
                  <a:lnTo>
                    <a:pt x="48145" y="506488"/>
                  </a:lnTo>
                  <a:lnTo>
                    <a:pt x="53403" y="501586"/>
                  </a:lnTo>
                  <a:lnTo>
                    <a:pt x="54978" y="500138"/>
                  </a:lnTo>
                  <a:lnTo>
                    <a:pt x="55194" y="499897"/>
                  </a:lnTo>
                  <a:lnTo>
                    <a:pt x="56565" y="496595"/>
                  </a:lnTo>
                  <a:close/>
                </a:path>
                <a:path w="404495" h="721360">
                  <a:moveTo>
                    <a:pt x="68262" y="354342"/>
                  </a:moveTo>
                  <a:lnTo>
                    <a:pt x="68021" y="353656"/>
                  </a:lnTo>
                  <a:lnTo>
                    <a:pt x="64503" y="348132"/>
                  </a:lnTo>
                  <a:lnTo>
                    <a:pt x="59207" y="353783"/>
                  </a:lnTo>
                  <a:lnTo>
                    <a:pt x="63182" y="356730"/>
                  </a:lnTo>
                  <a:lnTo>
                    <a:pt x="64363" y="357606"/>
                  </a:lnTo>
                  <a:lnTo>
                    <a:pt x="64985" y="357860"/>
                  </a:lnTo>
                  <a:lnTo>
                    <a:pt x="67411" y="357835"/>
                  </a:lnTo>
                  <a:lnTo>
                    <a:pt x="68237" y="356946"/>
                  </a:lnTo>
                  <a:lnTo>
                    <a:pt x="68262" y="354342"/>
                  </a:lnTo>
                  <a:close/>
                </a:path>
                <a:path w="404495" h="721360">
                  <a:moveTo>
                    <a:pt x="68338" y="400126"/>
                  </a:moveTo>
                  <a:lnTo>
                    <a:pt x="54546" y="394538"/>
                  </a:lnTo>
                  <a:lnTo>
                    <a:pt x="51231" y="406717"/>
                  </a:lnTo>
                  <a:lnTo>
                    <a:pt x="58229" y="408813"/>
                  </a:lnTo>
                  <a:lnTo>
                    <a:pt x="65811" y="411086"/>
                  </a:lnTo>
                  <a:lnTo>
                    <a:pt x="68338" y="400126"/>
                  </a:lnTo>
                  <a:close/>
                </a:path>
                <a:path w="404495" h="721360">
                  <a:moveTo>
                    <a:pt x="68935" y="276656"/>
                  </a:moveTo>
                  <a:lnTo>
                    <a:pt x="63881" y="276656"/>
                  </a:lnTo>
                  <a:lnTo>
                    <a:pt x="63881" y="280885"/>
                  </a:lnTo>
                  <a:lnTo>
                    <a:pt x="66408" y="280885"/>
                  </a:lnTo>
                  <a:lnTo>
                    <a:pt x="68935" y="280885"/>
                  </a:lnTo>
                  <a:lnTo>
                    <a:pt x="68935" y="276656"/>
                  </a:lnTo>
                  <a:close/>
                </a:path>
                <a:path w="404495" h="721360">
                  <a:moveTo>
                    <a:pt x="80454" y="446671"/>
                  </a:moveTo>
                  <a:lnTo>
                    <a:pt x="78193" y="442023"/>
                  </a:lnTo>
                  <a:lnTo>
                    <a:pt x="72047" y="442023"/>
                  </a:lnTo>
                  <a:lnTo>
                    <a:pt x="69811" y="446671"/>
                  </a:lnTo>
                  <a:lnTo>
                    <a:pt x="72440" y="449021"/>
                  </a:lnTo>
                  <a:lnTo>
                    <a:pt x="74485" y="450850"/>
                  </a:lnTo>
                  <a:lnTo>
                    <a:pt x="75755" y="450862"/>
                  </a:lnTo>
                  <a:lnTo>
                    <a:pt x="80454" y="446671"/>
                  </a:lnTo>
                  <a:close/>
                </a:path>
                <a:path w="404495" h="721360">
                  <a:moveTo>
                    <a:pt x="81737" y="256209"/>
                  </a:moveTo>
                  <a:lnTo>
                    <a:pt x="78778" y="247116"/>
                  </a:lnTo>
                  <a:lnTo>
                    <a:pt x="69900" y="242989"/>
                  </a:lnTo>
                  <a:lnTo>
                    <a:pt x="61010" y="247116"/>
                  </a:lnTo>
                  <a:lnTo>
                    <a:pt x="58051" y="256209"/>
                  </a:lnTo>
                  <a:lnTo>
                    <a:pt x="61010" y="265290"/>
                  </a:lnTo>
                  <a:lnTo>
                    <a:pt x="69900" y="269430"/>
                  </a:lnTo>
                  <a:lnTo>
                    <a:pt x="78778" y="265290"/>
                  </a:lnTo>
                  <a:lnTo>
                    <a:pt x="81737" y="256209"/>
                  </a:lnTo>
                  <a:close/>
                </a:path>
                <a:path w="404495" h="721360">
                  <a:moveTo>
                    <a:pt x="91706" y="193611"/>
                  </a:moveTo>
                  <a:lnTo>
                    <a:pt x="91579" y="191198"/>
                  </a:lnTo>
                  <a:lnTo>
                    <a:pt x="89535" y="186499"/>
                  </a:lnTo>
                  <a:lnTo>
                    <a:pt x="85471" y="186791"/>
                  </a:lnTo>
                  <a:lnTo>
                    <a:pt x="81026" y="189484"/>
                  </a:lnTo>
                  <a:lnTo>
                    <a:pt x="80581" y="193001"/>
                  </a:lnTo>
                  <a:lnTo>
                    <a:pt x="82410" y="194894"/>
                  </a:lnTo>
                  <a:lnTo>
                    <a:pt x="84963" y="197523"/>
                  </a:lnTo>
                  <a:lnTo>
                    <a:pt x="87553" y="197243"/>
                  </a:lnTo>
                  <a:lnTo>
                    <a:pt x="91706" y="193611"/>
                  </a:lnTo>
                  <a:close/>
                </a:path>
                <a:path w="404495" h="721360">
                  <a:moveTo>
                    <a:pt x="101561" y="243039"/>
                  </a:moveTo>
                  <a:lnTo>
                    <a:pt x="99314" y="236131"/>
                  </a:lnTo>
                  <a:lnTo>
                    <a:pt x="92557" y="232994"/>
                  </a:lnTo>
                  <a:lnTo>
                    <a:pt x="85813" y="236131"/>
                  </a:lnTo>
                  <a:lnTo>
                    <a:pt x="83566" y="243039"/>
                  </a:lnTo>
                  <a:lnTo>
                    <a:pt x="85813" y="249948"/>
                  </a:lnTo>
                  <a:lnTo>
                    <a:pt x="92557" y="253085"/>
                  </a:lnTo>
                  <a:lnTo>
                    <a:pt x="99314" y="249948"/>
                  </a:lnTo>
                  <a:lnTo>
                    <a:pt x="101561" y="243039"/>
                  </a:lnTo>
                  <a:close/>
                </a:path>
                <a:path w="404495" h="721360">
                  <a:moveTo>
                    <a:pt x="107873" y="151396"/>
                  </a:moveTo>
                  <a:lnTo>
                    <a:pt x="105625" y="138264"/>
                  </a:lnTo>
                  <a:lnTo>
                    <a:pt x="97777" y="136690"/>
                  </a:lnTo>
                  <a:lnTo>
                    <a:pt x="91135" y="139966"/>
                  </a:lnTo>
                  <a:lnTo>
                    <a:pt x="83388" y="147472"/>
                  </a:lnTo>
                  <a:lnTo>
                    <a:pt x="85902" y="158470"/>
                  </a:lnTo>
                  <a:lnTo>
                    <a:pt x="93027" y="160020"/>
                  </a:lnTo>
                  <a:lnTo>
                    <a:pt x="96278" y="160731"/>
                  </a:lnTo>
                  <a:lnTo>
                    <a:pt x="99529" y="160743"/>
                  </a:lnTo>
                  <a:lnTo>
                    <a:pt x="106248" y="155333"/>
                  </a:lnTo>
                  <a:lnTo>
                    <a:pt x="107873" y="151396"/>
                  </a:lnTo>
                  <a:close/>
                </a:path>
                <a:path w="404495" h="721360">
                  <a:moveTo>
                    <a:pt x="108534" y="252450"/>
                  </a:moveTo>
                  <a:lnTo>
                    <a:pt x="108229" y="249402"/>
                  </a:lnTo>
                  <a:lnTo>
                    <a:pt x="107594" y="248704"/>
                  </a:lnTo>
                  <a:lnTo>
                    <a:pt x="104724" y="248373"/>
                  </a:lnTo>
                  <a:lnTo>
                    <a:pt x="103987" y="248932"/>
                  </a:lnTo>
                  <a:lnTo>
                    <a:pt x="100622" y="253263"/>
                  </a:lnTo>
                  <a:lnTo>
                    <a:pt x="104000" y="256921"/>
                  </a:lnTo>
                  <a:lnTo>
                    <a:pt x="106667" y="254495"/>
                  </a:lnTo>
                  <a:lnTo>
                    <a:pt x="108000" y="253288"/>
                  </a:lnTo>
                  <a:lnTo>
                    <a:pt x="108534" y="252450"/>
                  </a:lnTo>
                  <a:close/>
                </a:path>
                <a:path w="404495" h="721360">
                  <a:moveTo>
                    <a:pt x="109728" y="196723"/>
                  </a:moveTo>
                  <a:lnTo>
                    <a:pt x="106311" y="193560"/>
                  </a:lnTo>
                  <a:lnTo>
                    <a:pt x="105003" y="193319"/>
                  </a:lnTo>
                  <a:lnTo>
                    <a:pt x="98539" y="194995"/>
                  </a:lnTo>
                  <a:lnTo>
                    <a:pt x="98539" y="200837"/>
                  </a:lnTo>
                  <a:lnTo>
                    <a:pt x="102044" y="201739"/>
                  </a:lnTo>
                  <a:lnTo>
                    <a:pt x="104965" y="202488"/>
                  </a:lnTo>
                  <a:lnTo>
                    <a:pt x="106299" y="202285"/>
                  </a:lnTo>
                  <a:lnTo>
                    <a:pt x="109728" y="199085"/>
                  </a:lnTo>
                  <a:lnTo>
                    <a:pt x="109728" y="196723"/>
                  </a:lnTo>
                  <a:close/>
                </a:path>
                <a:path w="404495" h="721360">
                  <a:moveTo>
                    <a:pt x="117856" y="507453"/>
                  </a:moveTo>
                  <a:lnTo>
                    <a:pt x="116484" y="506222"/>
                  </a:lnTo>
                  <a:lnTo>
                    <a:pt x="112331" y="504418"/>
                  </a:lnTo>
                  <a:lnTo>
                    <a:pt x="109994" y="506933"/>
                  </a:lnTo>
                  <a:lnTo>
                    <a:pt x="110769" y="508990"/>
                  </a:lnTo>
                  <a:lnTo>
                    <a:pt x="111658" y="511390"/>
                  </a:lnTo>
                  <a:lnTo>
                    <a:pt x="112826" y="512876"/>
                  </a:lnTo>
                  <a:lnTo>
                    <a:pt x="116598" y="512394"/>
                  </a:lnTo>
                  <a:lnTo>
                    <a:pt x="117386" y="511556"/>
                  </a:lnTo>
                  <a:lnTo>
                    <a:pt x="117856" y="507453"/>
                  </a:lnTo>
                  <a:close/>
                </a:path>
                <a:path w="404495" h="721360">
                  <a:moveTo>
                    <a:pt x="118618" y="371195"/>
                  </a:moveTo>
                  <a:lnTo>
                    <a:pt x="111252" y="360768"/>
                  </a:lnTo>
                  <a:lnTo>
                    <a:pt x="104038" y="368465"/>
                  </a:lnTo>
                  <a:lnTo>
                    <a:pt x="109575" y="373024"/>
                  </a:lnTo>
                  <a:lnTo>
                    <a:pt x="113741" y="376453"/>
                  </a:lnTo>
                  <a:lnTo>
                    <a:pt x="118618" y="371195"/>
                  </a:lnTo>
                  <a:close/>
                </a:path>
                <a:path w="404495" h="721360">
                  <a:moveTo>
                    <a:pt x="118706" y="132524"/>
                  </a:moveTo>
                  <a:lnTo>
                    <a:pt x="115227" y="132524"/>
                  </a:lnTo>
                  <a:lnTo>
                    <a:pt x="115227" y="135432"/>
                  </a:lnTo>
                  <a:lnTo>
                    <a:pt x="116967" y="135432"/>
                  </a:lnTo>
                  <a:lnTo>
                    <a:pt x="118706" y="135432"/>
                  </a:lnTo>
                  <a:lnTo>
                    <a:pt x="118706" y="132524"/>
                  </a:lnTo>
                  <a:close/>
                </a:path>
                <a:path w="404495" h="721360">
                  <a:moveTo>
                    <a:pt x="119164" y="450773"/>
                  </a:moveTo>
                  <a:lnTo>
                    <a:pt x="107810" y="450773"/>
                  </a:lnTo>
                  <a:lnTo>
                    <a:pt x="107797" y="460286"/>
                  </a:lnTo>
                  <a:lnTo>
                    <a:pt x="113487" y="460286"/>
                  </a:lnTo>
                  <a:lnTo>
                    <a:pt x="119164" y="460286"/>
                  </a:lnTo>
                  <a:lnTo>
                    <a:pt x="119164" y="450773"/>
                  </a:lnTo>
                  <a:close/>
                </a:path>
                <a:path w="404495" h="721360">
                  <a:moveTo>
                    <a:pt x="119316" y="88633"/>
                  </a:moveTo>
                  <a:lnTo>
                    <a:pt x="118541" y="85979"/>
                  </a:lnTo>
                  <a:lnTo>
                    <a:pt x="118211" y="84886"/>
                  </a:lnTo>
                  <a:lnTo>
                    <a:pt x="115252" y="81673"/>
                  </a:lnTo>
                  <a:lnTo>
                    <a:pt x="111798" y="83261"/>
                  </a:lnTo>
                  <a:lnTo>
                    <a:pt x="110324" y="86982"/>
                  </a:lnTo>
                  <a:lnTo>
                    <a:pt x="113296" y="90195"/>
                  </a:lnTo>
                  <a:lnTo>
                    <a:pt x="116763" y="91376"/>
                  </a:lnTo>
                  <a:lnTo>
                    <a:pt x="119316" y="88633"/>
                  </a:lnTo>
                  <a:close/>
                </a:path>
                <a:path w="404495" h="721360">
                  <a:moveTo>
                    <a:pt x="121056" y="632282"/>
                  </a:moveTo>
                  <a:lnTo>
                    <a:pt x="119164" y="626465"/>
                  </a:lnTo>
                  <a:lnTo>
                    <a:pt x="113487" y="623824"/>
                  </a:lnTo>
                  <a:lnTo>
                    <a:pt x="107797" y="626465"/>
                  </a:lnTo>
                  <a:lnTo>
                    <a:pt x="105905" y="632282"/>
                  </a:lnTo>
                  <a:lnTo>
                    <a:pt x="107797" y="638098"/>
                  </a:lnTo>
                  <a:lnTo>
                    <a:pt x="113487" y="640753"/>
                  </a:lnTo>
                  <a:lnTo>
                    <a:pt x="119164" y="638098"/>
                  </a:lnTo>
                  <a:lnTo>
                    <a:pt x="121056" y="632282"/>
                  </a:lnTo>
                  <a:close/>
                </a:path>
                <a:path w="404495" h="721360">
                  <a:moveTo>
                    <a:pt x="131635" y="418223"/>
                  </a:moveTo>
                  <a:lnTo>
                    <a:pt x="127800" y="414185"/>
                  </a:lnTo>
                  <a:lnTo>
                    <a:pt x="126898" y="413385"/>
                  </a:lnTo>
                  <a:lnTo>
                    <a:pt x="123113" y="411010"/>
                  </a:lnTo>
                  <a:lnTo>
                    <a:pt x="120713" y="412572"/>
                  </a:lnTo>
                  <a:lnTo>
                    <a:pt x="119761" y="415061"/>
                  </a:lnTo>
                  <a:lnTo>
                    <a:pt x="119253" y="416039"/>
                  </a:lnTo>
                  <a:lnTo>
                    <a:pt x="118973" y="417093"/>
                  </a:lnTo>
                  <a:lnTo>
                    <a:pt x="118948" y="418236"/>
                  </a:lnTo>
                  <a:lnTo>
                    <a:pt x="118440" y="421868"/>
                  </a:lnTo>
                  <a:lnTo>
                    <a:pt x="120434" y="426923"/>
                  </a:lnTo>
                  <a:lnTo>
                    <a:pt x="125831" y="426250"/>
                  </a:lnTo>
                  <a:lnTo>
                    <a:pt x="126733" y="426097"/>
                  </a:lnTo>
                  <a:lnTo>
                    <a:pt x="131102" y="423545"/>
                  </a:lnTo>
                  <a:lnTo>
                    <a:pt x="131635" y="418223"/>
                  </a:lnTo>
                  <a:close/>
                </a:path>
                <a:path w="404495" h="721360">
                  <a:moveTo>
                    <a:pt x="133400" y="1257"/>
                  </a:moveTo>
                  <a:lnTo>
                    <a:pt x="132867" y="1485"/>
                  </a:lnTo>
                  <a:lnTo>
                    <a:pt x="133146" y="2425"/>
                  </a:lnTo>
                  <a:lnTo>
                    <a:pt x="133400" y="1257"/>
                  </a:lnTo>
                  <a:close/>
                </a:path>
                <a:path w="404495" h="721360">
                  <a:moveTo>
                    <a:pt x="135763" y="5562"/>
                  </a:moveTo>
                  <a:lnTo>
                    <a:pt x="133870" y="3378"/>
                  </a:lnTo>
                  <a:lnTo>
                    <a:pt x="133134" y="2527"/>
                  </a:lnTo>
                  <a:lnTo>
                    <a:pt x="133007" y="3086"/>
                  </a:lnTo>
                  <a:lnTo>
                    <a:pt x="133032" y="2425"/>
                  </a:lnTo>
                  <a:lnTo>
                    <a:pt x="132397" y="1689"/>
                  </a:lnTo>
                  <a:lnTo>
                    <a:pt x="132867" y="1485"/>
                  </a:lnTo>
                  <a:lnTo>
                    <a:pt x="132816" y="1333"/>
                  </a:lnTo>
                  <a:lnTo>
                    <a:pt x="130619" y="25"/>
                  </a:lnTo>
                  <a:lnTo>
                    <a:pt x="129095" y="0"/>
                  </a:lnTo>
                  <a:lnTo>
                    <a:pt x="126517" y="2133"/>
                  </a:lnTo>
                  <a:lnTo>
                    <a:pt x="125209" y="4102"/>
                  </a:lnTo>
                  <a:lnTo>
                    <a:pt x="126987" y="8712"/>
                  </a:lnTo>
                  <a:lnTo>
                    <a:pt x="128206" y="9944"/>
                  </a:lnTo>
                  <a:lnTo>
                    <a:pt x="134340" y="10261"/>
                  </a:lnTo>
                  <a:lnTo>
                    <a:pt x="135763" y="5562"/>
                  </a:lnTo>
                  <a:close/>
                </a:path>
                <a:path w="404495" h="721360">
                  <a:moveTo>
                    <a:pt x="136461" y="278358"/>
                  </a:moveTo>
                  <a:lnTo>
                    <a:pt x="132930" y="271551"/>
                  </a:lnTo>
                  <a:lnTo>
                    <a:pt x="126695" y="275894"/>
                  </a:lnTo>
                  <a:lnTo>
                    <a:pt x="126085" y="278828"/>
                  </a:lnTo>
                  <a:lnTo>
                    <a:pt x="129247" y="284924"/>
                  </a:lnTo>
                  <a:lnTo>
                    <a:pt x="134505" y="282765"/>
                  </a:lnTo>
                  <a:lnTo>
                    <a:pt x="133604" y="280263"/>
                  </a:lnTo>
                  <a:lnTo>
                    <a:pt x="133451" y="279844"/>
                  </a:lnTo>
                  <a:lnTo>
                    <a:pt x="134810" y="279184"/>
                  </a:lnTo>
                  <a:lnTo>
                    <a:pt x="136461" y="278358"/>
                  </a:lnTo>
                  <a:close/>
                </a:path>
                <a:path w="404495" h="721360">
                  <a:moveTo>
                    <a:pt x="143814" y="324929"/>
                  </a:moveTo>
                  <a:lnTo>
                    <a:pt x="135229" y="319633"/>
                  </a:lnTo>
                  <a:lnTo>
                    <a:pt x="130149" y="322707"/>
                  </a:lnTo>
                  <a:lnTo>
                    <a:pt x="130149" y="332600"/>
                  </a:lnTo>
                  <a:lnTo>
                    <a:pt x="135229" y="335686"/>
                  </a:lnTo>
                  <a:lnTo>
                    <a:pt x="139179" y="333248"/>
                  </a:lnTo>
                  <a:lnTo>
                    <a:pt x="143814" y="330377"/>
                  </a:lnTo>
                  <a:lnTo>
                    <a:pt x="143814" y="324929"/>
                  </a:lnTo>
                  <a:close/>
                </a:path>
                <a:path w="404495" h="721360">
                  <a:moveTo>
                    <a:pt x="149783" y="89992"/>
                  </a:moveTo>
                  <a:lnTo>
                    <a:pt x="143903" y="87058"/>
                  </a:lnTo>
                  <a:lnTo>
                    <a:pt x="143903" y="94399"/>
                  </a:lnTo>
                  <a:lnTo>
                    <a:pt x="147599" y="92557"/>
                  </a:lnTo>
                  <a:lnTo>
                    <a:pt x="148513" y="92087"/>
                  </a:lnTo>
                  <a:lnTo>
                    <a:pt x="148971" y="91871"/>
                  </a:lnTo>
                  <a:lnTo>
                    <a:pt x="149783" y="91465"/>
                  </a:lnTo>
                  <a:lnTo>
                    <a:pt x="149783" y="89992"/>
                  </a:lnTo>
                  <a:close/>
                </a:path>
                <a:path w="404495" h="721360">
                  <a:moveTo>
                    <a:pt x="150672" y="149872"/>
                  </a:moveTo>
                  <a:lnTo>
                    <a:pt x="144081" y="142773"/>
                  </a:lnTo>
                  <a:lnTo>
                    <a:pt x="139827" y="147345"/>
                  </a:lnTo>
                  <a:lnTo>
                    <a:pt x="134708" y="152869"/>
                  </a:lnTo>
                  <a:lnTo>
                    <a:pt x="141300" y="159969"/>
                  </a:lnTo>
                  <a:lnTo>
                    <a:pt x="150672" y="149872"/>
                  </a:lnTo>
                  <a:close/>
                </a:path>
                <a:path w="404495" h="721360">
                  <a:moveTo>
                    <a:pt x="155714" y="229298"/>
                  </a:moveTo>
                  <a:lnTo>
                    <a:pt x="153695" y="226771"/>
                  </a:lnTo>
                  <a:lnTo>
                    <a:pt x="153009" y="226504"/>
                  </a:lnTo>
                  <a:lnTo>
                    <a:pt x="145313" y="225234"/>
                  </a:lnTo>
                  <a:lnTo>
                    <a:pt x="145275" y="234530"/>
                  </a:lnTo>
                  <a:lnTo>
                    <a:pt x="155714" y="229298"/>
                  </a:lnTo>
                  <a:close/>
                </a:path>
                <a:path w="404495" h="721360">
                  <a:moveTo>
                    <a:pt x="158343" y="22517"/>
                  </a:moveTo>
                  <a:lnTo>
                    <a:pt x="152527" y="18275"/>
                  </a:lnTo>
                  <a:lnTo>
                    <a:pt x="152527" y="27787"/>
                  </a:lnTo>
                  <a:lnTo>
                    <a:pt x="156375" y="24968"/>
                  </a:lnTo>
                  <a:lnTo>
                    <a:pt x="158343" y="23533"/>
                  </a:lnTo>
                  <a:lnTo>
                    <a:pt x="158343" y="22517"/>
                  </a:lnTo>
                  <a:close/>
                </a:path>
                <a:path w="404495" h="721360">
                  <a:moveTo>
                    <a:pt x="162090" y="394855"/>
                  </a:moveTo>
                  <a:lnTo>
                    <a:pt x="150101" y="393331"/>
                  </a:lnTo>
                  <a:lnTo>
                    <a:pt x="150456" y="401002"/>
                  </a:lnTo>
                  <a:lnTo>
                    <a:pt x="150533" y="402793"/>
                  </a:lnTo>
                  <a:lnTo>
                    <a:pt x="150876" y="404088"/>
                  </a:lnTo>
                  <a:lnTo>
                    <a:pt x="152311" y="407263"/>
                  </a:lnTo>
                  <a:lnTo>
                    <a:pt x="154012" y="408063"/>
                  </a:lnTo>
                  <a:lnTo>
                    <a:pt x="157746" y="408216"/>
                  </a:lnTo>
                  <a:lnTo>
                    <a:pt x="159486" y="406857"/>
                  </a:lnTo>
                  <a:lnTo>
                    <a:pt x="159981" y="404317"/>
                  </a:lnTo>
                  <a:lnTo>
                    <a:pt x="159880" y="403212"/>
                  </a:lnTo>
                  <a:lnTo>
                    <a:pt x="162090" y="394855"/>
                  </a:lnTo>
                  <a:close/>
                </a:path>
                <a:path w="404495" h="721360">
                  <a:moveTo>
                    <a:pt x="168948" y="95605"/>
                  </a:moveTo>
                  <a:lnTo>
                    <a:pt x="162636" y="95605"/>
                  </a:lnTo>
                  <a:lnTo>
                    <a:pt x="162623" y="100888"/>
                  </a:lnTo>
                  <a:lnTo>
                    <a:pt x="165785" y="100888"/>
                  </a:lnTo>
                  <a:lnTo>
                    <a:pt x="168948" y="100888"/>
                  </a:lnTo>
                  <a:lnTo>
                    <a:pt x="168948" y="95605"/>
                  </a:lnTo>
                  <a:close/>
                </a:path>
                <a:path w="404495" h="721360">
                  <a:moveTo>
                    <a:pt x="173228" y="76542"/>
                  </a:moveTo>
                  <a:lnTo>
                    <a:pt x="170243" y="67068"/>
                  </a:lnTo>
                  <a:lnTo>
                    <a:pt x="162712" y="70269"/>
                  </a:lnTo>
                  <a:lnTo>
                    <a:pt x="159308" y="73901"/>
                  </a:lnTo>
                  <a:lnTo>
                    <a:pt x="159575" y="78447"/>
                  </a:lnTo>
                  <a:lnTo>
                    <a:pt x="162458" y="81559"/>
                  </a:lnTo>
                  <a:lnTo>
                    <a:pt x="166865" y="80911"/>
                  </a:lnTo>
                  <a:lnTo>
                    <a:pt x="173228" y="76542"/>
                  </a:lnTo>
                  <a:close/>
                </a:path>
                <a:path w="404495" h="721360">
                  <a:moveTo>
                    <a:pt x="175285" y="174040"/>
                  </a:moveTo>
                  <a:lnTo>
                    <a:pt x="171792" y="168440"/>
                  </a:lnTo>
                  <a:lnTo>
                    <a:pt x="170230" y="167182"/>
                  </a:lnTo>
                  <a:lnTo>
                    <a:pt x="163106" y="166014"/>
                  </a:lnTo>
                  <a:lnTo>
                    <a:pt x="158076" y="171424"/>
                  </a:lnTo>
                  <a:lnTo>
                    <a:pt x="157403" y="179120"/>
                  </a:lnTo>
                  <a:lnTo>
                    <a:pt x="163322" y="184835"/>
                  </a:lnTo>
                  <a:lnTo>
                    <a:pt x="165163" y="185432"/>
                  </a:lnTo>
                  <a:lnTo>
                    <a:pt x="171450" y="184988"/>
                  </a:lnTo>
                  <a:lnTo>
                    <a:pt x="174993" y="180378"/>
                  </a:lnTo>
                  <a:lnTo>
                    <a:pt x="175285" y="174040"/>
                  </a:lnTo>
                  <a:close/>
                </a:path>
                <a:path w="404495" h="721360">
                  <a:moveTo>
                    <a:pt x="175615" y="304584"/>
                  </a:moveTo>
                  <a:lnTo>
                    <a:pt x="169926" y="304584"/>
                  </a:lnTo>
                  <a:lnTo>
                    <a:pt x="169913" y="309359"/>
                  </a:lnTo>
                  <a:lnTo>
                    <a:pt x="172770" y="309359"/>
                  </a:lnTo>
                  <a:lnTo>
                    <a:pt x="175602" y="309359"/>
                  </a:lnTo>
                  <a:lnTo>
                    <a:pt x="175615" y="304584"/>
                  </a:lnTo>
                  <a:close/>
                </a:path>
                <a:path w="404495" h="721360">
                  <a:moveTo>
                    <a:pt x="177609" y="477481"/>
                  </a:moveTo>
                  <a:lnTo>
                    <a:pt x="176047" y="472668"/>
                  </a:lnTo>
                  <a:lnTo>
                    <a:pt x="175260" y="471627"/>
                  </a:lnTo>
                  <a:lnTo>
                    <a:pt x="171018" y="469582"/>
                  </a:lnTo>
                  <a:lnTo>
                    <a:pt x="166916" y="471792"/>
                  </a:lnTo>
                  <a:lnTo>
                    <a:pt x="164871" y="476211"/>
                  </a:lnTo>
                  <a:lnTo>
                    <a:pt x="166776" y="480796"/>
                  </a:lnTo>
                  <a:lnTo>
                    <a:pt x="167741" y="481647"/>
                  </a:lnTo>
                  <a:lnTo>
                    <a:pt x="172186" y="483323"/>
                  </a:lnTo>
                  <a:lnTo>
                    <a:pt x="175907" y="481482"/>
                  </a:lnTo>
                  <a:lnTo>
                    <a:pt x="177609" y="477481"/>
                  </a:lnTo>
                  <a:close/>
                </a:path>
                <a:path w="404495" h="721360">
                  <a:moveTo>
                    <a:pt x="177965" y="540397"/>
                  </a:moveTo>
                  <a:lnTo>
                    <a:pt x="160591" y="540397"/>
                  </a:lnTo>
                  <a:lnTo>
                    <a:pt x="160591" y="554939"/>
                  </a:lnTo>
                  <a:lnTo>
                    <a:pt x="169278" y="554939"/>
                  </a:lnTo>
                  <a:lnTo>
                    <a:pt x="177952" y="554939"/>
                  </a:lnTo>
                  <a:lnTo>
                    <a:pt x="177965" y="540397"/>
                  </a:lnTo>
                  <a:close/>
                </a:path>
                <a:path w="404495" h="721360">
                  <a:moveTo>
                    <a:pt x="179451" y="655688"/>
                  </a:moveTo>
                  <a:lnTo>
                    <a:pt x="174879" y="650811"/>
                  </a:lnTo>
                  <a:lnTo>
                    <a:pt x="170332" y="652818"/>
                  </a:lnTo>
                  <a:lnTo>
                    <a:pt x="170332" y="660628"/>
                  </a:lnTo>
                  <a:lnTo>
                    <a:pt x="174891" y="662647"/>
                  </a:lnTo>
                  <a:lnTo>
                    <a:pt x="177457" y="659904"/>
                  </a:lnTo>
                  <a:lnTo>
                    <a:pt x="179451" y="657771"/>
                  </a:lnTo>
                  <a:lnTo>
                    <a:pt x="179451" y="655688"/>
                  </a:lnTo>
                  <a:close/>
                </a:path>
                <a:path w="404495" h="721360">
                  <a:moveTo>
                    <a:pt x="185343" y="352285"/>
                  </a:moveTo>
                  <a:lnTo>
                    <a:pt x="181317" y="347929"/>
                  </a:lnTo>
                  <a:lnTo>
                    <a:pt x="177634" y="350100"/>
                  </a:lnTo>
                  <a:lnTo>
                    <a:pt x="176593" y="350723"/>
                  </a:lnTo>
                  <a:lnTo>
                    <a:pt x="174269" y="354406"/>
                  </a:lnTo>
                  <a:lnTo>
                    <a:pt x="175856" y="358190"/>
                  </a:lnTo>
                  <a:lnTo>
                    <a:pt x="179349" y="359905"/>
                  </a:lnTo>
                  <a:lnTo>
                    <a:pt x="182765" y="357378"/>
                  </a:lnTo>
                  <a:lnTo>
                    <a:pt x="185343" y="352285"/>
                  </a:lnTo>
                  <a:close/>
                </a:path>
                <a:path w="404495" h="721360">
                  <a:moveTo>
                    <a:pt x="189547" y="414515"/>
                  </a:moveTo>
                  <a:lnTo>
                    <a:pt x="176911" y="414515"/>
                  </a:lnTo>
                  <a:lnTo>
                    <a:pt x="176898" y="425081"/>
                  </a:lnTo>
                  <a:lnTo>
                    <a:pt x="183222" y="425081"/>
                  </a:lnTo>
                  <a:lnTo>
                    <a:pt x="189534" y="425081"/>
                  </a:lnTo>
                  <a:lnTo>
                    <a:pt x="189547" y="414515"/>
                  </a:lnTo>
                  <a:close/>
                </a:path>
                <a:path w="404495" h="721360">
                  <a:moveTo>
                    <a:pt x="191909" y="183070"/>
                  </a:moveTo>
                  <a:lnTo>
                    <a:pt x="181521" y="183070"/>
                  </a:lnTo>
                  <a:lnTo>
                    <a:pt x="184594" y="187960"/>
                  </a:lnTo>
                  <a:lnTo>
                    <a:pt x="186080" y="190322"/>
                  </a:lnTo>
                  <a:lnTo>
                    <a:pt x="187337" y="190322"/>
                  </a:lnTo>
                  <a:lnTo>
                    <a:pt x="191909" y="183070"/>
                  </a:lnTo>
                  <a:close/>
                </a:path>
                <a:path w="404495" h="721360">
                  <a:moveTo>
                    <a:pt x="192887" y="261899"/>
                  </a:moveTo>
                  <a:lnTo>
                    <a:pt x="184035" y="261899"/>
                  </a:lnTo>
                  <a:lnTo>
                    <a:pt x="184023" y="269303"/>
                  </a:lnTo>
                  <a:lnTo>
                    <a:pt x="188455" y="269303"/>
                  </a:lnTo>
                  <a:lnTo>
                    <a:pt x="192874" y="269303"/>
                  </a:lnTo>
                  <a:lnTo>
                    <a:pt x="192887" y="261899"/>
                  </a:lnTo>
                  <a:close/>
                </a:path>
                <a:path w="404495" h="721360">
                  <a:moveTo>
                    <a:pt x="193382" y="145173"/>
                  </a:moveTo>
                  <a:lnTo>
                    <a:pt x="186791" y="138061"/>
                  </a:lnTo>
                  <a:lnTo>
                    <a:pt x="177431" y="148170"/>
                  </a:lnTo>
                  <a:lnTo>
                    <a:pt x="184010" y="155270"/>
                  </a:lnTo>
                  <a:lnTo>
                    <a:pt x="188264" y="150685"/>
                  </a:lnTo>
                  <a:lnTo>
                    <a:pt x="193382" y="145173"/>
                  </a:lnTo>
                  <a:close/>
                </a:path>
                <a:path w="404495" h="721360">
                  <a:moveTo>
                    <a:pt x="202730" y="222326"/>
                  </a:moveTo>
                  <a:lnTo>
                    <a:pt x="188823" y="219303"/>
                  </a:lnTo>
                  <a:lnTo>
                    <a:pt x="188772" y="232943"/>
                  </a:lnTo>
                  <a:lnTo>
                    <a:pt x="196735" y="231216"/>
                  </a:lnTo>
                  <a:lnTo>
                    <a:pt x="202730" y="229908"/>
                  </a:lnTo>
                  <a:lnTo>
                    <a:pt x="202730" y="222326"/>
                  </a:lnTo>
                  <a:close/>
                </a:path>
                <a:path w="404495" h="721360">
                  <a:moveTo>
                    <a:pt x="211734" y="464223"/>
                  </a:moveTo>
                  <a:lnTo>
                    <a:pt x="196583" y="464223"/>
                  </a:lnTo>
                  <a:lnTo>
                    <a:pt x="196570" y="476923"/>
                  </a:lnTo>
                  <a:lnTo>
                    <a:pt x="204152" y="476923"/>
                  </a:lnTo>
                  <a:lnTo>
                    <a:pt x="211721" y="476923"/>
                  </a:lnTo>
                  <a:lnTo>
                    <a:pt x="211734" y="464223"/>
                  </a:lnTo>
                  <a:close/>
                </a:path>
                <a:path w="404495" h="721360">
                  <a:moveTo>
                    <a:pt x="212839" y="639635"/>
                  </a:moveTo>
                  <a:lnTo>
                    <a:pt x="198945" y="639635"/>
                  </a:lnTo>
                  <a:lnTo>
                    <a:pt x="198932" y="651268"/>
                  </a:lnTo>
                  <a:lnTo>
                    <a:pt x="205892" y="651268"/>
                  </a:lnTo>
                  <a:lnTo>
                    <a:pt x="212839" y="651268"/>
                  </a:lnTo>
                  <a:lnTo>
                    <a:pt x="212839" y="639635"/>
                  </a:lnTo>
                  <a:close/>
                </a:path>
                <a:path w="404495" h="721360">
                  <a:moveTo>
                    <a:pt x="215633" y="597865"/>
                  </a:moveTo>
                  <a:lnTo>
                    <a:pt x="215214" y="596404"/>
                  </a:lnTo>
                  <a:lnTo>
                    <a:pt x="215074" y="595528"/>
                  </a:lnTo>
                  <a:lnTo>
                    <a:pt x="215011" y="595693"/>
                  </a:lnTo>
                  <a:lnTo>
                    <a:pt x="214185" y="592810"/>
                  </a:lnTo>
                  <a:lnTo>
                    <a:pt x="210045" y="590080"/>
                  </a:lnTo>
                  <a:lnTo>
                    <a:pt x="204939" y="592074"/>
                  </a:lnTo>
                  <a:lnTo>
                    <a:pt x="202984" y="594093"/>
                  </a:lnTo>
                  <a:lnTo>
                    <a:pt x="202158" y="596950"/>
                  </a:lnTo>
                  <a:lnTo>
                    <a:pt x="204063" y="602742"/>
                  </a:lnTo>
                  <a:lnTo>
                    <a:pt x="206209" y="604621"/>
                  </a:lnTo>
                  <a:lnTo>
                    <a:pt x="212788" y="604926"/>
                  </a:lnTo>
                  <a:lnTo>
                    <a:pt x="214185" y="603224"/>
                  </a:lnTo>
                  <a:lnTo>
                    <a:pt x="215341" y="601827"/>
                  </a:lnTo>
                  <a:lnTo>
                    <a:pt x="215404" y="598271"/>
                  </a:lnTo>
                  <a:lnTo>
                    <a:pt x="215633" y="597865"/>
                  </a:lnTo>
                  <a:close/>
                </a:path>
                <a:path w="404495" h="721360">
                  <a:moveTo>
                    <a:pt x="215709" y="329463"/>
                  </a:moveTo>
                  <a:lnTo>
                    <a:pt x="206552" y="329463"/>
                  </a:lnTo>
                  <a:lnTo>
                    <a:pt x="206540" y="337134"/>
                  </a:lnTo>
                  <a:lnTo>
                    <a:pt x="211124" y="337134"/>
                  </a:lnTo>
                  <a:lnTo>
                    <a:pt x="215696" y="337134"/>
                  </a:lnTo>
                  <a:lnTo>
                    <a:pt x="215709" y="329463"/>
                  </a:lnTo>
                  <a:close/>
                </a:path>
                <a:path w="404495" h="721360">
                  <a:moveTo>
                    <a:pt x="217449" y="296875"/>
                  </a:moveTo>
                  <a:lnTo>
                    <a:pt x="215290" y="293598"/>
                  </a:lnTo>
                  <a:lnTo>
                    <a:pt x="214007" y="293154"/>
                  </a:lnTo>
                  <a:lnTo>
                    <a:pt x="205765" y="292938"/>
                  </a:lnTo>
                  <a:lnTo>
                    <a:pt x="205752" y="302209"/>
                  </a:lnTo>
                  <a:lnTo>
                    <a:pt x="211124" y="302069"/>
                  </a:lnTo>
                  <a:lnTo>
                    <a:pt x="213956" y="301993"/>
                  </a:lnTo>
                  <a:lnTo>
                    <a:pt x="215277" y="301561"/>
                  </a:lnTo>
                  <a:lnTo>
                    <a:pt x="217449" y="298272"/>
                  </a:lnTo>
                  <a:lnTo>
                    <a:pt x="217449" y="296875"/>
                  </a:lnTo>
                  <a:close/>
                </a:path>
                <a:path w="404495" h="721360">
                  <a:moveTo>
                    <a:pt x="228727" y="533768"/>
                  </a:moveTo>
                  <a:lnTo>
                    <a:pt x="226377" y="525449"/>
                  </a:lnTo>
                  <a:lnTo>
                    <a:pt x="221234" y="525919"/>
                  </a:lnTo>
                  <a:lnTo>
                    <a:pt x="211924" y="528891"/>
                  </a:lnTo>
                  <a:lnTo>
                    <a:pt x="214934" y="540042"/>
                  </a:lnTo>
                  <a:lnTo>
                    <a:pt x="221081" y="537552"/>
                  </a:lnTo>
                  <a:lnTo>
                    <a:pt x="223888" y="536409"/>
                  </a:lnTo>
                  <a:lnTo>
                    <a:pt x="228727" y="533768"/>
                  </a:lnTo>
                  <a:close/>
                </a:path>
                <a:path w="404495" h="721360">
                  <a:moveTo>
                    <a:pt x="231076" y="373405"/>
                  </a:moveTo>
                  <a:lnTo>
                    <a:pt x="219075" y="373405"/>
                  </a:lnTo>
                  <a:lnTo>
                    <a:pt x="219075" y="383451"/>
                  </a:lnTo>
                  <a:lnTo>
                    <a:pt x="225069" y="383451"/>
                  </a:lnTo>
                  <a:lnTo>
                    <a:pt x="231076" y="383451"/>
                  </a:lnTo>
                  <a:lnTo>
                    <a:pt x="231076" y="373405"/>
                  </a:lnTo>
                  <a:close/>
                </a:path>
                <a:path w="404495" h="721360">
                  <a:moveTo>
                    <a:pt x="232829" y="257390"/>
                  </a:moveTo>
                  <a:lnTo>
                    <a:pt x="227457" y="251599"/>
                  </a:lnTo>
                  <a:lnTo>
                    <a:pt x="222097" y="254482"/>
                  </a:lnTo>
                  <a:lnTo>
                    <a:pt x="221030" y="255054"/>
                  </a:lnTo>
                  <a:lnTo>
                    <a:pt x="217741" y="260083"/>
                  </a:lnTo>
                  <a:lnTo>
                    <a:pt x="220027" y="265430"/>
                  </a:lnTo>
                  <a:lnTo>
                    <a:pt x="224955" y="267893"/>
                  </a:lnTo>
                  <a:lnTo>
                    <a:pt x="229616" y="264312"/>
                  </a:lnTo>
                  <a:lnTo>
                    <a:pt x="232829" y="257390"/>
                  </a:lnTo>
                  <a:close/>
                </a:path>
                <a:path w="404495" h="721360">
                  <a:moveTo>
                    <a:pt x="242798" y="567004"/>
                  </a:moveTo>
                  <a:lnTo>
                    <a:pt x="240334" y="560527"/>
                  </a:lnTo>
                  <a:lnTo>
                    <a:pt x="230746" y="560527"/>
                  </a:lnTo>
                  <a:lnTo>
                    <a:pt x="228269" y="567016"/>
                  </a:lnTo>
                  <a:lnTo>
                    <a:pt x="231635" y="570674"/>
                  </a:lnTo>
                  <a:lnTo>
                    <a:pt x="234124" y="573392"/>
                  </a:lnTo>
                  <a:lnTo>
                    <a:pt x="236943" y="573405"/>
                  </a:lnTo>
                  <a:lnTo>
                    <a:pt x="242798" y="567004"/>
                  </a:lnTo>
                  <a:close/>
                </a:path>
                <a:path w="404495" h="721360">
                  <a:moveTo>
                    <a:pt x="244589" y="343573"/>
                  </a:moveTo>
                  <a:lnTo>
                    <a:pt x="240423" y="343560"/>
                  </a:lnTo>
                  <a:lnTo>
                    <a:pt x="240423" y="346468"/>
                  </a:lnTo>
                  <a:lnTo>
                    <a:pt x="240423" y="348678"/>
                  </a:lnTo>
                  <a:lnTo>
                    <a:pt x="240461" y="349008"/>
                  </a:lnTo>
                  <a:lnTo>
                    <a:pt x="241896" y="351751"/>
                  </a:lnTo>
                  <a:lnTo>
                    <a:pt x="243116" y="351751"/>
                  </a:lnTo>
                  <a:lnTo>
                    <a:pt x="244551" y="349008"/>
                  </a:lnTo>
                  <a:lnTo>
                    <a:pt x="244589" y="348678"/>
                  </a:lnTo>
                  <a:lnTo>
                    <a:pt x="244589" y="343573"/>
                  </a:lnTo>
                  <a:close/>
                </a:path>
                <a:path w="404495" h="721360">
                  <a:moveTo>
                    <a:pt x="248183" y="312039"/>
                  </a:moveTo>
                  <a:lnTo>
                    <a:pt x="233349" y="312039"/>
                  </a:lnTo>
                  <a:lnTo>
                    <a:pt x="233337" y="324472"/>
                  </a:lnTo>
                  <a:lnTo>
                    <a:pt x="240766" y="324472"/>
                  </a:lnTo>
                  <a:lnTo>
                    <a:pt x="248170" y="324472"/>
                  </a:lnTo>
                  <a:lnTo>
                    <a:pt x="248183" y="312039"/>
                  </a:lnTo>
                  <a:close/>
                </a:path>
                <a:path w="404495" h="721360">
                  <a:moveTo>
                    <a:pt x="248615" y="434403"/>
                  </a:moveTo>
                  <a:lnTo>
                    <a:pt x="244970" y="425970"/>
                  </a:lnTo>
                  <a:lnTo>
                    <a:pt x="233286" y="427418"/>
                  </a:lnTo>
                  <a:lnTo>
                    <a:pt x="229006" y="431888"/>
                  </a:lnTo>
                  <a:lnTo>
                    <a:pt x="232803" y="446430"/>
                  </a:lnTo>
                  <a:lnTo>
                    <a:pt x="244475" y="447205"/>
                  </a:lnTo>
                  <a:lnTo>
                    <a:pt x="245960" y="439445"/>
                  </a:lnTo>
                  <a:lnTo>
                    <a:pt x="246062" y="438873"/>
                  </a:lnTo>
                  <a:lnTo>
                    <a:pt x="246189" y="438658"/>
                  </a:lnTo>
                  <a:lnTo>
                    <a:pt x="248615" y="434403"/>
                  </a:lnTo>
                  <a:close/>
                </a:path>
                <a:path w="404495" h="721360">
                  <a:moveTo>
                    <a:pt x="262331" y="284403"/>
                  </a:moveTo>
                  <a:lnTo>
                    <a:pt x="252476" y="279819"/>
                  </a:lnTo>
                  <a:lnTo>
                    <a:pt x="248335" y="280695"/>
                  </a:lnTo>
                  <a:lnTo>
                    <a:pt x="247459" y="284810"/>
                  </a:lnTo>
                  <a:lnTo>
                    <a:pt x="245910" y="292074"/>
                  </a:lnTo>
                  <a:lnTo>
                    <a:pt x="251028" y="297319"/>
                  </a:lnTo>
                  <a:lnTo>
                    <a:pt x="260781" y="292887"/>
                  </a:lnTo>
                  <a:lnTo>
                    <a:pt x="262331" y="284403"/>
                  </a:lnTo>
                  <a:close/>
                </a:path>
                <a:path w="404495" h="721360">
                  <a:moveTo>
                    <a:pt x="274370" y="539165"/>
                  </a:moveTo>
                  <a:lnTo>
                    <a:pt x="257619" y="539165"/>
                  </a:lnTo>
                  <a:lnTo>
                    <a:pt x="257606" y="553186"/>
                  </a:lnTo>
                  <a:lnTo>
                    <a:pt x="265988" y="553186"/>
                  </a:lnTo>
                  <a:lnTo>
                    <a:pt x="274358" y="553186"/>
                  </a:lnTo>
                  <a:lnTo>
                    <a:pt x="274370" y="539165"/>
                  </a:lnTo>
                  <a:close/>
                </a:path>
                <a:path w="404495" h="721360">
                  <a:moveTo>
                    <a:pt x="280111" y="362140"/>
                  </a:moveTo>
                  <a:lnTo>
                    <a:pt x="277723" y="356438"/>
                  </a:lnTo>
                  <a:lnTo>
                    <a:pt x="275742" y="354698"/>
                  </a:lnTo>
                  <a:lnTo>
                    <a:pt x="273862" y="353466"/>
                  </a:lnTo>
                  <a:lnTo>
                    <a:pt x="266077" y="349110"/>
                  </a:lnTo>
                  <a:lnTo>
                    <a:pt x="260388" y="355282"/>
                  </a:lnTo>
                  <a:lnTo>
                    <a:pt x="263220" y="361238"/>
                  </a:lnTo>
                  <a:lnTo>
                    <a:pt x="264375" y="363689"/>
                  </a:lnTo>
                  <a:lnTo>
                    <a:pt x="265518" y="365709"/>
                  </a:lnTo>
                  <a:lnTo>
                    <a:pt x="267131" y="367855"/>
                  </a:lnTo>
                  <a:lnTo>
                    <a:pt x="272415" y="370433"/>
                  </a:lnTo>
                  <a:lnTo>
                    <a:pt x="277533" y="367665"/>
                  </a:lnTo>
                  <a:lnTo>
                    <a:pt x="280111" y="362140"/>
                  </a:lnTo>
                  <a:close/>
                </a:path>
                <a:path w="404495" h="721360">
                  <a:moveTo>
                    <a:pt x="281635" y="582561"/>
                  </a:moveTo>
                  <a:lnTo>
                    <a:pt x="266166" y="582561"/>
                  </a:lnTo>
                  <a:lnTo>
                    <a:pt x="266141" y="595515"/>
                  </a:lnTo>
                  <a:lnTo>
                    <a:pt x="273888" y="595515"/>
                  </a:lnTo>
                  <a:lnTo>
                    <a:pt x="281622" y="595515"/>
                  </a:lnTo>
                  <a:lnTo>
                    <a:pt x="281635" y="582561"/>
                  </a:lnTo>
                  <a:close/>
                </a:path>
                <a:path w="404495" h="721360">
                  <a:moveTo>
                    <a:pt x="282067" y="489369"/>
                  </a:moveTo>
                  <a:lnTo>
                    <a:pt x="280022" y="483095"/>
                  </a:lnTo>
                  <a:lnTo>
                    <a:pt x="273888" y="480250"/>
                  </a:lnTo>
                  <a:lnTo>
                    <a:pt x="267766" y="483095"/>
                  </a:lnTo>
                  <a:lnTo>
                    <a:pt x="265722" y="489369"/>
                  </a:lnTo>
                  <a:lnTo>
                    <a:pt x="267754" y="495642"/>
                  </a:lnTo>
                  <a:lnTo>
                    <a:pt x="273888" y="498500"/>
                  </a:lnTo>
                  <a:lnTo>
                    <a:pt x="280022" y="495642"/>
                  </a:lnTo>
                  <a:lnTo>
                    <a:pt x="282067" y="489369"/>
                  </a:lnTo>
                  <a:close/>
                </a:path>
                <a:path w="404495" h="721360">
                  <a:moveTo>
                    <a:pt x="282651" y="632282"/>
                  </a:moveTo>
                  <a:lnTo>
                    <a:pt x="280466" y="625563"/>
                  </a:lnTo>
                  <a:lnTo>
                    <a:pt x="273888" y="622503"/>
                  </a:lnTo>
                  <a:lnTo>
                    <a:pt x="267322" y="625563"/>
                  </a:lnTo>
                  <a:lnTo>
                    <a:pt x="265125" y="632282"/>
                  </a:lnTo>
                  <a:lnTo>
                    <a:pt x="267309" y="639013"/>
                  </a:lnTo>
                  <a:lnTo>
                    <a:pt x="273888" y="642073"/>
                  </a:lnTo>
                  <a:lnTo>
                    <a:pt x="280454" y="639013"/>
                  </a:lnTo>
                  <a:lnTo>
                    <a:pt x="282651" y="632282"/>
                  </a:lnTo>
                  <a:close/>
                </a:path>
                <a:path w="404495" h="721360">
                  <a:moveTo>
                    <a:pt x="293014" y="678649"/>
                  </a:moveTo>
                  <a:lnTo>
                    <a:pt x="286689" y="671830"/>
                  </a:lnTo>
                  <a:lnTo>
                    <a:pt x="281571" y="676046"/>
                  </a:lnTo>
                  <a:lnTo>
                    <a:pt x="278993" y="680847"/>
                  </a:lnTo>
                  <a:lnTo>
                    <a:pt x="280657" y="685177"/>
                  </a:lnTo>
                  <a:lnTo>
                    <a:pt x="284657" y="686968"/>
                  </a:lnTo>
                  <a:lnTo>
                    <a:pt x="289115" y="684174"/>
                  </a:lnTo>
                  <a:lnTo>
                    <a:pt x="293014" y="678649"/>
                  </a:lnTo>
                  <a:close/>
                </a:path>
                <a:path w="404495" h="721360">
                  <a:moveTo>
                    <a:pt x="297116" y="512051"/>
                  </a:moveTo>
                  <a:lnTo>
                    <a:pt x="290931" y="510362"/>
                  </a:lnTo>
                  <a:lnTo>
                    <a:pt x="289483" y="514616"/>
                  </a:lnTo>
                  <a:lnTo>
                    <a:pt x="288505" y="517486"/>
                  </a:lnTo>
                  <a:lnTo>
                    <a:pt x="287718" y="518972"/>
                  </a:lnTo>
                  <a:lnTo>
                    <a:pt x="289331" y="523227"/>
                  </a:lnTo>
                  <a:lnTo>
                    <a:pt x="290690" y="524103"/>
                  </a:lnTo>
                  <a:lnTo>
                    <a:pt x="294754" y="521538"/>
                  </a:lnTo>
                  <a:lnTo>
                    <a:pt x="294944" y="519772"/>
                  </a:lnTo>
                  <a:lnTo>
                    <a:pt x="297116" y="512051"/>
                  </a:lnTo>
                  <a:close/>
                </a:path>
                <a:path w="404495" h="721360">
                  <a:moveTo>
                    <a:pt x="307568" y="499973"/>
                  </a:moveTo>
                  <a:lnTo>
                    <a:pt x="307060" y="493471"/>
                  </a:lnTo>
                  <a:lnTo>
                    <a:pt x="303326" y="491324"/>
                  </a:lnTo>
                  <a:lnTo>
                    <a:pt x="298373" y="496658"/>
                  </a:lnTo>
                  <a:lnTo>
                    <a:pt x="300355" y="500697"/>
                  </a:lnTo>
                  <a:lnTo>
                    <a:pt x="303530" y="500989"/>
                  </a:lnTo>
                  <a:lnTo>
                    <a:pt x="306387" y="501256"/>
                  </a:lnTo>
                  <a:lnTo>
                    <a:pt x="307568" y="499973"/>
                  </a:lnTo>
                  <a:close/>
                </a:path>
                <a:path w="404495" h="721360">
                  <a:moveTo>
                    <a:pt x="316306" y="554926"/>
                  </a:moveTo>
                  <a:lnTo>
                    <a:pt x="312496" y="550799"/>
                  </a:lnTo>
                  <a:lnTo>
                    <a:pt x="308216" y="552843"/>
                  </a:lnTo>
                  <a:lnTo>
                    <a:pt x="304609" y="554570"/>
                  </a:lnTo>
                  <a:lnTo>
                    <a:pt x="304165" y="558406"/>
                  </a:lnTo>
                  <a:lnTo>
                    <a:pt x="305752" y="561581"/>
                  </a:lnTo>
                  <a:lnTo>
                    <a:pt x="306336" y="562190"/>
                  </a:lnTo>
                  <a:lnTo>
                    <a:pt x="309283" y="563918"/>
                  </a:lnTo>
                  <a:lnTo>
                    <a:pt x="312826" y="563448"/>
                  </a:lnTo>
                  <a:lnTo>
                    <a:pt x="316306" y="554926"/>
                  </a:lnTo>
                  <a:close/>
                </a:path>
                <a:path w="404495" h="721360">
                  <a:moveTo>
                    <a:pt x="324599" y="667283"/>
                  </a:moveTo>
                  <a:lnTo>
                    <a:pt x="313867" y="667283"/>
                  </a:lnTo>
                  <a:lnTo>
                    <a:pt x="313855" y="676275"/>
                  </a:lnTo>
                  <a:lnTo>
                    <a:pt x="319227" y="676275"/>
                  </a:lnTo>
                  <a:lnTo>
                    <a:pt x="324586" y="676275"/>
                  </a:lnTo>
                  <a:lnTo>
                    <a:pt x="324599" y="667283"/>
                  </a:lnTo>
                  <a:close/>
                </a:path>
                <a:path w="404495" h="721360">
                  <a:moveTo>
                    <a:pt x="325462" y="537540"/>
                  </a:moveTo>
                  <a:lnTo>
                    <a:pt x="322554" y="532358"/>
                  </a:lnTo>
                  <a:lnTo>
                    <a:pt x="315315" y="531317"/>
                  </a:lnTo>
                  <a:lnTo>
                    <a:pt x="312788" y="534073"/>
                  </a:lnTo>
                  <a:lnTo>
                    <a:pt x="313067" y="536384"/>
                  </a:lnTo>
                  <a:lnTo>
                    <a:pt x="313740" y="541845"/>
                  </a:lnTo>
                  <a:lnTo>
                    <a:pt x="318528" y="545020"/>
                  </a:lnTo>
                  <a:lnTo>
                    <a:pt x="325462" y="537540"/>
                  </a:lnTo>
                  <a:close/>
                </a:path>
                <a:path w="404495" h="721360">
                  <a:moveTo>
                    <a:pt x="354545" y="708812"/>
                  </a:moveTo>
                  <a:lnTo>
                    <a:pt x="339712" y="708812"/>
                  </a:lnTo>
                  <a:lnTo>
                    <a:pt x="339699" y="721245"/>
                  </a:lnTo>
                  <a:lnTo>
                    <a:pt x="347116" y="721245"/>
                  </a:lnTo>
                  <a:lnTo>
                    <a:pt x="354533" y="721245"/>
                  </a:lnTo>
                  <a:lnTo>
                    <a:pt x="354545" y="708812"/>
                  </a:lnTo>
                  <a:close/>
                </a:path>
                <a:path w="404495" h="721360">
                  <a:moveTo>
                    <a:pt x="363181" y="583399"/>
                  </a:moveTo>
                  <a:lnTo>
                    <a:pt x="361340" y="577761"/>
                  </a:lnTo>
                  <a:lnTo>
                    <a:pt x="355841" y="575195"/>
                  </a:lnTo>
                  <a:lnTo>
                    <a:pt x="350329" y="577761"/>
                  </a:lnTo>
                  <a:lnTo>
                    <a:pt x="348488" y="583399"/>
                  </a:lnTo>
                  <a:lnTo>
                    <a:pt x="350329" y="589026"/>
                  </a:lnTo>
                  <a:lnTo>
                    <a:pt x="355841" y="591591"/>
                  </a:lnTo>
                  <a:lnTo>
                    <a:pt x="361340" y="589026"/>
                  </a:lnTo>
                  <a:lnTo>
                    <a:pt x="363181" y="583399"/>
                  </a:lnTo>
                  <a:close/>
                </a:path>
                <a:path w="404495" h="721360">
                  <a:moveTo>
                    <a:pt x="390880" y="697953"/>
                  </a:moveTo>
                  <a:lnTo>
                    <a:pt x="390537" y="697953"/>
                  </a:lnTo>
                  <a:lnTo>
                    <a:pt x="390537" y="698246"/>
                  </a:lnTo>
                  <a:lnTo>
                    <a:pt x="390702" y="698246"/>
                  </a:lnTo>
                  <a:lnTo>
                    <a:pt x="390880" y="698246"/>
                  </a:lnTo>
                  <a:lnTo>
                    <a:pt x="390880" y="697953"/>
                  </a:lnTo>
                  <a:close/>
                </a:path>
                <a:path w="404495" h="721360">
                  <a:moveTo>
                    <a:pt x="404177" y="707478"/>
                  </a:moveTo>
                  <a:lnTo>
                    <a:pt x="399605" y="711466"/>
                  </a:lnTo>
                  <a:lnTo>
                    <a:pt x="398221" y="712673"/>
                  </a:lnTo>
                  <a:lnTo>
                    <a:pt x="398221" y="713613"/>
                  </a:lnTo>
                  <a:lnTo>
                    <a:pt x="404164" y="718807"/>
                  </a:lnTo>
                  <a:lnTo>
                    <a:pt x="404177" y="707478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305757" y="3542785"/>
              <a:ext cx="456565" cy="763905"/>
            </a:xfrm>
            <a:custGeom>
              <a:avLst/>
              <a:gdLst/>
              <a:ahLst/>
              <a:cxnLst/>
              <a:rect l="l" t="t" r="r" b="b"/>
              <a:pathLst>
                <a:path w="456564" h="763904">
                  <a:moveTo>
                    <a:pt x="5219" y="761682"/>
                  </a:moveTo>
                  <a:lnTo>
                    <a:pt x="4267" y="761631"/>
                  </a:lnTo>
                  <a:lnTo>
                    <a:pt x="3098" y="761453"/>
                  </a:lnTo>
                  <a:lnTo>
                    <a:pt x="1930" y="761504"/>
                  </a:lnTo>
                  <a:lnTo>
                    <a:pt x="774" y="761771"/>
                  </a:lnTo>
                  <a:lnTo>
                    <a:pt x="0" y="761873"/>
                  </a:lnTo>
                  <a:lnTo>
                    <a:pt x="0" y="762977"/>
                  </a:lnTo>
                  <a:lnTo>
                    <a:pt x="774" y="763079"/>
                  </a:lnTo>
                  <a:lnTo>
                    <a:pt x="1930" y="763346"/>
                  </a:lnTo>
                  <a:lnTo>
                    <a:pt x="3098" y="763384"/>
                  </a:lnTo>
                  <a:lnTo>
                    <a:pt x="4267" y="763219"/>
                  </a:lnTo>
                  <a:lnTo>
                    <a:pt x="5207" y="763168"/>
                  </a:lnTo>
                  <a:lnTo>
                    <a:pt x="5219" y="761682"/>
                  </a:lnTo>
                  <a:close/>
                </a:path>
                <a:path w="456564" h="763904">
                  <a:moveTo>
                    <a:pt x="28676" y="759091"/>
                  </a:moveTo>
                  <a:lnTo>
                    <a:pt x="25196" y="759091"/>
                  </a:lnTo>
                  <a:lnTo>
                    <a:pt x="25196" y="762000"/>
                  </a:lnTo>
                  <a:lnTo>
                    <a:pt x="26936" y="762000"/>
                  </a:lnTo>
                  <a:lnTo>
                    <a:pt x="28676" y="762000"/>
                  </a:lnTo>
                  <a:lnTo>
                    <a:pt x="28676" y="759091"/>
                  </a:lnTo>
                  <a:close/>
                </a:path>
                <a:path w="456564" h="763904">
                  <a:moveTo>
                    <a:pt x="57823" y="709993"/>
                  </a:moveTo>
                  <a:lnTo>
                    <a:pt x="44869" y="709993"/>
                  </a:lnTo>
                  <a:lnTo>
                    <a:pt x="44856" y="720839"/>
                  </a:lnTo>
                  <a:lnTo>
                    <a:pt x="51346" y="720839"/>
                  </a:lnTo>
                  <a:lnTo>
                    <a:pt x="57810" y="720839"/>
                  </a:lnTo>
                  <a:lnTo>
                    <a:pt x="57823" y="709993"/>
                  </a:lnTo>
                  <a:close/>
                </a:path>
                <a:path w="456564" h="763904">
                  <a:moveTo>
                    <a:pt x="58889" y="616762"/>
                  </a:moveTo>
                  <a:lnTo>
                    <a:pt x="45567" y="616762"/>
                  </a:lnTo>
                  <a:lnTo>
                    <a:pt x="45542" y="627913"/>
                  </a:lnTo>
                  <a:lnTo>
                    <a:pt x="52209" y="627913"/>
                  </a:lnTo>
                  <a:lnTo>
                    <a:pt x="58864" y="627913"/>
                  </a:lnTo>
                  <a:lnTo>
                    <a:pt x="58889" y="616762"/>
                  </a:lnTo>
                  <a:close/>
                </a:path>
                <a:path w="456564" h="763904">
                  <a:moveTo>
                    <a:pt x="64477" y="680491"/>
                  </a:moveTo>
                  <a:lnTo>
                    <a:pt x="60807" y="677811"/>
                  </a:lnTo>
                  <a:lnTo>
                    <a:pt x="59182" y="677989"/>
                  </a:lnTo>
                  <a:lnTo>
                    <a:pt x="52311" y="677989"/>
                  </a:lnTo>
                  <a:lnTo>
                    <a:pt x="52298" y="685139"/>
                  </a:lnTo>
                  <a:lnTo>
                    <a:pt x="56578" y="685139"/>
                  </a:lnTo>
                  <a:lnTo>
                    <a:pt x="59220" y="685139"/>
                  </a:lnTo>
                  <a:lnTo>
                    <a:pt x="60794" y="685330"/>
                  </a:lnTo>
                  <a:lnTo>
                    <a:pt x="64477" y="682637"/>
                  </a:lnTo>
                  <a:lnTo>
                    <a:pt x="64477" y="680491"/>
                  </a:lnTo>
                  <a:close/>
                </a:path>
                <a:path w="456564" h="763904">
                  <a:moveTo>
                    <a:pt x="95656" y="618744"/>
                  </a:moveTo>
                  <a:lnTo>
                    <a:pt x="90639" y="617689"/>
                  </a:lnTo>
                  <a:lnTo>
                    <a:pt x="86842" y="616902"/>
                  </a:lnTo>
                  <a:lnTo>
                    <a:pt x="84277" y="622376"/>
                  </a:lnTo>
                  <a:lnTo>
                    <a:pt x="92494" y="627646"/>
                  </a:lnTo>
                  <a:lnTo>
                    <a:pt x="95656" y="618744"/>
                  </a:lnTo>
                  <a:close/>
                </a:path>
                <a:path w="456564" h="763904">
                  <a:moveTo>
                    <a:pt x="99834" y="572160"/>
                  </a:moveTo>
                  <a:lnTo>
                    <a:pt x="90043" y="572160"/>
                  </a:lnTo>
                  <a:lnTo>
                    <a:pt x="90030" y="580364"/>
                  </a:lnTo>
                  <a:lnTo>
                    <a:pt x="94932" y="580364"/>
                  </a:lnTo>
                  <a:lnTo>
                    <a:pt x="99822" y="580364"/>
                  </a:lnTo>
                  <a:lnTo>
                    <a:pt x="99834" y="572160"/>
                  </a:lnTo>
                  <a:close/>
                </a:path>
                <a:path w="456564" h="763904">
                  <a:moveTo>
                    <a:pt x="100609" y="660958"/>
                  </a:moveTo>
                  <a:lnTo>
                    <a:pt x="93662" y="660044"/>
                  </a:lnTo>
                  <a:lnTo>
                    <a:pt x="93764" y="664654"/>
                  </a:lnTo>
                  <a:lnTo>
                    <a:pt x="93827" y="667943"/>
                  </a:lnTo>
                  <a:lnTo>
                    <a:pt x="95618" y="670852"/>
                  </a:lnTo>
                  <a:lnTo>
                    <a:pt x="99758" y="669874"/>
                  </a:lnTo>
                  <a:lnTo>
                    <a:pt x="100406" y="668705"/>
                  </a:lnTo>
                  <a:lnTo>
                    <a:pt x="99885" y="667169"/>
                  </a:lnTo>
                  <a:lnTo>
                    <a:pt x="99377" y="666191"/>
                  </a:lnTo>
                  <a:lnTo>
                    <a:pt x="100609" y="660958"/>
                  </a:lnTo>
                  <a:close/>
                </a:path>
                <a:path w="456564" h="763904">
                  <a:moveTo>
                    <a:pt x="104902" y="723163"/>
                  </a:moveTo>
                  <a:lnTo>
                    <a:pt x="91948" y="723163"/>
                  </a:lnTo>
                  <a:lnTo>
                    <a:pt x="91935" y="733996"/>
                  </a:lnTo>
                  <a:lnTo>
                    <a:pt x="98412" y="733996"/>
                  </a:lnTo>
                  <a:lnTo>
                    <a:pt x="104889" y="733996"/>
                  </a:lnTo>
                  <a:lnTo>
                    <a:pt x="104902" y="723163"/>
                  </a:lnTo>
                  <a:close/>
                </a:path>
                <a:path w="456564" h="763904">
                  <a:moveTo>
                    <a:pt x="106984" y="745832"/>
                  </a:moveTo>
                  <a:lnTo>
                    <a:pt x="106794" y="744270"/>
                  </a:lnTo>
                  <a:lnTo>
                    <a:pt x="103759" y="743788"/>
                  </a:lnTo>
                  <a:lnTo>
                    <a:pt x="102171" y="743953"/>
                  </a:lnTo>
                  <a:lnTo>
                    <a:pt x="95110" y="744829"/>
                  </a:lnTo>
                  <a:lnTo>
                    <a:pt x="97688" y="752627"/>
                  </a:lnTo>
                  <a:lnTo>
                    <a:pt x="101650" y="750125"/>
                  </a:lnTo>
                  <a:lnTo>
                    <a:pt x="103428" y="748995"/>
                  </a:lnTo>
                  <a:lnTo>
                    <a:pt x="104902" y="748093"/>
                  </a:lnTo>
                  <a:lnTo>
                    <a:pt x="106984" y="745832"/>
                  </a:lnTo>
                  <a:close/>
                </a:path>
                <a:path w="456564" h="763904">
                  <a:moveTo>
                    <a:pt x="113804" y="691553"/>
                  </a:moveTo>
                  <a:lnTo>
                    <a:pt x="112090" y="687501"/>
                  </a:lnTo>
                  <a:lnTo>
                    <a:pt x="108343" y="685660"/>
                  </a:lnTo>
                  <a:lnTo>
                    <a:pt x="103771" y="687349"/>
                  </a:lnTo>
                  <a:lnTo>
                    <a:pt x="102806" y="688174"/>
                  </a:lnTo>
                  <a:lnTo>
                    <a:pt x="100838" y="692823"/>
                  </a:lnTo>
                  <a:lnTo>
                    <a:pt x="102946" y="697357"/>
                  </a:lnTo>
                  <a:lnTo>
                    <a:pt x="107162" y="699643"/>
                  </a:lnTo>
                  <a:lnTo>
                    <a:pt x="111467" y="697522"/>
                  </a:lnTo>
                  <a:lnTo>
                    <a:pt x="112242" y="696480"/>
                  </a:lnTo>
                  <a:lnTo>
                    <a:pt x="113804" y="691553"/>
                  </a:lnTo>
                  <a:close/>
                </a:path>
                <a:path w="456564" h="763904">
                  <a:moveTo>
                    <a:pt x="138811" y="630440"/>
                  </a:moveTo>
                  <a:lnTo>
                    <a:pt x="137515" y="624420"/>
                  </a:lnTo>
                  <a:lnTo>
                    <a:pt x="129057" y="624420"/>
                  </a:lnTo>
                  <a:lnTo>
                    <a:pt x="127749" y="630440"/>
                  </a:lnTo>
                  <a:lnTo>
                    <a:pt x="131191" y="632790"/>
                  </a:lnTo>
                  <a:lnTo>
                    <a:pt x="132715" y="633844"/>
                  </a:lnTo>
                  <a:lnTo>
                    <a:pt x="133870" y="633844"/>
                  </a:lnTo>
                  <a:lnTo>
                    <a:pt x="138811" y="630440"/>
                  </a:lnTo>
                  <a:close/>
                </a:path>
                <a:path w="456564" h="763904">
                  <a:moveTo>
                    <a:pt x="143789" y="582701"/>
                  </a:moveTo>
                  <a:lnTo>
                    <a:pt x="139585" y="578269"/>
                  </a:lnTo>
                  <a:lnTo>
                    <a:pt x="131737" y="580085"/>
                  </a:lnTo>
                  <a:lnTo>
                    <a:pt x="129311" y="584377"/>
                  </a:lnTo>
                  <a:lnTo>
                    <a:pt x="132384" y="592632"/>
                  </a:lnTo>
                  <a:lnTo>
                    <a:pt x="136499" y="593204"/>
                  </a:lnTo>
                  <a:lnTo>
                    <a:pt x="138785" y="589876"/>
                  </a:lnTo>
                  <a:lnTo>
                    <a:pt x="139560" y="588746"/>
                  </a:lnTo>
                  <a:lnTo>
                    <a:pt x="140474" y="587743"/>
                  </a:lnTo>
                  <a:lnTo>
                    <a:pt x="143789" y="582701"/>
                  </a:lnTo>
                  <a:close/>
                </a:path>
                <a:path w="456564" h="763904">
                  <a:moveTo>
                    <a:pt x="152755" y="667956"/>
                  </a:moveTo>
                  <a:lnTo>
                    <a:pt x="138239" y="667956"/>
                  </a:lnTo>
                  <a:lnTo>
                    <a:pt x="138226" y="680123"/>
                  </a:lnTo>
                  <a:lnTo>
                    <a:pt x="145491" y="680123"/>
                  </a:lnTo>
                  <a:lnTo>
                    <a:pt x="152755" y="680123"/>
                  </a:lnTo>
                  <a:lnTo>
                    <a:pt x="152755" y="667956"/>
                  </a:lnTo>
                  <a:close/>
                </a:path>
                <a:path w="456564" h="763904">
                  <a:moveTo>
                    <a:pt x="154266" y="749122"/>
                  </a:moveTo>
                  <a:lnTo>
                    <a:pt x="153822" y="746963"/>
                  </a:lnTo>
                  <a:lnTo>
                    <a:pt x="153847" y="746010"/>
                  </a:lnTo>
                  <a:lnTo>
                    <a:pt x="153835" y="745464"/>
                  </a:lnTo>
                  <a:lnTo>
                    <a:pt x="152882" y="744486"/>
                  </a:lnTo>
                  <a:lnTo>
                    <a:pt x="152196" y="744448"/>
                  </a:lnTo>
                  <a:lnTo>
                    <a:pt x="151904" y="744258"/>
                  </a:lnTo>
                  <a:lnTo>
                    <a:pt x="150672" y="743699"/>
                  </a:lnTo>
                  <a:lnTo>
                    <a:pt x="151053" y="743254"/>
                  </a:lnTo>
                  <a:lnTo>
                    <a:pt x="153187" y="740778"/>
                  </a:lnTo>
                  <a:lnTo>
                    <a:pt x="148323" y="735939"/>
                  </a:lnTo>
                  <a:lnTo>
                    <a:pt x="138315" y="744385"/>
                  </a:lnTo>
                  <a:lnTo>
                    <a:pt x="138264" y="744613"/>
                  </a:lnTo>
                  <a:lnTo>
                    <a:pt x="143611" y="753770"/>
                  </a:lnTo>
                  <a:lnTo>
                    <a:pt x="153212" y="752094"/>
                  </a:lnTo>
                  <a:lnTo>
                    <a:pt x="154266" y="749122"/>
                  </a:lnTo>
                  <a:close/>
                </a:path>
                <a:path w="456564" h="763904">
                  <a:moveTo>
                    <a:pt x="163258" y="639991"/>
                  </a:moveTo>
                  <a:lnTo>
                    <a:pt x="163093" y="639953"/>
                  </a:lnTo>
                  <a:lnTo>
                    <a:pt x="163258" y="639991"/>
                  </a:lnTo>
                  <a:close/>
                </a:path>
                <a:path w="456564" h="763904">
                  <a:moveTo>
                    <a:pt x="166306" y="641146"/>
                  </a:moveTo>
                  <a:lnTo>
                    <a:pt x="163207" y="640003"/>
                  </a:lnTo>
                  <a:lnTo>
                    <a:pt x="158826" y="640207"/>
                  </a:lnTo>
                  <a:lnTo>
                    <a:pt x="158826" y="643953"/>
                  </a:lnTo>
                  <a:lnTo>
                    <a:pt x="163207" y="644156"/>
                  </a:lnTo>
                  <a:lnTo>
                    <a:pt x="166306" y="643013"/>
                  </a:lnTo>
                  <a:lnTo>
                    <a:pt x="166306" y="641146"/>
                  </a:lnTo>
                  <a:close/>
                </a:path>
                <a:path w="456564" h="763904">
                  <a:moveTo>
                    <a:pt x="169913" y="706132"/>
                  </a:moveTo>
                  <a:lnTo>
                    <a:pt x="162750" y="703656"/>
                  </a:lnTo>
                  <a:lnTo>
                    <a:pt x="157429" y="704646"/>
                  </a:lnTo>
                  <a:lnTo>
                    <a:pt x="155638" y="709777"/>
                  </a:lnTo>
                  <a:lnTo>
                    <a:pt x="157416" y="714908"/>
                  </a:lnTo>
                  <a:lnTo>
                    <a:pt x="162750" y="715886"/>
                  </a:lnTo>
                  <a:lnTo>
                    <a:pt x="169849" y="713435"/>
                  </a:lnTo>
                  <a:lnTo>
                    <a:pt x="169913" y="706132"/>
                  </a:lnTo>
                  <a:close/>
                </a:path>
                <a:path w="456564" h="763904">
                  <a:moveTo>
                    <a:pt x="184124" y="584136"/>
                  </a:moveTo>
                  <a:lnTo>
                    <a:pt x="182270" y="578256"/>
                  </a:lnTo>
                  <a:lnTo>
                    <a:pt x="176720" y="575170"/>
                  </a:lnTo>
                  <a:lnTo>
                    <a:pt x="176212" y="575132"/>
                  </a:lnTo>
                  <a:lnTo>
                    <a:pt x="170649" y="577253"/>
                  </a:lnTo>
                  <a:lnTo>
                    <a:pt x="168808" y="582815"/>
                  </a:lnTo>
                  <a:lnTo>
                    <a:pt x="170662" y="588708"/>
                  </a:lnTo>
                  <a:lnTo>
                    <a:pt x="176212" y="591794"/>
                  </a:lnTo>
                  <a:lnTo>
                    <a:pt x="176720" y="591832"/>
                  </a:lnTo>
                  <a:lnTo>
                    <a:pt x="182283" y="589711"/>
                  </a:lnTo>
                  <a:lnTo>
                    <a:pt x="184124" y="584136"/>
                  </a:lnTo>
                  <a:close/>
                </a:path>
                <a:path w="456564" h="763904">
                  <a:moveTo>
                    <a:pt x="189103" y="391045"/>
                  </a:moveTo>
                  <a:lnTo>
                    <a:pt x="187134" y="385013"/>
                  </a:lnTo>
                  <a:lnTo>
                    <a:pt x="181241" y="382270"/>
                  </a:lnTo>
                  <a:lnTo>
                    <a:pt x="175348" y="385013"/>
                  </a:lnTo>
                  <a:lnTo>
                    <a:pt x="173380" y="391045"/>
                  </a:lnTo>
                  <a:lnTo>
                    <a:pt x="175336" y="397078"/>
                  </a:lnTo>
                  <a:lnTo>
                    <a:pt x="181241" y="399821"/>
                  </a:lnTo>
                  <a:lnTo>
                    <a:pt x="187134" y="397078"/>
                  </a:lnTo>
                  <a:lnTo>
                    <a:pt x="189103" y="391045"/>
                  </a:lnTo>
                  <a:close/>
                </a:path>
                <a:path w="456564" h="763904">
                  <a:moveTo>
                    <a:pt x="200761" y="367690"/>
                  </a:moveTo>
                  <a:lnTo>
                    <a:pt x="191338" y="367690"/>
                  </a:lnTo>
                  <a:lnTo>
                    <a:pt x="193941" y="372630"/>
                  </a:lnTo>
                  <a:lnTo>
                    <a:pt x="195275" y="375170"/>
                  </a:lnTo>
                  <a:lnTo>
                    <a:pt x="196850" y="375170"/>
                  </a:lnTo>
                  <a:lnTo>
                    <a:pt x="200761" y="367690"/>
                  </a:lnTo>
                  <a:close/>
                </a:path>
                <a:path w="456564" h="763904">
                  <a:moveTo>
                    <a:pt x="202374" y="331927"/>
                  </a:moveTo>
                  <a:lnTo>
                    <a:pt x="201396" y="329603"/>
                  </a:lnTo>
                  <a:lnTo>
                    <a:pt x="196430" y="328574"/>
                  </a:lnTo>
                  <a:lnTo>
                    <a:pt x="194792" y="330314"/>
                  </a:lnTo>
                  <a:lnTo>
                    <a:pt x="195199" y="332587"/>
                  </a:lnTo>
                  <a:lnTo>
                    <a:pt x="195757" y="335686"/>
                  </a:lnTo>
                  <a:lnTo>
                    <a:pt x="197916" y="336727"/>
                  </a:lnTo>
                  <a:lnTo>
                    <a:pt x="199580" y="336283"/>
                  </a:lnTo>
                  <a:lnTo>
                    <a:pt x="200939" y="335902"/>
                  </a:lnTo>
                  <a:lnTo>
                    <a:pt x="201599" y="335191"/>
                  </a:lnTo>
                  <a:lnTo>
                    <a:pt x="202374" y="331927"/>
                  </a:lnTo>
                  <a:close/>
                </a:path>
                <a:path w="456564" h="763904">
                  <a:moveTo>
                    <a:pt x="213156" y="640702"/>
                  </a:moveTo>
                  <a:lnTo>
                    <a:pt x="196405" y="640702"/>
                  </a:lnTo>
                  <a:lnTo>
                    <a:pt x="196392" y="654723"/>
                  </a:lnTo>
                  <a:lnTo>
                    <a:pt x="204774" y="654723"/>
                  </a:lnTo>
                  <a:lnTo>
                    <a:pt x="213144" y="654723"/>
                  </a:lnTo>
                  <a:lnTo>
                    <a:pt x="213156" y="640702"/>
                  </a:lnTo>
                  <a:close/>
                </a:path>
                <a:path w="456564" h="763904">
                  <a:moveTo>
                    <a:pt x="216471" y="747166"/>
                  </a:moveTo>
                  <a:lnTo>
                    <a:pt x="204990" y="738936"/>
                  </a:lnTo>
                  <a:lnTo>
                    <a:pt x="199847" y="749935"/>
                  </a:lnTo>
                  <a:lnTo>
                    <a:pt x="206870" y="752665"/>
                  </a:lnTo>
                  <a:lnTo>
                    <a:pt x="213893" y="755370"/>
                  </a:lnTo>
                  <a:lnTo>
                    <a:pt x="216471" y="747166"/>
                  </a:lnTo>
                  <a:close/>
                </a:path>
                <a:path w="456564" h="763904">
                  <a:moveTo>
                    <a:pt x="227723" y="105143"/>
                  </a:moveTo>
                  <a:lnTo>
                    <a:pt x="220192" y="105143"/>
                  </a:lnTo>
                  <a:lnTo>
                    <a:pt x="222262" y="109105"/>
                  </a:lnTo>
                  <a:lnTo>
                    <a:pt x="223405" y="111290"/>
                  </a:lnTo>
                  <a:lnTo>
                    <a:pt x="224497" y="111290"/>
                  </a:lnTo>
                  <a:lnTo>
                    <a:pt x="227723" y="105143"/>
                  </a:lnTo>
                  <a:close/>
                </a:path>
                <a:path w="456564" h="763904">
                  <a:moveTo>
                    <a:pt x="228384" y="702310"/>
                  </a:moveTo>
                  <a:lnTo>
                    <a:pt x="219532" y="702310"/>
                  </a:lnTo>
                  <a:lnTo>
                    <a:pt x="219519" y="709714"/>
                  </a:lnTo>
                  <a:lnTo>
                    <a:pt x="223951" y="709714"/>
                  </a:lnTo>
                  <a:lnTo>
                    <a:pt x="228371" y="709714"/>
                  </a:lnTo>
                  <a:lnTo>
                    <a:pt x="228384" y="702310"/>
                  </a:lnTo>
                  <a:close/>
                </a:path>
                <a:path w="456564" h="763904">
                  <a:moveTo>
                    <a:pt x="231533" y="725995"/>
                  </a:moveTo>
                  <a:lnTo>
                    <a:pt x="216382" y="725995"/>
                  </a:lnTo>
                  <a:lnTo>
                    <a:pt x="216369" y="738682"/>
                  </a:lnTo>
                  <a:lnTo>
                    <a:pt x="223951" y="738682"/>
                  </a:lnTo>
                  <a:lnTo>
                    <a:pt x="231521" y="738682"/>
                  </a:lnTo>
                  <a:lnTo>
                    <a:pt x="231533" y="725995"/>
                  </a:lnTo>
                  <a:close/>
                </a:path>
                <a:path w="456564" h="763904">
                  <a:moveTo>
                    <a:pt x="237832" y="110705"/>
                  </a:moveTo>
                  <a:lnTo>
                    <a:pt x="237515" y="109651"/>
                  </a:lnTo>
                  <a:lnTo>
                    <a:pt x="233908" y="105892"/>
                  </a:lnTo>
                  <a:lnTo>
                    <a:pt x="230682" y="109372"/>
                  </a:lnTo>
                  <a:lnTo>
                    <a:pt x="232765" y="111696"/>
                  </a:lnTo>
                  <a:lnTo>
                    <a:pt x="234175" y="113258"/>
                  </a:lnTo>
                  <a:lnTo>
                    <a:pt x="235153" y="113601"/>
                  </a:lnTo>
                  <a:lnTo>
                    <a:pt x="236931" y="112903"/>
                  </a:lnTo>
                  <a:lnTo>
                    <a:pt x="237172" y="112649"/>
                  </a:lnTo>
                  <a:lnTo>
                    <a:pt x="237832" y="110705"/>
                  </a:lnTo>
                  <a:close/>
                </a:path>
                <a:path w="456564" h="763904">
                  <a:moveTo>
                    <a:pt x="240652" y="604621"/>
                  </a:moveTo>
                  <a:lnTo>
                    <a:pt x="238125" y="600722"/>
                  </a:lnTo>
                  <a:lnTo>
                    <a:pt x="238125" y="605840"/>
                  </a:lnTo>
                  <a:lnTo>
                    <a:pt x="237959" y="605840"/>
                  </a:lnTo>
                  <a:lnTo>
                    <a:pt x="237756" y="605840"/>
                  </a:lnTo>
                  <a:lnTo>
                    <a:pt x="237756" y="611136"/>
                  </a:lnTo>
                  <a:lnTo>
                    <a:pt x="236956" y="612965"/>
                  </a:lnTo>
                  <a:lnTo>
                    <a:pt x="237756" y="611136"/>
                  </a:lnTo>
                  <a:lnTo>
                    <a:pt x="237756" y="605840"/>
                  </a:lnTo>
                  <a:lnTo>
                    <a:pt x="237718" y="605701"/>
                  </a:lnTo>
                  <a:lnTo>
                    <a:pt x="237909" y="605701"/>
                  </a:lnTo>
                  <a:lnTo>
                    <a:pt x="238086" y="605701"/>
                  </a:lnTo>
                  <a:lnTo>
                    <a:pt x="238125" y="605840"/>
                  </a:lnTo>
                  <a:lnTo>
                    <a:pt x="238125" y="600722"/>
                  </a:lnTo>
                  <a:lnTo>
                    <a:pt x="237058" y="599059"/>
                  </a:lnTo>
                  <a:lnTo>
                    <a:pt x="235432" y="596544"/>
                  </a:lnTo>
                  <a:lnTo>
                    <a:pt x="230924" y="593775"/>
                  </a:lnTo>
                  <a:lnTo>
                    <a:pt x="223062" y="596544"/>
                  </a:lnTo>
                  <a:lnTo>
                    <a:pt x="221030" y="598309"/>
                  </a:lnTo>
                  <a:lnTo>
                    <a:pt x="215722" y="606856"/>
                  </a:lnTo>
                  <a:lnTo>
                    <a:pt x="218795" y="616915"/>
                  </a:lnTo>
                  <a:lnTo>
                    <a:pt x="229870" y="618566"/>
                  </a:lnTo>
                  <a:lnTo>
                    <a:pt x="233133" y="617893"/>
                  </a:lnTo>
                  <a:lnTo>
                    <a:pt x="234873" y="615950"/>
                  </a:lnTo>
                  <a:lnTo>
                    <a:pt x="236359" y="614299"/>
                  </a:lnTo>
                  <a:lnTo>
                    <a:pt x="236816" y="613232"/>
                  </a:lnTo>
                  <a:lnTo>
                    <a:pt x="239420" y="610235"/>
                  </a:lnTo>
                  <a:lnTo>
                    <a:pt x="240652" y="604621"/>
                  </a:lnTo>
                  <a:close/>
                </a:path>
                <a:path w="456564" h="763904">
                  <a:moveTo>
                    <a:pt x="242760" y="550341"/>
                  </a:moveTo>
                  <a:lnTo>
                    <a:pt x="235877" y="547954"/>
                  </a:lnTo>
                  <a:lnTo>
                    <a:pt x="230886" y="548894"/>
                  </a:lnTo>
                  <a:lnTo>
                    <a:pt x="229222" y="553707"/>
                  </a:lnTo>
                  <a:lnTo>
                    <a:pt x="230873" y="558507"/>
                  </a:lnTo>
                  <a:lnTo>
                    <a:pt x="235877" y="559435"/>
                  </a:lnTo>
                  <a:lnTo>
                    <a:pt x="242684" y="557072"/>
                  </a:lnTo>
                  <a:lnTo>
                    <a:pt x="242760" y="550341"/>
                  </a:lnTo>
                  <a:close/>
                </a:path>
                <a:path w="456564" h="763904">
                  <a:moveTo>
                    <a:pt x="247078" y="88239"/>
                  </a:moveTo>
                  <a:lnTo>
                    <a:pt x="235712" y="88239"/>
                  </a:lnTo>
                  <a:lnTo>
                    <a:pt x="235699" y="97751"/>
                  </a:lnTo>
                  <a:lnTo>
                    <a:pt x="241388" y="97751"/>
                  </a:lnTo>
                  <a:lnTo>
                    <a:pt x="247065" y="97751"/>
                  </a:lnTo>
                  <a:lnTo>
                    <a:pt x="247078" y="88239"/>
                  </a:lnTo>
                  <a:close/>
                </a:path>
                <a:path w="456564" h="763904">
                  <a:moveTo>
                    <a:pt x="251625" y="640537"/>
                  </a:moveTo>
                  <a:lnTo>
                    <a:pt x="244792" y="637451"/>
                  </a:lnTo>
                  <a:lnTo>
                    <a:pt x="239166" y="638225"/>
                  </a:lnTo>
                  <a:lnTo>
                    <a:pt x="237286" y="643966"/>
                  </a:lnTo>
                  <a:lnTo>
                    <a:pt x="239153" y="649706"/>
                  </a:lnTo>
                  <a:lnTo>
                    <a:pt x="244792" y="650455"/>
                  </a:lnTo>
                  <a:lnTo>
                    <a:pt x="251612" y="647382"/>
                  </a:lnTo>
                  <a:lnTo>
                    <a:pt x="251625" y="640537"/>
                  </a:lnTo>
                  <a:close/>
                </a:path>
                <a:path w="456564" h="763904">
                  <a:moveTo>
                    <a:pt x="252641" y="571"/>
                  </a:moveTo>
                  <a:lnTo>
                    <a:pt x="252107" y="0"/>
                  </a:lnTo>
                  <a:lnTo>
                    <a:pt x="250278" y="914"/>
                  </a:lnTo>
                  <a:lnTo>
                    <a:pt x="249097" y="3009"/>
                  </a:lnTo>
                  <a:lnTo>
                    <a:pt x="249847" y="3822"/>
                  </a:lnTo>
                  <a:lnTo>
                    <a:pt x="251790" y="2565"/>
                  </a:lnTo>
                  <a:lnTo>
                    <a:pt x="252641" y="571"/>
                  </a:lnTo>
                  <a:close/>
                </a:path>
                <a:path w="456564" h="763904">
                  <a:moveTo>
                    <a:pt x="253580" y="20942"/>
                  </a:moveTo>
                  <a:lnTo>
                    <a:pt x="243154" y="20942"/>
                  </a:lnTo>
                  <a:lnTo>
                    <a:pt x="243154" y="29667"/>
                  </a:lnTo>
                  <a:lnTo>
                    <a:pt x="248361" y="29667"/>
                  </a:lnTo>
                  <a:lnTo>
                    <a:pt x="253568" y="29667"/>
                  </a:lnTo>
                  <a:lnTo>
                    <a:pt x="253580" y="20942"/>
                  </a:lnTo>
                  <a:close/>
                </a:path>
                <a:path w="456564" h="763904">
                  <a:moveTo>
                    <a:pt x="258457" y="693902"/>
                  </a:moveTo>
                  <a:lnTo>
                    <a:pt x="256743" y="689457"/>
                  </a:lnTo>
                  <a:lnTo>
                    <a:pt x="255841" y="688555"/>
                  </a:lnTo>
                  <a:lnTo>
                    <a:pt x="251650" y="686841"/>
                  </a:lnTo>
                  <a:lnTo>
                    <a:pt x="247992" y="688695"/>
                  </a:lnTo>
                  <a:lnTo>
                    <a:pt x="246265" y="692632"/>
                  </a:lnTo>
                  <a:lnTo>
                    <a:pt x="247865" y="697153"/>
                  </a:lnTo>
                  <a:lnTo>
                    <a:pt x="248704" y="698119"/>
                  </a:lnTo>
                  <a:lnTo>
                    <a:pt x="252818" y="699973"/>
                  </a:lnTo>
                  <a:lnTo>
                    <a:pt x="256603" y="697979"/>
                  </a:lnTo>
                  <a:lnTo>
                    <a:pt x="258457" y="693902"/>
                  </a:lnTo>
                  <a:close/>
                </a:path>
                <a:path w="456564" h="763904">
                  <a:moveTo>
                    <a:pt x="262788" y="61074"/>
                  </a:moveTo>
                  <a:lnTo>
                    <a:pt x="259245" y="58915"/>
                  </a:lnTo>
                  <a:lnTo>
                    <a:pt x="254723" y="58788"/>
                  </a:lnTo>
                  <a:lnTo>
                    <a:pt x="253225" y="62903"/>
                  </a:lnTo>
                  <a:lnTo>
                    <a:pt x="254723" y="67030"/>
                  </a:lnTo>
                  <a:lnTo>
                    <a:pt x="259245" y="66903"/>
                  </a:lnTo>
                  <a:lnTo>
                    <a:pt x="262788" y="64744"/>
                  </a:lnTo>
                  <a:lnTo>
                    <a:pt x="262788" y="61074"/>
                  </a:lnTo>
                  <a:close/>
                </a:path>
                <a:path w="456564" h="763904">
                  <a:moveTo>
                    <a:pt x="263461" y="531101"/>
                  </a:moveTo>
                  <a:lnTo>
                    <a:pt x="262763" y="528320"/>
                  </a:lnTo>
                  <a:lnTo>
                    <a:pt x="261543" y="523430"/>
                  </a:lnTo>
                  <a:lnTo>
                    <a:pt x="250609" y="522224"/>
                  </a:lnTo>
                  <a:lnTo>
                    <a:pt x="246837" y="527075"/>
                  </a:lnTo>
                  <a:lnTo>
                    <a:pt x="247383" y="535012"/>
                  </a:lnTo>
                  <a:lnTo>
                    <a:pt x="249174" y="538619"/>
                  </a:lnTo>
                  <a:lnTo>
                    <a:pt x="257416" y="540181"/>
                  </a:lnTo>
                  <a:lnTo>
                    <a:pt x="260464" y="537362"/>
                  </a:lnTo>
                  <a:lnTo>
                    <a:pt x="260692" y="535533"/>
                  </a:lnTo>
                  <a:lnTo>
                    <a:pt x="260997" y="533031"/>
                  </a:lnTo>
                  <a:lnTo>
                    <a:pt x="263461" y="531101"/>
                  </a:lnTo>
                  <a:close/>
                </a:path>
                <a:path w="456564" h="763904">
                  <a:moveTo>
                    <a:pt x="266750" y="39547"/>
                  </a:moveTo>
                  <a:lnTo>
                    <a:pt x="264858" y="39547"/>
                  </a:lnTo>
                  <a:lnTo>
                    <a:pt x="264845" y="41135"/>
                  </a:lnTo>
                  <a:lnTo>
                    <a:pt x="265798" y="41135"/>
                  </a:lnTo>
                  <a:lnTo>
                    <a:pt x="266738" y="41135"/>
                  </a:lnTo>
                  <a:lnTo>
                    <a:pt x="266750" y="39547"/>
                  </a:lnTo>
                  <a:close/>
                </a:path>
                <a:path w="456564" h="763904">
                  <a:moveTo>
                    <a:pt x="298754" y="749477"/>
                  </a:moveTo>
                  <a:lnTo>
                    <a:pt x="293789" y="743559"/>
                  </a:lnTo>
                  <a:lnTo>
                    <a:pt x="289801" y="745705"/>
                  </a:lnTo>
                  <a:lnTo>
                    <a:pt x="286702" y="747382"/>
                  </a:lnTo>
                  <a:lnTo>
                    <a:pt x="286575" y="751192"/>
                  </a:lnTo>
                  <a:lnTo>
                    <a:pt x="290029" y="755091"/>
                  </a:lnTo>
                  <a:lnTo>
                    <a:pt x="292747" y="755294"/>
                  </a:lnTo>
                  <a:lnTo>
                    <a:pt x="294005" y="753643"/>
                  </a:lnTo>
                  <a:lnTo>
                    <a:pt x="294220" y="753287"/>
                  </a:lnTo>
                  <a:lnTo>
                    <a:pt x="294513" y="752983"/>
                  </a:lnTo>
                  <a:lnTo>
                    <a:pt x="294843" y="752767"/>
                  </a:lnTo>
                  <a:lnTo>
                    <a:pt x="298754" y="749477"/>
                  </a:lnTo>
                  <a:close/>
                </a:path>
                <a:path w="456564" h="763904">
                  <a:moveTo>
                    <a:pt x="346900" y="707542"/>
                  </a:moveTo>
                  <a:lnTo>
                    <a:pt x="343242" y="697941"/>
                  </a:lnTo>
                  <a:lnTo>
                    <a:pt x="338251" y="695617"/>
                  </a:lnTo>
                  <a:lnTo>
                    <a:pt x="331127" y="703300"/>
                  </a:lnTo>
                  <a:lnTo>
                    <a:pt x="333286" y="708685"/>
                  </a:lnTo>
                  <a:lnTo>
                    <a:pt x="337400" y="710501"/>
                  </a:lnTo>
                  <a:lnTo>
                    <a:pt x="342188" y="712635"/>
                  </a:lnTo>
                  <a:lnTo>
                    <a:pt x="346900" y="707542"/>
                  </a:lnTo>
                  <a:close/>
                </a:path>
                <a:path w="456564" h="763904">
                  <a:moveTo>
                    <a:pt x="348272" y="756539"/>
                  </a:moveTo>
                  <a:lnTo>
                    <a:pt x="344474" y="748296"/>
                  </a:lnTo>
                  <a:lnTo>
                    <a:pt x="343611" y="747115"/>
                  </a:lnTo>
                  <a:lnTo>
                    <a:pt x="342303" y="745718"/>
                  </a:lnTo>
                  <a:lnTo>
                    <a:pt x="337096" y="743483"/>
                  </a:lnTo>
                  <a:lnTo>
                    <a:pt x="332422" y="745896"/>
                  </a:lnTo>
                  <a:lnTo>
                    <a:pt x="330187" y="750938"/>
                  </a:lnTo>
                  <a:lnTo>
                    <a:pt x="332257" y="756564"/>
                  </a:lnTo>
                  <a:lnTo>
                    <a:pt x="333552" y="757961"/>
                  </a:lnTo>
                  <a:lnTo>
                    <a:pt x="334645" y="758901"/>
                  </a:lnTo>
                  <a:lnTo>
                    <a:pt x="342277" y="762990"/>
                  </a:lnTo>
                  <a:lnTo>
                    <a:pt x="348272" y="756539"/>
                  </a:lnTo>
                  <a:close/>
                </a:path>
                <a:path w="456564" h="763904">
                  <a:moveTo>
                    <a:pt x="353148" y="666711"/>
                  </a:moveTo>
                  <a:lnTo>
                    <a:pt x="350075" y="659091"/>
                  </a:lnTo>
                  <a:lnTo>
                    <a:pt x="345211" y="655154"/>
                  </a:lnTo>
                  <a:lnTo>
                    <a:pt x="339775" y="657936"/>
                  </a:lnTo>
                  <a:lnTo>
                    <a:pt x="337185" y="663790"/>
                  </a:lnTo>
                  <a:lnTo>
                    <a:pt x="340855" y="669036"/>
                  </a:lnTo>
                  <a:lnTo>
                    <a:pt x="347903" y="672338"/>
                  </a:lnTo>
                  <a:lnTo>
                    <a:pt x="353148" y="666711"/>
                  </a:lnTo>
                  <a:close/>
                </a:path>
                <a:path w="456564" h="763904">
                  <a:moveTo>
                    <a:pt x="429133" y="658749"/>
                  </a:moveTo>
                  <a:lnTo>
                    <a:pt x="419773" y="658749"/>
                  </a:lnTo>
                  <a:lnTo>
                    <a:pt x="422135" y="664235"/>
                  </a:lnTo>
                  <a:lnTo>
                    <a:pt x="423354" y="667092"/>
                  </a:lnTo>
                  <a:lnTo>
                    <a:pt x="425551" y="667092"/>
                  </a:lnTo>
                  <a:lnTo>
                    <a:pt x="429133" y="658749"/>
                  </a:lnTo>
                  <a:close/>
                </a:path>
                <a:path w="456564" h="763904">
                  <a:moveTo>
                    <a:pt x="444080" y="709295"/>
                  </a:moveTo>
                  <a:lnTo>
                    <a:pt x="441363" y="704672"/>
                  </a:lnTo>
                  <a:lnTo>
                    <a:pt x="436626" y="705891"/>
                  </a:lnTo>
                  <a:lnTo>
                    <a:pt x="436575" y="713676"/>
                  </a:lnTo>
                  <a:lnTo>
                    <a:pt x="441375" y="714844"/>
                  </a:lnTo>
                  <a:lnTo>
                    <a:pt x="443230" y="711708"/>
                  </a:lnTo>
                  <a:lnTo>
                    <a:pt x="444080" y="710247"/>
                  </a:lnTo>
                  <a:lnTo>
                    <a:pt x="444080" y="709295"/>
                  </a:lnTo>
                  <a:close/>
                </a:path>
                <a:path w="456564" h="763904">
                  <a:moveTo>
                    <a:pt x="456298" y="750570"/>
                  </a:moveTo>
                  <a:lnTo>
                    <a:pt x="441464" y="750570"/>
                  </a:lnTo>
                  <a:lnTo>
                    <a:pt x="441452" y="763003"/>
                  </a:lnTo>
                  <a:lnTo>
                    <a:pt x="448868" y="763003"/>
                  </a:lnTo>
                  <a:lnTo>
                    <a:pt x="456285" y="763003"/>
                  </a:lnTo>
                  <a:lnTo>
                    <a:pt x="456298" y="750570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/>
          <p:nvPr/>
        </p:nvSpPr>
        <p:spPr>
          <a:xfrm>
            <a:off x="3614926" y="4307617"/>
            <a:ext cx="50800" cy="164465"/>
          </a:xfrm>
          <a:custGeom>
            <a:avLst/>
            <a:gdLst/>
            <a:ahLst/>
            <a:cxnLst/>
            <a:rect l="l" t="t" r="r" b="b"/>
            <a:pathLst>
              <a:path w="50800" h="164464">
                <a:moveTo>
                  <a:pt x="50668" y="0"/>
                </a:moveTo>
                <a:lnTo>
                  <a:pt x="0" y="0"/>
                </a:lnTo>
                <a:lnTo>
                  <a:pt x="0" y="164005"/>
                </a:lnTo>
                <a:lnTo>
                  <a:pt x="50668" y="164005"/>
                </a:lnTo>
                <a:lnTo>
                  <a:pt x="50668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3384079" y="3600706"/>
            <a:ext cx="529590" cy="741045"/>
            <a:chOff x="3384079" y="3600706"/>
            <a:chExt cx="529590" cy="741045"/>
          </a:xfrm>
        </p:grpSpPr>
        <p:sp>
          <p:nvSpPr>
            <p:cNvPr id="119" name="object 119" descr=""/>
            <p:cNvSpPr/>
            <p:nvPr/>
          </p:nvSpPr>
          <p:spPr>
            <a:xfrm>
              <a:off x="3425349" y="3879650"/>
              <a:ext cx="442595" cy="350520"/>
            </a:xfrm>
            <a:custGeom>
              <a:avLst/>
              <a:gdLst/>
              <a:ahLst/>
              <a:cxnLst/>
              <a:rect l="l" t="t" r="r" b="b"/>
              <a:pathLst>
                <a:path w="442595" h="350520">
                  <a:moveTo>
                    <a:pt x="214914" y="0"/>
                  </a:moveTo>
                  <a:lnTo>
                    <a:pt x="0" y="350376"/>
                  </a:lnTo>
                  <a:lnTo>
                    <a:pt x="442038" y="350376"/>
                  </a:lnTo>
                  <a:lnTo>
                    <a:pt x="2149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640259" y="3879647"/>
              <a:ext cx="227329" cy="350520"/>
            </a:xfrm>
            <a:custGeom>
              <a:avLst/>
              <a:gdLst/>
              <a:ahLst/>
              <a:cxnLst/>
              <a:rect l="l" t="t" r="r" b="b"/>
              <a:pathLst>
                <a:path w="227329" h="350520">
                  <a:moveTo>
                    <a:pt x="0" y="0"/>
                  </a:moveTo>
                  <a:lnTo>
                    <a:pt x="0" y="350376"/>
                  </a:lnTo>
                  <a:lnTo>
                    <a:pt x="227123" y="350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384079" y="3990836"/>
              <a:ext cx="529590" cy="350520"/>
            </a:xfrm>
            <a:custGeom>
              <a:avLst/>
              <a:gdLst/>
              <a:ahLst/>
              <a:cxnLst/>
              <a:rect l="l" t="t" r="r" b="b"/>
              <a:pathLst>
                <a:path w="529589" h="350520">
                  <a:moveTo>
                    <a:pt x="257238" y="0"/>
                  </a:moveTo>
                  <a:lnTo>
                    <a:pt x="0" y="350376"/>
                  </a:lnTo>
                  <a:lnTo>
                    <a:pt x="529083" y="350376"/>
                  </a:lnTo>
                  <a:lnTo>
                    <a:pt x="25723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641313" y="3990834"/>
              <a:ext cx="272415" cy="350520"/>
            </a:xfrm>
            <a:custGeom>
              <a:avLst/>
              <a:gdLst/>
              <a:ahLst/>
              <a:cxnLst/>
              <a:rect l="l" t="t" r="r" b="b"/>
              <a:pathLst>
                <a:path w="272414" h="350520">
                  <a:moveTo>
                    <a:pt x="0" y="0"/>
                  </a:moveTo>
                  <a:lnTo>
                    <a:pt x="0" y="350376"/>
                  </a:lnTo>
                  <a:lnTo>
                    <a:pt x="271855" y="350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487953" y="3751171"/>
              <a:ext cx="318770" cy="304165"/>
            </a:xfrm>
            <a:custGeom>
              <a:avLst/>
              <a:gdLst/>
              <a:ahLst/>
              <a:cxnLst/>
              <a:rect l="l" t="t" r="r" b="b"/>
              <a:pathLst>
                <a:path w="318770" h="304164">
                  <a:moveTo>
                    <a:pt x="154979" y="0"/>
                  </a:moveTo>
                  <a:lnTo>
                    <a:pt x="0" y="303666"/>
                  </a:lnTo>
                  <a:lnTo>
                    <a:pt x="318765" y="303666"/>
                  </a:lnTo>
                  <a:lnTo>
                    <a:pt x="15497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642931" y="3751167"/>
              <a:ext cx="163830" cy="304165"/>
            </a:xfrm>
            <a:custGeom>
              <a:avLst/>
              <a:gdLst/>
              <a:ahLst/>
              <a:cxnLst/>
              <a:rect l="l" t="t" r="r" b="b"/>
              <a:pathLst>
                <a:path w="163829" h="304164">
                  <a:moveTo>
                    <a:pt x="0" y="0"/>
                  </a:moveTo>
                  <a:lnTo>
                    <a:pt x="0" y="303666"/>
                  </a:lnTo>
                  <a:lnTo>
                    <a:pt x="163785" y="303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564190" y="3600706"/>
              <a:ext cx="158750" cy="285115"/>
            </a:xfrm>
            <a:custGeom>
              <a:avLst/>
              <a:gdLst/>
              <a:ahLst/>
              <a:cxnLst/>
              <a:rect l="l" t="t" r="r" b="b"/>
              <a:pathLst>
                <a:path w="158750" h="285114">
                  <a:moveTo>
                    <a:pt x="76981" y="0"/>
                  </a:moveTo>
                  <a:lnTo>
                    <a:pt x="0" y="284933"/>
                  </a:lnTo>
                  <a:lnTo>
                    <a:pt x="158340" y="284933"/>
                  </a:lnTo>
                  <a:lnTo>
                    <a:pt x="7698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641173" y="3600709"/>
              <a:ext cx="81915" cy="285115"/>
            </a:xfrm>
            <a:custGeom>
              <a:avLst/>
              <a:gdLst/>
              <a:ahLst/>
              <a:cxnLst/>
              <a:rect l="l" t="t" r="r" b="b"/>
              <a:pathLst>
                <a:path w="81914" h="285114">
                  <a:moveTo>
                    <a:pt x="0" y="0"/>
                  </a:moveTo>
                  <a:lnTo>
                    <a:pt x="0" y="284933"/>
                  </a:lnTo>
                  <a:lnTo>
                    <a:pt x="81358" y="284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511664" y="3687031"/>
              <a:ext cx="361315" cy="644525"/>
            </a:xfrm>
            <a:custGeom>
              <a:avLst/>
              <a:gdLst/>
              <a:ahLst/>
              <a:cxnLst/>
              <a:rect l="l" t="t" r="r" b="b"/>
              <a:pathLst>
                <a:path w="361314" h="644525">
                  <a:moveTo>
                    <a:pt x="10414" y="447421"/>
                  </a:moveTo>
                  <a:lnTo>
                    <a:pt x="9931" y="446176"/>
                  </a:lnTo>
                  <a:lnTo>
                    <a:pt x="0" y="449897"/>
                  </a:lnTo>
                  <a:lnTo>
                    <a:pt x="774" y="451967"/>
                  </a:lnTo>
                  <a:lnTo>
                    <a:pt x="2095" y="451345"/>
                  </a:lnTo>
                  <a:lnTo>
                    <a:pt x="10414" y="447421"/>
                  </a:lnTo>
                  <a:close/>
                </a:path>
                <a:path w="361314" h="644525">
                  <a:moveTo>
                    <a:pt x="23647" y="404317"/>
                  </a:moveTo>
                  <a:lnTo>
                    <a:pt x="17157" y="404317"/>
                  </a:lnTo>
                  <a:lnTo>
                    <a:pt x="17157" y="409752"/>
                  </a:lnTo>
                  <a:lnTo>
                    <a:pt x="20396" y="409752"/>
                  </a:lnTo>
                  <a:lnTo>
                    <a:pt x="23647" y="409752"/>
                  </a:lnTo>
                  <a:lnTo>
                    <a:pt x="23647" y="404317"/>
                  </a:lnTo>
                  <a:close/>
                </a:path>
                <a:path w="361314" h="644525">
                  <a:moveTo>
                    <a:pt x="32994" y="328320"/>
                  </a:moveTo>
                  <a:lnTo>
                    <a:pt x="29603" y="328320"/>
                  </a:lnTo>
                  <a:lnTo>
                    <a:pt x="29603" y="331152"/>
                  </a:lnTo>
                  <a:lnTo>
                    <a:pt x="31305" y="331152"/>
                  </a:lnTo>
                  <a:lnTo>
                    <a:pt x="32994" y="331152"/>
                  </a:lnTo>
                  <a:lnTo>
                    <a:pt x="32994" y="328320"/>
                  </a:lnTo>
                  <a:close/>
                </a:path>
                <a:path w="361314" h="644525">
                  <a:moveTo>
                    <a:pt x="39331" y="288810"/>
                  </a:moveTo>
                  <a:lnTo>
                    <a:pt x="35737" y="288810"/>
                  </a:lnTo>
                  <a:lnTo>
                    <a:pt x="35890" y="291096"/>
                  </a:lnTo>
                  <a:lnTo>
                    <a:pt x="35991" y="292658"/>
                  </a:lnTo>
                  <a:lnTo>
                    <a:pt x="36068" y="293268"/>
                  </a:lnTo>
                  <a:lnTo>
                    <a:pt x="36614" y="296037"/>
                  </a:lnTo>
                  <a:lnTo>
                    <a:pt x="38455" y="296037"/>
                  </a:lnTo>
                  <a:lnTo>
                    <a:pt x="39001" y="293268"/>
                  </a:lnTo>
                  <a:lnTo>
                    <a:pt x="39077" y="292658"/>
                  </a:lnTo>
                  <a:lnTo>
                    <a:pt x="39331" y="288810"/>
                  </a:lnTo>
                  <a:close/>
                </a:path>
                <a:path w="361314" h="644525">
                  <a:moveTo>
                    <a:pt x="50558" y="443725"/>
                  </a:moveTo>
                  <a:lnTo>
                    <a:pt x="50241" y="442112"/>
                  </a:lnTo>
                  <a:lnTo>
                    <a:pt x="47053" y="441337"/>
                  </a:lnTo>
                  <a:lnTo>
                    <a:pt x="46164" y="441426"/>
                  </a:lnTo>
                  <a:lnTo>
                    <a:pt x="39077" y="443128"/>
                  </a:lnTo>
                  <a:lnTo>
                    <a:pt x="43027" y="452564"/>
                  </a:lnTo>
                  <a:lnTo>
                    <a:pt x="47726" y="448195"/>
                  </a:lnTo>
                  <a:lnTo>
                    <a:pt x="49136" y="446887"/>
                  </a:lnTo>
                  <a:lnTo>
                    <a:pt x="49314" y="446684"/>
                  </a:lnTo>
                  <a:lnTo>
                    <a:pt x="50558" y="443725"/>
                  </a:lnTo>
                  <a:close/>
                </a:path>
                <a:path w="361314" h="644525">
                  <a:moveTo>
                    <a:pt x="61010" y="316611"/>
                  </a:moveTo>
                  <a:lnTo>
                    <a:pt x="60782" y="316001"/>
                  </a:lnTo>
                  <a:lnTo>
                    <a:pt x="57632" y="311073"/>
                  </a:lnTo>
                  <a:lnTo>
                    <a:pt x="52920" y="316115"/>
                  </a:lnTo>
                  <a:lnTo>
                    <a:pt x="56464" y="318744"/>
                  </a:lnTo>
                  <a:lnTo>
                    <a:pt x="57518" y="319532"/>
                  </a:lnTo>
                  <a:lnTo>
                    <a:pt x="58077" y="319760"/>
                  </a:lnTo>
                  <a:lnTo>
                    <a:pt x="60236" y="319735"/>
                  </a:lnTo>
                  <a:lnTo>
                    <a:pt x="60985" y="318947"/>
                  </a:lnTo>
                  <a:lnTo>
                    <a:pt x="61010" y="316611"/>
                  </a:lnTo>
                  <a:close/>
                </a:path>
                <a:path w="361314" h="644525">
                  <a:moveTo>
                    <a:pt x="61074" y="357517"/>
                  </a:moveTo>
                  <a:lnTo>
                    <a:pt x="48742" y="352539"/>
                  </a:lnTo>
                  <a:lnTo>
                    <a:pt x="45783" y="363410"/>
                  </a:lnTo>
                  <a:lnTo>
                    <a:pt x="52031" y="365290"/>
                  </a:lnTo>
                  <a:lnTo>
                    <a:pt x="58813" y="367322"/>
                  </a:lnTo>
                  <a:lnTo>
                    <a:pt x="61074" y="357517"/>
                  </a:lnTo>
                  <a:close/>
                </a:path>
                <a:path w="361314" h="644525">
                  <a:moveTo>
                    <a:pt x="61607" y="247192"/>
                  </a:moveTo>
                  <a:lnTo>
                    <a:pt x="57099" y="247192"/>
                  </a:lnTo>
                  <a:lnTo>
                    <a:pt x="57086" y="250977"/>
                  </a:lnTo>
                  <a:lnTo>
                    <a:pt x="59347" y="250977"/>
                  </a:lnTo>
                  <a:lnTo>
                    <a:pt x="61595" y="250977"/>
                  </a:lnTo>
                  <a:lnTo>
                    <a:pt x="61607" y="247192"/>
                  </a:lnTo>
                  <a:close/>
                </a:path>
                <a:path w="361314" h="644525">
                  <a:moveTo>
                    <a:pt x="71894" y="399122"/>
                  </a:moveTo>
                  <a:lnTo>
                    <a:pt x="69888" y="394970"/>
                  </a:lnTo>
                  <a:lnTo>
                    <a:pt x="64389" y="394970"/>
                  </a:lnTo>
                  <a:lnTo>
                    <a:pt x="62395" y="399122"/>
                  </a:lnTo>
                  <a:lnTo>
                    <a:pt x="64731" y="401218"/>
                  </a:lnTo>
                  <a:lnTo>
                    <a:pt x="66560" y="402856"/>
                  </a:lnTo>
                  <a:lnTo>
                    <a:pt x="67703" y="402869"/>
                  </a:lnTo>
                  <a:lnTo>
                    <a:pt x="71894" y="399122"/>
                  </a:lnTo>
                  <a:close/>
                </a:path>
                <a:path w="361314" h="644525">
                  <a:moveTo>
                    <a:pt x="73050" y="228917"/>
                  </a:moveTo>
                  <a:lnTo>
                    <a:pt x="70408" y="220802"/>
                  </a:lnTo>
                  <a:lnTo>
                    <a:pt x="62458" y="217106"/>
                  </a:lnTo>
                  <a:lnTo>
                    <a:pt x="54533" y="220802"/>
                  </a:lnTo>
                  <a:lnTo>
                    <a:pt x="51879" y="228917"/>
                  </a:lnTo>
                  <a:lnTo>
                    <a:pt x="54521" y="237045"/>
                  </a:lnTo>
                  <a:lnTo>
                    <a:pt x="62458" y="240741"/>
                  </a:lnTo>
                  <a:lnTo>
                    <a:pt x="70396" y="237045"/>
                  </a:lnTo>
                  <a:lnTo>
                    <a:pt x="73050" y="228917"/>
                  </a:lnTo>
                  <a:close/>
                </a:path>
                <a:path w="361314" h="644525">
                  <a:moveTo>
                    <a:pt x="81965" y="172999"/>
                  </a:moveTo>
                  <a:lnTo>
                    <a:pt x="81851" y="170840"/>
                  </a:lnTo>
                  <a:lnTo>
                    <a:pt x="80010" y="166649"/>
                  </a:lnTo>
                  <a:lnTo>
                    <a:pt x="76377" y="166903"/>
                  </a:lnTo>
                  <a:lnTo>
                    <a:pt x="72402" y="169316"/>
                  </a:lnTo>
                  <a:lnTo>
                    <a:pt x="72009" y="172453"/>
                  </a:lnTo>
                  <a:lnTo>
                    <a:pt x="73647" y="174142"/>
                  </a:lnTo>
                  <a:lnTo>
                    <a:pt x="75920" y="176491"/>
                  </a:lnTo>
                  <a:lnTo>
                    <a:pt x="78244" y="176237"/>
                  </a:lnTo>
                  <a:lnTo>
                    <a:pt x="81965" y="172999"/>
                  </a:lnTo>
                  <a:close/>
                </a:path>
                <a:path w="361314" h="644525">
                  <a:moveTo>
                    <a:pt x="90754" y="217157"/>
                  </a:moveTo>
                  <a:lnTo>
                    <a:pt x="88747" y="210985"/>
                  </a:lnTo>
                  <a:lnTo>
                    <a:pt x="82715" y="208178"/>
                  </a:lnTo>
                  <a:lnTo>
                    <a:pt x="76682" y="210985"/>
                  </a:lnTo>
                  <a:lnTo>
                    <a:pt x="74676" y="217157"/>
                  </a:lnTo>
                  <a:lnTo>
                    <a:pt x="76682" y="223329"/>
                  </a:lnTo>
                  <a:lnTo>
                    <a:pt x="82715" y="226136"/>
                  </a:lnTo>
                  <a:lnTo>
                    <a:pt x="88747" y="223329"/>
                  </a:lnTo>
                  <a:lnTo>
                    <a:pt x="90754" y="217157"/>
                  </a:lnTo>
                  <a:close/>
                </a:path>
                <a:path w="361314" h="644525">
                  <a:moveTo>
                    <a:pt x="96393" y="135267"/>
                  </a:moveTo>
                  <a:lnTo>
                    <a:pt x="94386" y="123532"/>
                  </a:lnTo>
                  <a:lnTo>
                    <a:pt x="87376" y="122123"/>
                  </a:lnTo>
                  <a:lnTo>
                    <a:pt x="81432" y="125056"/>
                  </a:lnTo>
                  <a:lnTo>
                    <a:pt x="74523" y="131762"/>
                  </a:lnTo>
                  <a:lnTo>
                    <a:pt x="76771" y="141592"/>
                  </a:lnTo>
                  <a:lnTo>
                    <a:pt x="83134" y="142989"/>
                  </a:lnTo>
                  <a:lnTo>
                    <a:pt x="86029" y="143624"/>
                  </a:lnTo>
                  <a:lnTo>
                    <a:pt x="88938" y="143637"/>
                  </a:lnTo>
                  <a:lnTo>
                    <a:pt x="94945" y="138785"/>
                  </a:lnTo>
                  <a:lnTo>
                    <a:pt x="96393" y="135267"/>
                  </a:lnTo>
                  <a:close/>
                </a:path>
                <a:path w="361314" h="644525">
                  <a:moveTo>
                    <a:pt x="96989" y="225564"/>
                  </a:moveTo>
                  <a:lnTo>
                    <a:pt x="96723" y="222846"/>
                  </a:lnTo>
                  <a:lnTo>
                    <a:pt x="96151" y="222224"/>
                  </a:lnTo>
                  <a:lnTo>
                    <a:pt x="93573" y="221919"/>
                  </a:lnTo>
                  <a:lnTo>
                    <a:pt x="92913" y="222440"/>
                  </a:lnTo>
                  <a:lnTo>
                    <a:pt x="89916" y="226301"/>
                  </a:lnTo>
                  <a:lnTo>
                    <a:pt x="92938" y="229552"/>
                  </a:lnTo>
                  <a:lnTo>
                    <a:pt x="95326" y="227406"/>
                  </a:lnTo>
                  <a:lnTo>
                    <a:pt x="96520" y="226326"/>
                  </a:lnTo>
                  <a:lnTo>
                    <a:pt x="96989" y="225564"/>
                  </a:lnTo>
                  <a:close/>
                </a:path>
                <a:path w="361314" h="644525">
                  <a:moveTo>
                    <a:pt x="98056" y="175780"/>
                  </a:moveTo>
                  <a:lnTo>
                    <a:pt x="95008" y="172948"/>
                  </a:lnTo>
                  <a:lnTo>
                    <a:pt x="93840" y="172732"/>
                  </a:lnTo>
                  <a:lnTo>
                    <a:pt x="88061" y="174218"/>
                  </a:lnTo>
                  <a:lnTo>
                    <a:pt x="88061" y="179451"/>
                  </a:lnTo>
                  <a:lnTo>
                    <a:pt x="91186" y="180251"/>
                  </a:lnTo>
                  <a:lnTo>
                    <a:pt x="93802" y="180924"/>
                  </a:lnTo>
                  <a:lnTo>
                    <a:pt x="94983" y="180746"/>
                  </a:lnTo>
                  <a:lnTo>
                    <a:pt x="98056" y="177888"/>
                  </a:lnTo>
                  <a:lnTo>
                    <a:pt x="98056" y="175780"/>
                  </a:lnTo>
                  <a:close/>
                </a:path>
                <a:path w="361314" h="644525">
                  <a:moveTo>
                    <a:pt x="105321" y="453440"/>
                  </a:moveTo>
                  <a:lnTo>
                    <a:pt x="104089" y="452335"/>
                  </a:lnTo>
                  <a:lnTo>
                    <a:pt x="100368" y="450723"/>
                  </a:lnTo>
                  <a:lnTo>
                    <a:pt x="98298" y="452970"/>
                  </a:lnTo>
                  <a:lnTo>
                    <a:pt x="98983" y="454799"/>
                  </a:lnTo>
                  <a:lnTo>
                    <a:pt x="99771" y="456946"/>
                  </a:lnTo>
                  <a:lnTo>
                    <a:pt x="100825" y="458292"/>
                  </a:lnTo>
                  <a:lnTo>
                    <a:pt x="104190" y="457835"/>
                  </a:lnTo>
                  <a:lnTo>
                    <a:pt x="104902" y="457098"/>
                  </a:lnTo>
                  <a:lnTo>
                    <a:pt x="105321" y="453440"/>
                  </a:lnTo>
                  <a:close/>
                </a:path>
                <a:path w="361314" h="644525">
                  <a:moveTo>
                    <a:pt x="106006" y="331673"/>
                  </a:moveTo>
                  <a:lnTo>
                    <a:pt x="99415" y="322351"/>
                  </a:lnTo>
                  <a:lnTo>
                    <a:pt x="92964" y="329234"/>
                  </a:lnTo>
                  <a:lnTo>
                    <a:pt x="97917" y="333311"/>
                  </a:lnTo>
                  <a:lnTo>
                    <a:pt x="101650" y="336372"/>
                  </a:lnTo>
                  <a:lnTo>
                    <a:pt x="106006" y="331673"/>
                  </a:lnTo>
                  <a:close/>
                </a:path>
                <a:path w="361314" h="644525">
                  <a:moveTo>
                    <a:pt x="106083" y="118414"/>
                  </a:moveTo>
                  <a:lnTo>
                    <a:pt x="102971" y="118414"/>
                  </a:lnTo>
                  <a:lnTo>
                    <a:pt x="102971" y="121005"/>
                  </a:lnTo>
                  <a:lnTo>
                    <a:pt x="104521" y="121005"/>
                  </a:lnTo>
                  <a:lnTo>
                    <a:pt x="106083" y="121005"/>
                  </a:lnTo>
                  <a:lnTo>
                    <a:pt x="106083" y="118414"/>
                  </a:lnTo>
                  <a:close/>
                </a:path>
                <a:path w="361314" h="644525">
                  <a:moveTo>
                    <a:pt x="106489" y="402780"/>
                  </a:moveTo>
                  <a:lnTo>
                    <a:pt x="96329" y="402780"/>
                  </a:lnTo>
                  <a:lnTo>
                    <a:pt x="96316" y="411289"/>
                  </a:lnTo>
                  <a:lnTo>
                    <a:pt x="101409" y="411289"/>
                  </a:lnTo>
                  <a:lnTo>
                    <a:pt x="106489" y="411289"/>
                  </a:lnTo>
                  <a:lnTo>
                    <a:pt x="106489" y="402780"/>
                  </a:lnTo>
                  <a:close/>
                </a:path>
                <a:path w="361314" h="644525">
                  <a:moveTo>
                    <a:pt x="106616" y="79184"/>
                  </a:moveTo>
                  <a:lnTo>
                    <a:pt x="105930" y="76822"/>
                  </a:lnTo>
                  <a:lnTo>
                    <a:pt x="105638" y="75831"/>
                  </a:lnTo>
                  <a:lnTo>
                    <a:pt x="102984" y="72974"/>
                  </a:lnTo>
                  <a:lnTo>
                    <a:pt x="99910" y="74396"/>
                  </a:lnTo>
                  <a:lnTo>
                    <a:pt x="98590" y="77724"/>
                  </a:lnTo>
                  <a:lnTo>
                    <a:pt x="101231" y="80581"/>
                  </a:lnTo>
                  <a:lnTo>
                    <a:pt x="104343" y="81635"/>
                  </a:lnTo>
                  <a:lnTo>
                    <a:pt x="106616" y="79184"/>
                  </a:lnTo>
                  <a:close/>
                </a:path>
                <a:path w="361314" h="644525">
                  <a:moveTo>
                    <a:pt x="110451" y="557415"/>
                  </a:moveTo>
                  <a:lnTo>
                    <a:pt x="92379" y="557415"/>
                  </a:lnTo>
                  <a:lnTo>
                    <a:pt x="92379" y="572541"/>
                  </a:lnTo>
                  <a:lnTo>
                    <a:pt x="101409" y="572541"/>
                  </a:lnTo>
                  <a:lnTo>
                    <a:pt x="110439" y="572541"/>
                  </a:lnTo>
                  <a:lnTo>
                    <a:pt x="110451" y="557415"/>
                  </a:lnTo>
                  <a:close/>
                </a:path>
                <a:path w="361314" h="644525">
                  <a:moveTo>
                    <a:pt x="117627" y="373684"/>
                  </a:moveTo>
                  <a:lnTo>
                    <a:pt x="114211" y="370090"/>
                  </a:lnTo>
                  <a:lnTo>
                    <a:pt x="113385" y="369366"/>
                  </a:lnTo>
                  <a:lnTo>
                    <a:pt x="110020" y="367258"/>
                  </a:lnTo>
                  <a:lnTo>
                    <a:pt x="107873" y="368655"/>
                  </a:lnTo>
                  <a:lnTo>
                    <a:pt x="107022" y="370865"/>
                  </a:lnTo>
                  <a:lnTo>
                    <a:pt x="106565" y="371754"/>
                  </a:lnTo>
                  <a:lnTo>
                    <a:pt x="106324" y="372694"/>
                  </a:lnTo>
                  <a:lnTo>
                    <a:pt x="106286" y="373710"/>
                  </a:lnTo>
                  <a:lnTo>
                    <a:pt x="105841" y="376948"/>
                  </a:lnTo>
                  <a:lnTo>
                    <a:pt x="107619" y="381482"/>
                  </a:lnTo>
                  <a:lnTo>
                    <a:pt x="112433" y="380873"/>
                  </a:lnTo>
                  <a:lnTo>
                    <a:pt x="113245" y="380733"/>
                  </a:lnTo>
                  <a:lnTo>
                    <a:pt x="117144" y="378447"/>
                  </a:lnTo>
                  <a:lnTo>
                    <a:pt x="117627" y="373684"/>
                  </a:lnTo>
                  <a:close/>
                </a:path>
                <a:path w="361314" h="644525">
                  <a:moveTo>
                    <a:pt x="119214" y="1117"/>
                  </a:moveTo>
                  <a:lnTo>
                    <a:pt x="118732" y="1320"/>
                  </a:lnTo>
                  <a:lnTo>
                    <a:pt x="118897" y="1905"/>
                  </a:lnTo>
                  <a:lnTo>
                    <a:pt x="118960" y="2247"/>
                  </a:lnTo>
                  <a:lnTo>
                    <a:pt x="119214" y="1117"/>
                  </a:lnTo>
                  <a:close/>
                </a:path>
                <a:path w="361314" h="644525">
                  <a:moveTo>
                    <a:pt x="121323" y="4953"/>
                  </a:moveTo>
                  <a:lnTo>
                    <a:pt x="119621" y="3009"/>
                  </a:lnTo>
                  <a:lnTo>
                    <a:pt x="118960" y="2247"/>
                  </a:lnTo>
                  <a:lnTo>
                    <a:pt x="118859" y="2717"/>
                  </a:lnTo>
                  <a:lnTo>
                    <a:pt x="118884" y="2159"/>
                  </a:lnTo>
                  <a:lnTo>
                    <a:pt x="118313" y="1498"/>
                  </a:lnTo>
                  <a:lnTo>
                    <a:pt x="118732" y="1320"/>
                  </a:lnTo>
                  <a:lnTo>
                    <a:pt x="118681" y="1181"/>
                  </a:lnTo>
                  <a:lnTo>
                    <a:pt x="116713" y="25"/>
                  </a:lnTo>
                  <a:lnTo>
                    <a:pt x="115354" y="0"/>
                  </a:lnTo>
                  <a:lnTo>
                    <a:pt x="113055" y="1905"/>
                  </a:lnTo>
                  <a:lnTo>
                    <a:pt x="111874" y="3657"/>
                  </a:lnTo>
                  <a:lnTo>
                    <a:pt x="113487" y="7772"/>
                  </a:lnTo>
                  <a:lnTo>
                    <a:pt x="114566" y="8890"/>
                  </a:lnTo>
                  <a:lnTo>
                    <a:pt x="120053" y="9156"/>
                  </a:lnTo>
                  <a:lnTo>
                    <a:pt x="121323" y="4953"/>
                  </a:lnTo>
                  <a:close/>
                </a:path>
                <a:path w="361314" h="644525">
                  <a:moveTo>
                    <a:pt x="121945" y="248729"/>
                  </a:moveTo>
                  <a:lnTo>
                    <a:pt x="118795" y="242646"/>
                  </a:lnTo>
                  <a:lnTo>
                    <a:pt x="113220" y="246519"/>
                  </a:lnTo>
                  <a:lnTo>
                    <a:pt x="112661" y="249148"/>
                  </a:lnTo>
                  <a:lnTo>
                    <a:pt x="115506" y="254596"/>
                  </a:lnTo>
                  <a:lnTo>
                    <a:pt x="120192" y="252653"/>
                  </a:lnTo>
                  <a:lnTo>
                    <a:pt x="119380" y="250418"/>
                  </a:lnTo>
                  <a:lnTo>
                    <a:pt x="119253" y="250050"/>
                  </a:lnTo>
                  <a:lnTo>
                    <a:pt x="120459" y="249466"/>
                  </a:lnTo>
                  <a:lnTo>
                    <a:pt x="121945" y="248729"/>
                  </a:lnTo>
                  <a:close/>
                </a:path>
                <a:path w="361314" h="644525">
                  <a:moveTo>
                    <a:pt x="128524" y="290334"/>
                  </a:moveTo>
                  <a:lnTo>
                    <a:pt x="120840" y="285610"/>
                  </a:lnTo>
                  <a:lnTo>
                    <a:pt x="116306" y="288366"/>
                  </a:lnTo>
                  <a:lnTo>
                    <a:pt x="116306" y="297192"/>
                  </a:lnTo>
                  <a:lnTo>
                    <a:pt x="120840" y="299948"/>
                  </a:lnTo>
                  <a:lnTo>
                    <a:pt x="124371" y="297776"/>
                  </a:lnTo>
                  <a:lnTo>
                    <a:pt x="128524" y="295224"/>
                  </a:lnTo>
                  <a:lnTo>
                    <a:pt x="128524" y="290334"/>
                  </a:lnTo>
                  <a:close/>
                </a:path>
                <a:path w="361314" h="644525">
                  <a:moveTo>
                    <a:pt x="133845" y="80403"/>
                  </a:moveTo>
                  <a:lnTo>
                    <a:pt x="128600" y="77774"/>
                  </a:lnTo>
                  <a:lnTo>
                    <a:pt x="128600" y="84340"/>
                  </a:lnTo>
                  <a:lnTo>
                    <a:pt x="131902" y="82689"/>
                  </a:lnTo>
                  <a:lnTo>
                    <a:pt x="133845" y="81711"/>
                  </a:lnTo>
                  <a:lnTo>
                    <a:pt x="133845" y="80403"/>
                  </a:lnTo>
                  <a:close/>
                </a:path>
                <a:path w="361314" h="644525">
                  <a:moveTo>
                    <a:pt x="134632" y="133921"/>
                  </a:moveTo>
                  <a:lnTo>
                    <a:pt x="128739" y="127558"/>
                  </a:lnTo>
                  <a:lnTo>
                    <a:pt x="124955" y="131660"/>
                  </a:lnTo>
                  <a:lnTo>
                    <a:pt x="120383" y="136588"/>
                  </a:lnTo>
                  <a:lnTo>
                    <a:pt x="126263" y="142925"/>
                  </a:lnTo>
                  <a:lnTo>
                    <a:pt x="134632" y="133921"/>
                  </a:lnTo>
                  <a:close/>
                </a:path>
                <a:path w="361314" h="644525">
                  <a:moveTo>
                    <a:pt x="139141" y="204889"/>
                  </a:moveTo>
                  <a:lnTo>
                    <a:pt x="137337" y="202615"/>
                  </a:lnTo>
                  <a:lnTo>
                    <a:pt x="136728" y="202387"/>
                  </a:lnTo>
                  <a:lnTo>
                    <a:pt x="129857" y="201244"/>
                  </a:lnTo>
                  <a:lnTo>
                    <a:pt x="129819" y="209562"/>
                  </a:lnTo>
                  <a:lnTo>
                    <a:pt x="134975" y="208699"/>
                  </a:lnTo>
                  <a:lnTo>
                    <a:pt x="136728" y="208407"/>
                  </a:lnTo>
                  <a:lnTo>
                    <a:pt x="137337" y="208165"/>
                  </a:lnTo>
                  <a:lnTo>
                    <a:pt x="139141" y="205917"/>
                  </a:lnTo>
                  <a:lnTo>
                    <a:pt x="139141" y="204889"/>
                  </a:lnTo>
                  <a:close/>
                </a:path>
                <a:path w="361314" h="644525">
                  <a:moveTo>
                    <a:pt x="141490" y="20116"/>
                  </a:moveTo>
                  <a:lnTo>
                    <a:pt x="136296" y="16319"/>
                  </a:lnTo>
                  <a:lnTo>
                    <a:pt x="136296" y="24828"/>
                  </a:lnTo>
                  <a:lnTo>
                    <a:pt x="139738" y="22301"/>
                  </a:lnTo>
                  <a:lnTo>
                    <a:pt x="141490" y="21031"/>
                  </a:lnTo>
                  <a:lnTo>
                    <a:pt x="141490" y="20116"/>
                  </a:lnTo>
                  <a:close/>
                </a:path>
                <a:path w="361314" h="644525">
                  <a:moveTo>
                    <a:pt x="144830" y="352806"/>
                  </a:moveTo>
                  <a:lnTo>
                    <a:pt x="134137" y="351459"/>
                  </a:lnTo>
                  <a:lnTo>
                    <a:pt x="134442" y="358317"/>
                  </a:lnTo>
                  <a:lnTo>
                    <a:pt x="134518" y="359918"/>
                  </a:lnTo>
                  <a:lnTo>
                    <a:pt x="134823" y="361073"/>
                  </a:lnTo>
                  <a:lnTo>
                    <a:pt x="136105" y="363905"/>
                  </a:lnTo>
                  <a:lnTo>
                    <a:pt x="137629" y="364617"/>
                  </a:lnTo>
                  <a:lnTo>
                    <a:pt x="140957" y="364769"/>
                  </a:lnTo>
                  <a:lnTo>
                    <a:pt x="142519" y="363537"/>
                  </a:lnTo>
                  <a:lnTo>
                    <a:pt x="142963" y="361276"/>
                  </a:lnTo>
                  <a:lnTo>
                    <a:pt x="142862" y="360286"/>
                  </a:lnTo>
                  <a:lnTo>
                    <a:pt x="144830" y="352806"/>
                  </a:lnTo>
                  <a:close/>
                </a:path>
                <a:path w="361314" h="644525">
                  <a:moveTo>
                    <a:pt x="150977" y="85420"/>
                  </a:moveTo>
                  <a:lnTo>
                    <a:pt x="145338" y="85420"/>
                  </a:lnTo>
                  <a:lnTo>
                    <a:pt x="145326" y="90144"/>
                  </a:lnTo>
                  <a:lnTo>
                    <a:pt x="148145" y="90144"/>
                  </a:lnTo>
                  <a:lnTo>
                    <a:pt x="150964" y="90144"/>
                  </a:lnTo>
                  <a:lnTo>
                    <a:pt x="150977" y="85420"/>
                  </a:lnTo>
                  <a:close/>
                </a:path>
                <a:path w="361314" h="644525">
                  <a:moveTo>
                    <a:pt x="154800" y="68402"/>
                  </a:moveTo>
                  <a:lnTo>
                    <a:pt x="152133" y="59931"/>
                  </a:lnTo>
                  <a:lnTo>
                    <a:pt x="138734" y="65633"/>
                  </a:lnTo>
                  <a:lnTo>
                    <a:pt x="143357" y="76238"/>
                  </a:lnTo>
                  <a:lnTo>
                    <a:pt x="149110" y="72288"/>
                  </a:lnTo>
                  <a:lnTo>
                    <a:pt x="154800" y="68402"/>
                  </a:lnTo>
                  <a:close/>
                </a:path>
                <a:path w="361314" h="644525">
                  <a:moveTo>
                    <a:pt x="156641" y="155498"/>
                  </a:moveTo>
                  <a:lnTo>
                    <a:pt x="153517" y="150495"/>
                  </a:lnTo>
                  <a:lnTo>
                    <a:pt x="152107" y="149390"/>
                  </a:lnTo>
                  <a:lnTo>
                    <a:pt x="145745" y="148348"/>
                  </a:lnTo>
                  <a:lnTo>
                    <a:pt x="141262" y="153174"/>
                  </a:lnTo>
                  <a:lnTo>
                    <a:pt x="140652" y="160058"/>
                  </a:lnTo>
                  <a:lnTo>
                    <a:pt x="145948" y="165150"/>
                  </a:lnTo>
                  <a:lnTo>
                    <a:pt x="147586" y="165684"/>
                  </a:lnTo>
                  <a:lnTo>
                    <a:pt x="153200" y="165290"/>
                  </a:lnTo>
                  <a:lnTo>
                    <a:pt x="156375" y="161163"/>
                  </a:lnTo>
                  <a:lnTo>
                    <a:pt x="156641" y="155498"/>
                  </a:lnTo>
                  <a:close/>
                </a:path>
                <a:path w="361314" h="644525">
                  <a:moveTo>
                    <a:pt x="156921" y="272161"/>
                  </a:moveTo>
                  <a:lnTo>
                    <a:pt x="151853" y="272161"/>
                  </a:lnTo>
                  <a:lnTo>
                    <a:pt x="151841" y="276415"/>
                  </a:lnTo>
                  <a:lnTo>
                    <a:pt x="154381" y="276415"/>
                  </a:lnTo>
                  <a:lnTo>
                    <a:pt x="156921" y="276415"/>
                  </a:lnTo>
                  <a:lnTo>
                    <a:pt x="156921" y="272161"/>
                  </a:lnTo>
                  <a:close/>
                </a:path>
                <a:path w="361314" h="644525">
                  <a:moveTo>
                    <a:pt x="159029" y="482866"/>
                  </a:moveTo>
                  <a:lnTo>
                    <a:pt x="143510" y="482866"/>
                  </a:lnTo>
                  <a:lnTo>
                    <a:pt x="143497" y="495858"/>
                  </a:lnTo>
                  <a:lnTo>
                    <a:pt x="151269" y="495858"/>
                  </a:lnTo>
                  <a:lnTo>
                    <a:pt x="159016" y="495858"/>
                  </a:lnTo>
                  <a:lnTo>
                    <a:pt x="159029" y="482866"/>
                  </a:lnTo>
                  <a:close/>
                </a:path>
                <a:path w="361314" h="644525">
                  <a:moveTo>
                    <a:pt x="160362" y="585889"/>
                  </a:moveTo>
                  <a:lnTo>
                    <a:pt x="156286" y="581520"/>
                  </a:lnTo>
                  <a:lnTo>
                    <a:pt x="152222" y="583323"/>
                  </a:lnTo>
                  <a:lnTo>
                    <a:pt x="152222" y="590308"/>
                  </a:lnTo>
                  <a:lnTo>
                    <a:pt x="156286" y="592112"/>
                  </a:lnTo>
                  <a:lnTo>
                    <a:pt x="158572" y="589661"/>
                  </a:lnTo>
                  <a:lnTo>
                    <a:pt x="160362" y="587756"/>
                  </a:lnTo>
                  <a:lnTo>
                    <a:pt x="160362" y="585889"/>
                  </a:lnTo>
                  <a:close/>
                </a:path>
                <a:path w="361314" h="644525">
                  <a:moveTo>
                    <a:pt x="161632" y="428015"/>
                  </a:moveTo>
                  <a:lnTo>
                    <a:pt x="156616" y="421424"/>
                  </a:lnTo>
                  <a:lnTo>
                    <a:pt x="152819" y="419582"/>
                  </a:lnTo>
                  <a:lnTo>
                    <a:pt x="149161" y="421563"/>
                  </a:lnTo>
                  <a:lnTo>
                    <a:pt x="147332" y="425513"/>
                  </a:lnTo>
                  <a:lnTo>
                    <a:pt x="149034" y="429602"/>
                  </a:lnTo>
                  <a:lnTo>
                    <a:pt x="155143" y="435013"/>
                  </a:lnTo>
                  <a:lnTo>
                    <a:pt x="161632" y="428015"/>
                  </a:lnTo>
                  <a:close/>
                </a:path>
                <a:path w="361314" h="644525">
                  <a:moveTo>
                    <a:pt x="165620" y="314782"/>
                  </a:moveTo>
                  <a:lnTo>
                    <a:pt x="162026" y="310896"/>
                  </a:lnTo>
                  <a:lnTo>
                    <a:pt x="158737" y="312826"/>
                  </a:lnTo>
                  <a:lnTo>
                    <a:pt x="157797" y="313385"/>
                  </a:lnTo>
                  <a:lnTo>
                    <a:pt x="155727" y="316674"/>
                  </a:lnTo>
                  <a:lnTo>
                    <a:pt x="157149" y="320052"/>
                  </a:lnTo>
                  <a:lnTo>
                    <a:pt x="160274" y="321576"/>
                  </a:lnTo>
                  <a:lnTo>
                    <a:pt x="163322" y="319328"/>
                  </a:lnTo>
                  <a:lnTo>
                    <a:pt x="165620" y="314782"/>
                  </a:lnTo>
                  <a:close/>
                </a:path>
                <a:path w="361314" h="644525">
                  <a:moveTo>
                    <a:pt x="169367" y="370382"/>
                  </a:moveTo>
                  <a:lnTo>
                    <a:pt x="158089" y="370382"/>
                  </a:lnTo>
                  <a:lnTo>
                    <a:pt x="158089" y="379831"/>
                  </a:lnTo>
                  <a:lnTo>
                    <a:pt x="163728" y="379831"/>
                  </a:lnTo>
                  <a:lnTo>
                    <a:pt x="169367" y="379831"/>
                  </a:lnTo>
                  <a:lnTo>
                    <a:pt x="169367" y="370382"/>
                  </a:lnTo>
                  <a:close/>
                </a:path>
                <a:path w="361314" h="644525">
                  <a:moveTo>
                    <a:pt x="171488" y="163576"/>
                  </a:moveTo>
                  <a:lnTo>
                    <a:pt x="162204" y="163576"/>
                  </a:lnTo>
                  <a:lnTo>
                    <a:pt x="164960" y="167944"/>
                  </a:lnTo>
                  <a:lnTo>
                    <a:pt x="166281" y="170065"/>
                  </a:lnTo>
                  <a:lnTo>
                    <a:pt x="167398" y="170065"/>
                  </a:lnTo>
                  <a:lnTo>
                    <a:pt x="171488" y="163576"/>
                  </a:lnTo>
                  <a:close/>
                </a:path>
                <a:path w="361314" h="644525">
                  <a:moveTo>
                    <a:pt x="172364" y="234010"/>
                  </a:moveTo>
                  <a:lnTo>
                    <a:pt x="164452" y="234010"/>
                  </a:lnTo>
                  <a:lnTo>
                    <a:pt x="164439" y="240639"/>
                  </a:lnTo>
                  <a:lnTo>
                    <a:pt x="168402" y="240639"/>
                  </a:lnTo>
                  <a:lnTo>
                    <a:pt x="172351" y="240639"/>
                  </a:lnTo>
                  <a:lnTo>
                    <a:pt x="172364" y="234010"/>
                  </a:lnTo>
                  <a:close/>
                </a:path>
                <a:path w="361314" h="644525">
                  <a:moveTo>
                    <a:pt x="172808" y="129705"/>
                  </a:moveTo>
                  <a:lnTo>
                    <a:pt x="166916" y="123367"/>
                  </a:lnTo>
                  <a:lnTo>
                    <a:pt x="158559" y="132384"/>
                  </a:lnTo>
                  <a:lnTo>
                    <a:pt x="164439" y="138734"/>
                  </a:lnTo>
                  <a:lnTo>
                    <a:pt x="168236" y="134645"/>
                  </a:lnTo>
                  <a:lnTo>
                    <a:pt x="172808" y="129705"/>
                  </a:lnTo>
                  <a:close/>
                </a:path>
                <a:path w="361314" h="644525">
                  <a:moveTo>
                    <a:pt x="181165" y="198653"/>
                  </a:moveTo>
                  <a:lnTo>
                    <a:pt x="168732" y="195948"/>
                  </a:lnTo>
                  <a:lnTo>
                    <a:pt x="168694" y="208140"/>
                  </a:lnTo>
                  <a:lnTo>
                    <a:pt x="175806" y="206590"/>
                  </a:lnTo>
                  <a:lnTo>
                    <a:pt x="181165" y="205435"/>
                  </a:lnTo>
                  <a:lnTo>
                    <a:pt x="181165" y="198653"/>
                  </a:lnTo>
                  <a:close/>
                </a:path>
                <a:path w="361314" h="644525">
                  <a:moveTo>
                    <a:pt x="189204" y="414807"/>
                  </a:moveTo>
                  <a:lnTo>
                    <a:pt x="175666" y="414807"/>
                  </a:lnTo>
                  <a:lnTo>
                    <a:pt x="175653" y="426148"/>
                  </a:lnTo>
                  <a:lnTo>
                    <a:pt x="182422" y="426148"/>
                  </a:lnTo>
                  <a:lnTo>
                    <a:pt x="189191" y="426148"/>
                  </a:lnTo>
                  <a:lnTo>
                    <a:pt x="189204" y="414807"/>
                  </a:lnTo>
                  <a:close/>
                </a:path>
                <a:path w="361314" h="644525">
                  <a:moveTo>
                    <a:pt x="190195" y="571538"/>
                  </a:moveTo>
                  <a:lnTo>
                    <a:pt x="177787" y="571538"/>
                  </a:lnTo>
                  <a:lnTo>
                    <a:pt x="177774" y="581939"/>
                  </a:lnTo>
                  <a:lnTo>
                    <a:pt x="183984" y="581939"/>
                  </a:lnTo>
                  <a:lnTo>
                    <a:pt x="190182" y="581939"/>
                  </a:lnTo>
                  <a:lnTo>
                    <a:pt x="190195" y="571538"/>
                  </a:lnTo>
                  <a:close/>
                </a:path>
                <a:path w="361314" h="644525">
                  <a:moveTo>
                    <a:pt x="192608" y="533946"/>
                  </a:moveTo>
                  <a:lnTo>
                    <a:pt x="192328" y="532968"/>
                  </a:lnTo>
                  <a:lnTo>
                    <a:pt x="192189" y="532142"/>
                  </a:lnTo>
                  <a:lnTo>
                    <a:pt x="192138" y="532282"/>
                  </a:lnTo>
                  <a:lnTo>
                    <a:pt x="191389" y="529704"/>
                  </a:lnTo>
                  <a:lnTo>
                    <a:pt x="187693" y="527253"/>
                  </a:lnTo>
                  <a:lnTo>
                    <a:pt x="183134" y="529043"/>
                  </a:lnTo>
                  <a:lnTo>
                    <a:pt x="181381" y="530860"/>
                  </a:lnTo>
                  <a:lnTo>
                    <a:pt x="180644" y="533400"/>
                  </a:lnTo>
                  <a:lnTo>
                    <a:pt x="182346" y="538568"/>
                  </a:lnTo>
                  <a:lnTo>
                    <a:pt x="184277" y="540258"/>
                  </a:lnTo>
                  <a:lnTo>
                    <a:pt x="190144" y="540537"/>
                  </a:lnTo>
                  <a:lnTo>
                    <a:pt x="191401" y="539013"/>
                  </a:lnTo>
                  <a:lnTo>
                    <a:pt x="192443" y="537756"/>
                  </a:lnTo>
                  <a:lnTo>
                    <a:pt x="192481" y="534568"/>
                  </a:lnTo>
                  <a:lnTo>
                    <a:pt x="192608" y="533946"/>
                  </a:lnTo>
                  <a:close/>
                </a:path>
                <a:path w="361314" h="644525">
                  <a:moveTo>
                    <a:pt x="192747" y="294398"/>
                  </a:moveTo>
                  <a:lnTo>
                    <a:pt x="184569" y="294398"/>
                  </a:lnTo>
                  <a:lnTo>
                    <a:pt x="184569" y="301244"/>
                  </a:lnTo>
                  <a:lnTo>
                    <a:pt x="188658" y="301244"/>
                  </a:lnTo>
                  <a:lnTo>
                    <a:pt x="192735" y="301244"/>
                  </a:lnTo>
                  <a:lnTo>
                    <a:pt x="192747" y="294398"/>
                  </a:lnTo>
                  <a:close/>
                </a:path>
                <a:path w="361314" h="644525">
                  <a:moveTo>
                    <a:pt x="194310" y="265264"/>
                  </a:moveTo>
                  <a:lnTo>
                    <a:pt x="192379" y="262331"/>
                  </a:lnTo>
                  <a:lnTo>
                    <a:pt x="191223" y="261937"/>
                  </a:lnTo>
                  <a:lnTo>
                    <a:pt x="183857" y="261734"/>
                  </a:lnTo>
                  <a:lnTo>
                    <a:pt x="183845" y="270027"/>
                  </a:lnTo>
                  <a:lnTo>
                    <a:pt x="188658" y="269913"/>
                  </a:lnTo>
                  <a:lnTo>
                    <a:pt x="191185" y="269836"/>
                  </a:lnTo>
                  <a:lnTo>
                    <a:pt x="192366" y="269455"/>
                  </a:lnTo>
                  <a:lnTo>
                    <a:pt x="194310" y="266509"/>
                  </a:lnTo>
                  <a:lnTo>
                    <a:pt x="194310" y="265264"/>
                  </a:lnTo>
                  <a:close/>
                </a:path>
                <a:path w="361314" h="644525">
                  <a:moveTo>
                    <a:pt x="204393" y="476935"/>
                  </a:moveTo>
                  <a:lnTo>
                    <a:pt x="202285" y="469519"/>
                  </a:lnTo>
                  <a:lnTo>
                    <a:pt x="197700" y="469938"/>
                  </a:lnTo>
                  <a:lnTo>
                    <a:pt x="189369" y="472579"/>
                  </a:lnTo>
                  <a:lnTo>
                    <a:pt x="192049" y="482549"/>
                  </a:lnTo>
                  <a:lnTo>
                    <a:pt x="197548" y="480326"/>
                  </a:lnTo>
                  <a:lnTo>
                    <a:pt x="200063" y="479310"/>
                  </a:lnTo>
                  <a:lnTo>
                    <a:pt x="204393" y="476935"/>
                  </a:lnTo>
                  <a:close/>
                </a:path>
                <a:path w="361314" h="644525">
                  <a:moveTo>
                    <a:pt x="206476" y="333641"/>
                  </a:moveTo>
                  <a:lnTo>
                    <a:pt x="195757" y="333641"/>
                  </a:lnTo>
                  <a:lnTo>
                    <a:pt x="195757" y="342633"/>
                  </a:lnTo>
                  <a:lnTo>
                    <a:pt x="201117" y="342633"/>
                  </a:lnTo>
                  <a:lnTo>
                    <a:pt x="206476" y="342633"/>
                  </a:lnTo>
                  <a:lnTo>
                    <a:pt x="206476" y="333641"/>
                  </a:lnTo>
                  <a:close/>
                </a:path>
                <a:path w="361314" h="644525">
                  <a:moveTo>
                    <a:pt x="208051" y="229997"/>
                  </a:moveTo>
                  <a:lnTo>
                    <a:pt x="203250" y="224815"/>
                  </a:lnTo>
                  <a:lnTo>
                    <a:pt x="198462" y="227393"/>
                  </a:lnTo>
                  <a:lnTo>
                    <a:pt x="197510" y="227901"/>
                  </a:lnTo>
                  <a:lnTo>
                    <a:pt x="194576" y="232397"/>
                  </a:lnTo>
                  <a:lnTo>
                    <a:pt x="196608" y="237159"/>
                  </a:lnTo>
                  <a:lnTo>
                    <a:pt x="201015" y="239369"/>
                  </a:lnTo>
                  <a:lnTo>
                    <a:pt x="205181" y="236169"/>
                  </a:lnTo>
                  <a:lnTo>
                    <a:pt x="208051" y="229997"/>
                  </a:lnTo>
                  <a:close/>
                </a:path>
                <a:path w="361314" h="644525">
                  <a:moveTo>
                    <a:pt x="216966" y="506653"/>
                  </a:moveTo>
                  <a:lnTo>
                    <a:pt x="214757" y="500849"/>
                  </a:lnTo>
                  <a:lnTo>
                    <a:pt x="206184" y="500849"/>
                  </a:lnTo>
                  <a:lnTo>
                    <a:pt x="203974" y="506653"/>
                  </a:lnTo>
                  <a:lnTo>
                    <a:pt x="206984" y="509930"/>
                  </a:lnTo>
                  <a:lnTo>
                    <a:pt x="209207" y="512356"/>
                  </a:lnTo>
                  <a:lnTo>
                    <a:pt x="211721" y="512356"/>
                  </a:lnTo>
                  <a:lnTo>
                    <a:pt x="216966" y="506653"/>
                  </a:lnTo>
                  <a:close/>
                </a:path>
                <a:path w="361314" h="644525">
                  <a:moveTo>
                    <a:pt x="218567" y="306984"/>
                  </a:moveTo>
                  <a:lnTo>
                    <a:pt x="214833" y="306984"/>
                  </a:lnTo>
                  <a:lnTo>
                    <a:pt x="214833" y="309575"/>
                  </a:lnTo>
                  <a:lnTo>
                    <a:pt x="214833" y="311556"/>
                  </a:lnTo>
                  <a:lnTo>
                    <a:pt x="214871" y="311848"/>
                  </a:lnTo>
                  <a:lnTo>
                    <a:pt x="216154" y="314299"/>
                  </a:lnTo>
                  <a:lnTo>
                    <a:pt x="217246" y="314299"/>
                  </a:lnTo>
                  <a:lnTo>
                    <a:pt x="218528" y="311848"/>
                  </a:lnTo>
                  <a:lnTo>
                    <a:pt x="218567" y="311556"/>
                  </a:lnTo>
                  <a:lnTo>
                    <a:pt x="218567" y="306984"/>
                  </a:lnTo>
                  <a:close/>
                </a:path>
                <a:path w="361314" h="644525">
                  <a:moveTo>
                    <a:pt x="221780" y="278815"/>
                  </a:moveTo>
                  <a:lnTo>
                    <a:pt x="208508" y="278815"/>
                  </a:lnTo>
                  <a:lnTo>
                    <a:pt x="208508" y="289928"/>
                  </a:lnTo>
                  <a:lnTo>
                    <a:pt x="215138" y="289928"/>
                  </a:lnTo>
                  <a:lnTo>
                    <a:pt x="221767" y="289928"/>
                  </a:lnTo>
                  <a:lnTo>
                    <a:pt x="221780" y="278815"/>
                  </a:lnTo>
                  <a:close/>
                </a:path>
                <a:path w="361314" h="644525">
                  <a:moveTo>
                    <a:pt x="222161" y="388162"/>
                  </a:moveTo>
                  <a:lnTo>
                    <a:pt x="218909" y="380619"/>
                  </a:lnTo>
                  <a:lnTo>
                    <a:pt x="208470" y="381914"/>
                  </a:lnTo>
                  <a:lnTo>
                    <a:pt x="204635" y="385914"/>
                  </a:lnTo>
                  <a:lnTo>
                    <a:pt x="208026" y="398907"/>
                  </a:lnTo>
                  <a:lnTo>
                    <a:pt x="218452" y="399592"/>
                  </a:lnTo>
                  <a:lnTo>
                    <a:pt x="219786" y="392671"/>
                  </a:lnTo>
                  <a:lnTo>
                    <a:pt x="219887" y="392150"/>
                  </a:lnTo>
                  <a:lnTo>
                    <a:pt x="220002" y="391960"/>
                  </a:lnTo>
                  <a:lnTo>
                    <a:pt x="222161" y="388162"/>
                  </a:lnTo>
                  <a:close/>
                </a:path>
                <a:path w="361314" h="644525">
                  <a:moveTo>
                    <a:pt x="234416" y="254127"/>
                  </a:moveTo>
                  <a:lnTo>
                    <a:pt x="225602" y="250024"/>
                  </a:lnTo>
                  <a:lnTo>
                    <a:pt x="221907" y="250812"/>
                  </a:lnTo>
                  <a:lnTo>
                    <a:pt x="221119" y="254482"/>
                  </a:lnTo>
                  <a:lnTo>
                    <a:pt x="219748" y="260985"/>
                  </a:lnTo>
                  <a:lnTo>
                    <a:pt x="224320" y="265671"/>
                  </a:lnTo>
                  <a:lnTo>
                    <a:pt x="233032" y="261708"/>
                  </a:lnTo>
                  <a:lnTo>
                    <a:pt x="234416" y="254127"/>
                  </a:lnTo>
                  <a:close/>
                </a:path>
                <a:path w="361314" h="644525">
                  <a:moveTo>
                    <a:pt x="245173" y="481774"/>
                  </a:moveTo>
                  <a:lnTo>
                    <a:pt x="230212" y="481774"/>
                  </a:lnTo>
                  <a:lnTo>
                    <a:pt x="230200" y="494296"/>
                  </a:lnTo>
                  <a:lnTo>
                    <a:pt x="237680" y="494296"/>
                  </a:lnTo>
                  <a:lnTo>
                    <a:pt x="245160" y="494296"/>
                  </a:lnTo>
                  <a:lnTo>
                    <a:pt x="245173" y="481774"/>
                  </a:lnTo>
                  <a:close/>
                </a:path>
                <a:path w="361314" h="644525">
                  <a:moveTo>
                    <a:pt x="250304" y="323583"/>
                  </a:moveTo>
                  <a:lnTo>
                    <a:pt x="248170" y="318477"/>
                  </a:lnTo>
                  <a:lnTo>
                    <a:pt x="246405" y="316928"/>
                  </a:lnTo>
                  <a:lnTo>
                    <a:pt x="244729" y="315823"/>
                  </a:lnTo>
                  <a:lnTo>
                    <a:pt x="237769" y="311950"/>
                  </a:lnTo>
                  <a:lnTo>
                    <a:pt x="232676" y="317461"/>
                  </a:lnTo>
                  <a:lnTo>
                    <a:pt x="243420" y="330987"/>
                  </a:lnTo>
                  <a:lnTo>
                    <a:pt x="248005" y="328523"/>
                  </a:lnTo>
                  <a:lnTo>
                    <a:pt x="250304" y="323583"/>
                  </a:lnTo>
                  <a:close/>
                </a:path>
                <a:path w="361314" h="644525">
                  <a:moveTo>
                    <a:pt x="251663" y="520534"/>
                  </a:moveTo>
                  <a:lnTo>
                    <a:pt x="237832" y="520534"/>
                  </a:lnTo>
                  <a:lnTo>
                    <a:pt x="237820" y="532117"/>
                  </a:lnTo>
                  <a:lnTo>
                    <a:pt x="244741" y="532117"/>
                  </a:lnTo>
                  <a:lnTo>
                    <a:pt x="251650" y="532117"/>
                  </a:lnTo>
                  <a:lnTo>
                    <a:pt x="251663" y="520534"/>
                  </a:lnTo>
                  <a:close/>
                </a:path>
                <a:path w="361314" h="644525">
                  <a:moveTo>
                    <a:pt x="252044" y="437273"/>
                  </a:moveTo>
                  <a:lnTo>
                    <a:pt x="250228" y="431673"/>
                  </a:lnTo>
                  <a:lnTo>
                    <a:pt x="244741" y="429120"/>
                  </a:lnTo>
                  <a:lnTo>
                    <a:pt x="235013" y="429120"/>
                  </a:lnTo>
                  <a:lnTo>
                    <a:pt x="235000" y="445427"/>
                  </a:lnTo>
                  <a:lnTo>
                    <a:pt x="244741" y="445427"/>
                  </a:lnTo>
                  <a:lnTo>
                    <a:pt x="250215" y="442887"/>
                  </a:lnTo>
                  <a:lnTo>
                    <a:pt x="252044" y="437273"/>
                  </a:lnTo>
                  <a:close/>
                </a:path>
                <a:path w="361314" h="644525">
                  <a:moveTo>
                    <a:pt x="252577" y="564972"/>
                  </a:moveTo>
                  <a:lnTo>
                    <a:pt x="250621" y="558965"/>
                  </a:lnTo>
                  <a:lnTo>
                    <a:pt x="244741" y="556234"/>
                  </a:lnTo>
                  <a:lnTo>
                    <a:pt x="238874" y="558965"/>
                  </a:lnTo>
                  <a:lnTo>
                    <a:pt x="236918" y="564972"/>
                  </a:lnTo>
                  <a:lnTo>
                    <a:pt x="238874" y="570992"/>
                  </a:lnTo>
                  <a:lnTo>
                    <a:pt x="244741" y="573722"/>
                  </a:lnTo>
                  <a:lnTo>
                    <a:pt x="250609" y="570992"/>
                  </a:lnTo>
                  <a:lnTo>
                    <a:pt x="252577" y="564972"/>
                  </a:lnTo>
                  <a:close/>
                </a:path>
                <a:path w="361314" h="644525">
                  <a:moveTo>
                    <a:pt x="261835" y="606399"/>
                  </a:moveTo>
                  <a:lnTo>
                    <a:pt x="256197" y="600316"/>
                  </a:lnTo>
                  <a:lnTo>
                    <a:pt x="251599" y="604075"/>
                  </a:lnTo>
                  <a:lnTo>
                    <a:pt x="249301" y="608368"/>
                  </a:lnTo>
                  <a:lnTo>
                    <a:pt x="250786" y="612241"/>
                  </a:lnTo>
                  <a:lnTo>
                    <a:pt x="254355" y="613841"/>
                  </a:lnTo>
                  <a:lnTo>
                    <a:pt x="258343" y="611352"/>
                  </a:lnTo>
                  <a:lnTo>
                    <a:pt x="261835" y="606399"/>
                  </a:lnTo>
                  <a:close/>
                </a:path>
                <a:path w="361314" h="644525">
                  <a:moveTo>
                    <a:pt x="265506" y="457542"/>
                  </a:moveTo>
                  <a:lnTo>
                    <a:pt x="259969" y="456018"/>
                  </a:lnTo>
                  <a:lnTo>
                    <a:pt x="258673" y="459828"/>
                  </a:lnTo>
                  <a:lnTo>
                    <a:pt x="257810" y="462407"/>
                  </a:lnTo>
                  <a:lnTo>
                    <a:pt x="257098" y="463727"/>
                  </a:lnTo>
                  <a:lnTo>
                    <a:pt x="258546" y="467525"/>
                  </a:lnTo>
                  <a:lnTo>
                    <a:pt x="259753" y="468312"/>
                  </a:lnTo>
                  <a:lnTo>
                    <a:pt x="263385" y="466013"/>
                  </a:lnTo>
                  <a:lnTo>
                    <a:pt x="263563" y="464439"/>
                  </a:lnTo>
                  <a:lnTo>
                    <a:pt x="265506" y="457542"/>
                  </a:lnTo>
                  <a:close/>
                </a:path>
                <a:path w="361314" h="644525">
                  <a:moveTo>
                    <a:pt x="274840" y="446747"/>
                  </a:moveTo>
                  <a:lnTo>
                    <a:pt x="274383" y="440944"/>
                  </a:lnTo>
                  <a:lnTo>
                    <a:pt x="271043" y="439026"/>
                  </a:lnTo>
                  <a:lnTo>
                    <a:pt x="266623" y="443788"/>
                  </a:lnTo>
                  <a:lnTo>
                    <a:pt x="268389" y="447395"/>
                  </a:lnTo>
                  <a:lnTo>
                    <a:pt x="271233" y="447662"/>
                  </a:lnTo>
                  <a:lnTo>
                    <a:pt x="273786" y="447903"/>
                  </a:lnTo>
                  <a:lnTo>
                    <a:pt x="274840" y="446747"/>
                  </a:lnTo>
                  <a:close/>
                </a:path>
                <a:path w="361314" h="644525">
                  <a:moveTo>
                    <a:pt x="282651" y="495858"/>
                  </a:moveTo>
                  <a:lnTo>
                    <a:pt x="279234" y="492175"/>
                  </a:lnTo>
                  <a:lnTo>
                    <a:pt x="275412" y="493991"/>
                  </a:lnTo>
                  <a:lnTo>
                    <a:pt x="272186" y="495528"/>
                  </a:lnTo>
                  <a:lnTo>
                    <a:pt x="271792" y="498957"/>
                  </a:lnTo>
                  <a:lnTo>
                    <a:pt x="273215" y="501789"/>
                  </a:lnTo>
                  <a:lnTo>
                    <a:pt x="273723" y="502335"/>
                  </a:lnTo>
                  <a:lnTo>
                    <a:pt x="276364" y="503885"/>
                  </a:lnTo>
                  <a:lnTo>
                    <a:pt x="279527" y="503466"/>
                  </a:lnTo>
                  <a:lnTo>
                    <a:pt x="282651" y="495858"/>
                  </a:lnTo>
                  <a:close/>
                </a:path>
                <a:path w="361314" h="644525">
                  <a:moveTo>
                    <a:pt x="290055" y="596252"/>
                  </a:moveTo>
                  <a:lnTo>
                    <a:pt x="280454" y="596252"/>
                  </a:lnTo>
                  <a:lnTo>
                    <a:pt x="280441" y="604278"/>
                  </a:lnTo>
                  <a:lnTo>
                    <a:pt x="285254" y="604278"/>
                  </a:lnTo>
                  <a:lnTo>
                    <a:pt x="290042" y="604278"/>
                  </a:lnTo>
                  <a:lnTo>
                    <a:pt x="290055" y="596252"/>
                  </a:lnTo>
                  <a:close/>
                </a:path>
                <a:path w="361314" h="644525">
                  <a:moveTo>
                    <a:pt x="290830" y="480314"/>
                  </a:moveTo>
                  <a:lnTo>
                    <a:pt x="288226" y="475678"/>
                  </a:lnTo>
                  <a:lnTo>
                    <a:pt x="281762" y="474751"/>
                  </a:lnTo>
                  <a:lnTo>
                    <a:pt x="279501" y="477215"/>
                  </a:lnTo>
                  <a:lnTo>
                    <a:pt x="279742" y="479285"/>
                  </a:lnTo>
                  <a:lnTo>
                    <a:pt x="280352" y="484174"/>
                  </a:lnTo>
                  <a:lnTo>
                    <a:pt x="284632" y="487006"/>
                  </a:lnTo>
                  <a:lnTo>
                    <a:pt x="290830" y="480314"/>
                  </a:lnTo>
                  <a:close/>
                </a:path>
                <a:path w="361314" h="644525">
                  <a:moveTo>
                    <a:pt x="316814" y="633349"/>
                  </a:moveTo>
                  <a:lnTo>
                    <a:pt x="303555" y="633349"/>
                  </a:lnTo>
                  <a:lnTo>
                    <a:pt x="303542" y="644461"/>
                  </a:lnTo>
                  <a:lnTo>
                    <a:pt x="310172" y="644461"/>
                  </a:lnTo>
                  <a:lnTo>
                    <a:pt x="316801" y="644461"/>
                  </a:lnTo>
                  <a:lnTo>
                    <a:pt x="316814" y="633349"/>
                  </a:lnTo>
                  <a:close/>
                </a:path>
                <a:path w="361314" h="644525">
                  <a:moveTo>
                    <a:pt x="326720" y="513969"/>
                  </a:moveTo>
                  <a:lnTo>
                    <a:pt x="309219" y="513969"/>
                  </a:lnTo>
                  <a:lnTo>
                    <a:pt x="309219" y="528612"/>
                  </a:lnTo>
                  <a:lnTo>
                    <a:pt x="317969" y="528612"/>
                  </a:lnTo>
                  <a:lnTo>
                    <a:pt x="326707" y="528612"/>
                  </a:lnTo>
                  <a:lnTo>
                    <a:pt x="326720" y="513969"/>
                  </a:lnTo>
                  <a:close/>
                </a:path>
                <a:path w="361314" h="644525">
                  <a:moveTo>
                    <a:pt x="349275" y="623658"/>
                  </a:moveTo>
                  <a:lnTo>
                    <a:pt x="348983" y="623658"/>
                  </a:lnTo>
                  <a:lnTo>
                    <a:pt x="348983" y="623912"/>
                  </a:lnTo>
                  <a:lnTo>
                    <a:pt x="349123" y="623912"/>
                  </a:lnTo>
                  <a:lnTo>
                    <a:pt x="349275" y="623912"/>
                  </a:lnTo>
                  <a:lnTo>
                    <a:pt x="349275" y="623658"/>
                  </a:lnTo>
                  <a:close/>
                </a:path>
                <a:path w="361314" h="644525">
                  <a:moveTo>
                    <a:pt x="361149" y="632167"/>
                  </a:moveTo>
                  <a:lnTo>
                    <a:pt x="357085" y="635723"/>
                  </a:lnTo>
                  <a:lnTo>
                    <a:pt x="355828" y="636816"/>
                  </a:lnTo>
                  <a:lnTo>
                    <a:pt x="355828" y="637641"/>
                  </a:lnTo>
                  <a:lnTo>
                    <a:pt x="361149" y="642289"/>
                  </a:lnTo>
                  <a:lnTo>
                    <a:pt x="361149" y="632167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3420745" y="3649706"/>
              <a:ext cx="408305" cy="682625"/>
            </a:xfrm>
            <a:custGeom>
              <a:avLst/>
              <a:gdLst/>
              <a:ahLst/>
              <a:cxnLst/>
              <a:rect l="l" t="t" r="r" b="b"/>
              <a:pathLst>
                <a:path w="408304" h="682625">
                  <a:moveTo>
                    <a:pt x="4660" y="680605"/>
                  </a:moveTo>
                  <a:lnTo>
                    <a:pt x="3822" y="680567"/>
                  </a:lnTo>
                  <a:lnTo>
                    <a:pt x="2768" y="680415"/>
                  </a:lnTo>
                  <a:lnTo>
                    <a:pt x="1739" y="680453"/>
                  </a:lnTo>
                  <a:lnTo>
                    <a:pt x="698" y="680681"/>
                  </a:lnTo>
                  <a:lnTo>
                    <a:pt x="0" y="680770"/>
                  </a:lnTo>
                  <a:lnTo>
                    <a:pt x="0" y="681774"/>
                  </a:lnTo>
                  <a:lnTo>
                    <a:pt x="698" y="681863"/>
                  </a:lnTo>
                  <a:lnTo>
                    <a:pt x="1739" y="682091"/>
                  </a:lnTo>
                  <a:lnTo>
                    <a:pt x="2768" y="682142"/>
                  </a:lnTo>
                  <a:lnTo>
                    <a:pt x="3822" y="681977"/>
                  </a:lnTo>
                  <a:lnTo>
                    <a:pt x="4660" y="681939"/>
                  </a:lnTo>
                  <a:lnTo>
                    <a:pt x="4660" y="680605"/>
                  </a:lnTo>
                  <a:close/>
                </a:path>
                <a:path w="408304" h="682625">
                  <a:moveTo>
                    <a:pt x="25615" y="678294"/>
                  </a:moveTo>
                  <a:lnTo>
                    <a:pt x="22517" y="678294"/>
                  </a:lnTo>
                  <a:lnTo>
                    <a:pt x="22517" y="680897"/>
                  </a:lnTo>
                  <a:lnTo>
                    <a:pt x="24066" y="680897"/>
                  </a:lnTo>
                  <a:lnTo>
                    <a:pt x="25615" y="680897"/>
                  </a:lnTo>
                  <a:lnTo>
                    <a:pt x="25615" y="678294"/>
                  </a:lnTo>
                  <a:close/>
                </a:path>
                <a:path w="408304" h="682625">
                  <a:moveTo>
                    <a:pt x="51676" y="634428"/>
                  </a:moveTo>
                  <a:lnTo>
                    <a:pt x="40106" y="634428"/>
                  </a:lnTo>
                  <a:lnTo>
                    <a:pt x="40093" y="644118"/>
                  </a:lnTo>
                  <a:lnTo>
                    <a:pt x="45885" y="644118"/>
                  </a:lnTo>
                  <a:lnTo>
                    <a:pt x="51663" y="644118"/>
                  </a:lnTo>
                  <a:lnTo>
                    <a:pt x="51676" y="634428"/>
                  </a:lnTo>
                  <a:close/>
                </a:path>
                <a:path w="408304" h="682625">
                  <a:moveTo>
                    <a:pt x="52616" y="551103"/>
                  </a:moveTo>
                  <a:lnTo>
                    <a:pt x="40716" y="551103"/>
                  </a:lnTo>
                  <a:lnTo>
                    <a:pt x="40703" y="561073"/>
                  </a:lnTo>
                  <a:lnTo>
                    <a:pt x="46659" y="561073"/>
                  </a:lnTo>
                  <a:lnTo>
                    <a:pt x="52603" y="561073"/>
                  </a:lnTo>
                  <a:lnTo>
                    <a:pt x="52616" y="551103"/>
                  </a:lnTo>
                  <a:close/>
                </a:path>
                <a:path w="408304" h="682625">
                  <a:moveTo>
                    <a:pt x="57607" y="608063"/>
                  </a:moveTo>
                  <a:lnTo>
                    <a:pt x="54330" y="605663"/>
                  </a:lnTo>
                  <a:lnTo>
                    <a:pt x="52895" y="605840"/>
                  </a:lnTo>
                  <a:lnTo>
                    <a:pt x="46748" y="605840"/>
                  </a:lnTo>
                  <a:lnTo>
                    <a:pt x="46748" y="612216"/>
                  </a:lnTo>
                  <a:lnTo>
                    <a:pt x="50558" y="612216"/>
                  </a:lnTo>
                  <a:lnTo>
                    <a:pt x="52920" y="612216"/>
                  </a:lnTo>
                  <a:lnTo>
                    <a:pt x="54330" y="612394"/>
                  </a:lnTo>
                  <a:lnTo>
                    <a:pt x="57607" y="609981"/>
                  </a:lnTo>
                  <a:lnTo>
                    <a:pt x="57607" y="608063"/>
                  </a:lnTo>
                  <a:close/>
                </a:path>
                <a:path w="408304" h="682625">
                  <a:moveTo>
                    <a:pt x="85471" y="552894"/>
                  </a:moveTo>
                  <a:lnTo>
                    <a:pt x="81000" y="551954"/>
                  </a:lnTo>
                  <a:lnTo>
                    <a:pt x="77609" y="551243"/>
                  </a:lnTo>
                  <a:lnTo>
                    <a:pt x="75311" y="556133"/>
                  </a:lnTo>
                  <a:lnTo>
                    <a:pt x="82651" y="560857"/>
                  </a:lnTo>
                  <a:lnTo>
                    <a:pt x="85471" y="552894"/>
                  </a:lnTo>
                  <a:close/>
                </a:path>
                <a:path w="408304" h="682625">
                  <a:moveTo>
                    <a:pt x="89204" y="511263"/>
                  </a:moveTo>
                  <a:lnTo>
                    <a:pt x="80467" y="511263"/>
                  </a:lnTo>
                  <a:lnTo>
                    <a:pt x="80454" y="518591"/>
                  </a:lnTo>
                  <a:lnTo>
                    <a:pt x="84836" y="518591"/>
                  </a:lnTo>
                  <a:lnTo>
                    <a:pt x="89192" y="518591"/>
                  </a:lnTo>
                  <a:lnTo>
                    <a:pt x="89204" y="511263"/>
                  </a:lnTo>
                  <a:close/>
                </a:path>
                <a:path w="408304" h="682625">
                  <a:moveTo>
                    <a:pt x="89916" y="590600"/>
                  </a:moveTo>
                  <a:lnTo>
                    <a:pt x="83705" y="589800"/>
                  </a:lnTo>
                  <a:lnTo>
                    <a:pt x="83781" y="593915"/>
                  </a:lnTo>
                  <a:lnTo>
                    <a:pt x="83845" y="596849"/>
                  </a:lnTo>
                  <a:lnTo>
                    <a:pt x="85445" y="599452"/>
                  </a:lnTo>
                  <a:lnTo>
                    <a:pt x="89141" y="598576"/>
                  </a:lnTo>
                  <a:lnTo>
                    <a:pt x="89725" y="597522"/>
                  </a:lnTo>
                  <a:lnTo>
                    <a:pt x="89268" y="596163"/>
                  </a:lnTo>
                  <a:lnTo>
                    <a:pt x="88798" y="595287"/>
                  </a:lnTo>
                  <a:lnTo>
                    <a:pt x="89916" y="590600"/>
                  </a:lnTo>
                  <a:close/>
                </a:path>
                <a:path w="408304" h="682625">
                  <a:moveTo>
                    <a:pt x="93738" y="646188"/>
                  </a:moveTo>
                  <a:lnTo>
                    <a:pt x="82169" y="646188"/>
                  </a:lnTo>
                  <a:lnTo>
                    <a:pt x="82156" y="655878"/>
                  </a:lnTo>
                  <a:lnTo>
                    <a:pt x="87947" y="655878"/>
                  </a:lnTo>
                  <a:lnTo>
                    <a:pt x="93726" y="655878"/>
                  </a:lnTo>
                  <a:lnTo>
                    <a:pt x="93738" y="646188"/>
                  </a:lnTo>
                  <a:close/>
                </a:path>
                <a:path w="408304" h="682625">
                  <a:moveTo>
                    <a:pt x="95605" y="666445"/>
                  </a:moveTo>
                  <a:lnTo>
                    <a:pt x="95427" y="665048"/>
                  </a:lnTo>
                  <a:lnTo>
                    <a:pt x="92722" y="664616"/>
                  </a:lnTo>
                  <a:lnTo>
                    <a:pt x="89496" y="664997"/>
                  </a:lnTo>
                  <a:lnTo>
                    <a:pt x="84988" y="665556"/>
                  </a:lnTo>
                  <a:lnTo>
                    <a:pt x="87299" y="672515"/>
                  </a:lnTo>
                  <a:lnTo>
                    <a:pt x="90830" y="670280"/>
                  </a:lnTo>
                  <a:lnTo>
                    <a:pt x="92430" y="669277"/>
                  </a:lnTo>
                  <a:lnTo>
                    <a:pt x="93738" y="668477"/>
                  </a:lnTo>
                  <a:lnTo>
                    <a:pt x="95605" y="666445"/>
                  </a:lnTo>
                  <a:close/>
                </a:path>
                <a:path w="408304" h="682625">
                  <a:moveTo>
                    <a:pt x="104597" y="616483"/>
                  </a:moveTo>
                  <a:lnTo>
                    <a:pt x="98158" y="609549"/>
                  </a:lnTo>
                  <a:lnTo>
                    <a:pt x="91859" y="614921"/>
                  </a:lnTo>
                  <a:lnTo>
                    <a:pt x="90106" y="619086"/>
                  </a:lnTo>
                  <a:lnTo>
                    <a:pt x="91998" y="623138"/>
                  </a:lnTo>
                  <a:lnTo>
                    <a:pt x="95758" y="625182"/>
                  </a:lnTo>
                  <a:lnTo>
                    <a:pt x="99606" y="623277"/>
                  </a:lnTo>
                  <a:lnTo>
                    <a:pt x="104597" y="616483"/>
                  </a:lnTo>
                  <a:close/>
                </a:path>
                <a:path w="408304" h="682625">
                  <a:moveTo>
                    <a:pt x="124040" y="563346"/>
                  </a:moveTo>
                  <a:lnTo>
                    <a:pt x="122897" y="557961"/>
                  </a:lnTo>
                  <a:lnTo>
                    <a:pt x="115316" y="557961"/>
                  </a:lnTo>
                  <a:lnTo>
                    <a:pt x="114160" y="563346"/>
                  </a:lnTo>
                  <a:lnTo>
                    <a:pt x="117221" y="565442"/>
                  </a:lnTo>
                  <a:lnTo>
                    <a:pt x="118592" y="566381"/>
                  </a:lnTo>
                  <a:lnTo>
                    <a:pt x="119621" y="566381"/>
                  </a:lnTo>
                  <a:lnTo>
                    <a:pt x="124040" y="563346"/>
                  </a:lnTo>
                  <a:close/>
                </a:path>
                <a:path w="408304" h="682625">
                  <a:moveTo>
                    <a:pt x="128485" y="520687"/>
                  </a:moveTo>
                  <a:lnTo>
                    <a:pt x="124739" y="516724"/>
                  </a:lnTo>
                  <a:lnTo>
                    <a:pt x="117703" y="518350"/>
                  </a:lnTo>
                  <a:lnTo>
                    <a:pt x="115544" y="522185"/>
                  </a:lnTo>
                  <a:lnTo>
                    <a:pt x="118287" y="529551"/>
                  </a:lnTo>
                  <a:lnTo>
                    <a:pt x="121970" y="530059"/>
                  </a:lnTo>
                  <a:lnTo>
                    <a:pt x="124015" y="527088"/>
                  </a:lnTo>
                  <a:lnTo>
                    <a:pt x="124714" y="526084"/>
                  </a:lnTo>
                  <a:lnTo>
                    <a:pt x="125526" y="525195"/>
                  </a:lnTo>
                  <a:lnTo>
                    <a:pt x="128485" y="520687"/>
                  </a:lnTo>
                  <a:close/>
                </a:path>
                <a:path w="408304" h="682625">
                  <a:moveTo>
                    <a:pt x="136499" y="596874"/>
                  </a:moveTo>
                  <a:lnTo>
                    <a:pt x="123532" y="596874"/>
                  </a:lnTo>
                  <a:lnTo>
                    <a:pt x="123520" y="607733"/>
                  </a:lnTo>
                  <a:lnTo>
                    <a:pt x="130009" y="607733"/>
                  </a:lnTo>
                  <a:lnTo>
                    <a:pt x="136486" y="607733"/>
                  </a:lnTo>
                  <a:lnTo>
                    <a:pt x="136499" y="596874"/>
                  </a:lnTo>
                  <a:close/>
                </a:path>
                <a:path w="408304" h="682625">
                  <a:moveTo>
                    <a:pt x="137858" y="669391"/>
                  </a:moveTo>
                  <a:lnTo>
                    <a:pt x="137452" y="667461"/>
                  </a:lnTo>
                  <a:lnTo>
                    <a:pt x="137477" y="666597"/>
                  </a:lnTo>
                  <a:lnTo>
                    <a:pt x="137464" y="666127"/>
                  </a:lnTo>
                  <a:lnTo>
                    <a:pt x="136626" y="665238"/>
                  </a:lnTo>
                  <a:lnTo>
                    <a:pt x="135991" y="665213"/>
                  </a:lnTo>
                  <a:lnTo>
                    <a:pt x="135737" y="665048"/>
                  </a:lnTo>
                  <a:lnTo>
                    <a:pt x="134645" y="664540"/>
                  </a:lnTo>
                  <a:lnTo>
                    <a:pt x="134975" y="664146"/>
                  </a:lnTo>
                  <a:lnTo>
                    <a:pt x="136893" y="661936"/>
                  </a:lnTo>
                  <a:lnTo>
                    <a:pt x="132537" y="657606"/>
                  </a:lnTo>
                  <a:lnTo>
                    <a:pt x="123710" y="665048"/>
                  </a:lnTo>
                  <a:lnTo>
                    <a:pt x="123596" y="665441"/>
                  </a:lnTo>
                  <a:lnTo>
                    <a:pt x="128333" y="673544"/>
                  </a:lnTo>
                  <a:lnTo>
                    <a:pt x="136906" y="672045"/>
                  </a:lnTo>
                  <a:lnTo>
                    <a:pt x="137858" y="669391"/>
                  </a:lnTo>
                  <a:close/>
                </a:path>
                <a:path w="408304" h="682625">
                  <a:moveTo>
                    <a:pt x="145884" y="571881"/>
                  </a:moveTo>
                  <a:lnTo>
                    <a:pt x="145732" y="571842"/>
                  </a:lnTo>
                  <a:lnTo>
                    <a:pt x="145884" y="571881"/>
                  </a:lnTo>
                  <a:close/>
                </a:path>
                <a:path w="408304" h="682625">
                  <a:moveTo>
                    <a:pt x="148615" y="572909"/>
                  </a:moveTo>
                  <a:lnTo>
                    <a:pt x="145821" y="571881"/>
                  </a:lnTo>
                  <a:lnTo>
                    <a:pt x="141922" y="572071"/>
                  </a:lnTo>
                  <a:lnTo>
                    <a:pt x="141922" y="575411"/>
                  </a:lnTo>
                  <a:lnTo>
                    <a:pt x="145821" y="575589"/>
                  </a:lnTo>
                  <a:lnTo>
                    <a:pt x="148615" y="574573"/>
                  </a:lnTo>
                  <a:lnTo>
                    <a:pt x="148615" y="572909"/>
                  </a:lnTo>
                  <a:close/>
                </a:path>
                <a:path w="408304" h="682625">
                  <a:moveTo>
                    <a:pt x="151828" y="630974"/>
                  </a:moveTo>
                  <a:lnTo>
                    <a:pt x="145427" y="628764"/>
                  </a:lnTo>
                  <a:lnTo>
                    <a:pt x="140677" y="629653"/>
                  </a:lnTo>
                  <a:lnTo>
                    <a:pt x="139077" y="634238"/>
                  </a:lnTo>
                  <a:lnTo>
                    <a:pt x="140652" y="638822"/>
                  </a:lnTo>
                  <a:lnTo>
                    <a:pt x="145427" y="639699"/>
                  </a:lnTo>
                  <a:lnTo>
                    <a:pt x="151777" y="637501"/>
                  </a:lnTo>
                  <a:lnTo>
                    <a:pt x="151828" y="630974"/>
                  </a:lnTo>
                  <a:close/>
                </a:path>
                <a:path w="408304" h="682625">
                  <a:moveTo>
                    <a:pt x="166763" y="529602"/>
                  </a:moveTo>
                  <a:lnTo>
                    <a:pt x="166712" y="514718"/>
                  </a:lnTo>
                  <a:lnTo>
                    <a:pt x="157911" y="513956"/>
                  </a:lnTo>
                  <a:lnTo>
                    <a:pt x="148602" y="513143"/>
                  </a:lnTo>
                  <a:lnTo>
                    <a:pt x="148653" y="528040"/>
                  </a:lnTo>
                  <a:lnTo>
                    <a:pt x="166763" y="529602"/>
                  </a:lnTo>
                  <a:close/>
                </a:path>
                <a:path w="408304" h="682625">
                  <a:moveTo>
                    <a:pt x="171323" y="341579"/>
                  </a:moveTo>
                  <a:lnTo>
                    <a:pt x="152590" y="341579"/>
                  </a:lnTo>
                  <a:lnTo>
                    <a:pt x="152577" y="357263"/>
                  </a:lnTo>
                  <a:lnTo>
                    <a:pt x="161950" y="357263"/>
                  </a:lnTo>
                  <a:lnTo>
                    <a:pt x="171297" y="357263"/>
                  </a:lnTo>
                  <a:lnTo>
                    <a:pt x="171323" y="341579"/>
                  </a:lnTo>
                  <a:close/>
                </a:path>
                <a:path w="408304" h="682625">
                  <a:moveTo>
                    <a:pt x="179400" y="328549"/>
                  </a:moveTo>
                  <a:lnTo>
                    <a:pt x="170992" y="328549"/>
                  </a:lnTo>
                  <a:lnTo>
                    <a:pt x="173304" y="332968"/>
                  </a:lnTo>
                  <a:lnTo>
                    <a:pt x="174485" y="335229"/>
                  </a:lnTo>
                  <a:lnTo>
                    <a:pt x="175895" y="335229"/>
                  </a:lnTo>
                  <a:lnTo>
                    <a:pt x="179400" y="328549"/>
                  </a:lnTo>
                  <a:close/>
                </a:path>
                <a:path w="408304" h="682625">
                  <a:moveTo>
                    <a:pt x="180835" y="296583"/>
                  </a:moveTo>
                  <a:lnTo>
                    <a:pt x="179971" y="294525"/>
                  </a:lnTo>
                  <a:lnTo>
                    <a:pt x="175514" y="293598"/>
                  </a:lnTo>
                  <a:lnTo>
                    <a:pt x="174066" y="295160"/>
                  </a:lnTo>
                  <a:lnTo>
                    <a:pt x="174421" y="297180"/>
                  </a:lnTo>
                  <a:lnTo>
                    <a:pt x="174917" y="299961"/>
                  </a:lnTo>
                  <a:lnTo>
                    <a:pt x="176847" y="300888"/>
                  </a:lnTo>
                  <a:lnTo>
                    <a:pt x="179552" y="300151"/>
                  </a:lnTo>
                  <a:lnTo>
                    <a:pt x="180149" y="299504"/>
                  </a:lnTo>
                  <a:lnTo>
                    <a:pt x="180314" y="298767"/>
                  </a:lnTo>
                  <a:lnTo>
                    <a:pt x="180835" y="296583"/>
                  </a:lnTo>
                  <a:close/>
                </a:path>
                <a:path w="408304" h="682625">
                  <a:moveTo>
                    <a:pt x="190474" y="572516"/>
                  </a:moveTo>
                  <a:lnTo>
                    <a:pt x="175501" y="572516"/>
                  </a:lnTo>
                  <a:lnTo>
                    <a:pt x="175501" y="585038"/>
                  </a:lnTo>
                  <a:lnTo>
                    <a:pt x="182981" y="585038"/>
                  </a:lnTo>
                  <a:lnTo>
                    <a:pt x="190461" y="585038"/>
                  </a:lnTo>
                  <a:lnTo>
                    <a:pt x="190474" y="572516"/>
                  </a:lnTo>
                  <a:close/>
                </a:path>
                <a:path w="408304" h="682625">
                  <a:moveTo>
                    <a:pt x="193433" y="667639"/>
                  </a:moveTo>
                  <a:lnTo>
                    <a:pt x="183184" y="660285"/>
                  </a:lnTo>
                  <a:lnTo>
                    <a:pt x="178574" y="670115"/>
                  </a:lnTo>
                  <a:lnTo>
                    <a:pt x="184861" y="672553"/>
                  </a:lnTo>
                  <a:lnTo>
                    <a:pt x="191122" y="674979"/>
                  </a:lnTo>
                  <a:lnTo>
                    <a:pt x="193433" y="667639"/>
                  </a:lnTo>
                  <a:close/>
                </a:path>
                <a:path w="408304" h="682625">
                  <a:moveTo>
                    <a:pt x="203492" y="93954"/>
                  </a:moveTo>
                  <a:lnTo>
                    <a:pt x="196748" y="93954"/>
                  </a:lnTo>
                  <a:lnTo>
                    <a:pt x="198602" y="97497"/>
                  </a:lnTo>
                  <a:lnTo>
                    <a:pt x="199631" y="99453"/>
                  </a:lnTo>
                  <a:lnTo>
                    <a:pt x="200609" y="99453"/>
                  </a:lnTo>
                  <a:lnTo>
                    <a:pt x="203492" y="93954"/>
                  </a:lnTo>
                  <a:close/>
                </a:path>
                <a:path w="408304" h="682625">
                  <a:moveTo>
                    <a:pt x="204076" y="627557"/>
                  </a:moveTo>
                  <a:lnTo>
                    <a:pt x="196176" y="627557"/>
                  </a:lnTo>
                  <a:lnTo>
                    <a:pt x="196164" y="634174"/>
                  </a:lnTo>
                  <a:lnTo>
                    <a:pt x="200126" y="634174"/>
                  </a:lnTo>
                  <a:lnTo>
                    <a:pt x="204063" y="634174"/>
                  </a:lnTo>
                  <a:lnTo>
                    <a:pt x="204076" y="627557"/>
                  </a:lnTo>
                  <a:close/>
                </a:path>
                <a:path w="408304" h="682625">
                  <a:moveTo>
                    <a:pt x="206895" y="648716"/>
                  </a:moveTo>
                  <a:lnTo>
                    <a:pt x="193357" y="648716"/>
                  </a:lnTo>
                  <a:lnTo>
                    <a:pt x="193344" y="660057"/>
                  </a:lnTo>
                  <a:lnTo>
                    <a:pt x="200126" y="660057"/>
                  </a:lnTo>
                  <a:lnTo>
                    <a:pt x="206883" y="660057"/>
                  </a:lnTo>
                  <a:lnTo>
                    <a:pt x="206895" y="648716"/>
                  </a:lnTo>
                  <a:close/>
                </a:path>
                <a:path w="408304" h="682625">
                  <a:moveTo>
                    <a:pt x="212521" y="98933"/>
                  </a:moveTo>
                  <a:lnTo>
                    <a:pt x="212242" y="97993"/>
                  </a:lnTo>
                  <a:lnTo>
                    <a:pt x="211467" y="97180"/>
                  </a:lnTo>
                  <a:lnTo>
                    <a:pt x="210934" y="96634"/>
                  </a:lnTo>
                  <a:lnTo>
                    <a:pt x="209016" y="94627"/>
                  </a:lnTo>
                  <a:lnTo>
                    <a:pt x="206133" y="97726"/>
                  </a:lnTo>
                  <a:lnTo>
                    <a:pt x="208000" y="99809"/>
                  </a:lnTo>
                  <a:lnTo>
                    <a:pt x="208508" y="100380"/>
                  </a:lnTo>
                  <a:lnTo>
                    <a:pt x="209245" y="101206"/>
                  </a:lnTo>
                  <a:lnTo>
                    <a:pt x="210134" y="101511"/>
                  </a:lnTo>
                  <a:lnTo>
                    <a:pt x="211709" y="100876"/>
                  </a:lnTo>
                  <a:lnTo>
                    <a:pt x="211937" y="100672"/>
                  </a:lnTo>
                  <a:lnTo>
                    <a:pt x="212521" y="98933"/>
                  </a:lnTo>
                  <a:close/>
                </a:path>
                <a:path w="408304" h="682625">
                  <a:moveTo>
                    <a:pt x="216738" y="542759"/>
                  </a:moveTo>
                  <a:lnTo>
                    <a:pt x="211035" y="533857"/>
                  </a:lnTo>
                  <a:lnTo>
                    <a:pt x="210375" y="533044"/>
                  </a:lnTo>
                  <a:lnTo>
                    <a:pt x="206349" y="530580"/>
                  </a:lnTo>
                  <a:lnTo>
                    <a:pt x="199326" y="533044"/>
                  </a:lnTo>
                  <a:lnTo>
                    <a:pt x="197497" y="534619"/>
                  </a:lnTo>
                  <a:lnTo>
                    <a:pt x="192760" y="542277"/>
                  </a:lnTo>
                  <a:lnTo>
                    <a:pt x="195516" y="551256"/>
                  </a:lnTo>
                  <a:lnTo>
                    <a:pt x="205409" y="552716"/>
                  </a:lnTo>
                  <a:lnTo>
                    <a:pt x="208318" y="552132"/>
                  </a:lnTo>
                  <a:lnTo>
                    <a:pt x="209892" y="550379"/>
                  </a:lnTo>
                  <a:lnTo>
                    <a:pt x="216738" y="542759"/>
                  </a:lnTo>
                  <a:close/>
                </a:path>
                <a:path w="408304" h="682625">
                  <a:moveTo>
                    <a:pt x="216928" y="491769"/>
                  </a:moveTo>
                  <a:lnTo>
                    <a:pt x="210781" y="489635"/>
                  </a:lnTo>
                  <a:lnTo>
                    <a:pt x="206324" y="490474"/>
                  </a:lnTo>
                  <a:lnTo>
                    <a:pt x="204825" y="494766"/>
                  </a:lnTo>
                  <a:lnTo>
                    <a:pt x="206298" y="499071"/>
                  </a:lnTo>
                  <a:lnTo>
                    <a:pt x="210781" y="499897"/>
                  </a:lnTo>
                  <a:lnTo>
                    <a:pt x="216865" y="497789"/>
                  </a:lnTo>
                  <a:lnTo>
                    <a:pt x="216928" y="491769"/>
                  </a:lnTo>
                  <a:close/>
                </a:path>
                <a:path w="408304" h="682625">
                  <a:moveTo>
                    <a:pt x="220789" y="78854"/>
                  </a:moveTo>
                  <a:lnTo>
                    <a:pt x="210616" y="78854"/>
                  </a:lnTo>
                  <a:lnTo>
                    <a:pt x="210616" y="87350"/>
                  </a:lnTo>
                  <a:lnTo>
                    <a:pt x="215696" y="87350"/>
                  </a:lnTo>
                  <a:lnTo>
                    <a:pt x="220776" y="87350"/>
                  </a:lnTo>
                  <a:lnTo>
                    <a:pt x="220789" y="78854"/>
                  </a:lnTo>
                  <a:close/>
                </a:path>
                <a:path w="408304" h="682625">
                  <a:moveTo>
                    <a:pt x="224840" y="572363"/>
                  </a:moveTo>
                  <a:lnTo>
                    <a:pt x="218744" y="569607"/>
                  </a:lnTo>
                  <a:lnTo>
                    <a:pt x="213715" y="570293"/>
                  </a:lnTo>
                  <a:lnTo>
                    <a:pt x="212026" y="575424"/>
                  </a:lnTo>
                  <a:lnTo>
                    <a:pt x="213702" y="580555"/>
                  </a:lnTo>
                  <a:lnTo>
                    <a:pt x="218744" y="581228"/>
                  </a:lnTo>
                  <a:lnTo>
                    <a:pt x="224828" y="578472"/>
                  </a:lnTo>
                  <a:lnTo>
                    <a:pt x="224840" y="572363"/>
                  </a:lnTo>
                  <a:close/>
                </a:path>
                <a:path w="408304" h="682625">
                  <a:moveTo>
                    <a:pt x="225755" y="520"/>
                  </a:moveTo>
                  <a:lnTo>
                    <a:pt x="225285" y="0"/>
                  </a:lnTo>
                  <a:lnTo>
                    <a:pt x="223672" y="812"/>
                  </a:lnTo>
                  <a:lnTo>
                    <a:pt x="222580" y="2692"/>
                  </a:lnTo>
                  <a:lnTo>
                    <a:pt x="223253" y="3416"/>
                  </a:lnTo>
                  <a:lnTo>
                    <a:pt x="224993" y="2298"/>
                  </a:lnTo>
                  <a:lnTo>
                    <a:pt x="225755" y="520"/>
                  </a:lnTo>
                  <a:close/>
                </a:path>
                <a:path w="408304" h="682625">
                  <a:moveTo>
                    <a:pt x="226593" y="18707"/>
                  </a:moveTo>
                  <a:lnTo>
                    <a:pt x="217284" y="18707"/>
                  </a:lnTo>
                  <a:lnTo>
                    <a:pt x="217271" y="26504"/>
                  </a:lnTo>
                  <a:lnTo>
                    <a:pt x="221932" y="26504"/>
                  </a:lnTo>
                  <a:lnTo>
                    <a:pt x="226580" y="26504"/>
                  </a:lnTo>
                  <a:lnTo>
                    <a:pt x="226593" y="18707"/>
                  </a:lnTo>
                  <a:close/>
                </a:path>
                <a:path w="408304" h="682625">
                  <a:moveTo>
                    <a:pt x="234213" y="620890"/>
                  </a:moveTo>
                  <a:lnTo>
                    <a:pt x="223850" y="610489"/>
                  </a:lnTo>
                  <a:lnTo>
                    <a:pt x="217055" y="617816"/>
                  </a:lnTo>
                  <a:lnTo>
                    <a:pt x="221488" y="622947"/>
                  </a:lnTo>
                  <a:lnTo>
                    <a:pt x="226695" y="628992"/>
                  </a:lnTo>
                  <a:lnTo>
                    <a:pt x="234213" y="620890"/>
                  </a:lnTo>
                  <a:close/>
                </a:path>
                <a:path w="408304" h="682625">
                  <a:moveTo>
                    <a:pt x="234823" y="54571"/>
                  </a:moveTo>
                  <a:lnTo>
                    <a:pt x="232448" y="53111"/>
                  </a:lnTo>
                  <a:lnTo>
                    <a:pt x="231660" y="52641"/>
                  </a:lnTo>
                  <a:lnTo>
                    <a:pt x="227622" y="52527"/>
                  </a:lnTo>
                  <a:lnTo>
                    <a:pt x="226275" y="56210"/>
                  </a:lnTo>
                  <a:lnTo>
                    <a:pt x="227622" y="59905"/>
                  </a:lnTo>
                  <a:lnTo>
                    <a:pt x="231660" y="59791"/>
                  </a:lnTo>
                  <a:lnTo>
                    <a:pt x="234823" y="57861"/>
                  </a:lnTo>
                  <a:lnTo>
                    <a:pt x="234823" y="54571"/>
                  </a:lnTo>
                  <a:close/>
                </a:path>
                <a:path w="408304" h="682625">
                  <a:moveTo>
                    <a:pt x="235432" y="474573"/>
                  </a:moveTo>
                  <a:lnTo>
                    <a:pt x="234810" y="472084"/>
                  </a:lnTo>
                  <a:lnTo>
                    <a:pt x="233705" y="467715"/>
                  </a:lnTo>
                  <a:lnTo>
                    <a:pt x="223939" y="466648"/>
                  </a:lnTo>
                  <a:lnTo>
                    <a:pt x="220560" y="470966"/>
                  </a:lnTo>
                  <a:lnTo>
                    <a:pt x="221043" y="478066"/>
                  </a:lnTo>
                  <a:lnTo>
                    <a:pt x="222643" y="481291"/>
                  </a:lnTo>
                  <a:lnTo>
                    <a:pt x="230022" y="482688"/>
                  </a:lnTo>
                  <a:lnTo>
                    <a:pt x="232740" y="480174"/>
                  </a:lnTo>
                  <a:lnTo>
                    <a:pt x="232943" y="478536"/>
                  </a:lnTo>
                  <a:lnTo>
                    <a:pt x="233210" y="476326"/>
                  </a:lnTo>
                  <a:lnTo>
                    <a:pt x="235432" y="474573"/>
                  </a:lnTo>
                  <a:close/>
                </a:path>
                <a:path w="408304" h="682625">
                  <a:moveTo>
                    <a:pt x="238353" y="35344"/>
                  </a:moveTo>
                  <a:lnTo>
                    <a:pt x="236664" y="35344"/>
                  </a:lnTo>
                  <a:lnTo>
                    <a:pt x="236664" y="36766"/>
                  </a:lnTo>
                  <a:lnTo>
                    <a:pt x="237515" y="36766"/>
                  </a:lnTo>
                  <a:lnTo>
                    <a:pt x="238353" y="36766"/>
                  </a:lnTo>
                  <a:lnTo>
                    <a:pt x="238353" y="35344"/>
                  </a:lnTo>
                  <a:close/>
                </a:path>
                <a:path w="408304" h="682625">
                  <a:moveTo>
                    <a:pt x="266966" y="669709"/>
                  </a:moveTo>
                  <a:lnTo>
                    <a:pt x="262509" y="664413"/>
                  </a:lnTo>
                  <a:lnTo>
                    <a:pt x="258953" y="666343"/>
                  </a:lnTo>
                  <a:lnTo>
                    <a:pt x="256184" y="667842"/>
                  </a:lnTo>
                  <a:lnTo>
                    <a:pt x="256082" y="671233"/>
                  </a:lnTo>
                  <a:lnTo>
                    <a:pt x="259168" y="674725"/>
                  </a:lnTo>
                  <a:lnTo>
                    <a:pt x="261594" y="674903"/>
                  </a:lnTo>
                  <a:lnTo>
                    <a:pt x="262712" y="673417"/>
                  </a:lnTo>
                  <a:lnTo>
                    <a:pt x="262915" y="673100"/>
                  </a:lnTo>
                  <a:lnTo>
                    <a:pt x="263156" y="672846"/>
                  </a:lnTo>
                  <a:lnTo>
                    <a:pt x="263461" y="672655"/>
                  </a:lnTo>
                  <a:lnTo>
                    <a:pt x="266966" y="669709"/>
                  </a:lnTo>
                  <a:close/>
                </a:path>
                <a:path w="408304" h="682625">
                  <a:moveTo>
                    <a:pt x="309994" y="632231"/>
                  </a:moveTo>
                  <a:lnTo>
                    <a:pt x="306717" y="623646"/>
                  </a:lnTo>
                  <a:lnTo>
                    <a:pt x="302260" y="621576"/>
                  </a:lnTo>
                  <a:lnTo>
                    <a:pt x="295884" y="628446"/>
                  </a:lnTo>
                  <a:lnTo>
                    <a:pt x="297815" y="633247"/>
                  </a:lnTo>
                  <a:lnTo>
                    <a:pt x="301485" y="634885"/>
                  </a:lnTo>
                  <a:lnTo>
                    <a:pt x="305777" y="636778"/>
                  </a:lnTo>
                  <a:lnTo>
                    <a:pt x="309994" y="632231"/>
                  </a:lnTo>
                  <a:close/>
                </a:path>
                <a:path w="408304" h="682625">
                  <a:moveTo>
                    <a:pt x="311213" y="676021"/>
                  </a:moveTo>
                  <a:lnTo>
                    <a:pt x="307822" y="668642"/>
                  </a:lnTo>
                  <a:lnTo>
                    <a:pt x="307047" y="667600"/>
                  </a:lnTo>
                  <a:lnTo>
                    <a:pt x="305879" y="666343"/>
                  </a:lnTo>
                  <a:lnTo>
                    <a:pt x="301218" y="664349"/>
                  </a:lnTo>
                  <a:lnTo>
                    <a:pt x="297040" y="666508"/>
                  </a:lnTo>
                  <a:lnTo>
                    <a:pt x="295046" y="671004"/>
                  </a:lnTo>
                  <a:lnTo>
                    <a:pt x="296900" y="676033"/>
                  </a:lnTo>
                  <a:lnTo>
                    <a:pt x="298056" y="677291"/>
                  </a:lnTo>
                  <a:lnTo>
                    <a:pt x="299021" y="678116"/>
                  </a:lnTo>
                  <a:lnTo>
                    <a:pt x="305854" y="681786"/>
                  </a:lnTo>
                  <a:lnTo>
                    <a:pt x="311213" y="676021"/>
                  </a:lnTo>
                  <a:close/>
                </a:path>
                <a:path w="408304" h="682625">
                  <a:moveTo>
                    <a:pt x="315556" y="595744"/>
                  </a:moveTo>
                  <a:lnTo>
                    <a:pt x="312813" y="588937"/>
                  </a:lnTo>
                  <a:lnTo>
                    <a:pt x="308483" y="585431"/>
                  </a:lnTo>
                  <a:lnTo>
                    <a:pt x="303618" y="587921"/>
                  </a:lnTo>
                  <a:lnTo>
                    <a:pt x="301294" y="593140"/>
                  </a:lnTo>
                  <a:lnTo>
                    <a:pt x="304584" y="597827"/>
                  </a:lnTo>
                  <a:lnTo>
                    <a:pt x="310883" y="600786"/>
                  </a:lnTo>
                  <a:lnTo>
                    <a:pt x="315556" y="595744"/>
                  </a:lnTo>
                  <a:close/>
                </a:path>
                <a:path w="408304" h="682625">
                  <a:moveTo>
                    <a:pt x="383463" y="588632"/>
                  </a:moveTo>
                  <a:lnTo>
                    <a:pt x="375094" y="588632"/>
                  </a:lnTo>
                  <a:lnTo>
                    <a:pt x="377202" y="593534"/>
                  </a:lnTo>
                  <a:lnTo>
                    <a:pt x="378307" y="596087"/>
                  </a:lnTo>
                  <a:lnTo>
                    <a:pt x="380276" y="596087"/>
                  </a:lnTo>
                  <a:lnTo>
                    <a:pt x="383463" y="588632"/>
                  </a:lnTo>
                  <a:close/>
                </a:path>
                <a:path w="408304" h="682625">
                  <a:moveTo>
                    <a:pt x="396811" y="633806"/>
                  </a:moveTo>
                  <a:lnTo>
                    <a:pt x="394373" y="629678"/>
                  </a:lnTo>
                  <a:lnTo>
                    <a:pt x="390156" y="630758"/>
                  </a:lnTo>
                  <a:lnTo>
                    <a:pt x="390105" y="637717"/>
                  </a:lnTo>
                  <a:lnTo>
                    <a:pt x="394398" y="638759"/>
                  </a:lnTo>
                  <a:lnTo>
                    <a:pt x="396049" y="635952"/>
                  </a:lnTo>
                  <a:lnTo>
                    <a:pt x="396811" y="634657"/>
                  </a:lnTo>
                  <a:lnTo>
                    <a:pt x="396811" y="633806"/>
                  </a:lnTo>
                  <a:close/>
                </a:path>
                <a:path w="408304" h="682625">
                  <a:moveTo>
                    <a:pt x="407733" y="670674"/>
                  </a:moveTo>
                  <a:lnTo>
                    <a:pt x="394474" y="670674"/>
                  </a:lnTo>
                  <a:lnTo>
                    <a:pt x="394462" y="681786"/>
                  </a:lnTo>
                  <a:lnTo>
                    <a:pt x="401091" y="681786"/>
                  </a:lnTo>
                  <a:lnTo>
                    <a:pt x="407720" y="681786"/>
                  </a:lnTo>
                  <a:lnTo>
                    <a:pt x="407733" y="670674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 descr=""/>
          <p:cNvSpPr/>
          <p:nvPr/>
        </p:nvSpPr>
        <p:spPr>
          <a:xfrm>
            <a:off x="1467808" y="4291398"/>
            <a:ext cx="47625" cy="154305"/>
          </a:xfrm>
          <a:custGeom>
            <a:avLst/>
            <a:gdLst/>
            <a:ahLst/>
            <a:cxnLst/>
            <a:rect l="l" t="t" r="r" b="b"/>
            <a:pathLst>
              <a:path w="47625" h="154304">
                <a:moveTo>
                  <a:pt x="47506" y="0"/>
                </a:moveTo>
                <a:lnTo>
                  <a:pt x="0" y="0"/>
                </a:lnTo>
                <a:lnTo>
                  <a:pt x="0" y="153785"/>
                </a:lnTo>
                <a:lnTo>
                  <a:pt x="47506" y="153785"/>
                </a:lnTo>
                <a:lnTo>
                  <a:pt x="47506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1251344" y="3628544"/>
            <a:ext cx="496570" cy="694690"/>
            <a:chOff x="1251344" y="3628544"/>
            <a:chExt cx="496570" cy="694690"/>
          </a:xfrm>
        </p:grpSpPr>
        <p:sp>
          <p:nvSpPr>
            <p:cNvPr id="131" name="object 131" descr=""/>
            <p:cNvSpPr/>
            <p:nvPr/>
          </p:nvSpPr>
          <p:spPr>
            <a:xfrm>
              <a:off x="1290041" y="3890096"/>
              <a:ext cx="414655" cy="328930"/>
            </a:xfrm>
            <a:custGeom>
              <a:avLst/>
              <a:gdLst/>
              <a:ahLst/>
              <a:cxnLst/>
              <a:rect l="l" t="t" r="r" b="b"/>
              <a:pathLst>
                <a:path w="414655" h="328929">
                  <a:moveTo>
                    <a:pt x="201512" y="0"/>
                  </a:moveTo>
                  <a:lnTo>
                    <a:pt x="0" y="328544"/>
                  </a:lnTo>
                  <a:lnTo>
                    <a:pt x="414479" y="328544"/>
                  </a:lnTo>
                  <a:lnTo>
                    <a:pt x="20151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491556" y="3890100"/>
              <a:ext cx="213360" cy="328930"/>
            </a:xfrm>
            <a:custGeom>
              <a:avLst/>
              <a:gdLst/>
              <a:ahLst/>
              <a:cxnLst/>
              <a:rect l="l" t="t" r="r" b="b"/>
              <a:pathLst>
                <a:path w="213360" h="328929">
                  <a:moveTo>
                    <a:pt x="0" y="0"/>
                  </a:moveTo>
                  <a:lnTo>
                    <a:pt x="0" y="328544"/>
                  </a:lnTo>
                  <a:lnTo>
                    <a:pt x="212967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51344" y="3994353"/>
              <a:ext cx="496570" cy="328930"/>
            </a:xfrm>
            <a:custGeom>
              <a:avLst/>
              <a:gdLst/>
              <a:ahLst/>
              <a:cxnLst/>
              <a:rect l="l" t="t" r="r" b="b"/>
              <a:pathLst>
                <a:path w="496569" h="328929">
                  <a:moveTo>
                    <a:pt x="241196" y="0"/>
                  </a:moveTo>
                  <a:lnTo>
                    <a:pt x="0" y="328544"/>
                  </a:lnTo>
                  <a:lnTo>
                    <a:pt x="496110" y="328544"/>
                  </a:lnTo>
                  <a:lnTo>
                    <a:pt x="24119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492545" y="3994356"/>
              <a:ext cx="255270" cy="328930"/>
            </a:xfrm>
            <a:custGeom>
              <a:avLst/>
              <a:gdLst/>
              <a:ahLst/>
              <a:cxnLst/>
              <a:rect l="l" t="t" r="r" b="b"/>
              <a:pathLst>
                <a:path w="255269" h="328929">
                  <a:moveTo>
                    <a:pt x="0" y="0"/>
                  </a:moveTo>
                  <a:lnTo>
                    <a:pt x="0" y="328544"/>
                  </a:lnTo>
                  <a:lnTo>
                    <a:pt x="254913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348744" y="3769625"/>
              <a:ext cx="299085" cy="285115"/>
            </a:xfrm>
            <a:custGeom>
              <a:avLst/>
              <a:gdLst/>
              <a:ahLst/>
              <a:cxnLst/>
              <a:rect l="l" t="t" r="r" b="b"/>
              <a:pathLst>
                <a:path w="299085" h="285114">
                  <a:moveTo>
                    <a:pt x="145314" y="0"/>
                  </a:moveTo>
                  <a:lnTo>
                    <a:pt x="0" y="284745"/>
                  </a:lnTo>
                  <a:lnTo>
                    <a:pt x="298891" y="284745"/>
                  </a:lnTo>
                  <a:lnTo>
                    <a:pt x="1453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494062" y="3769626"/>
              <a:ext cx="153670" cy="285115"/>
            </a:xfrm>
            <a:custGeom>
              <a:avLst/>
              <a:gdLst/>
              <a:ahLst/>
              <a:cxnLst/>
              <a:rect l="l" t="t" r="r" b="b"/>
              <a:pathLst>
                <a:path w="153669" h="285114">
                  <a:moveTo>
                    <a:pt x="0" y="0"/>
                  </a:moveTo>
                  <a:lnTo>
                    <a:pt x="0" y="284745"/>
                  </a:lnTo>
                  <a:lnTo>
                    <a:pt x="153576" y="284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420228" y="3628544"/>
              <a:ext cx="148590" cy="267335"/>
            </a:xfrm>
            <a:custGeom>
              <a:avLst/>
              <a:gdLst/>
              <a:ahLst/>
              <a:cxnLst/>
              <a:rect l="l" t="t" r="r" b="b"/>
              <a:pathLst>
                <a:path w="148590" h="267335">
                  <a:moveTo>
                    <a:pt x="72186" y="0"/>
                  </a:moveTo>
                  <a:lnTo>
                    <a:pt x="0" y="267175"/>
                  </a:lnTo>
                  <a:lnTo>
                    <a:pt x="148477" y="267175"/>
                  </a:lnTo>
                  <a:lnTo>
                    <a:pt x="7218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492414" y="3628547"/>
              <a:ext cx="76835" cy="267335"/>
            </a:xfrm>
            <a:custGeom>
              <a:avLst/>
              <a:gdLst/>
              <a:ahLst/>
              <a:cxnLst/>
              <a:rect l="l" t="t" r="r" b="b"/>
              <a:pathLst>
                <a:path w="76834" h="267335">
                  <a:moveTo>
                    <a:pt x="0" y="0"/>
                  </a:moveTo>
                  <a:lnTo>
                    <a:pt x="0" y="267175"/>
                  </a:lnTo>
                  <a:lnTo>
                    <a:pt x="76290" y="2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370596" y="3722045"/>
              <a:ext cx="327025" cy="583565"/>
            </a:xfrm>
            <a:custGeom>
              <a:avLst/>
              <a:gdLst/>
              <a:ahLst/>
              <a:cxnLst/>
              <a:rect l="l" t="t" r="r" b="b"/>
              <a:pathLst>
                <a:path w="327025" h="583564">
                  <a:moveTo>
                    <a:pt x="9436" y="405041"/>
                  </a:moveTo>
                  <a:lnTo>
                    <a:pt x="8991" y="403910"/>
                  </a:lnTo>
                  <a:lnTo>
                    <a:pt x="0" y="407289"/>
                  </a:lnTo>
                  <a:lnTo>
                    <a:pt x="711" y="409155"/>
                  </a:lnTo>
                  <a:lnTo>
                    <a:pt x="1892" y="408597"/>
                  </a:lnTo>
                  <a:lnTo>
                    <a:pt x="9436" y="405041"/>
                  </a:lnTo>
                  <a:close/>
                </a:path>
                <a:path w="327025" h="583564">
                  <a:moveTo>
                    <a:pt x="21412" y="366014"/>
                  </a:moveTo>
                  <a:lnTo>
                    <a:pt x="15532" y="366014"/>
                  </a:lnTo>
                  <a:lnTo>
                    <a:pt x="15532" y="370941"/>
                  </a:lnTo>
                  <a:lnTo>
                    <a:pt x="18465" y="370941"/>
                  </a:lnTo>
                  <a:lnTo>
                    <a:pt x="21399" y="370941"/>
                  </a:lnTo>
                  <a:lnTo>
                    <a:pt x="21412" y="366014"/>
                  </a:lnTo>
                  <a:close/>
                </a:path>
                <a:path w="327025" h="583564">
                  <a:moveTo>
                    <a:pt x="29870" y="297230"/>
                  </a:moveTo>
                  <a:lnTo>
                    <a:pt x="26809" y="297230"/>
                  </a:lnTo>
                  <a:lnTo>
                    <a:pt x="26809" y="299796"/>
                  </a:lnTo>
                  <a:lnTo>
                    <a:pt x="28346" y="299796"/>
                  </a:lnTo>
                  <a:lnTo>
                    <a:pt x="29870" y="299796"/>
                  </a:lnTo>
                  <a:lnTo>
                    <a:pt x="29870" y="297230"/>
                  </a:lnTo>
                  <a:close/>
                </a:path>
                <a:path w="327025" h="583564">
                  <a:moveTo>
                    <a:pt x="35610" y="261454"/>
                  </a:moveTo>
                  <a:lnTo>
                    <a:pt x="32346" y="261454"/>
                  </a:lnTo>
                  <a:lnTo>
                    <a:pt x="32499" y="263525"/>
                  </a:lnTo>
                  <a:lnTo>
                    <a:pt x="32588" y="264947"/>
                  </a:lnTo>
                  <a:lnTo>
                    <a:pt x="32664" y="265493"/>
                  </a:lnTo>
                  <a:lnTo>
                    <a:pt x="33159" y="268008"/>
                  </a:lnTo>
                  <a:lnTo>
                    <a:pt x="34823" y="268008"/>
                  </a:lnTo>
                  <a:lnTo>
                    <a:pt x="35306" y="265493"/>
                  </a:lnTo>
                  <a:lnTo>
                    <a:pt x="35382" y="264947"/>
                  </a:lnTo>
                  <a:lnTo>
                    <a:pt x="35610" y="261454"/>
                  </a:lnTo>
                  <a:close/>
                </a:path>
                <a:path w="327025" h="583564">
                  <a:moveTo>
                    <a:pt x="45770" y="401701"/>
                  </a:moveTo>
                  <a:lnTo>
                    <a:pt x="45478" y="400227"/>
                  </a:lnTo>
                  <a:lnTo>
                    <a:pt x="42608" y="399529"/>
                  </a:lnTo>
                  <a:lnTo>
                    <a:pt x="41795" y="399618"/>
                  </a:lnTo>
                  <a:lnTo>
                    <a:pt x="35394" y="401154"/>
                  </a:lnTo>
                  <a:lnTo>
                    <a:pt x="38963" y="409714"/>
                  </a:lnTo>
                  <a:lnTo>
                    <a:pt x="43218" y="405739"/>
                  </a:lnTo>
                  <a:lnTo>
                    <a:pt x="44653" y="404380"/>
                  </a:lnTo>
                  <a:lnTo>
                    <a:pt x="45770" y="401701"/>
                  </a:lnTo>
                  <a:close/>
                </a:path>
                <a:path w="327025" h="583564">
                  <a:moveTo>
                    <a:pt x="55219" y="286613"/>
                  </a:moveTo>
                  <a:lnTo>
                    <a:pt x="55029" y="286080"/>
                  </a:lnTo>
                  <a:lnTo>
                    <a:pt x="52184" y="281609"/>
                  </a:lnTo>
                  <a:lnTo>
                    <a:pt x="47917" y="286181"/>
                  </a:lnTo>
                  <a:lnTo>
                    <a:pt x="51117" y="288556"/>
                  </a:lnTo>
                  <a:lnTo>
                    <a:pt x="52070" y="289267"/>
                  </a:lnTo>
                  <a:lnTo>
                    <a:pt x="52578" y="289483"/>
                  </a:lnTo>
                  <a:lnTo>
                    <a:pt x="54546" y="289458"/>
                  </a:lnTo>
                  <a:lnTo>
                    <a:pt x="55206" y="288734"/>
                  </a:lnTo>
                  <a:lnTo>
                    <a:pt x="55219" y="286613"/>
                  </a:lnTo>
                  <a:close/>
                </a:path>
                <a:path w="327025" h="583564">
                  <a:moveTo>
                    <a:pt x="55295" y="323659"/>
                  </a:moveTo>
                  <a:lnTo>
                    <a:pt x="44132" y="319138"/>
                  </a:lnTo>
                  <a:lnTo>
                    <a:pt x="41440" y="328993"/>
                  </a:lnTo>
                  <a:lnTo>
                    <a:pt x="47104" y="330695"/>
                  </a:lnTo>
                  <a:lnTo>
                    <a:pt x="53251" y="332524"/>
                  </a:lnTo>
                  <a:lnTo>
                    <a:pt x="55295" y="323659"/>
                  </a:lnTo>
                  <a:close/>
                </a:path>
                <a:path w="327025" h="583564">
                  <a:moveTo>
                    <a:pt x="55765" y="223786"/>
                  </a:moveTo>
                  <a:lnTo>
                    <a:pt x="51689" y="223786"/>
                  </a:lnTo>
                  <a:lnTo>
                    <a:pt x="51689" y="227203"/>
                  </a:lnTo>
                  <a:lnTo>
                    <a:pt x="53733" y="227203"/>
                  </a:lnTo>
                  <a:lnTo>
                    <a:pt x="55765" y="227203"/>
                  </a:lnTo>
                  <a:lnTo>
                    <a:pt x="55765" y="223786"/>
                  </a:lnTo>
                  <a:close/>
                </a:path>
                <a:path w="327025" h="583564">
                  <a:moveTo>
                    <a:pt x="65087" y="361315"/>
                  </a:moveTo>
                  <a:lnTo>
                    <a:pt x="63271" y="357555"/>
                  </a:lnTo>
                  <a:lnTo>
                    <a:pt x="58293" y="357555"/>
                  </a:lnTo>
                  <a:lnTo>
                    <a:pt x="56476" y="361315"/>
                  </a:lnTo>
                  <a:lnTo>
                    <a:pt x="58610" y="363220"/>
                  </a:lnTo>
                  <a:lnTo>
                    <a:pt x="60261" y="364693"/>
                  </a:lnTo>
                  <a:lnTo>
                    <a:pt x="61290" y="364705"/>
                  </a:lnTo>
                  <a:lnTo>
                    <a:pt x="65087" y="361315"/>
                  </a:lnTo>
                  <a:close/>
                </a:path>
                <a:path w="327025" h="583564">
                  <a:moveTo>
                    <a:pt x="74206" y="156616"/>
                  </a:moveTo>
                  <a:lnTo>
                    <a:pt x="74104" y="154660"/>
                  </a:lnTo>
                  <a:lnTo>
                    <a:pt x="72440" y="150863"/>
                  </a:lnTo>
                  <a:lnTo>
                    <a:pt x="69151" y="151091"/>
                  </a:lnTo>
                  <a:lnTo>
                    <a:pt x="65544" y="153276"/>
                  </a:lnTo>
                  <a:lnTo>
                    <a:pt x="65201" y="156121"/>
                  </a:lnTo>
                  <a:lnTo>
                    <a:pt x="66675" y="157645"/>
                  </a:lnTo>
                  <a:lnTo>
                    <a:pt x="68732" y="159778"/>
                  </a:lnTo>
                  <a:lnTo>
                    <a:pt x="70827" y="159537"/>
                  </a:lnTo>
                  <a:lnTo>
                    <a:pt x="72618" y="157988"/>
                  </a:lnTo>
                  <a:lnTo>
                    <a:pt x="74206" y="156616"/>
                  </a:lnTo>
                  <a:close/>
                </a:path>
                <a:path w="327025" h="583564">
                  <a:moveTo>
                    <a:pt x="87274" y="122453"/>
                  </a:moveTo>
                  <a:lnTo>
                    <a:pt x="85458" y="111836"/>
                  </a:lnTo>
                  <a:lnTo>
                    <a:pt x="79095" y="110566"/>
                  </a:lnTo>
                  <a:lnTo>
                    <a:pt x="73723" y="113220"/>
                  </a:lnTo>
                  <a:lnTo>
                    <a:pt x="67475" y="119278"/>
                  </a:lnTo>
                  <a:lnTo>
                    <a:pt x="69507" y="128168"/>
                  </a:lnTo>
                  <a:lnTo>
                    <a:pt x="75260" y="129438"/>
                  </a:lnTo>
                  <a:lnTo>
                    <a:pt x="77889" y="130022"/>
                  </a:lnTo>
                  <a:lnTo>
                    <a:pt x="80530" y="130022"/>
                  </a:lnTo>
                  <a:lnTo>
                    <a:pt x="85953" y="125641"/>
                  </a:lnTo>
                  <a:lnTo>
                    <a:pt x="87274" y="122453"/>
                  </a:lnTo>
                  <a:close/>
                </a:path>
                <a:path w="327025" h="583564">
                  <a:moveTo>
                    <a:pt x="87807" y="204203"/>
                  </a:moveTo>
                  <a:lnTo>
                    <a:pt x="87553" y="201739"/>
                  </a:lnTo>
                  <a:lnTo>
                    <a:pt x="87045" y="201168"/>
                  </a:lnTo>
                  <a:lnTo>
                    <a:pt x="86169" y="201079"/>
                  </a:lnTo>
                  <a:lnTo>
                    <a:pt x="84721" y="200901"/>
                  </a:lnTo>
                  <a:lnTo>
                    <a:pt x="84582" y="201015"/>
                  </a:lnTo>
                  <a:lnTo>
                    <a:pt x="84607" y="188455"/>
                  </a:lnTo>
                  <a:lnTo>
                    <a:pt x="65189" y="188455"/>
                  </a:lnTo>
                  <a:lnTo>
                    <a:pt x="65163" y="204279"/>
                  </a:lnTo>
                  <a:lnTo>
                    <a:pt x="63741" y="199885"/>
                  </a:lnTo>
                  <a:lnTo>
                    <a:pt x="56553" y="196545"/>
                  </a:lnTo>
                  <a:lnTo>
                    <a:pt x="49364" y="199885"/>
                  </a:lnTo>
                  <a:lnTo>
                    <a:pt x="46964" y="207238"/>
                  </a:lnTo>
                  <a:lnTo>
                    <a:pt x="49364" y="214591"/>
                  </a:lnTo>
                  <a:lnTo>
                    <a:pt x="56553" y="217932"/>
                  </a:lnTo>
                  <a:lnTo>
                    <a:pt x="63728" y="214591"/>
                  </a:lnTo>
                  <a:lnTo>
                    <a:pt x="66128" y="207238"/>
                  </a:lnTo>
                  <a:lnTo>
                    <a:pt x="65303" y="204724"/>
                  </a:lnTo>
                  <a:lnTo>
                    <a:pt x="74891" y="204724"/>
                  </a:lnTo>
                  <a:lnTo>
                    <a:pt x="81508" y="204724"/>
                  </a:lnTo>
                  <a:lnTo>
                    <a:pt x="81407" y="204863"/>
                  </a:lnTo>
                  <a:lnTo>
                    <a:pt x="84150" y="207822"/>
                  </a:lnTo>
                  <a:lnTo>
                    <a:pt x="86296" y="205867"/>
                  </a:lnTo>
                  <a:lnTo>
                    <a:pt x="87376" y="204889"/>
                  </a:lnTo>
                  <a:lnTo>
                    <a:pt x="87807" y="204203"/>
                  </a:lnTo>
                  <a:close/>
                </a:path>
                <a:path w="327025" h="583564">
                  <a:moveTo>
                    <a:pt x="88773" y="159131"/>
                  </a:moveTo>
                  <a:lnTo>
                    <a:pt x="86017" y="156565"/>
                  </a:lnTo>
                  <a:lnTo>
                    <a:pt x="84950" y="156375"/>
                  </a:lnTo>
                  <a:lnTo>
                    <a:pt x="79717" y="157721"/>
                  </a:lnTo>
                  <a:lnTo>
                    <a:pt x="79717" y="162445"/>
                  </a:lnTo>
                  <a:lnTo>
                    <a:pt x="82562" y="163182"/>
                  </a:lnTo>
                  <a:lnTo>
                    <a:pt x="84924" y="163791"/>
                  </a:lnTo>
                  <a:lnTo>
                    <a:pt x="85991" y="163626"/>
                  </a:lnTo>
                  <a:lnTo>
                    <a:pt x="88773" y="161048"/>
                  </a:lnTo>
                  <a:lnTo>
                    <a:pt x="88773" y="159131"/>
                  </a:lnTo>
                  <a:close/>
                </a:path>
                <a:path w="327025" h="583564">
                  <a:moveTo>
                    <a:pt x="95338" y="410489"/>
                  </a:moveTo>
                  <a:lnTo>
                    <a:pt x="94234" y="409486"/>
                  </a:lnTo>
                  <a:lnTo>
                    <a:pt x="90881" y="408025"/>
                  </a:lnTo>
                  <a:lnTo>
                    <a:pt x="88988" y="410057"/>
                  </a:lnTo>
                  <a:lnTo>
                    <a:pt x="89611" y="411721"/>
                  </a:lnTo>
                  <a:lnTo>
                    <a:pt x="90335" y="413677"/>
                  </a:lnTo>
                  <a:lnTo>
                    <a:pt x="91287" y="414870"/>
                  </a:lnTo>
                  <a:lnTo>
                    <a:pt x="94335" y="414477"/>
                  </a:lnTo>
                  <a:lnTo>
                    <a:pt x="94970" y="413804"/>
                  </a:lnTo>
                  <a:lnTo>
                    <a:pt x="95338" y="410489"/>
                  </a:lnTo>
                  <a:close/>
                </a:path>
                <a:path w="327025" h="583564">
                  <a:moveTo>
                    <a:pt x="95961" y="300253"/>
                  </a:moveTo>
                  <a:lnTo>
                    <a:pt x="90004" y="291820"/>
                  </a:lnTo>
                  <a:lnTo>
                    <a:pt x="84162" y="298056"/>
                  </a:lnTo>
                  <a:lnTo>
                    <a:pt x="88646" y="301739"/>
                  </a:lnTo>
                  <a:lnTo>
                    <a:pt x="92024" y="304520"/>
                  </a:lnTo>
                  <a:lnTo>
                    <a:pt x="95961" y="300253"/>
                  </a:lnTo>
                  <a:close/>
                </a:path>
                <a:path w="327025" h="583564">
                  <a:moveTo>
                    <a:pt x="96037" y="107188"/>
                  </a:moveTo>
                  <a:lnTo>
                    <a:pt x="93230" y="107188"/>
                  </a:lnTo>
                  <a:lnTo>
                    <a:pt x="93230" y="109550"/>
                  </a:lnTo>
                  <a:lnTo>
                    <a:pt x="94627" y="109550"/>
                  </a:lnTo>
                  <a:lnTo>
                    <a:pt x="96037" y="109550"/>
                  </a:lnTo>
                  <a:lnTo>
                    <a:pt x="96037" y="107188"/>
                  </a:lnTo>
                  <a:close/>
                </a:path>
                <a:path w="327025" h="583564">
                  <a:moveTo>
                    <a:pt x="96405" y="364629"/>
                  </a:moveTo>
                  <a:lnTo>
                    <a:pt x="87210" y="364629"/>
                  </a:lnTo>
                  <a:lnTo>
                    <a:pt x="87210" y="372325"/>
                  </a:lnTo>
                  <a:lnTo>
                    <a:pt x="91808" y="372325"/>
                  </a:lnTo>
                  <a:lnTo>
                    <a:pt x="96405" y="372325"/>
                  </a:lnTo>
                  <a:lnTo>
                    <a:pt x="96405" y="364629"/>
                  </a:lnTo>
                  <a:close/>
                </a:path>
                <a:path w="327025" h="583564">
                  <a:moveTo>
                    <a:pt x="96520" y="71678"/>
                  </a:moveTo>
                  <a:lnTo>
                    <a:pt x="95897" y="69545"/>
                  </a:lnTo>
                  <a:lnTo>
                    <a:pt x="93586" y="61658"/>
                  </a:lnTo>
                  <a:lnTo>
                    <a:pt x="85178" y="70739"/>
                  </a:lnTo>
                  <a:lnTo>
                    <a:pt x="94462" y="73914"/>
                  </a:lnTo>
                  <a:lnTo>
                    <a:pt x="96520" y="71678"/>
                  </a:lnTo>
                  <a:close/>
                </a:path>
                <a:path w="327025" h="583564">
                  <a:moveTo>
                    <a:pt x="99987" y="504621"/>
                  </a:moveTo>
                  <a:lnTo>
                    <a:pt x="83642" y="504621"/>
                  </a:lnTo>
                  <a:lnTo>
                    <a:pt x="83629" y="518312"/>
                  </a:lnTo>
                  <a:lnTo>
                    <a:pt x="91808" y="518312"/>
                  </a:lnTo>
                  <a:lnTo>
                    <a:pt x="99974" y="518312"/>
                  </a:lnTo>
                  <a:lnTo>
                    <a:pt x="99987" y="504621"/>
                  </a:lnTo>
                  <a:close/>
                </a:path>
                <a:path w="327025" h="583564">
                  <a:moveTo>
                    <a:pt x="106489" y="338302"/>
                  </a:moveTo>
                  <a:lnTo>
                    <a:pt x="103390" y="335038"/>
                  </a:lnTo>
                  <a:lnTo>
                    <a:pt x="102654" y="334391"/>
                  </a:lnTo>
                  <a:lnTo>
                    <a:pt x="99606" y="332473"/>
                  </a:lnTo>
                  <a:lnTo>
                    <a:pt x="97663" y="333730"/>
                  </a:lnTo>
                  <a:lnTo>
                    <a:pt x="96888" y="335737"/>
                  </a:lnTo>
                  <a:lnTo>
                    <a:pt x="96469" y="336537"/>
                  </a:lnTo>
                  <a:lnTo>
                    <a:pt x="96253" y="337400"/>
                  </a:lnTo>
                  <a:lnTo>
                    <a:pt x="96227" y="338302"/>
                  </a:lnTo>
                  <a:lnTo>
                    <a:pt x="95821" y="341249"/>
                  </a:lnTo>
                  <a:lnTo>
                    <a:pt x="97421" y="345351"/>
                  </a:lnTo>
                  <a:lnTo>
                    <a:pt x="101790" y="344805"/>
                  </a:lnTo>
                  <a:lnTo>
                    <a:pt x="102527" y="344678"/>
                  </a:lnTo>
                  <a:lnTo>
                    <a:pt x="106057" y="342607"/>
                  </a:lnTo>
                  <a:lnTo>
                    <a:pt x="106489" y="338302"/>
                  </a:lnTo>
                  <a:close/>
                </a:path>
                <a:path w="327025" h="583564">
                  <a:moveTo>
                    <a:pt x="107924" y="1003"/>
                  </a:moveTo>
                  <a:lnTo>
                    <a:pt x="107492" y="1193"/>
                  </a:lnTo>
                  <a:lnTo>
                    <a:pt x="107645" y="1727"/>
                  </a:lnTo>
                  <a:lnTo>
                    <a:pt x="107708" y="2044"/>
                  </a:lnTo>
                  <a:lnTo>
                    <a:pt x="107924" y="1003"/>
                  </a:lnTo>
                  <a:close/>
                </a:path>
                <a:path w="327025" h="583564">
                  <a:moveTo>
                    <a:pt x="109829" y="4495"/>
                  </a:moveTo>
                  <a:lnTo>
                    <a:pt x="108292" y="2717"/>
                  </a:lnTo>
                  <a:lnTo>
                    <a:pt x="107708" y="2044"/>
                  </a:lnTo>
                  <a:lnTo>
                    <a:pt x="107607" y="2489"/>
                  </a:lnTo>
                  <a:lnTo>
                    <a:pt x="107632" y="1955"/>
                  </a:lnTo>
                  <a:lnTo>
                    <a:pt x="107111" y="1358"/>
                  </a:lnTo>
                  <a:lnTo>
                    <a:pt x="107492" y="1193"/>
                  </a:lnTo>
                  <a:lnTo>
                    <a:pt x="107454" y="1066"/>
                  </a:lnTo>
                  <a:lnTo>
                    <a:pt x="105664" y="25"/>
                  </a:lnTo>
                  <a:lnTo>
                    <a:pt x="104444" y="0"/>
                  </a:lnTo>
                  <a:lnTo>
                    <a:pt x="102349" y="1727"/>
                  </a:lnTo>
                  <a:lnTo>
                    <a:pt x="101282" y="3302"/>
                  </a:lnTo>
                  <a:lnTo>
                    <a:pt x="102730" y="7035"/>
                  </a:lnTo>
                  <a:lnTo>
                    <a:pt x="103720" y="8039"/>
                  </a:lnTo>
                  <a:lnTo>
                    <a:pt x="108686" y="8293"/>
                  </a:lnTo>
                  <a:lnTo>
                    <a:pt x="109829" y="4495"/>
                  </a:lnTo>
                  <a:close/>
                </a:path>
                <a:path w="327025" h="583564">
                  <a:moveTo>
                    <a:pt x="110401" y="225171"/>
                  </a:moveTo>
                  <a:lnTo>
                    <a:pt x="107543" y="219671"/>
                  </a:lnTo>
                  <a:lnTo>
                    <a:pt x="102501" y="223164"/>
                  </a:lnTo>
                  <a:lnTo>
                    <a:pt x="101993" y="225552"/>
                  </a:lnTo>
                  <a:lnTo>
                    <a:pt x="104559" y="230479"/>
                  </a:lnTo>
                  <a:lnTo>
                    <a:pt x="108813" y="228727"/>
                  </a:lnTo>
                  <a:lnTo>
                    <a:pt x="108089" y="226695"/>
                  </a:lnTo>
                  <a:lnTo>
                    <a:pt x="107975" y="226364"/>
                  </a:lnTo>
                  <a:lnTo>
                    <a:pt x="109054" y="225831"/>
                  </a:lnTo>
                  <a:lnTo>
                    <a:pt x="110401" y="225171"/>
                  </a:lnTo>
                  <a:close/>
                </a:path>
                <a:path w="327025" h="583564">
                  <a:moveTo>
                    <a:pt x="116357" y="262839"/>
                  </a:moveTo>
                  <a:lnTo>
                    <a:pt x="109410" y="258559"/>
                  </a:lnTo>
                  <a:lnTo>
                    <a:pt x="105283" y="261048"/>
                  </a:lnTo>
                  <a:lnTo>
                    <a:pt x="105283" y="269049"/>
                  </a:lnTo>
                  <a:lnTo>
                    <a:pt x="109410" y="271538"/>
                  </a:lnTo>
                  <a:lnTo>
                    <a:pt x="112598" y="269570"/>
                  </a:lnTo>
                  <a:lnTo>
                    <a:pt x="116357" y="267258"/>
                  </a:lnTo>
                  <a:lnTo>
                    <a:pt x="116357" y="262839"/>
                  </a:lnTo>
                  <a:close/>
                </a:path>
                <a:path w="327025" h="583564">
                  <a:moveTo>
                    <a:pt x="121170" y="72783"/>
                  </a:moveTo>
                  <a:lnTo>
                    <a:pt x="116408" y="70408"/>
                  </a:lnTo>
                  <a:lnTo>
                    <a:pt x="116408" y="76352"/>
                  </a:lnTo>
                  <a:lnTo>
                    <a:pt x="119405" y="74866"/>
                  </a:lnTo>
                  <a:lnTo>
                    <a:pt x="119773" y="74676"/>
                  </a:lnTo>
                  <a:lnTo>
                    <a:pt x="120154" y="74498"/>
                  </a:lnTo>
                  <a:lnTo>
                    <a:pt x="121170" y="73977"/>
                  </a:lnTo>
                  <a:lnTo>
                    <a:pt x="121170" y="72783"/>
                  </a:lnTo>
                  <a:close/>
                </a:path>
                <a:path w="327025" h="583564">
                  <a:moveTo>
                    <a:pt x="121881" y="121221"/>
                  </a:moveTo>
                  <a:lnTo>
                    <a:pt x="116560" y="115481"/>
                  </a:lnTo>
                  <a:lnTo>
                    <a:pt x="113118" y="119189"/>
                  </a:lnTo>
                  <a:lnTo>
                    <a:pt x="108991" y="123647"/>
                  </a:lnTo>
                  <a:lnTo>
                    <a:pt x="114312" y="129400"/>
                  </a:lnTo>
                  <a:lnTo>
                    <a:pt x="121881" y="121221"/>
                  </a:lnTo>
                  <a:close/>
                </a:path>
                <a:path w="327025" h="583564">
                  <a:moveTo>
                    <a:pt x="125958" y="185483"/>
                  </a:moveTo>
                  <a:lnTo>
                    <a:pt x="124345" y="183438"/>
                  </a:lnTo>
                  <a:lnTo>
                    <a:pt x="123786" y="183222"/>
                  </a:lnTo>
                  <a:lnTo>
                    <a:pt x="117551" y="182181"/>
                  </a:lnTo>
                  <a:lnTo>
                    <a:pt x="117525" y="189712"/>
                  </a:lnTo>
                  <a:lnTo>
                    <a:pt x="122199" y="188937"/>
                  </a:lnTo>
                  <a:lnTo>
                    <a:pt x="123786" y="188671"/>
                  </a:lnTo>
                  <a:lnTo>
                    <a:pt x="124345" y="188455"/>
                  </a:lnTo>
                  <a:lnTo>
                    <a:pt x="125958" y="186410"/>
                  </a:lnTo>
                  <a:lnTo>
                    <a:pt x="125958" y="185483"/>
                  </a:lnTo>
                  <a:close/>
                </a:path>
                <a:path w="327025" h="583564">
                  <a:moveTo>
                    <a:pt x="128092" y="18211"/>
                  </a:moveTo>
                  <a:lnTo>
                    <a:pt x="123393" y="14770"/>
                  </a:lnTo>
                  <a:lnTo>
                    <a:pt x="123393" y="22479"/>
                  </a:lnTo>
                  <a:lnTo>
                    <a:pt x="126504" y="20193"/>
                  </a:lnTo>
                  <a:lnTo>
                    <a:pt x="128092" y="19037"/>
                  </a:lnTo>
                  <a:lnTo>
                    <a:pt x="128092" y="18211"/>
                  </a:lnTo>
                  <a:close/>
                </a:path>
                <a:path w="327025" h="583564">
                  <a:moveTo>
                    <a:pt x="131114" y="319392"/>
                  </a:moveTo>
                  <a:lnTo>
                    <a:pt x="121437" y="318173"/>
                  </a:lnTo>
                  <a:lnTo>
                    <a:pt x="121716" y="324383"/>
                  </a:lnTo>
                  <a:lnTo>
                    <a:pt x="121780" y="325831"/>
                  </a:lnTo>
                  <a:lnTo>
                    <a:pt x="122047" y="326872"/>
                  </a:lnTo>
                  <a:lnTo>
                    <a:pt x="123228" y="329438"/>
                  </a:lnTo>
                  <a:lnTo>
                    <a:pt x="124599" y="330085"/>
                  </a:lnTo>
                  <a:lnTo>
                    <a:pt x="127609" y="330212"/>
                  </a:lnTo>
                  <a:lnTo>
                    <a:pt x="129019" y="329107"/>
                  </a:lnTo>
                  <a:lnTo>
                    <a:pt x="129425" y="327063"/>
                  </a:lnTo>
                  <a:lnTo>
                    <a:pt x="129336" y="326174"/>
                  </a:lnTo>
                  <a:lnTo>
                    <a:pt x="131114" y="319392"/>
                  </a:lnTo>
                  <a:close/>
                </a:path>
                <a:path w="327025" h="583564">
                  <a:moveTo>
                    <a:pt x="136677" y="77330"/>
                  </a:moveTo>
                  <a:lnTo>
                    <a:pt x="131572" y="77330"/>
                  </a:lnTo>
                  <a:lnTo>
                    <a:pt x="131572" y="81610"/>
                  </a:lnTo>
                  <a:lnTo>
                    <a:pt x="134124" y="81610"/>
                  </a:lnTo>
                  <a:lnTo>
                    <a:pt x="136677" y="81610"/>
                  </a:lnTo>
                  <a:lnTo>
                    <a:pt x="136677" y="77330"/>
                  </a:lnTo>
                  <a:close/>
                </a:path>
                <a:path w="327025" h="583564">
                  <a:moveTo>
                    <a:pt x="140131" y="61912"/>
                  </a:moveTo>
                  <a:lnTo>
                    <a:pt x="137731" y="54254"/>
                  </a:lnTo>
                  <a:lnTo>
                    <a:pt x="125590" y="59410"/>
                  </a:lnTo>
                  <a:lnTo>
                    <a:pt x="129794" y="69011"/>
                  </a:lnTo>
                  <a:lnTo>
                    <a:pt x="134988" y="65443"/>
                  </a:lnTo>
                  <a:lnTo>
                    <a:pt x="140131" y="61912"/>
                  </a:lnTo>
                  <a:close/>
                </a:path>
                <a:path w="327025" h="583564">
                  <a:moveTo>
                    <a:pt x="141808" y="140779"/>
                  </a:moveTo>
                  <a:lnTo>
                    <a:pt x="138988" y="136245"/>
                  </a:lnTo>
                  <a:lnTo>
                    <a:pt x="137706" y="135229"/>
                  </a:lnTo>
                  <a:lnTo>
                    <a:pt x="131953" y="134289"/>
                  </a:lnTo>
                  <a:lnTo>
                    <a:pt x="127889" y="138658"/>
                  </a:lnTo>
                  <a:lnTo>
                    <a:pt x="127342" y="144894"/>
                  </a:lnTo>
                  <a:lnTo>
                    <a:pt x="132130" y="149504"/>
                  </a:lnTo>
                  <a:lnTo>
                    <a:pt x="133604" y="149999"/>
                  </a:lnTo>
                  <a:lnTo>
                    <a:pt x="138696" y="149631"/>
                  </a:lnTo>
                  <a:lnTo>
                    <a:pt x="141579" y="145897"/>
                  </a:lnTo>
                  <a:lnTo>
                    <a:pt x="141808" y="140779"/>
                  </a:lnTo>
                  <a:close/>
                </a:path>
                <a:path w="327025" h="583564">
                  <a:moveTo>
                    <a:pt x="142062" y="246380"/>
                  </a:moveTo>
                  <a:lnTo>
                    <a:pt x="137464" y="246380"/>
                  </a:lnTo>
                  <a:lnTo>
                    <a:pt x="137464" y="250240"/>
                  </a:lnTo>
                  <a:lnTo>
                    <a:pt x="139763" y="250240"/>
                  </a:lnTo>
                  <a:lnTo>
                    <a:pt x="142062" y="250240"/>
                  </a:lnTo>
                  <a:lnTo>
                    <a:pt x="142062" y="246380"/>
                  </a:lnTo>
                  <a:close/>
                </a:path>
                <a:path w="327025" h="583564">
                  <a:moveTo>
                    <a:pt x="143967" y="437134"/>
                  </a:moveTo>
                  <a:lnTo>
                    <a:pt x="129933" y="437134"/>
                  </a:lnTo>
                  <a:lnTo>
                    <a:pt x="129921" y="448894"/>
                  </a:lnTo>
                  <a:lnTo>
                    <a:pt x="136944" y="448894"/>
                  </a:lnTo>
                  <a:lnTo>
                    <a:pt x="143954" y="448894"/>
                  </a:lnTo>
                  <a:lnTo>
                    <a:pt x="143967" y="437134"/>
                  </a:lnTo>
                  <a:close/>
                </a:path>
                <a:path w="327025" h="583564">
                  <a:moveTo>
                    <a:pt x="145186" y="530402"/>
                  </a:moveTo>
                  <a:lnTo>
                    <a:pt x="141478" y="526453"/>
                  </a:lnTo>
                  <a:lnTo>
                    <a:pt x="137795" y="528078"/>
                  </a:lnTo>
                  <a:lnTo>
                    <a:pt x="137795" y="534403"/>
                  </a:lnTo>
                  <a:lnTo>
                    <a:pt x="141490" y="536028"/>
                  </a:lnTo>
                  <a:lnTo>
                    <a:pt x="143560" y="533806"/>
                  </a:lnTo>
                  <a:lnTo>
                    <a:pt x="145186" y="532079"/>
                  </a:lnTo>
                  <a:lnTo>
                    <a:pt x="145186" y="530402"/>
                  </a:lnTo>
                  <a:close/>
                </a:path>
                <a:path w="327025" h="583564">
                  <a:moveTo>
                    <a:pt x="146329" y="387489"/>
                  </a:moveTo>
                  <a:lnTo>
                    <a:pt x="137807" y="376262"/>
                  </a:lnTo>
                  <a:lnTo>
                    <a:pt x="130048" y="384619"/>
                  </a:lnTo>
                  <a:lnTo>
                    <a:pt x="134912" y="388924"/>
                  </a:lnTo>
                  <a:lnTo>
                    <a:pt x="140462" y="393814"/>
                  </a:lnTo>
                  <a:lnTo>
                    <a:pt x="146329" y="387489"/>
                  </a:lnTo>
                  <a:close/>
                </a:path>
                <a:path w="327025" h="583564">
                  <a:moveTo>
                    <a:pt x="149948" y="284962"/>
                  </a:moveTo>
                  <a:lnTo>
                    <a:pt x="146685" y="281444"/>
                  </a:lnTo>
                  <a:lnTo>
                    <a:pt x="143700" y="283197"/>
                  </a:lnTo>
                  <a:lnTo>
                    <a:pt x="137528" y="286829"/>
                  </a:lnTo>
                  <a:lnTo>
                    <a:pt x="144932" y="294881"/>
                  </a:lnTo>
                  <a:lnTo>
                    <a:pt x="149948" y="284962"/>
                  </a:lnTo>
                  <a:close/>
                </a:path>
                <a:path w="327025" h="583564">
                  <a:moveTo>
                    <a:pt x="153339" y="335305"/>
                  </a:moveTo>
                  <a:lnTo>
                    <a:pt x="143116" y="335305"/>
                  </a:lnTo>
                  <a:lnTo>
                    <a:pt x="143116" y="343852"/>
                  </a:lnTo>
                  <a:lnTo>
                    <a:pt x="148221" y="343852"/>
                  </a:lnTo>
                  <a:lnTo>
                    <a:pt x="153339" y="343852"/>
                  </a:lnTo>
                  <a:lnTo>
                    <a:pt x="153339" y="335305"/>
                  </a:lnTo>
                  <a:close/>
                </a:path>
                <a:path w="327025" h="583564">
                  <a:moveTo>
                    <a:pt x="155244" y="148082"/>
                  </a:moveTo>
                  <a:lnTo>
                    <a:pt x="146837" y="148082"/>
                  </a:lnTo>
                  <a:lnTo>
                    <a:pt x="149339" y="152044"/>
                  </a:lnTo>
                  <a:lnTo>
                    <a:pt x="150533" y="153962"/>
                  </a:lnTo>
                  <a:lnTo>
                    <a:pt x="151549" y="153962"/>
                  </a:lnTo>
                  <a:lnTo>
                    <a:pt x="155244" y="148082"/>
                  </a:lnTo>
                  <a:close/>
                </a:path>
                <a:path w="327025" h="583564">
                  <a:moveTo>
                    <a:pt x="156032" y="211848"/>
                  </a:moveTo>
                  <a:lnTo>
                    <a:pt x="148882" y="211848"/>
                  </a:lnTo>
                  <a:lnTo>
                    <a:pt x="148882" y="217843"/>
                  </a:lnTo>
                  <a:lnTo>
                    <a:pt x="152463" y="217843"/>
                  </a:lnTo>
                  <a:lnTo>
                    <a:pt x="156032" y="217843"/>
                  </a:lnTo>
                  <a:lnTo>
                    <a:pt x="156032" y="211848"/>
                  </a:lnTo>
                  <a:close/>
                </a:path>
                <a:path w="327025" h="583564">
                  <a:moveTo>
                    <a:pt x="156438" y="117436"/>
                  </a:moveTo>
                  <a:lnTo>
                    <a:pt x="151117" y="111683"/>
                  </a:lnTo>
                  <a:lnTo>
                    <a:pt x="143535" y="119849"/>
                  </a:lnTo>
                  <a:lnTo>
                    <a:pt x="148869" y="125603"/>
                  </a:lnTo>
                  <a:lnTo>
                    <a:pt x="152298" y="121894"/>
                  </a:lnTo>
                  <a:lnTo>
                    <a:pt x="156438" y="117436"/>
                  </a:lnTo>
                  <a:close/>
                </a:path>
                <a:path w="327025" h="583564">
                  <a:moveTo>
                    <a:pt x="164007" y="179832"/>
                  </a:moveTo>
                  <a:lnTo>
                    <a:pt x="152755" y="177380"/>
                  </a:lnTo>
                  <a:lnTo>
                    <a:pt x="152730" y="188429"/>
                  </a:lnTo>
                  <a:lnTo>
                    <a:pt x="159156" y="187032"/>
                  </a:lnTo>
                  <a:lnTo>
                    <a:pt x="164007" y="185966"/>
                  </a:lnTo>
                  <a:lnTo>
                    <a:pt x="164007" y="179832"/>
                  </a:lnTo>
                  <a:close/>
                </a:path>
                <a:path w="327025" h="583564">
                  <a:moveTo>
                    <a:pt x="171284" y="375513"/>
                  </a:moveTo>
                  <a:lnTo>
                    <a:pt x="159029" y="375513"/>
                  </a:lnTo>
                  <a:lnTo>
                    <a:pt x="159016" y="385787"/>
                  </a:lnTo>
                  <a:lnTo>
                    <a:pt x="165150" y="385787"/>
                  </a:lnTo>
                  <a:lnTo>
                    <a:pt x="171272" y="385787"/>
                  </a:lnTo>
                  <a:lnTo>
                    <a:pt x="171284" y="375513"/>
                  </a:lnTo>
                  <a:close/>
                </a:path>
                <a:path w="327025" h="583564">
                  <a:moveTo>
                    <a:pt x="172186" y="517410"/>
                  </a:moveTo>
                  <a:lnTo>
                    <a:pt x="160947" y="517410"/>
                  </a:lnTo>
                  <a:lnTo>
                    <a:pt x="160934" y="526821"/>
                  </a:lnTo>
                  <a:lnTo>
                    <a:pt x="166560" y="526821"/>
                  </a:lnTo>
                  <a:lnTo>
                    <a:pt x="172173" y="526821"/>
                  </a:lnTo>
                  <a:lnTo>
                    <a:pt x="172186" y="517410"/>
                  </a:lnTo>
                  <a:close/>
                </a:path>
                <a:path w="327025" h="583564">
                  <a:moveTo>
                    <a:pt x="174371" y="483362"/>
                  </a:moveTo>
                  <a:lnTo>
                    <a:pt x="174104" y="482434"/>
                  </a:lnTo>
                  <a:lnTo>
                    <a:pt x="173990" y="481736"/>
                  </a:lnTo>
                  <a:lnTo>
                    <a:pt x="173939" y="481863"/>
                  </a:lnTo>
                  <a:lnTo>
                    <a:pt x="173278" y="479526"/>
                  </a:lnTo>
                  <a:lnTo>
                    <a:pt x="169926" y="477316"/>
                  </a:lnTo>
                  <a:lnTo>
                    <a:pt x="165785" y="478942"/>
                  </a:lnTo>
                  <a:lnTo>
                    <a:pt x="164198" y="480568"/>
                  </a:lnTo>
                  <a:lnTo>
                    <a:pt x="163537" y="482892"/>
                  </a:lnTo>
                  <a:lnTo>
                    <a:pt x="165074" y="487553"/>
                  </a:lnTo>
                  <a:lnTo>
                    <a:pt x="166814" y="489089"/>
                  </a:lnTo>
                  <a:lnTo>
                    <a:pt x="172148" y="489331"/>
                  </a:lnTo>
                  <a:lnTo>
                    <a:pt x="173266" y="487959"/>
                  </a:lnTo>
                  <a:lnTo>
                    <a:pt x="174205" y="486829"/>
                  </a:lnTo>
                  <a:lnTo>
                    <a:pt x="174256" y="483946"/>
                  </a:lnTo>
                  <a:lnTo>
                    <a:pt x="174371" y="483362"/>
                  </a:lnTo>
                  <a:close/>
                </a:path>
                <a:path w="327025" h="583564">
                  <a:moveTo>
                    <a:pt x="174498" y="266509"/>
                  </a:moveTo>
                  <a:lnTo>
                    <a:pt x="167093" y="266509"/>
                  </a:lnTo>
                  <a:lnTo>
                    <a:pt x="167081" y="272707"/>
                  </a:lnTo>
                  <a:lnTo>
                    <a:pt x="170789" y="272707"/>
                  </a:lnTo>
                  <a:lnTo>
                    <a:pt x="174485" y="272707"/>
                  </a:lnTo>
                  <a:lnTo>
                    <a:pt x="174498" y="266509"/>
                  </a:lnTo>
                  <a:close/>
                </a:path>
                <a:path w="327025" h="583564">
                  <a:moveTo>
                    <a:pt x="175907" y="240144"/>
                  </a:moveTo>
                  <a:lnTo>
                    <a:pt x="174167" y="237490"/>
                  </a:lnTo>
                  <a:lnTo>
                    <a:pt x="173113" y="237134"/>
                  </a:lnTo>
                  <a:lnTo>
                    <a:pt x="166458" y="236956"/>
                  </a:lnTo>
                  <a:lnTo>
                    <a:pt x="166446" y="244462"/>
                  </a:lnTo>
                  <a:lnTo>
                    <a:pt x="170789" y="244348"/>
                  </a:lnTo>
                  <a:lnTo>
                    <a:pt x="173088" y="244284"/>
                  </a:lnTo>
                  <a:lnTo>
                    <a:pt x="174155" y="243928"/>
                  </a:lnTo>
                  <a:lnTo>
                    <a:pt x="175907" y="241261"/>
                  </a:lnTo>
                  <a:lnTo>
                    <a:pt x="175907" y="240144"/>
                  </a:lnTo>
                  <a:close/>
                </a:path>
                <a:path w="327025" h="583564">
                  <a:moveTo>
                    <a:pt x="185039" y="431761"/>
                  </a:moveTo>
                  <a:lnTo>
                    <a:pt x="183134" y="425043"/>
                  </a:lnTo>
                  <a:lnTo>
                    <a:pt x="178968" y="425424"/>
                  </a:lnTo>
                  <a:lnTo>
                    <a:pt x="171437" y="427824"/>
                  </a:lnTo>
                  <a:lnTo>
                    <a:pt x="173875" y="436841"/>
                  </a:lnTo>
                  <a:lnTo>
                    <a:pt x="178841" y="434835"/>
                  </a:lnTo>
                  <a:lnTo>
                    <a:pt x="181114" y="433908"/>
                  </a:lnTo>
                  <a:lnTo>
                    <a:pt x="185039" y="431761"/>
                  </a:lnTo>
                  <a:close/>
                </a:path>
                <a:path w="327025" h="583564">
                  <a:moveTo>
                    <a:pt x="186931" y="302056"/>
                  </a:moveTo>
                  <a:lnTo>
                    <a:pt x="177228" y="302056"/>
                  </a:lnTo>
                  <a:lnTo>
                    <a:pt x="177215" y="310184"/>
                  </a:lnTo>
                  <a:lnTo>
                    <a:pt x="182079" y="310184"/>
                  </a:lnTo>
                  <a:lnTo>
                    <a:pt x="186918" y="310184"/>
                  </a:lnTo>
                  <a:lnTo>
                    <a:pt x="186931" y="302056"/>
                  </a:lnTo>
                  <a:close/>
                </a:path>
                <a:path w="327025" h="583564">
                  <a:moveTo>
                    <a:pt x="188341" y="208203"/>
                  </a:moveTo>
                  <a:lnTo>
                    <a:pt x="184010" y="203517"/>
                  </a:lnTo>
                  <a:lnTo>
                    <a:pt x="179679" y="205854"/>
                  </a:lnTo>
                  <a:lnTo>
                    <a:pt x="178803" y="206311"/>
                  </a:lnTo>
                  <a:lnTo>
                    <a:pt x="176136" y="210375"/>
                  </a:lnTo>
                  <a:lnTo>
                    <a:pt x="177990" y="214706"/>
                  </a:lnTo>
                  <a:lnTo>
                    <a:pt x="181978" y="216700"/>
                  </a:lnTo>
                  <a:lnTo>
                    <a:pt x="185762" y="213804"/>
                  </a:lnTo>
                  <a:lnTo>
                    <a:pt x="188341" y="208203"/>
                  </a:lnTo>
                  <a:close/>
                </a:path>
                <a:path w="327025" h="583564">
                  <a:moveTo>
                    <a:pt x="196418" y="458660"/>
                  </a:moveTo>
                  <a:lnTo>
                    <a:pt x="194424" y="453415"/>
                  </a:lnTo>
                  <a:lnTo>
                    <a:pt x="186664" y="453415"/>
                  </a:lnTo>
                  <a:lnTo>
                    <a:pt x="184658" y="458660"/>
                  </a:lnTo>
                  <a:lnTo>
                    <a:pt x="187388" y="461632"/>
                  </a:lnTo>
                  <a:lnTo>
                    <a:pt x="189395" y="463829"/>
                  </a:lnTo>
                  <a:lnTo>
                    <a:pt x="191681" y="463829"/>
                  </a:lnTo>
                  <a:lnTo>
                    <a:pt x="196418" y="458660"/>
                  </a:lnTo>
                  <a:close/>
                </a:path>
                <a:path w="327025" h="583564">
                  <a:moveTo>
                    <a:pt x="197866" y="277914"/>
                  </a:moveTo>
                  <a:lnTo>
                    <a:pt x="194487" y="277914"/>
                  </a:lnTo>
                  <a:lnTo>
                    <a:pt x="194487" y="280250"/>
                  </a:lnTo>
                  <a:lnTo>
                    <a:pt x="194487" y="282041"/>
                  </a:lnTo>
                  <a:lnTo>
                    <a:pt x="194525" y="282321"/>
                  </a:lnTo>
                  <a:lnTo>
                    <a:pt x="195681" y="284530"/>
                  </a:lnTo>
                  <a:lnTo>
                    <a:pt x="196672" y="284530"/>
                  </a:lnTo>
                  <a:lnTo>
                    <a:pt x="197827" y="282321"/>
                  </a:lnTo>
                  <a:lnTo>
                    <a:pt x="197866" y="282041"/>
                  </a:lnTo>
                  <a:lnTo>
                    <a:pt x="197866" y="277914"/>
                  </a:lnTo>
                  <a:close/>
                </a:path>
                <a:path w="327025" h="583564">
                  <a:moveTo>
                    <a:pt x="200774" y="252412"/>
                  </a:moveTo>
                  <a:lnTo>
                    <a:pt x="188772" y="252412"/>
                  </a:lnTo>
                  <a:lnTo>
                    <a:pt x="188760" y="262470"/>
                  </a:lnTo>
                  <a:lnTo>
                    <a:pt x="194767" y="262470"/>
                  </a:lnTo>
                  <a:lnTo>
                    <a:pt x="200774" y="262470"/>
                  </a:lnTo>
                  <a:lnTo>
                    <a:pt x="200774" y="252412"/>
                  </a:lnTo>
                  <a:close/>
                </a:path>
                <a:path w="327025" h="583564">
                  <a:moveTo>
                    <a:pt x="201129" y="351396"/>
                  </a:moveTo>
                  <a:lnTo>
                    <a:pt x="198170" y="344576"/>
                  </a:lnTo>
                  <a:lnTo>
                    <a:pt x="188734" y="345732"/>
                  </a:lnTo>
                  <a:lnTo>
                    <a:pt x="185254" y="349364"/>
                  </a:lnTo>
                  <a:lnTo>
                    <a:pt x="188328" y="361124"/>
                  </a:lnTo>
                  <a:lnTo>
                    <a:pt x="197777" y="361746"/>
                  </a:lnTo>
                  <a:lnTo>
                    <a:pt x="198970" y="355473"/>
                  </a:lnTo>
                  <a:lnTo>
                    <a:pt x="199059" y="355003"/>
                  </a:lnTo>
                  <a:lnTo>
                    <a:pt x="199161" y="354838"/>
                  </a:lnTo>
                  <a:lnTo>
                    <a:pt x="201129" y="351396"/>
                  </a:lnTo>
                  <a:close/>
                </a:path>
                <a:path w="327025" h="583564">
                  <a:moveTo>
                    <a:pt x="212217" y="230060"/>
                  </a:moveTo>
                  <a:lnTo>
                    <a:pt x="204241" y="226339"/>
                  </a:lnTo>
                  <a:lnTo>
                    <a:pt x="200901" y="227050"/>
                  </a:lnTo>
                  <a:lnTo>
                    <a:pt x="200190" y="230390"/>
                  </a:lnTo>
                  <a:lnTo>
                    <a:pt x="198932" y="236258"/>
                  </a:lnTo>
                  <a:lnTo>
                    <a:pt x="203073" y="240499"/>
                  </a:lnTo>
                  <a:lnTo>
                    <a:pt x="210972" y="236918"/>
                  </a:lnTo>
                  <a:lnTo>
                    <a:pt x="212217" y="230060"/>
                  </a:lnTo>
                  <a:close/>
                </a:path>
                <a:path w="327025" h="583564">
                  <a:moveTo>
                    <a:pt x="221945" y="436143"/>
                  </a:moveTo>
                  <a:lnTo>
                    <a:pt x="208407" y="436143"/>
                  </a:lnTo>
                  <a:lnTo>
                    <a:pt x="208407" y="447484"/>
                  </a:lnTo>
                  <a:lnTo>
                    <a:pt x="215176" y="447484"/>
                  </a:lnTo>
                  <a:lnTo>
                    <a:pt x="221945" y="447484"/>
                  </a:lnTo>
                  <a:lnTo>
                    <a:pt x="221945" y="436143"/>
                  </a:lnTo>
                  <a:close/>
                </a:path>
                <a:path w="327025" h="583564">
                  <a:moveTo>
                    <a:pt x="226593" y="292938"/>
                  </a:moveTo>
                  <a:lnTo>
                    <a:pt x="224675" y="288315"/>
                  </a:lnTo>
                  <a:lnTo>
                    <a:pt x="223062" y="286905"/>
                  </a:lnTo>
                  <a:lnTo>
                    <a:pt x="221551" y="285915"/>
                  </a:lnTo>
                  <a:lnTo>
                    <a:pt x="215252" y="282397"/>
                  </a:lnTo>
                  <a:lnTo>
                    <a:pt x="210642" y="287388"/>
                  </a:lnTo>
                  <a:lnTo>
                    <a:pt x="220370" y="299643"/>
                  </a:lnTo>
                  <a:lnTo>
                    <a:pt x="224510" y="297408"/>
                  </a:lnTo>
                  <a:lnTo>
                    <a:pt x="226593" y="292938"/>
                  </a:lnTo>
                  <a:close/>
                </a:path>
                <a:path w="327025" h="583564">
                  <a:moveTo>
                    <a:pt x="227825" y="471233"/>
                  </a:moveTo>
                  <a:lnTo>
                    <a:pt x="215315" y="471233"/>
                  </a:lnTo>
                  <a:lnTo>
                    <a:pt x="215303" y="481723"/>
                  </a:lnTo>
                  <a:lnTo>
                    <a:pt x="221564" y="481723"/>
                  </a:lnTo>
                  <a:lnTo>
                    <a:pt x="227812" y="481723"/>
                  </a:lnTo>
                  <a:lnTo>
                    <a:pt x="227825" y="471233"/>
                  </a:lnTo>
                  <a:close/>
                </a:path>
                <a:path w="327025" h="583564">
                  <a:moveTo>
                    <a:pt x="230378" y="388480"/>
                  </a:moveTo>
                  <a:lnTo>
                    <a:pt x="212763" y="388480"/>
                  </a:lnTo>
                  <a:lnTo>
                    <a:pt x="212750" y="403237"/>
                  </a:lnTo>
                  <a:lnTo>
                    <a:pt x="221564" y="403237"/>
                  </a:lnTo>
                  <a:lnTo>
                    <a:pt x="230378" y="403237"/>
                  </a:lnTo>
                  <a:lnTo>
                    <a:pt x="230378" y="388480"/>
                  </a:lnTo>
                  <a:close/>
                </a:path>
                <a:path w="327025" h="583564">
                  <a:moveTo>
                    <a:pt x="231025" y="503542"/>
                  </a:moveTo>
                  <a:lnTo>
                    <a:pt x="212128" y="503542"/>
                  </a:lnTo>
                  <a:lnTo>
                    <a:pt x="212115" y="519379"/>
                  </a:lnTo>
                  <a:lnTo>
                    <a:pt x="221564" y="519379"/>
                  </a:lnTo>
                  <a:lnTo>
                    <a:pt x="231013" y="519379"/>
                  </a:lnTo>
                  <a:lnTo>
                    <a:pt x="231025" y="503542"/>
                  </a:lnTo>
                  <a:close/>
                </a:path>
                <a:path w="327025" h="583564">
                  <a:moveTo>
                    <a:pt x="237032" y="548970"/>
                  </a:moveTo>
                  <a:lnTo>
                    <a:pt x="231927" y="543458"/>
                  </a:lnTo>
                  <a:lnTo>
                    <a:pt x="227774" y="546862"/>
                  </a:lnTo>
                  <a:lnTo>
                    <a:pt x="225704" y="550748"/>
                  </a:lnTo>
                  <a:lnTo>
                    <a:pt x="227037" y="554240"/>
                  </a:lnTo>
                  <a:lnTo>
                    <a:pt x="230276" y="555701"/>
                  </a:lnTo>
                  <a:lnTo>
                    <a:pt x="233883" y="553440"/>
                  </a:lnTo>
                  <a:lnTo>
                    <a:pt x="237032" y="548970"/>
                  </a:lnTo>
                  <a:close/>
                </a:path>
                <a:path w="327025" h="583564">
                  <a:moveTo>
                    <a:pt x="240360" y="414197"/>
                  </a:moveTo>
                  <a:lnTo>
                    <a:pt x="235356" y="412826"/>
                  </a:lnTo>
                  <a:lnTo>
                    <a:pt x="234175" y="416267"/>
                  </a:lnTo>
                  <a:lnTo>
                    <a:pt x="233387" y="418604"/>
                  </a:lnTo>
                  <a:lnTo>
                    <a:pt x="232752" y="419811"/>
                  </a:lnTo>
                  <a:lnTo>
                    <a:pt x="234061" y="423240"/>
                  </a:lnTo>
                  <a:lnTo>
                    <a:pt x="235153" y="423964"/>
                  </a:lnTo>
                  <a:lnTo>
                    <a:pt x="238442" y="421881"/>
                  </a:lnTo>
                  <a:lnTo>
                    <a:pt x="238594" y="420446"/>
                  </a:lnTo>
                  <a:lnTo>
                    <a:pt x="240360" y="414197"/>
                  </a:lnTo>
                  <a:close/>
                </a:path>
                <a:path w="327025" h="583564">
                  <a:moveTo>
                    <a:pt x="248818" y="404444"/>
                  </a:moveTo>
                  <a:lnTo>
                    <a:pt x="248653" y="402450"/>
                  </a:lnTo>
                  <a:lnTo>
                    <a:pt x="248399" y="399173"/>
                  </a:lnTo>
                  <a:lnTo>
                    <a:pt x="245376" y="397433"/>
                  </a:lnTo>
                  <a:lnTo>
                    <a:pt x="241376" y="401751"/>
                  </a:lnTo>
                  <a:lnTo>
                    <a:pt x="242976" y="405015"/>
                  </a:lnTo>
                  <a:lnTo>
                    <a:pt x="245541" y="405257"/>
                  </a:lnTo>
                  <a:lnTo>
                    <a:pt x="247853" y="405485"/>
                  </a:lnTo>
                  <a:lnTo>
                    <a:pt x="248818" y="404444"/>
                  </a:lnTo>
                  <a:close/>
                </a:path>
                <a:path w="327025" h="583564">
                  <a:moveTo>
                    <a:pt x="255879" y="448894"/>
                  </a:moveTo>
                  <a:lnTo>
                    <a:pt x="252793" y="445554"/>
                  </a:lnTo>
                  <a:lnTo>
                    <a:pt x="249339" y="447205"/>
                  </a:lnTo>
                  <a:lnTo>
                    <a:pt x="246418" y="448602"/>
                  </a:lnTo>
                  <a:lnTo>
                    <a:pt x="246062" y="451700"/>
                  </a:lnTo>
                  <a:lnTo>
                    <a:pt x="247345" y="454266"/>
                  </a:lnTo>
                  <a:lnTo>
                    <a:pt x="247802" y="454761"/>
                  </a:lnTo>
                  <a:lnTo>
                    <a:pt x="250190" y="456171"/>
                  </a:lnTo>
                  <a:lnTo>
                    <a:pt x="253060" y="455777"/>
                  </a:lnTo>
                  <a:lnTo>
                    <a:pt x="255879" y="448894"/>
                  </a:lnTo>
                  <a:close/>
                </a:path>
                <a:path w="327025" h="583564">
                  <a:moveTo>
                    <a:pt x="262585" y="539762"/>
                  </a:moveTo>
                  <a:lnTo>
                    <a:pt x="253898" y="539762"/>
                  </a:lnTo>
                  <a:lnTo>
                    <a:pt x="253885" y="547039"/>
                  </a:lnTo>
                  <a:lnTo>
                    <a:pt x="258241" y="547039"/>
                  </a:lnTo>
                  <a:lnTo>
                    <a:pt x="262572" y="547039"/>
                  </a:lnTo>
                  <a:lnTo>
                    <a:pt x="262585" y="539762"/>
                  </a:lnTo>
                  <a:close/>
                </a:path>
                <a:path w="327025" h="583564">
                  <a:moveTo>
                    <a:pt x="263283" y="434822"/>
                  </a:moveTo>
                  <a:lnTo>
                    <a:pt x="260934" y="430631"/>
                  </a:lnTo>
                  <a:lnTo>
                    <a:pt x="255079" y="429780"/>
                  </a:lnTo>
                  <a:lnTo>
                    <a:pt x="253022" y="432015"/>
                  </a:lnTo>
                  <a:lnTo>
                    <a:pt x="253263" y="433895"/>
                  </a:lnTo>
                  <a:lnTo>
                    <a:pt x="253796" y="438302"/>
                  </a:lnTo>
                  <a:lnTo>
                    <a:pt x="257670" y="440867"/>
                  </a:lnTo>
                  <a:lnTo>
                    <a:pt x="263283" y="434822"/>
                  </a:lnTo>
                  <a:close/>
                </a:path>
                <a:path w="327025" h="583564">
                  <a:moveTo>
                    <a:pt x="286816" y="573366"/>
                  </a:moveTo>
                  <a:lnTo>
                    <a:pt x="274802" y="573366"/>
                  </a:lnTo>
                  <a:lnTo>
                    <a:pt x="274789" y="583425"/>
                  </a:lnTo>
                  <a:lnTo>
                    <a:pt x="280809" y="583425"/>
                  </a:lnTo>
                  <a:lnTo>
                    <a:pt x="286804" y="583425"/>
                  </a:lnTo>
                  <a:lnTo>
                    <a:pt x="286816" y="573366"/>
                  </a:lnTo>
                  <a:close/>
                </a:path>
                <a:path w="327025" h="583564">
                  <a:moveTo>
                    <a:pt x="295783" y="465277"/>
                  </a:moveTo>
                  <a:lnTo>
                    <a:pt x="279933" y="465277"/>
                  </a:lnTo>
                  <a:lnTo>
                    <a:pt x="279933" y="478548"/>
                  </a:lnTo>
                  <a:lnTo>
                    <a:pt x="287858" y="478548"/>
                  </a:lnTo>
                  <a:lnTo>
                    <a:pt x="295770" y="478548"/>
                  </a:lnTo>
                  <a:lnTo>
                    <a:pt x="295783" y="465277"/>
                  </a:lnTo>
                  <a:close/>
                </a:path>
                <a:path w="327025" h="583564">
                  <a:moveTo>
                    <a:pt x="316204" y="564591"/>
                  </a:moveTo>
                  <a:lnTo>
                    <a:pt x="315925" y="564591"/>
                  </a:lnTo>
                  <a:lnTo>
                    <a:pt x="315925" y="564819"/>
                  </a:lnTo>
                  <a:lnTo>
                    <a:pt x="316064" y="564819"/>
                  </a:lnTo>
                  <a:lnTo>
                    <a:pt x="316204" y="564819"/>
                  </a:lnTo>
                  <a:lnTo>
                    <a:pt x="316204" y="564591"/>
                  </a:lnTo>
                  <a:close/>
                </a:path>
                <a:path w="327025" h="583564">
                  <a:moveTo>
                    <a:pt x="326961" y="572287"/>
                  </a:moveTo>
                  <a:lnTo>
                    <a:pt x="323265" y="575513"/>
                  </a:lnTo>
                  <a:lnTo>
                    <a:pt x="322135" y="576491"/>
                  </a:lnTo>
                  <a:lnTo>
                    <a:pt x="322135" y="577253"/>
                  </a:lnTo>
                  <a:lnTo>
                    <a:pt x="326948" y="581444"/>
                  </a:lnTo>
                  <a:lnTo>
                    <a:pt x="326961" y="572287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288288" y="3688263"/>
              <a:ext cx="369570" cy="617855"/>
            </a:xfrm>
            <a:custGeom>
              <a:avLst/>
              <a:gdLst/>
              <a:ahLst/>
              <a:cxnLst/>
              <a:rect l="l" t="t" r="r" b="b"/>
              <a:pathLst>
                <a:path w="369569" h="617854">
                  <a:moveTo>
                    <a:pt x="4229" y="616140"/>
                  </a:moveTo>
                  <a:lnTo>
                    <a:pt x="3454" y="616102"/>
                  </a:lnTo>
                  <a:lnTo>
                    <a:pt x="2514" y="615950"/>
                  </a:lnTo>
                  <a:lnTo>
                    <a:pt x="1574" y="616000"/>
                  </a:lnTo>
                  <a:lnTo>
                    <a:pt x="635" y="616204"/>
                  </a:lnTo>
                  <a:lnTo>
                    <a:pt x="0" y="616292"/>
                  </a:lnTo>
                  <a:lnTo>
                    <a:pt x="0" y="617194"/>
                  </a:lnTo>
                  <a:lnTo>
                    <a:pt x="635" y="617270"/>
                  </a:lnTo>
                  <a:lnTo>
                    <a:pt x="1574" y="617486"/>
                  </a:lnTo>
                  <a:lnTo>
                    <a:pt x="2514" y="617524"/>
                  </a:lnTo>
                  <a:lnTo>
                    <a:pt x="3454" y="617385"/>
                  </a:lnTo>
                  <a:lnTo>
                    <a:pt x="4216" y="617334"/>
                  </a:lnTo>
                  <a:lnTo>
                    <a:pt x="4229" y="616140"/>
                  </a:lnTo>
                  <a:close/>
                </a:path>
                <a:path w="369569" h="617854">
                  <a:moveTo>
                    <a:pt x="23202" y="614045"/>
                  </a:moveTo>
                  <a:lnTo>
                    <a:pt x="20396" y="614045"/>
                  </a:lnTo>
                  <a:lnTo>
                    <a:pt x="20396" y="616394"/>
                  </a:lnTo>
                  <a:lnTo>
                    <a:pt x="21793" y="616394"/>
                  </a:lnTo>
                  <a:lnTo>
                    <a:pt x="23202" y="616394"/>
                  </a:lnTo>
                  <a:lnTo>
                    <a:pt x="23202" y="614045"/>
                  </a:lnTo>
                  <a:close/>
                </a:path>
                <a:path w="369569" h="617854">
                  <a:moveTo>
                    <a:pt x="46786" y="574319"/>
                  </a:moveTo>
                  <a:lnTo>
                    <a:pt x="36309" y="574319"/>
                  </a:lnTo>
                  <a:lnTo>
                    <a:pt x="36296" y="583095"/>
                  </a:lnTo>
                  <a:lnTo>
                    <a:pt x="41541" y="583095"/>
                  </a:lnTo>
                  <a:lnTo>
                    <a:pt x="46774" y="583095"/>
                  </a:lnTo>
                  <a:lnTo>
                    <a:pt x="46786" y="574319"/>
                  </a:lnTo>
                  <a:close/>
                </a:path>
                <a:path w="369569" h="617854">
                  <a:moveTo>
                    <a:pt x="47637" y="498906"/>
                  </a:moveTo>
                  <a:lnTo>
                    <a:pt x="36868" y="498906"/>
                  </a:lnTo>
                  <a:lnTo>
                    <a:pt x="36855" y="507923"/>
                  </a:lnTo>
                  <a:lnTo>
                    <a:pt x="42252" y="507923"/>
                  </a:lnTo>
                  <a:lnTo>
                    <a:pt x="47625" y="507923"/>
                  </a:lnTo>
                  <a:lnTo>
                    <a:pt x="47637" y="498906"/>
                  </a:lnTo>
                  <a:close/>
                </a:path>
                <a:path w="369569" h="617854">
                  <a:moveTo>
                    <a:pt x="52171" y="550456"/>
                  </a:moveTo>
                  <a:lnTo>
                    <a:pt x="49187" y="548284"/>
                  </a:lnTo>
                  <a:lnTo>
                    <a:pt x="47891" y="548436"/>
                  </a:lnTo>
                  <a:lnTo>
                    <a:pt x="42329" y="548436"/>
                  </a:lnTo>
                  <a:lnTo>
                    <a:pt x="42316" y="554215"/>
                  </a:lnTo>
                  <a:lnTo>
                    <a:pt x="45770" y="554215"/>
                  </a:lnTo>
                  <a:lnTo>
                    <a:pt x="47917" y="554215"/>
                  </a:lnTo>
                  <a:lnTo>
                    <a:pt x="49187" y="554380"/>
                  </a:lnTo>
                  <a:lnTo>
                    <a:pt x="52171" y="552196"/>
                  </a:lnTo>
                  <a:lnTo>
                    <a:pt x="52171" y="550456"/>
                  </a:lnTo>
                  <a:close/>
                </a:path>
                <a:path w="369569" h="617854">
                  <a:moveTo>
                    <a:pt x="77393" y="500519"/>
                  </a:moveTo>
                  <a:lnTo>
                    <a:pt x="73329" y="499668"/>
                  </a:lnTo>
                  <a:lnTo>
                    <a:pt x="70269" y="499021"/>
                  </a:lnTo>
                  <a:lnTo>
                    <a:pt x="68199" y="503453"/>
                  </a:lnTo>
                  <a:lnTo>
                    <a:pt x="74828" y="507720"/>
                  </a:lnTo>
                  <a:lnTo>
                    <a:pt x="77393" y="500519"/>
                  </a:lnTo>
                  <a:close/>
                </a:path>
                <a:path w="369569" h="617854">
                  <a:moveTo>
                    <a:pt x="80759" y="462838"/>
                  </a:moveTo>
                  <a:lnTo>
                    <a:pt x="72847" y="462838"/>
                  </a:lnTo>
                  <a:lnTo>
                    <a:pt x="72847" y="469468"/>
                  </a:lnTo>
                  <a:lnTo>
                    <a:pt x="76796" y="469468"/>
                  </a:lnTo>
                  <a:lnTo>
                    <a:pt x="80759" y="469468"/>
                  </a:lnTo>
                  <a:lnTo>
                    <a:pt x="80759" y="462838"/>
                  </a:lnTo>
                  <a:close/>
                </a:path>
                <a:path w="369569" h="617854">
                  <a:moveTo>
                    <a:pt x="81394" y="534657"/>
                  </a:moveTo>
                  <a:lnTo>
                    <a:pt x="75780" y="533920"/>
                  </a:lnTo>
                  <a:lnTo>
                    <a:pt x="75857" y="537654"/>
                  </a:lnTo>
                  <a:lnTo>
                    <a:pt x="75907" y="540308"/>
                  </a:lnTo>
                  <a:lnTo>
                    <a:pt x="77355" y="542671"/>
                  </a:lnTo>
                  <a:lnTo>
                    <a:pt x="80708" y="541870"/>
                  </a:lnTo>
                  <a:lnTo>
                    <a:pt x="81241" y="540931"/>
                  </a:lnTo>
                  <a:lnTo>
                    <a:pt x="80810" y="539686"/>
                  </a:lnTo>
                  <a:lnTo>
                    <a:pt x="80403" y="538899"/>
                  </a:lnTo>
                  <a:lnTo>
                    <a:pt x="81394" y="534657"/>
                  </a:lnTo>
                  <a:close/>
                </a:path>
                <a:path w="369569" h="617854">
                  <a:moveTo>
                    <a:pt x="84874" y="584974"/>
                  </a:moveTo>
                  <a:lnTo>
                    <a:pt x="74383" y="584974"/>
                  </a:lnTo>
                  <a:lnTo>
                    <a:pt x="74371" y="593750"/>
                  </a:lnTo>
                  <a:lnTo>
                    <a:pt x="79616" y="593750"/>
                  </a:lnTo>
                  <a:lnTo>
                    <a:pt x="84861" y="593750"/>
                  </a:lnTo>
                  <a:lnTo>
                    <a:pt x="84874" y="584974"/>
                  </a:lnTo>
                  <a:close/>
                </a:path>
                <a:path w="369569" h="617854">
                  <a:moveTo>
                    <a:pt x="86563" y="603313"/>
                  </a:moveTo>
                  <a:lnTo>
                    <a:pt x="86398" y="602043"/>
                  </a:lnTo>
                  <a:lnTo>
                    <a:pt x="83947" y="601662"/>
                  </a:lnTo>
                  <a:lnTo>
                    <a:pt x="82664" y="601802"/>
                  </a:lnTo>
                  <a:lnTo>
                    <a:pt x="76949" y="602513"/>
                  </a:lnTo>
                  <a:lnTo>
                    <a:pt x="79044" y="608812"/>
                  </a:lnTo>
                  <a:lnTo>
                    <a:pt x="82232" y="606793"/>
                  </a:lnTo>
                  <a:lnTo>
                    <a:pt x="83667" y="605878"/>
                  </a:lnTo>
                  <a:lnTo>
                    <a:pt x="84874" y="605155"/>
                  </a:lnTo>
                  <a:lnTo>
                    <a:pt x="86563" y="603313"/>
                  </a:lnTo>
                  <a:close/>
                </a:path>
                <a:path w="369569" h="617854">
                  <a:moveTo>
                    <a:pt x="94691" y="558088"/>
                  </a:moveTo>
                  <a:lnTo>
                    <a:pt x="88874" y="551815"/>
                  </a:lnTo>
                  <a:lnTo>
                    <a:pt x="78130" y="560971"/>
                  </a:lnTo>
                  <a:lnTo>
                    <a:pt x="86194" y="569671"/>
                  </a:lnTo>
                  <a:lnTo>
                    <a:pt x="90182" y="564235"/>
                  </a:lnTo>
                  <a:lnTo>
                    <a:pt x="94691" y="558088"/>
                  </a:lnTo>
                  <a:close/>
                </a:path>
                <a:path w="369569" h="617854">
                  <a:moveTo>
                    <a:pt x="112293" y="509981"/>
                  </a:moveTo>
                  <a:lnTo>
                    <a:pt x="111264" y="505104"/>
                  </a:lnTo>
                  <a:lnTo>
                    <a:pt x="104406" y="505104"/>
                  </a:lnTo>
                  <a:lnTo>
                    <a:pt x="103352" y="509981"/>
                  </a:lnTo>
                  <a:lnTo>
                    <a:pt x="106133" y="511886"/>
                  </a:lnTo>
                  <a:lnTo>
                    <a:pt x="107365" y="512724"/>
                  </a:lnTo>
                  <a:lnTo>
                    <a:pt x="108292" y="512724"/>
                  </a:lnTo>
                  <a:lnTo>
                    <a:pt x="112293" y="509981"/>
                  </a:lnTo>
                  <a:close/>
                </a:path>
                <a:path w="369569" h="617854">
                  <a:moveTo>
                    <a:pt x="116319" y="471360"/>
                  </a:moveTo>
                  <a:lnTo>
                    <a:pt x="112915" y="467779"/>
                  </a:lnTo>
                  <a:lnTo>
                    <a:pt x="106565" y="469239"/>
                  </a:lnTo>
                  <a:lnTo>
                    <a:pt x="104609" y="472719"/>
                  </a:lnTo>
                  <a:lnTo>
                    <a:pt x="107099" y="479374"/>
                  </a:lnTo>
                  <a:lnTo>
                    <a:pt x="110426" y="479856"/>
                  </a:lnTo>
                  <a:lnTo>
                    <a:pt x="112280" y="477164"/>
                  </a:lnTo>
                  <a:lnTo>
                    <a:pt x="112903" y="476250"/>
                  </a:lnTo>
                  <a:lnTo>
                    <a:pt x="113639" y="475437"/>
                  </a:lnTo>
                  <a:lnTo>
                    <a:pt x="116319" y="471360"/>
                  </a:lnTo>
                  <a:close/>
                </a:path>
                <a:path w="369569" h="617854">
                  <a:moveTo>
                    <a:pt x="123583" y="540321"/>
                  </a:moveTo>
                  <a:lnTo>
                    <a:pt x="111823" y="540321"/>
                  </a:lnTo>
                  <a:lnTo>
                    <a:pt x="111823" y="550164"/>
                  </a:lnTo>
                  <a:lnTo>
                    <a:pt x="117703" y="550164"/>
                  </a:lnTo>
                  <a:lnTo>
                    <a:pt x="123583" y="550164"/>
                  </a:lnTo>
                  <a:lnTo>
                    <a:pt x="123583" y="540321"/>
                  </a:lnTo>
                  <a:close/>
                </a:path>
                <a:path w="369569" h="617854">
                  <a:moveTo>
                    <a:pt x="124802" y="605980"/>
                  </a:moveTo>
                  <a:lnTo>
                    <a:pt x="124434" y="604227"/>
                  </a:lnTo>
                  <a:lnTo>
                    <a:pt x="124460" y="603465"/>
                  </a:lnTo>
                  <a:lnTo>
                    <a:pt x="124460" y="603021"/>
                  </a:lnTo>
                  <a:lnTo>
                    <a:pt x="123685" y="602221"/>
                  </a:lnTo>
                  <a:lnTo>
                    <a:pt x="123126" y="602195"/>
                  </a:lnTo>
                  <a:lnTo>
                    <a:pt x="122885" y="602043"/>
                  </a:lnTo>
                  <a:lnTo>
                    <a:pt x="121894" y="601586"/>
                  </a:lnTo>
                  <a:lnTo>
                    <a:pt x="122186" y="601243"/>
                  </a:lnTo>
                  <a:lnTo>
                    <a:pt x="123926" y="599224"/>
                  </a:lnTo>
                  <a:lnTo>
                    <a:pt x="119989" y="595312"/>
                  </a:lnTo>
                  <a:lnTo>
                    <a:pt x="112001" y="602043"/>
                  </a:lnTo>
                  <a:lnTo>
                    <a:pt x="111887" y="602399"/>
                  </a:lnTo>
                  <a:lnTo>
                    <a:pt x="116179" y="609739"/>
                  </a:lnTo>
                  <a:lnTo>
                    <a:pt x="123939" y="608393"/>
                  </a:lnTo>
                  <a:lnTo>
                    <a:pt x="124802" y="605980"/>
                  </a:lnTo>
                  <a:close/>
                </a:path>
                <a:path w="369569" h="617854">
                  <a:moveTo>
                    <a:pt x="134543" y="518642"/>
                  </a:moveTo>
                  <a:lnTo>
                    <a:pt x="132029" y="517702"/>
                  </a:lnTo>
                  <a:lnTo>
                    <a:pt x="128485" y="517867"/>
                  </a:lnTo>
                  <a:lnTo>
                    <a:pt x="128485" y="520903"/>
                  </a:lnTo>
                  <a:lnTo>
                    <a:pt x="132029" y="521068"/>
                  </a:lnTo>
                  <a:lnTo>
                    <a:pt x="134543" y="520141"/>
                  </a:lnTo>
                  <a:lnTo>
                    <a:pt x="134543" y="518642"/>
                  </a:lnTo>
                  <a:close/>
                </a:path>
                <a:path w="369569" h="617854">
                  <a:moveTo>
                    <a:pt x="137452" y="571207"/>
                  </a:moveTo>
                  <a:lnTo>
                    <a:pt x="131660" y="569201"/>
                  </a:lnTo>
                  <a:lnTo>
                    <a:pt x="127355" y="570001"/>
                  </a:lnTo>
                  <a:lnTo>
                    <a:pt x="125907" y="574154"/>
                  </a:lnTo>
                  <a:lnTo>
                    <a:pt x="127342" y="578307"/>
                  </a:lnTo>
                  <a:lnTo>
                    <a:pt x="131660" y="579094"/>
                  </a:lnTo>
                  <a:lnTo>
                    <a:pt x="137401" y="577113"/>
                  </a:lnTo>
                  <a:lnTo>
                    <a:pt x="137452" y="571207"/>
                  </a:lnTo>
                  <a:close/>
                </a:path>
                <a:path w="369569" h="617854">
                  <a:moveTo>
                    <a:pt x="150977" y="479437"/>
                  </a:moveTo>
                  <a:lnTo>
                    <a:pt x="150939" y="465963"/>
                  </a:lnTo>
                  <a:lnTo>
                    <a:pt x="142963" y="465264"/>
                  </a:lnTo>
                  <a:lnTo>
                    <a:pt x="134543" y="464540"/>
                  </a:lnTo>
                  <a:lnTo>
                    <a:pt x="134581" y="478015"/>
                  </a:lnTo>
                  <a:lnTo>
                    <a:pt x="150977" y="479437"/>
                  </a:lnTo>
                  <a:close/>
                </a:path>
                <a:path w="369569" h="617854">
                  <a:moveTo>
                    <a:pt x="155092" y="309219"/>
                  </a:moveTo>
                  <a:lnTo>
                    <a:pt x="138150" y="309219"/>
                  </a:lnTo>
                  <a:lnTo>
                    <a:pt x="138137" y="323418"/>
                  </a:lnTo>
                  <a:lnTo>
                    <a:pt x="146621" y="323418"/>
                  </a:lnTo>
                  <a:lnTo>
                    <a:pt x="155092" y="323418"/>
                  </a:lnTo>
                  <a:lnTo>
                    <a:pt x="155092" y="309219"/>
                  </a:lnTo>
                  <a:close/>
                </a:path>
                <a:path w="369569" h="617854">
                  <a:moveTo>
                    <a:pt x="162420" y="297421"/>
                  </a:moveTo>
                  <a:lnTo>
                    <a:pt x="154800" y="297421"/>
                  </a:lnTo>
                  <a:lnTo>
                    <a:pt x="156895" y="301421"/>
                  </a:lnTo>
                  <a:lnTo>
                    <a:pt x="157962" y="303466"/>
                  </a:lnTo>
                  <a:lnTo>
                    <a:pt x="159245" y="303466"/>
                  </a:lnTo>
                  <a:lnTo>
                    <a:pt x="162420" y="297421"/>
                  </a:lnTo>
                  <a:close/>
                </a:path>
                <a:path w="369569" h="617854">
                  <a:moveTo>
                    <a:pt x="163715" y="268490"/>
                  </a:moveTo>
                  <a:lnTo>
                    <a:pt x="162928" y="266623"/>
                  </a:lnTo>
                  <a:lnTo>
                    <a:pt x="158902" y="265785"/>
                  </a:lnTo>
                  <a:lnTo>
                    <a:pt x="157581" y="267195"/>
                  </a:lnTo>
                  <a:lnTo>
                    <a:pt x="157911" y="269024"/>
                  </a:lnTo>
                  <a:lnTo>
                    <a:pt x="158013" y="269646"/>
                  </a:lnTo>
                  <a:lnTo>
                    <a:pt x="158076" y="269951"/>
                  </a:lnTo>
                  <a:lnTo>
                    <a:pt x="158356" y="271538"/>
                  </a:lnTo>
                  <a:lnTo>
                    <a:pt x="160096" y="272389"/>
                  </a:lnTo>
                  <a:lnTo>
                    <a:pt x="162547" y="271703"/>
                  </a:lnTo>
                  <a:lnTo>
                    <a:pt x="163080" y="271132"/>
                  </a:lnTo>
                  <a:lnTo>
                    <a:pt x="163715" y="268490"/>
                  </a:lnTo>
                  <a:close/>
                </a:path>
                <a:path w="369569" h="617854">
                  <a:moveTo>
                    <a:pt x="172427" y="518274"/>
                  </a:moveTo>
                  <a:lnTo>
                    <a:pt x="158889" y="518274"/>
                  </a:lnTo>
                  <a:lnTo>
                    <a:pt x="158877" y="529615"/>
                  </a:lnTo>
                  <a:lnTo>
                    <a:pt x="165658" y="529615"/>
                  </a:lnTo>
                  <a:lnTo>
                    <a:pt x="172415" y="529615"/>
                  </a:lnTo>
                  <a:lnTo>
                    <a:pt x="172427" y="518274"/>
                  </a:lnTo>
                  <a:close/>
                </a:path>
                <a:path w="369569" h="617854">
                  <a:moveTo>
                    <a:pt x="175120" y="604405"/>
                  </a:moveTo>
                  <a:lnTo>
                    <a:pt x="165836" y="597738"/>
                  </a:lnTo>
                  <a:lnTo>
                    <a:pt x="161671" y="606640"/>
                  </a:lnTo>
                  <a:lnTo>
                    <a:pt x="167360" y="608838"/>
                  </a:lnTo>
                  <a:lnTo>
                    <a:pt x="173024" y="611035"/>
                  </a:lnTo>
                  <a:lnTo>
                    <a:pt x="175120" y="604405"/>
                  </a:lnTo>
                  <a:close/>
                </a:path>
                <a:path w="369569" h="617854">
                  <a:moveTo>
                    <a:pt x="184226" y="85051"/>
                  </a:moveTo>
                  <a:lnTo>
                    <a:pt x="178130" y="85051"/>
                  </a:lnTo>
                  <a:lnTo>
                    <a:pt x="179806" y="88252"/>
                  </a:lnTo>
                  <a:lnTo>
                    <a:pt x="180733" y="90030"/>
                  </a:lnTo>
                  <a:lnTo>
                    <a:pt x="181610" y="90030"/>
                  </a:lnTo>
                  <a:lnTo>
                    <a:pt x="184226" y="85051"/>
                  </a:lnTo>
                  <a:close/>
                </a:path>
                <a:path w="369569" h="617854">
                  <a:moveTo>
                    <a:pt x="184746" y="568109"/>
                  </a:moveTo>
                  <a:lnTo>
                    <a:pt x="177596" y="568109"/>
                  </a:lnTo>
                  <a:lnTo>
                    <a:pt x="177596" y="574103"/>
                  </a:lnTo>
                  <a:lnTo>
                    <a:pt x="181178" y="574103"/>
                  </a:lnTo>
                  <a:lnTo>
                    <a:pt x="184746" y="574103"/>
                  </a:lnTo>
                  <a:lnTo>
                    <a:pt x="184746" y="568109"/>
                  </a:lnTo>
                  <a:close/>
                </a:path>
                <a:path w="369569" h="617854">
                  <a:moveTo>
                    <a:pt x="187312" y="587260"/>
                  </a:moveTo>
                  <a:lnTo>
                    <a:pt x="175044" y="587260"/>
                  </a:lnTo>
                  <a:lnTo>
                    <a:pt x="175031" y="597535"/>
                  </a:lnTo>
                  <a:lnTo>
                    <a:pt x="181178" y="597535"/>
                  </a:lnTo>
                  <a:lnTo>
                    <a:pt x="187299" y="597535"/>
                  </a:lnTo>
                  <a:lnTo>
                    <a:pt x="187312" y="587260"/>
                  </a:lnTo>
                  <a:close/>
                </a:path>
                <a:path w="369569" h="617854">
                  <a:moveTo>
                    <a:pt x="192392" y="89547"/>
                  </a:moveTo>
                  <a:lnTo>
                    <a:pt x="192138" y="88696"/>
                  </a:lnTo>
                  <a:lnTo>
                    <a:pt x="189217" y="85661"/>
                  </a:lnTo>
                  <a:lnTo>
                    <a:pt x="186613" y="88468"/>
                  </a:lnTo>
                  <a:lnTo>
                    <a:pt x="188302" y="90347"/>
                  </a:lnTo>
                  <a:lnTo>
                    <a:pt x="189433" y="91617"/>
                  </a:lnTo>
                  <a:lnTo>
                    <a:pt x="190233" y="91897"/>
                  </a:lnTo>
                  <a:lnTo>
                    <a:pt x="191668" y="91325"/>
                  </a:lnTo>
                  <a:lnTo>
                    <a:pt x="191858" y="91122"/>
                  </a:lnTo>
                  <a:lnTo>
                    <a:pt x="192392" y="89547"/>
                  </a:lnTo>
                  <a:close/>
                </a:path>
                <a:path w="369569" h="617854">
                  <a:moveTo>
                    <a:pt x="196215" y="491337"/>
                  </a:moveTo>
                  <a:lnTo>
                    <a:pt x="193687" y="487400"/>
                  </a:lnTo>
                  <a:lnTo>
                    <a:pt x="193687" y="493636"/>
                  </a:lnTo>
                  <a:lnTo>
                    <a:pt x="190779" y="496989"/>
                  </a:lnTo>
                  <a:lnTo>
                    <a:pt x="191579" y="496049"/>
                  </a:lnTo>
                  <a:lnTo>
                    <a:pt x="193687" y="493636"/>
                  </a:lnTo>
                  <a:lnTo>
                    <a:pt x="193687" y="487400"/>
                  </a:lnTo>
                  <a:lnTo>
                    <a:pt x="191058" y="483285"/>
                  </a:lnTo>
                  <a:lnTo>
                    <a:pt x="190461" y="482561"/>
                  </a:lnTo>
                  <a:lnTo>
                    <a:pt x="186804" y="480301"/>
                  </a:lnTo>
                  <a:lnTo>
                    <a:pt x="180454" y="482561"/>
                  </a:lnTo>
                  <a:lnTo>
                    <a:pt x="178803" y="483984"/>
                  </a:lnTo>
                  <a:lnTo>
                    <a:pt x="174498" y="490905"/>
                  </a:lnTo>
                  <a:lnTo>
                    <a:pt x="176999" y="499033"/>
                  </a:lnTo>
                  <a:lnTo>
                    <a:pt x="185953" y="500367"/>
                  </a:lnTo>
                  <a:lnTo>
                    <a:pt x="188582" y="499821"/>
                  </a:lnTo>
                  <a:lnTo>
                    <a:pt x="190004" y="498259"/>
                  </a:lnTo>
                  <a:lnTo>
                    <a:pt x="196215" y="491337"/>
                  </a:lnTo>
                  <a:close/>
                </a:path>
                <a:path w="369569" h="617854">
                  <a:moveTo>
                    <a:pt x="196380" y="445173"/>
                  </a:moveTo>
                  <a:lnTo>
                    <a:pt x="183654" y="440778"/>
                  </a:lnTo>
                  <a:lnTo>
                    <a:pt x="183603" y="455028"/>
                  </a:lnTo>
                  <a:lnTo>
                    <a:pt x="190817" y="452539"/>
                  </a:lnTo>
                  <a:lnTo>
                    <a:pt x="196329" y="450634"/>
                  </a:lnTo>
                  <a:lnTo>
                    <a:pt x="196380" y="445173"/>
                  </a:lnTo>
                  <a:close/>
                </a:path>
                <a:path w="369569" h="617854">
                  <a:moveTo>
                    <a:pt x="199872" y="71374"/>
                  </a:moveTo>
                  <a:lnTo>
                    <a:pt x="190677" y="71374"/>
                  </a:lnTo>
                  <a:lnTo>
                    <a:pt x="190677" y="79070"/>
                  </a:lnTo>
                  <a:lnTo>
                    <a:pt x="195275" y="79070"/>
                  </a:lnTo>
                  <a:lnTo>
                    <a:pt x="199872" y="79070"/>
                  </a:lnTo>
                  <a:lnTo>
                    <a:pt x="199872" y="71374"/>
                  </a:lnTo>
                  <a:close/>
                </a:path>
                <a:path w="369569" h="617854">
                  <a:moveTo>
                    <a:pt x="203542" y="518134"/>
                  </a:moveTo>
                  <a:lnTo>
                    <a:pt x="198031" y="515645"/>
                  </a:lnTo>
                  <a:lnTo>
                    <a:pt x="193484" y="516267"/>
                  </a:lnTo>
                  <a:lnTo>
                    <a:pt x="191960" y="520915"/>
                  </a:lnTo>
                  <a:lnTo>
                    <a:pt x="193471" y="525564"/>
                  </a:lnTo>
                  <a:lnTo>
                    <a:pt x="198031" y="526173"/>
                  </a:lnTo>
                  <a:lnTo>
                    <a:pt x="203542" y="523671"/>
                  </a:lnTo>
                  <a:lnTo>
                    <a:pt x="203542" y="518134"/>
                  </a:lnTo>
                  <a:close/>
                </a:path>
                <a:path w="369569" h="617854">
                  <a:moveTo>
                    <a:pt x="204381" y="469"/>
                  </a:moveTo>
                  <a:lnTo>
                    <a:pt x="203949" y="0"/>
                  </a:lnTo>
                  <a:lnTo>
                    <a:pt x="202476" y="723"/>
                  </a:lnTo>
                  <a:lnTo>
                    <a:pt x="201510" y="2438"/>
                  </a:lnTo>
                  <a:lnTo>
                    <a:pt x="202120" y="3098"/>
                  </a:lnTo>
                  <a:lnTo>
                    <a:pt x="203669" y="2082"/>
                  </a:lnTo>
                  <a:lnTo>
                    <a:pt x="204381" y="469"/>
                  </a:lnTo>
                  <a:close/>
                </a:path>
                <a:path w="369569" h="617854">
                  <a:moveTo>
                    <a:pt x="205130" y="16929"/>
                  </a:moveTo>
                  <a:lnTo>
                    <a:pt x="196710" y="16929"/>
                  </a:lnTo>
                  <a:lnTo>
                    <a:pt x="196697" y="23990"/>
                  </a:lnTo>
                  <a:lnTo>
                    <a:pt x="200914" y="23990"/>
                  </a:lnTo>
                  <a:lnTo>
                    <a:pt x="205130" y="23990"/>
                  </a:lnTo>
                  <a:lnTo>
                    <a:pt x="205130" y="16929"/>
                  </a:lnTo>
                  <a:close/>
                </a:path>
                <a:path w="369569" h="617854">
                  <a:moveTo>
                    <a:pt x="212039" y="562076"/>
                  </a:moveTo>
                  <a:lnTo>
                    <a:pt x="202653" y="552665"/>
                  </a:lnTo>
                  <a:lnTo>
                    <a:pt x="196507" y="559282"/>
                  </a:lnTo>
                  <a:lnTo>
                    <a:pt x="200507" y="563943"/>
                  </a:lnTo>
                  <a:lnTo>
                    <a:pt x="205232" y="569404"/>
                  </a:lnTo>
                  <a:lnTo>
                    <a:pt x="212039" y="562076"/>
                  </a:lnTo>
                  <a:close/>
                </a:path>
                <a:path w="369569" h="617854">
                  <a:moveTo>
                    <a:pt x="212585" y="49390"/>
                  </a:moveTo>
                  <a:lnTo>
                    <a:pt x="209715" y="47650"/>
                  </a:lnTo>
                  <a:lnTo>
                    <a:pt x="206070" y="47548"/>
                  </a:lnTo>
                  <a:lnTo>
                    <a:pt x="204851" y="50888"/>
                  </a:lnTo>
                  <a:lnTo>
                    <a:pt x="206070" y="54216"/>
                  </a:lnTo>
                  <a:lnTo>
                    <a:pt x="209715" y="54114"/>
                  </a:lnTo>
                  <a:lnTo>
                    <a:pt x="212585" y="52374"/>
                  </a:lnTo>
                  <a:lnTo>
                    <a:pt x="212585" y="49390"/>
                  </a:lnTo>
                  <a:close/>
                </a:path>
                <a:path w="369569" h="617854">
                  <a:moveTo>
                    <a:pt x="213144" y="429615"/>
                  </a:moveTo>
                  <a:lnTo>
                    <a:pt x="212572" y="427355"/>
                  </a:lnTo>
                  <a:lnTo>
                    <a:pt x="211582" y="423418"/>
                  </a:lnTo>
                  <a:lnTo>
                    <a:pt x="202730" y="422440"/>
                  </a:lnTo>
                  <a:lnTo>
                    <a:pt x="199682" y="426351"/>
                  </a:lnTo>
                  <a:lnTo>
                    <a:pt x="200126" y="432790"/>
                  </a:lnTo>
                  <a:lnTo>
                    <a:pt x="201574" y="435698"/>
                  </a:lnTo>
                  <a:lnTo>
                    <a:pt x="208241" y="436956"/>
                  </a:lnTo>
                  <a:lnTo>
                    <a:pt x="210705" y="434682"/>
                  </a:lnTo>
                  <a:lnTo>
                    <a:pt x="210883" y="433197"/>
                  </a:lnTo>
                  <a:lnTo>
                    <a:pt x="211124" y="431190"/>
                  </a:lnTo>
                  <a:lnTo>
                    <a:pt x="213144" y="429615"/>
                  </a:lnTo>
                  <a:close/>
                </a:path>
                <a:path w="369569" h="617854">
                  <a:moveTo>
                    <a:pt x="215785" y="31978"/>
                  </a:moveTo>
                  <a:lnTo>
                    <a:pt x="214261" y="31978"/>
                  </a:lnTo>
                  <a:lnTo>
                    <a:pt x="214261" y="33274"/>
                  </a:lnTo>
                  <a:lnTo>
                    <a:pt x="215023" y="33274"/>
                  </a:lnTo>
                  <a:lnTo>
                    <a:pt x="215785" y="33274"/>
                  </a:lnTo>
                  <a:lnTo>
                    <a:pt x="215785" y="31978"/>
                  </a:lnTo>
                  <a:close/>
                </a:path>
                <a:path w="369569" h="617854">
                  <a:moveTo>
                    <a:pt x="241681" y="606272"/>
                  </a:moveTo>
                  <a:lnTo>
                    <a:pt x="237655" y="601472"/>
                  </a:lnTo>
                  <a:lnTo>
                    <a:pt x="234429" y="603224"/>
                  </a:lnTo>
                  <a:lnTo>
                    <a:pt x="231927" y="604583"/>
                  </a:lnTo>
                  <a:lnTo>
                    <a:pt x="231838" y="607644"/>
                  </a:lnTo>
                  <a:lnTo>
                    <a:pt x="234619" y="610806"/>
                  </a:lnTo>
                  <a:lnTo>
                    <a:pt x="236816" y="610971"/>
                  </a:lnTo>
                  <a:lnTo>
                    <a:pt x="237832" y="609625"/>
                  </a:lnTo>
                  <a:lnTo>
                    <a:pt x="238010" y="609346"/>
                  </a:lnTo>
                  <a:lnTo>
                    <a:pt x="238239" y="609117"/>
                  </a:lnTo>
                  <a:lnTo>
                    <a:pt x="238518" y="608926"/>
                  </a:lnTo>
                  <a:lnTo>
                    <a:pt x="241681" y="606272"/>
                  </a:lnTo>
                  <a:close/>
                </a:path>
                <a:path w="369569" h="617854">
                  <a:moveTo>
                    <a:pt x="280631" y="572338"/>
                  </a:moveTo>
                  <a:lnTo>
                    <a:pt x="277672" y="564578"/>
                  </a:lnTo>
                  <a:lnTo>
                    <a:pt x="273634" y="562686"/>
                  </a:lnTo>
                  <a:lnTo>
                    <a:pt x="267868" y="568909"/>
                  </a:lnTo>
                  <a:lnTo>
                    <a:pt x="269608" y="573265"/>
                  </a:lnTo>
                  <a:lnTo>
                    <a:pt x="272935" y="574738"/>
                  </a:lnTo>
                  <a:lnTo>
                    <a:pt x="276809" y="576453"/>
                  </a:lnTo>
                  <a:lnTo>
                    <a:pt x="280631" y="572338"/>
                  </a:lnTo>
                  <a:close/>
                </a:path>
                <a:path w="369569" h="617854">
                  <a:moveTo>
                    <a:pt x="281736" y="611974"/>
                  </a:moveTo>
                  <a:lnTo>
                    <a:pt x="278663" y="605307"/>
                  </a:lnTo>
                  <a:lnTo>
                    <a:pt x="277964" y="604354"/>
                  </a:lnTo>
                  <a:lnTo>
                    <a:pt x="276910" y="603224"/>
                  </a:lnTo>
                  <a:lnTo>
                    <a:pt x="272694" y="601421"/>
                  </a:lnTo>
                  <a:lnTo>
                    <a:pt x="268909" y="603377"/>
                  </a:lnTo>
                  <a:lnTo>
                    <a:pt x="267106" y="607453"/>
                  </a:lnTo>
                  <a:lnTo>
                    <a:pt x="268782" y="612000"/>
                  </a:lnTo>
                  <a:lnTo>
                    <a:pt x="269824" y="613130"/>
                  </a:lnTo>
                  <a:lnTo>
                    <a:pt x="270700" y="613879"/>
                  </a:lnTo>
                  <a:lnTo>
                    <a:pt x="276885" y="617207"/>
                  </a:lnTo>
                  <a:lnTo>
                    <a:pt x="281736" y="611974"/>
                  </a:lnTo>
                  <a:close/>
                </a:path>
                <a:path w="369569" h="617854">
                  <a:moveTo>
                    <a:pt x="285686" y="539318"/>
                  </a:moveTo>
                  <a:lnTo>
                    <a:pt x="283197" y="533146"/>
                  </a:lnTo>
                  <a:lnTo>
                    <a:pt x="279260" y="529971"/>
                  </a:lnTo>
                  <a:lnTo>
                    <a:pt x="274853" y="532218"/>
                  </a:lnTo>
                  <a:lnTo>
                    <a:pt x="272757" y="536956"/>
                  </a:lnTo>
                  <a:lnTo>
                    <a:pt x="275729" y="541197"/>
                  </a:lnTo>
                  <a:lnTo>
                    <a:pt x="281444" y="543864"/>
                  </a:lnTo>
                  <a:lnTo>
                    <a:pt x="285686" y="539318"/>
                  </a:lnTo>
                  <a:close/>
                </a:path>
                <a:path w="369569" h="617854">
                  <a:moveTo>
                    <a:pt x="347154" y="532866"/>
                  </a:moveTo>
                  <a:lnTo>
                    <a:pt x="339572" y="532866"/>
                  </a:lnTo>
                  <a:lnTo>
                    <a:pt x="341477" y="537311"/>
                  </a:lnTo>
                  <a:lnTo>
                    <a:pt x="342480" y="539623"/>
                  </a:lnTo>
                  <a:lnTo>
                    <a:pt x="344258" y="539623"/>
                  </a:lnTo>
                  <a:lnTo>
                    <a:pt x="347154" y="532866"/>
                  </a:lnTo>
                  <a:close/>
                </a:path>
                <a:path w="369569" h="617854">
                  <a:moveTo>
                    <a:pt x="359232" y="573760"/>
                  </a:moveTo>
                  <a:lnTo>
                    <a:pt x="357035" y="570026"/>
                  </a:lnTo>
                  <a:lnTo>
                    <a:pt x="353199" y="571004"/>
                  </a:lnTo>
                  <a:lnTo>
                    <a:pt x="353161" y="577303"/>
                  </a:lnTo>
                  <a:lnTo>
                    <a:pt x="357047" y="578256"/>
                  </a:lnTo>
                  <a:lnTo>
                    <a:pt x="358546" y="575716"/>
                  </a:lnTo>
                  <a:lnTo>
                    <a:pt x="359232" y="574535"/>
                  </a:lnTo>
                  <a:lnTo>
                    <a:pt x="359232" y="573760"/>
                  </a:lnTo>
                  <a:close/>
                </a:path>
                <a:path w="369569" h="617854">
                  <a:moveTo>
                    <a:pt x="369125" y="607148"/>
                  </a:moveTo>
                  <a:lnTo>
                    <a:pt x="357111" y="607148"/>
                  </a:lnTo>
                  <a:lnTo>
                    <a:pt x="357098" y="617207"/>
                  </a:lnTo>
                  <a:lnTo>
                    <a:pt x="363118" y="617207"/>
                  </a:lnTo>
                  <a:lnTo>
                    <a:pt x="369112" y="617207"/>
                  </a:lnTo>
                  <a:lnTo>
                    <a:pt x="369125" y="607148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/>
          <p:nvPr/>
        </p:nvSpPr>
        <p:spPr>
          <a:xfrm>
            <a:off x="5345020" y="4291398"/>
            <a:ext cx="47625" cy="154305"/>
          </a:xfrm>
          <a:custGeom>
            <a:avLst/>
            <a:gdLst/>
            <a:ahLst/>
            <a:cxnLst/>
            <a:rect l="l" t="t" r="r" b="b"/>
            <a:pathLst>
              <a:path w="47625" h="154304">
                <a:moveTo>
                  <a:pt x="47516" y="0"/>
                </a:moveTo>
                <a:lnTo>
                  <a:pt x="0" y="0"/>
                </a:lnTo>
                <a:lnTo>
                  <a:pt x="0" y="153785"/>
                </a:lnTo>
                <a:lnTo>
                  <a:pt x="47516" y="153785"/>
                </a:lnTo>
                <a:lnTo>
                  <a:pt x="47516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2" name="object 142" descr=""/>
          <p:cNvGrpSpPr/>
          <p:nvPr/>
        </p:nvGrpSpPr>
        <p:grpSpPr>
          <a:xfrm>
            <a:off x="5128570" y="3628544"/>
            <a:ext cx="496570" cy="694690"/>
            <a:chOff x="5128570" y="3628544"/>
            <a:chExt cx="496570" cy="694690"/>
          </a:xfrm>
        </p:grpSpPr>
        <p:sp>
          <p:nvSpPr>
            <p:cNvPr id="143" name="object 143" descr=""/>
            <p:cNvSpPr/>
            <p:nvPr/>
          </p:nvSpPr>
          <p:spPr>
            <a:xfrm>
              <a:off x="5167267" y="3890096"/>
              <a:ext cx="414655" cy="328930"/>
            </a:xfrm>
            <a:custGeom>
              <a:avLst/>
              <a:gdLst/>
              <a:ahLst/>
              <a:cxnLst/>
              <a:rect l="l" t="t" r="r" b="b"/>
              <a:pathLst>
                <a:path w="414654" h="328929">
                  <a:moveTo>
                    <a:pt x="201512" y="0"/>
                  </a:moveTo>
                  <a:lnTo>
                    <a:pt x="0" y="328544"/>
                  </a:lnTo>
                  <a:lnTo>
                    <a:pt x="414479" y="328544"/>
                  </a:lnTo>
                  <a:lnTo>
                    <a:pt x="20151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368784" y="3890100"/>
              <a:ext cx="213360" cy="328930"/>
            </a:xfrm>
            <a:custGeom>
              <a:avLst/>
              <a:gdLst/>
              <a:ahLst/>
              <a:cxnLst/>
              <a:rect l="l" t="t" r="r" b="b"/>
              <a:pathLst>
                <a:path w="213360" h="328929">
                  <a:moveTo>
                    <a:pt x="0" y="0"/>
                  </a:moveTo>
                  <a:lnTo>
                    <a:pt x="0" y="328544"/>
                  </a:lnTo>
                  <a:lnTo>
                    <a:pt x="212967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128570" y="3994353"/>
              <a:ext cx="496570" cy="328930"/>
            </a:xfrm>
            <a:custGeom>
              <a:avLst/>
              <a:gdLst/>
              <a:ahLst/>
              <a:cxnLst/>
              <a:rect l="l" t="t" r="r" b="b"/>
              <a:pathLst>
                <a:path w="496570" h="328929">
                  <a:moveTo>
                    <a:pt x="241196" y="0"/>
                  </a:moveTo>
                  <a:lnTo>
                    <a:pt x="0" y="328544"/>
                  </a:lnTo>
                  <a:lnTo>
                    <a:pt x="496110" y="328544"/>
                  </a:lnTo>
                  <a:lnTo>
                    <a:pt x="24119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369772" y="3994356"/>
              <a:ext cx="255270" cy="328930"/>
            </a:xfrm>
            <a:custGeom>
              <a:avLst/>
              <a:gdLst/>
              <a:ahLst/>
              <a:cxnLst/>
              <a:rect l="l" t="t" r="r" b="b"/>
              <a:pathLst>
                <a:path w="255270" h="328929">
                  <a:moveTo>
                    <a:pt x="0" y="0"/>
                  </a:moveTo>
                  <a:lnTo>
                    <a:pt x="0" y="328544"/>
                  </a:lnTo>
                  <a:lnTo>
                    <a:pt x="254913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225970" y="3769625"/>
              <a:ext cx="299085" cy="285115"/>
            </a:xfrm>
            <a:custGeom>
              <a:avLst/>
              <a:gdLst/>
              <a:ahLst/>
              <a:cxnLst/>
              <a:rect l="l" t="t" r="r" b="b"/>
              <a:pathLst>
                <a:path w="299085" h="285114">
                  <a:moveTo>
                    <a:pt x="145314" y="0"/>
                  </a:moveTo>
                  <a:lnTo>
                    <a:pt x="0" y="284745"/>
                  </a:lnTo>
                  <a:lnTo>
                    <a:pt x="298891" y="284745"/>
                  </a:lnTo>
                  <a:lnTo>
                    <a:pt x="1453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371289" y="3769626"/>
              <a:ext cx="153670" cy="285115"/>
            </a:xfrm>
            <a:custGeom>
              <a:avLst/>
              <a:gdLst/>
              <a:ahLst/>
              <a:cxnLst/>
              <a:rect l="l" t="t" r="r" b="b"/>
              <a:pathLst>
                <a:path w="153670" h="285114">
                  <a:moveTo>
                    <a:pt x="0" y="0"/>
                  </a:moveTo>
                  <a:lnTo>
                    <a:pt x="0" y="284745"/>
                  </a:lnTo>
                  <a:lnTo>
                    <a:pt x="153576" y="284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297455" y="3628544"/>
              <a:ext cx="148590" cy="267335"/>
            </a:xfrm>
            <a:custGeom>
              <a:avLst/>
              <a:gdLst/>
              <a:ahLst/>
              <a:cxnLst/>
              <a:rect l="l" t="t" r="r" b="b"/>
              <a:pathLst>
                <a:path w="148589" h="267335">
                  <a:moveTo>
                    <a:pt x="72186" y="0"/>
                  </a:moveTo>
                  <a:lnTo>
                    <a:pt x="0" y="267175"/>
                  </a:lnTo>
                  <a:lnTo>
                    <a:pt x="148477" y="267175"/>
                  </a:lnTo>
                  <a:lnTo>
                    <a:pt x="7218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369640" y="3628547"/>
              <a:ext cx="76835" cy="267335"/>
            </a:xfrm>
            <a:custGeom>
              <a:avLst/>
              <a:gdLst/>
              <a:ahLst/>
              <a:cxnLst/>
              <a:rect l="l" t="t" r="r" b="b"/>
              <a:pathLst>
                <a:path w="76835" h="267335">
                  <a:moveTo>
                    <a:pt x="0" y="0"/>
                  </a:moveTo>
                  <a:lnTo>
                    <a:pt x="0" y="267175"/>
                  </a:lnTo>
                  <a:lnTo>
                    <a:pt x="76290" y="2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247830" y="3722045"/>
              <a:ext cx="327025" cy="583565"/>
            </a:xfrm>
            <a:custGeom>
              <a:avLst/>
              <a:gdLst/>
              <a:ahLst/>
              <a:cxnLst/>
              <a:rect l="l" t="t" r="r" b="b"/>
              <a:pathLst>
                <a:path w="327025" h="583564">
                  <a:moveTo>
                    <a:pt x="9436" y="405041"/>
                  </a:moveTo>
                  <a:lnTo>
                    <a:pt x="8991" y="403910"/>
                  </a:lnTo>
                  <a:lnTo>
                    <a:pt x="0" y="407289"/>
                  </a:lnTo>
                  <a:lnTo>
                    <a:pt x="698" y="409155"/>
                  </a:lnTo>
                  <a:lnTo>
                    <a:pt x="1892" y="408597"/>
                  </a:lnTo>
                  <a:lnTo>
                    <a:pt x="9436" y="405041"/>
                  </a:lnTo>
                  <a:close/>
                </a:path>
                <a:path w="327025" h="583564">
                  <a:moveTo>
                    <a:pt x="21399" y="366014"/>
                  </a:moveTo>
                  <a:lnTo>
                    <a:pt x="15532" y="366014"/>
                  </a:lnTo>
                  <a:lnTo>
                    <a:pt x="15519" y="370941"/>
                  </a:lnTo>
                  <a:lnTo>
                    <a:pt x="18465" y="370941"/>
                  </a:lnTo>
                  <a:lnTo>
                    <a:pt x="21399" y="370941"/>
                  </a:lnTo>
                  <a:lnTo>
                    <a:pt x="21399" y="366014"/>
                  </a:lnTo>
                  <a:close/>
                </a:path>
                <a:path w="327025" h="583564">
                  <a:moveTo>
                    <a:pt x="29870" y="297230"/>
                  </a:moveTo>
                  <a:lnTo>
                    <a:pt x="26809" y="297230"/>
                  </a:lnTo>
                  <a:lnTo>
                    <a:pt x="26809" y="299796"/>
                  </a:lnTo>
                  <a:lnTo>
                    <a:pt x="28333" y="299796"/>
                  </a:lnTo>
                  <a:lnTo>
                    <a:pt x="29870" y="299796"/>
                  </a:lnTo>
                  <a:lnTo>
                    <a:pt x="29870" y="297230"/>
                  </a:lnTo>
                  <a:close/>
                </a:path>
                <a:path w="327025" h="583564">
                  <a:moveTo>
                    <a:pt x="35610" y="261454"/>
                  </a:moveTo>
                  <a:lnTo>
                    <a:pt x="32346" y="261454"/>
                  </a:lnTo>
                  <a:lnTo>
                    <a:pt x="32486" y="263525"/>
                  </a:lnTo>
                  <a:lnTo>
                    <a:pt x="32588" y="264947"/>
                  </a:lnTo>
                  <a:lnTo>
                    <a:pt x="32651" y="265493"/>
                  </a:lnTo>
                  <a:lnTo>
                    <a:pt x="33147" y="268008"/>
                  </a:lnTo>
                  <a:lnTo>
                    <a:pt x="34810" y="268008"/>
                  </a:lnTo>
                  <a:lnTo>
                    <a:pt x="35293" y="265493"/>
                  </a:lnTo>
                  <a:lnTo>
                    <a:pt x="35369" y="264947"/>
                  </a:lnTo>
                  <a:lnTo>
                    <a:pt x="35610" y="261454"/>
                  </a:lnTo>
                  <a:close/>
                </a:path>
                <a:path w="327025" h="583564">
                  <a:moveTo>
                    <a:pt x="45758" y="401701"/>
                  </a:moveTo>
                  <a:lnTo>
                    <a:pt x="45478" y="400227"/>
                  </a:lnTo>
                  <a:lnTo>
                    <a:pt x="42595" y="399529"/>
                  </a:lnTo>
                  <a:lnTo>
                    <a:pt x="41795" y="399618"/>
                  </a:lnTo>
                  <a:lnTo>
                    <a:pt x="35382" y="401154"/>
                  </a:lnTo>
                  <a:lnTo>
                    <a:pt x="38950" y="409714"/>
                  </a:lnTo>
                  <a:lnTo>
                    <a:pt x="43205" y="405739"/>
                  </a:lnTo>
                  <a:lnTo>
                    <a:pt x="44653" y="404380"/>
                  </a:lnTo>
                  <a:lnTo>
                    <a:pt x="45758" y="401701"/>
                  </a:lnTo>
                  <a:close/>
                </a:path>
                <a:path w="327025" h="583564">
                  <a:moveTo>
                    <a:pt x="55219" y="286613"/>
                  </a:moveTo>
                  <a:lnTo>
                    <a:pt x="55029" y="286080"/>
                  </a:lnTo>
                  <a:lnTo>
                    <a:pt x="52184" y="281609"/>
                  </a:lnTo>
                  <a:lnTo>
                    <a:pt x="47904" y="286181"/>
                  </a:lnTo>
                  <a:lnTo>
                    <a:pt x="51117" y="288556"/>
                  </a:lnTo>
                  <a:lnTo>
                    <a:pt x="52070" y="289267"/>
                  </a:lnTo>
                  <a:lnTo>
                    <a:pt x="52578" y="289483"/>
                  </a:lnTo>
                  <a:lnTo>
                    <a:pt x="54533" y="289458"/>
                  </a:lnTo>
                  <a:lnTo>
                    <a:pt x="55206" y="288734"/>
                  </a:lnTo>
                  <a:lnTo>
                    <a:pt x="55219" y="286613"/>
                  </a:lnTo>
                  <a:close/>
                </a:path>
                <a:path w="327025" h="583564">
                  <a:moveTo>
                    <a:pt x="55295" y="323659"/>
                  </a:moveTo>
                  <a:lnTo>
                    <a:pt x="44132" y="319138"/>
                  </a:lnTo>
                  <a:lnTo>
                    <a:pt x="41440" y="328993"/>
                  </a:lnTo>
                  <a:lnTo>
                    <a:pt x="47104" y="330695"/>
                  </a:lnTo>
                  <a:lnTo>
                    <a:pt x="53251" y="332524"/>
                  </a:lnTo>
                  <a:lnTo>
                    <a:pt x="55295" y="323659"/>
                  </a:lnTo>
                  <a:close/>
                </a:path>
                <a:path w="327025" h="583564">
                  <a:moveTo>
                    <a:pt x="55765" y="223786"/>
                  </a:moveTo>
                  <a:lnTo>
                    <a:pt x="51676" y="223786"/>
                  </a:lnTo>
                  <a:lnTo>
                    <a:pt x="51676" y="227203"/>
                  </a:lnTo>
                  <a:lnTo>
                    <a:pt x="53721" y="227203"/>
                  </a:lnTo>
                  <a:lnTo>
                    <a:pt x="55765" y="227203"/>
                  </a:lnTo>
                  <a:lnTo>
                    <a:pt x="55765" y="223786"/>
                  </a:lnTo>
                  <a:close/>
                </a:path>
                <a:path w="327025" h="583564">
                  <a:moveTo>
                    <a:pt x="65087" y="361315"/>
                  </a:moveTo>
                  <a:lnTo>
                    <a:pt x="63258" y="357555"/>
                  </a:lnTo>
                  <a:lnTo>
                    <a:pt x="58293" y="357555"/>
                  </a:lnTo>
                  <a:lnTo>
                    <a:pt x="56476" y="361315"/>
                  </a:lnTo>
                  <a:lnTo>
                    <a:pt x="58597" y="363220"/>
                  </a:lnTo>
                  <a:lnTo>
                    <a:pt x="60261" y="364693"/>
                  </a:lnTo>
                  <a:lnTo>
                    <a:pt x="61277" y="364705"/>
                  </a:lnTo>
                  <a:lnTo>
                    <a:pt x="65087" y="361315"/>
                  </a:lnTo>
                  <a:close/>
                </a:path>
                <a:path w="327025" h="583564">
                  <a:moveTo>
                    <a:pt x="74193" y="156616"/>
                  </a:moveTo>
                  <a:lnTo>
                    <a:pt x="74091" y="154660"/>
                  </a:lnTo>
                  <a:lnTo>
                    <a:pt x="72428" y="150863"/>
                  </a:lnTo>
                  <a:lnTo>
                    <a:pt x="69138" y="151091"/>
                  </a:lnTo>
                  <a:lnTo>
                    <a:pt x="65544" y="153276"/>
                  </a:lnTo>
                  <a:lnTo>
                    <a:pt x="65189" y="156121"/>
                  </a:lnTo>
                  <a:lnTo>
                    <a:pt x="66675" y="157645"/>
                  </a:lnTo>
                  <a:lnTo>
                    <a:pt x="68719" y="159778"/>
                  </a:lnTo>
                  <a:lnTo>
                    <a:pt x="70827" y="159537"/>
                  </a:lnTo>
                  <a:lnTo>
                    <a:pt x="72618" y="157988"/>
                  </a:lnTo>
                  <a:lnTo>
                    <a:pt x="74193" y="156616"/>
                  </a:lnTo>
                  <a:close/>
                </a:path>
                <a:path w="327025" h="583564">
                  <a:moveTo>
                    <a:pt x="87261" y="122453"/>
                  </a:moveTo>
                  <a:lnTo>
                    <a:pt x="85458" y="111836"/>
                  </a:lnTo>
                  <a:lnTo>
                    <a:pt x="79082" y="110566"/>
                  </a:lnTo>
                  <a:lnTo>
                    <a:pt x="73710" y="113220"/>
                  </a:lnTo>
                  <a:lnTo>
                    <a:pt x="67462" y="119278"/>
                  </a:lnTo>
                  <a:lnTo>
                    <a:pt x="69494" y="128168"/>
                  </a:lnTo>
                  <a:lnTo>
                    <a:pt x="75260" y="129438"/>
                  </a:lnTo>
                  <a:lnTo>
                    <a:pt x="77876" y="130022"/>
                  </a:lnTo>
                  <a:lnTo>
                    <a:pt x="80518" y="130022"/>
                  </a:lnTo>
                  <a:lnTo>
                    <a:pt x="85940" y="125641"/>
                  </a:lnTo>
                  <a:lnTo>
                    <a:pt x="87261" y="122453"/>
                  </a:lnTo>
                  <a:close/>
                </a:path>
                <a:path w="327025" h="583564">
                  <a:moveTo>
                    <a:pt x="87807" y="204203"/>
                  </a:moveTo>
                  <a:lnTo>
                    <a:pt x="87553" y="201739"/>
                  </a:lnTo>
                  <a:lnTo>
                    <a:pt x="87033" y="201168"/>
                  </a:lnTo>
                  <a:lnTo>
                    <a:pt x="86156" y="201079"/>
                  </a:lnTo>
                  <a:lnTo>
                    <a:pt x="84709" y="200901"/>
                  </a:lnTo>
                  <a:lnTo>
                    <a:pt x="84569" y="201015"/>
                  </a:lnTo>
                  <a:lnTo>
                    <a:pt x="84594" y="188455"/>
                  </a:lnTo>
                  <a:lnTo>
                    <a:pt x="65176" y="188455"/>
                  </a:lnTo>
                  <a:lnTo>
                    <a:pt x="65163" y="204292"/>
                  </a:lnTo>
                  <a:lnTo>
                    <a:pt x="63728" y="199885"/>
                  </a:lnTo>
                  <a:lnTo>
                    <a:pt x="56540" y="196545"/>
                  </a:lnTo>
                  <a:lnTo>
                    <a:pt x="49364" y="199885"/>
                  </a:lnTo>
                  <a:lnTo>
                    <a:pt x="46964" y="207238"/>
                  </a:lnTo>
                  <a:lnTo>
                    <a:pt x="49352" y="214591"/>
                  </a:lnTo>
                  <a:lnTo>
                    <a:pt x="56540" y="217932"/>
                  </a:lnTo>
                  <a:lnTo>
                    <a:pt x="63728" y="214591"/>
                  </a:lnTo>
                  <a:lnTo>
                    <a:pt x="66128" y="207238"/>
                  </a:lnTo>
                  <a:lnTo>
                    <a:pt x="65303" y="204724"/>
                  </a:lnTo>
                  <a:lnTo>
                    <a:pt x="74879" y="204724"/>
                  </a:lnTo>
                  <a:lnTo>
                    <a:pt x="81495" y="204724"/>
                  </a:lnTo>
                  <a:lnTo>
                    <a:pt x="81394" y="204863"/>
                  </a:lnTo>
                  <a:lnTo>
                    <a:pt x="84137" y="207822"/>
                  </a:lnTo>
                  <a:lnTo>
                    <a:pt x="86296" y="205867"/>
                  </a:lnTo>
                  <a:lnTo>
                    <a:pt x="87376" y="204889"/>
                  </a:lnTo>
                  <a:lnTo>
                    <a:pt x="87807" y="204203"/>
                  </a:lnTo>
                  <a:close/>
                </a:path>
                <a:path w="327025" h="583564">
                  <a:moveTo>
                    <a:pt x="88773" y="159131"/>
                  </a:moveTo>
                  <a:lnTo>
                    <a:pt x="86004" y="156565"/>
                  </a:lnTo>
                  <a:lnTo>
                    <a:pt x="84950" y="156375"/>
                  </a:lnTo>
                  <a:lnTo>
                    <a:pt x="79717" y="157721"/>
                  </a:lnTo>
                  <a:lnTo>
                    <a:pt x="79717" y="162445"/>
                  </a:lnTo>
                  <a:lnTo>
                    <a:pt x="82550" y="163182"/>
                  </a:lnTo>
                  <a:lnTo>
                    <a:pt x="84912" y="163791"/>
                  </a:lnTo>
                  <a:lnTo>
                    <a:pt x="85979" y="163626"/>
                  </a:lnTo>
                  <a:lnTo>
                    <a:pt x="88773" y="161048"/>
                  </a:lnTo>
                  <a:lnTo>
                    <a:pt x="88773" y="159131"/>
                  </a:lnTo>
                  <a:close/>
                </a:path>
                <a:path w="327025" h="583564">
                  <a:moveTo>
                    <a:pt x="95326" y="410489"/>
                  </a:moveTo>
                  <a:lnTo>
                    <a:pt x="94221" y="409486"/>
                  </a:lnTo>
                  <a:lnTo>
                    <a:pt x="90868" y="408025"/>
                  </a:lnTo>
                  <a:lnTo>
                    <a:pt x="88988" y="410057"/>
                  </a:lnTo>
                  <a:lnTo>
                    <a:pt x="89598" y="411721"/>
                  </a:lnTo>
                  <a:lnTo>
                    <a:pt x="90322" y="413677"/>
                  </a:lnTo>
                  <a:lnTo>
                    <a:pt x="91274" y="414870"/>
                  </a:lnTo>
                  <a:lnTo>
                    <a:pt x="94322" y="414477"/>
                  </a:lnTo>
                  <a:lnTo>
                    <a:pt x="94970" y="413804"/>
                  </a:lnTo>
                  <a:lnTo>
                    <a:pt x="95326" y="410489"/>
                  </a:lnTo>
                  <a:close/>
                </a:path>
                <a:path w="327025" h="583564">
                  <a:moveTo>
                    <a:pt x="95961" y="300253"/>
                  </a:moveTo>
                  <a:lnTo>
                    <a:pt x="89992" y="291820"/>
                  </a:lnTo>
                  <a:lnTo>
                    <a:pt x="84162" y="298056"/>
                  </a:lnTo>
                  <a:lnTo>
                    <a:pt x="88646" y="301739"/>
                  </a:lnTo>
                  <a:lnTo>
                    <a:pt x="92011" y="304520"/>
                  </a:lnTo>
                  <a:lnTo>
                    <a:pt x="95961" y="300253"/>
                  </a:lnTo>
                  <a:close/>
                </a:path>
                <a:path w="327025" h="583564">
                  <a:moveTo>
                    <a:pt x="96024" y="107188"/>
                  </a:moveTo>
                  <a:lnTo>
                    <a:pt x="93218" y="107188"/>
                  </a:lnTo>
                  <a:lnTo>
                    <a:pt x="93218" y="109550"/>
                  </a:lnTo>
                  <a:lnTo>
                    <a:pt x="94627" y="109550"/>
                  </a:lnTo>
                  <a:lnTo>
                    <a:pt x="96024" y="109550"/>
                  </a:lnTo>
                  <a:lnTo>
                    <a:pt x="96024" y="107188"/>
                  </a:lnTo>
                  <a:close/>
                </a:path>
                <a:path w="327025" h="583564">
                  <a:moveTo>
                    <a:pt x="96405" y="364629"/>
                  </a:moveTo>
                  <a:lnTo>
                    <a:pt x="87210" y="364629"/>
                  </a:lnTo>
                  <a:lnTo>
                    <a:pt x="87210" y="372325"/>
                  </a:lnTo>
                  <a:lnTo>
                    <a:pt x="91808" y="372325"/>
                  </a:lnTo>
                  <a:lnTo>
                    <a:pt x="96405" y="372325"/>
                  </a:lnTo>
                  <a:lnTo>
                    <a:pt x="96405" y="364629"/>
                  </a:lnTo>
                  <a:close/>
                </a:path>
                <a:path w="327025" h="583564">
                  <a:moveTo>
                    <a:pt x="96520" y="71678"/>
                  </a:moveTo>
                  <a:lnTo>
                    <a:pt x="95897" y="69545"/>
                  </a:lnTo>
                  <a:lnTo>
                    <a:pt x="93573" y="61658"/>
                  </a:lnTo>
                  <a:lnTo>
                    <a:pt x="85166" y="70739"/>
                  </a:lnTo>
                  <a:lnTo>
                    <a:pt x="94462" y="73914"/>
                  </a:lnTo>
                  <a:lnTo>
                    <a:pt x="96520" y="71678"/>
                  </a:lnTo>
                  <a:close/>
                </a:path>
                <a:path w="327025" h="583564">
                  <a:moveTo>
                    <a:pt x="99987" y="504621"/>
                  </a:moveTo>
                  <a:lnTo>
                    <a:pt x="83642" y="504621"/>
                  </a:lnTo>
                  <a:lnTo>
                    <a:pt x="83629" y="518312"/>
                  </a:lnTo>
                  <a:lnTo>
                    <a:pt x="91808" y="518312"/>
                  </a:lnTo>
                  <a:lnTo>
                    <a:pt x="99974" y="518312"/>
                  </a:lnTo>
                  <a:lnTo>
                    <a:pt x="99987" y="504621"/>
                  </a:lnTo>
                  <a:close/>
                </a:path>
                <a:path w="327025" h="583564">
                  <a:moveTo>
                    <a:pt x="106489" y="338302"/>
                  </a:moveTo>
                  <a:lnTo>
                    <a:pt x="103390" y="335038"/>
                  </a:lnTo>
                  <a:lnTo>
                    <a:pt x="102654" y="334391"/>
                  </a:lnTo>
                  <a:lnTo>
                    <a:pt x="99593" y="332473"/>
                  </a:lnTo>
                  <a:lnTo>
                    <a:pt x="97663" y="333730"/>
                  </a:lnTo>
                  <a:lnTo>
                    <a:pt x="96888" y="335737"/>
                  </a:lnTo>
                  <a:lnTo>
                    <a:pt x="96469" y="336537"/>
                  </a:lnTo>
                  <a:lnTo>
                    <a:pt x="96240" y="337400"/>
                  </a:lnTo>
                  <a:lnTo>
                    <a:pt x="96227" y="338302"/>
                  </a:lnTo>
                  <a:lnTo>
                    <a:pt x="95821" y="341249"/>
                  </a:lnTo>
                  <a:lnTo>
                    <a:pt x="97421" y="345351"/>
                  </a:lnTo>
                  <a:lnTo>
                    <a:pt x="101790" y="344805"/>
                  </a:lnTo>
                  <a:lnTo>
                    <a:pt x="102514" y="344678"/>
                  </a:lnTo>
                  <a:lnTo>
                    <a:pt x="106057" y="342607"/>
                  </a:lnTo>
                  <a:lnTo>
                    <a:pt x="106489" y="338302"/>
                  </a:lnTo>
                  <a:close/>
                </a:path>
                <a:path w="327025" h="583564">
                  <a:moveTo>
                    <a:pt x="107924" y="1003"/>
                  </a:moveTo>
                  <a:lnTo>
                    <a:pt x="107480" y="1193"/>
                  </a:lnTo>
                  <a:lnTo>
                    <a:pt x="107645" y="1727"/>
                  </a:lnTo>
                  <a:lnTo>
                    <a:pt x="107696" y="2044"/>
                  </a:lnTo>
                  <a:lnTo>
                    <a:pt x="107924" y="1003"/>
                  </a:lnTo>
                  <a:close/>
                </a:path>
                <a:path w="327025" h="583564">
                  <a:moveTo>
                    <a:pt x="109829" y="4495"/>
                  </a:moveTo>
                  <a:lnTo>
                    <a:pt x="108280" y="2717"/>
                  </a:lnTo>
                  <a:lnTo>
                    <a:pt x="107696" y="2044"/>
                  </a:lnTo>
                  <a:lnTo>
                    <a:pt x="107594" y="2489"/>
                  </a:lnTo>
                  <a:lnTo>
                    <a:pt x="107619" y="1955"/>
                  </a:lnTo>
                  <a:lnTo>
                    <a:pt x="107099" y="1358"/>
                  </a:lnTo>
                  <a:lnTo>
                    <a:pt x="107480" y="1193"/>
                  </a:lnTo>
                  <a:lnTo>
                    <a:pt x="107442" y="1066"/>
                  </a:lnTo>
                  <a:lnTo>
                    <a:pt x="105651" y="25"/>
                  </a:lnTo>
                  <a:lnTo>
                    <a:pt x="104432" y="0"/>
                  </a:lnTo>
                  <a:lnTo>
                    <a:pt x="102349" y="1727"/>
                  </a:lnTo>
                  <a:lnTo>
                    <a:pt x="101282" y="3302"/>
                  </a:lnTo>
                  <a:lnTo>
                    <a:pt x="102730" y="7035"/>
                  </a:lnTo>
                  <a:lnTo>
                    <a:pt x="103720" y="8039"/>
                  </a:lnTo>
                  <a:lnTo>
                    <a:pt x="108686" y="8293"/>
                  </a:lnTo>
                  <a:lnTo>
                    <a:pt x="109829" y="4495"/>
                  </a:lnTo>
                  <a:close/>
                </a:path>
                <a:path w="327025" h="583564">
                  <a:moveTo>
                    <a:pt x="110388" y="225171"/>
                  </a:moveTo>
                  <a:lnTo>
                    <a:pt x="107543" y="219671"/>
                  </a:lnTo>
                  <a:lnTo>
                    <a:pt x="102489" y="223164"/>
                  </a:lnTo>
                  <a:lnTo>
                    <a:pt x="101993" y="225552"/>
                  </a:lnTo>
                  <a:lnTo>
                    <a:pt x="104559" y="230479"/>
                  </a:lnTo>
                  <a:lnTo>
                    <a:pt x="108813" y="228727"/>
                  </a:lnTo>
                  <a:lnTo>
                    <a:pt x="108077" y="226695"/>
                  </a:lnTo>
                  <a:lnTo>
                    <a:pt x="107962" y="226364"/>
                  </a:lnTo>
                  <a:lnTo>
                    <a:pt x="109054" y="225831"/>
                  </a:lnTo>
                  <a:lnTo>
                    <a:pt x="110388" y="225171"/>
                  </a:lnTo>
                  <a:close/>
                </a:path>
                <a:path w="327025" h="583564">
                  <a:moveTo>
                    <a:pt x="116344" y="262839"/>
                  </a:moveTo>
                  <a:lnTo>
                    <a:pt x="109397" y="258559"/>
                  </a:lnTo>
                  <a:lnTo>
                    <a:pt x="105283" y="261048"/>
                  </a:lnTo>
                  <a:lnTo>
                    <a:pt x="105283" y="269049"/>
                  </a:lnTo>
                  <a:lnTo>
                    <a:pt x="109397" y="271538"/>
                  </a:lnTo>
                  <a:lnTo>
                    <a:pt x="112585" y="269570"/>
                  </a:lnTo>
                  <a:lnTo>
                    <a:pt x="116344" y="267258"/>
                  </a:lnTo>
                  <a:lnTo>
                    <a:pt x="116344" y="262839"/>
                  </a:lnTo>
                  <a:close/>
                </a:path>
                <a:path w="327025" h="583564">
                  <a:moveTo>
                    <a:pt x="121158" y="72783"/>
                  </a:moveTo>
                  <a:lnTo>
                    <a:pt x="116408" y="70408"/>
                  </a:lnTo>
                  <a:lnTo>
                    <a:pt x="116408" y="76352"/>
                  </a:lnTo>
                  <a:lnTo>
                    <a:pt x="119405" y="74866"/>
                  </a:lnTo>
                  <a:lnTo>
                    <a:pt x="119773" y="74676"/>
                  </a:lnTo>
                  <a:lnTo>
                    <a:pt x="120142" y="74498"/>
                  </a:lnTo>
                  <a:lnTo>
                    <a:pt x="121158" y="73977"/>
                  </a:lnTo>
                  <a:lnTo>
                    <a:pt x="121158" y="72783"/>
                  </a:lnTo>
                  <a:close/>
                </a:path>
                <a:path w="327025" h="583564">
                  <a:moveTo>
                    <a:pt x="121881" y="121221"/>
                  </a:moveTo>
                  <a:lnTo>
                    <a:pt x="116547" y="115481"/>
                  </a:lnTo>
                  <a:lnTo>
                    <a:pt x="113118" y="119189"/>
                  </a:lnTo>
                  <a:lnTo>
                    <a:pt x="108978" y="123647"/>
                  </a:lnTo>
                  <a:lnTo>
                    <a:pt x="114312" y="129400"/>
                  </a:lnTo>
                  <a:lnTo>
                    <a:pt x="121881" y="121221"/>
                  </a:lnTo>
                  <a:close/>
                </a:path>
                <a:path w="327025" h="583564">
                  <a:moveTo>
                    <a:pt x="125958" y="185483"/>
                  </a:moveTo>
                  <a:lnTo>
                    <a:pt x="124333" y="183438"/>
                  </a:lnTo>
                  <a:lnTo>
                    <a:pt x="123774" y="183222"/>
                  </a:lnTo>
                  <a:lnTo>
                    <a:pt x="117551" y="182181"/>
                  </a:lnTo>
                  <a:lnTo>
                    <a:pt x="117513" y="189712"/>
                  </a:lnTo>
                  <a:lnTo>
                    <a:pt x="122186" y="188937"/>
                  </a:lnTo>
                  <a:lnTo>
                    <a:pt x="123774" y="188671"/>
                  </a:lnTo>
                  <a:lnTo>
                    <a:pt x="124333" y="188455"/>
                  </a:lnTo>
                  <a:lnTo>
                    <a:pt x="125958" y="186410"/>
                  </a:lnTo>
                  <a:lnTo>
                    <a:pt x="125958" y="185483"/>
                  </a:lnTo>
                  <a:close/>
                </a:path>
                <a:path w="327025" h="583564">
                  <a:moveTo>
                    <a:pt x="128079" y="18211"/>
                  </a:moveTo>
                  <a:lnTo>
                    <a:pt x="123380" y="14770"/>
                  </a:lnTo>
                  <a:lnTo>
                    <a:pt x="123380" y="22479"/>
                  </a:lnTo>
                  <a:lnTo>
                    <a:pt x="126504" y="20193"/>
                  </a:lnTo>
                  <a:lnTo>
                    <a:pt x="128079" y="19037"/>
                  </a:lnTo>
                  <a:lnTo>
                    <a:pt x="128079" y="18211"/>
                  </a:lnTo>
                  <a:close/>
                </a:path>
                <a:path w="327025" h="583564">
                  <a:moveTo>
                    <a:pt x="131114" y="319392"/>
                  </a:moveTo>
                  <a:lnTo>
                    <a:pt x="121424" y="318173"/>
                  </a:lnTo>
                  <a:lnTo>
                    <a:pt x="121716" y="324383"/>
                  </a:lnTo>
                  <a:lnTo>
                    <a:pt x="121767" y="325831"/>
                  </a:lnTo>
                  <a:lnTo>
                    <a:pt x="122047" y="326872"/>
                  </a:lnTo>
                  <a:lnTo>
                    <a:pt x="123202" y="329438"/>
                  </a:lnTo>
                  <a:lnTo>
                    <a:pt x="124587" y="330085"/>
                  </a:lnTo>
                  <a:lnTo>
                    <a:pt x="127609" y="330212"/>
                  </a:lnTo>
                  <a:lnTo>
                    <a:pt x="129019" y="329107"/>
                  </a:lnTo>
                  <a:lnTo>
                    <a:pt x="129413" y="327063"/>
                  </a:lnTo>
                  <a:lnTo>
                    <a:pt x="129336" y="326174"/>
                  </a:lnTo>
                  <a:lnTo>
                    <a:pt x="131114" y="319392"/>
                  </a:lnTo>
                  <a:close/>
                </a:path>
                <a:path w="327025" h="583564">
                  <a:moveTo>
                    <a:pt x="136664" y="77330"/>
                  </a:moveTo>
                  <a:lnTo>
                    <a:pt x="131559" y="77330"/>
                  </a:lnTo>
                  <a:lnTo>
                    <a:pt x="131559" y="81610"/>
                  </a:lnTo>
                  <a:lnTo>
                    <a:pt x="134112" y="81610"/>
                  </a:lnTo>
                  <a:lnTo>
                    <a:pt x="136664" y="81610"/>
                  </a:lnTo>
                  <a:lnTo>
                    <a:pt x="136664" y="77330"/>
                  </a:lnTo>
                  <a:close/>
                </a:path>
                <a:path w="327025" h="583564">
                  <a:moveTo>
                    <a:pt x="140131" y="61912"/>
                  </a:moveTo>
                  <a:lnTo>
                    <a:pt x="137718" y="54254"/>
                  </a:lnTo>
                  <a:lnTo>
                    <a:pt x="125577" y="59410"/>
                  </a:lnTo>
                  <a:lnTo>
                    <a:pt x="129781" y="69011"/>
                  </a:lnTo>
                  <a:lnTo>
                    <a:pt x="134988" y="65443"/>
                  </a:lnTo>
                  <a:lnTo>
                    <a:pt x="140131" y="61912"/>
                  </a:lnTo>
                  <a:close/>
                </a:path>
                <a:path w="327025" h="583564">
                  <a:moveTo>
                    <a:pt x="141808" y="140779"/>
                  </a:moveTo>
                  <a:lnTo>
                    <a:pt x="138976" y="136245"/>
                  </a:lnTo>
                  <a:lnTo>
                    <a:pt x="137706" y="135229"/>
                  </a:lnTo>
                  <a:lnTo>
                    <a:pt x="131940" y="134289"/>
                  </a:lnTo>
                  <a:lnTo>
                    <a:pt x="127876" y="138658"/>
                  </a:lnTo>
                  <a:lnTo>
                    <a:pt x="127330" y="144894"/>
                  </a:lnTo>
                  <a:lnTo>
                    <a:pt x="132118" y="149504"/>
                  </a:lnTo>
                  <a:lnTo>
                    <a:pt x="133604" y="149999"/>
                  </a:lnTo>
                  <a:lnTo>
                    <a:pt x="138696" y="149631"/>
                  </a:lnTo>
                  <a:lnTo>
                    <a:pt x="141566" y="145897"/>
                  </a:lnTo>
                  <a:lnTo>
                    <a:pt x="141808" y="140779"/>
                  </a:lnTo>
                  <a:close/>
                </a:path>
                <a:path w="327025" h="583564">
                  <a:moveTo>
                    <a:pt x="142062" y="246380"/>
                  </a:moveTo>
                  <a:lnTo>
                    <a:pt x="137464" y="246380"/>
                  </a:lnTo>
                  <a:lnTo>
                    <a:pt x="137452" y="250240"/>
                  </a:lnTo>
                  <a:lnTo>
                    <a:pt x="139763" y="250240"/>
                  </a:lnTo>
                  <a:lnTo>
                    <a:pt x="142049" y="250240"/>
                  </a:lnTo>
                  <a:lnTo>
                    <a:pt x="142062" y="246380"/>
                  </a:lnTo>
                  <a:close/>
                </a:path>
                <a:path w="327025" h="583564">
                  <a:moveTo>
                    <a:pt x="143967" y="437134"/>
                  </a:moveTo>
                  <a:lnTo>
                    <a:pt x="129921" y="437134"/>
                  </a:lnTo>
                  <a:lnTo>
                    <a:pt x="129908" y="448894"/>
                  </a:lnTo>
                  <a:lnTo>
                    <a:pt x="136931" y="448894"/>
                  </a:lnTo>
                  <a:lnTo>
                    <a:pt x="143954" y="448894"/>
                  </a:lnTo>
                  <a:lnTo>
                    <a:pt x="143967" y="437134"/>
                  </a:lnTo>
                  <a:close/>
                </a:path>
                <a:path w="327025" h="583564">
                  <a:moveTo>
                    <a:pt x="145173" y="530402"/>
                  </a:moveTo>
                  <a:lnTo>
                    <a:pt x="141465" y="526453"/>
                  </a:lnTo>
                  <a:lnTo>
                    <a:pt x="137795" y="528078"/>
                  </a:lnTo>
                  <a:lnTo>
                    <a:pt x="137795" y="534403"/>
                  </a:lnTo>
                  <a:lnTo>
                    <a:pt x="141478" y="536028"/>
                  </a:lnTo>
                  <a:lnTo>
                    <a:pt x="143548" y="533806"/>
                  </a:lnTo>
                  <a:lnTo>
                    <a:pt x="145173" y="532079"/>
                  </a:lnTo>
                  <a:lnTo>
                    <a:pt x="145173" y="530402"/>
                  </a:lnTo>
                  <a:close/>
                </a:path>
                <a:path w="327025" h="583564">
                  <a:moveTo>
                    <a:pt x="146329" y="387489"/>
                  </a:moveTo>
                  <a:lnTo>
                    <a:pt x="137795" y="376262"/>
                  </a:lnTo>
                  <a:lnTo>
                    <a:pt x="130048" y="384619"/>
                  </a:lnTo>
                  <a:lnTo>
                    <a:pt x="134912" y="388924"/>
                  </a:lnTo>
                  <a:lnTo>
                    <a:pt x="140449" y="393814"/>
                  </a:lnTo>
                  <a:lnTo>
                    <a:pt x="146329" y="387489"/>
                  </a:lnTo>
                  <a:close/>
                </a:path>
                <a:path w="327025" h="583564">
                  <a:moveTo>
                    <a:pt x="149936" y="284962"/>
                  </a:moveTo>
                  <a:lnTo>
                    <a:pt x="146685" y="281444"/>
                  </a:lnTo>
                  <a:lnTo>
                    <a:pt x="143700" y="283197"/>
                  </a:lnTo>
                  <a:lnTo>
                    <a:pt x="137515" y="286829"/>
                  </a:lnTo>
                  <a:lnTo>
                    <a:pt x="144919" y="294881"/>
                  </a:lnTo>
                  <a:lnTo>
                    <a:pt x="149936" y="284962"/>
                  </a:lnTo>
                  <a:close/>
                </a:path>
                <a:path w="327025" h="583564">
                  <a:moveTo>
                    <a:pt x="153327" y="335305"/>
                  </a:moveTo>
                  <a:lnTo>
                    <a:pt x="143116" y="335305"/>
                  </a:lnTo>
                  <a:lnTo>
                    <a:pt x="143116" y="343852"/>
                  </a:lnTo>
                  <a:lnTo>
                    <a:pt x="148221" y="343852"/>
                  </a:lnTo>
                  <a:lnTo>
                    <a:pt x="153327" y="343852"/>
                  </a:lnTo>
                  <a:lnTo>
                    <a:pt x="153327" y="335305"/>
                  </a:lnTo>
                  <a:close/>
                </a:path>
                <a:path w="327025" h="583564">
                  <a:moveTo>
                    <a:pt x="155244" y="148082"/>
                  </a:moveTo>
                  <a:lnTo>
                    <a:pt x="146837" y="148082"/>
                  </a:lnTo>
                  <a:lnTo>
                    <a:pt x="149326" y="152044"/>
                  </a:lnTo>
                  <a:lnTo>
                    <a:pt x="150533" y="153962"/>
                  </a:lnTo>
                  <a:lnTo>
                    <a:pt x="151549" y="153962"/>
                  </a:lnTo>
                  <a:lnTo>
                    <a:pt x="155244" y="148082"/>
                  </a:lnTo>
                  <a:close/>
                </a:path>
                <a:path w="327025" h="583564">
                  <a:moveTo>
                    <a:pt x="156032" y="211848"/>
                  </a:moveTo>
                  <a:lnTo>
                    <a:pt x="148882" y="211848"/>
                  </a:lnTo>
                  <a:lnTo>
                    <a:pt x="148869" y="217843"/>
                  </a:lnTo>
                  <a:lnTo>
                    <a:pt x="152450" y="217843"/>
                  </a:lnTo>
                  <a:lnTo>
                    <a:pt x="156019" y="217843"/>
                  </a:lnTo>
                  <a:lnTo>
                    <a:pt x="156032" y="211848"/>
                  </a:lnTo>
                  <a:close/>
                </a:path>
                <a:path w="327025" h="583564">
                  <a:moveTo>
                    <a:pt x="156425" y="117436"/>
                  </a:moveTo>
                  <a:lnTo>
                    <a:pt x="151104" y="111683"/>
                  </a:lnTo>
                  <a:lnTo>
                    <a:pt x="143535" y="119849"/>
                  </a:lnTo>
                  <a:lnTo>
                    <a:pt x="148856" y="125603"/>
                  </a:lnTo>
                  <a:lnTo>
                    <a:pt x="152298" y="121894"/>
                  </a:lnTo>
                  <a:lnTo>
                    <a:pt x="156425" y="117436"/>
                  </a:lnTo>
                  <a:close/>
                </a:path>
                <a:path w="327025" h="583564">
                  <a:moveTo>
                    <a:pt x="164007" y="179832"/>
                  </a:moveTo>
                  <a:lnTo>
                    <a:pt x="152742" y="177380"/>
                  </a:lnTo>
                  <a:lnTo>
                    <a:pt x="152717" y="188429"/>
                  </a:lnTo>
                  <a:lnTo>
                    <a:pt x="159143" y="187032"/>
                  </a:lnTo>
                  <a:lnTo>
                    <a:pt x="164007" y="185966"/>
                  </a:lnTo>
                  <a:lnTo>
                    <a:pt x="164007" y="179832"/>
                  </a:lnTo>
                  <a:close/>
                </a:path>
                <a:path w="327025" h="583564">
                  <a:moveTo>
                    <a:pt x="171284" y="375513"/>
                  </a:moveTo>
                  <a:lnTo>
                    <a:pt x="159016" y="375513"/>
                  </a:lnTo>
                  <a:lnTo>
                    <a:pt x="159004" y="385787"/>
                  </a:lnTo>
                  <a:lnTo>
                    <a:pt x="165138" y="385787"/>
                  </a:lnTo>
                  <a:lnTo>
                    <a:pt x="171272" y="385787"/>
                  </a:lnTo>
                  <a:lnTo>
                    <a:pt x="171284" y="375513"/>
                  </a:lnTo>
                  <a:close/>
                </a:path>
                <a:path w="327025" h="583564">
                  <a:moveTo>
                    <a:pt x="172173" y="517410"/>
                  </a:moveTo>
                  <a:lnTo>
                    <a:pt x="160947" y="517410"/>
                  </a:lnTo>
                  <a:lnTo>
                    <a:pt x="160934" y="526821"/>
                  </a:lnTo>
                  <a:lnTo>
                    <a:pt x="166560" y="526821"/>
                  </a:lnTo>
                  <a:lnTo>
                    <a:pt x="172161" y="526821"/>
                  </a:lnTo>
                  <a:lnTo>
                    <a:pt x="172173" y="517410"/>
                  </a:lnTo>
                  <a:close/>
                </a:path>
                <a:path w="327025" h="583564">
                  <a:moveTo>
                    <a:pt x="174358" y="483362"/>
                  </a:moveTo>
                  <a:lnTo>
                    <a:pt x="174104" y="482434"/>
                  </a:lnTo>
                  <a:lnTo>
                    <a:pt x="173977" y="481736"/>
                  </a:lnTo>
                  <a:lnTo>
                    <a:pt x="173939" y="481863"/>
                  </a:lnTo>
                  <a:lnTo>
                    <a:pt x="173266" y="479526"/>
                  </a:lnTo>
                  <a:lnTo>
                    <a:pt x="169913" y="477316"/>
                  </a:lnTo>
                  <a:lnTo>
                    <a:pt x="165785" y="478942"/>
                  </a:lnTo>
                  <a:lnTo>
                    <a:pt x="164198" y="480568"/>
                  </a:lnTo>
                  <a:lnTo>
                    <a:pt x="163525" y="482892"/>
                  </a:lnTo>
                  <a:lnTo>
                    <a:pt x="165074" y="487553"/>
                  </a:lnTo>
                  <a:lnTo>
                    <a:pt x="166814" y="489089"/>
                  </a:lnTo>
                  <a:lnTo>
                    <a:pt x="172135" y="489331"/>
                  </a:lnTo>
                  <a:lnTo>
                    <a:pt x="173266" y="487959"/>
                  </a:lnTo>
                  <a:lnTo>
                    <a:pt x="174205" y="486829"/>
                  </a:lnTo>
                  <a:lnTo>
                    <a:pt x="174244" y="483946"/>
                  </a:lnTo>
                  <a:lnTo>
                    <a:pt x="174358" y="483362"/>
                  </a:lnTo>
                  <a:close/>
                </a:path>
                <a:path w="327025" h="583564">
                  <a:moveTo>
                    <a:pt x="174498" y="266509"/>
                  </a:moveTo>
                  <a:lnTo>
                    <a:pt x="167093" y="266509"/>
                  </a:lnTo>
                  <a:lnTo>
                    <a:pt x="167081" y="272707"/>
                  </a:lnTo>
                  <a:lnTo>
                    <a:pt x="170789" y="272707"/>
                  </a:lnTo>
                  <a:lnTo>
                    <a:pt x="174498" y="272707"/>
                  </a:lnTo>
                  <a:lnTo>
                    <a:pt x="174498" y="266509"/>
                  </a:lnTo>
                  <a:close/>
                </a:path>
                <a:path w="327025" h="583564">
                  <a:moveTo>
                    <a:pt x="175907" y="240144"/>
                  </a:moveTo>
                  <a:lnTo>
                    <a:pt x="174155" y="237490"/>
                  </a:lnTo>
                  <a:lnTo>
                    <a:pt x="173113" y="237134"/>
                  </a:lnTo>
                  <a:lnTo>
                    <a:pt x="166446" y="236956"/>
                  </a:lnTo>
                  <a:lnTo>
                    <a:pt x="166446" y="244462"/>
                  </a:lnTo>
                  <a:lnTo>
                    <a:pt x="170789" y="244348"/>
                  </a:lnTo>
                  <a:lnTo>
                    <a:pt x="173075" y="244284"/>
                  </a:lnTo>
                  <a:lnTo>
                    <a:pt x="174142" y="243928"/>
                  </a:lnTo>
                  <a:lnTo>
                    <a:pt x="175907" y="241261"/>
                  </a:lnTo>
                  <a:lnTo>
                    <a:pt x="175907" y="240144"/>
                  </a:lnTo>
                  <a:close/>
                </a:path>
                <a:path w="327025" h="583564">
                  <a:moveTo>
                    <a:pt x="185039" y="431761"/>
                  </a:moveTo>
                  <a:lnTo>
                    <a:pt x="183134" y="425043"/>
                  </a:lnTo>
                  <a:lnTo>
                    <a:pt x="178968" y="425424"/>
                  </a:lnTo>
                  <a:lnTo>
                    <a:pt x="171437" y="427824"/>
                  </a:lnTo>
                  <a:lnTo>
                    <a:pt x="173863" y="436841"/>
                  </a:lnTo>
                  <a:lnTo>
                    <a:pt x="178841" y="434835"/>
                  </a:lnTo>
                  <a:lnTo>
                    <a:pt x="181114" y="433908"/>
                  </a:lnTo>
                  <a:lnTo>
                    <a:pt x="185039" y="431761"/>
                  </a:lnTo>
                  <a:close/>
                </a:path>
                <a:path w="327025" h="583564">
                  <a:moveTo>
                    <a:pt x="186931" y="302056"/>
                  </a:moveTo>
                  <a:lnTo>
                    <a:pt x="177215" y="302056"/>
                  </a:lnTo>
                  <a:lnTo>
                    <a:pt x="177215" y="310184"/>
                  </a:lnTo>
                  <a:lnTo>
                    <a:pt x="182067" y="310184"/>
                  </a:lnTo>
                  <a:lnTo>
                    <a:pt x="186918" y="310184"/>
                  </a:lnTo>
                  <a:lnTo>
                    <a:pt x="186931" y="302056"/>
                  </a:lnTo>
                  <a:close/>
                </a:path>
                <a:path w="327025" h="583564">
                  <a:moveTo>
                    <a:pt x="188341" y="208203"/>
                  </a:moveTo>
                  <a:lnTo>
                    <a:pt x="183997" y="203517"/>
                  </a:lnTo>
                  <a:lnTo>
                    <a:pt x="179666" y="205854"/>
                  </a:lnTo>
                  <a:lnTo>
                    <a:pt x="178790" y="206311"/>
                  </a:lnTo>
                  <a:lnTo>
                    <a:pt x="176136" y="210375"/>
                  </a:lnTo>
                  <a:lnTo>
                    <a:pt x="177977" y="214706"/>
                  </a:lnTo>
                  <a:lnTo>
                    <a:pt x="181978" y="216700"/>
                  </a:lnTo>
                  <a:lnTo>
                    <a:pt x="185750" y="213804"/>
                  </a:lnTo>
                  <a:lnTo>
                    <a:pt x="188341" y="208203"/>
                  </a:lnTo>
                  <a:close/>
                </a:path>
                <a:path w="327025" h="583564">
                  <a:moveTo>
                    <a:pt x="196418" y="458660"/>
                  </a:moveTo>
                  <a:lnTo>
                    <a:pt x="194411" y="453415"/>
                  </a:lnTo>
                  <a:lnTo>
                    <a:pt x="186651" y="453415"/>
                  </a:lnTo>
                  <a:lnTo>
                    <a:pt x="184658" y="458660"/>
                  </a:lnTo>
                  <a:lnTo>
                    <a:pt x="187375" y="461632"/>
                  </a:lnTo>
                  <a:lnTo>
                    <a:pt x="189382" y="463829"/>
                  </a:lnTo>
                  <a:lnTo>
                    <a:pt x="191668" y="463829"/>
                  </a:lnTo>
                  <a:lnTo>
                    <a:pt x="196418" y="458660"/>
                  </a:lnTo>
                  <a:close/>
                </a:path>
                <a:path w="327025" h="583564">
                  <a:moveTo>
                    <a:pt x="197853" y="277914"/>
                  </a:moveTo>
                  <a:lnTo>
                    <a:pt x="194487" y="277914"/>
                  </a:lnTo>
                  <a:lnTo>
                    <a:pt x="194487" y="280250"/>
                  </a:lnTo>
                  <a:lnTo>
                    <a:pt x="194487" y="282041"/>
                  </a:lnTo>
                  <a:lnTo>
                    <a:pt x="194513" y="282321"/>
                  </a:lnTo>
                  <a:lnTo>
                    <a:pt x="195681" y="284530"/>
                  </a:lnTo>
                  <a:lnTo>
                    <a:pt x="196659" y="284530"/>
                  </a:lnTo>
                  <a:lnTo>
                    <a:pt x="197827" y="282321"/>
                  </a:lnTo>
                  <a:lnTo>
                    <a:pt x="197853" y="282041"/>
                  </a:lnTo>
                  <a:lnTo>
                    <a:pt x="197853" y="277914"/>
                  </a:lnTo>
                  <a:close/>
                </a:path>
                <a:path w="327025" h="583564">
                  <a:moveTo>
                    <a:pt x="200774" y="252412"/>
                  </a:moveTo>
                  <a:lnTo>
                    <a:pt x="188760" y="252412"/>
                  </a:lnTo>
                  <a:lnTo>
                    <a:pt x="188747" y="262470"/>
                  </a:lnTo>
                  <a:lnTo>
                    <a:pt x="194767" y="262470"/>
                  </a:lnTo>
                  <a:lnTo>
                    <a:pt x="200761" y="262470"/>
                  </a:lnTo>
                  <a:lnTo>
                    <a:pt x="200774" y="252412"/>
                  </a:lnTo>
                  <a:close/>
                </a:path>
                <a:path w="327025" h="583564">
                  <a:moveTo>
                    <a:pt x="201117" y="351396"/>
                  </a:moveTo>
                  <a:lnTo>
                    <a:pt x="198170" y="344576"/>
                  </a:lnTo>
                  <a:lnTo>
                    <a:pt x="188722" y="345732"/>
                  </a:lnTo>
                  <a:lnTo>
                    <a:pt x="185254" y="349364"/>
                  </a:lnTo>
                  <a:lnTo>
                    <a:pt x="188328" y="361124"/>
                  </a:lnTo>
                  <a:lnTo>
                    <a:pt x="197764" y="361746"/>
                  </a:lnTo>
                  <a:lnTo>
                    <a:pt x="198970" y="355473"/>
                  </a:lnTo>
                  <a:lnTo>
                    <a:pt x="199059" y="355003"/>
                  </a:lnTo>
                  <a:lnTo>
                    <a:pt x="199148" y="354838"/>
                  </a:lnTo>
                  <a:lnTo>
                    <a:pt x="201117" y="351396"/>
                  </a:lnTo>
                  <a:close/>
                </a:path>
                <a:path w="327025" h="583564">
                  <a:moveTo>
                    <a:pt x="212204" y="230060"/>
                  </a:moveTo>
                  <a:lnTo>
                    <a:pt x="204241" y="226339"/>
                  </a:lnTo>
                  <a:lnTo>
                    <a:pt x="200888" y="227050"/>
                  </a:lnTo>
                  <a:lnTo>
                    <a:pt x="200177" y="230390"/>
                  </a:lnTo>
                  <a:lnTo>
                    <a:pt x="198920" y="236258"/>
                  </a:lnTo>
                  <a:lnTo>
                    <a:pt x="203073" y="240499"/>
                  </a:lnTo>
                  <a:lnTo>
                    <a:pt x="210959" y="236918"/>
                  </a:lnTo>
                  <a:lnTo>
                    <a:pt x="212204" y="230060"/>
                  </a:lnTo>
                  <a:close/>
                </a:path>
                <a:path w="327025" h="583564">
                  <a:moveTo>
                    <a:pt x="221945" y="436143"/>
                  </a:moveTo>
                  <a:lnTo>
                    <a:pt x="208407" y="436143"/>
                  </a:lnTo>
                  <a:lnTo>
                    <a:pt x="208394" y="447484"/>
                  </a:lnTo>
                  <a:lnTo>
                    <a:pt x="215163" y="447484"/>
                  </a:lnTo>
                  <a:lnTo>
                    <a:pt x="221932" y="447484"/>
                  </a:lnTo>
                  <a:lnTo>
                    <a:pt x="221945" y="436143"/>
                  </a:lnTo>
                  <a:close/>
                </a:path>
                <a:path w="327025" h="583564">
                  <a:moveTo>
                    <a:pt x="226593" y="292938"/>
                  </a:moveTo>
                  <a:lnTo>
                    <a:pt x="224663" y="288315"/>
                  </a:lnTo>
                  <a:lnTo>
                    <a:pt x="223050" y="286905"/>
                  </a:lnTo>
                  <a:lnTo>
                    <a:pt x="221551" y="285915"/>
                  </a:lnTo>
                  <a:lnTo>
                    <a:pt x="215239" y="282397"/>
                  </a:lnTo>
                  <a:lnTo>
                    <a:pt x="210629" y="287388"/>
                  </a:lnTo>
                  <a:lnTo>
                    <a:pt x="220357" y="299643"/>
                  </a:lnTo>
                  <a:lnTo>
                    <a:pt x="224510" y="297408"/>
                  </a:lnTo>
                  <a:lnTo>
                    <a:pt x="226593" y="292938"/>
                  </a:lnTo>
                  <a:close/>
                </a:path>
                <a:path w="327025" h="583564">
                  <a:moveTo>
                    <a:pt x="227825" y="471233"/>
                  </a:moveTo>
                  <a:lnTo>
                    <a:pt x="215303" y="471233"/>
                  </a:lnTo>
                  <a:lnTo>
                    <a:pt x="215303" y="481723"/>
                  </a:lnTo>
                  <a:lnTo>
                    <a:pt x="221564" y="481723"/>
                  </a:lnTo>
                  <a:lnTo>
                    <a:pt x="227812" y="481723"/>
                  </a:lnTo>
                  <a:lnTo>
                    <a:pt x="227825" y="471233"/>
                  </a:lnTo>
                  <a:close/>
                </a:path>
                <a:path w="327025" h="583564">
                  <a:moveTo>
                    <a:pt x="230378" y="388480"/>
                  </a:moveTo>
                  <a:lnTo>
                    <a:pt x="212750" y="388480"/>
                  </a:lnTo>
                  <a:lnTo>
                    <a:pt x="212737" y="403237"/>
                  </a:lnTo>
                  <a:lnTo>
                    <a:pt x="221564" y="403237"/>
                  </a:lnTo>
                  <a:lnTo>
                    <a:pt x="230365" y="403237"/>
                  </a:lnTo>
                  <a:lnTo>
                    <a:pt x="230378" y="388480"/>
                  </a:lnTo>
                  <a:close/>
                </a:path>
                <a:path w="327025" h="583564">
                  <a:moveTo>
                    <a:pt x="231013" y="503542"/>
                  </a:moveTo>
                  <a:lnTo>
                    <a:pt x="212115" y="503542"/>
                  </a:lnTo>
                  <a:lnTo>
                    <a:pt x="212102" y="519379"/>
                  </a:lnTo>
                  <a:lnTo>
                    <a:pt x="221564" y="519379"/>
                  </a:lnTo>
                  <a:lnTo>
                    <a:pt x="231000" y="519379"/>
                  </a:lnTo>
                  <a:lnTo>
                    <a:pt x="231013" y="503542"/>
                  </a:lnTo>
                  <a:close/>
                </a:path>
                <a:path w="327025" h="583564">
                  <a:moveTo>
                    <a:pt x="237032" y="548970"/>
                  </a:moveTo>
                  <a:lnTo>
                    <a:pt x="231914" y="543458"/>
                  </a:lnTo>
                  <a:lnTo>
                    <a:pt x="227774" y="546862"/>
                  </a:lnTo>
                  <a:lnTo>
                    <a:pt x="225691" y="550748"/>
                  </a:lnTo>
                  <a:lnTo>
                    <a:pt x="227025" y="554240"/>
                  </a:lnTo>
                  <a:lnTo>
                    <a:pt x="230263" y="555701"/>
                  </a:lnTo>
                  <a:lnTo>
                    <a:pt x="233870" y="553440"/>
                  </a:lnTo>
                  <a:lnTo>
                    <a:pt x="237032" y="548970"/>
                  </a:lnTo>
                  <a:close/>
                </a:path>
                <a:path w="327025" h="583564">
                  <a:moveTo>
                    <a:pt x="240347" y="414197"/>
                  </a:moveTo>
                  <a:lnTo>
                    <a:pt x="235343" y="412826"/>
                  </a:lnTo>
                  <a:lnTo>
                    <a:pt x="234175" y="416267"/>
                  </a:lnTo>
                  <a:lnTo>
                    <a:pt x="233375" y="418604"/>
                  </a:lnTo>
                  <a:lnTo>
                    <a:pt x="232752" y="419811"/>
                  </a:lnTo>
                  <a:lnTo>
                    <a:pt x="234048" y="423240"/>
                  </a:lnTo>
                  <a:lnTo>
                    <a:pt x="235153" y="423964"/>
                  </a:lnTo>
                  <a:lnTo>
                    <a:pt x="238429" y="421881"/>
                  </a:lnTo>
                  <a:lnTo>
                    <a:pt x="238594" y="420446"/>
                  </a:lnTo>
                  <a:lnTo>
                    <a:pt x="240347" y="414197"/>
                  </a:lnTo>
                  <a:close/>
                </a:path>
                <a:path w="327025" h="583564">
                  <a:moveTo>
                    <a:pt x="248818" y="404444"/>
                  </a:moveTo>
                  <a:lnTo>
                    <a:pt x="248653" y="402450"/>
                  </a:lnTo>
                  <a:lnTo>
                    <a:pt x="248399" y="399173"/>
                  </a:lnTo>
                  <a:lnTo>
                    <a:pt x="245364" y="397433"/>
                  </a:lnTo>
                  <a:lnTo>
                    <a:pt x="241376" y="401751"/>
                  </a:lnTo>
                  <a:lnTo>
                    <a:pt x="242976" y="405015"/>
                  </a:lnTo>
                  <a:lnTo>
                    <a:pt x="245541" y="405257"/>
                  </a:lnTo>
                  <a:lnTo>
                    <a:pt x="247853" y="405485"/>
                  </a:lnTo>
                  <a:lnTo>
                    <a:pt x="248818" y="404444"/>
                  </a:lnTo>
                  <a:close/>
                </a:path>
                <a:path w="327025" h="583564">
                  <a:moveTo>
                    <a:pt x="255866" y="448894"/>
                  </a:moveTo>
                  <a:lnTo>
                    <a:pt x="252793" y="445554"/>
                  </a:lnTo>
                  <a:lnTo>
                    <a:pt x="249326" y="447205"/>
                  </a:lnTo>
                  <a:lnTo>
                    <a:pt x="246405" y="448602"/>
                  </a:lnTo>
                  <a:lnTo>
                    <a:pt x="246049" y="451700"/>
                  </a:lnTo>
                  <a:lnTo>
                    <a:pt x="247332" y="454266"/>
                  </a:lnTo>
                  <a:lnTo>
                    <a:pt x="247802" y="454761"/>
                  </a:lnTo>
                  <a:lnTo>
                    <a:pt x="250190" y="456171"/>
                  </a:lnTo>
                  <a:lnTo>
                    <a:pt x="253060" y="455777"/>
                  </a:lnTo>
                  <a:lnTo>
                    <a:pt x="255866" y="448894"/>
                  </a:lnTo>
                  <a:close/>
                </a:path>
                <a:path w="327025" h="583564">
                  <a:moveTo>
                    <a:pt x="262572" y="539762"/>
                  </a:moveTo>
                  <a:lnTo>
                    <a:pt x="253898" y="539762"/>
                  </a:lnTo>
                  <a:lnTo>
                    <a:pt x="253885" y="547039"/>
                  </a:lnTo>
                  <a:lnTo>
                    <a:pt x="258229" y="547039"/>
                  </a:lnTo>
                  <a:lnTo>
                    <a:pt x="262559" y="547039"/>
                  </a:lnTo>
                  <a:lnTo>
                    <a:pt x="262572" y="539762"/>
                  </a:lnTo>
                  <a:close/>
                </a:path>
                <a:path w="327025" h="583564">
                  <a:moveTo>
                    <a:pt x="263283" y="434822"/>
                  </a:moveTo>
                  <a:lnTo>
                    <a:pt x="260921" y="430631"/>
                  </a:lnTo>
                  <a:lnTo>
                    <a:pt x="255066" y="429780"/>
                  </a:lnTo>
                  <a:lnTo>
                    <a:pt x="253022" y="432015"/>
                  </a:lnTo>
                  <a:lnTo>
                    <a:pt x="253250" y="433895"/>
                  </a:lnTo>
                  <a:lnTo>
                    <a:pt x="253796" y="438302"/>
                  </a:lnTo>
                  <a:lnTo>
                    <a:pt x="257670" y="440867"/>
                  </a:lnTo>
                  <a:lnTo>
                    <a:pt x="263283" y="434822"/>
                  </a:lnTo>
                  <a:close/>
                </a:path>
                <a:path w="327025" h="583564">
                  <a:moveTo>
                    <a:pt x="286804" y="573366"/>
                  </a:moveTo>
                  <a:lnTo>
                    <a:pt x="274802" y="573366"/>
                  </a:lnTo>
                  <a:lnTo>
                    <a:pt x="274789" y="583425"/>
                  </a:lnTo>
                  <a:lnTo>
                    <a:pt x="280797" y="583425"/>
                  </a:lnTo>
                  <a:lnTo>
                    <a:pt x="286791" y="583425"/>
                  </a:lnTo>
                  <a:lnTo>
                    <a:pt x="286804" y="573366"/>
                  </a:lnTo>
                  <a:close/>
                </a:path>
                <a:path w="327025" h="583564">
                  <a:moveTo>
                    <a:pt x="295770" y="465277"/>
                  </a:moveTo>
                  <a:lnTo>
                    <a:pt x="279933" y="465277"/>
                  </a:lnTo>
                  <a:lnTo>
                    <a:pt x="279920" y="478548"/>
                  </a:lnTo>
                  <a:lnTo>
                    <a:pt x="287845" y="478548"/>
                  </a:lnTo>
                  <a:lnTo>
                    <a:pt x="295770" y="478548"/>
                  </a:lnTo>
                  <a:lnTo>
                    <a:pt x="295770" y="465277"/>
                  </a:lnTo>
                  <a:close/>
                </a:path>
                <a:path w="327025" h="583564">
                  <a:moveTo>
                    <a:pt x="316191" y="564591"/>
                  </a:moveTo>
                  <a:lnTo>
                    <a:pt x="315925" y="564591"/>
                  </a:lnTo>
                  <a:lnTo>
                    <a:pt x="315925" y="564819"/>
                  </a:lnTo>
                  <a:lnTo>
                    <a:pt x="316052" y="564819"/>
                  </a:lnTo>
                  <a:lnTo>
                    <a:pt x="316191" y="564819"/>
                  </a:lnTo>
                  <a:lnTo>
                    <a:pt x="316191" y="564591"/>
                  </a:lnTo>
                  <a:close/>
                </a:path>
                <a:path w="327025" h="583564">
                  <a:moveTo>
                    <a:pt x="326948" y="572287"/>
                  </a:moveTo>
                  <a:lnTo>
                    <a:pt x="323253" y="575513"/>
                  </a:lnTo>
                  <a:lnTo>
                    <a:pt x="322122" y="576491"/>
                  </a:lnTo>
                  <a:lnTo>
                    <a:pt x="322122" y="577253"/>
                  </a:lnTo>
                  <a:lnTo>
                    <a:pt x="326948" y="581444"/>
                  </a:lnTo>
                  <a:lnTo>
                    <a:pt x="326948" y="572287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165522" y="3688263"/>
              <a:ext cx="369570" cy="617855"/>
            </a:xfrm>
            <a:custGeom>
              <a:avLst/>
              <a:gdLst/>
              <a:ahLst/>
              <a:cxnLst/>
              <a:rect l="l" t="t" r="r" b="b"/>
              <a:pathLst>
                <a:path w="369570" h="617854">
                  <a:moveTo>
                    <a:pt x="4229" y="616140"/>
                  </a:moveTo>
                  <a:lnTo>
                    <a:pt x="3454" y="616102"/>
                  </a:lnTo>
                  <a:lnTo>
                    <a:pt x="2501" y="615950"/>
                  </a:lnTo>
                  <a:lnTo>
                    <a:pt x="1562" y="616000"/>
                  </a:lnTo>
                  <a:lnTo>
                    <a:pt x="635" y="616204"/>
                  </a:lnTo>
                  <a:lnTo>
                    <a:pt x="0" y="616292"/>
                  </a:lnTo>
                  <a:lnTo>
                    <a:pt x="0" y="617194"/>
                  </a:lnTo>
                  <a:lnTo>
                    <a:pt x="635" y="617270"/>
                  </a:lnTo>
                  <a:lnTo>
                    <a:pt x="1562" y="617486"/>
                  </a:lnTo>
                  <a:lnTo>
                    <a:pt x="2501" y="617524"/>
                  </a:lnTo>
                  <a:lnTo>
                    <a:pt x="3454" y="617385"/>
                  </a:lnTo>
                  <a:lnTo>
                    <a:pt x="4216" y="617334"/>
                  </a:lnTo>
                  <a:lnTo>
                    <a:pt x="4229" y="616140"/>
                  </a:lnTo>
                  <a:close/>
                </a:path>
                <a:path w="369570" h="617854">
                  <a:moveTo>
                    <a:pt x="23190" y="614045"/>
                  </a:moveTo>
                  <a:lnTo>
                    <a:pt x="20383" y="614045"/>
                  </a:lnTo>
                  <a:lnTo>
                    <a:pt x="20383" y="616394"/>
                  </a:lnTo>
                  <a:lnTo>
                    <a:pt x="21793" y="616394"/>
                  </a:lnTo>
                  <a:lnTo>
                    <a:pt x="23190" y="616394"/>
                  </a:lnTo>
                  <a:lnTo>
                    <a:pt x="23190" y="614045"/>
                  </a:lnTo>
                  <a:close/>
                </a:path>
                <a:path w="369570" h="617854">
                  <a:moveTo>
                    <a:pt x="46786" y="574319"/>
                  </a:moveTo>
                  <a:lnTo>
                    <a:pt x="36296" y="574319"/>
                  </a:lnTo>
                  <a:lnTo>
                    <a:pt x="36283" y="583095"/>
                  </a:lnTo>
                  <a:lnTo>
                    <a:pt x="41529" y="583095"/>
                  </a:lnTo>
                  <a:lnTo>
                    <a:pt x="46774" y="583095"/>
                  </a:lnTo>
                  <a:lnTo>
                    <a:pt x="46786" y="574319"/>
                  </a:lnTo>
                  <a:close/>
                </a:path>
                <a:path w="369570" h="617854">
                  <a:moveTo>
                    <a:pt x="47637" y="498906"/>
                  </a:moveTo>
                  <a:lnTo>
                    <a:pt x="36855" y="498906"/>
                  </a:lnTo>
                  <a:lnTo>
                    <a:pt x="36842" y="507923"/>
                  </a:lnTo>
                  <a:lnTo>
                    <a:pt x="42240" y="507923"/>
                  </a:lnTo>
                  <a:lnTo>
                    <a:pt x="47625" y="507923"/>
                  </a:lnTo>
                  <a:lnTo>
                    <a:pt x="47637" y="498906"/>
                  </a:lnTo>
                  <a:close/>
                </a:path>
                <a:path w="369570" h="617854">
                  <a:moveTo>
                    <a:pt x="52158" y="550456"/>
                  </a:moveTo>
                  <a:lnTo>
                    <a:pt x="49174" y="548284"/>
                  </a:lnTo>
                  <a:lnTo>
                    <a:pt x="47879" y="548436"/>
                  </a:lnTo>
                  <a:lnTo>
                    <a:pt x="42316" y="548436"/>
                  </a:lnTo>
                  <a:lnTo>
                    <a:pt x="42316" y="554215"/>
                  </a:lnTo>
                  <a:lnTo>
                    <a:pt x="45770" y="554215"/>
                  </a:lnTo>
                  <a:lnTo>
                    <a:pt x="47917" y="554215"/>
                  </a:lnTo>
                  <a:lnTo>
                    <a:pt x="49174" y="554380"/>
                  </a:lnTo>
                  <a:lnTo>
                    <a:pt x="52158" y="552196"/>
                  </a:lnTo>
                  <a:lnTo>
                    <a:pt x="52158" y="550456"/>
                  </a:lnTo>
                  <a:close/>
                </a:path>
                <a:path w="369570" h="617854">
                  <a:moveTo>
                    <a:pt x="77381" y="500519"/>
                  </a:moveTo>
                  <a:lnTo>
                    <a:pt x="73329" y="499668"/>
                  </a:lnTo>
                  <a:lnTo>
                    <a:pt x="70256" y="499021"/>
                  </a:lnTo>
                  <a:lnTo>
                    <a:pt x="68186" y="503453"/>
                  </a:lnTo>
                  <a:lnTo>
                    <a:pt x="74828" y="507720"/>
                  </a:lnTo>
                  <a:lnTo>
                    <a:pt x="77381" y="500519"/>
                  </a:lnTo>
                  <a:close/>
                </a:path>
                <a:path w="369570" h="617854">
                  <a:moveTo>
                    <a:pt x="80759" y="462838"/>
                  </a:moveTo>
                  <a:lnTo>
                    <a:pt x="72834" y="462838"/>
                  </a:lnTo>
                  <a:lnTo>
                    <a:pt x="72834" y="469468"/>
                  </a:lnTo>
                  <a:lnTo>
                    <a:pt x="76796" y="469468"/>
                  </a:lnTo>
                  <a:lnTo>
                    <a:pt x="80759" y="469468"/>
                  </a:lnTo>
                  <a:lnTo>
                    <a:pt x="80759" y="462838"/>
                  </a:lnTo>
                  <a:close/>
                </a:path>
                <a:path w="369570" h="617854">
                  <a:moveTo>
                    <a:pt x="81381" y="534657"/>
                  </a:moveTo>
                  <a:lnTo>
                    <a:pt x="75780" y="533920"/>
                  </a:lnTo>
                  <a:lnTo>
                    <a:pt x="75844" y="537654"/>
                  </a:lnTo>
                  <a:lnTo>
                    <a:pt x="75895" y="540308"/>
                  </a:lnTo>
                  <a:lnTo>
                    <a:pt x="77343" y="542671"/>
                  </a:lnTo>
                  <a:lnTo>
                    <a:pt x="80695" y="541870"/>
                  </a:lnTo>
                  <a:lnTo>
                    <a:pt x="81229" y="540931"/>
                  </a:lnTo>
                  <a:lnTo>
                    <a:pt x="80797" y="539686"/>
                  </a:lnTo>
                  <a:lnTo>
                    <a:pt x="80391" y="538899"/>
                  </a:lnTo>
                  <a:lnTo>
                    <a:pt x="81381" y="534657"/>
                  </a:lnTo>
                  <a:close/>
                </a:path>
                <a:path w="369570" h="617854">
                  <a:moveTo>
                    <a:pt x="84861" y="584974"/>
                  </a:moveTo>
                  <a:lnTo>
                    <a:pt x="74383" y="584974"/>
                  </a:lnTo>
                  <a:lnTo>
                    <a:pt x="74371" y="593750"/>
                  </a:lnTo>
                  <a:lnTo>
                    <a:pt x="79616" y="593750"/>
                  </a:lnTo>
                  <a:lnTo>
                    <a:pt x="84848" y="593750"/>
                  </a:lnTo>
                  <a:lnTo>
                    <a:pt x="84861" y="584974"/>
                  </a:lnTo>
                  <a:close/>
                </a:path>
                <a:path w="369570" h="617854">
                  <a:moveTo>
                    <a:pt x="86550" y="603313"/>
                  </a:moveTo>
                  <a:lnTo>
                    <a:pt x="86398" y="602043"/>
                  </a:lnTo>
                  <a:lnTo>
                    <a:pt x="83947" y="601662"/>
                  </a:lnTo>
                  <a:lnTo>
                    <a:pt x="82651" y="601802"/>
                  </a:lnTo>
                  <a:lnTo>
                    <a:pt x="76936" y="602513"/>
                  </a:lnTo>
                  <a:lnTo>
                    <a:pt x="79032" y="608812"/>
                  </a:lnTo>
                  <a:lnTo>
                    <a:pt x="82232" y="606793"/>
                  </a:lnTo>
                  <a:lnTo>
                    <a:pt x="83667" y="605878"/>
                  </a:lnTo>
                  <a:lnTo>
                    <a:pt x="84861" y="605155"/>
                  </a:lnTo>
                  <a:lnTo>
                    <a:pt x="86550" y="603313"/>
                  </a:lnTo>
                  <a:close/>
                </a:path>
                <a:path w="369570" h="617854">
                  <a:moveTo>
                    <a:pt x="94691" y="558088"/>
                  </a:moveTo>
                  <a:lnTo>
                    <a:pt x="88861" y="551815"/>
                  </a:lnTo>
                  <a:lnTo>
                    <a:pt x="78117" y="560971"/>
                  </a:lnTo>
                  <a:lnTo>
                    <a:pt x="86182" y="569671"/>
                  </a:lnTo>
                  <a:lnTo>
                    <a:pt x="90170" y="564235"/>
                  </a:lnTo>
                  <a:lnTo>
                    <a:pt x="94691" y="558088"/>
                  </a:lnTo>
                  <a:close/>
                </a:path>
                <a:path w="369570" h="617854">
                  <a:moveTo>
                    <a:pt x="112293" y="509981"/>
                  </a:moveTo>
                  <a:lnTo>
                    <a:pt x="111252" y="505104"/>
                  </a:lnTo>
                  <a:lnTo>
                    <a:pt x="104406" y="505104"/>
                  </a:lnTo>
                  <a:lnTo>
                    <a:pt x="103352" y="509981"/>
                  </a:lnTo>
                  <a:lnTo>
                    <a:pt x="106121" y="511886"/>
                  </a:lnTo>
                  <a:lnTo>
                    <a:pt x="107353" y="512724"/>
                  </a:lnTo>
                  <a:lnTo>
                    <a:pt x="108292" y="512724"/>
                  </a:lnTo>
                  <a:lnTo>
                    <a:pt x="112293" y="509981"/>
                  </a:lnTo>
                  <a:close/>
                </a:path>
                <a:path w="369570" h="617854">
                  <a:moveTo>
                    <a:pt x="116319" y="471360"/>
                  </a:moveTo>
                  <a:lnTo>
                    <a:pt x="112915" y="467779"/>
                  </a:lnTo>
                  <a:lnTo>
                    <a:pt x="106553" y="469239"/>
                  </a:lnTo>
                  <a:lnTo>
                    <a:pt x="104609" y="472719"/>
                  </a:lnTo>
                  <a:lnTo>
                    <a:pt x="107086" y="479374"/>
                  </a:lnTo>
                  <a:lnTo>
                    <a:pt x="110413" y="479856"/>
                  </a:lnTo>
                  <a:lnTo>
                    <a:pt x="112268" y="477164"/>
                  </a:lnTo>
                  <a:lnTo>
                    <a:pt x="112903" y="476250"/>
                  </a:lnTo>
                  <a:lnTo>
                    <a:pt x="113639" y="475437"/>
                  </a:lnTo>
                  <a:lnTo>
                    <a:pt x="116319" y="471360"/>
                  </a:lnTo>
                  <a:close/>
                </a:path>
                <a:path w="369570" h="617854">
                  <a:moveTo>
                    <a:pt x="123583" y="540321"/>
                  </a:moveTo>
                  <a:lnTo>
                    <a:pt x="111823" y="540321"/>
                  </a:lnTo>
                  <a:lnTo>
                    <a:pt x="111810" y="550164"/>
                  </a:lnTo>
                  <a:lnTo>
                    <a:pt x="117690" y="550164"/>
                  </a:lnTo>
                  <a:lnTo>
                    <a:pt x="123571" y="550164"/>
                  </a:lnTo>
                  <a:lnTo>
                    <a:pt x="123583" y="540321"/>
                  </a:lnTo>
                  <a:close/>
                </a:path>
                <a:path w="369570" h="617854">
                  <a:moveTo>
                    <a:pt x="124790" y="605980"/>
                  </a:moveTo>
                  <a:lnTo>
                    <a:pt x="124434" y="604227"/>
                  </a:lnTo>
                  <a:lnTo>
                    <a:pt x="124460" y="603465"/>
                  </a:lnTo>
                  <a:lnTo>
                    <a:pt x="124447" y="603021"/>
                  </a:lnTo>
                  <a:lnTo>
                    <a:pt x="123672" y="602221"/>
                  </a:lnTo>
                  <a:lnTo>
                    <a:pt x="123113" y="602195"/>
                  </a:lnTo>
                  <a:lnTo>
                    <a:pt x="122872" y="602043"/>
                  </a:lnTo>
                  <a:lnTo>
                    <a:pt x="121881" y="601586"/>
                  </a:lnTo>
                  <a:lnTo>
                    <a:pt x="122186" y="601243"/>
                  </a:lnTo>
                  <a:lnTo>
                    <a:pt x="123926" y="599224"/>
                  </a:lnTo>
                  <a:lnTo>
                    <a:pt x="119989" y="595312"/>
                  </a:lnTo>
                  <a:lnTo>
                    <a:pt x="111988" y="602043"/>
                  </a:lnTo>
                  <a:lnTo>
                    <a:pt x="111887" y="602399"/>
                  </a:lnTo>
                  <a:lnTo>
                    <a:pt x="116179" y="609739"/>
                  </a:lnTo>
                  <a:lnTo>
                    <a:pt x="123939" y="608393"/>
                  </a:lnTo>
                  <a:lnTo>
                    <a:pt x="124790" y="605980"/>
                  </a:lnTo>
                  <a:close/>
                </a:path>
                <a:path w="369570" h="617854">
                  <a:moveTo>
                    <a:pt x="134531" y="518642"/>
                  </a:moveTo>
                  <a:lnTo>
                    <a:pt x="132016" y="517702"/>
                  </a:lnTo>
                  <a:lnTo>
                    <a:pt x="128473" y="517867"/>
                  </a:lnTo>
                  <a:lnTo>
                    <a:pt x="128473" y="520903"/>
                  </a:lnTo>
                  <a:lnTo>
                    <a:pt x="132016" y="521068"/>
                  </a:lnTo>
                  <a:lnTo>
                    <a:pt x="134531" y="520141"/>
                  </a:lnTo>
                  <a:lnTo>
                    <a:pt x="134531" y="518642"/>
                  </a:lnTo>
                  <a:close/>
                </a:path>
                <a:path w="369570" h="617854">
                  <a:moveTo>
                    <a:pt x="137439" y="571207"/>
                  </a:moveTo>
                  <a:lnTo>
                    <a:pt x="131660" y="569201"/>
                  </a:lnTo>
                  <a:lnTo>
                    <a:pt x="127342" y="570001"/>
                  </a:lnTo>
                  <a:lnTo>
                    <a:pt x="125907" y="574154"/>
                  </a:lnTo>
                  <a:lnTo>
                    <a:pt x="127330" y="578307"/>
                  </a:lnTo>
                  <a:lnTo>
                    <a:pt x="131660" y="579094"/>
                  </a:lnTo>
                  <a:lnTo>
                    <a:pt x="137388" y="577113"/>
                  </a:lnTo>
                  <a:lnTo>
                    <a:pt x="137439" y="571207"/>
                  </a:lnTo>
                  <a:close/>
                </a:path>
                <a:path w="369570" h="617854">
                  <a:moveTo>
                    <a:pt x="150977" y="479437"/>
                  </a:moveTo>
                  <a:lnTo>
                    <a:pt x="150926" y="465963"/>
                  </a:lnTo>
                  <a:lnTo>
                    <a:pt x="142951" y="465264"/>
                  </a:lnTo>
                  <a:lnTo>
                    <a:pt x="134531" y="464540"/>
                  </a:lnTo>
                  <a:lnTo>
                    <a:pt x="134569" y="478015"/>
                  </a:lnTo>
                  <a:lnTo>
                    <a:pt x="150977" y="479437"/>
                  </a:lnTo>
                  <a:close/>
                </a:path>
                <a:path w="369570" h="617854">
                  <a:moveTo>
                    <a:pt x="155092" y="309219"/>
                  </a:moveTo>
                  <a:lnTo>
                    <a:pt x="138137" y="309219"/>
                  </a:lnTo>
                  <a:lnTo>
                    <a:pt x="138125" y="323418"/>
                  </a:lnTo>
                  <a:lnTo>
                    <a:pt x="146608" y="323418"/>
                  </a:lnTo>
                  <a:lnTo>
                    <a:pt x="155079" y="323418"/>
                  </a:lnTo>
                  <a:lnTo>
                    <a:pt x="155092" y="309219"/>
                  </a:lnTo>
                  <a:close/>
                </a:path>
                <a:path w="369570" h="617854">
                  <a:moveTo>
                    <a:pt x="162407" y="297421"/>
                  </a:moveTo>
                  <a:lnTo>
                    <a:pt x="154787" y="297421"/>
                  </a:lnTo>
                  <a:lnTo>
                    <a:pt x="156883" y="301421"/>
                  </a:lnTo>
                  <a:lnTo>
                    <a:pt x="157949" y="303466"/>
                  </a:lnTo>
                  <a:lnTo>
                    <a:pt x="159245" y="303466"/>
                  </a:lnTo>
                  <a:lnTo>
                    <a:pt x="162407" y="297421"/>
                  </a:lnTo>
                  <a:close/>
                </a:path>
                <a:path w="369570" h="617854">
                  <a:moveTo>
                    <a:pt x="163703" y="268490"/>
                  </a:moveTo>
                  <a:lnTo>
                    <a:pt x="162915" y="266623"/>
                  </a:lnTo>
                  <a:lnTo>
                    <a:pt x="158889" y="265785"/>
                  </a:lnTo>
                  <a:lnTo>
                    <a:pt x="157581" y="267195"/>
                  </a:lnTo>
                  <a:lnTo>
                    <a:pt x="157899" y="269024"/>
                  </a:lnTo>
                  <a:lnTo>
                    <a:pt x="158356" y="271538"/>
                  </a:lnTo>
                  <a:lnTo>
                    <a:pt x="160096" y="272389"/>
                  </a:lnTo>
                  <a:lnTo>
                    <a:pt x="162547" y="271703"/>
                  </a:lnTo>
                  <a:lnTo>
                    <a:pt x="163080" y="271132"/>
                  </a:lnTo>
                  <a:lnTo>
                    <a:pt x="163703" y="268490"/>
                  </a:lnTo>
                  <a:close/>
                </a:path>
                <a:path w="369570" h="617854">
                  <a:moveTo>
                    <a:pt x="172427" y="518274"/>
                  </a:moveTo>
                  <a:lnTo>
                    <a:pt x="158889" y="518274"/>
                  </a:lnTo>
                  <a:lnTo>
                    <a:pt x="158877" y="529615"/>
                  </a:lnTo>
                  <a:lnTo>
                    <a:pt x="165646" y="529615"/>
                  </a:lnTo>
                  <a:lnTo>
                    <a:pt x="172415" y="529615"/>
                  </a:lnTo>
                  <a:lnTo>
                    <a:pt x="172427" y="518274"/>
                  </a:lnTo>
                  <a:close/>
                </a:path>
                <a:path w="369570" h="617854">
                  <a:moveTo>
                    <a:pt x="175120" y="604405"/>
                  </a:moveTo>
                  <a:lnTo>
                    <a:pt x="165836" y="597738"/>
                  </a:lnTo>
                  <a:lnTo>
                    <a:pt x="161658" y="606640"/>
                  </a:lnTo>
                  <a:lnTo>
                    <a:pt x="167347" y="608838"/>
                  </a:lnTo>
                  <a:lnTo>
                    <a:pt x="173024" y="611035"/>
                  </a:lnTo>
                  <a:lnTo>
                    <a:pt x="175120" y="604405"/>
                  </a:lnTo>
                  <a:close/>
                </a:path>
                <a:path w="369570" h="617854">
                  <a:moveTo>
                    <a:pt x="184213" y="85051"/>
                  </a:moveTo>
                  <a:lnTo>
                    <a:pt x="178117" y="85051"/>
                  </a:lnTo>
                  <a:lnTo>
                    <a:pt x="179793" y="88252"/>
                  </a:lnTo>
                  <a:lnTo>
                    <a:pt x="180721" y="90030"/>
                  </a:lnTo>
                  <a:lnTo>
                    <a:pt x="181610" y="90030"/>
                  </a:lnTo>
                  <a:lnTo>
                    <a:pt x="181927" y="89395"/>
                  </a:lnTo>
                  <a:lnTo>
                    <a:pt x="182143" y="89014"/>
                  </a:lnTo>
                  <a:lnTo>
                    <a:pt x="184213" y="85051"/>
                  </a:lnTo>
                  <a:close/>
                </a:path>
                <a:path w="369570" h="617854">
                  <a:moveTo>
                    <a:pt x="184746" y="568109"/>
                  </a:moveTo>
                  <a:lnTo>
                    <a:pt x="177596" y="568109"/>
                  </a:lnTo>
                  <a:lnTo>
                    <a:pt x="177584" y="574103"/>
                  </a:lnTo>
                  <a:lnTo>
                    <a:pt x="181165" y="574103"/>
                  </a:lnTo>
                  <a:lnTo>
                    <a:pt x="184734" y="574103"/>
                  </a:lnTo>
                  <a:lnTo>
                    <a:pt x="184746" y="568109"/>
                  </a:lnTo>
                  <a:close/>
                </a:path>
                <a:path w="369570" h="617854">
                  <a:moveTo>
                    <a:pt x="187299" y="587260"/>
                  </a:moveTo>
                  <a:lnTo>
                    <a:pt x="175044" y="587260"/>
                  </a:lnTo>
                  <a:lnTo>
                    <a:pt x="175031" y="597535"/>
                  </a:lnTo>
                  <a:lnTo>
                    <a:pt x="181165" y="597535"/>
                  </a:lnTo>
                  <a:lnTo>
                    <a:pt x="187286" y="597535"/>
                  </a:lnTo>
                  <a:lnTo>
                    <a:pt x="187299" y="587260"/>
                  </a:lnTo>
                  <a:close/>
                </a:path>
                <a:path w="369570" h="617854">
                  <a:moveTo>
                    <a:pt x="192392" y="89547"/>
                  </a:moveTo>
                  <a:lnTo>
                    <a:pt x="192125" y="88696"/>
                  </a:lnTo>
                  <a:lnTo>
                    <a:pt x="189217" y="85661"/>
                  </a:lnTo>
                  <a:lnTo>
                    <a:pt x="186613" y="88468"/>
                  </a:lnTo>
                  <a:lnTo>
                    <a:pt x="188290" y="90347"/>
                  </a:lnTo>
                  <a:lnTo>
                    <a:pt x="189420" y="91617"/>
                  </a:lnTo>
                  <a:lnTo>
                    <a:pt x="190220" y="91897"/>
                  </a:lnTo>
                  <a:lnTo>
                    <a:pt x="191668" y="91325"/>
                  </a:lnTo>
                  <a:lnTo>
                    <a:pt x="191858" y="91122"/>
                  </a:lnTo>
                  <a:lnTo>
                    <a:pt x="192392" y="89547"/>
                  </a:lnTo>
                  <a:close/>
                </a:path>
                <a:path w="369570" h="617854">
                  <a:moveTo>
                    <a:pt x="196215" y="491337"/>
                  </a:moveTo>
                  <a:lnTo>
                    <a:pt x="193675" y="487387"/>
                  </a:lnTo>
                  <a:lnTo>
                    <a:pt x="193675" y="493636"/>
                  </a:lnTo>
                  <a:lnTo>
                    <a:pt x="191579" y="496049"/>
                  </a:lnTo>
                  <a:lnTo>
                    <a:pt x="193675" y="493636"/>
                  </a:lnTo>
                  <a:lnTo>
                    <a:pt x="193675" y="487387"/>
                  </a:lnTo>
                  <a:lnTo>
                    <a:pt x="191046" y="483285"/>
                  </a:lnTo>
                  <a:lnTo>
                    <a:pt x="190449" y="482561"/>
                  </a:lnTo>
                  <a:lnTo>
                    <a:pt x="186804" y="480301"/>
                  </a:lnTo>
                  <a:lnTo>
                    <a:pt x="180441" y="482561"/>
                  </a:lnTo>
                  <a:lnTo>
                    <a:pt x="178803" y="483984"/>
                  </a:lnTo>
                  <a:lnTo>
                    <a:pt x="174498" y="490905"/>
                  </a:lnTo>
                  <a:lnTo>
                    <a:pt x="176987" y="499033"/>
                  </a:lnTo>
                  <a:lnTo>
                    <a:pt x="185953" y="500367"/>
                  </a:lnTo>
                  <a:lnTo>
                    <a:pt x="188582" y="499821"/>
                  </a:lnTo>
                  <a:lnTo>
                    <a:pt x="189992" y="498259"/>
                  </a:lnTo>
                  <a:lnTo>
                    <a:pt x="196215" y="491337"/>
                  </a:lnTo>
                  <a:close/>
                </a:path>
                <a:path w="369570" h="617854">
                  <a:moveTo>
                    <a:pt x="196367" y="445173"/>
                  </a:moveTo>
                  <a:lnTo>
                    <a:pt x="183654" y="440778"/>
                  </a:lnTo>
                  <a:lnTo>
                    <a:pt x="183603" y="455028"/>
                  </a:lnTo>
                  <a:lnTo>
                    <a:pt x="190817" y="452539"/>
                  </a:lnTo>
                  <a:lnTo>
                    <a:pt x="196316" y="450634"/>
                  </a:lnTo>
                  <a:lnTo>
                    <a:pt x="196367" y="445173"/>
                  </a:lnTo>
                  <a:close/>
                </a:path>
                <a:path w="369570" h="617854">
                  <a:moveTo>
                    <a:pt x="199872" y="71374"/>
                  </a:moveTo>
                  <a:lnTo>
                    <a:pt x="190665" y="71374"/>
                  </a:lnTo>
                  <a:lnTo>
                    <a:pt x="190665" y="79070"/>
                  </a:lnTo>
                  <a:lnTo>
                    <a:pt x="195262" y="79070"/>
                  </a:lnTo>
                  <a:lnTo>
                    <a:pt x="199859" y="79070"/>
                  </a:lnTo>
                  <a:lnTo>
                    <a:pt x="199872" y="71374"/>
                  </a:lnTo>
                  <a:close/>
                </a:path>
                <a:path w="369570" h="617854">
                  <a:moveTo>
                    <a:pt x="203542" y="518134"/>
                  </a:moveTo>
                  <a:lnTo>
                    <a:pt x="198018" y="515645"/>
                  </a:lnTo>
                  <a:lnTo>
                    <a:pt x="193471" y="516267"/>
                  </a:lnTo>
                  <a:lnTo>
                    <a:pt x="191947" y="520915"/>
                  </a:lnTo>
                  <a:lnTo>
                    <a:pt x="193459" y="525564"/>
                  </a:lnTo>
                  <a:lnTo>
                    <a:pt x="198018" y="526173"/>
                  </a:lnTo>
                  <a:lnTo>
                    <a:pt x="203530" y="523671"/>
                  </a:lnTo>
                  <a:lnTo>
                    <a:pt x="203542" y="518134"/>
                  </a:lnTo>
                  <a:close/>
                </a:path>
                <a:path w="369570" h="617854">
                  <a:moveTo>
                    <a:pt x="204368" y="469"/>
                  </a:moveTo>
                  <a:lnTo>
                    <a:pt x="203936" y="0"/>
                  </a:lnTo>
                  <a:lnTo>
                    <a:pt x="202476" y="723"/>
                  </a:lnTo>
                  <a:lnTo>
                    <a:pt x="201498" y="2438"/>
                  </a:lnTo>
                  <a:lnTo>
                    <a:pt x="202107" y="3098"/>
                  </a:lnTo>
                  <a:lnTo>
                    <a:pt x="203669" y="2082"/>
                  </a:lnTo>
                  <a:lnTo>
                    <a:pt x="204368" y="469"/>
                  </a:lnTo>
                  <a:close/>
                </a:path>
                <a:path w="369570" h="617854">
                  <a:moveTo>
                    <a:pt x="205130" y="16929"/>
                  </a:moveTo>
                  <a:lnTo>
                    <a:pt x="196697" y="16929"/>
                  </a:lnTo>
                  <a:lnTo>
                    <a:pt x="196684" y="23990"/>
                  </a:lnTo>
                  <a:lnTo>
                    <a:pt x="200914" y="23990"/>
                  </a:lnTo>
                  <a:lnTo>
                    <a:pt x="205117" y="23990"/>
                  </a:lnTo>
                  <a:lnTo>
                    <a:pt x="205130" y="16929"/>
                  </a:lnTo>
                  <a:close/>
                </a:path>
                <a:path w="369570" h="617854">
                  <a:moveTo>
                    <a:pt x="212039" y="562076"/>
                  </a:moveTo>
                  <a:lnTo>
                    <a:pt x="202653" y="552665"/>
                  </a:lnTo>
                  <a:lnTo>
                    <a:pt x="196494" y="559282"/>
                  </a:lnTo>
                  <a:lnTo>
                    <a:pt x="200507" y="563943"/>
                  </a:lnTo>
                  <a:lnTo>
                    <a:pt x="205232" y="569404"/>
                  </a:lnTo>
                  <a:lnTo>
                    <a:pt x="212039" y="562076"/>
                  </a:lnTo>
                  <a:close/>
                </a:path>
                <a:path w="369570" h="617854">
                  <a:moveTo>
                    <a:pt x="212572" y="49390"/>
                  </a:moveTo>
                  <a:lnTo>
                    <a:pt x="209715" y="47650"/>
                  </a:lnTo>
                  <a:lnTo>
                    <a:pt x="206057" y="47548"/>
                  </a:lnTo>
                  <a:lnTo>
                    <a:pt x="204851" y="50888"/>
                  </a:lnTo>
                  <a:lnTo>
                    <a:pt x="206057" y="54216"/>
                  </a:lnTo>
                  <a:lnTo>
                    <a:pt x="209715" y="54114"/>
                  </a:lnTo>
                  <a:lnTo>
                    <a:pt x="212572" y="52374"/>
                  </a:lnTo>
                  <a:lnTo>
                    <a:pt x="212572" y="49390"/>
                  </a:lnTo>
                  <a:close/>
                </a:path>
                <a:path w="369570" h="617854">
                  <a:moveTo>
                    <a:pt x="213131" y="429615"/>
                  </a:moveTo>
                  <a:lnTo>
                    <a:pt x="212559" y="427355"/>
                  </a:lnTo>
                  <a:lnTo>
                    <a:pt x="211569" y="423418"/>
                  </a:lnTo>
                  <a:lnTo>
                    <a:pt x="202717" y="422440"/>
                  </a:lnTo>
                  <a:lnTo>
                    <a:pt x="199682" y="426351"/>
                  </a:lnTo>
                  <a:lnTo>
                    <a:pt x="200113" y="432790"/>
                  </a:lnTo>
                  <a:lnTo>
                    <a:pt x="201561" y="435698"/>
                  </a:lnTo>
                  <a:lnTo>
                    <a:pt x="208229" y="436956"/>
                  </a:lnTo>
                  <a:lnTo>
                    <a:pt x="210693" y="434682"/>
                  </a:lnTo>
                  <a:lnTo>
                    <a:pt x="210870" y="433197"/>
                  </a:lnTo>
                  <a:lnTo>
                    <a:pt x="211124" y="431190"/>
                  </a:lnTo>
                  <a:lnTo>
                    <a:pt x="213131" y="429615"/>
                  </a:lnTo>
                  <a:close/>
                </a:path>
                <a:path w="369570" h="617854">
                  <a:moveTo>
                    <a:pt x="215773" y="31978"/>
                  </a:moveTo>
                  <a:lnTo>
                    <a:pt x="214249" y="31978"/>
                  </a:lnTo>
                  <a:lnTo>
                    <a:pt x="214249" y="33274"/>
                  </a:lnTo>
                  <a:lnTo>
                    <a:pt x="215011" y="33274"/>
                  </a:lnTo>
                  <a:lnTo>
                    <a:pt x="215773" y="33274"/>
                  </a:lnTo>
                  <a:lnTo>
                    <a:pt x="215773" y="31978"/>
                  </a:lnTo>
                  <a:close/>
                </a:path>
                <a:path w="369570" h="617854">
                  <a:moveTo>
                    <a:pt x="241668" y="606272"/>
                  </a:moveTo>
                  <a:lnTo>
                    <a:pt x="237655" y="601472"/>
                  </a:lnTo>
                  <a:lnTo>
                    <a:pt x="234429" y="603224"/>
                  </a:lnTo>
                  <a:lnTo>
                    <a:pt x="231927" y="604583"/>
                  </a:lnTo>
                  <a:lnTo>
                    <a:pt x="231825" y="607644"/>
                  </a:lnTo>
                  <a:lnTo>
                    <a:pt x="234607" y="610806"/>
                  </a:lnTo>
                  <a:lnTo>
                    <a:pt x="236816" y="610971"/>
                  </a:lnTo>
                  <a:lnTo>
                    <a:pt x="237832" y="609625"/>
                  </a:lnTo>
                  <a:lnTo>
                    <a:pt x="238010" y="609346"/>
                  </a:lnTo>
                  <a:lnTo>
                    <a:pt x="238239" y="609117"/>
                  </a:lnTo>
                  <a:lnTo>
                    <a:pt x="238506" y="608926"/>
                  </a:lnTo>
                  <a:lnTo>
                    <a:pt x="241668" y="606272"/>
                  </a:lnTo>
                  <a:close/>
                </a:path>
                <a:path w="369570" h="617854">
                  <a:moveTo>
                    <a:pt x="280631" y="572338"/>
                  </a:moveTo>
                  <a:lnTo>
                    <a:pt x="277660" y="564578"/>
                  </a:lnTo>
                  <a:lnTo>
                    <a:pt x="273621" y="562686"/>
                  </a:lnTo>
                  <a:lnTo>
                    <a:pt x="267868" y="568909"/>
                  </a:lnTo>
                  <a:lnTo>
                    <a:pt x="269608" y="573265"/>
                  </a:lnTo>
                  <a:lnTo>
                    <a:pt x="272935" y="574738"/>
                  </a:lnTo>
                  <a:lnTo>
                    <a:pt x="276809" y="576453"/>
                  </a:lnTo>
                  <a:lnTo>
                    <a:pt x="280631" y="572338"/>
                  </a:lnTo>
                  <a:close/>
                </a:path>
                <a:path w="369570" h="617854">
                  <a:moveTo>
                    <a:pt x="281736" y="611974"/>
                  </a:moveTo>
                  <a:lnTo>
                    <a:pt x="278663" y="605307"/>
                  </a:lnTo>
                  <a:lnTo>
                    <a:pt x="277952" y="604354"/>
                  </a:lnTo>
                  <a:lnTo>
                    <a:pt x="276910" y="603224"/>
                  </a:lnTo>
                  <a:lnTo>
                    <a:pt x="272681" y="601421"/>
                  </a:lnTo>
                  <a:lnTo>
                    <a:pt x="268909" y="603377"/>
                  </a:lnTo>
                  <a:lnTo>
                    <a:pt x="267093" y="607453"/>
                  </a:lnTo>
                  <a:lnTo>
                    <a:pt x="268770" y="612000"/>
                  </a:lnTo>
                  <a:lnTo>
                    <a:pt x="269824" y="613130"/>
                  </a:lnTo>
                  <a:lnTo>
                    <a:pt x="270700" y="613879"/>
                  </a:lnTo>
                  <a:lnTo>
                    <a:pt x="276872" y="617207"/>
                  </a:lnTo>
                  <a:lnTo>
                    <a:pt x="281736" y="611974"/>
                  </a:lnTo>
                  <a:close/>
                </a:path>
                <a:path w="369570" h="617854">
                  <a:moveTo>
                    <a:pt x="285673" y="539318"/>
                  </a:moveTo>
                  <a:lnTo>
                    <a:pt x="283197" y="533146"/>
                  </a:lnTo>
                  <a:lnTo>
                    <a:pt x="279260" y="529971"/>
                  </a:lnTo>
                  <a:lnTo>
                    <a:pt x="274853" y="532218"/>
                  </a:lnTo>
                  <a:lnTo>
                    <a:pt x="272757" y="536956"/>
                  </a:lnTo>
                  <a:lnTo>
                    <a:pt x="275729" y="541197"/>
                  </a:lnTo>
                  <a:lnTo>
                    <a:pt x="281432" y="543864"/>
                  </a:lnTo>
                  <a:lnTo>
                    <a:pt x="285673" y="539318"/>
                  </a:lnTo>
                  <a:close/>
                </a:path>
                <a:path w="369570" h="617854">
                  <a:moveTo>
                    <a:pt x="347154" y="532866"/>
                  </a:moveTo>
                  <a:lnTo>
                    <a:pt x="339572" y="532866"/>
                  </a:lnTo>
                  <a:lnTo>
                    <a:pt x="341477" y="537311"/>
                  </a:lnTo>
                  <a:lnTo>
                    <a:pt x="342468" y="539623"/>
                  </a:lnTo>
                  <a:lnTo>
                    <a:pt x="344246" y="539623"/>
                  </a:lnTo>
                  <a:lnTo>
                    <a:pt x="347154" y="532866"/>
                  </a:lnTo>
                  <a:close/>
                </a:path>
                <a:path w="369570" h="617854">
                  <a:moveTo>
                    <a:pt x="359232" y="573760"/>
                  </a:moveTo>
                  <a:lnTo>
                    <a:pt x="357035" y="570026"/>
                  </a:lnTo>
                  <a:lnTo>
                    <a:pt x="353199" y="571004"/>
                  </a:lnTo>
                  <a:lnTo>
                    <a:pt x="353148" y="577303"/>
                  </a:lnTo>
                  <a:lnTo>
                    <a:pt x="357035" y="578256"/>
                  </a:lnTo>
                  <a:lnTo>
                    <a:pt x="358533" y="575716"/>
                  </a:lnTo>
                  <a:lnTo>
                    <a:pt x="359232" y="574535"/>
                  </a:lnTo>
                  <a:lnTo>
                    <a:pt x="359232" y="573760"/>
                  </a:lnTo>
                  <a:close/>
                </a:path>
                <a:path w="369570" h="617854">
                  <a:moveTo>
                    <a:pt x="369112" y="607148"/>
                  </a:moveTo>
                  <a:lnTo>
                    <a:pt x="357111" y="607148"/>
                  </a:lnTo>
                  <a:lnTo>
                    <a:pt x="357098" y="617207"/>
                  </a:lnTo>
                  <a:lnTo>
                    <a:pt x="363105" y="617207"/>
                  </a:lnTo>
                  <a:lnTo>
                    <a:pt x="369100" y="617207"/>
                  </a:lnTo>
                  <a:lnTo>
                    <a:pt x="369112" y="607148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2815882" y="4309366"/>
            <a:ext cx="47625" cy="154305"/>
          </a:xfrm>
          <a:custGeom>
            <a:avLst/>
            <a:gdLst/>
            <a:ahLst/>
            <a:cxnLst/>
            <a:rect l="l" t="t" r="r" b="b"/>
            <a:pathLst>
              <a:path w="47625" h="154304">
                <a:moveTo>
                  <a:pt x="47506" y="0"/>
                </a:moveTo>
                <a:lnTo>
                  <a:pt x="0" y="0"/>
                </a:lnTo>
                <a:lnTo>
                  <a:pt x="0" y="153785"/>
                </a:lnTo>
                <a:lnTo>
                  <a:pt x="47506" y="153785"/>
                </a:lnTo>
                <a:lnTo>
                  <a:pt x="47506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4" name="object 154" descr=""/>
          <p:cNvGrpSpPr/>
          <p:nvPr/>
        </p:nvGrpSpPr>
        <p:grpSpPr>
          <a:xfrm>
            <a:off x="2599421" y="3646518"/>
            <a:ext cx="496570" cy="694690"/>
            <a:chOff x="2599421" y="3646518"/>
            <a:chExt cx="496570" cy="694690"/>
          </a:xfrm>
        </p:grpSpPr>
        <p:sp>
          <p:nvSpPr>
            <p:cNvPr id="155" name="object 155" descr=""/>
            <p:cNvSpPr/>
            <p:nvPr/>
          </p:nvSpPr>
          <p:spPr>
            <a:xfrm>
              <a:off x="2638118" y="3908071"/>
              <a:ext cx="414655" cy="328930"/>
            </a:xfrm>
            <a:custGeom>
              <a:avLst/>
              <a:gdLst/>
              <a:ahLst/>
              <a:cxnLst/>
              <a:rect l="l" t="t" r="r" b="b"/>
              <a:pathLst>
                <a:path w="414655" h="328929">
                  <a:moveTo>
                    <a:pt x="201512" y="0"/>
                  </a:moveTo>
                  <a:lnTo>
                    <a:pt x="0" y="328544"/>
                  </a:lnTo>
                  <a:lnTo>
                    <a:pt x="414479" y="328544"/>
                  </a:lnTo>
                  <a:lnTo>
                    <a:pt x="20151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2839635" y="3908074"/>
              <a:ext cx="213360" cy="328930"/>
            </a:xfrm>
            <a:custGeom>
              <a:avLst/>
              <a:gdLst/>
              <a:ahLst/>
              <a:cxnLst/>
              <a:rect l="l" t="t" r="r" b="b"/>
              <a:pathLst>
                <a:path w="213360" h="328929">
                  <a:moveTo>
                    <a:pt x="0" y="0"/>
                  </a:moveTo>
                  <a:lnTo>
                    <a:pt x="0" y="328544"/>
                  </a:lnTo>
                  <a:lnTo>
                    <a:pt x="212967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2599421" y="4012327"/>
              <a:ext cx="496570" cy="328930"/>
            </a:xfrm>
            <a:custGeom>
              <a:avLst/>
              <a:gdLst/>
              <a:ahLst/>
              <a:cxnLst/>
              <a:rect l="l" t="t" r="r" b="b"/>
              <a:pathLst>
                <a:path w="496569" h="328929">
                  <a:moveTo>
                    <a:pt x="241196" y="0"/>
                  </a:moveTo>
                  <a:lnTo>
                    <a:pt x="0" y="328544"/>
                  </a:lnTo>
                  <a:lnTo>
                    <a:pt x="496110" y="328544"/>
                  </a:lnTo>
                  <a:lnTo>
                    <a:pt x="24119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2840623" y="4012331"/>
              <a:ext cx="255270" cy="328930"/>
            </a:xfrm>
            <a:custGeom>
              <a:avLst/>
              <a:gdLst/>
              <a:ahLst/>
              <a:cxnLst/>
              <a:rect l="l" t="t" r="r" b="b"/>
              <a:pathLst>
                <a:path w="255269" h="328929">
                  <a:moveTo>
                    <a:pt x="0" y="0"/>
                  </a:moveTo>
                  <a:lnTo>
                    <a:pt x="0" y="328544"/>
                  </a:lnTo>
                  <a:lnTo>
                    <a:pt x="254913" y="328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2696822" y="3787599"/>
              <a:ext cx="299085" cy="285115"/>
            </a:xfrm>
            <a:custGeom>
              <a:avLst/>
              <a:gdLst/>
              <a:ahLst/>
              <a:cxnLst/>
              <a:rect l="l" t="t" r="r" b="b"/>
              <a:pathLst>
                <a:path w="299085" h="285114">
                  <a:moveTo>
                    <a:pt x="145314" y="0"/>
                  </a:moveTo>
                  <a:lnTo>
                    <a:pt x="0" y="284745"/>
                  </a:lnTo>
                  <a:lnTo>
                    <a:pt x="298891" y="284745"/>
                  </a:lnTo>
                  <a:lnTo>
                    <a:pt x="1453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2842140" y="3787601"/>
              <a:ext cx="153670" cy="285115"/>
            </a:xfrm>
            <a:custGeom>
              <a:avLst/>
              <a:gdLst/>
              <a:ahLst/>
              <a:cxnLst/>
              <a:rect l="l" t="t" r="r" b="b"/>
              <a:pathLst>
                <a:path w="153669" h="285114">
                  <a:moveTo>
                    <a:pt x="0" y="0"/>
                  </a:moveTo>
                  <a:lnTo>
                    <a:pt x="0" y="284745"/>
                  </a:lnTo>
                  <a:lnTo>
                    <a:pt x="153576" y="284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2768307" y="3646518"/>
              <a:ext cx="148590" cy="267335"/>
            </a:xfrm>
            <a:custGeom>
              <a:avLst/>
              <a:gdLst/>
              <a:ahLst/>
              <a:cxnLst/>
              <a:rect l="l" t="t" r="r" b="b"/>
              <a:pathLst>
                <a:path w="148589" h="267335">
                  <a:moveTo>
                    <a:pt x="72186" y="0"/>
                  </a:moveTo>
                  <a:lnTo>
                    <a:pt x="0" y="267175"/>
                  </a:lnTo>
                  <a:lnTo>
                    <a:pt x="148477" y="267175"/>
                  </a:lnTo>
                  <a:lnTo>
                    <a:pt x="7218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2840492" y="3646521"/>
              <a:ext cx="76835" cy="267335"/>
            </a:xfrm>
            <a:custGeom>
              <a:avLst/>
              <a:gdLst/>
              <a:ahLst/>
              <a:cxnLst/>
              <a:rect l="l" t="t" r="r" b="b"/>
              <a:pathLst>
                <a:path w="76835" h="267335">
                  <a:moveTo>
                    <a:pt x="0" y="0"/>
                  </a:moveTo>
                  <a:lnTo>
                    <a:pt x="0" y="267175"/>
                  </a:lnTo>
                  <a:lnTo>
                    <a:pt x="76290" y="2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2718676" y="3740016"/>
              <a:ext cx="327025" cy="583565"/>
            </a:xfrm>
            <a:custGeom>
              <a:avLst/>
              <a:gdLst/>
              <a:ahLst/>
              <a:cxnLst/>
              <a:rect l="l" t="t" r="r" b="b"/>
              <a:pathLst>
                <a:path w="327025" h="583564">
                  <a:moveTo>
                    <a:pt x="9436" y="405041"/>
                  </a:moveTo>
                  <a:lnTo>
                    <a:pt x="8991" y="403923"/>
                  </a:lnTo>
                  <a:lnTo>
                    <a:pt x="0" y="407289"/>
                  </a:lnTo>
                  <a:lnTo>
                    <a:pt x="698" y="409168"/>
                  </a:lnTo>
                  <a:lnTo>
                    <a:pt x="1892" y="408597"/>
                  </a:lnTo>
                  <a:lnTo>
                    <a:pt x="9436" y="405041"/>
                  </a:lnTo>
                  <a:close/>
                </a:path>
                <a:path w="327025" h="583564">
                  <a:moveTo>
                    <a:pt x="21412" y="366026"/>
                  </a:moveTo>
                  <a:lnTo>
                    <a:pt x="15532" y="366026"/>
                  </a:lnTo>
                  <a:lnTo>
                    <a:pt x="15532" y="370941"/>
                  </a:lnTo>
                  <a:lnTo>
                    <a:pt x="18465" y="370941"/>
                  </a:lnTo>
                  <a:lnTo>
                    <a:pt x="21399" y="370941"/>
                  </a:lnTo>
                  <a:lnTo>
                    <a:pt x="21412" y="366026"/>
                  </a:lnTo>
                  <a:close/>
                </a:path>
                <a:path w="327025" h="583564">
                  <a:moveTo>
                    <a:pt x="29883" y="297230"/>
                  </a:moveTo>
                  <a:lnTo>
                    <a:pt x="26809" y="297230"/>
                  </a:lnTo>
                  <a:lnTo>
                    <a:pt x="26809" y="299796"/>
                  </a:lnTo>
                  <a:lnTo>
                    <a:pt x="28346" y="299796"/>
                  </a:lnTo>
                  <a:lnTo>
                    <a:pt x="29870" y="299796"/>
                  </a:lnTo>
                  <a:lnTo>
                    <a:pt x="29883" y="297230"/>
                  </a:lnTo>
                  <a:close/>
                </a:path>
                <a:path w="327025" h="583564">
                  <a:moveTo>
                    <a:pt x="35610" y="261467"/>
                  </a:moveTo>
                  <a:lnTo>
                    <a:pt x="32346" y="261467"/>
                  </a:lnTo>
                  <a:lnTo>
                    <a:pt x="32499" y="263525"/>
                  </a:lnTo>
                  <a:lnTo>
                    <a:pt x="32588" y="264947"/>
                  </a:lnTo>
                  <a:lnTo>
                    <a:pt x="32664" y="265493"/>
                  </a:lnTo>
                  <a:lnTo>
                    <a:pt x="33159" y="268008"/>
                  </a:lnTo>
                  <a:lnTo>
                    <a:pt x="34823" y="268008"/>
                  </a:lnTo>
                  <a:lnTo>
                    <a:pt x="35306" y="265493"/>
                  </a:lnTo>
                  <a:lnTo>
                    <a:pt x="35369" y="264947"/>
                  </a:lnTo>
                  <a:lnTo>
                    <a:pt x="35610" y="261467"/>
                  </a:lnTo>
                  <a:close/>
                </a:path>
                <a:path w="327025" h="583564">
                  <a:moveTo>
                    <a:pt x="45770" y="401701"/>
                  </a:moveTo>
                  <a:lnTo>
                    <a:pt x="45478" y="400240"/>
                  </a:lnTo>
                  <a:lnTo>
                    <a:pt x="42608" y="399542"/>
                  </a:lnTo>
                  <a:lnTo>
                    <a:pt x="41795" y="399618"/>
                  </a:lnTo>
                  <a:lnTo>
                    <a:pt x="35394" y="401154"/>
                  </a:lnTo>
                  <a:lnTo>
                    <a:pt x="38963" y="409702"/>
                  </a:lnTo>
                  <a:lnTo>
                    <a:pt x="43205" y="405752"/>
                  </a:lnTo>
                  <a:lnTo>
                    <a:pt x="44653" y="404380"/>
                  </a:lnTo>
                  <a:lnTo>
                    <a:pt x="45770" y="401701"/>
                  </a:lnTo>
                  <a:close/>
                </a:path>
                <a:path w="327025" h="583564">
                  <a:moveTo>
                    <a:pt x="55219" y="286626"/>
                  </a:moveTo>
                  <a:lnTo>
                    <a:pt x="55029" y="286080"/>
                  </a:lnTo>
                  <a:lnTo>
                    <a:pt x="52184" y="281622"/>
                  </a:lnTo>
                  <a:lnTo>
                    <a:pt x="47917" y="286181"/>
                  </a:lnTo>
                  <a:lnTo>
                    <a:pt x="51117" y="288556"/>
                  </a:lnTo>
                  <a:lnTo>
                    <a:pt x="52070" y="289267"/>
                  </a:lnTo>
                  <a:lnTo>
                    <a:pt x="52578" y="289483"/>
                  </a:lnTo>
                  <a:lnTo>
                    <a:pt x="54546" y="289458"/>
                  </a:lnTo>
                  <a:lnTo>
                    <a:pt x="55206" y="288734"/>
                  </a:lnTo>
                  <a:lnTo>
                    <a:pt x="55219" y="286626"/>
                  </a:lnTo>
                  <a:close/>
                </a:path>
                <a:path w="327025" h="583564">
                  <a:moveTo>
                    <a:pt x="55295" y="323672"/>
                  </a:moveTo>
                  <a:lnTo>
                    <a:pt x="44132" y="319151"/>
                  </a:lnTo>
                  <a:lnTo>
                    <a:pt x="41440" y="329006"/>
                  </a:lnTo>
                  <a:lnTo>
                    <a:pt x="47104" y="330695"/>
                  </a:lnTo>
                  <a:lnTo>
                    <a:pt x="53251" y="332524"/>
                  </a:lnTo>
                  <a:lnTo>
                    <a:pt x="55295" y="323672"/>
                  </a:lnTo>
                  <a:close/>
                </a:path>
                <a:path w="327025" h="583564">
                  <a:moveTo>
                    <a:pt x="55765" y="223786"/>
                  </a:moveTo>
                  <a:lnTo>
                    <a:pt x="51689" y="223786"/>
                  </a:lnTo>
                  <a:lnTo>
                    <a:pt x="51689" y="227215"/>
                  </a:lnTo>
                  <a:lnTo>
                    <a:pt x="53733" y="227215"/>
                  </a:lnTo>
                  <a:lnTo>
                    <a:pt x="55765" y="227215"/>
                  </a:lnTo>
                  <a:lnTo>
                    <a:pt x="55765" y="223786"/>
                  </a:lnTo>
                  <a:close/>
                </a:path>
                <a:path w="327025" h="583564">
                  <a:moveTo>
                    <a:pt x="65087" y="361315"/>
                  </a:moveTo>
                  <a:lnTo>
                    <a:pt x="63271" y="357555"/>
                  </a:lnTo>
                  <a:lnTo>
                    <a:pt x="58293" y="357555"/>
                  </a:lnTo>
                  <a:lnTo>
                    <a:pt x="56476" y="361315"/>
                  </a:lnTo>
                  <a:lnTo>
                    <a:pt x="58610" y="363220"/>
                  </a:lnTo>
                  <a:lnTo>
                    <a:pt x="60261" y="364705"/>
                  </a:lnTo>
                  <a:lnTo>
                    <a:pt x="61290" y="364705"/>
                  </a:lnTo>
                  <a:lnTo>
                    <a:pt x="65087" y="361315"/>
                  </a:lnTo>
                  <a:close/>
                </a:path>
                <a:path w="327025" h="583564">
                  <a:moveTo>
                    <a:pt x="74206" y="156616"/>
                  </a:moveTo>
                  <a:lnTo>
                    <a:pt x="74104" y="154660"/>
                  </a:lnTo>
                  <a:lnTo>
                    <a:pt x="72440" y="150863"/>
                  </a:lnTo>
                  <a:lnTo>
                    <a:pt x="69151" y="151091"/>
                  </a:lnTo>
                  <a:lnTo>
                    <a:pt x="65544" y="153276"/>
                  </a:lnTo>
                  <a:lnTo>
                    <a:pt x="65201" y="156121"/>
                  </a:lnTo>
                  <a:lnTo>
                    <a:pt x="66675" y="157645"/>
                  </a:lnTo>
                  <a:lnTo>
                    <a:pt x="68732" y="159778"/>
                  </a:lnTo>
                  <a:lnTo>
                    <a:pt x="70827" y="159550"/>
                  </a:lnTo>
                  <a:lnTo>
                    <a:pt x="72618" y="158000"/>
                  </a:lnTo>
                  <a:lnTo>
                    <a:pt x="74206" y="156616"/>
                  </a:lnTo>
                  <a:close/>
                </a:path>
                <a:path w="327025" h="583564">
                  <a:moveTo>
                    <a:pt x="87274" y="122466"/>
                  </a:moveTo>
                  <a:lnTo>
                    <a:pt x="85458" y="111848"/>
                  </a:lnTo>
                  <a:lnTo>
                    <a:pt x="79095" y="110566"/>
                  </a:lnTo>
                  <a:lnTo>
                    <a:pt x="73723" y="113220"/>
                  </a:lnTo>
                  <a:lnTo>
                    <a:pt x="67475" y="119291"/>
                  </a:lnTo>
                  <a:lnTo>
                    <a:pt x="69507" y="128181"/>
                  </a:lnTo>
                  <a:lnTo>
                    <a:pt x="75260" y="129451"/>
                  </a:lnTo>
                  <a:lnTo>
                    <a:pt x="77876" y="130022"/>
                  </a:lnTo>
                  <a:lnTo>
                    <a:pt x="80530" y="130035"/>
                  </a:lnTo>
                  <a:lnTo>
                    <a:pt x="85953" y="125641"/>
                  </a:lnTo>
                  <a:lnTo>
                    <a:pt x="87274" y="122466"/>
                  </a:lnTo>
                  <a:close/>
                </a:path>
                <a:path w="327025" h="583564">
                  <a:moveTo>
                    <a:pt x="87807" y="204203"/>
                  </a:moveTo>
                  <a:lnTo>
                    <a:pt x="87553" y="201739"/>
                  </a:lnTo>
                  <a:lnTo>
                    <a:pt x="87045" y="201180"/>
                  </a:lnTo>
                  <a:lnTo>
                    <a:pt x="86156" y="201079"/>
                  </a:lnTo>
                  <a:lnTo>
                    <a:pt x="84721" y="200901"/>
                  </a:lnTo>
                  <a:lnTo>
                    <a:pt x="84582" y="201015"/>
                  </a:lnTo>
                  <a:lnTo>
                    <a:pt x="84607" y="188468"/>
                  </a:lnTo>
                  <a:lnTo>
                    <a:pt x="65189" y="188468"/>
                  </a:lnTo>
                  <a:lnTo>
                    <a:pt x="65163" y="204292"/>
                  </a:lnTo>
                  <a:lnTo>
                    <a:pt x="63741" y="199898"/>
                  </a:lnTo>
                  <a:lnTo>
                    <a:pt x="56553" y="196545"/>
                  </a:lnTo>
                  <a:lnTo>
                    <a:pt x="49364" y="199898"/>
                  </a:lnTo>
                  <a:lnTo>
                    <a:pt x="46964" y="207251"/>
                  </a:lnTo>
                  <a:lnTo>
                    <a:pt x="49364" y="214604"/>
                  </a:lnTo>
                  <a:lnTo>
                    <a:pt x="56553" y="217944"/>
                  </a:lnTo>
                  <a:lnTo>
                    <a:pt x="63728" y="214604"/>
                  </a:lnTo>
                  <a:lnTo>
                    <a:pt x="66128" y="207251"/>
                  </a:lnTo>
                  <a:lnTo>
                    <a:pt x="65303" y="204724"/>
                  </a:lnTo>
                  <a:lnTo>
                    <a:pt x="74879" y="204724"/>
                  </a:lnTo>
                  <a:lnTo>
                    <a:pt x="81508" y="204724"/>
                  </a:lnTo>
                  <a:lnTo>
                    <a:pt x="81394" y="204876"/>
                  </a:lnTo>
                  <a:lnTo>
                    <a:pt x="84137" y="207822"/>
                  </a:lnTo>
                  <a:lnTo>
                    <a:pt x="86296" y="205867"/>
                  </a:lnTo>
                  <a:lnTo>
                    <a:pt x="87376" y="204889"/>
                  </a:lnTo>
                  <a:lnTo>
                    <a:pt x="87807" y="204203"/>
                  </a:lnTo>
                  <a:close/>
                </a:path>
                <a:path w="327025" h="583564">
                  <a:moveTo>
                    <a:pt x="88773" y="159131"/>
                  </a:moveTo>
                  <a:lnTo>
                    <a:pt x="86017" y="156565"/>
                  </a:lnTo>
                  <a:lnTo>
                    <a:pt x="84950" y="156375"/>
                  </a:lnTo>
                  <a:lnTo>
                    <a:pt x="79717" y="157734"/>
                  </a:lnTo>
                  <a:lnTo>
                    <a:pt x="79717" y="162445"/>
                  </a:lnTo>
                  <a:lnTo>
                    <a:pt x="82550" y="163182"/>
                  </a:lnTo>
                  <a:lnTo>
                    <a:pt x="84924" y="163791"/>
                  </a:lnTo>
                  <a:lnTo>
                    <a:pt x="85991" y="163639"/>
                  </a:lnTo>
                  <a:lnTo>
                    <a:pt x="88773" y="161048"/>
                  </a:lnTo>
                  <a:lnTo>
                    <a:pt x="88773" y="159131"/>
                  </a:lnTo>
                  <a:close/>
                </a:path>
                <a:path w="327025" h="583564">
                  <a:moveTo>
                    <a:pt x="95338" y="410489"/>
                  </a:moveTo>
                  <a:lnTo>
                    <a:pt x="94234" y="409486"/>
                  </a:lnTo>
                  <a:lnTo>
                    <a:pt x="93218" y="409054"/>
                  </a:lnTo>
                  <a:lnTo>
                    <a:pt x="92964" y="408927"/>
                  </a:lnTo>
                  <a:lnTo>
                    <a:pt x="90881" y="408038"/>
                  </a:lnTo>
                  <a:lnTo>
                    <a:pt x="88988" y="410070"/>
                  </a:lnTo>
                  <a:lnTo>
                    <a:pt x="89611" y="411734"/>
                  </a:lnTo>
                  <a:lnTo>
                    <a:pt x="90335" y="413677"/>
                  </a:lnTo>
                  <a:lnTo>
                    <a:pt x="91287" y="414883"/>
                  </a:lnTo>
                  <a:lnTo>
                    <a:pt x="94335" y="414477"/>
                  </a:lnTo>
                  <a:lnTo>
                    <a:pt x="94970" y="413804"/>
                  </a:lnTo>
                  <a:lnTo>
                    <a:pt x="95338" y="410489"/>
                  </a:lnTo>
                  <a:close/>
                </a:path>
                <a:path w="327025" h="583564">
                  <a:moveTo>
                    <a:pt x="95961" y="300253"/>
                  </a:moveTo>
                  <a:lnTo>
                    <a:pt x="89992" y="291833"/>
                  </a:lnTo>
                  <a:lnTo>
                    <a:pt x="84162" y="298056"/>
                  </a:lnTo>
                  <a:lnTo>
                    <a:pt x="88646" y="301739"/>
                  </a:lnTo>
                  <a:lnTo>
                    <a:pt x="92024" y="304520"/>
                  </a:lnTo>
                  <a:lnTo>
                    <a:pt x="95961" y="300253"/>
                  </a:lnTo>
                  <a:close/>
                </a:path>
                <a:path w="327025" h="583564">
                  <a:moveTo>
                    <a:pt x="96037" y="107188"/>
                  </a:moveTo>
                  <a:lnTo>
                    <a:pt x="93230" y="107188"/>
                  </a:lnTo>
                  <a:lnTo>
                    <a:pt x="93230" y="109550"/>
                  </a:lnTo>
                  <a:lnTo>
                    <a:pt x="94627" y="109550"/>
                  </a:lnTo>
                  <a:lnTo>
                    <a:pt x="96037" y="109550"/>
                  </a:lnTo>
                  <a:lnTo>
                    <a:pt x="96037" y="107188"/>
                  </a:lnTo>
                  <a:close/>
                </a:path>
                <a:path w="327025" h="583564">
                  <a:moveTo>
                    <a:pt x="96405" y="364642"/>
                  </a:moveTo>
                  <a:lnTo>
                    <a:pt x="87210" y="364642"/>
                  </a:lnTo>
                  <a:lnTo>
                    <a:pt x="87198" y="372338"/>
                  </a:lnTo>
                  <a:lnTo>
                    <a:pt x="91808" y="372338"/>
                  </a:lnTo>
                  <a:lnTo>
                    <a:pt x="96405" y="372338"/>
                  </a:lnTo>
                  <a:lnTo>
                    <a:pt x="96405" y="364642"/>
                  </a:lnTo>
                  <a:close/>
                </a:path>
                <a:path w="327025" h="583564">
                  <a:moveTo>
                    <a:pt x="96520" y="71691"/>
                  </a:moveTo>
                  <a:lnTo>
                    <a:pt x="95897" y="69545"/>
                  </a:lnTo>
                  <a:lnTo>
                    <a:pt x="93586" y="61658"/>
                  </a:lnTo>
                  <a:lnTo>
                    <a:pt x="85178" y="70739"/>
                  </a:lnTo>
                  <a:lnTo>
                    <a:pt x="94462" y="73914"/>
                  </a:lnTo>
                  <a:lnTo>
                    <a:pt x="96520" y="71691"/>
                  </a:lnTo>
                  <a:close/>
                </a:path>
                <a:path w="327025" h="583564">
                  <a:moveTo>
                    <a:pt x="99987" y="504634"/>
                  </a:moveTo>
                  <a:lnTo>
                    <a:pt x="83642" y="504634"/>
                  </a:lnTo>
                  <a:lnTo>
                    <a:pt x="83629" y="518312"/>
                  </a:lnTo>
                  <a:lnTo>
                    <a:pt x="91808" y="518312"/>
                  </a:lnTo>
                  <a:lnTo>
                    <a:pt x="99974" y="518312"/>
                  </a:lnTo>
                  <a:lnTo>
                    <a:pt x="99987" y="504634"/>
                  </a:lnTo>
                  <a:close/>
                </a:path>
                <a:path w="327025" h="583564">
                  <a:moveTo>
                    <a:pt x="106489" y="338302"/>
                  </a:moveTo>
                  <a:lnTo>
                    <a:pt x="103390" y="335051"/>
                  </a:lnTo>
                  <a:lnTo>
                    <a:pt x="102654" y="334403"/>
                  </a:lnTo>
                  <a:lnTo>
                    <a:pt x="99606" y="332486"/>
                  </a:lnTo>
                  <a:lnTo>
                    <a:pt x="97663" y="333743"/>
                  </a:lnTo>
                  <a:lnTo>
                    <a:pt x="96888" y="335749"/>
                  </a:lnTo>
                  <a:lnTo>
                    <a:pt x="96469" y="336550"/>
                  </a:lnTo>
                  <a:lnTo>
                    <a:pt x="96253" y="337400"/>
                  </a:lnTo>
                  <a:lnTo>
                    <a:pt x="96227" y="338315"/>
                  </a:lnTo>
                  <a:lnTo>
                    <a:pt x="95821" y="341261"/>
                  </a:lnTo>
                  <a:lnTo>
                    <a:pt x="97421" y="345351"/>
                  </a:lnTo>
                  <a:lnTo>
                    <a:pt x="101790" y="344805"/>
                  </a:lnTo>
                  <a:lnTo>
                    <a:pt x="102527" y="344678"/>
                  </a:lnTo>
                  <a:lnTo>
                    <a:pt x="106057" y="342607"/>
                  </a:lnTo>
                  <a:lnTo>
                    <a:pt x="106489" y="338302"/>
                  </a:lnTo>
                  <a:close/>
                </a:path>
                <a:path w="327025" h="583564">
                  <a:moveTo>
                    <a:pt x="107924" y="1003"/>
                  </a:moveTo>
                  <a:lnTo>
                    <a:pt x="107492" y="1193"/>
                  </a:lnTo>
                  <a:lnTo>
                    <a:pt x="107645" y="1727"/>
                  </a:lnTo>
                  <a:lnTo>
                    <a:pt x="107696" y="2044"/>
                  </a:lnTo>
                  <a:lnTo>
                    <a:pt x="107924" y="1003"/>
                  </a:lnTo>
                  <a:close/>
                </a:path>
                <a:path w="327025" h="583564">
                  <a:moveTo>
                    <a:pt x="109829" y="4495"/>
                  </a:moveTo>
                  <a:lnTo>
                    <a:pt x="108292" y="2730"/>
                  </a:lnTo>
                  <a:lnTo>
                    <a:pt x="107696" y="2044"/>
                  </a:lnTo>
                  <a:lnTo>
                    <a:pt x="107607" y="2489"/>
                  </a:lnTo>
                  <a:lnTo>
                    <a:pt x="107632" y="1955"/>
                  </a:lnTo>
                  <a:lnTo>
                    <a:pt x="107111" y="1358"/>
                  </a:lnTo>
                  <a:lnTo>
                    <a:pt x="107492" y="1193"/>
                  </a:lnTo>
                  <a:lnTo>
                    <a:pt x="107454" y="1066"/>
                  </a:lnTo>
                  <a:lnTo>
                    <a:pt x="105664" y="25"/>
                  </a:lnTo>
                  <a:lnTo>
                    <a:pt x="104432" y="0"/>
                  </a:lnTo>
                  <a:lnTo>
                    <a:pt x="102349" y="1727"/>
                  </a:lnTo>
                  <a:lnTo>
                    <a:pt x="101282" y="3314"/>
                  </a:lnTo>
                  <a:lnTo>
                    <a:pt x="102730" y="7035"/>
                  </a:lnTo>
                  <a:lnTo>
                    <a:pt x="103720" y="8039"/>
                  </a:lnTo>
                  <a:lnTo>
                    <a:pt x="108686" y="8293"/>
                  </a:lnTo>
                  <a:lnTo>
                    <a:pt x="109829" y="4495"/>
                  </a:lnTo>
                  <a:close/>
                </a:path>
                <a:path w="327025" h="583564">
                  <a:moveTo>
                    <a:pt x="110388" y="225171"/>
                  </a:moveTo>
                  <a:lnTo>
                    <a:pt x="107543" y="219671"/>
                  </a:lnTo>
                  <a:lnTo>
                    <a:pt x="102501" y="223177"/>
                  </a:lnTo>
                  <a:lnTo>
                    <a:pt x="101993" y="225564"/>
                  </a:lnTo>
                  <a:lnTo>
                    <a:pt x="104559" y="230479"/>
                  </a:lnTo>
                  <a:lnTo>
                    <a:pt x="108813" y="228727"/>
                  </a:lnTo>
                  <a:lnTo>
                    <a:pt x="108089" y="226695"/>
                  </a:lnTo>
                  <a:lnTo>
                    <a:pt x="107962" y="226364"/>
                  </a:lnTo>
                  <a:lnTo>
                    <a:pt x="109054" y="225831"/>
                  </a:lnTo>
                  <a:lnTo>
                    <a:pt x="110388" y="225171"/>
                  </a:lnTo>
                  <a:close/>
                </a:path>
                <a:path w="327025" h="583564">
                  <a:moveTo>
                    <a:pt x="116357" y="262839"/>
                  </a:moveTo>
                  <a:lnTo>
                    <a:pt x="109397" y="258559"/>
                  </a:lnTo>
                  <a:lnTo>
                    <a:pt x="105283" y="261048"/>
                  </a:lnTo>
                  <a:lnTo>
                    <a:pt x="105283" y="269049"/>
                  </a:lnTo>
                  <a:lnTo>
                    <a:pt x="109397" y="271538"/>
                  </a:lnTo>
                  <a:lnTo>
                    <a:pt x="112598" y="269570"/>
                  </a:lnTo>
                  <a:lnTo>
                    <a:pt x="116357" y="267258"/>
                  </a:lnTo>
                  <a:lnTo>
                    <a:pt x="116357" y="262839"/>
                  </a:lnTo>
                  <a:close/>
                </a:path>
                <a:path w="327025" h="583564">
                  <a:moveTo>
                    <a:pt x="121170" y="72796"/>
                  </a:moveTo>
                  <a:lnTo>
                    <a:pt x="116408" y="70408"/>
                  </a:lnTo>
                  <a:lnTo>
                    <a:pt x="116408" y="76365"/>
                  </a:lnTo>
                  <a:lnTo>
                    <a:pt x="119405" y="74866"/>
                  </a:lnTo>
                  <a:lnTo>
                    <a:pt x="119773" y="74676"/>
                  </a:lnTo>
                  <a:lnTo>
                    <a:pt x="120154" y="74498"/>
                  </a:lnTo>
                  <a:lnTo>
                    <a:pt x="121170" y="73990"/>
                  </a:lnTo>
                  <a:lnTo>
                    <a:pt x="121170" y="72796"/>
                  </a:lnTo>
                  <a:close/>
                </a:path>
                <a:path w="327025" h="583564">
                  <a:moveTo>
                    <a:pt x="121881" y="121234"/>
                  </a:moveTo>
                  <a:lnTo>
                    <a:pt x="116560" y="115481"/>
                  </a:lnTo>
                  <a:lnTo>
                    <a:pt x="113118" y="119189"/>
                  </a:lnTo>
                  <a:lnTo>
                    <a:pt x="108991" y="123647"/>
                  </a:lnTo>
                  <a:lnTo>
                    <a:pt x="114300" y="129400"/>
                  </a:lnTo>
                  <a:lnTo>
                    <a:pt x="121881" y="121234"/>
                  </a:lnTo>
                  <a:close/>
                </a:path>
                <a:path w="327025" h="583564">
                  <a:moveTo>
                    <a:pt x="125958" y="185483"/>
                  </a:moveTo>
                  <a:lnTo>
                    <a:pt x="124333" y="183438"/>
                  </a:lnTo>
                  <a:lnTo>
                    <a:pt x="123786" y="183222"/>
                  </a:lnTo>
                  <a:lnTo>
                    <a:pt x="117551" y="182181"/>
                  </a:lnTo>
                  <a:lnTo>
                    <a:pt x="117525" y="189712"/>
                  </a:lnTo>
                  <a:lnTo>
                    <a:pt x="122186" y="188937"/>
                  </a:lnTo>
                  <a:lnTo>
                    <a:pt x="123786" y="188683"/>
                  </a:lnTo>
                  <a:lnTo>
                    <a:pt x="124333" y="188455"/>
                  </a:lnTo>
                  <a:lnTo>
                    <a:pt x="125958" y="186423"/>
                  </a:lnTo>
                  <a:lnTo>
                    <a:pt x="125958" y="185483"/>
                  </a:lnTo>
                  <a:close/>
                </a:path>
                <a:path w="327025" h="583564">
                  <a:moveTo>
                    <a:pt x="128092" y="18224"/>
                  </a:moveTo>
                  <a:lnTo>
                    <a:pt x="123393" y="14770"/>
                  </a:lnTo>
                  <a:lnTo>
                    <a:pt x="123393" y="22479"/>
                  </a:lnTo>
                  <a:lnTo>
                    <a:pt x="126504" y="20193"/>
                  </a:lnTo>
                  <a:lnTo>
                    <a:pt x="128092" y="19037"/>
                  </a:lnTo>
                  <a:lnTo>
                    <a:pt x="128092" y="18224"/>
                  </a:lnTo>
                  <a:close/>
                </a:path>
                <a:path w="327025" h="583564">
                  <a:moveTo>
                    <a:pt x="131114" y="319392"/>
                  </a:moveTo>
                  <a:lnTo>
                    <a:pt x="121437" y="318173"/>
                  </a:lnTo>
                  <a:lnTo>
                    <a:pt x="121716" y="324383"/>
                  </a:lnTo>
                  <a:lnTo>
                    <a:pt x="121780" y="325831"/>
                  </a:lnTo>
                  <a:lnTo>
                    <a:pt x="122047" y="326872"/>
                  </a:lnTo>
                  <a:lnTo>
                    <a:pt x="123228" y="329438"/>
                  </a:lnTo>
                  <a:lnTo>
                    <a:pt x="124599" y="330085"/>
                  </a:lnTo>
                  <a:lnTo>
                    <a:pt x="127609" y="330212"/>
                  </a:lnTo>
                  <a:lnTo>
                    <a:pt x="129019" y="329107"/>
                  </a:lnTo>
                  <a:lnTo>
                    <a:pt x="129425" y="327063"/>
                  </a:lnTo>
                  <a:lnTo>
                    <a:pt x="129336" y="326174"/>
                  </a:lnTo>
                  <a:lnTo>
                    <a:pt x="131114" y="319392"/>
                  </a:lnTo>
                  <a:close/>
                </a:path>
                <a:path w="327025" h="583564">
                  <a:moveTo>
                    <a:pt x="136677" y="77330"/>
                  </a:moveTo>
                  <a:lnTo>
                    <a:pt x="131572" y="77330"/>
                  </a:lnTo>
                  <a:lnTo>
                    <a:pt x="131572" y="81610"/>
                  </a:lnTo>
                  <a:lnTo>
                    <a:pt x="134124" y="81610"/>
                  </a:lnTo>
                  <a:lnTo>
                    <a:pt x="136677" y="81610"/>
                  </a:lnTo>
                  <a:lnTo>
                    <a:pt x="136677" y="77330"/>
                  </a:lnTo>
                  <a:close/>
                </a:path>
                <a:path w="327025" h="583564">
                  <a:moveTo>
                    <a:pt x="140131" y="61925"/>
                  </a:moveTo>
                  <a:lnTo>
                    <a:pt x="137718" y="54254"/>
                  </a:lnTo>
                  <a:lnTo>
                    <a:pt x="125590" y="59423"/>
                  </a:lnTo>
                  <a:lnTo>
                    <a:pt x="129794" y="69024"/>
                  </a:lnTo>
                  <a:lnTo>
                    <a:pt x="134988" y="65443"/>
                  </a:lnTo>
                  <a:lnTo>
                    <a:pt x="140131" y="61925"/>
                  </a:lnTo>
                  <a:close/>
                </a:path>
                <a:path w="327025" h="583564">
                  <a:moveTo>
                    <a:pt x="141808" y="140779"/>
                  </a:moveTo>
                  <a:lnTo>
                    <a:pt x="138976" y="136258"/>
                  </a:lnTo>
                  <a:lnTo>
                    <a:pt x="137706" y="135242"/>
                  </a:lnTo>
                  <a:lnTo>
                    <a:pt x="131940" y="134289"/>
                  </a:lnTo>
                  <a:lnTo>
                    <a:pt x="127889" y="138671"/>
                  </a:lnTo>
                  <a:lnTo>
                    <a:pt x="127342" y="144894"/>
                  </a:lnTo>
                  <a:lnTo>
                    <a:pt x="132130" y="149517"/>
                  </a:lnTo>
                  <a:lnTo>
                    <a:pt x="133604" y="149999"/>
                  </a:lnTo>
                  <a:lnTo>
                    <a:pt x="138696" y="149644"/>
                  </a:lnTo>
                  <a:lnTo>
                    <a:pt x="141566" y="145910"/>
                  </a:lnTo>
                  <a:lnTo>
                    <a:pt x="141808" y="140779"/>
                  </a:lnTo>
                  <a:close/>
                </a:path>
                <a:path w="327025" h="583564">
                  <a:moveTo>
                    <a:pt x="142062" y="246392"/>
                  </a:moveTo>
                  <a:lnTo>
                    <a:pt x="137464" y="246392"/>
                  </a:lnTo>
                  <a:lnTo>
                    <a:pt x="137464" y="250240"/>
                  </a:lnTo>
                  <a:lnTo>
                    <a:pt x="139763" y="250240"/>
                  </a:lnTo>
                  <a:lnTo>
                    <a:pt x="142049" y="250240"/>
                  </a:lnTo>
                  <a:lnTo>
                    <a:pt x="142062" y="246392"/>
                  </a:lnTo>
                  <a:close/>
                </a:path>
                <a:path w="327025" h="583564">
                  <a:moveTo>
                    <a:pt x="143967" y="437134"/>
                  </a:moveTo>
                  <a:lnTo>
                    <a:pt x="129921" y="437134"/>
                  </a:lnTo>
                  <a:lnTo>
                    <a:pt x="129921" y="448906"/>
                  </a:lnTo>
                  <a:lnTo>
                    <a:pt x="136944" y="448906"/>
                  </a:lnTo>
                  <a:lnTo>
                    <a:pt x="143954" y="448906"/>
                  </a:lnTo>
                  <a:lnTo>
                    <a:pt x="143967" y="437134"/>
                  </a:lnTo>
                  <a:close/>
                </a:path>
                <a:path w="327025" h="583564">
                  <a:moveTo>
                    <a:pt x="145173" y="530402"/>
                  </a:moveTo>
                  <a:lnTo>
                    <a:pt x="141478" y="526453"/>
                  </a:lnTo>
                  <a:lnTo>
                    <a:pt x="137795" y="528078"/>
                  </a:lnTo>
                  <a:lnTo>
                    <a:pt x="137795" y="534403"/>
                  </a:lnTo>
                  <a:lnTo>
                    <a:pt x="141478" y="536041"/>
                  </a:lnTo>
                  <a:lnTo>
                    <a:pt x="143560" y="533819"/>
                  </a:lnTo>
                  <a:lnTo>
                    <a:pt x="145173" y="532091"/>
                  </a:lnTo>
                  <a:lnTo>
                    <a:pt x="145173" y="530402"/>
                  </a:lnTo>
                  <a:close/>
                </a:path>
                <a:path w="327025" h="583564">
                  <a:moveTo>
                    <a:pt x="146329" y="387489"/>
                  </a:moveTo>
                  <a:lnTo>
                    <a:pt x="137807" y="376262"/>
                  </a:lnTo>
                  <a:lnTo>
                    <a:pt x="130048" y="384619"/>
                  </a:lnTo>
                  <a:lnTo>
                    <a:pt x="134912" y="388924"/>
                  </a:lnTo>
                  <a:lnTo>
                    <a:pt x="140449" y="393814"/>
                  </a:lnTo>
                  <a:lnTo>
                    <a:pt x="146329" y="387489"/>
                  </a:lnTo>
                  <a:close/>
                </a:path>
                <a:path w="327025" h="583564">
                  <a:moveTo>
                    <a:pt x="149948" y="284962"/>
                  </a:moveTo>
                  <a:lnTo>
                    <a:pt x="146685" y="281444"/>
                  </a:lnTo>
                  <a:lnTo>
                    <a:pt x="143700" y="283210"/>
                  </a:lnTo>
                  <a:lnTo>
                    <a:pt x="137528" y="286842"/>
                  </a:lnTo>
                  <a:lnTo>
                    <a:pt x="144932" y="294881"/>
                  </a:lnTo>
                  <a:lnTo>
                    <a:pt x="149948" y="284962"/>
                  </a:lnTo>
                  <a:close/>
                </a:path>
                <a:path w="327025" h="583564">
                  <a:moveTo>
                    <a:pt x="153339" y="335305"/>
                  </a:moveTo>
                  <a:lnTo>
                    <a:pt x="143116" y="335305"/>
                  </a:lnTo>
                  <a:lnTo>
                    <a:pt x="143116" y="343865"/>
                  </a:lnTo>
                  <a:lnTo>
                    <a:pt x="148221" y="343865"/>
                  </a:lnTo>
                  <a:lnTo>
                    <a:pt x="153339" y="343865"/>
                  </a:lnTo>
                  <a:lnTo>
                    <a:pt x="153339" y="335305"/>
                  </a:lnTo>
                  <a:close/>
                </a:path>
                <a:path w="327025" h="583564">
                  <a:moveTo>
                    <a:pt x="155244" y="148082"/>
                  </a:moveTo>
                  <a:lnTo>
                    <a:pt x="146837" y="148082"/>
                  </a:lnTo>
                  <a:lnTo>
                    <a:pt x="149326" y="152044"/>
                  </a:lnTo>
                  <a:lnTo>
                    <a:pt x="150533" y="153962"/>
                  </a:lnTo>
                  <a:lnTo>
                    <a:pt x="151549" y="153962"/>
                  </a:lnTo>
                  <a:lnTo>
                    <a:pt x="155244" y="148082"/>
                  </a:lnTo>
                  <a:close/>
                </a:path>
                <a:path w="327025" h="583564">
                  <a:moveTo>
                    <a:pt x="156032" y="211861"/>
                  </a:moveTo>
                  <a:lnTo>
                    <a:pt x="148882" y="211861"/>
                  </a:lnTo>
                  <a:lnTo>
                    <a:pt x="148869" y="217843"/>
                  </a:lnTo>
                  <a:lnTo>
                    <a:pt x="152450" y="217843"/>
                  </a:lnTo>
                  <a:lnTo>
                    <a:pt x="156032" y="217843"/>
                  </a:lnTo>
                  <a:lnTo>
                    <a:pt x="156032" y="211861"/>
                  </a:lnTo>
                  <a:close/>
                </a:path>
                <a:path w="327025" h="583564">
                  <a:moveTo>
                    <a:pt x="156438" y="117436"/>
                  </a:moveTo>
                  <a:lnTo>
                    <a:pt x="151117" y="111683"/>
                  </a:lnTo>
                  <a:lnTo>
                    <a:pt x="143535" y="119849"/>
                  </a:lnTo>
                  <a:lnTo>
                    <a:pt x="148869" y="125603"/>
                  </a:lnTo>
                  <a:lnTo>
                    <a:pt x="152298" y="121894"/>
                  </a:lnTo>
                  <a:lnTo>
                    <a:pt x="156438" y="117436"/>
                  </a:lnTo>
                  <a:close/>
                </a:path>
                <a:path w="327025" h="583564">
                  <a:moveTo>
                    <a:pt x="164007" y="179844"/>
                  </a:moveTo>
                  <a:lnTo>
                    <a:pt x="152755" y="177393"/>
                  </a:lnTo>
                  <a:lnTo>
                    <a:pt x="152717" y="188442"/>
                  </a:lnTo>
                  <a:lnTo>
                    <a:pt x="159156" y="187032"/>
                  </a:lnTo>
                  <a:lnTo>
                    <a:pt x="163995" y="185978"/>
                  </a:lnTo>
                  <a:lnTo>
                    <a:pt x="164007" y="179844"/>
                  </a:lnTo>
                  <a:close/>
                </a:path>
                <a:path w="327025" h="583564">
                  <a:moveTo>
                    <a:pt x="171284" y="375513"/>
                  </a:moveTo>
                  <a:lnTo>
                    <a:pt x="159029" y="375513"/>
                  </a:lnTo>
                  <a:lnTo>
                    <a:pt x="159016" y="385787"/>
                  </a:lnTo>
                  <a:lnTo>
                    <a:pt x="165150" y="385787"/>
                  </a:lnTo>
                  <a:lnTo>
                    <a:pt x="171272" y="385787"/>
                  </a:lnTo>
                  <a:lnTo>
                    <a:pt x="171284" y="375513"/>
                  </a:lnTo>
                  <a:close/>
                </a:path>
                <a:path w="327025" h="583564">
                  <a:moveTo>
                    <a:pt x="172186" y="517410"/>
                  </a:moveTo>
                  <a:lnTo>
                    <a:pt x="160947" y="517410"/>
                  </a:lnTo>
                  <a:lnTo>
                    <a:pt x="160934" y="526821"/>
                  </a:lnTo>
                  <a:lnTo>
                    <a:pt x="166560" y="526821"/>
                  </a:lnTo>
                  <a:lnTo>
                    <a:pt x="172173" y="526821"/>
                  </a:lnTo>
                  <a:lnTo>
                    <a:pt x="172186" y="517410"/>
                  </a:lnTo>
                  <a:close/>
                </a:path>
                <a:path w="327025" h="583564">
                  <a:moveTo>
                    <a:pt x="174371" y="483374"/>
                  </a:moveTo>
                  <a:lnTo>
                    <a:pt x="174104" y="482447"/>
                  </a:lnTo>
                  <a:lnTo>
                    <a:pt x="173990" y="481736"/>
                  </a:lnTo>
                  <a:lnTo>
                    <a:pt x="173939" y="481863"/>
                  </a:lnTo>
                  <a:lnTo>
                    <a:pt x="173278" y="479539"/>
                  </a:lnTo>
                  <a:lnTo>
                    <a:pt x="169926" y="477329"/>
                  </a:lnTo>
                  <a:lnTo>
                    <a:pt x="165785" y="478942"/>
                  </a:lnTo>
                  <a:lnTo>
                    <a:pt x="164198" y="480580"/>
                  </a:lnTo>
                  <a:lnTo>
                    <a:pt x="163537" y="482879"/>
                  </a:lnTo>
                  <a:lnTo>
                    <a:pt x="165074" y="487565"/>
                  </a:lnTo>
                  <a:lnTo>
                    <a:pt x="166814" y="489089"/>
                  </a:lnTo>
                  <a:lnTo>
                    <a:pt x="172148" y="489343"/>
                  </a:lnTo>
                  <a:lnTo>
                    <a:pt x="173266" y="487972"/>
                  </a:lnTo>
                  <a:lnTo>
                    <a:pt x="174205" y="486829"/>
                  </a:lnTo>
                  <a:lnTo>
                    <a:pt x="174256" y="483958"/>
                  </a:lnTo>
                  <a:lnTo>
                    <a:pt x="174371" y="483374"/>
                  </a:lnTo>
                  <a:close/>
                </a:path>
                <a:path w="327025" h="583564">
                  <a:moveTo>
                    <a:pt x="174498" y="266509"/>
                  </a:moveTo>
                  <a:lnTo>
                    <a:pt x="167093" y="266509"/>
                  </a:lnTo>
                  <a:lnTo>
                    <a:pt x="167081" y="272719"/>
                  </a:lnTo>
                  <a:lnTo>
                    <a:pt x="170789" y="272719"/>
                  </a:lnTo>
                  <a:lnTo>
                    <a:pt x="174485" y="272719"/>
                  </a:lnTo>
                  <a:lnTo>
                    <a:pt x="174498" y="266509"/>
                  </a:lnTo>
                  <a:close/>
                </a:path>
                <a:path w="327025" h="583564">
                  <a:moveTo>
                    <a:pt x="175907" y="240144"/>
                  </a:moveTo>
                  <a:lnTo>
                    <a:pt x="174167" y="237502"/>
                  </a:lnTo>
                  <a:lnTo>
                    <a:pt x="173113" y="237134"/>
                  </a:lnTo>
                  <a:lnTo>
                    <a:pt x="166458" y="236956"/>
                  </a:lnTo>
                  <a:lnTo>
                    <a:pt x="166446" y="244462"/>
                  </a:lnTo>
                  <a:lnTo>
                    <a:pt x="170789" y="244348"/>
                  </a:lnTo>
                  <a:lnTo>
                    <a:pt x="173088" y="244284"/>
                  </a:lnTo>
                  <a:lnTo>
                    <a:pt x="174155" y="243941"/>
                  </a:lnTo>
                  <a:lnTo>
                    <a:pt x="175907" y="241274"/>
                  </a:lnTo>
                  <a:lnTo>
                    <a:pt x="175907" y="240144"/>
                  </a:lnTo>
                  <a:close/>
                </a:path>
                <a:path w="327025" h="583564">
                  <a:moveTo>
                    <a:pt x="185039" y="431774"/>
                  </a:moveTo>
                  <a:lnTo>
                    <a:pt x="183134" y="425043"/>
                  </a:lnTo>
                  <a:lnTo>
                    <a:pt x="178968" y="425437"/>
                  </a:lnTo>
                  <a:lnTo>
                    <a:pt x="171437" y="427824"/>
                  </a:lnTo>
                  <a:lnTo>
                    <a:pt x="173875" y="436854"/>
                  </a:lnTo>
                  <a:lnTo>
                    <a:pt x="178841" y="434835"/>
                  </a:lnTo>
                  <a:lnTo>
                    <a:pt x="181114" y="433920"/>
                  </a:lnTo>
                  <a:lnTo>
                    <a:pt x="185039" y="431774"/>
                  </a:lnTo>
                  <a:close/>
                </a:path>
                <a:path w="327025" h="583564">
                  <a:moveTo>
                    <a:pt x="186931" y="302056"/>
                  </a:moveTo>
                  <a:lnTo>
                    <a:pt x="177228" y="302056"/>
                  </a:lnTo>
                  <a:lnTo>
                    <a:pt x="177215" y="310184"/>
                  </a:lnTo>
                  <a:lnTo>
                    <a:pt x="182079" y="310184"/>
                  </a:lnTo>
                  <a:lnTo>
                    <a:pt x="186918" y="310184"/>
                  </a:lnTo>
                  <a:lnTo>
                    <a:pt x="186931" y="302056"/>
                  </a:lnTo>
                  <a:close/>
                </a:path>
                <a:path w="327025" h="583564">
                  <a:moveTo>
                    <a:pt x="188341" y="208216"/>
                  </a:moveTo>
                  <a:lnTo>
                    <a:pt x="184010" y="203517"/>
                  </a:lnTo>
                  <a:lnTo>
                    <a:pt x="179666" y="205854"/>
                  </a:lnTo>
                  <a:lnTo>
                    <a:pt x="178803" y="206311"/>
                  </a:lnTo>
                  <a:lnTo>
                    <a:pt x="176136" y="210375"/>
                  </a:lnTo>
                  <a:lnTo>
                    <a:pt x="177990" y="214706"/>
                  </a:lnTo>
                  <a:lnTo>
                    <a:pt x="181978" y="216700"/>
                  </a:lnTo>
                  <a:lnTo>
                    <a:pt x="185750" y="213817"/>
                  </a:lnTo>
                  <a:lnTo>
                    <a:pt x="188341" y="208216"/>
                  </a:lnTo>
                  <a:close/>
                </a:path>
                <a:path w="327025" h="583564">
                  <a:moveTo>
                    <a:pt x="196418" y="458660"/>
                  </a:moveTo>
                  <a:lnTo>
                    <a:pt x="194411" y="453415"/>
                  </a:lnTo>
                  <a:lnTo>
                    <a:pt x="186651" y="453415"/>
                  </a:lnTo>
                  <a:lnTo>
                    <a:pt x="184658" y="458673"/>
                  </a:lnTo>
                  <a:lnTo>
                    <a:pt x="187375" y="461632"/>
                  </a:lnTo>
                  <a:lnTo>
                    <a:pt x="189395" y="463829"/>
                  </a:lnTo>
                  <a:lnTo>
                    <a:pt x="191668" y="463829"/>
                  </a:lnTo>
                  <a:lnTo>
                    <a:pt x="196418" y="458660"/>
                  </a:lnTo>
                  <a:close/>
                </a:path>
                <a:path w="327025" h="583564">
                  <a:moveTo>
                    <a:pt x="197866" y="277926"/>
                  </a:moveTo>
                  <a:lnTo>
                    <a:pt x="194487" y="277914"/>
                  </a:lnTo>
                  <a:lnTo>
                    <a:pt x="194487" y="280263"/>
                  </a:lnTo>
                  <a:lnTo>
                    <a:pt x="194487" y="282054"/>
                  </a:lnTo>
                  <a:lnTo>
                    <a:pt x="194525" y="282321"/>
                  </a:lnTo>
                  <a:lnTo>
                    <a:pt x="195681" y="284530"/>
                  </a:lnTo>
                  <a:lnTo>
                    <a:pt x="196672" y="284530"/>
                  </a:lnTo>
                  <a:lnTo>
                    <a:pt x="197827" y="282321"/>
                  </a:lnTo>
                  <a:lnTo>
                    <a:pt x="197866" y="282054"/>
                  </a:lnTo>
                  <a:lnTo>
                    <a:pt x="197866" y="277926"/>
                  </a:lnTo>
                  <a:close/>
                </a:path>
                <a:path w="327025" h="583564">
                  <a:moveTo>
                    <a:pt x="200774" y="252412"/>
                  </a:moveTo>
                  <a:lnTo>
                    <a:pt x="188772" y="252412"/>
                  </a:lnTo>
                  <a:lnTo>
                    <a:pt x="188760" y="262470"/>
                  </a:lnTo>
                  <a:lnTo>
                    <a:pt x="194767" y="262470"/>
                  </a:lnTo>
                  <a:lnTo>
                    <a:pt x="200761" y="262470"/>
                  </a:lnTo>
                  <a:lnTo>
                    <a:pt x="200774" y="252412"/>
                  </a:lnTo>
                  <a:close/>
                </a:path>
                <a:path w="327025" h="583564">
                  <a:moveTo>
                    <a:pt x="201129" y="351409"/>
                  </a:moveTo>
                  <a:lnTo>
                    <a:pt x="198183" y="344576"/>
                  </a:lnTo>
                  <a:lnTo>
                    <a:pt x="188722" y="345744"/>
                  </a:lnTo>
                  <a:lnTo>
                    <a:pt x="185267" y="349364"/>
                  </a:lnTo>
                  <a:lnTo>
                    <a:pt x="188328" y="361124"/>
                  </a:lnTo>
                  <a:lnTo>
                    <a:pt x="197777" y="361746"/>
                  </a:lnTo>
                  <a:lnTo>
                    <a:pt x="198970" y="355473"/>
                  </a:lnTo>
                  <a:lnTo>
                    <a:pt x="199059" y="355003"/>
                  </a:lnTo>
                  <a:lnTo>
                    <a:pt x="199161" y="354838"/>
                  </a:lnTo>
                  <a:lnTo>
                    <a:pt x="201129" y="351409"/>
                  </a:lnTo>
                  <a:close/>
                </a:path>
                <a:path w="327025" h="583564">
                  <a:moveTo>
                    <a:pt x="212217" y="230060"/>
                  </a:moveTo>
                  <a:lnTo>
                    <a:pt x="204241" y="226352"/>
                  </a:lnTo>
                  <a:lnTo>
                    <a:pt x="200901" y="227063"/>
                  </a:lnTo>
                  <a:lnTo>
                    <a:pt x="200177" y="230390"/>
                  </a:lnTo>
                  <a:lnTo>
                    <a:pt x="198932" y="236270"/>
                  </a:lnTo>
                  <a:lnTo>
                    <a:pt x="203073" y="240499"/>
                  </a:lnTo>
                  <a:lnTo>
                    <a:pt x="210972" y="236918"/>
                  </a:lnTo>
                  <a:lnTo>
                    <a:pt x="212217" y="230060"/>
                  </a:lnTo>
                  <a:close/>
                </a:path>
                <a:path w="327025" h="583564">
                  <a:moveTo>
                    <a:pt x="221945" y="436143"/>
                  </a:moveTo>
                  <a:lnTo>
                    <a:pt x="208407" y="436143"/>
                  </a:lnTo>
                  <a:lnTo>
                    <a:pt x="208394" y="447484"/>
                  </a:lnTo>
                  <a:lnTo>
                    <a:pt x="215176" y="447484"/>
                  </a:lnTo>
                  <a:lnTo>
                    <a:pt x="221932" y="447484"/>
                  </a:lnTo>
                  <a:lnTo>
                    <a:pt x="221945" y="436143"/>
                  </a:lnTo>
                  <a:close/>
                </a:path>
                <a:path w="327025" h="583564">
                  <a:moveTo>
                    <a:pt x="226593" y="292938"/>
                  </a:moveTo>
                  <a:lnTo>
                    <a:pt x="224675" y="288315"/>
                  </a:lnTo>
                  <a:lnTo>
                    <a:pt x="223062" y="286918"/>
                  </a:lnTo>
                  <a:lnTo>
                    <a:pt x="221551" y="285927"/>
                  </a:lnTo>
                  <a:lnTo>
                    <a:pt x="215252" y="282397"/>
                  </a:lnTo>
                  <a:lnTo>
                    <a:pt x="210642" y="287401"/>
                  </a:lnTo>
                  <a:lnTo>
                    <a:pt x="220370" y="299643"/>
                  </a:lnTo>
                  <a:lnTo>
                    <a:pt x="224523" y="297408"/>
                  </a:lnTo>
                  <a:lnTo>
                    <a:pt x="226593" y="292938"/>
                  </a:lnTo>
                  <a:close/>
                </a:path>
                <a:path w="327025" h="583564">
                  <a:moveTo>
                    <a:pt x="227825" y="471246"/>
                  </a:moveTo>
                  <a:lnTo>
                    <a:pt x="215315" y="471246"/>
                  </a:lnTo>
                  <a:lnTo>
                    <a:pt x="215303" y="481723"/>
                  </a:lnTo>
                  <a:lnTo>
                    <a:pt x="221564" y="481723"/>
                  </a:lnTo>
                  <a:lnTo>
                    <a:pt x="227812" y="481723"/>
                  </a:lnTo>
                  <a:lnTo>
                    <a:pt x="227825" y="471246"/>
                  </a:lnTo>
                  <a:close/>
                </a:path>
                <a:path w="327025" h="583564">
                  <a:moveTo>
                    <a:pt x="230378" y="388480"/>
                  </a:moveTo>
                  <a:lnTo>
                    <a:pt x="212763" y="388480"/>
                  </a:lnTo>
                  <a:lnTo>
                    <a:pt x="212750" y="403250"/>
                  </a:lnTo>
                  <a:lnTo>
                    <a:pt x="221564" y="403250"/>
                  </a:lnTo>
                  <a:lnTo>
                    <a:pt x="230378" y="403250"/>
                  </a:lnTo>
                  <a:lnTo>
                    <a:pt x="230378" y="388480"/>
                  </a:lnTo>
                  <a:close/>
                </a:path>
                <a:path w="327025" h="583564">
                  <a:moveTo>
                    <a:pt x="231025" y="503555"/>
                  </a:moveTo>
                  <a:lnTo>
                    <a:pt x="212115" y="503555"/>
                  </a:lnTo>
                  <a:lnTo>
                    <a:pt x="212115" y="519379"/>
                  </a:lnTo>
                  <a:lnTo>
                    <a:pt x="221564" y="519379"/>
                  </a:lnTo>
                  <a:lnTo>
                    <a:pt x="231013" y="519379"/>
                  </a:lnTo>
                  <a:lnTo>
                    <a:pt x="231025" y="503555"/>
                  </a:lnTo>
                  <a:close/>
                </a:path>
                <a:path w="327025" h="583564">
                  <a:moveTo>
                    <a:pt x="237032" y="548982"/>
                  </a:moveTo>
                  <a:lnTo>
                    <a:pt x="231927" y="543458"/>
                  </a:lnTo>
                  <a:lnTo>
                    <a:pt x="227774" y="546862"/>
                  </a:lnTo>
                  <a:lnTo>
                    <a:pt x="225691" y="550748"/>
                  </a:lnTo>
                  <a:lnTo>
                    <a:pt x="227037" y="554253"/>
                  </a:lnTo>
                  <a:lnTo>
                    <a:pt x="230276" y="555701"/>
                  </a:lnTo>
                  <a:lnTo>
                    <a:pt x="233883" y="553453"/>
                  </a:lnTo>
                  <a:lnTo>
                    <a:pt x="237032" y="548982"/>
                  </a:lnTo>
                  <a:close/>
                </a:path>
                <a:path w="327025" h="583564">
                  <a:moveTo>
                    <a:pt x="240360" y="414210"/>
                  </a:moveTo>
                  <a:lnTo>
                    <a:pt x="235356" y="412838"/>
                  </a:lnTo>
                  <a:lnTo>
                    <a:pt x="234175" y="416280"/>
                  </a:lnTo>
                  <a:lnTo>
                    <a:pt x="233387" y="418604"/>
                  </a:lnTo>
                  <a:lnTo>
                    <a:pt x="232740" y="419811"/>
                  </a:lnTo>
                  <a:lnTo>
                    <a:pt x="234061" y="423240"/>
                  </a:lnTo>
                  <a:lnTo>
                    <a:pt x="235153" y="423964"/>
                  </a:lnTo>
                  <a:lnTo>
                    <a:pt x="238442" y="421881"/>
                  </a:lnTo>
                  <a:lnTo>
                    <a:pt x="238594" y="420446"/>
                  </a:lnTo>
                  <a:lnTo>
                    <a:pt x="240360" y="414210"/>
                  </a:lnTo>
                  <a:close/>
                </a:path>
                <a:path w="327025" h="583564">
                  <a:moveTo>
                    <a:pt x="248818" y="404444"/>
                  </a:moveTo>
                  <a:lnTo>
                    <a:pt x="248653" y="402463"/>
                  </a:lnTo>
                  <a:lnTo>
                    <a:pt x="248399" y="399186"/>
                  </a:lnTo>
                  <a:lnTo>
                    <a:pt x="245376" y="397446"/>
                  </a:lnTo>
                  <a:lnTo>
                    <a:pt x="241376" y="401751"/>
                  </a:lnTo>
                  <a:lnTo>
                    <a:pt x="242976" y="405028"/>
                  </a:lnTo>
                  <a:lnTo>
                    <a:pt x="245541" y="405269"/>
                  </a:lnTo>
                  <a:lnTo>
                    <a:pt x="247853" y="405485"/>
                  </a:lnTo>
                  <a:lnTo>
                    <a:pt x="248818" y="404444"/>
                  </a:lnTo>
                  <a:close/>
                </a:path>
                <a:path w="327025" h="583564">
                  <a:moveTo>
                    <a:pt x="255879" y="448894"/>
                  </a:moveTo>
                  <a:lnTo>
                    <a:pt x="252780" y="445554"/>
                  </a:lnTo>
                  <a:lnTo>
                    <a:pt x="249326" y="447205"/>
                  </a:lnTo>
                  <a:lnTo>
                    <a:pt x="246405" y="448602"/>
                  </a:lnTo>
                  <a:lnTo>
                    <a:pt x="246049" y="451713"/>
                  </a:lnTo>
                  <a:lnTo>
                    <a:pt x="247345" y="454266"/>
                  </a:lnTo>
                  <a:lnTo>
                    <a:pt x="247802" y="454761"/>
                  </a:lnTo>
                  <a:lnTo>
                    <a:pt x="250190" y="456171"/>
                  </a:lnTo>
                  <a:lnTo>
                    <a:pt x="253060" y="455777"/>
                  </a:lnTo>
                  <a:lnTo>
                    <a:pt x="255879" y="448894"/>
                  </a:lnTo>
                  <a:close/>
                </a:path>
                <a:path w="327025" h="583564">
                  <a:moveTo>
                    <a:pt x="262585" y="539775"/>
                  </a:moveTo>
                  <a:lnTo>
                    <a:pt x="253898" y="539775"/>
                  </a:lnTo>
                  <a:lnTo>
                    <a:pt x="253885" y="547052"/>
                  </a:lnTo>
                  <a:lnTo>
                    <a:pt x="258241" y="547052"/>
                  </a:lnTo>
                  <a:lnTo>
                    <a:pt x="262572" y="547052"/>
                  </a:lnTo>
                  <a:lnTo>
                    <a:pt x="262585" y="539775"/>
                  </a:lnTo>
                  <a:close/>
                </a:path>
                <a:path w="327025" h="583564">
                  <a:moveTo>
                    <a:pt x="263283" y="434822"/>
                  </a:moveTo>
                  <a:lnTo>
                    <a:pt x="260934" y="430631"/>
                  </a:lnTo>
                  <a:lnTo>
                    <a:pt x="255079" y="429793"/>
                  </a:lnTo>
                  <a:lnTo>
                    <a:pt x="253022" y="432015"/>
                  </a:lnTo>
                  <a:lnTo>
                    <a:pt x="253250" y="433895"/>
                  </a:lnTo>
                  <a:lnTo>
                    <a:pt x="253796" y="438315"/>
                  </a:lnTo>
                  <a:lnTo>
                    <a:pt x="257670" y="440880"/>
                  </a:lnTo>
                  <a:lnTo>
                    <a:pt x="263283" y="434822"/>
                  </a:lnTo>
                  <a:close/>
                </a:path>
                <a:path w="327025" h="583564">
                  <a:moveTo>
                    <a:pt x="286816" y="573379"/>
                  </a:moveTo>
                  <a:lnTo>
                    <a:pt x="274802" y="573379"/>
                  </a:lnTo>
                  <a:lnTo>
                    <a:pt x="274789" y="583425"/>
                  </a:lnTo>
                  <a:lnTo>
                    <a:pt x="280797" y="583425"/>
                  </a:lnTo>
                  <a:lnTo>
                    <a:pt x="286804" y="583425"/>
                  </a:lnTo>
                  <a:lnTo>
                    <a:pt x="286816" y="573379"/>
                  </a:lnTo>
                  <a:close/>
                </a:path>
                <a:path w="327025" h="583564">
                  <a:moveTo>
                    <a:pt x="295783" y="465289"/>
                  </a:moveTo>
                  <a:lnTo>
                    <a:pt x="279933" y="465289"/>
                  </a:lnTo>
                  <a:lnTo>
                    <a:pt x="279933" y="478548"/>
                  </a:lnTo>
                  <a:lnTo>
                    <a:pt x="287858" y="478548"/>
                  </a:lnTo>
                  <a:lnTo>
                    <a:pt x="295770" y="478548"/>
                  </a:lnTo>
                  <a:lnTo>
                    <a:pt x="295783" y="465289"/>
                  </a:lnTo>
                  <a:close/>
                </a:path>
                <a:path w="327025" h="583564">
                  <a:moveTo>
                    <a:pt x="316191" y="564591"/>
                  </a:moveTo>
                  <a:lnTo>
                    <a:pt x="315925" y="564591"/>
                  </a:lnTo>
                  <a:lnTo>
                    <a:pt x="315925" y="564819"/>
                  </a:lnTo>
                  <a:lnTo>
                    <a:pt x="316064" y="564819"/>
                  </a:lnTo>
                  <a:lnTo>
                    <a:pt x="316191" y="564819"/>
                  </a:lnTo>
                  <a:lnTo>
                    <a:pt x="316191" y="564591"/>
                  </a:lnTo>
                  <a:close/>
                </a:path>
                <a:path w="327025" h="583564">
                  <a:moveTo>
                    <a:pt x="326948" y="572287"/>
                  </a:moveTo>
                  <a:lnTo>
                    <a:pt x="323265" y="575513"/>
                  </a:lnTo>
                  <a:lnTo>
                    <a:pt x="322135" y="576503"/>
                  </a:lnTo>
                  <a:lnTo>
                    <a:pt x="322135" y="577253"/>
                  </a:lnTo>
                  <a:lnTo>
                    <a:pt x="326948" y="581456"/>
                  </a:lnTo>
                  <a:lnTo>
                    <a:pt x="326948" y="572287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2636367" y="3706234"/>
              <a:ext cx="369570" cy="617855"/>
            </a:xfrm>
            <a:custGeom>
              <a:avLst/>
              <a:gdLst/>
              <a:ahLst/>
              <a:cxnLst/>
              <a:rect l="l" t="t" r="r" b="b"/>
              <a:pathLst>
                <a:path w="369569" h="617854">
                  <a:moveTo>
                    <a:pt x="4229" y="616153"/>
                  </a:moveTo>
                  <a:lnTo>
                    <a:pt x="3454" y="616102"/>
                  </a:lnTo>
                  <a:lnTo>
                    <a:pt x="2514" y="615962"/>
                  </a:lnTo>
                  <a:lnTo>
                    <a:pt x="1574" y="616000"/>
                  </a:lnTo>
                  <a:lnTo>
                    <a:pt x="635" y="616216"/>
                  </a:lnTo>
                  <a:lnTo>
                    <a:pt x="0" y="616292"/>
                  </a:lnTo>
                  <a:lnTo>
                    <a:pt x="0" y="617194"/>
                  </a:lnTo>
                  <a:lnTo>
                    <a:pt x="635" y="617283"/>
                  </a:lnTo>
                  <a:lnTo>
                    <a:pt x="1574" y="617486"/>
                  </a:lnTo>
                  <a:lnTo>
                    <a:pt x="2514" y="617524"/>
                  </a:lnTo>
                  <a:lnTo>
                    <a:pt x="3454" y="617385"/>
                  </a:lnTo>
                  <a:lnTo>
                    <a:pt x="4216" y="617347"/>
                  </a:lnTo>
                  <a:lnTo>
                    <a:pt x="4229" y="616153"/>
                  </a:lnTo>
                  <a:close/>
                </a:path>
                <a:path w="369569" h="617854">
                  <a:moveTo>
                    <a:pt x="23202" y="614045"/>
                  </a:moveTo>
                  <a:lnTo>
                    <a:pt x="20396" y="614045"/>
                  </a:lnTo>
                  <a:lnTo>
                    <a:pt x="20396" y="616394"/>
                  </a:lnTo>
                  <a:lnTo>
                    <a:pt x="21793" y="616394"/>
                  </a:lnTo>
                  <a:lnTo>
                    <a:pt x="23202" y="616394"/>
                  </a:lnTo>
                  <a:lnTo>
                    <a:pt x="23202" y="614045"/>
                  </a:lnTo>
                  <a:close/>
                </a:path>
                <a:path w="369569" h="617854">
                  <a:moveTo>
                    <a:pt x="46786" y="574332"/>
                  </a:moveTo>
                  <a:lnTo>
                    <a:pt x="36309" y="574332"/>
                  </a:lnTo>
                  <a:lnTo>
                    <a:pt x="36296" y="583095"/>
                  </a:lnTo>
                  <a:lnTo>
                    <a:pt x="41541" y="583095"/>
                  </a:lnTo>
                  <a:lnTo>
                    <a:pt x="46774" y="583095"/>
                  </a:lnTo>
                  <a:lnTo>
                    <a:pt x="46786" y="574332"/>
                  </a:lnTo>
                  <a:close/>
                </a:path>
                <a:path w="369569" h="617854">
                  <a:moveTo>
                    <a:pt x="47637" y="498906"/>
                  </a:moveTo>
                  <a:lnTo>
                    <a:pt x="36868" y="498906"/>
                  </a:lnTo>
                  <a:lnTo>
                    <a:pt x="36855" y="507936"/>
                  </a:lnTo>
                  <a:lnTo>
                    <a:pt x="42240" y="507936"/>
                  </a:lnTo>
                  <a:lnTo>
                    <a:pt x="47625" y="507936"/>
                  </a:lnTo>
                  <a:lnTo>
                    <a:pt x="47637" y="498906"/>
                  </a:lnTo>
                  <a:close/>
                </a:path>
                <a:path w="369569" h="617854">
                  <a:moveTo>
                    <a:pt x="52158" y="550468"/>
                  </a:moveTo>
                  <a:lnTo>
                    <a:pt x="49187" y="548284"/>
                  </a:lnTo>
                  <a:lnTo>
                    <a:pt x="47891" y="548449"/>
                  </a:lnTo>
                  <a:lnTo>
                    <a:pt x="42329" y="548449"/>
                  </a:lnTo>
                  <a:lnTo>
                    <a:pt x="42316" y="554228"/>
                  </a:lnTo>
                  <a:lnTo>
                    <a:pt x="45770" y="554228"/>
                  </a:lnTo>
                  <a:lnTo>
                    <a:pt x="47917" y="554228"/>
                  </a:lnTo>
                  <a:lnTo>
                    <a:pt x="49187" y="554380"/>
                  </a:lnTo>
                  <a:lnTo>
                    <a:pt x="52158" y="552208"/>
                  </a:lnTo>
                  <a:lnTo>
                    <a:pt x="52158" y="550468"/>
                  </a:lnTo>
                  <a:close/>
                </a:path>
                <a:path w="369569" h="617854">
                  <a:moveTo>
                    <a:pt x="77381" y="500519"/>
                  </a:moveTo>
                  <a:lnTo>
                    <a:pt x="73329" y="499668"/>
                  </a:lnTo>
                  <a:lnTo>
                    <a:pt x="70269" y="499033"/>
                  </a:lnTo>
                  <a:lnTo>
                    <a:pt x="68186" y="503466"/>
                  </a:lnTo>
                  <a:lnTo>
                    <a:pt x="74828" y="507720"/>
                  </a:lnTo>
                  <a:lnTo>
                    <a:pt x="77381" y="500519"/>
                  </a:lnTo>
                  <a:close/>
                </a:path>
                <a:path w="369569" h="617854">
                  <a:moveTo>
                    <a:pt x="80759" y="462838"/>
                  </a:moveTo>
                  <a:lnTo>
                    <a:pt x="72847" y="462838"/>
                  </a:lnTo>
                  <a:lnTo>
                    <a:pt x="72847" y="469468"/>
                  </a:lnTo>
                  <a:lnTo>
                    <a:pt x="76796" y="469468"/>
                  </a:lnTo>
                  <a:lnTo>
                    <a:pt x="80759" y="469468"/>
                  </a:lnTo>
                  <a:lnTo>
                    <a:pt x="80759" y="462838"/>
                  </a:lnTo>
                  <a:close/>
                </a:path>
                <a:path w="369569" h="617854">
                  <a:moveTo>
                    <a:pt x="81394" y="534657"/>
                  </a:moveTo>
                  <a:lnTo>
                    <a:pt x="75780" y="533933"/>
                  </a:lnTo>
                  <a:lnTo>
                    <a:pt x="75857" y="537654"/>
                  </a:lnTo>
                  <a:lnTo>
                    <a:pt x="75907" y="540308"/>
                  </a:lnTo>
                  <a:lnTo>
                    <a:pt x="77355" y="542671"/>
                  </a:lnTo>
                  <a:lnTo>
                    <a:pt x="80708" y="541870"/>
                  </a:lnTo>
                  <a:lnTo>
                    <a:pt x="81241" y="540931"/>
                  </a:lnTo>
                  <a:lnTo>
                    <a:pt x="80810" y="539686"/>
                  </a:lnTo>
                  <a:lnTo>
                    <a:pt x="80403" y="538899"/>
                  </a:lnTo>
                  <a:lnTo>
                    <a:pt x="81394" y="534657"/>
                  </a:lnTo>
                  <a:close/>
                </a:path>
                <a:path w="369569" h="617854">
                  <a:moveTo>
                    <a:pt x="84861" y="584974"/>
                  </a:moveTo>
                  <a:lnTo>
                    <a:pt x="74383" y="584974"/>
                  </a:lnTo>
                  <a:lnTo>
                    <a:pt x="74371" y="593750"/>
                  </a:lnTo>
                  <a:lnTo>
                    <a:pt x="79616" y="593750"/>
                  </a:lnTo>
                  <a:lnTo>
                    <a:pt x="84861" y="593750"/>
                  </a:lnTo>
                  <a:lnTo>
                    <a:pt x="84861" y="584974"/>
                  </a:lnTo>
                  <a:close/>
                </a:path>
                <a:path w="369569" h="617854">
                  <a:moveTo>
                    <a:pt x="86550" y="603313"/>
                  </a:moveTo>
                  <a:lnTo>
                    <a:pt x="86398" y="602043"/>
                  </a:lnTo>
                  <a:lnTo>
                    <a:pt x="83947" y="601675"/>
                  </a:lnTo>
                  <a:lnTo>
                    <a:pt x="82664" y="601802"/>
                  </a:lnTo>
                  <a:lnTo>
                    <a:pt x="76949" y="602513"/>
                  </a:lnTo>
                  <a:lnTo>
                    <a:pt x="79044" y="608812"/>
                  </a:lnTo>
                  <a:lnTo>
                    <a:pt x="82232" y="606793"/>
                  </a:lnTo>
                  <a:lnTo>
                    <a:pt x="83667" y="605878"/>
                  </a:lnTo>
                  <a:lnTo>
                    <a:pt x="84874" y="605155"/>
                  </a:lnTo>
                  <a:lnTo>
                    <a:pt x="86550" y="603313"/>
                  </a:lnTo>
                  <a:close/>
                </a:path>
                <a:path w="369569" h="617854">
                  <a:moveTo>
                    <a:pt x="94691" y="558101"/>
                  </a:moveTo>
                  <a:lnTo>
                    <a:pt x="88874" y="551815"/>
                  </a:lnTo>
                  <a:lnTo>
                    <a:pt x="78130" y="560971"/>
                  </a:lnTo>
                  <a:lnTo>
                    <a:pt x="86194" y="569683"/>
                  </a:lnTo>
                  <a:lnTo>
                    <a:pt x="90182" y="564248"/>
                  </a:lnTo>
                  <a:lnTo>
                    <a:pt x="94691" y="558101"/>
                  </a:lnTo>
                  <a:close/>
                </a:path>
                <a:path w="369569" h="617854">
                  <a:moveTo>
                    <a:pt x="112293" y="509981"/>
                  </a:moveTo>
                  <a:lnTo>
                    <a:pt x="111252" y="505104"/>
                  </a:lnTo>
                  <a:lnTo>
                    <a:pt x="104406" y="505104"/>
                  </a:lnTo>
                  <a:lnTo>
                    <a:pt x="103352" y="509981"/>
                  </a:lnTo>
                  <a:lnTo>
                    <a:pt x="106121" y="511886"/>
                  </a:lnTo>
                  <a:lnTo>
                    <a:pt x="107365" y="512737"/>
                  </a:lnTo>
                  <a:lnTo>
                    <a:pt x="108292" y="512737"/>
                  </a:lnTo>
                  <a:lnTo>
                    <a:pt x="112293" y="509981"/>
                  </a:lnTo>
                  <a:close/>
                </a:path>
                <a:path w="369569" h="617854">
                  <a:moveTo>
                    <a:pt x="116319" y="471360"/>
                  </a:moveTo>
                  <a:lnTo>
                    <a:pt x="112915" y="467779"/>
                  </a:lnTo>
                  <a:lnTo>
                    <a:pt x="106565" y="469252"/>
                  </a:lnTo>
                  <a:lnTo>
                    <a:pt x="104609" y="472719"/>
                  </a:lnTo>
                  <a:lnTo>
                    <a:pt x="107099" y="479386"/>
                  </a:lnTo>
                  <a:lnTo>
                    <a:pt x="110426" y="479869"/>
                  </a:lnTo>
                  <a:lnTo>
                    <a:pt x="112280" y="477164"/>
                  </a:lnTo>
                  <a:lnTo>
                    <a:pt x="112903" y="476250"/>
                  </a:lnTo>
                  <a:lnTo>
                    <a:pt x="113639" y="475449"/>
                  </a:lnTo>
                  <a:lnTo>
                    <a:pt x="116319" y="471360"/>
                  </a:lnTo>
                  <a:close/>
                </a:path>
                <a:path w="369569" h="617854">
                  <a:moveTo>
                    <a:pt x="123583" y="540334"/>
                  </a:moveTo>
                  <a:lnTo>
                    <a:pt x="111823" y="540334"/>
                  </a:lnTo>
                  <a:lnTo>
                    <a:pt x="111810" y="550176"/>
                  </a:lnTo>
                  <a:lnTo>
                    <a:pt x="117703" y="550176"/>
                  </a:lnTo>
                  <a:lnTo>
                    <a:pt x="123571" y="550176"/>
                  </a:lnTo>
                  <a:lnTo>
                    <a:pt x="123583" y="540334"/>
                  </a:lnTo>
                  <a:close/>
                </a:path>
                <a:path w="369569" h="617854">
                  <a:moveTo>
                    <a:pt x="124802" y="605980"/>
                  </a:moveTo>
                  <a:lnTo>
                    <a:pt x="124447" y="604227"/>
                  </a:lnTo>
                  <a:lnTo>
                    <a:pt x="124472" y="603465"/>
                  </a:lnTo>
                  <a:lnTo>
                    <a:pt x="124460" y="603021"/>
                  </a:lnTo>
                  <a:lnTo>
                    <a:pt x="124155" y="602716"/>
                  </a:lnTo>
                  <a:lnTo>
                    <a:pt x="124155" y="603465"/>
                  </a:lnTo>
                  <a:lnTo>
                    <a:pt x="123799" y="602907"/>
                  </a:lnTo>
                  <a:lnTo>
                    <a:pt x="124155" y="603465"/>
                  </a:lnTo>
                  <a:lnTo>
                    <a:pt x="124155" y="602716"/>
                  </a:lnTo>
                  <a:lnTo>
                    <a:pt x="123685" y="602234"/>
                  </a:lnTo>
                  <a:lnTo>
                    <a:pt x="123126" y="602208"/>
                  </a:lnTo>
                  <a:lnTo>
                    <a:pt x="122885" y="602056"/>
                  </a:lnTo>
                  <a:lnTo>
                    <a:pt x="121894" y="601586"/>
                  </a:lnTo>
                  <a:lnTo>
                    <a:pt x="122186" y="601243"/>
                  </a:lnTo>
                  <a:lnTo>
                    <a:pt x="123926" y="599224"/>
                  </a:lnTo>
                  <a:lnTo>
                    <a:pt x="119989" y="595325"/>
                  </a:lnTo>
                  <a:lnTo>
                    <a:pt x="112001" y="602056"/>
                  </a:lnTo>
                  <a:lnTo>
                    <a:pt x="111887" y="602411"/>
                  </a:lnTo>
                  <a:lnTo>
                    <a:pt x="116179" y="609739"/>
                  </a:lnTo>
                  <a:lnTo>
                    <a:pt x="123939" y="608393"/>
                  </a:lnTo>
                  <a:lnTo>
                    <a:pt x="124802" y="605980"/>
                  </a:lnTo>
                  <a:close/>
                </a:path>
                <a:path w="369569" h="617854">
                  <a:moveTo>
                    <a:pt x="134543" y="518642"/>
                  </a:moveTo>
                  <a:lnTo>
                    <a:pt x="132029" y="517715"/>
                  </a:lnTo>
                  <a:lnTo>
                    <a:pt x="128473" y="517880"/>
                  </a:lnTo>
                  <a:lnTo>
                    <a:pt x="128473" y="520915"/>
                  </a:lnTo>
                  <a:lnTo>
                    <a:pt x="132029" y="521068"/>
                  </a:lnTo>
                  <a:lnTo>
                    <a:pt x="134543" y="520153"/>
                  </a:lnTo>
                  <a:lnTo>
                    <a:pt x="134543" y="518642"/>
                  </a:lnTo>
                  <a:close/>
                </a:path>
                <a:path w="369569" h="617854">
                  <a:moveTo>
                    <a:pt x="137452" y="571207"/>
                  </a:moveTo>
                  <a:lnTo>
                    <a:pt x="131660" y="569214"/>
                  </a:lnTo>
                  <a:lnTo>
                    <a:pt x="127355" y="570014"/>
                  </a:lnTo>
                  <a:lnTo>
                    <a:pt x="125907" y="574154"/>
                  </a:lnTo>
                  <a:lnTo>
                    <a:pt x="127342" y="578307"/>
                  </a:lnTo>
                  <a:lnTo>
                    <a:pt x="131660" y="579107"/>
                  </a:lnTo>
                  <a:lnTo>
                    <a:pt x="137401" y="577113"/>
                  </a:lnTo>
                  <a:lnTo>
                    <a:pt x="137452" y="571207"/>
                  </a:lnTo>
                  <a:close/>
                </a:path>
                <a:path w="369569" h="617854">
                  <a:moveTo>
                    <a:pt x="150977" y="479437"/>
                  </a:moveTo>
                  <a:lnTo>
                    <a:pt x="150939" y="465963"/>
                  </a:lnTo>
                  <a:lnTo>
                    <a:pt x="142951" y="465277"/>
                  </a:lnTo>
                  <a:lnTo>
                    <a:pt x="134543" y="464553"/>
                  </a:lnTo>
                  <a:lnTo>
                    <a:pt x="134581" y="478028"/>
                  </a:lnTo>
                  <a:lnTo>
                    <a:pt x="150977" y="479437"/>
                  </a:lnTo>
                  <a:close/>
                </a:path>
                <a:path w="369569" h="617854">
                  <a:moveTo>
                    <a:pt x="155092" y="309219"/>
                  </a:moveTo>
                  <a:lnTo>
                    <a:pt x="138137" y="309219"/>
                  </a:lnTo>
                  <a:lnTo>
                    <a:pt x="138137" y="323418"/>
                  </a:lnTo>
                  <a:lnTo>
                    <a:pt x="146608" y="323418"/>
                  </a:lnTo>
                  <a:lnTo>
                    <a:pt x="155079" y="323418"/>
                  </a:lnTo>
                  <a:lnTo>
                    <a:pt x="155092" y="309219"/>
                  </a:lnTo>
                  <a:close/>
                </a:path>
                <a:path w="369569" h="617854">
                  <a:moveTo>
                    <a:pt x="162407" y="297434"/>
                  </a:moveTo>
                  <a:lnTo>
                    <a:pt x="154800" y="297434"/>
                  </a:lnTo>
                  <a:lnTo>
                    <a:pt x="156895" y="301434"/>
                  </a:lnTo>
                  <a:lnTo>
                    <a:pt x="157962" y="303479"/>
                  </a:lnTo>
                  <a:lnTo>
                    <a:pt x="159245" y="303479"/>
                  </a:lnTo>
                  <a:lnTo>
                    <a:pt x="162407" y="297434"/>
                  </a:lnTo>
                  <a:close/>
                </a:path>
                <a:path w="369569" h="617854">
                  <a:moveTo>
                    <a:pt x="163715" y="268503"/>
                  </a:moveTo>
                  <a:lnTo>
                    <a:pt x="162928" y="266623"/>
                  </a:lnTo>
                  <a:lnTo>
                    <a:pt x="160883" y="266192"/>
                  </a:lnTo>
                  <a:lnTo>
                    <a:pt x="160591" y="266141"/>
                  </a:lnTo>
                  <a:lnTo>
                    <a:pt x="158889" y="265785"/>
                  </a:lnTo>
                  <a:lnTo>
                    <a:pt x="157581" y="267195"/>
                  </a:lnTo>
                  <a:lnTo>
                    <a:pt x="157911" y="269036"/>
                  </a:lnTo>
                  <a:lnTo>
                    <a:pt x="158013" y="269646"/>
                  </a:lnTo>
                  <a:lnTo>
                    <a:pt x="158076" y="269951"/>
                  </a:lnTo>
                  <a:lnTo>
                    <a:pt x="158356" y="271551"/>
                  </a:lnTo>
                  <a:lnTo>
                    <a:pt x="160096" y="272389"/>
                  </a:lnTo>
                  <a:lnTo>
                    <a:pt x="162547" y="271716"/>
                  </a:lnTo>
                  <a:lnTo>
                    <a:pt x="163080" y="271132"/>
                  </a:lnTo>
                  <a:lnTo>
                    <a:pt x="163715" y="268503"/>
                  </a:lnTo>
                  <a:close/>
                </a:path>
                <a:path w="369569" h="617854">
                  <a:moveTo>
                    <a:pt x="172427" y="518287"/>
                  </a:moveTo>
                  <a:lnTo>
                    <a:pt x="158889" y="518287"/>
                  </a:lnTo>
                  <a:lnTo>
                    <a:pt x="158877" y="529628"/>
                  </a:lnTo>
                  <a:lnTo>
                    <a:pt x="165658" y="529628"/>
                  </a:lnTo>
                  <a:lnTo>
                    <a:pt x="172415" y="529628"/>
                  </a:lnTo>
                  <a:lnTo>
                    <a:pt x="172427" y="518287"/>
                  </a:lnTo>
                  <a:close/>
                </a:path>
                <a:path w="369569" h="617854">
                  <a:moveTo>
                    <a:pt x="175120" y="604405"/>
                  </a:moveTo>
                  <a:lnTo>
                    <a:pt x="165836" y="597750"/>
                  </a:lnTo>
                  <a:lnTo>
                    <a:pt x="161671" y="606640"/>
                  </a:lnTo>
                  <a:lnTo>
                    <a:pt x="167360" y="608850"/>
                  </a:lnTo>
                  <a:lnTo>
                    <a:pt x="173024" y="611047"/>
                  </a:lnTo>
                  <a:lnTo>
                    <a:pt x="175120" y="604405"/>
                  </a:lnTo>
                  <a:close/>
                </a:path>
                <a:path w="369569" h="617854">
                  <a:moveTo>
                    <a:pt x="184213" y="85051"/>
                  </a:moveTo>
                  <a:lnTo>
                    <a:pt x="178130" y="85051"/>
                  </a:lnTo>
                  <a:lnTo>
                    <a:pt x="179793" y="88265"/>
                  </a:lnTo>
                  <a:lnTo>
                    <a:pt x="180733" y="90030"/>
                  </a:lnTo>
                  <a:lnTo>
                    <a:pt x="181610" y="90030"/>
                  </a:lnTo>
                  <a:lnTo>
                    <a:pt x="181940" y="89395"/>
                  </a:lnTo>
                  <a:lnTo>
                    <a:pt x="182143" y="89027"/>
                  </a:lnTo>
                  <a:lnTo>
                    <a:pt x="184213" y="85051"/>
                  </a:lnTo>
                  <a:close/>
                </a:path>
                <a:path w="369569" h="617854">
                  <a:moveTo>
                    <a:pt x="184746" y="568121"/>
                  </a:moveTo>
                  <a:lnTo>
                    <a:pt x="177596" y="568121"/>
                  </a:lnTo>
                  <a:lnTo>
                    <a:pt x="177584" y="574103"/>
                  </a:lnTo>
                  <a:lnTo>
                    <a:pt x="181165" y="574103"/>
                  </a:lnTo>
                  <a:lnTo>
                    <a:pt x="184734" y="574103"/>
                  </a:lnTo>
                  <a:lnTo>
                    <a:pt x="184746" y="568121"/>
                  </a:lnTo>
                  <a:close/>
                </a:path>
                <a:path w="369569" h="617854">
                  <a:moveTo>
                    <a:pt x="187299" y="587273"/>
                  </a:moveTo>
                  <a:lnTo>
                    <a:pt x="175044" y="587273"/>
                  </a:lnTo>
                  <a:lnTo>
                    <a:pt x="175031" y="597535"/>
                  </a:lnTo>
                  <a:lnTo>
                    <a:pt x="181165" y="597535"/>
                  </a:lnTo>
                  <a:lnTo>
                    <a:pt x="187299" y="597535"/>
                  </a:lnTo>
                  <a:lnTo>
                    <a:pt x="187299" y="587273"/>
                  </a:lnTo>
                  <a:close/>
                </a:path>
                <a:path w="369569" h="617854">
                  <a:moveTo>
                    <a:pt x="192392" y="89560"/>
                  </a:moveTo>
                  <a:lnTo>
                    <a:pt x="192138" y="88696"/>
                  </a:lnTo>
                  <a:lnTo>
                    <a:pt x="189217" y="85661"/>
                  </a:lnTo>
                  <a:lnTo>
                    <a:pt x="186613" y="88468"/>
                  </a:lnTo>
                  <a:lnTo>
                    <a:pt x="188302" y="90347"/>
                  </a:lnTo>
                  <a:lnTo>
                    <a:pt x="189433" y="91617"/>
                  </a:lnTo>
                  <a:lnTo>
                    <a:pt x="190220" y="91897"/>
                  </a:lnTo>
                  <a:lnTo>
                    <a:pt x="191668" y="91325"/>
                  </a:lnTo>
                  <a:lnTo>
                    <a:pt x="191858" y="91122"/>
                  </a:lnTo>
                  <a:lnTo>
                    <a:pt x="192392" y="89560"/>
                  </a:lnTo>
                  <a:close/>
                </a:path>
                <a:path w="369569" h="617854">
                  <a:moveTo>
                    <a:pt x="196215" y="491350"/>
                  </a:moveTo>
                  <a:lnTo>
                    <a:pt x="193687" y="487413"/>
                  </a:lnTo>
                  <a:lnTo>
                    <a:pt x="193687" y="493636"/>
                  </a:lnTo>
                  <a:lnTo>
                    <a:pt x="191579" y="496062"/>
                  </a:lnTo>
                  <a:lnTo>
                    <a:pt x="193687" y="493636"/>
                  </a:lnTo>
                  <a:lnTo>
                    <a:pt x="193687" y="487413"/>
                  </a:lnTo>
                  <a:lnTo>
                    <a:pt x="191058" y="483298"/>
                  </a:lnTo>
                  <a:lnTo>
                    <a:pt x="190461" y="482561"/>
                  </a:lnTo>
                  <a:lnTo>
                    <a:pt x="186804" y="480314"/>
                  </a:lnTo>
                  <a:lnTo>
                    <a:pt x="180454" y="482561"/>
                  </a:lnTo>
                  <a:lnTo>
                    <a:pt x="178803" y="483984"/>
                  </a:lnTo>
                  <a:lnTo>
                    <a:pt x="174498" y="490905"/>
                  </a:lnTo>
                  <a:lnTo>
                    <a:pt x="176999" y="499046"/>
                  </a:lnTo>
                  <a:lnTo>
                    <a:pt x="185953" y="500367"/>
                  </a:lnTo>
                  <a:lnTo>
                    <a:pt x="188582" y="499833"/>
                  </a:lnTo>
                  <a:lnTo>
                    <a:pt x="190004" y="498259"/>
                  </a:lnTo>
                  <a:lnTo>
                    <a:pt x="196215" y="491350"/>
                  </a:lnTo>
                  <a:close/>
                </a:path>
                <a:path w="369569" h="617854">
                  <a:moveTo>
                    <a:pt x="196380" y="445185"/>
                  </a:moveTo>
                  <a:lnTo>
                    <a:pt x="183654" y="440778"/>
                  </a:lnTo>
                  <a:lnTo>
                    <a:pt x="183603" y="455028"/>
                  </a:lnTo>
                  <a:lnTo>
                    <a:pt x="190817" y="452539"/>
                  </a:lnTo>
                  <a:lnTo>
                    <a:pt x="196329" y="450634"/>
                  </a:lnTo>
                  <a:lnTo>
                    <a:pt x="196380" y="445185"/>
                  </a:lnTo>
                  <a:close/>
                </a:path>
                <a:path w="369569" h="617854">
                  <a:moveTo>
                    <a:pt x="199885" y="71374"/>
                  </a:moveTo>
                  <a:lnTo>
                    <a:pt x="190677" y="71374"/>
                  </a:lnTo>
                  <a:lnTo>
                    <a:pt x="190677" y="79070"/>
                  </a:lnTo>
                  <a:lnTo>
                    <a:pt x="195275" y="79070"/>
                  </a:lnTo>
                  <a:lnTo>
                    <a:pt x="199872" y="79070"/>
                  </a:lnTo>
                  <a:lnTo>
                    <a:pt x="199885" y="71374"/>
                  </a:lnTo>
                  <a:close/>
                </a:path>
                <a:path w="369569" h="617854">
                  <a:moveTo>
                    <a:pt x="203542" y="518147"/>
                  </a:moveTo>
                  <a:lnTo>
                    <a:pt x="198031" y="515645"/>
                  </a:lnTo>
                  <a:lnTo>
                    <a:pt x="193484" y="516280"/>
                  </a:lnTo>
                  <a:lnTo>
                    <a:pt x="191960" y="520928"/>
                  </a:lnTo>
                  <a:lnTo>
                    <a:pt x="193471" y="525564"/>
                  </a:lnTo>
                  <a:lnTo>
                    <a:pt x="198031" y="526173"/>
                  </a:lnTo>
                  <a:lnTo>
                    <a:pt x="203530" y="523684"/>
                  </a:lnTo>
                  <a:lnTo>
                    <a:pt x="203542" y="518147"/>
                  </a:lnTo>
                  <a:close/>
                </a:path>
                <a:path w="369569" h="617854">
                  <a:moveTo>
                    <a:pt x="204381" y="469"/>
                  </a:moveTo>
                  <a:lnTo>
                    <a:pt x="203949" y="0"/>
                  </a:lnTo>
                  <a:lnTo>
                    <a:pt x="202476" y="736"/>
                  </a:lnTo>
                  <a:lnTo>
                    <a:pt x="201510" y="2438"/>
                  </a:lnTo>
                  <a:lnTo>
                    <a:pt x="202107" y="3098"/>
                  </a:lnTo>
                  <a:lnTo>
                    <a:pt x="203669" y="2082"/>
                  </a:lnTo>
                  <a:lnTo>
                    <a:pt x="204381" y="469"/>
                  </a:lnTo>
                  <a:close/>
                </a:path>
                <a:path w="369569" h="617854">
                  <a:moveTo>
                    <a:pt x="205130" y="16941"/>
                  </a:moveTo>
                  <a:lnTo>
                    <a:pt x="196710" y="16941"/>
                  </a:lnTo>
                  <a:lnTo>
                    <a:pt x="196697" y="23990"/>
                  </a:lnTo>
                  <a:lnTo>
                    <a:pt x="200914" y="23990"/>
                  </a:lnTo>
                  <a:lnTo>
                    <a:pt x="205130" y="23990"/>
                  </a:lnTo>
                  <a:lnTo>
                    <a:pt x="205130" y="16941"/>
                  </a:lnTo>
                  <a:close/>
                </a:path>
                <a:path w="369569" h="617854">
                  <a:moveTo>
                    <a:pt x="212039" y="562076"/>
                  </a:moveTo>
                  <a:lnTo>
                    <a:pt x="202653" y="552665"/>
                  </a:lnTo>
                  <a:lnTo>
                    <a:pt x="196494" y="559295"/>
                  </a:lnTo>
                  <a:lnTo>
                    <a:pt x="200507" y="563943"/>
                  </a:lnTo>
                  <a:lnTo>
                    <a:pt x="205232" y="569404"/>
                  </a:lnTo>
                  <a:lnTo>
                    <a:pt x="212039" y="562076"/>
                  </a:lnTo>
                  <a:close/>
                </a:path>
                <a:path w="369569" h="617854">
                  <a:moveTo>
                    <a:pt x="212572" y="49403"/>
                  </a:moveTo>
                  <a:lnTo>
                    <a:pt x="209715" y="47663"/>
                  </a:lnTo>
                  <a:lnTo>
                    <a:pt x="206070" y="47548"/>
                  </a:lnTo>
                  <a:lnTo>
                    <a:pt x="204851" y="50888"/>
                  </a:lnTo>
                  <a:lnTo>
                    <a:pt x="206070" y="54229"/>
                  </a:lnTo>
                  <a:lnTo>
                    <a:pt x="209715" y="54127"/>
                  </a:lnTo>
                  <a:lnTo>
                    <a:pt x="212572" y="52374"/>
                  </a:lnTo>
                  <a:lnTo>
                    <a:pt x="212572" y="49403"/>
                  </a:lnTo>
                  <a:close/>
                </a:path>
                <a:path w="369569" h="617854">
                  <a:moveTo>
                    <a:pt x="213131" y="429615"/>
                  </a:moveTo>
                  <a:lnTo>
                    <a:pt x="212572" y="427367"/>
                  </a:lnTo>
                  <a:lnTo>
                    <a:pt x="211582" y="423418"/>
                  </a:lnTo>
                  <a:lnTo>
                    <a:pt x="202730" y="422440"/>
                  </a:lnTo>
                  <a:lnTo>
                    <a:pt x="199682" y="426364"/>
                  </a:lnTo>
                  <a:lnTo>
                    <a:pt x="200126" y="432790"/>
                  </a:lnTo>
                  <a:lnTo>
                    <a:pt x="201561" y="435698"/>
                  </a:lnTo>
                  <a:lnTo>
                    <a:pt x="208241" y="436968"/>
                  </a:lnTo>
                  <a:lnTo>
                    <a:pt x="210705" y="434682"/>
                  </a:lnTo>
                  <a:lnTo>
                    <a:pt x="210883" y="433209"/>
                  </a:lnTo>
                  <a:lnTo>
                    <a:pt x="211124" y="431203"/>
                  </a:lnTo>
                  <a:lnTo>
                    <a:pt x="213131" y="429615"/>
                  </a:lnTo>
                  <a:close/>
                </a:path>
                <a:path w="369569" h="617854">
                  <a:moveTo>
                    <a:pt x="215785" y="31991"/>
                  </a:moveTo>
                  <a:lnTo>
                    <a:pt x="214249" y="31991"/>
                  </a:lnTo>
                  <a:lnTo>
                    <a:pt x="214249" y="33274"/>
                  </a:lnTo>
                  <a:lnTo>
                    <a:pt x="215023" y="33274"/>
                  </a:lnTo>
                  <a:lnTo>
                    <a:pt x="215785" y="33274"/>
                  </a:lnTo>
                  <a:lnTo>
                    <a:pt x="215785" y="31991"/>
                  </a:lnTo>
                  <a:close/>
                </a:path>
                <a:path w="369569" h="617854">
                  <a:moveTo>
                    <a:pt x="241681" y="606272"/>
                  </a:moveTo>
                  <a:lnTo>
                    <a:pt x="237655" y="601472"/>
                  </a:lnTo>
                  <a:lnTo>
                    <a:pt x="234429" y="603224"/>
                  </a:lnTo>
                  <a:lnTo>
                    <a:pt x="231927" y="604583"/>
                  </a:lnTo>
                  <a:lnTo>
                    <a:pt x="231838" y="607656"/>
                  </a:lnTo>
                  <a:lnTo>
                    <a:pt x="234619" y="610819"/>
                  </a:lnTo>
                  <a:lnTo>
                    <a:pt x="236816" y="610971"/>
                  </a:lnTo>
                  <a:lnTo>
                    <a:pt x="237832" y="609638"/>
                  </a:lnTo>
                  <a:lnTo>
                    <a:pt x="238010" y="609346"/>
                  </a:lnTo>
                  <a:lnTo>
                    <a:pt x="238239" y="609117"/>
                  </a:lnTo>
                  <a:lnTo>
                    <a:pt x="238518" y="608939"/>
                  </a:lnTo>
                  <a:lnTo>
                    <a:pt x="241681" y="606272"/>
                  </a:lnTo>
                  <a:close/>
                </a:path>
                <a:path w="369569" h="617854">
                  <a:moveTo>
                    <a:pt x="280631" y="572350"/>
                  </a:moveTo>
                  <a:lnTo>
                    <a:pt x="277672" y="564578"/>
                  </a:lnTo>
                  <a:lnTo>
                    <a:pt x="273634" y="562698"/>
                  </a:lnTo>
                  <a:lnTo>
                    <a:pt x="267868" y="568909"/>
                  </a:lnTo>
                  <a:lnTo>
                    <a:pt x="269608" y="573265"/>
                  </a:lnTo>
                  <a:lnTo>
                    <a:pt x="272935" y="574751"/>
                  </a:lnTo>
                  <a:lnTo>
                    <a:pt x="276809" y="576465"/>
                  </a:lnTo>
                  <a:lnTo>
                    <a:pt x="280631" y="572350"/>
                  </a:lnTo>
                  <a:close/>
                </a:path>
                <a:path w="369569" h="617854">
                  <a:moveTo>
                    <a:pt x="281736" y="611987"/>
                  </a:moveTo>
                  <a:lnTo>
                    <a:pt x="278663" y="605307"/>
                  </a:lnTo>
                  <a:lnTo>
                    <a:pt x="277964" y="604354"/>
                  </a:lnTo>
                  <a:lnTo>
                    <a:pt x="276910" y="603224"/>
                  </a:lnTo>
                  <a:lnTo>
                    <a:pt x="272694" y="601421"/>
                  </a:lnTo>
                  <a:lnTo>
                    <a:pt x="268909" y="603377"/>
                  </a:lnTo>
                  <a:lnTo>
                    <a:pt x="267093" y="607453"/>
                  </a:lnTo>
                  <a:lnTo>
                    <a:pt x="268782" y="612000"/>
                  </a:lnTo>
                  <a:lnTo>
                    <a:pt x="269824" y="613130"/>
                  </a:lnTo>
                  <a:lnTo>
                    <a:pt x="270700" y="613892"/>
                  </a:lnTo>
                  <a:lnTo>
                    <a:pt x="276885" y="617207"/>
                  </a:lnTo>
                  <a:lnTo>
                    <a:pt x="281736" y="611987"/>
                  </a:lnTo>
                  <a:close/>
                </a:path>
                <a:path w="369569" h="617854">
                  <a:moveTo>
                    <a:pt x="285686" y="539318"/>
                  </a:moveTo>
                  <a:lnTo>
                    <a:pt x="283197" y="533158"/>
                  </a:lnTo>
                  <a:lnTo>
                    <a:pt x="279260" y="529971"/>
                  </a:lnTo>
                  <a:lnTo>
                    <a:pt x="274853" y="532231"/>
                  </a:lnTo>
                  <a:lnTo>
                    <a:pt x="272757" y="536956"/>
                  </a:lnTo>
                  <a:lnTo>
                    <a:pt x="275729" y="541210"/>
                  </a:lnTo>
                  <a:lnTo>
                    <a:pt x="281444" y="543877"/>
                  </a:lnTo>
                  <a:lnTo>
                    <a:pt x="285686" y="539318"/>
                  </a:lnTo>
                  <a:close/>
                </a:path>
                <a:path w="369569" h="617854">
                  <a:moveTo>
                    <a:pt x="347154" y="532879"/>
                  </a:moveTo>
                  <a:lnTo>
                    <a:pt x="339572" y="532879"/>
                  </a:lnTo>
                  <a:lnTo>
                    <a:pt x="341477" y="537311"/>
                  </a:lnTo>
                  <a:lnTo>
                    <a:pt x="342480" y="539623"/>
                  </a:lnTo>
                  <a:lnTo>
                    <a:pt x="344258" y="539623"/>
                  </a:lnTo>
                  <a:lnTo>
                    <a:pt x="347154" y="532879"/>
                  </a:lnTo>
                  <a:close/>
                </a:path>
                <a:path w="369569" h="617854">
                  <a:moveTo>
                    <a:pt x="359232" y="573760"/>
                  </a:moveTo>
                  <a:lnTo>
                    <a:pt x="357035" y="570026"/>
                  </a:lnTo>
                  <a:lnTo>
                    <a:pt x="353199" y="571004"/>
                  </a:lnTo>
                  <a:lnTo>
                    <a:pt x="353161" y="577316"/>
                  </a:lnTo>
                  <a:lnTo>
                    <a:pt x="357047" y="578269"/>
                  </a:lnTo>
                  <a:lnTo>
                    <a:pt x="358546" y="575716"/>
                  </a:lnTo>
                  <a:lnTo>
                    <a:pt x="359232" y="574548"/>
                  </a:lnTo>
                  <a:lnTo>
                    <a:pt x="359232" y="573760"/>
                  </a:lnTo>
                  <a:close/>
                </a:path>
                <a:path w="369569" h="617854">
                  <a:moveTo>
                    <a:pt x="369125" y="607161"/>
                  </a:moveTo>
                  <a:lnTo>
                    <a:pt x="357111" y="607161"/>
                  </a:lnTo>
                  <a:lnTo>
                    <a:pt x="357098" y="617207"/>
                  </a:lnTo>
                  <a:lnTo>
                    <a:pt x="363105" y="617207"/>
                  </a:lnTo>
                  <a:lnTo>
                    <a:pt x="369112" y="617207"/>
                  </a:lnTo>
                  <a:lnTo>
                    <a:pt x="369125" y="607161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 descr=""/>
          <p:cNvSpPr/>
          <p:nvPr/>
        </p:nvSpPr>
        <p:spPr>
          <a:xfrm>
            <a:off x="1932161" y="4287063"/>
            <a:ext cx="53975" cy="173355"/>
          </a:xfrm>
          <a:custGeom>
            <a:avLst/>
            <a:gdLst/>
            <a:ahLst/>
            <a:cxnLst/>
            <a:rect l="l" t="t" r="r" b="b"/>
            <a:pathLst>
              <a:path w="53975" h="173354">
                <a:moveTo>
                  <a:pt x="53506" y="0"/>
                </a:moveTo>
                <a:lnTo>
                  <a:pt x="0" y="0"/>
                </a:lnTo>
                <a:lnTo>
                  <a:pt x="0" y="173177"/>
                </a:lnTo>
                <a:lnTo>
                  <a:pt x="53506" y="173177"/>
                </a:lnTo>
                <a:lnTo>
                  <a:pt x="53506" y="0"/>
                </a:lnTo>
                <a:close/>
              </a:path>
            </a:pathLst>
          </a:custGeom>
          <a:solidFill>
            <a:srgbClr val="4E34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6" name="object 166" descr=""/>
          <p:cNvGrpSpPr/>
          <p:nvPr/>
        </p:nvGrpSpPr>
        <p:grpSpPr>
          <a:xfrm>
            <a:off x="1688418" y="3540635"/>
            <a:ext cx="558800" cy="782320"/>
            <a:chOff x="1688418" y="3540635"/>
            <a:chExt cx="558800" cy="782320"/>
          </a:xfrm>
        </p:grpSpPr>
        <p:sp>
          <p:nvSpPr>
            <p:cNvPr id="167" name="object 167" descr=""/>
            <p:cNvSpPr/>
            <p:nvPr/>
          </p:nvSpPr>
          <p:spPr>
            <a:xfrm>
              <a:off x="1731995" y="3835168"/>
              <a:ext cx="467359" cy="370205"/>
            </a:xfrm>
            <a:custGeom>
              <a:avLst/>
              <a:gdLst/>
              <a:ahLst/>
              <a:cxnLst/>
              <a:rect l="l" t="t" r="r" b="b"/>
              <a:pathLst>
                <a:path w="467360" h="370204">
                  <a:moveTo>
                    <a:pt x="226925" y="0"/>
                  </a:moveTo>
                  <a:lnTo>
                    <a:pt x="0" y="369967"/>
                  </a:lnTo>
                  <a:lnTo>
                    <a:pt x="466750" y="369967"/>
                  </a:lnTo>
                  <a:lnTo>
                    <a:pt x="2269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958920" y="3835169"/>
              <a:ext cx="240029" cy="370205"/>
            </a:xfrm>
            <a:custGeom>
              <a:avLst/>
              <a:gdLst/>
              <a:ahLst/>
              <a:cxnLst/>
              <a:rect l="l" t="t" r="r" b="b"/>
              <a:pathLst>
                <a:path w="240030" h="370204">
                  <a:moveTo>
                    <a:pt x="0" y="0"/>
                  </a:moveTo>
                  <a:lnTo>
                    <a:pt x="0" y="369967"/>
                  </a:lnTo>
                  <a:lnTo>
                    <a:pt x="239825" y="369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688418" y="3952569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271614" y="0"/>
                  </a:moveTo>
                  <a:lnTo>
                    <a:pt x="0" y="369967"/>
                  </a:lnTo>
                  <a:lnTo>
                    <a:pt x="558663" y="369967"/>
                  </a:lnTo>
                  <a:lnTo>
                    <a:pt x="2716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960033" y="3952570"/>
              <a:ext cx="287655" cy="370205"/>
            </a:xfrm>
            <a:custGeom>
              <a:avLst/>
              <a:gdLst/>
              <a:ahLst/>
              <a:cxnLst/>
              <a:rect l="l" t="t" r="r" b="b"/>
              <a:pathLst>
                <a:path w="287655" h="370204">
                  <a:moveTo>
                    <a:pt x="0" y="0"/>
                  </a:moveTo>
                  <a:lnTo>
                    <a:pt x="0" y="369967"/>
                  </a:lnTo>
                  <a:lnTo>
                    <a:pt x="287048" y="369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798100" y="3699502"/>
              <a:ext cx="337185" cy="320675"/>
            </a:xfrm>
            <a:custGeom>
              <a:avLst/>
              <a:gdLst/>
              <a:ahLst/>
              <a:cxnLst/>
              <a:rect l="l" t="t" r="r" b="b"/>
              <a:pathLst>
                <a:path w="337185" h="320675">
                  <a:moveTo>
                    <a:pt x="163638" y="0"/>
                  </a:moveTo>
                  <a:lnTo>
                    <a:pt x="0" y="320649"/>
                  </a:lnTo>
                  <a:lnTo>
                    <a:pt x="336586" y="320649"/>
                  </a:lnTo>
                  <a:lnTo>
                    <a:pt x="16363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961742" y="3699505"/>
              <a:ext cx="173355" cy="320675"/>
            </a:xfrm>
            <a:custGeom>
              <a:avLst/>
              <a:gdLst/>
              <a:ahLst/>
              <a:cxnLst/>
              <a:rect l="l" t="t" r="r" b="b"/>
              <a:pathLst>
                <a:path w="173355" h="320675">
                  <a:moveTo>
                    <a:pt x="0" y="0"/>
                  </a:moveTo>
                  <a:lnTo>
                    <a:pt x="0" y="320649"/>
                  </a:lnTo>
                  <a:lnTo>
                    <a:pt x="172937" y="320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878599" y="3540635"/>
              <a:ext cx="167640" cy="300990"/>
            </a:xfrm>
            <a:custGeom>
              <a:avLst/>
              <a:gdLst/>
              <a:ahLst/>
              <a:cxnLst/>
              <a:rect l="l" t="t" r="r" b="b"/>
              <a:pathLst>
                <a:path w="167639" h="300989">
                  <a:moveTo>
                    <a:pt x="81285" y="0"/>
                  </a:moveTo>
                  <a:lnTo>
                    <a:pt x="0" y="300859"/>
                  </a:lnTo>
                  <a:lnTo>
                    <a:pt x="167199" y="300859"/>
                  </a:lnTo>
                  <a:lnTo>
                    <a:pt x="8128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959885" y="3540635"/>
              <a:ext cx="86360" cy="300990"/>
            </a:xfrm>
            <a:custGeom>
              <a:avLst/>
              <a:gdLst/>
              <a:ahLst/>
              <a:cxnLst/>
              <a:rect l="l" t="t" r="r" b="b"/>
              <a:pathLst>
                <a:path w="86360" h="300989">
                  <a:moveTo>
                    <a:pt x="0" y="0"/>
                  </a:moveTo>
                  <a:lnTo>
                    <a:pt x="0" y="300859"/>
                  </a:lnTo>
                  <a:lnTo>
                    <a:pt x="85903" y="300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830451" y="3668020"/>
              <a:ext cx="351790" cy="627380"/>
            </a:xfrm>
            <a:custGeom>
              <a:avLst/>
              <a:gdLst/>
              <a:ahLst/>
              <a:cxnLst/>
              <a:rect l="l" t="t" r="r" b="b"/>
              <a:pathLst>
                <a:path w="351789" h="627379">
                  <a:moveTo>
                    <a:pt x="10121" y="435152"/>
                  </a:moveTo>
                  <a:lnTo>
                    <a:pt x="9652" y="433946"/>
                  </a:lnTo>
                  <a:lnTo>
                    <a:pt x="0" y="437565"/>
                  </a:lnTo>
                  <a:lnTo>
                    <a:pt x="749" y="439572"/>
                  </a:lnTo>
                  <a:lnTo>
                    <a:pt x="2032" y="438975"/>
                  </a:lnTo>
                  <a:lnTo>
                    <a:pt x="10121" y="435152"/>
                  </a:lnTo>
                  <a:close/>
                </a:path>
                <a:path w="351789" h="627379">
                  <a:moveTo>
                    <a:pt x="22999" y="393230"/>
                  </a:moveTo>
                  <a:lnTo>
                    <a:pt x="16687" y="393230"/>
                  </a:lnTo>
                  <a:lnTo>
                    <a:pt x="16675" y="398513"/>
                  </a:lnTo>
                  <a:lnTo>
                    <a:pt x="19837" y="398513"/>
                  </a:lnTo>
                  <a:lnTo>
                    <a:pt x="22987" y="398513"/>
                  </a:lnTo>
                  <a:lnTo>
                    <a:pt x="22999" y="393230"/>
                  </a:lnTo>
                  <a:close/>
                </a:path>
                <a:path w="351789" h="627379">
                  <a:moveTo>
                    <a:pt x="32092" y="319328"/>
                  </a:moveTo>
                  <a:lnTo>
                    <a:pt x="28803" y="319328"/>
                  </a:lnTo>
                  <a:lnTo>
                    <a:pt x="28803" y="322084"/>
                  </a:lnTo>
                  <a:lnTo>
                    <a:pt x="30441" y="322084"/>
                  </a:lnTo>
                  <a:lnTo>
                    <a:pt x="32092" y="322084"/>
                  </a:lnTo>
                  <a:lnTo>
                    <a:pt x="32092" y="319328"/>
                  </a:lnTo>
                  <a:close/>
                </a:path>
                <a:path w="351789" h="627379">
                  <a:moveTo>
                    <a:pt x="38252" y="280898"/>
                  </a:moveTo>
                  <a:lnTo>
                    <a:pt x="34747" y="280898"/>
                  </a:lnTo>
                  <a:lnTo>
                    <a:pt x="34899" y="283108"/>
                  </a:lnTo>
                  <a:lnTo>
                    <a:pt x="35013" y="284645"/>
                  </a:lnTo>
                  <a:lnTo>
                    <a:pt x="35090" y="285229"/>
                  </a:lnTo>
                  <a:lnTo>
                    <a:pt x="35610" y="287921"/>
                  </a:lnTo>
                  <a:lnTo>
                    <a:pt x="37401" y="287921"/>
                  </a:lnTo>
                  <a:lnTo>
                    <a:pt x="37922" y="285229"/>
                  </a:lnTo>
                  <a:lnTo>
                    <a:pt x="37998" y="284645"/>
                  </a:lnTo>
                  <a:lnTo>
                    <a:pt x="38252" y="280898"/>
                  </a:lnTo>
                  <a:close/>
                </a:path>
                <a:path w="351789" h="627379">
                  <a:moveTo>
                    <a:pt x="49174" y="431558"/>
                  </a:moveTo>
                  <a:lnTo>
                    <a:pt x="48856" y="429983"/>
                  </a:lnTo>
                  <a:lnTo>
                    <a:pt x="45770" y="429234"/>
                  </a:lnTo>
                  <a:lnTo>
                    <a:pt x="44894" y="429323"/>
                  </a:lnTo>
                  <a:lnTo>
                    <a:pt x="38011" y="430974"/>
                  </a:lnTo>
                  <a:lnTo>
                    <a:pt x="41846" y="440169"/>
                  </a:lnTo>
                  <a:lnTo>
                    <a:pt x="46418" y="435902"/>
                  </a:lnTo>
                  <a:lnTo>
                    <a:pt x="47777" y="434632"/>
                  </a:lnTo>
                  <a:lnTo>
                    <a:pt x="47967" y="434441"/>
                  </a:lnTo>
                  <a:lnTo>
                    <a:pt x="49174" y="431558"/>
                  </a:lnTo>
                  <a:close/>
                </a:path>
                <a:path w="351789" h="627379">
                  <a:moveTo>
                    <a:pt x="59334" y="307936"/>
                  </a:moveTo>
                  <a:lnTo>
                    <a:pt x="59118" y="307340"/>
                  </a:lnTo>
                  <a:lnTo>
                    <a:pt x="56057" y="302539"/>
                  </a:lnTo>
                  <a:lnTo>
                    <a:pt x="51460" y="307454"/>
                  </a:lnTo>
                  <a:lnTo>
                    <a:pt x="54914" y="310007"/>
                  </a:lnTo>
                  <a:lnTo>
                    <a:pt x="55943" y="310769"/>
                  </a:lnTo>
                  <a:lnTo>
                    <a:pt x="56476" y="310997"/>
                  </a:lnTo>
                  <a:lnTo>
                    <a:pt x="58585" y="310972"/>
                  </a:lnTo>
                  <a:lnTo>
                    <a:pt x="59309" y="310197"/>
                  </a:lnTo>
                  <a:lnTo>
                    <a:pt x="59334" y="307936"/>
                  </a:lnTo>
                  <a:close/>
                </a:path>
                <a:path w="351789" h="627379">
                  <a:moveTo>
                    <a:pt x="59397" y="347726"/>
                  </a:moveTo>
                  <a:lnTo>
                    <a:pt x="47409" y="342861"/>
                  </a:lnTo>
                  <a:lnTo>
                    <a:pt x="44526" y="353453"/>
                  </a:lnTo>
                  <a:lnTo>
                    <a:pt x="50609" y="355269"/>
                  </a:lnTo>
                  <a:lnTo>
                    <a:pt x="57200" y="357238"/>
                  </a:lnTo>
                  <a:lnTo>
                    <a:pt x="59397" y="347726"/>
                  </a:lnTo>
                  <a:close/>
                </a:path>
                <a:path w="351789" h="627379">
                  <a:moveTo>
                    <a:pt x="59918" y="240423"/>
                  </a:moveTo>
                  <a:lnTo>
                    <a:pt x="55524" y="240423"/>
                  </a:lnTo>
                  <a:lnTo>
                    <a:pt x="55524" y="244094"/>
                  </a:lnTo>
                  <a:lnTo>
                    <a:pt x="57721" y="244094"/>
                  </a:lnTo>
                  <a:lnTo>
                    <a:pt x="59905" y="244094"/>
                  </a:lnTo>
                  <a:lnTo>
                    <a:pt x="59918" y="240423"/>
                  </a:lnTo>
                  <a:close/>
                </a:path>
                <a:path w="351789" h="627379">
                  <a:moveTo>
                    <a:pt x="69926" y="388162"/>
                  </a:moveTo>
                  <a:lnTo>
                    <a:pt x="67957" y="384136"/>
                  </a:lnTo>
                  <a:lnTo>
                    <a:pt x="62623" y="384136"/>
                  </a:lnTo>
                  <a:lnTo>
                    <a:pt x="60680" y="388175"/>
                  </a:lnTo>
                  <a:lnTo>
                    <a:pt x="62953" y="390220"/>
                  </a:lnTo>
                  <a:lnTo>
                    <a:pt x="64744" y="391807"/>
                  </a:lnTo>
                  <a:lnTo>
                    <a:pt x="65836" y="391820"/>
                  </a:lnTo>
                  <a:lnTo>
                    <a:pt x="69926" y="388162"/>
                  </a:lnTo>
                  <a:close/>
                </a:path>
                <a:path w="351789" h="627379">
                  <a:moveTo>
                    <a:pt x="71043" y="222643"/>
                  </a:moveTo>
                  <a:lnTo>
                    <a:pt x="68465" y="214744"/>
                  </a:lnTo>
                  <a:lnTo>
                    <a:pt x="60744" y="211150"/>
                  </a:lnTo>
                  <a:lnTo>
                    <a:pt x="53035" y="214744"/>
                  </a:lnTo>
                  <a:lnTo>
                    <a:pt x="50457" y="222643"/>
                  </a:lnTo>
                  <a:lnTo>
                    <a:pt x="53022" y="230543"/>
                  </a:lnTo>
                  <a:lnTo>
                    <a:pt x="60744" y="234137"/>
                  </a:lnTo>
                  <a:lnTo>
                    <a:pt x="68465" y="230543"/>
                  </a:lnTo>
                  <a:lnTo>
                    <a:pt x="71043" y="222643"/>
                  </a:lnTo>
                  <a:close/>
                </a:path>
                <a:path w="351789" h="627379">
                  <a:moveTo>
                    <a:pt x="79705" y="168262"/>
                  </a:moveTo>
                  <a:lnTo>
                    <a:pt x="79590" y="166166"/>
                  </a:lnTo>
                  <a:lnTo>
                    <a:pt x="77812" y="162077"/>
                  </a:lnTo>
                  <a:lnTo>
                    <a:pt x="74282" y="162331"/>
                  </a:lnTo>
                  <a:lnTo>
                    <a:pt x="70408" y="164668"/>
                  </a:lnTo>
                  <a:lnTo>
                    <a:pt x="70040" y="167728"/>
                  </a:lnTo>
                  <a:lnTo>
                    <a:pt x="71628" y="169367"/>
                  </a:lnTo>
                  <a:lnTo>
                    <a:pt x="73837" y="171653"/>
                  </a:lnTo>
                  <a:lnTo>
                    <a:pt x="76098" y="171411"/>
                  </a:lnTo>
                  <a:lnTo>
                    <a:pt x="79705" y="168262"/>
                  </a:lnTo>
                  <a:close/>
                </a:path>
                <a:path w="351789" h="627379">
                  <a:moveTo>
                    <a:pt x="88265" y="211213"/>
                  </a:moveTo>
                  <a:lnTo>
                    <a:pt x="86309" y="205206"/>
                  </a:lnTo>
                  <a:lnTo>
                    <a:pt x="80441" y="202476"/>
                  </a:lnTo>
                  <a:lnTo>
                    <a:pt x="74587" y="205206"/>
                  </a:lnTo>
                  <a:lnTo>
                    <a:pt x="72618" y="211213"/>
                  </a:lnTo>
                  <a:lnTo>
                    <a:pt x="74574" y="217208"/>
                  </a:lnTo>
                  <a:lnTo>
                    <a:pt x="80441" y="219938"/>
                  </a:lnTo>
                  <a:lnTo>
                    <a:pt x="86309" y="217208"/>
                  </a:lnTo>
                  <a:lnTo>
                    <a:pt x="88265" y="211213"/>
                  </a:lnTo>
                  <a:close/>
                </a:path>
                <a:path w="351789" h="627379">
                  <a:moveTo>
                    <a:pt x="93751" y="131572"/>
                  </a:moveTo>
                  <a:lnTo>
                    <a:pt x="91808" y="120154"/>
                  </a:lnTo>
                  <a:lnTo>
                    <a:pt x="84975" y="118783"/>
                  </a:lnTo>
                  <a:lnTo>
                    <a:pt x="79197" y="121627"/>
                  </a:lnTo>
                  <a:lnTo>
                    <a:pt x="72478" y="128155"/>
                  </a:lnTo>
                  <a:lnTo>
                    <a:pt x="74663" y="137706"/>
                  </a:lnTo>
                  <a:lnTo>
                    <a:pt x="80848" y="139065"/>
                  </a:lnTo>
                  <a:lnTo>
                    <a:pt x="83667" y="139687"/>
                  </a:lnTo>
                  <a:lnTo>
                    <a:pt x="86499" y="139687"/>
                  </a:lnTo>
                  <a:lnTo>
                    <a:pt x="92341" y="134975"/>
                  </a:lnTo>
                  <a:lnTo>
                    <a:pt x="93751" y="131572"/>
                  </a:lnTo>
                  <a:close/>
                </a:path>
                <a:path w="351789" h="627379">
                  <a:moveTo>
                    <a:pt x="94335" y="219392"/>
                  </a:moveTo>
                  <a:lnTo>
                    <a:pt x="94056" y="216738"/>
                  </a:lnTo>
                  <a:lnTo>
                    <a:pt x="93510" y="216128"/>
                  </a:lnTo>
                  <a:lnTo>
                    <a:pt x="91008" y="215836"/>
                  </a:lnTo>
                  <a:lnTo>
                    <a:pt x="90373" y="216344"/>
                  </a:lnTo>
                  <a:lnTo>
                    <a:pt x="87452" y="220091"/>
                  </a:lnTo>
                  <a:lnTo>
                    <a:pt x="90385" y="223278"/>
                  </a:lnTo>
                  <a:lnTo>
                    <a:pt x="92710" y="221170"/>
                  </a:lnTo>
                  <a:lnTo>
                    <a:pt x="93878" y="220116"/>
                  </a:lnTo>
                  <a:lnTo>
                    <a:pt x="94335" y="219392"/>
                  </a:lnTo>
                  <a:close/>
                </a:path>
                <a:path w="351789" h="627379">
                  <a:moveTo>
                    <a:pt x="95364" y="170954"/>
                  </a:moveTo>
                  <a:lnTo>
                    <a:pt x="92405" y="168198"/>
                  </a:lnTo>
                  <a:lnTo>
                    <a:pt x="91262" y="167995"/>
                  </a:lnTo>
                  <a:lnTo>
                    <a:pt x="85636" y="169456"/>
                  </a:lnTo>
                  <a:lnTo>
                    <a:pt x="85636" y="174523"/>
                  </a:lnTo>
                  <a:lnTo>
                    <a:pt x="88684" y="175310"/>
                  </a:lnTo>
                  <a:lnTo>
                    <a:pt x="91236" y="175971"/>
                  </a:lnTo>
                  <a:lnTo>
                    <a:pt x="92367" y="175793"/>
                  </a:lnTo>
                  <a:lnTo>
                    <a:pt x="95364" y="173024"/>
                  </a:lnTo>
                  <a:lnTo>
                    <a:pt x="95364" y="170954"/>
                  </a:lnTo>
                  <a:close/>
                </a:path>
                <a:path w="351789" h="627379">
                  <a:moveTo>
                    <a:pt x="102425" y="441007"/>
                  </a:moveTo>
                  <a:lnTo>
                    <a:pt x="101231" y="439928"/>
                  </a:lnTo>
                  <a:lnTo>
                    <a:pt x="100152" y="439458"/>
                  </a:lnTo>
                  <a:lnTo>
                    <a:pt x="99860" y="439343"/>
                  </a:lnTo>
                  <a:lnTo>
                    <a:pt x="99580" y="439204"/>
                  </a:lnTo>
                  <a:lnTo>
                    <a:pt x="99275" y="439089"/>
                  </a:lnTo>
                  <a:lnTo>
                    <a:pt x="97624" y="438365"/>
                  </a:lnTo>
                  <a:lnTo>
                    <a:pt x="95605" y="440550"/>
                  </a:lnTo>
                  <a:lnTo>
                    <a:pt x="96266" y="442328"/>
                  </a:lnTo>
                  <a:lnTo>
                    <a:pt x="97040" y="444423"/>
                  </a:lnTo>
                  <a:lnTo>
                    <a:pt x="98069" y="445731"/>
                  </a:lnTo>
                  <a:lnTo>
                    <a:pt x="99885" y="445490"/>
                  </a:lnTo>
                  <a:lnTo>
                    <a:pt x="100139" y="445439"/>
                  </a:lnTo>
                  <a:lnTo>
                    <a:pt x="101333" y="445300"/>
                  </a:lnTo>
                  <a:lnTo>
                    <a:pt x="102019" y="444563"/>
                  </a:lnTo>
                  <a:lnTo>
                    <a:pt x="102235" y="442722"/>
                  </a:lnTo>
                  <a:lnTo>
                    <a:pt x="102260" y="442442"/>
                  </a:lnTo>
                  <a:lnTo>
                    <a:pt x="102425" y="441007"/>
                  </a:lnTo>
                  <a:close/>
                </a:path>
                <a:path w="351789" h="627379">
                  <a:moveTo>
                    <a:pt x="103098" y="322580"/>
                  </a:moveTo>
                  <a:lnTo>
                    <a:pt x="96685" y="313512"/>
                  </a:lnTo>
                  <a:lnTo>
                    <a:pt x="90411" y="320217"/>
                  </a:lnTo>
                  <a:lnTo>
                    <a:pt x="95224" y="324167"/>
                  </a:lnTo>
                  <a:lnTo>
                    <a:pt x="98856" y="327152"/>
                  </a:lnTo>
                  <a:lnTo>
                    <a:pt x="103098" y="322580"/>
                  </a:lnTo>
                  <a:close/>
                </a:path>
                <a:path w="351789" h="627379">
                  <a:moveTo>
                    <a:pt x="103162" y="115163"/>
                  </a:moveTo>
                  <a:lnTo>
                    <a:pt x="100152" y="115163"/>
                  </a:lnTo>
                  <a:lnTo>
                    <a:pt x="100152" y="117690"/>
                  </a:lnTo>
                  <a:lnTo>
                    <a:pt x="101663" y="117690"/>
                  </a:lnTo>
                  <a:lnTo>
                    <a:pt x="103162" y="117690"/>
                  </a:lnTo>
                  <a:lnTo>
                    <a:pt x="103162" y="115163"/>
                  </a:lnTo>
                  <a:close/>
                </a:path>
                <a:path w="351789" h="627379">
                  <a:moveTo>
                    <a:pt x="103568" y="391731"/>
                  </a:moveTo>
                  <a:lnTo>
                    <a:pt x="93700" y="391731"/>
                  </a:lnTo>
                  <a:lnTo>
                    <a:pt x="93687" y="400011"/>
                  </a:lnTo>
                  <a:lnTo>
                    <a:pt x="98628" y="400011"/>
                  </a:lnTo>
                  <a:lnTo>
                    <a:pt x="103555" y="400011"/>
                  </a:lnTo>
                  <a:lnTo>
                    <a:pt x="103568" y="391731"/>
                  </a:lnTo>
                  <a:close/>
                </a:path>
                <a:path w="351789" h="627379">
                  <a:moveTo>
                    <a:pt x="103695" y="77025"/>
                  </a:moveTo>
                  <a:lnTo>
                    <a:pt x="103022" y="74714"/>
                  </a:lnTo>
                  <a:lnTo>
                    <a:pt x="102743" y="73748"/>
                  </a:lnTo>
                  <a:lnTo>
                    <a:pt x="100164" y="70967"/>
                  </a:lnTo>
                  <a:lnTo>
                    <a:pt x="97167" y="72351"/>
                  </a:lnTo>
                  <a:lnTo>
                    <a:pt x="95885" y="75590"/>
                  </a:lnTo>
                  <a:lnTo>
                    <a:pt x="98463" y="78371"/>
                  </a:lnTo>
                  <a:lnTo>
                    <a:pt x="101485" y="79413"/>
                  </a:lnTo>
                  <a:lnTo>
                    <a:pt x="103695" y="77025"/>
                  </a:lnTo>
                  <a:close/>
                </a:path>
                <a:path w="351789" h="627379">
                  <a:moveTo>
                    <a:pt x="107416" y="542124"/>
                  </a:moveTo>
                  <a:lnTo>
                    <a:pt x="89852" y="542124"/>
                  </a:lnTo>
                  <a:lnTo>
                    <a:pt x="89839" y="556844"/>
                  </a:lnTo>
                  <a:lnTo>
                    <a:pt x="98628" y="556844"/>
                  </a:lnTo>
                  <a:lnTo>
                    <a:pt x="107403" y="556844"/>
                  </a:lnTo>
                  <a:lnTo>
                    <a:pt x="107416" y="542124"/>
                  </a:lnTo>
                  <a:close/>
                </a:path>
                <a:path w="351789" h="627379">
                  <a:moveTo>
                    <a:pt x="114401" y="363448"/>
                  </a:moveTo>
                  <a:lnTo>
                    <a:pt x="111074" y="359943"/>
                  </a:lnTo>
                  <a:lnTo>
                    <a:pt x="110286" y="359244"/>
                  </a:lnTo>
                  <a:lnTo>
                    <a:pt x="106997" y="357200"/>
                  </a:lnTo>
                  <a:lnTo>
                    <a:pt x="104914" y="358546"/>
                  </a:lnTo>
                  <a:lnTo>
                    <a:pt x="104089" y="360705"/>
                  </a:lnTo>
                  <a:lnTo>
                    <a:pt x="103632" y="361556"/>
                  </a:lnTo>
                  <a:lnTo>
                    <a:pt x="103403" y="362470"/>
                  </a:lnTo>
                  <a:lnTo>
                    <a:pt x="103378" y="363461"/>
                  </a:lnTo>
                  <a:lnTo>
                    <a:pt x="102933" y="366623"/>
                  </a:lnTo>
                  <a:lnTo>
                    <a:pt x="104660" y="371017"/>
                  </a:lnTo>
                  <a:lnTo>
                    <a:pt x="109347" y="370433"/>
                  </a:lnTo>
                  <a:lnTo>
                    <a:pt x="110134" y="370293"/>
                  </a:lnTo>
                  <a:lnTo>
                    <a:pt x="113944" y="368071"/>
                  </a:lnTo>
                  <a:lnTo>
                    <a:pt x="114401" y="363448"/>
                  </a:lnTo>
                  <a:close/>
                </a:path>
                <a:path w="351789" h="627379">
                  <a:moveTo>
                    <a:pt x="115938" y="1079"/>
                  </a:moveTo>
                  <a:lnTo>
                    <a:pt x="115468" y="1282"/>
                  </a:lnTo>
                  <a:lnTo>
                    <a:pt x="115722" y="2095"/>
                  </a:lnTo>
                  <a:lnTo>
                    <a:pt x="115938" y="1079"/>
                  </a:lnTo>
                  <a:close/>
                </a:path>
                <a:path w="351789" h="627379">
                  <a:moveTo>
                    <a:pt x="117995" y="4826"/>
                  </a:moveTo>
                  <a:lnTo>
                    <a:pt x="116344" y="2933"/>
                  </a:lnTo>
                  <a:lnTo>
                    <a:pt x="115697" y="2197"/>
                  </a:lnTo>
                  <a:lnTo>
                    <a:pt x="115595" y="2679"/>
                  </a:lnTo>
                  <a:lnTo>
                    <a:pt x="115608" y="2095"/>
                  </a:lnTo>
                  <a:lnTo>
                    <a:pt x="115062" y="1460"/>
                  </a:lnTo>
                  <a:lnTo>
                    <a:pt x="115468" y="1282"/>
                  </a:lnTo>
                  <a:lnTo>
                    <a:pt x="115430" y="1143"/>
                  </a:lnTo>
                  <a:lnTo>
                    <a:pt x="113512" y="25"/>
                  </a:lnTo>
                  <a:lnTo>
                    <a:pt x="112191" y="0"/>
                  </a:lnTo>
                  <a:lnTo>
                    <a:pt x="109956" y="1854"/>
                  </a:lnTo>
                  <a:lnTo>
                    <a:pt x="108813" y="3556"/>
                  </a:lnTo>
                  <a:lnTo>
                    <a:pt x="110363" y="7569"/>
                  </a:lnTo>
                  <a:lnTo>
                    <a:pt x="111429" y="8648"/>
                  </a:lnTo>
                  <a:lnTo>
                    <a:pt x="116763" y="8902"/>
                  </a:lnTo>
                  <a:lnTo>
                    <a:pt x="117995" y="4826"/>
                  </a:lnTo>
                  <a:close/>
                </a:path>
                <a:path w="351789" h="627379">
                  <a:moveTo>
                    <a:pt x="118592" y="241909"/>
                  </a:moveTo>
                  <a:lnTo>
                    <a:pt x="115531" y="235991"/>
                  </a:lnTo>
                  <a:lnTo>
                    <a:pt x="110109" y="239750"/>
                  </a:lnTo>
                  <a:lnTo>
                    <a:pt x="109575" y="242316"/>
                  </a:lnTo>
                  <a:lnTo>
                    <a:pt x="112331" y="247624"/>
                  </a:lnTo>
                  <a:lnTo>
                    <a:pt x="116903" y="245732"/>
                  </a:lnTo>
                  <a:lnTo>
                    <a:pt x="116116" y="243560"/>
                  </a:lnTo>
                  <a:lnTo>
                    <a:pt x="115989" y="243205"/>
                  </a:lnTo>
                  <a:lnTo>
                    <a:pt x="117157" y="242620"/>
                  </a:lnTo>
                  <a:lnTo>
                    <a:pt x="118592" y="241909"/>
                  </a:lnTo>
                  <a:close/>
                </a:path>
                <a:path w="351789" h="627379">
                  <a:moveTo>
                    <a:pt x="124993" y="282371"/>
                  </a:moveTo>
                  <a:lnTo>
                    <a:pt x="117538" y="277761"/>
                  </a:lnTo>
                  <a:lnTo>
                    <a:pt x="113106" y="280454"/>
                  </a:lnTo>
                  <a:lnTo>
                    <a:pt x="113106" y="289039"/>
                  </a:lnTo>
                  <a:lnTo>
                    <a:pt x="117538" y="291719"/>
                  </a:lnTo>
                  <a:lnTo>
                    <a:pt x="120967" y="289610"/>
                  </a:lnTo>
                  <a:lnTo>
                    <a:pt x="124993" y="287121"/>
                  </a:lnTo>
                  <a:lnTo>
                    <a:pt x="124993" y="282371"/>
                  </a:lnTo>
                  <a:close/>
                </a:path>
                <a:path w="351789" h="627379">
                  <a:moveTo>
                    <a:pt x="130162" y="78193"/>
                  </a:moveTo>
                  <a:lnTo>
                    <a:pt x="125069" y="75653"/>
                  </a:lnTo>
                  <a:lnTo>
                    <a:pt x="125069" y="82029"/>
                  </a:lnTo>
                  <a:lnTo>
                    <a:pt x="128282" y="80429"/>
                  </a:lnTo>
                  <a:lnTo>
                    <a:pt x="130162" y="79489"/>
                  </a:lnTo>
                  <a:lnTo>
                    <a:pt x="130162" y="78193"/>
                  </a:lnTo>
                  <a:close/>
                </a:path>
                <a:path w="351789" h="627379">
                  <a:moveTo>
                    <a:pt x="130937" y="130251"/>
                  </a:moveTo>
                  <a:lnTo>
                    <a:pt x="125209" y="124066"/>
                  </a:lnTo>
                  <a:lnTo>
                    <a:pt x="121526" y="128041"/>
                  </a:lnTo>
                  <a:lnTo>
                    <a:pt x="117081" y="132842"/>
                  </a:lnTo>
                  <a:lnTo>
                    <a:pt x="122796" y="139026"/>
                  </a:lnTo>
                  <a:lnTo>
                    <a:pt x="130937" y="130251"/>
                  </a:lnTo>
                  <a:close/>
                </a:path>
                <a:path w="351789" h="627379">
                  <a:moveTo>
                    <a:pt x="135318" y="199275"/>
                  </a:moveTo>
                  <a:lnTo>
                    <a:pt x="133578" y="197065"/>
                  </a:lnTo>
                  <a:lnTo>
                    <a:pt x="132981" y="196837"/>
                  </a:lnTo>
                  <a:lnTo>
                    <a:pt x="126288" y="195732"/>
                  </a:lnTo>
                  <a:lnTo>
                    <a:pt x="126250" y="203809"/>
                  </a:lnTo>
                  <a:lnTo>
                    <a:pt x="131267" y="202984"/>
                  </a:lnTo>
                  <a:lnTo>
                    <a:pt x="132981" y="202704"/>
                  </a:lnTo>
                  <a:lnTo>
                    <a:pt x="133578" y="202476"/>
                  </a:lnTo>
                  <a:lnTo>
                    <a:pt x="135318" y="200266"/>
                  </a:lnTo>
                  <a:lnTo>
                    <a:pt x="135318" y="199275"/>
                  </a:lnTo>
                  <a:close/>
                </a:path>
                <a:path w="351789" h="627379">
                  <a:moveTo>
                    <a:pt x="137604" y="19570"/>
                  </a:moveTo>
                  <a:lnTo>
                    <a:pt x="132562" y="15875"/>
                  </a:lnTo>
                  <a:lnTo>
                    <a:pt x="132562" y="24142"/>
                  </a:lnTo>
                  <a:lnTo>
                    <a:pt x="135902" y="21691"/>
                  </a:lnTo>
                  <a:lnTo>
                    <a:pt x="137604" y="20447"/>
                  </a:lnTo>
                  <a:lnTo>
                    <a:pt x="137604" y="19570"/>
                  </a:lnTo>
                  <a:close/>
                </a:path>
                <a:path w="351789" h="627379">
                  <a:moveTo>
                    <a:pt x="140868" y="343141"/>
                  </a:moveTo>
                  <a:lnTo>
                    <a:pt x="130454" y="341820"/>
                  </a:lnTo>
                  <a:lnTo>
                    <a:pt x="130759" y="348488"/>
                  </a:lnTo>
                  <a:lnTo>
                    <a:pt x="130835" y="350050"/>
                  </a:lnTo>
                  <a:lnTo>
                    <a:pt x="131127" y="351167"/>
                  </a:lnTo>
                  <a:lnTo>
                    <a:pt x="132372" y="353923"/>
                  </a:lnTo>
                  <a:lnTo>
                    <a:pt x="133845" y="354622"/>
                  </a:lnTo>
                  <a:lnTo>
                    <a:pt x="137096" y="354761"/>
                  </a:lnTo>
                  <a:lnTo>
                    <a:pt x="138607" y="353580"/>
                  </a:lnTo>
                  <a:lnTo>
                    <a:pt x="139039" y="351370"/>
                  </a:lnTo>
                  <a:lnTo>
                    <a:pt x="138950" y="350405"/>
                  </a:lnTo>
                  <a:lnTo>
                    <a:pt x="140868" y="343141"/>
                  </a:lnTo>
                  <a:close/>
                </a:path>
                <a:path w="351789" h="627379">
                  <a:moveTo>
                    <a:pt x="146824" y="83083"/>
                  </a:moveTo>
                  <a:lnTo>
                    <a:pt x="141338" y="83083"/>
                  </a:lnTo>
                  <a:lnTo>
                    <a:pt x="141338" y="87680"/>
                  </a:lnTo>
                  <a:lnTo>
                    <a:pt x="144081" y="87680"/>
                  </a:lnTo>
                  <a:lnTo>
                    <a:pt x="146824" y="87680"/>
                  </a:lnTo>
                  <a:lnTo>
                    <a:pt x="146824" y="83083"/>
                  </a:lnTo>
                  <a:close/>
                </a:path>
                <a:path w="351789" h="627379">
                  <a:moveTo>
                    <a:pt x="150545" y="66522"/>
                  </a:moveTo>
                  <a:lnTo>
                    <a:pt x="147955" y="58280"/>
                  </a:lnTo>
                  <a:lnTo>
                    <a:pt x="134924" y="63830"/>
                  </a:lnTo>
                  <a:lnTo>
                    <a:pt x="139433" y="74142"/>
                  </a:lnTo>
                  <a:lnTo>
                    <a:pt x="145021" y="70307"/>
                  </a:lnTo>
                  <a:lnTo>
                    <a:pt x="150545" y="66522"/>
                  </a:lnTo>
                  <a:close/>
                </a:path>
                <a:path w="351789" h="627379">
                  <a:moveTo>
                    <a:pt x="152349" y="151244"/>
                  </a:moveTo>
                  <a:lnTo>
                    <a:pt x="149301" y="146380"/>
                  </a:lnTo>
                  <a:lnTo>
                    <a:pt x="147929" y="145288"/>
                  </a:lnTo>
                  <a:lnTo>
                    <a:pt x="141744" y="144272"/>
                  </a:lnTo>
                  <a:lnTo>
                    <a:pt x="137388" y="148971"/>
                  </a:lnTo>
                  <a:lnTo>
                    <a:pt x="136804" y="155663"/>
                  </a:lnTo>
                  <a:lnTo>
                    <a:pt x="141947" y="160616"/>
                  </a:lnTo>
                  <a:lnTo>
                    <a:pt x="143535" y="161150"/>
                  </a:lnTo>
                  <a:lnTo>
                    <a:pt x="149009" y="160756"/>
                  </a:lnTo>
                  <a:lnTo>
                    <a:pt x="152095" y="156743"/>
                  </a:lnTo>
                  <a:lnTo>
                    <a:pt x="152349" y="151244"/>
                  </a:lnTo>
                  <a:close/>
                </a:path>
                <a:path w="351789" h="627379">
                  <a:moveTo>
                    <a:pt x="152615" y="264706"/>
                  </a:moveTo>
                  <a:lnTo>
                    <a:pt x="147675" y="264706"/>
                  </a:lnTo>
                  <a:lnTo>
                    <a:pt x="147675" y="268846"/>
                  </a:lnTo>
                  <a:lnTo>
                    <a:pt x="150152" y="268846"/>
                  </a:lnTo>
                  <a:lnTo>
                    <a:pt x="152615" y="268846"/>
                  </a:lnTo>
                  <a:lnTo>
                    <a:pt x="152615" y="264706"/>
                  </a:lnTo>
                  <a:close/>
                </a:path>
                <a:path w="351789" h="627379">
                  <a:moveTo>
                    <a:pt x="154660" y="469633"/>
                  </a:moveTo>
                  <a:lnTo>
                    <a:pt x="139573" y="469633"/>
                  </a:lnTo>
                  <a:lnTo>
                    <a:pt x="139560" y="482269"/>
                  </a:lnTo>
                  <a:lnTo>
                    <a:pt x="147116" y="482269"/>
                  </a:lnTo>
                  <a:lnTo>
                    <a:pt x="154660" y="482269"/>
                  </a:lnTo>
                  <a:lnTo>
                    <a:pt x="154660" y="469633"/>
                  </a:lnTo>
                  <a:close/>
                </a:path>
                <a:path w="351789" h="627379">
                  <a:moveTo>
                    <a:pt x="155956" y="569823"/>
                  </a:moveTo>
                  <a:lnTo>
                    <a:pt x="151993" y="565594"/>
                  </a:lnTo>
                  <a:lnTo>
                    <a:pt x="148031" y="567334"/>
                  </a:lnTo>
                  <a:lnTo>
                    <a:pt x="148031" y="574128"/>
                  </a:lnTo>
                  <a:lnTo>
                    <a:pt x="151993" y="575868"/>
                  </a:lnTo>
                  <a:lnTo>
                    <a:pt x="154228" y="573493"/>
                  </a:lnTo>
                  <a:lnTo>
                    <a:pt x="155956" y="571639"/>
                  </a:lnTo>
                  <a:lnTo>
                    <a:pt x="155956" y="569823"/>
                  </a:lnTo>
                  <a:close/>
                </a:path>
                <a:path w="351789" h="627379">
                  <a:moveTo>
                    <a:pt x="157200" y="416280"/>
                  </a:moveTo>
                  <a:lnTo>
                    <a:pt x="152323" y="409867"/>
                  </a:lnTo>
                  <a:lnTo>
                    <a:pt x="148628" y="408089"/>
                  </a:lnTo>
                  <a:lnTo>
                    <a:pt x="145072" y="410006"/>
                  </a:lnTo>
                  <a:lnTo>
                    <a:pt x="143281" y="413842"/>
                  </a:lnTo>
                  <a:lnTo>
                    <a:pt x="144945" y="417830"/>
                  </a:lnTo>
                  <a:lnTo>
                    <a:pt x="150888" y="423087"/>
                  </a:lnTo>
                  <a:lnTo>
                    <a:pt x="157200" y="416280"/>
                  </a:lnTo>
                  <a:close/>
                </a:path>
                <a:path w="351789" h="627379">
                  <a:moveTo>
                    <a:pt x="161086" y="306146"/>
                  </a:moveTo>
                  <a:lnTo>
                    <a:pt x="157581" y="302374"/>
                  </a:lnTo>
                  <a:lnTo>
                    <a:pt x="154381" y="304253"/>
                  </a:lnTo>
                  <a:lnTo>
                    <a:pt x="147751" y="308152"/>
                  </a:lnTo>
                  <a:lnTo>
                    <a:pt x="155702" y="316801"/>
                  </a:lnTo>
                  <a:lnTo>
                    <a:pt x="161086" y="306146"/>
                  </a:lnTo>
                  <a:close/>
                </a:path>
                <a:path w="351789" h="627379">
                  <a:moveTo>
                    <a:pt x="164731" y="360222"/>
                  </a:moveTo>
                  <a:lnTo>
                    <a:pt x="153746" y="360222"/>
                  </a:lnTo>
                  <a:lnTo>
                    <a:pt x="153746" y="369417"/>
                  </a:lnTo>
                  <a:lnTo>
                    <a:pt x="159232" y="369417"/>
                  </a:lnTo>
                  <a:lnTo>
                    <a:pt x="164719" y="369417"/>
                  </a:lnTo>
                  <a:lnTo>
                    <a:pt x="164731" y="360222"/>
                  </a:lnTo>
                  <a:close/>
                </a:path>
                <a:path w="351789" h="627379">
                  <a:moveTo>
                    <a:pt x="166789" y="159092"/>
                  </a:moveTo>
                  <a:lnTo>
                    <a:pt x="157759" y="159092"/>
                  </a:lnTo>
                  <a:lnTo>
                    <a:pt x="160426" y="163347"/>
                  </a:lnTo>
                  <a:lnTo>
                    <a:pt x="161721" y="165392"/>
                  </a:lnTo>
                  <a:lnTo>
                    <a:pt x="162814" y="165392"/>
                  </a:lnTo>
                  <a:lnTo>
                    <a:pt x="166789" y="159092"/>
                  </a:lnTo>
                  <a:close/>
                </a:path>
                <a:path w="351789" h="627379">
                  <a:moveTo>
                    <a:pt x="167627" y="227596"/>
                  </a:moveTo>
                  <a:lnTo>
                    <a:pt x="159943" y="227596"/>
                  </a:lnTo>
                  <a:lnTo>
                    <a:pt x="159943" y="234035"/>
                  </a:lnTo>
                  <a:lnTo>
                    <a:pt x="163779" y="234035"/>
                  </a:lnTo>
                  <a:lnTo>
                    <a:pt x="167627" y="234035"/>
                  </a:lnTo>
                  <a:lnTo>
                    <a:pt x="167627" y="227596"/>
                  </a:lnTo>
                  <a:close/>
                </a:path>
                <a:path w="351789" h="627379">
                  <a:moveTo>
                    <a:pt x="168071" y="126161"/>
                  </a:moveTo>
                  <a:lnTo>
                    <a:pt x="162344" y="119976"/>
                  </a:lnTo>
                  <a:lnTo>
                    <a:pt x="154203" y="128752"/>
                  </a:lnTo>
                  <a:lnTo>
                    <a:pt x="159931" y="134937"/>
                  </a:lnTo>
                  <a:lnTo>
                    <a:pt x="163614" y="130949"/>
                  </a:lnTo>
                  <a:lnTo>
                    <a:pt x="168071" y="126161"/>
                  </a:lnTo>
                  <a:close/>
                </a:path>
                <a:path w="351789" h="627379">
                  <a:moveTo>
                    <a:pt x="176187" y="193205"/>
                  </a:moveTo>
                  <a:lnTo>
                    <a:pt x="164109" y="190576"/>
                  </a:lnTo>
                  <a:lnTo>
                    <a:pt x="164071" y="202438"/>
                  </a:lnTo>
                  <a:lnTo>
                    <a:pt x="170980" y="200939"/>
                  </a:lnTo>
                  <a:lnTo>
                    <a:pt x="176187" y="199809"/>
                  </a:lnTo>
                  <a:lnTo>
                    <a:pt x="176187" y="193205"/>
                  </a:lnTo>
                  <a:close/>
                </a:path>
                <a:path w="351789" h="627379">
                  <a:moveTo>
                    <a:pt x="184023" y="403440"/>
                  </a:moveTo>
                  <a:lnTo>
                    <a:pt x="170840" y="403440"/>
                  </a:lnTo>
                  <a:lnTo>
                    <a:pt x="170827" y="414464"/>
                  </a:lnTo>
                  <a:lnTo>
                    <a:pt x="177419" y="414464"/>
                  </a:lnTo>
                  <a:lnTo>
                    <a:pt x="184010" y="414464"/>
                  </a:lnTo>
                  <a:lnTo>
                    <a:pt x="184023" y="403440"/>
                  </a:lnTo>
                  <a:close/>
                </a:path>
                <a:path w="351789" h="627379">
                  <a:moveTo>
                    <a:pt x="184975" y="555866"/>
                  </a:moveTo>
                  <a:lnTo>
                    <a:pt x="172910" y="555866"/>
                  </a:lnTo>
                  <a:lnTo>
                    <a:pt x="172897" y="565975"/>
                  </a:lnTo>
                  <a:lnTo>
                    <a:pt x="178930" y="565975"/>
                  </a:lnTo>
                  <a:lnTo>
                    <a:pt x="184962" y="565975"/>
                  </a:lnTo>
                  <a:lnTo>
                    <a:pt x="184975" y="555866"/>
                  </a:lnTo>
                  <a:close/>
                </a:path>
                <a:path w="351789" h="627379">
                  <a:moveTo>
                    <a:pt x="187325" y="519303"/>
                  </a:moveTo>
                  <a:lnTo>
                    <a:pt x="187045" y="518312"/>
                  </a:lnTo>
                  <a:lnTo>
                    <a:pt x="186918" y="517550"/>
                  </a:lnTo>
                  <a:lnTo>
                    <a:pt x="186867" y="517690"/>
                  </a:lnTo>
                  <a:lnTo>
                    <a:pt x="186143" y="515175"/>
                  </a:lnTo>
                  <a:lnTo>
                    <a:pt x="182549" y="512800"/>
                  </a:lnTo>
                  <a:lnTo>
                    <a:pt x="178104" y="514540"/>
                  </a:lnTo>
                  <a:lnTo>
                    <a:pt x="176403" y="516305"/>
                  </a:lnTo>
                  <a:lnTo>
                    <a:pt x="175691" y="518769"/>
                  </a:lnTo>
                  <a:lnTo>
                    <a:pt x="177342" y="523811"/>
                  </a:lnTo>
                  <a:lnTo>
                    <a:pt x="179222" y="525449"/>
                  </a:lnTo>
                  <a:lnTo>
                    <a:pt x="184937" y="525703"/>
                  </a:lnTo>
                  <a:lnTo>
                    <a:pt x="186143" y="524243"/>
                  </a:lnTo>
                  <a:lnTo>
                    <a:pt x="187159" y="523011"/>
                  </a:lnTo>
                  <a:lnTo>
                    <a:pt x="187198" y="519925"/>
                  </a:lnTo>
                  <a:lnTo>
                    <a:pt x="187325" y="519303"/>
                  </a:lnTo>
                  <a:close/>
                </a:path>
                <a:path w="351789" h="627379">
                  <a:moveTo>
                    <a:pt x="187464" y="286321"/>
                  </a:moveTo>
                  <a:lnTo>
                    <a:pt x="179501" y="286321"/>
                  </a:lnTo>
                  <a:lnTo>
                    <a:pt x="179501" y="292989"/>
                  </a:lnTo>
                  <a:lnTo>
                    <a:pt x="183476" y="292989"/>
                  </a:lnTo>
                  <a:lnTo>
                    <a:pt x="187464" y="292989"/>
                  </a:lnTo>
                  <a:lnTo>
                    <a:pt x="187464" y="286321"/>
                  </a:lnTo>
                  <a:close/>
                </a:path>
                <a:path w="351789" h="627379">
                  <a:moveTo>
                    <a:pt x="188976" y="258000"/>
                  </a:moveTo>
                  <a:lnTo>
                    <a:pt x="187109" y="255143"/>
                  </a:lnTo>
                  <a:lnTo>
                    <a:pt x="185978" y="254762"/>
                  </a:lnTo>
                  <a:lnTo>
                    <a:pt x="178828" y="254571"/>
                  </a:lnTo>
                  <a:lnTo>
                    <a:pt x="178816" y="262636"/>
                  </a:lnTo>
                  <a:lnTo>
                    <a:pt x="183476" y="262509"/>
                  </a:lnTo>
                  <a:lnTo>
                    <a:pt x="185940" y="262445"/>
                  </a:lnTo>
                  <a:lnTo>
                    <a:pt x="187096" y="262077"/>
                  </a:lnTo>
                  <a:lnTo>
                    <a:pt x="188976" y="259207"/>
                  </a:lnTo>
                  <a:lnTo>
                    <a:pt x="188976" y="258000"/>
                  </a:lnTo>
                  <a:close/>
                </a:path>
                <a:path w="351789" h="627379">
                  <a:moveTo>
                    <a:pt x="198793" y="463867"/>
                  </a:moveTo>
                  <a:lnTo>
                    <a:pt x="196735" y="456641"/>
                  </a:lnTo>
                  <a:lnTo>
                    <a:pt x="192265" y="457060"/>
                  </a:lnTo>
                  <a:lnTo>
                    <a:pt x="184175" y="459638"/>
                  </a:lnTo>
                  <a:lnTo>
                    <a:pt x="186791" y="469315"/>
                  </a:lnTo>
                  <a:lnTo>
                    <a:pt x="192138" y="467156"/>
                  </a:lnTo>
                  <a:lnTo>
                    <a:pt x="194576" y="466178"/>
                  </a:lnTo>
                  <a:lnTo>
                    <a:pt x="198793" y="463867"/>
                  </a:lnTo>
                  <a:close/>
                </a:path>
                <a:path w="351789" h="627379">
                  <a:moveTo>
                    <a:pt x="200812" y="324510"/>
                  </a:moveTo>
                  <a:lnTo>
                    <a:pt x="190385" y="324510"/>
                  </a:lnTo>
                  <a:lnTo>
                    <a:pt x="190385" y="333235"/>
                  </a:lnTo>
                  <a:lnTo>
                    <a:pt x="195605" y="333235"/>
                  </a:lnTo>
                  <a:lnTo>
                    <a:pt x="200812" y="333235"/>
                  </a:lnTo>
                  <a:lnTo>
                    <a:pt x="200812" y="324510"/>
                  </a:lnTo>
                  <a:close/>
                </a:path>
                <a:path w="351789" h="627379">
                  <a:moveTo>
                    <a:pt x="202336" y="223685"/>
                  </a:moveTo>
                  <a:lnTo>
                    <a:pt x="197688" y="218655"/>
                  </a:lnTo>
                  <a:lnTo>
                    <a:pt x="193027" y="221157"/>
                  </a:lnTo>
                  <a:lnTo>
                    <a:pt x="192087" y="221653"/>
                  </a:lnTo>
                  <a:lnTo>
                    <a:pt x="189230" y="226021"/>
                  </a:lnTo>
                  <a:lnTo>
                    <a:pt x="191211" y="230657"/>
                  </a:lnTo>
                  <a:lnTo>
                    <a:pt x="195503" y="232816"/>
                  </a:lnTo>
                  <a:lnTo>
                    <a:pt x="199555" y="229704"/>
                  </a:lnTo>
                  <a:lnTo>
                    <a:pt x="202336" y="223685"/>
                  </a:lnTo>
                  <a:close/>
                </a:path>
                <a:path w="351789" h="627379">
                  <a:moveTo>
                    <a:pt x="211010" y="492747"/>
                  </a:moveTo>
                  <a:lnTo>
                    <a:pt x="208864" y="487121"/>
                  </a:lnTo>
                  <a:lnTo>
                    <a:pt x="200533" y="487121"/>
                  </a:lnTo>
                  <a:lnTo>
                    <a:pt x="198386" y="492760"/>
                  </a:lnTo>
                  <a:lnTo>
                    <a:pt x="201307" y="495947"/>
                  </a:lnTo>
                  <a:lnTo>
                    <a:pt x="203466" y="498297"/>
                  </a:lnTo>
                  <a:lnTo>
                    <a:pt x="205917" y="498309"/>
                  </a:lnTo>
                  <a:lnTo>
                    <a:pt x="211010" y="492747"/>
                  </a:lnTo>
                  <a:close/>
                </a:path>
                <a:path w="351789" h="627379">
                  <a:moveTo>
                    <a:pt x="212572" y="298577"/>
                  </a:moveTo>
                  <a:lnTo>
                    <a:pt x="208940" y="298577"/>
                  </a:lnTo>
                  <a:lnTo>
                    <a:pt x="208940" y="301091"/>
                  </a:lnTo>
                  <a:lnTo>
                    <a:pt x="208940" y="303022"/>
                  </a:lnTo>
                  <a:lnTo>
                    <a:pt x="208978" y="303301"/>
                  </a:lnTo>
                  <a:lnTo>
                    <a:pt x="210223" y="305689"/>
                  </a:lnTo>
                  <a:lnTo>
                    <a:pt x="211277" y="305689"/>
                  </a:lnTo>
                  <a:lnTo>
                    <a:pt x="212534" y="303301"/>
                  </a:lnTo>
                  <a:lnTo>
                    <a:pt x="212572" y="303022"/>
                  </a:lnTo>
                  <a:lnTo>
                    <a:pt x="212572" y="298577"/>
                  </a:lnTo>
                  <a:close/>
                </a:path>
                <a:path w="351789" h="627379">
                  <a:moveTo>
                    <a:pt x="215696" y="271170"/>
                  </a:moveTo>
                  <a:lnTo>
                    <a:pt x="202806" y="271170"/>
                  </a:lnTo>
                  <a:lnTo>
                    <a:pt x="202793" y="281978"/>
                  </a:lnTo>
                  <a:lnTo>
                    <a:pt x="209245" y="281978"/>
                  </a:lnTo>
                  <a:lnTo>
                    <a:pt x="215684" y="281978"/>
                  </a:lnTo>
                  <a:lnTo>
                    <a:pt x="215696" y="271170"/>
                  </a:lnTo>
                  <a:close/>
                </a:path>
                <a:path w="351789" h="627379">
                  <a:moveTo>
                    <a:pt x="216065" y="377520"/>
                  </a:moveTo>
                  <a:lnTo>
                    <a:pt x="212902" y="370192"/>
                  </a:lnTo>
                  <a:lnTo>
                    <a:pt x="202742" y="371436"/>
                  </a:lnTo>
                  <a:lnTo>
                    <a:pt x="199021" y="375335"/>
                  </a:lnTo>
                  <a:lnTo>
                    <a:pt x="202323" y="387972"/>
                  </a:lnTo>
                  <a:lnTo>
                    <a:pt x="212458" y="388645"/>
                  </a:lnTo>
                  <a:lnTo>
                    <a:pt x="213753" y="381901"/>
                  </a:lnTo>
                  <a:lnTo>
                    <a:pt x="213855" y="381393"/>
                  </a:lnTo>
                  <a:lnTo>
                    <a:pt x="213956" y="381203"/>
                  </a:lnTo>
                  <a:lnTo>
                    <a:pt x="216065" y="377520"/>
                  </a:lnTo>
                  <a:close/>
                </a:path>
                <a:path w="351789" h="627379">
                  <a:moveTo>
                    <a:pt x="227977" y="247154"/>
                  </a:moveTo>
                  <a:lnTo>
                    <a:pt x="219430" y="243179"/>
                  </a:lnTo>
                  <a:lnTo>
                    <a:pt x="215823" y="243928"/>
                  </a:lnTo>
                  <a:lnTo>
                    <a:pt x="215061" y="247510"/>
                  </a:lnTo>
                  <a:lnTo>
                    <a:pt x="213702" y="253822"/>
                  </a:lnTo>
                  <a:lnTo>
                    <a:pt x="218160" y="258381"/>
                  </a:lnTo>
                  <a:lnTo>
                    <a:pt x="226644" y="254533"/>
                  </a:lnTo>
                  <a:lnTo>
                    <a:pt x="227977" y="247154"/>
                  </a:lnTo>
                  <a:close/>
                </a:path>
                <a:path w="351789" h="627379">
                  <a:moveTo>
                    <a:pt x="238442" y="468566"/>
                  </a:moveTo>
                  <a:lnTo>
                    <a:pt x="223901" y="468566"/>
                  </a:lnTo>
                  <a:lnTo>
                    <a:pt x="223888" y="480745"/>
                  </a:lnTo>
                  <a:lnTo>
                    <a:pt x="231165" y="480745"/>
                  </a:lnTo>
                  <a:lnTo>
                    <a:pt x="238429" y="480745"/>
                  </a:lnTo>
                  <a:lnTo>
                    <a:pt x="238442" y="468566"/>
                  </a:lnTo>
                  <a:close/>
                </a:path>
                <a:path w="351789" h="627379">
                  <a:moveTo>
                    <a:pt x="243433" y="314718"/>
                  </a:moveTo>
                  <a:lnTo>
                    <a:pt x="241363" y="309753"/>
                  </a:lnTo>
                  <a:lnTo>
                    <a:pt x="239636" y="308241"/>
                  </a:lnTo>
                  <a:lnTo>
                    <a:pt x="238010" y="307174"/>
                  </a:lnTo>
                  <a:lnTo>
                    <a:pt x="231241" y="303390"/>
                  </a:lnTo>
                  <a:lnTo>
                    <a:pt x="226301" y="308762"/>
                  </a:lnTo>
                  <a:lnTo>
                    <a:pt x="236740" y="321919"/>
                  </a:lnTo>
                  <a:lnTo>
                    <a:pt x="241198" y="319519"/>
                  </a:lnTo>
                  <a:lnTo>
                    <a:pt x="243433" y="314718"/>
                  </a:lnTo>
                  <a:close/>
                </a:path>
                <a:path w="351789" h="627379">
                  <a:moveTo>
                    <a:pt x="244767" y="506272"/>
                  </a:moveTo>
                  <a:lnTo>
                    <a:pt x="231305" y="506272"/>
                  </a:lnTo>
                  <a:lnTo>
                    <a:pt x="231292" y="517525"/>
                  </a:lnTo>
                  <a:lnTo>
                    <a:pt x="238036" y="517525"/>
                  </a:lnTo>
                  <a:lnTo>
                    <a:pt x="244754" y="517525"/>
                  </a:lnTo>
                  <a:lnTo>
                    <a:pt x="244767" y="506272"/>
                  </a:lnTo>
                  <a:close/>
                </a:path>
                <a:path w="351789" h="627379">
                  <a:moveTo>
                    <a:pt x="245643" y="549490"/>
                  </a:moveTo>
                  <a:lnTo>
                    <a:pt x="243751" y="543636"/>
                  </a:lnTo>
                  <a:lnTo>
                    <a:pt x="238036" y="540981"/>
                  </a:lnTo>
                  <a:lnTo>
                    <a:pt x="232321" y="543636"/>
                  </a:lnTo>
                  <a:lnTo>
                    <a:pt x="230416" y="549490"/>
                  </a:lnTo>
                  <a:lnTo>
                    <a:pt x="232308" y="555332"/>
                  </a:lnTo>
                  <a:lnTo>
                    <a:pt x="238036" y="557987"/>
                  </a:lnTo>
                  <a:lnTo>
                    <a:pt x="243738" y="555332"/>
                  </a:lnTo>
                  <a:lnTo>
                    <a:pt x="245643" y="549490"/>
                  </a:lnTo>
                  <a:close/>
                </a:path>
                <a:path w="351789" h="627379">
                  <a:moveTo>
                    <a:pt x="247510" y="417360"/>
                  </a:moveTo>
                  <a:lnTo>
                    <a:pt x="228574" y="417360"/>
                  </a:lnTo>
                  <a:lnTo>
                    <a:pt x="228549" y="433222"/>
                  </a:lnTo>
                  <a:lnTo>
                    <a:pt x="238036" y="433222"/>
                  </a:lnTo>
                  <a:lnTo>
                    <a:pt x="247497" y="433222"/>
                  </a:lnTo>
                  <a:lnTo>
                    <a:pt x="247510" y="417360"/>
                  </a:lnTo>
                  <a:close/>
                </a:path>
                <a:path w="351789" h="627379">
                  <a:moveTo>
                    <a:pt x="254647" y="589775"/>
                  </a:moveTo>
                  <a:lnTo>
                    <a:pt x="249161" y="583857"/>
                  </a:lnTo>
                  <a:lnTo>
                    <a:pt x="244703" y="587502"/>
                  </a:lnTo>
                  <a:lnTo>
                    <a:pt x="242468" y="591680"/>
                  </a:lnTo>
                  <a:lnTo>
                    <a:pt x="243903" y="595452"/>
                  </a:lnTo>
                  <a:lnTo>
                    <a:pt x="247383" y="597014"/>
                  </a:lnTo>
                  <a:lnTo>
                    <a:pt x="251256" y="594588"/>
                  </a:lnTo>
                  <a:lnTo>
                    <a:pt x="254647" y="589775"/>
                  </a:lnTo>
                  <a:close/>
                </a:path>
                <a:path w="351789" h="627379">
                  <a:moveTo>
                    <a:pt x="258216" y="444995"/>
                  </a:moveTo>
                  <a:lnTo>
                    <a:pt x="252844" y="443522"/>
                  </a:lnTo>
                  <a:lnTo>
                    <a:pt x="251587" y="447217"/>
                  </a:lnTo>
                  <a:lnTo>
                    <a:pt x="250736" y="449719"/>
                  </a:lnTo>
                  <a:lnTo>
                    <a:pt x="250037" y="451015"/>
                  </a:lnTo>
                  <a:lnTo>
                    <a:pt x="251447" y="454710"/>
                  </a:lnTo>
                  <a:lnTo>
                    <a:pt x="252628" y="455472"/>
                  </a:lnTo>
                  <a:lnTo>
                    <a:pt x="256159" y="453237"/>
                  </a:lnTo>
                  <a:lnTo>
                    <a:pt x="256336" y="451700"/>
                  </a:lnTo>
                  <a:lnTo>
                    <a:pt x="258216" y="444995"/>
                  </a:lnTo>
                  <a:close/>
                </a:path>
                <a:path w="351789" h="627379">
                  <a:moveTo>
                    <a:pt x="267309" y="434505"/>
                  </a:moveTo>
                  <a:lnTo>
                    <a:pt x="266852" y="428853"/>
                  </a:lnTo>
                  <a:lnTo>
                    <a:pt x="263613" y="426986"/>
                  </a:lnTo>
                  <a:lnTo>
                    <a:pt x="259308" y="431622"/>
                  </a:lnTo>
                  <a:lnTo>
                    <a:pt x="261035" y="435140"/>
                  </a:lnTo>
                  <a:lnTo>
                    <a:pt x="263791" y="435394"/>
                  </a:lnTo>
                  <a:lnTo>
                    <a:pt x="266280" y="435622"/>
                  </a:lnTo>
                  <a:lnTo>
                    <a:pt x="267309" y="434505"/>
                  </a:lnTo>
                  <a:close/>
                </a:path>
                <a:path w="351789" h="627379">
                  <a:moveTo>
                    <a:pt x="274891" y="482257"/>
                  </a:moveTo>
                  <a:lnTo>
                    <a:pt x="271576" y="478675"/>
                  </a:lnTo>
                  <a:lnTo>
                    <a:pt x="267855" y="480453"/>
                  </a:lnTo>
                  <a:lnTo>
                    <a:pt x="264718" y="481939"/>
                  </a:lnTo>
                  <a:lnTo>
                    <a:pt x="264337" y="485279"/>
                  </a:lnTo>
                  <a:lnTo>
                    <a:pt x="265722" y="488022"/>
                  </a:lnTo>
                  <a:lnTo>
                    <a:pt x="266217" y="488569"/>
                  </a:lnTo>
                  <a:lnTo>
                    <a:pt x="268782" y="490067"/>
                  </a:lnTo>
                  <a:lnTo>
                    <a:pt x="271856" y="489661"/>
                  </a:lnTo>
                  <a:lnTo>
                    <a:pt x="274891" y="482257"/>
                  </a:lnTo>
                  <a:close/>
                </a:path>
                <a:path w="351789" h="627379">
                  <a:moveTo>
                    <a:pt x="282092" y="579894"/>
                  </a:moveTo>
                  <a:lnTo>
                    <a:pt x="272770" y="579894"/>
                  </a:lnTo>
                  <a:lnTo>
                    <a:pt x="272757" y="587717"/>
                  </a:lnTo>
                  <a:lnTo>
                    <a:pt x="277431" y="587717"/>
                  </a:lnTo>
                  <a:lnTo>
                    <a:pt x="282092" y="587717"/>
                  </a:lnTo>
                  <a:lnTo>
                    <a:pt x="282092" y="579894"/>
                  </a:lnTo>
                  <a:close/>
                </a:path>
                <a:path w="351789" h="627379">
                  <a:moveTo>
                    <a:pt x="282854" y="467144"/>
                  </a:moveTo>
                  <a:lnTo>
                    <a:pt x="280327" y="462635"/>
                  </a:lnTo>
                  <a:lnTo>
                    <a:pt x="274027" y="461733"/>
                  </a:lnTo>
                  <a:lnTo>
                    <a:pt x="271818" y="464134"/>
                  </a:lnTo>
                  <a:lnTo>
                    <a:pt x="272072" y="466140"/>
                  </a:lnTo>
                  <a:lnTo>
                    <a:pt x="272656" y="470903"/>
                  </a:lnTo>
                  <a:lnTo>
                    <a:pt x="276821" y="473646"/>
                  </a:lnTo>
                  <a:lnTo>
                    <a:pt x="282854" y="467144"/>
                  </a:lnTo>
                  <a:close/>
                </a:path>
                <a:path w="351789" h="627379">
                  <a:moveTo>
                    <a:pt x="308114" y="616000"/>
                  </a:moveTo>
                  <a:lnTo>
                    <a:pt x="295236" y="616000"/>
                  </a:lnTo>
                  <a:lnTo>
                    <a:pt x="295224" y="626795"/>
                  </a:lnTo>
                  <a:lnTo>
                    <a:pt x="301675" y="626795"/>
                  </a:lnTo>
                  <a:lnTo>
                    <a:pt x="308114" y="626795"/>
                  </a:lnTo>
                  <a:lnTo>
                    <a:pt x="308114" y="616000"/>
                  </a:lnTo>
                  <a:close/>
                </a:path>
                <a:path w="351789" h="627379">
                  <a:moveTo>
                    <a:pt x="317754" y="499872"/>
                  </a:moveTo>
                  <a:lnTo>
                    <a:pt x="300748" y="499872"/>
                  </a:lnTo>
                  <a:lnTo>
                    <a:pt x="300736" y="514121"/>
                  </a:lnTo>
                  <a:lnTo>
                    <a:pt x="309245" y="514121"/>
                  </a:lnTo>
                  <a:lnTo>
                    <a:pt x="317754" y="514121"/>
                  </a:lnTo>
                  <a:lnTo>
                    <a:pt x="317754" y="499872"/>
                  </a:lnTo>
                  <a:close/>
                </a:path>
                <a:path w="351789" h="627379">
                  <a:moveTo>
                    <a:pt x="339699" y="606564"/>
                  </a:moveTo>
                  <a:lnTo>
                    <a:pt x="339407" y="606564"/>
                  </a:lnTo>
                  <a:lnTo>
                    <a:pt x="339407" y="606806"/>
                  </a:lnTo>
                  <a:lnTo>
                    <a:pt x="339547" y="606806"/>
                  </a:lnTo>
                  <a:lnTo>
                    <a:pt x="339699" y="606806"/>
                  </a:lnTo>
                  <a:lnTo>
                    <a:pt x="339699" y="606564"/>
                  </a:lnTo>
                  <a:close/>
                </a:path>
                <a:path w="351789" h="627379">
                  <a:moveTo>
                    <a:pt x="351256" y="614832"/>
                  </a:moveTo>
                  <a:lnTo>
                    <a:pt x="347281" y="618299"/>
                  </a:lnTo>
                  <a:lnTo>
                    <a:pt x="346075" y="619353"/>
                  </a:lnTo>
                  <a:lnTo>
                    <a:pt x="346075" y="620153"/>
                  </a:lnTo>
                  <a:lnTo>
                    <a:pt x="351243" y="624687"/>
                  </a:lnTo>
                  <a:lnTo>
                    <a:pt x="351256" y="614832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742021" y="3631723"/>
              <a:ext cx="396875" cy="663575"/>
            </a:xfrm>
            <a:custGeom>
              <a:avLst/>
              <a:gdLst/>
              <a:ahLst/>
              <a:cxnLst/>
              <a:rect l="l" t="t" r="r" b="b"/>
              <a:pathLst>
                <a:path w="396875" h="663575">
                  <a:moveTo>
                    <a:pt x="4533" y="661949"/>
                  </a:moveTo>
                  <a:lnTo>
                    <a:pt x="3708" y="661898"/>
                  </a:lnTo>
                  <a:lnTo>
                    <a:pt x="2692" y="661746"/>
                  </a:lnTo>
                  <a:lnTo>
                    <a:pt x="1689" y="661784"/>
                  </a:lnTo>
                  <a:lnTo>
                    <a:pt x="685" y="662012"/>
                  </a:lnTo>
                  <a:lnTo>
                    <a:pt x="0" y="662101"/>
                  </a:lnTo>
                  <a:lnTo>
                    <a:pt x="0" y="663067"/>
                  </a:lnTo>
                  <a:lnTo>
                    <a:pt x="685" y="663168"/>
                  </a:lnTo>
                  <a:lnTo>
                    <a:pt x="1689" y="663397"/>
                  </a:lnTo>
                  <a:lnTo>
                    <a:pt x="2692" y="663435"/>
                  </a:lnTo>
                  <a:lnTo>
                    <a:pt x="3708" y="663282"/>
                  </a:lnTo>
                  <a:lnTo>
                    <a:pt x="4533" y="663244"/>
                  </a:lnTo>
                  <a:lnTo>
                    <a:pt x="4533" y="661949"/>
                  </a:lnTo>
                  <a:close/>
                </a:path>
                <a:path w="396875" h="663575">
                  <a:moveTo>
                    <a:pt x="24917" y="659701"/>
                  </a:moveTo>
                  <a:lnTo>
                    <a:pt x="21907" y="659701"/>
                  </a:lnTo>
                  <a:lnTo>
                    <a:pt x="21907" y="662216"/>
                  </a:lnTo>
                  <a:lnTo>
                    <a:pt x="23406" y="662216"/>
                  </a:lnTo>
                  <a:lnTo>
                    <a:pt x="24917" y="662216"/>
                  </a:lnTo>
                  <a:lnTo>
                    <a:pt x="24917" y="659701"/>
                  </a:lnTo>
                  <a:close/>
                </a:path>
                <a:path w="396875" h="663575">
                  <a:moveTo>
                    <a:pt x="50253" y="617029"/>
                  </a:moveTo>
                  <a:lnTo>
                    <a:pt x="39001" y="617029"/>
                  </a:lnTo>
                  <a:lnTo>
                    <a:pt x="38989" y="626452"/>
                  </a:lnTo>
                  <a:lnTo>
                    <a:pt x="44627" y="626452"/>
                  </a:lnTo>
                  <a:lnTo>
                    <a:pt x="50253" y="626452"/>
                  </a:lnTo>
                  <a:lnTo>
                    <a:pt x="50253" y="617029"/>
                  </a:lnTo>
                  <a:close/>
                </a:path>
                <a:path w="396875" h="663575">
                  <a:moveTo>
                    <a:pt x="51168" y="535990"/>
                  </a:moveTo>
                  <a:lnTo>
                    <a:pt x="39598" y="535990"/>
                  </a:lnTo>
                  <a:lnTo>
                    <a:pt x="39598" y="545693"/>
                  </a:lnTo>
                  <a:lnTo>
                    <a:pt x="45377" y="545693"/>
                  </a:lnTo>
                  <a:lnTo>
                    <a:pt x="51168" y="545693"/>
                  </a:lnTo>
                  <a:lnTo>
                    <a:pt x="51168" y="535990"/>
                  </a:lnTo>
                  <a:close/>
                </a:path>
                <a:path w="396875" h="663575">
                  <a:moveTo>
                    <a:pt x="56045" y="591388"/>
                  </a:moveTo>
                  <a:lnTo>
                    <a:pt x="52844" y="589051"/>
                  </a:lnTo>
                  <a:lnTo>
                    <a:pt x="51447" y="589216"/>
                  </a:lnTo>
                  <a:lnTo>
                    <a:pt x="45466" y="589216"/>
                  </a:lnTo>
                  <a:lnTo>
                    <a:pt x="45466" y="595426"/>
                  </a:lnTo>
                  <a:lnTo>
                    <a:pt x="49174" y="595426"/>
                  </a:lnTo>
                  <a:lnTo>
                    <a:pt x="51473" y="595426"/>
                  </a:lnTo>
                  <a:lnTo>
                    <a:pt x="52844" y="595591"/>
                  </a:lnTo>
                  <a:lnTo>
                    <a:pt x="56045" y="593255"/>
                  </a:lnTo>
                  <a:lnTo>
                    <a:pt x="56045" y="591388"/>
                  </a:lnTo>
                  <a:close/>
                </a:path>
                <a:path w="396875" h="663575">
                  <a:moveTo>
                    <a:pt x="83134" y="537718"/>
                  </a:moveTo>
                  <a:lnTo>
                    <a:pt x="78778" y="536816"/>
                  </a:lnTo>
                  <a:lnTo>
                    <a:pt x="75488" y="536117"/>
                  </a:lnTo>
                  <a:lnTo>
                    <a:pt x="73253" y="540880"/>
                  </a:lnTo>
                  <a:lnTo>
                    <a:pt x="80391" y="545477"/>
                  </a:lnTo>
                  <a:lnTo>
                    <a:pt x="83134" y="537718"/>
                  </a:lnTo>
                  <a:close/>
                </a:path>
                <a:path w="396875" h="663575">
                  <a:moveTo>
                    <a:pt x="86766" y="497243"/>
                  </a:moveTo>
                  <a:lnTo>
                    <a:pt x="78257" y="497243"/>
                  </a:lnTo>
                  <a:lnTo>
                    <a:pt x="78244" y="504367"/>
                  </a:lnTo>
                  <a:lnTo>
                    <a:pt x="82511" y="504367"/>
                  </a:lnTo>
                  <a:lnTo>
                    <a:pt x="86753" y="504367"/>
                  </a:lnTo>
                  <a:lnTo>
                    <a:pt x="86766" y="497243"/>
                  </a:lnTo>
                  <a:close/>
                </a:path>
                <a:path w="396875" h="663575">
                  <a:moveTo>
                    <a:pt x="87452" y="574408"/>
                  </a:moveTo>
                  <a:lnTo>
                    <a:pt x="81407" y="573608"/>
                  </a:lnTo>
                  <a:lnTo>
                    <a:pt x="81495" y="577621"/>
                  </a:lnTo>
                  <a:lnTo>
                    <a:pt x="81559" y="580478"/>
                  </a:lnTo>
                  <a:lnTo>
                    <a:pt x="83108" y="583018"/>
                  </a:lnTo>
                  <a:lnTo>
                    <a:pt x="86702" y="582155"/>
                  </a:lnTo>
                  <a:lnTo>
                    <a:pt x="87274" y="581139"/>
                  </a:lnTo>
                  <a:lnTo>
                    <a:pt x="86817" y="579805"/>
                  </a:lnTo>
                  <a:lnTo>
                    <a:pt x="86372" y="578967"/>
                  </a:lnTo>
                  <a:lnTo>
                    <a:pt x="87452" y="574408"/>
                  </a:lnTo>
                  <a:close/>
                </a:path>
                <a:path w="396875" h="663575">
                  <a:moveTo>
                    <a:pt x="91173" y="628459"/>
                  </a:moveTo>
                  <a:lnTo>
                    <a:pt x="79921" y="628459"/>
                  </a:lnTo>
                  <a:lnTo>
                    <a:pt x="79908" y="637882"/>
                  </a:lnTo>
                  <a:lnTo>
                    <a:pt x="85534" y="637882"/>
                  </a:lnTo>
                  <a:lnTo>
                    <a:pt x="91160" y="637882"/>
                  </a:lnTo>
                  <a:lnTo>
                    <a:pt x="91173" y="628459"/>
                  </a:lnTo>
                  <a:close/>
                </a:path>
                <a:path w="396875" h="663575">
                  <a:moveTo>
                    <a:pt x="92976" y="648157"/>
                  </a:moveTo>
                  <a:lnTo>
                    <a:pt x="92811" y="646811"/>
                  </a:lnTo>
                  <a:lnTo>
                    <a:pt x="90182" y="646391"/>
                  </a:lnTo>
                  <a:lnTo>
                    <a:pt x="88798" y="646531"/>
                  </a:lnTo>
                  <a:lnTo>
                    <a:pt x="82651" y="647306"/>
                  </a:lnTo>
                  <a:lnTo>
                    <a:pt x="84912" y="654062"/>
                  </a:lnTo>
                  <a:lnTo>
                    <a:pt x="88341" y="651903"/>
                  </a:lnTo>
                  <a:lnTo>
                    <a:pt x="89890" y="650925"/>
                  </a:lnTo>
                  <a:lnTo>
                    <a:pt x="91186" y="650138"/>
                  </a:lnTo>
                  <a:lnTo>
                    <a:pt x="92976" y="648157"/>
                  </a:lnTo>
                  <a:close/>
                </a:path>
                <a:path w="396875" h="663575">
                  <a:moveTo>
                    <a:pt x="101727" y="599579"/>
                  </a:moveTo>
                  <a:lnTo>
                    <a:pt x="95478" y="592836"/>
                  </a:lnTo>
                  <a:lnTo>
                    <a:pt x="89357" y="598068"/>
                  </a:lnTo>
                  <a:lnTo>
                    <a:pt x="87642" y="602107"/>
                  </a:lnTo>
                  <a:lnTo>
                    <a:pt x="89484" y="606044"/>
                  </a:lnTo>
                  <a:lnTo>
                    <a:pt x="93141" y="608037"/>
                  </a:lnTo>
                  <a:lnTo>
                    <a:pt x="96875" y="606183"/>
                  </a:lnTo>
                  <a:lnTo>
                    <a:pt x="101727" y="599579"/>
                  </a:lnTo>
                  <a:close/>
                </a:path>
                <a:path w="396875" h="663575">
                  <a:moveTo>
                    <a:pt x="120637" y="547890"/>
                  </a:moveTo>
                  <a:lnTo>
                    <a:pt x="119519" y="542658"/>
                  </a:lnTo>
                  <a:lnTo>
                    <a:pt x="112166" y="542658"/>
                  </a:lnTo>
                  <a:lnTo>
                    <a:pt x="111023" y="547878"/>
                  </a:lnTo>
                  <a:lnTo>
                    <a:pt x="114007" y="549935"/>
                  </a:lnTo>
                  <a:lnTo>
                    <a:pt x="115328" y="550849"/>
                  </a:lnTo>
                  <a:lnTo>
                    <a:pt x="116344" y="550849"/>
                  </a:lnTo>
                  <a:lnTo>
                    <a:pt x="120637" y="547890"/>
                  </a:lnTo>
                  <a:close/>
                </a:path>
                <a:path w="396875" h="663575">
                  <a:moveTo>
                    <a:pt x="124968" y="506399"/>
                  </a:moveTo>
                  <a:lnTo>
                    <a:pt x="121310" y="502551"/>
                  </a:lnTo>
                  <a:lnTo>
                    <a:pt x="114490" y="504126"/>
                  </a:lnTo>
                  <a:lnTo>
                    <a:pt x="112382" y="507860"/>
                  </a:lnTo>
                  <a:lnTo>
                    <a:pt x="115049" y="515023"/>
                  </a:lnTo>
                  <a:lnTo>
                    <a:pt x="118630" y="515531"/>
                  </a:lnTo>
                  <a:lnTo>
                    <a:pt x="120624" y="512635"/>
                  </a:lnTo>
                  <a:lnTo>
                    <a:pt x="121297" y="511644"/>
                  </a:lnTo>
                  <a:lnTo>
                    <a:pt x="122085" y="510794"/>
                  </a:lnTo>
                  <a:lnTo>
                    <a:pt x="124968" y="506399"/>
                  </a:lnTo>
                  <a:close/>
                </a:path>
                <a:path w="396875" h="663575">
                  <a:moveTo>
                    <a:pt x="132765" y="580491"/>
                  </a:moveTo>
                  <a:lnTo>
                    <a:pt x="120142" y="580491"/>
                  </a:lnTo>
                  <a:lnTo>
                    <a:pt x="120129" y="591070"/>
                  </a:lnTo>
                  <a:lnTo>
                    <a:pt x="126453" y="591070"/>
                  </a:lnTo>
                  <a:lnTo>
                    <a:pt x="132753" y="591070"/>
                  </a:lnTo>
                  <a:lnTo>
                    <a:pt x="132765" y="580491"/>
                  </a:lnTo>
                  <a:close/>
                </a:path>
                <a:path w="396875" h="663575">
                  <a:moveTo>
                    <a:pt x="134073" y="651027"/>
                  </a:moveTo>
                  <a:lnTo>
                    <a:pt x="133692" y="649147"/>
                  </a:lnTo>
                  <a:lnTo>
                    <a:pt x="133705" y="648322"/>
                  </a:lnTo>
                  <a:lnTo>
                    <a:pt x="133692" y="647852"/>
                  </a:lnTo>
                  <a:lnTo>
                    <a:pt x="132880" y="646988"/>
                  </a:lnTo>
                  <a:lnTo>
                    <a:pt x="132257" y="646963"/>
                  </a:lnTo>
                  <a:lnTo>
                    <a:pt x="132016" y="646811"/>
                  </a:lnTo>
                  <a:lnTo>
                    <a:pt x="130962" y="646315"/>
                  </a:lnTo>
                  <a:lnTo>
                    <a:pt x="131279" y="645934"/>
                  </a:lnTo>
                  <a:lnTo>
                    <a:pt x="133146" y="643775"/>
                  </a:lnTo>
                  <a:lnTo>
                    <a:pt x="128905" y="639572"/>
                  </a:lnTo>
                  <a:lnTo>
                    <a:pt x="120307" y="646811"/>
                  </a:lnTo>
                  <a:lnTo>
                    <a:pt x="120218" y="647192"/>
                  </a:lnTo>
                  <a:lnTo>
                    <a:pt x="124815" y="655066"/>
                  </a:lnTo>
                  <a:lnTo>
                    <a:pt x="133159" y="653618"/>
                  </a:lnTo>
                  <a:lnTo>
                    <a:pt x="134073" y="651027"/>
                  </a:lnTo>
                  <a:close/>
                </a:path>
                <a:path w="396875" h="663575">
                  <a:moveTo>
                    <a:pt x="144538" y="557187"/>
                  </a:moveTo>
                  <a:lnTo>
                    <a:pt x="141833" y="556196"/>
                  </a:lnTo>
                  <a:lnTo>
                    <a:pt x="138036" y="556374"/>
                  </a:lnTo>
                  <a:lnTo>
                    <a:pt x="138023" y="559625"/>
                  </a:lnTo>
                  <a:lnTo>
                    <a:pt x="141833" y="559803"/>
                  </a:lnTo>
                  <a:lnTo>
                    <a:pt x="144538" y="558812"/>
                  </a:lnTo>
                  <a:lnTo>
                    <a:pt x="144538" y="557187"/>
                  </a:lnTo>
                  <a:close/>
                </a:path>
                <a:path w="396875" h="663575">
                  <a:moveTo>
                    <a:pt x="147675" y="613676"/>
                  </a:moveTo>
                  <a:lnTo>
                    <a:pt x="141439" y="611517"/>
                  </a:lnTo>
                  <a:lnTo>
                    <a:pt x="136817" y="612381"/>
                  </a:lnTo>
                  <a:lnTo>
                    <a:pt x="135267" y="616839"/>
                  </a:lnTo>
                  <a:lnTo>
                    <a:pt x="136804" y="621296"/>
                  </a:lnTo>
                  <a:lnTo>
                    <a:pt x="141439" y="622147"/>
                  </a:lnTo>
                  <a:lnTo>
                    <a:pt x="147612" y="620014"/>
                  </a:lnTo>
                  <a:lnTo>
                    <a:pt x="147675" y="613676"/>
                  </a:lnTo>
                  <a:close/>
                </a:path>
                <a:path w="396875" h="663575">
                  <a:moveTo>
                    <a:pt x="162191" y="515086"/>
                  </a:moveTo>
                  <a:lnTo>
                    <a:pt x="162140" y="500595"/>
                  </a:lnTo>
                  <a:lnTo>
                    <a:pt x="153581" y="499859"/>
                  </a:lnTo>
                  <a:lnTo>
                    <a:pt x="144538" y="499071"/>
                  </a:lnTo>
                  <a:lnTo>
                    <a:pt x="144576" y="513549"/>
                  </a:lnTo>
                  <a:lnTo>
                    <a:pt x="162191" y="515086"/>
                  </a:lnTo>
                  <a:close/>
                </a:path>
                <a:path w="396875" h="663575">
                  <a:moveTo>
                    <a:pt x="166624" y="332206"/>
                  </a:moveTo>
                  <a:lnTo>
                    <a:pt x="148412" y="332206"/>
                  </a:lnTo>
                  <a:lnTo>
                    <a:pt x="148399" y="347459"/>
                  </a:lnTo>
                  <a:lnTo>
                    <a:pt x="157518" y="347459"/>
                  </a:lnTo>
                  <a:lnTo>
                    <a:pt x="166611" y="347459"/>
                  </a:lnTo>
                  <a:lnTo>
                    <a:pt x="166624" y="332206"/>
                  </a:lnTo>
                  <a:close/>
                </a:path>
                <a:path w="396875" h="663575">
                  <a:moveTo>
                    <a:pt x="174485" y="319532"/>
                  </a:moveTo>
                  <a:lnTo>
                    <a:pt x="166293" y="319532"/>
                  </a:lnTo>
                  <a:lnTo>
                    <a:pt x="168554" y="323837"/>
                  </a:lnTo>
                  <a:lnTo>
                    <a:pt x="169697" y="326034"/>
                  </a:lnTo>
                  <a:lnTo>
                    <a:pt x="171069" y="326034"/>
                  </a:lnTo>
                  <a:lnTo>
                    <a:pt x="174485" y="319532"/>
                  </a:lnTo>
                  <a:close/>
                </a:path>
                <a:path w="396875" h="663575">
                  <a:moveTo>
                    <a:pt x="175882" y="288455"/>
                  </a:moveTo>
                  <a:lnTo>
                    <a:pt x="175044" y="286448"/>
                  </a:lnTo>
                  <a:lnTo>
                    <a:pt x="170700" y="285546"/>
                  </a:lnTo>
                  <a:lnTo>
                    <a:pt x="169291" y="287070"/>
                  </a:lnTo>
                  <a:lnTo>
                    <a:pt x="169646" y="289039"/>
                  </a:lnTo>
                  <a:lnTo>
                    <a:pt x="170129" y="291731"/>
                  </a:lnTo>
                  <a:lnTo>
                    <a:pt x="171996" y="292633"/>
                  </a:lnTo>
                  <a:lnTo>
                    <a:pt x="174625" y="291909"/>
                  </a:lnTo>
                  <a:lnTo>
                    <a:pt x="175209" y="291299"/>
                  </a:lnTo>
                  <a:lnTo>
                    <a:pt x="175882" y="288455"/>
                  </a:lnTo>
                  <a:close/>
                </a:path>
                <a:path w="396875" h="663575">
                  <a:moveTo>
                    <a:pt x="185242" y="556818"/>
                  </a:moveTo>
                  <a:lnTo>
                    <a:pt x="170700" y="556818"/>
                  </a:lnTo>
                  <a:lnTo>
                    <a:pt x="170688" y="568998"/>
                  </a:lnTo>
                  <a:lnTo>
                    <a:pt x="177965" y="568998"/>
                  </a:lnTo>
                  <a:lnTo>
                    <a:pt x="185229" y="568998"/>
                  </a:lnTo>
                  <a:lnTo>
                    <a:pt x="185242" y="556818"/>
                  </a:lnTo>
                  <a:close/>
                </a:path>
                <a:path w="396875" h="663575">
                  <a:moveTo>
                    <a:pt x="188137" y="649325"/>
                  </a:moveTo>
                  <a:lnTo>
                    <a:pt x="178155" y="642175"/>
                  </a:lnTo>
                  <a:lnTo>
                    <a:pt x="173685" y="651738"/>
                  </a:lnTo>
                  <a:lnTo>
                    <a:pt x="179793" y="654100"/>
                  </a:lnTo>
                  <a:lnTo>
                    <a:pt x="185889" y="656463"/>
                  </a:lnTo>
                  <a:lnTo>
                    <a:pt x="188137" y="649325"/>
                  </a:lnTo>
                  <a:close/>
                </a:path>
                <a:path w="396875" h="663575">
                  <a:moveTo>
                    <a:pt x="197904" y="91389"/>
                  </a:moveTo>
                  <a:lnTo>
                    <a:pt x="191363" y="91389"/>
                  </a:lnTo>
                  <a:lnTo>
                    <a:pt x="193167" y="94818"/>
                  </a:lnTo>
                  <a:lnTo>
                    <a:pt x="194157" y="96710"/>
                  </a:lnTo>
                  <a:lnTo>
                    <a:pt x="195110" y="96710"/>
                  </a:lnTo>
                  <a:lnTo>
                    <a:pt x="197904" y="91389"/>
                  </a:lnTo>
                  <a:close/>
                </a:path>
                <a:path w="396875" h="663575">
                  <a:moveTo>
                    <a:pt x="198475" y="610349"/>
                  </a:moveTo>
                  <a:lnTo>
                    <a:pt x="190792" y="610349"/>
                  </a:lnTo>
                  <a:lnTo>
                    <a:pt x="190792" y="616788"/>
                  </a:lnTo>
                  <a:lnTo>
                    <a:pt x="194640" y="616788"/>
                  </a:lnTo>
                  <a:lnTo>
                    <a:pt x="198475" y="616788"/>
                  </a:lnTo>
                  <a:lnTo>
                    <a:pt x="198475" y="610349"/>
                  </a:lnTo>
                  <a:close/>
                </a:path>
                <a:path w="396875" h="663575">
                  <a:moveTo>
                    <a:pt x="201231" y="630923"/>
                  </a:moveTo>
                  <a:lnTo>
                    <a:pt x="188048" y="630923"/>
                  </a:lnTo>
                  <a:lnTo>
                    <a:pt x="188036" y="641959"/>
                  </a:lnTo>
                  <a:lnTo>
                    <a:pt x="194640" y="641959"/>
                  </a:lnTo>
                  <a:lnTo>
                    <a:pt x="201218" y="641959"/>
                  </a:lnTo>
                  <a:lnTo>
                    <a:pt x="201231" y="630923"/>
                  </a:lnTo>
                  <a:close/>
                </a:path>
                <a:path w="396875" h="663575">
                  <a:moveTo>
                    <a:pt x="206692" y="96227"/>
                  </a:moveTo>
                  <a:lnTo>
                    <a:pt x="206413" y="95288"/>
                  </a:lnTo>
                  <a:lnTo>
                    <a:pt x="203276" y="92024"/>
                  </a:lnTo>
                  <a:lnTo>
                    <a:pt x="200482" y="95046"/>
                  </a:lnTo>
                  <a:lnTo>
                    <a:pt x="202298" y="97066"/>
                  </a:lnTo>
                  <a:lnTo>
                    <a:pt x="202552" y="97345"/>
                  </a:lnTo>
                  <a:lnTo>
                    <a:pt x="202780" y="97624"/>
                  </a:lnTo>
                  <a:lnTo>
                    <a:pt x="203504" y="98425"/>
                  </a:lnTo>
                  <a:lnTo>
                    <a:pt x="204368" y="98729"/>
                  </a:lnTo>
                  <a:lnTo>
                    <a:pt x="205917" y="98120"/>
                  </a:lnTo>
                  <a:lnTo>
                    <a:pt x="206121" y="97891"/>
                  </a:lnTo>
                  <a:lnTo>
                    <a:pt x="206692" y="96227"/>
                  </a:lnTo>
                  <a:close/>
                </a:path>
                <a:path w="396875" h="663575">
                  <a:moveTo>
                    <a:pt x="210807" y="527875"/>
                  </a:moveTo>
                  <a:lnTo>
                    <a:pt x="206895" y="521792"/>
                  </a:lnTo>
                  <a:lnTo>
                    <a:pt x="206895" y="530326"/>
                  </a:lnTo>
                  <a:lnTo>
                    <a:pt x="206794" y="530682"/>
                  </a:lnTo>
                  <a:lnTo>
                    <a:pt x="206375" y="531888"/>
                  </a:lnTo>
                  <a:lnTo>
                    <a:pt x="206895" y="530326"/>
                  </a:lnTo>
                  <a:lnTo>
                    <a:pt x="206895" y="521792"/>
                  </a:lnTo>
                  <a:lnTo>
                    <a:pt x="205257" y="519226"/>
                  </a:lnTo>
                  <a:lnTo>
                    <a:pt x="205130" y="519252"/>
                  </a:lnTo>
                  <a:lnTo>
                    <a:pt x="204609" y="518426"/>
                  </a:lnTo>
                  <a:lnTo>
                    <a:pt x="200685" y="516013"/>
                  </a:lnTo>
                  <a:lnTo>
                    <a:pt x="193865" y="518426"/>
                  </a:lnTo>
                  <a:lnTo>
                    <a:pt x="192087" y="519950"/>
                  </a:lnTo>
                  <a:lnTo>
                    <a:pt x="187477" y="527392"/>
                  </a:lnTo>
                  <a:lnTo>
                    <a:pt x="190157" y="536130"/>
                  </a:lnTo>
                  <a:lnTo>
                    <a:pt x="199783" y="537565"/>
                  </a:lnTo>
                  <a:lnTo>
                    <a:pt x="202603" y="536994"/>
                  </a:lnTo>
                  <a:lnTo>
                    <a:pt x="204127" y="535292"/>
                  </a:lnTo>
                  <a:lnTo>
                    <a:pt x="210807" y="527875"/>
                  </a:lnTo>
                  <a:close/>
                </a:path>
                <a:path w="396875" h="663575">
                  <a:moveTo>
                    <a:pt x="210985" y="478282"/>
                  </a:moveTo>
                  <a:lnTo>
                    <a:pt x="205003" y="476211"/>
                  </a:lnTo>
                  <a:lnTo>
                    <a:pt x="200660" y="477024"/>
                  </a:lnTo>
                  <a:lnTo>
                    <a:pt x="199212" y="481203"/>
                  </a:lnTo>
                  <a:lnTo>
                    <a:pt x="200647" y="485381"/>
                  </a:lnTo>
                  <a:lnTo>
                    <a:pt x="205003" y="486181"/>
                  </a:lnTo>
                  <a:lnTo>
                    <a:pt x="210921" y="484124"/>
                  </a:lnTo>
                  <a:lnTo>
                    <a:pt x="210985" y="478282"/>
                  </a:lnTo>
                  <a:close/>
                </a:path>
                <a:path w="396875" h="663575">
                  <a:moveTo>
                    <a:pt x="214731" y="76682"/>
                  </a:moveTo>
                  <a:lnTo>
                    <a:pt x="204851" y="76682"/>
                  </a:lnTo>
                  <a:lnTo>
                    <a:pt x="204838" y="84950"/>
                  </a:lnTo>
                  <a:lnTo>
                    <a:pt x="209791" y="84950"/>
                  </a:lnTo>
                  <a:lnTo>
                    <a:pt x="214718" y="84950"/>
                  </a:lnTo>
                  <a:lnTo>
                    <a:pt x="214731" y="76682"/>
                  </a:lnTo>
                  <a:close/>
                </a:path>
                <a:path w="396875" h="663575">
                  <a:moveTo>
                    <a:pt x="218668" y="556653"/>
                  </a:moveTo>
                  <a:lnTo>
                    <a:pt x="212750" y="553986"/>
                  </a:lnTo>
                  <a:lnTo>
                    <a:pt x="207860" y="554659"/>
                  </a:lnTo>
                  <a:lnTo>
                    <a:pt x="206222" y="559650"/>
                  </a:lnTo>
                  <a:lnTo>
                    <a:pt x="207848" y="564642"/>
                  </a:lnTo>
                  <a:lnTo>
                    <a:pt x="212750" y="565289"/>
                  </a:lnTo>
                  <a:lnTo>
                    <a:pt x="218668" y="562622"/>
                  </a:lnTo>
                  <a:lnTo>
                    <a:pt x="218668" y="556653"/>
                  </a:lnTo>
                  <a:close/>
                </a:path>
                <a:path w="396875" h="663575">
                  <a:moveTo>
                    <a:pt x="219570" y="495"/>
                  </a:moveTo>
                  <a:lnTo>
                    <a:pt x="219100" y="0"/>
                  </a:lnTo>
                  <a:lnTo>
                    <a:pt x="217525" y="787"/>
                  </a:lnTo>
                  <a:lnTo>
                    <a:pt x="216484" y="2628"/>
                  </a:lnTo>
                  <a:lnTo>
                    <a:pt x="217131" y="3327"/>
                  </a:lnTo>
                  <a:lnTo>
                    <a:pt x="218821" y="2235"/>
                  </a:lnTo>
                  <a:lnTo>
                    <a:pt x="219570" y="495"/>
                  </a:lnTo>
                  <a:close/>
                </a:path>
                <a:path w="396875" h="663575">
                  <a:moveTo>
                    <a:pt x="220383" y="18199"/>
                  </a:moveTo>
                  <a:lnTo>
                    <a:pt x="211328" y="18199"/>
                  </a:lnTo>
                  <a:lnTo>
                    <a:pt x="211315" y="25781"/>
                  </a:lnTo>
                  <a:lnTo>
                    <a:pt x="215849" y="25781"/>
                  </a:lnTo>
                  <a:lnTo>
                    <a:pt x="220370" y="25781"/>
                  </a:lnTo>
                  <a:lnTo>
                    <a:pt x="220383" y="18199"/>
                  </a:lnTo>
                  <a:close/>
                </a:path>
                <a:path w="396875" h="663575">
                  <a:moveTo>
                    <a:pt x="227799" y="603846"/>
                  </a:moveTo>
                  <a:lnTo>
                    <a:pt x="217716" y="593750"/>
                  </a:lnTo>
                  <a:lnTo>
                    <a:pt x="211112" y="600875"/>
                  </a:lnTo>
                  <a:lnTo>
                    <a:pt x="215417" y="605866"/>
                  </a:lnTo>
                  <a:lnTo>
                    <a:pt x="220484" y="611733"/>
                  </a:lnTo>
                  <a:lnTo>
                    <a:pt x="227799" y="603846"/>
                  </a:lnTo>
                  <a:close/>
                </a:path>
                <a:path w="396875" h="663575">
                  <a:moveTo>
                    <a:pt x="228384" y="53073"/>
                  </a:moveTo>
                  <a:lnTo>
                    <a:pt x="225310" y="51206"/>
                  </a:lnTo>
                  <a:lnTo>
                    <a:pt x="221386" y="51092"/>
                  </a:lnTo>
                  <a:lnTo>
                    <a:pt x="220078" y="54673"/>
                  </a:lnTo>
                  <a:lnTo>
                    <a:pt x="221386" y="58254"/>
                  </a:lnTo>
                  <a:lnTo>
                    <a:pt x="225310" y="58140"/>
                  </a:lnTo>
                  <a:lnTo>
                    <a:pt x="228384" y="56273"/>
                  </a:lnTo>
                  <a:lnTo>
                    <a:pt x="228384" y="53073"/>
                  </a:lnTo>
                  <a:close/>
                </a:path>
                <a:path w="396875" h="663575">
                  <a:moveTo>
                    <a:pt x="228981" y="461556"/>
                  </a:moveTo>
                  <a:lnTo>
                    <a:pt x="228371" y="459130"/>
                  </a:lnTo>
                  <a:lnTo>
                    <a:pt x="227291" y="454888"/>
                  </a:lnTo>
                  <a:lnTo>
                    <a:pt x="217792" y="453847"/>
                  </a:lnTo>
                  <a:lnTo>
                    <a:pt x="214515" y="458050"/>
                  </a:lnTo>
                  <a:lnTo>
                    <a:pt x="214985" y="464959"/>
                  </a:lnTo>
                  <a:lnTo>
                    <a:pt x="216547" y="468096"/>
                  </a:lnTo>
                  <a:lnTo>
                    <a:pt x="223710" y="469442"/>
                  </a:lnTo>
                  <a:lnTo>
                    <a:pt x="226364" y="466991"/>
                  </a:lnTo>
                  <a:lnTo>
                    <a:pt x="226555" y="465404"/>
                  </a:lnTo>
                  <a:lnTo>
                    <a:pt x="226834" y="463245"/>
                  </a:lnTo>
                  <a:lnTo>
                    <a:pt x="228981" y="461556"/>
                  </a:lnTo>
                  <a:close/>
                </a:path>
                <a:path w="396875" h="663575">
                  <a:moveTo>
                    <a:pt x="231825" y="34366"/>
                  </a:moveTo>
                  <a:lnTo>
                    <a:pt x="230174" y="34366"/>
                  </a:lnTo>
                  <a:lnTo>
                    <a:pt x="230174" y="35750"/>
                  </a:lnTo>
                  <a:lnTo>
                    <a:pt x="231000" y="35750"/>
                  </a:lnTo>
                  <a:lnTo>
                    <a:pt x="231825" y="35750"/>
                  </a:lnTo>
                  <a:lnTo>
                    <a:pt x="231825" y="34366"/>
                  </a:lnTo>
                  <a:close/>
                </a:path>
                <a:path w="396875" h="663575">
                  <a:moveTo>
                    <a:pt x="259638" y="651344"/>
                  </a:moveTo>
                  <a:lnTo>
                    <a:pt x="255320" y="646188"/>
                  </a:lnTo>
                  <a:lnTo>
                    <a:pt x="251853" y="648068"/>
                  </a:lnTo>
                  <a:lnTo>
                    <a:pt x="249161" y="649516"/>
                  </a:lnTo>
                  <a:lnTo>
                    <a:pt x="249059" y="652830"/>
                  </a:lnTo>
                  <a:lnTo>
                    <a:pt x="252056" y="656221"/>
                  </a:lnTo>
                  <a:lnTo>
                    <a:pt x="254419" y="656386"/>
                  </a:lnTo>
                  <a:lnTo>
                    <a:pt x="255524" y="654951"/>
                  </a:lnTo>
                  <a:lnTo>
                    <a:pt x="255701" y="654646"/>
                  </a:lnTo>
                  <a:lnTo>
                    <a:pt x="255943" y="654392"/>
                  </a:lnTo>
                  <a:lnTo>
                    <a:pt x="256235" y="654202"/>
                  </a:lnTo>
                  <a:lnTo>
                    <a:pt x="259638" y="651344"/>
                  </a:lnTo>
                  <a:close/>
                </a:path>
                <a:path w="396875" h="663575">
                  <a:moveTo>
                    <a:pt x="301485" y="614895"/>
                  </a:moveTo>
                  <a:lnTo>
                    <a:pt x="298297" y="606552"/>
                  </a:lnTo>
                  <a:lnTo>
                    <a:pt x="293966" y="604532"/>
                  </a:lnTo>
                  <a:lnTo>
                    <a:pt x="287782" y="611212"/>
                  </a:lnTo>
                  <a:lnTo>
                    <a:pt x="289648" y="615873"/>
                  </a:lnTo>
                  <a:lnTo>
                    <a:pt x="293230" y="617474"/>
                  </a:lnTo>
                  <a:lnTo>
                    <a:pt x="297383" y="619328"/>
                  </a:lnTo>
                  <a:lnTo>
                    <a:pt x="301485" y="614895"/>
                  </a:lnTo>
                  <a:close/>
                </a:path>
                <a:path w="396875" h="663575">
                  <a:moveTo>
                    <a:pt x="302679" y="657479"/>
                  </a:moveTo>
                  <a:lnTo>
                    <a:pt x="299377" y="650303"/>
                  </a:lnTo>
                  <a:lnTo>
                    <a:pt x="298615" y="649287"/>
                  </a:lnTo>
                  <a:lnTo>
                    <a:pt x="297497" y="648081"/>
                  </a:lnTo>
                  <a:lnTo>
                    <a:pt x="292963" y="646125"/>
                  </a:lnTo>
                  <a:lnTo>
                    <a:pt x="288899" y="648233"/>
                  </a:lnTo>
                  <a:lnTo>
                    <a:pt x="286956" y="652614"/>
                  </a:lnTo>
                  <a:lnTo>
                    <a:pt x="288759" y="657504"/>
                  </a:lnTo>
                  <a:lnTo>
                    <a:pt x="289890" y="658710"/>
                  </a:lnTo>
                  <a:lnTo>
                    <a:pt x="290830" y="659523"/>
                  </a:lnTo>
                  <a:lnTo>
                    <a:pt x="297472" y="663092"/>
                  </a:lnTo>
                  <a:lnTo>
                    <a:pt x="302679" y="657479"/>
                  </a:lnTo>
                  <a:close/>
                </a:path>
                <a:path w="396875" h="663575">
                  <a:moveTo>
                    <a:pt x="306908" y="579399"/>
                  </a:moveTo>
                  <a:lnTo>
                    <a:pt x="304253" y="572782"/>
                  </a:lnTo>
                  <a:lnTo>
                    <a:pt x="300024" y="569366"/>
                  </a:lnTo>
                  <a:lnTo>
                    <a:pt x="295287" y="571792"/>
                  </a:lnTo>
                  <a:lnTo>
                    <a:pt x="293039" y="576872"/>
                  </a:lnTo>
                  <a:lnTo>
                    <a:pt x="296227" y="581431"/>
                  </a:lnTo>
                  <a:lnTo>
                    <a:pt x="302348" y="584301"/>
                  </a:lnTo>
                  <a:lnTo>
                    <a:pt x="306908" y="579399"/>
                  </a:lnTo>
                  <a:close/>
                </a:path>
                <a:path w="396875" h="663575">
                  <a:moveTo>
                    <a:pt x="372960" y="572490"/>
                  </a:moveTo>
                  <a:lnTo>
                    <a:pt x="364820" y="572490"/>
                  </a:lnTo>
                  <a:lnTo>
                    <a:pt x="366864" y="577253"/>
                  </a:lnTo>
                  <a:lnTo>
                    <a:pt x="367931" y="579742"/>
                  </a:lnTo>
                  <a:lnTo>
                    <a:pt x="369849" y="579742"/>
                  </a:lnTo>
                  <a:lnTo>
                    <a:pt x="372960" y="572490"/>
                  </a:lnTo>
                  <a:close/>
                </a:path>
                <a:path w="396875" h="663575">
                  <a:moveTo>
                    <a:pt x="385940" y="616407"/>
                  </a:moveTo>
                  <a:lnTo>
                    <a:pt x="383565" y="612406"/>
                  </a:lnTo>
                  <a:lnTo>
                    <a:pt x="379450" y="613460"/>
                  </a:lnTo>
                  <a:lnTo>
                    <a:pt x="379412" y="620217"/>
                  </a:lnTo>
                  <a:lnTo>
                    <a:pt x="383578" y="621245"/>
                  </a:lnTo>
                  <a:lnTo>
                    <a:pt x="385191" y="618515"/>
                  </a:lnTo>
                  <a:lnTo>
                    <a:pt x="385940" y="617245"/>
                  </a:lnTo>
                  <a:lnTo>
                    <a:pt x="385940" y="616407"/>
                  </a:lnTo>
                  <a:close/>
                </a:path>
                <a:path w="396875" h="663575">
                  <a:moveTo>
                    <a:pt x="396544" y="652297"/>
                  </a:moveTo>
                  <a:lnTo>
                    <a:pt x="383667" y="652297"/>
                  </a:lnTo>
                  <a:lnTo>
                    <a:pt x="383654" y="663092"/>
                  </a:lnTo>
                  <a:lnTo>
                    <a:pt x="390105" y="663092"/>
                  </a:lnTo>
                  <a:lnTo>
                    <a:pt x="396544" y="663092"/>
                  </a:lnTo>
                  <a:lnTo>
                    <a:pt x="396544" y="652297"/>
                  </a:lnTo>
                  <a:close/>
                </a:path>
              </a:pathLst>
            </a:custGeom>
            <a:solidFill>
              <a:srgbClr val="408D6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7" name="object 177" descr=""/>
          <p:cNvGrpSpPr/>
          <p:nvPr/>
        </p:nvGrpSpPr>
        <p:grpSpPr>
          <a:xfrm>
            <a:off x="6800538" y="9432790"/>
            <a:ext cx="1094740" cy="865505"/>
            <a:chOff x="6800538" y="9432790"/>
            <a:chExt cx="1094740" cy="865505"/>
          </a:xfrm>
        </p:grpSpPr>
        <p:sp>
          <p:nvSpPr>
            <p:cNvPr id="178" name="object 178" descr=""/>
            <p:cNvSpPr/>
            <p:nvPr/>
          </p:nvSpPr>
          <p:spPr>
            <a:xfrm>
              <a:off x="6800538" y="9432790"/>
              <a:ext cx="1094740" cy="865505"/>
            </a:xfrm>
            <a:custGeom>
              <a:avLst/>
              <a:gdLst/>
              <a:ahLst/>
              <a:cxnLst/>
              <a:rect l="l" t="t" r="r" b="b"/>
              <a:pathLst>
                <a:path w="1094740" h="865504">
                  <a:moveTo>
                    <a:pt x="531941" y="0"/>
                  </a:moveTo>
                  <a:lnTo>
                    <a:pt x="0" y="865272"/>
                  </a:lnTo>
                  <a:lnTo>
                    <a:pt x="1094113" y="865272"/>
                  </a:lnTo>
                  <a:lnTo>
                    <a:pt x="53194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167291" y="9432794"/>
              <a:ext cx="283845" cy="336550"/>
            </a:xfrm>
            <a:custGeom>
              <a:avLst/>
              <a:gdLst/>
              <a:ahLst/>
              <a:cxnLst/>
              <a:rect l="l" t="t" r="r" b="b"/>
              <a:pathLst>
                <a:path w="283845" h="336550">
                  <a:moveTo>
                    <a:pt x="165188" y="0"/>
                  </a:moveTo>
                  <a:lnTo>
                    <a:pt x="0" y="268703"/>
                  </a:lnTo>
                  <a:lnTo>
                    <a:pt x="45757" y="253782"/>
                  </a:lnTo>
                  <a:lnTo>
                    <a:pt x="99295" y="336146"/>
                  </a:lnTo>
                  <a:lnTo>
                    <a:pt x="191952" y="220841"/>
                  </a:lnTo>
                  <a:lnTo>
                    <a:pt x="249604" y="241427"/>
                  </a:lnTo>
                  <a:lnTo>
                    <a:pt x="283582" y="182224"/>
                  </a:lnTo>
                  <a:lnTo>
                    <a:pt x="165188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332480" y="9432794"/>
              <a:ext cx="562610" cy="865505"/>
            </a:xfrm>
            <a:custGeom>
              <a:avLst/>
              <a:gdLst/>
              <a:ahLst/>
              <a:cxnLst/>
              <a:rect l="l" t="t" r="r" b="b"/>
              <a:pathLst>
                <a:path w="562609" h="865504">
                  <a:moveTo>
                    <a:pt x="0" y="0"/>
                  </a:moveTo>
                  <a:lnTo>
                    <a:pt x="0" y="865272"/>
                  </a:lnTo>
                  <a:lnTo>
                    <a:pt x="562171" y="865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1" name="object 181" descr=""/>
          <p:cNvGrpSpPr/>
          <p:nvPr/>
        </p:nvGrpSpPr>
        <p:grpSpPr>
          <a:xfrm>
            <a:off x="11442644" y="9248885"/>
            <a:ext cx="2135505" cy="1049655"/>
            <a:chOff x="11442644" y="9248885"/>
            <a:chExt cx="2135505" cy="1049655"/>
          </a:xfrm>
        </p:grpSpPr>
        <p:sp>
          <p:nvSpPr>
            <p:cNvPr id="182" name="object 182" descr=""/>
            <p:cNvSpPr/>
            <p:nvPr/>
          </p:nvSpPr>
          <p:spPr>
            <a:xfrm>
              <a:off x="11442644" y="9248885"/>
              <a:ext cx="1068070" cy="1049655"/>
            </a:xfrm>
            <a:custGeom>
              <a:avLst/>
              <a:gdLst/>
              <a:ahLst/>
              <a:cxnLst/>
              <a:rect l="l" t="t" r="r" b="b"/>
              <a:pathLst>
                <a:path w="1068070" h="1049654">
                  <a:moveTo>
                    <a:pt x="1038073" y="0"/>
                  </a:moveTo>
                  <a:lnTo>
                    <a:pt x="0" y="1049172"/>
                  </a:lnTo>
                  <a:lnTo>
                    <a:pt x="1067569" y="1049172"/>
                  </a:lnTo>
                  <a:lnTo>
                    <a:pt x="1067569" y="28208"/>
                  </a:lnTo>
                  <a:lnTo>
                    <a:pt x="103807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2158350" y="9248885"/>
              <a:ext cx="352425" cy="407670"/>
            </a:xfrm>
            <a:custGeom>
              <a:avLst/>
              <a:gdLst/>
              <a:ahLst/>
              <a:cxnLst/>
              <a:rect l="l" t="t" r="r" b="b"/>
              <a:pathLst>
                <a:path w="352425" h="407670">
                  <a:moveTo>
                    <a:pt x="322367" y="0"/>
                  </a:moveTo>
                  <a:lnTo>
                    <a:pt x="0" y="325822"/>
                  </a:lnTo>
                  <a:lnTo>
                    <a:pt x="89295" y="307728"/>
                  </a:lnTo>
                  <a:lnTo>
                    <a:pt x="193774" y="407589"/>
                  </a:lnTo>
                  <a:lnTo>
                    <a:pt x="351863" y="285352"/>
                  </a:lnTo>
                  <a:lnTo>
                    <a:pt x="351863" y="28208"/>
                  </a:lnTo>
                  <a:lnTo>
                    <a:pt x="322367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2480717" y="9248885"/>
              <a:ext cx="29845" cy="1049655"/>
            </a:xfrm>
            <a:custGeom>
              <a:avLst/>
              <a:gdLst/>
              <a:ahLst/>
              <a:cxnLst/>
              <a:rect l="l" t="t" r="r" b="b"/>
              <a:pathLst>
                <a:path w="29845" h="1049654">
                  <a:moveTo>
                    <a:pt x="0" y="0"/>
                  </a:moveTo>
                  <a:lnTo>
                    <a:pt x="0" y="1049172"/>
                  </a:lnTo>
                  <a:lnTo>
                    <a:pt x="29496" y="1049172"/>
                  </a:lnTo>
                  <a:lnTo>
                    <a:pt x="29496" y="28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2510073" y="9276937"/>
              <a:ext cx="1068070" cy="1021080"/>
            </a:xfrm>
            <a:custGeom>
              <a:avLst/>
              <a:gdLst/>
              <a:ahLst/>
              <a:cxnLst/>
              <a:rect l="l" t="t" r="r" b="b"/>
              <a:pathLst>
                <a:path w="1068069" h="1021079">
                  <a:moveTo>
                    <a:pt x="0" y="0"/>
                  </a:moveTo>
                  <a:lnTo>
                    <a:pt x="0" y="1020963"/>
                  </a:lnTo>
                  <a:lnTo>
                    <a:pt x="1067569" y="102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2510068" y="9276934"/>
              <a:ext cx="201930" cy="264795"/>
            </a:xfrm>
            <a:custGeom>
              <a:avLst/>
              <a:gdLst/>
              <a:ahLst/>
              <a:cxnLst/>
              <a:rect l="l" t="t" r="r" b="b"/>
              <a:pathLst>
                <a:path w="201929" h="264795">
                  <a:moveTo>
                    <a:pt x="0" y="0"/>
                  </a:moveTo>
                  <a:lnTo>
                    <a:pt x="0" y="257154"/>
                  </a:lnTo>
                  <a:lnTo>
                    <a:pt x="22742" y="239573"/>
                  </a:lnTo>
                  <a:lnTo>
                    <a:pt x="135252" y="264536"/>
                  </a:lnTo>
                  <a:lnTo>
                    <a:pt x="201554" y="192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2510073" y="9276937"/>
              <a:ext cx="1068070" cy="1021080"/>
            </a:xfrm>
            <a:custGeom>
              <a:avLst/>
              <a:gdLst/>
              <a:ahLst/>
              <a:cxnLst/>
              <a:rect l="l" t="t" r="r" b="b"/>
              <a:pathLst>
                <a:path w="1068069" h="1021079">
                  <a:moveTo>
                    <a:pt x="0" y="0"/>
                  </a:moveTo>
                  <a:lnTo>
                    <a:pt x="0" y="1020963"/>
                  </a:lnTo>
                  <a:lnTo>
                    <a:pt x="1067569" y="102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8" name="object 188" descr=""/>
          <p:cNvGrpSpPr/>
          <p:nvPr/>
        </p:nvGrpSpPr>
        <p:grpSpPr>
          <a:xfrm>
            <a:off x="7918640" y="9262963"/>
            <a:ext cx="3500120" cy="1035685"/>
            <a:chOff x="7918640" y="9262963"/>
            <a:chExt cx="3500120" cy="1035685"/>
          </a:xfrm>
        </p:grpSpPr>
        <p:pic>
          <p:nvPicPr>
            <p:cNvPr id="189" name="object 18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57162" y="10297110"/>
              <a:ext cx="1821" cy="952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7918640" y="9262963"/>
              <a:ext cx="2014855" cy="1035685"/>
            </a:xfrm>
            <a:custGeom>
              <a:avLst/>
              <a:gdLst/>
              <a:ahLst/>
              <a:cxnLst/>
              <a:rect l="l" t="t" r="r" b="b"/>
              <a:pathLst>
                <a:path w="2014854" h="1035684">
                  <a:moveTo>
                    <a:pt x="979436" y="0"/>
                  </a:moveTo>
                  <a:lnTo>
                    <a:pt x="0" y="1035099"/>
                  </a:lnTo>
                  <a:lnTo>
                    <a:pt x="2014535" y="1035099"/>
                  </a:lnTo>
                  <a:lnTo>
                    <a:pt x="97943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8465472" y="9262966"/>
              <a:ext cx="775970" cy="518159"/>
            </a:xfrm>
            <a:custGeom>
              <a:avLst/>
              <a:gdLst/>
              <a:ahLst/>
              <a:cxnLst/>
              <a:rect l="l" t="t" r="r" b="b"/>
              <a:pathLst>
                <a:path w="775970" h="518159">
                  <a:moveTo>
                    <a:pt x="432604" y="0"/>
                  </a:moveTo>
                  <a:lnTo>
                    <a:pt x="0" y="457190"/>
                  </a:lnTo>
                  <a:lnTo>
                    <a:pt x="383820" y="388176"/>
                  </a:lnTo>
                  <a:lnTo>
                    <a:pt x="690261" y="517544"/>
                  </a:lnTo>
                  <a:lnTo>
                    <a:pt x="690261" y="325749"/>
                  </a:lnTo>
                  <a:lnTo>
                    <a:pt x="775641" y="343036"/>
                  </a:lnTo>
                  <a:lnTo>
                    <a:pt x="432604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8898076" y="9262966"/>
              <a:ext cx="1035685" cy="1035685"/>
            </a:xfrm>
            <a:custGeom>
              <a:avLst/>
              <a:gdLst/>
              <a:ahLst/>
              <a:cxnLst/>
              <a:rect l="l" t="t" r="r" b="b"/>
              <a:pathLst>
                <a:path w="1035684" h="1035684">
                  <a:moveTo>
                    <a:pt x="0" y="0"/>
                  </a:moveTo>
                  <a:lnTo>
                    <a:pt x="0" y="1035099"/>
                  </a:lnTo>
                  <a:lnTo>
                    <a:pt x="1035099" y="1035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982711" y="9578721"/>
              <a:ext cx="1436370" cy="719455"/>
            </a:xfrm>
            <a:custGeom>
              <a:avLst/>
              <a:gdLst/>
              <a:ahLst/>
              <a:cxnLst/>
              <a:rect l="l" t="t" r="r" b="b"/>
              <a:pathLst>
                <a:path w="1436370" h="719454">
                  <a:moveTo>
                    <a:pt x="719339" y="0"/>
                  </a:moveTo>
                  <a:lnTo>
                    <a:pt x="0" y="719339"/>
                  </a:lnTo>
                  <a:lnTo>
                    <a:pt x="766018" y="716595"/>
                  </a:lnTo>
                  <a:lnTo>
                    <a:pt x="1435945" y="716595"/>
                  </a:lnTo>
                  <a:lnTo>
                    <a:pt x="71933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0479581" y="9578715"/>
              <a:ext cx="403225" cy="266065"/>
            </a:xfrm>
            <a:custGeom>
              <a:avLst/>
              <a:gdLst/>
              <a:ahLst/>
              <a:cxnLst/>
              <a:rect l="l" t="t" r="r" b="b"/>
              <a:pathLst>
                <a:path w="403225" h="266065">
                  <a:moveTo>
                    <a:pt x="222474" y="0"/>
                  </a:moveTo>
                  <a:lnTo>
                    <a:pt x="0" y="222474"/>
                  </a:lnTo>
                  <a:lnTo>
                    <a:pt x="96792" y="164832"/>
                  </a:lnTo>
                  <a:lnTo>
                    <a:pt x="251217" y="265719"/>
                  </a:lnTo>
                  <a:lnTo>
                    <a:pt x="294462" y="144236"/>
                  </a:lnTo>
                  <a:lnTo>
                    <a:pt x="402657" y="180182"/>
                  </a:lnTo>
                  <a:lnTo>
                    <a:pt x="222474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0700678" y="9580007"/>
              <a:ext cx="718185" cy="716915"/>
            </a:xfrm>
            <a:custGeom>
              <a:avLst/>
              <a:gdLst/>
              <a:ahLst/>
              <a:cxnLst/>
              <a:rect l="l" t="t" r="r" b="b"/>
              <a:pathLst>
                <a:path w="718184" h="716915">
                  <a:moveTo>
                    <a:pt x="1382" y="0"/>
                  </a:moveTo>
                  <a:lnTo>
                    <a:pt x="0" y="1371"/>
                  </a:lnTo>
                  <a:lnTo>
                    <a:pt x="0" y="716763"/>
                  </a:lnTo>
                  <a:lnTo>
                    <a:pt x="48050" y="716595"/>
                  </a:lnTo>
                  <a:lnTo>
                    <a:pt x="717978" y="716595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6" name="object 196" descr=""/>
          <p:cNvGrpSpPr/>
          <p:nvPr/>
        </p:nvGrpSpPr>
        <p:grpSpPr>
          <a:xfrm>
            <a:off x="8830418" y="8229695"/>
            <a:ext cx="1094740" cy="865505"/>
            <a:chOff x="8830418" y="8229695"/>
            <a:chExt cx="1094740" cy="865505"/>
          </a:xfrm>
        </p:grpSpPr>
        <p:sp>
          <p:nvSpPr>
            <p:cNvPr id="197" name="object 197" descr=""/>
            <p:cNvSpPr/>
            <p:nvPr/>
          </p:nvSpPr>
          <p:spPr>
            <a:xfrm>
              <a:off x="8830418" y="8229695"/>
              <a:ext cx="1094740" cy="865505"/>
            </a:xfrm>
            <a:custGeom>
              <a:avLst/>
              <a:gdLst/>
              <a:ahLst/>
              <a:cxnLst/>
              <a:rect l="l" t="t" r="r" b="b"/>
              <a:pathLst>
                <a:path w="1094740" h="865504">
                  <a:moveTo>
                    <a:pt x="531941" y="0"/>
                  </a:moveTo>
                  <a:lnTo>
                    <a:pt x="0" y="865272"/>
                  </a:lnTo>
                  <a:lnTo>
                    <a:pt x="1094113" y="865272"/>
                  </a:lnTo>
                  <a:lnTo>
                    <a:pt x="531941" y="0"/>
                  </a:lnTo>
                  <a:close/>
                </a:path>
              </a:pathLst>
            </a:custGeom>
            <a:solidFill>
              <a:srgbClr val="86C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9197172" y="8229699"/>
              <a:ext cx="283845" cy="336550"/>
            </a:xfrm>
            <a:custGeom>
              <a:avLst/>
              <a:gdLst/>
              <a:ahLst/>
              <a:cxnLst/>
              <a:rect l="l" t="t" r="r" b="b"/>
              <a:pathLst>
                <a:path w="283845" h="336550">
                  <a:moveTo>
                    <a:pt x="165188" y="0"/>
                  </a:moveTo>
                  <a:lnTo>
                    <a:pt x="0" y="268703"/>
                  </a:lnTo>
                  <a:lnTo>
                    <a:pt x="45757" y="253782"/>
                  </a:lnTo>
                  <a:lnTo>
                    <a:pt x="99295" y="336146"/>
                  </a:lnTo>
                  <a:lnTo>
                    <a:pt x="191952" y="220841"/>
                  </a:lnTo>
                  <a:lnTo>
                    <a:pt x="249604" y="241427"/>
                  </a:lnTo>
                  <a:lnTo>
                    <a:pt x="283582" y="182224"/>
                  </a:lnTo>
                  <a:lnTo>
                    <a:pt x="165188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362361" y="8229699"/>
              <a:ext cx="562610" cy="865505"/>
            </a:xfrm>
            <a:custGeom>
              <a:avLst/>
              <a:gdLst/>
              <a:ahLst/>
              <a:cxnLst/>
              <a:rect l="l" t="t" r="r" b="b"/>
              <a:pathLst>
                <a:path w="562609" h="865504">
                  <a:moveTo>
                    <a:pt x="0" y="0"/>
                  </a:moveTo>
                  <a:lnTo>
                    <a:pt x="0" y="865272"/>
                  </a:lnTo>
                  <a:lnTo>
                    <a:pt x="562171" y="865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92C2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0" name="object 200" descr=""/>
          <p:cNvGrpSpPr/>
          <p:nvPr/>
        </p:nvGrpSpPr>
        <p:grpSpPr>
          <a:xfrm>
            <a:off x="11408455" y="8045789"/>
            <a:ext cx="2135505" cy="1049655"/>
            <a:chOff x="11408455" y="8045789"/>
            <a:chExt cx="2135505" cy="1049655"/>
          </a:xfrm>
        </p:grpSpPr>
        <p:sp>
          <p:nvSpPr>
            <p:cNvPr id="201" name="object 201" descr=""/>
            <p:cNvSpPr/>
            <p:nvPr/>
          </p:nvSpPr>
          <p:spPr>
            <a:xfrm>
              <a:off x="11408455" y="8045789"/>
              <a:ext cx="1068070" cy="1049655"/>
            </a:xfrm>
            <a:custGeom>
              <a:avLst/>
              <a:gdLst/>
              <a:ahLst/>
              <a:cxnLst/>
              <a:rect l="l" t="t" r="r" b="b"/>
              <a:pathLst>
                <a:path w="1068070" h="1049654">
                  <a:moveTo>
                    <a:pt x="1038073" y="0"/>
                  </a:moveTo>
                  <a:lnTo>
                    <a:pt x="0" y="1049172"/>
                  </a:lnTo>
                  <a:lnTo>
                    <a:pt x="1067569" y="1049172"/>
                  </a:lnTo>
                  <a:lnTo>
                    <a:pt x="1067569" y="28208"/>
                  </a:lnTo>
                  <a:lnTo>
                    <a:pt x="1038073" y="0"/>
                  </a:lnTo>
                  <a:close/>
                </a:path>
              </a:pathLst>
            </a:custGeom>
            <a:solidFill>
              <a:srgbClr val="86C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2124161" y="8045789"/>
              <a:ext cx="352425" cy="407670"/>
            </a:xfrm>
            <a:custGeom>
              <a:avLst/>
              <a:gdLst/>
              <a:ahLst/>
              <a:cxnLst/>
              <a:rect l="l" t="t" r="r" b="b"/>
              <a:pathLst>
                <a:path w="352425" h="407670">
                  <a:moveTo>
                    <a:pt x="322367" y="0"/>
                  </a:moveTo>
                  <a:lnTo>
                    <a:pt x="0" y="325822"/>
                  </a:lnTo>
                  <a:lnTo>
                    <a:pt x="89306" y="307718"/>
                  </a:lnTo>
                  <a:lnTo>
                    <a:pt x="193774" y="407589"/>
                  </a:lnTo>
                  <a:lnTo>
                    <a:pt x="351863" y="285352"/>
                  </a:lnTo>
                  <a:lnTo>
                    <a:pt x="351863" y="28208"/>
                  </a:lnTo>
                  <a:lnTo>
                    <a:pt x="322367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2446528" y="8045789"/>
              <a:ext cx="29845" cy="1049655"/>
            </a:xfrm>
            <a:custGeom>
              <a:avLst/>
              <a:gdLst/>
              <a:ahLst/>
              <a:cxnLst/>
              <a:rect l="l" t="t" r="r" b="b"/>
              <a:pathLst>
                <a:path w="29845" h="1049654">
                  <a:moveTo>
                    <a:pt x="0" y="0"/>
                  </a:moveTo>
                  <a:lnTo>
                    <a:pt x="0" y="1049172"/>
                  </a:lnTo>
                  <a:lnTo>
                    <a:pt x="29496" y="1049172"/>
                  </a:lnTo>
                  <a:lnTo>
                    <a:pt x="29496" y="28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92C2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2476038" y="8073999"/>
              <a:ext cx="1068070" cy="1021080"/>
            </a:xfrm>
            <a:custGeom>
              <a:avLst/>
              <a:gdLst/>
              <a:ahLst/>
              <a:cxnLst/>
              <a:rect l="l" t="t" r="r" b="b"/>
              <a:pathLst>
                <a:path w="1068069" h="1021079">
                  <a:moveTo>
                    <a:pt x="0" y="0"/>
                  </a:moveTo>
                  <a:lnTo>
                    <a:pt x="0" y="1020963"/>
                  </a:lnTo>
                  <a:lnTo>
                    <a:pt x="1067569" y="102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C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2476034" y="8073995"/>
              <a:ext cx="201930" cy="264795"/>
            </a:xfrm>
            <a:custGeom>
              <a:avLst/>
              <a:gdLst/>
              <a:ahLst/>
              <a:cxnLst/>
              <a:rect l="l" t="t" r="r" b="b"/>
              <a:pathLst>
                <a:path w="201929" h="264795">
                  <a:moveTo>
                    <a:pt x="0" y="0"/>
                  </a:moveTo>
                  <a:lnTo>
                    <a:pt x="0" y="257144"/>
                  </a:lnTo>
                  <a:lnTo>
                    <a:pt x="22742" y="239573"/>
                  </a:lnTo>
                  <a:lnTo>
                    <a:pt x="135252" y="264536"/>
                  </a:lnTo>
                  <a:lnTo>
                    <a:pt x="201554" y="192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2476038" y="8073999"/>
              <a:ext cx="1068070" cy="1021080"/>
            </a:xfrm>
            <a:custGeom>
              <a:avLst/>
              <a:gdLst/>
              <a:ahLst/>
              <a:cxnLst/>
              <a:rect l="l" t="t" r="r" b="b"/>
              <a:pathLst>
                <a:path w="1068069" h="1021079">
                  <a:moveTo>
                    <a:pt x="0" y="0"/>
                  </a:moveTo>
                  <a:lnTo>
                    <a:pt x="0" y="1020963"/>
                  </a:lnTo>
                  <a:lnTo>
                    <a:pt x="1067569" y="102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92C2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 descr=""/>
          <p:cNvGrpSpPr/>
          <p:nvPr/>
        </p:nvGrpSpPr>
        <p:grpSpPr>
          <a:xfrm>
            <a:off x="6791897" y="8059867"/>
            <a:ext cx="2014855" cy="1035685"/>
            <a:chOff x="6791897" y="8059867"/>
            <a:chExt cx="2014855" cy="1035685"/>
          </a:xfrm>
        </p:grpSpPr>
        <p:sp>
          <p:nvSpPr>
            <p:cNvPr id="208" name="object 208" descr=""/>
            <p:cNvSpPr/>
            <p:nvPr/>
          </p:nvSpPr>
          <p:spPr>
            <a:xfrm>
              <a:off x="6791897" y="8059867"/>
              <a:ext cx="2014855" cy="1035685"/>
            </a:xfrm>
            <a:custGeom>
              <a:avLst/>
              <a:gdLst/>
              <a:ahLst/>
              <a:cxnLst/>
              <a:rect l="l" t="t" r="r" b="b"/>
              <a:pathLst>
                <a:path w="2014854" h="1035684">
                  <a:moveTo>
                    <a:pt x="979436" y="0"/>
                  </a:moveTo>
                  <a:lnTo>
                    <a:pt x="0" y="1035099"/>
                  </a:lnTo>
                  <a:lnTo>
                    <a:pt x="2014535" y="1035099"/>
                  </a:lnTo>
                  <a:lnTo>
                    <a:pt x="979436" y="0"/>
                  </a:lnTo>
                  <a:close/>
                </a:path>
              </a:pathLst>
            </a:custGeom>
            <a:solidFill>
              <a:srgbClr val="86C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338728" y="8059870"/>
              <a:ext cx="775970" cy="518159"/>
            </a:xfrm>
            <a:custGeom>
              <a:avLst/>
              <a:gdLst/>
              <a:ahLst/>
              <a:cxnLst/>
              <a:rect l="l" t="t" r="r" b="b"/>
              <a:pathLst>
                <a:path w="775970" h="518159">
                  <a:moveTo>
                    <a:pt x="432604" y="0"/>
                  </a:moveTo>
                  <a:lnTo>
                    <a:pt x="0" y="457190"/>
                  </a:lnTo>
                  <a:lnTo>
                    <a:pt x="383820" y="388176"/>
                  </a:lnTo>
                  <a:lnTo>
                    <a:pt x="690261" y="517544"/>
                  </a:lnTo>
                  <a:lnTo>
                    <a:pt x="690261" y="325749"/>
                  </a:lnTo>
                  <a:lnTo>
                    <a:pt x="775641" y="343036"/>
                  </a:lnTo>
                  <a:lnTo>
                    <a:pt x="432604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771333" y="8059870"/>
              <a:ext cx="1035685" cy="1035685"/>
            </a:xfrm>
            <a:custGeom>
              <a:avLst/>
              <a:gdLst/>
              <a:ahLst/>
              <a:cxnLst/>
              <a:rect l="l" t="t" r="r" b="b"/>
              <a:pathLst>
                <a:path w="1035684" h="1035684">
                  <a:moveTo>
                    <a:pt x="0" y="0"/>
                  </a:moveTo>
                  <a:lnTo>
                    <a:pt x="0" y="1035099"/>
                  </a:lnTo>
                  <a:lnTo>
                    <a:pt x="1035099" y="1035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92C2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1" name="object 211" descr=""/>
          <p:cNvGrpSpPr/>
          <p:nvPr/>
        </p:nvGrpSpPr>
        <p:grpSpPr>
          <a:xfrm>
            <a:off x="9948524" y="8375621"/>
            <a:ext cx="1436370" cy="719455"/>
            <a:chOff x="9948524" y="8375621"/>
            <a:chExt cx="1436370" cy="719455"/>
          </a:xfrm>
        </p:grpSpPr>
        <p:sp>
          <p:nvSpPr>
            <p:cNvPr id="212" name="object 212" descr=""/>
            <p:cNvSpPr/>
            <p:nvPr/>
          </p:nvSpPr>
          <p:spPr>
            <a:xfrm>
              <a:off x="9948524" y="8375625"/>
              <a:ext cx="1436370" cy="719455"/>
            </a:xfrm>
            <a:custGeom>
              <a:avLst/>
              <a:gdLst/>
              <a:ahLst/>
              <a:cxnLst/>
              <a:rect l="l" t="t" r="r" b="b"/>
              <a:pathLst>
                <a:path w="1436370" h="719454">
                  <a:moveTo>
                    <a:pt x="719339" y="0"/>
                  </a:moveTo>
                  <a:lnTo>
                    <a:pt x="0" y="719339"/>
                  </a:lnTo>
                  <a:lnTo>
                    <a:pt x="766018" y="716595"/>
                  </a:lnTo>
                  <a:lnTo>
                    <a:pt x="1435945" y="716595"/>
                  </a:lnTo>
                  <a:lnTo>
                    <a:pt x="719339" y="0"/>
                  </a:lnTo>
                  <a:close/>
                </a:path>
              </a:pathLst>
            </a:custGeom>
            <a:solidFill>
              <a:srgbClr val="86C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0445392" y="8375621"/>
              <a:ext cx="403225" cy="266065"/>
            </a:xfrm>
            <a:custGeom>
              <a:avLst/>
              <a:gdLst/>
              <a:ahLst/>
              <a:cxnLst/>
              <a:rect l="l" t="t" r="r" b="b"/>
              <a:pathLst>
                <a:path w="403225" h="266065">
                  <a:moveTo>
                    <a:pt x="222474" y="0"/>
                  </a:moveTo>
                  <a:lnTo>
                    <a:pt x="0" y="222474"/>
                  </a:lnTo>
                  <a:lnTo>
                    <a:pt x="96792" y="164832"/>
                  </a:lnTo>
                  <a:lnTo>
                    <a:pt x="251217" y="265719"/>
                  </a:lnTo>
                  <a:lnTo>
                    <a:pt x="294462" y="144236"/>
                  </a:lnTo>
                  <a:lnTo>
                    <a:pt x="402657" y="180182"/>
                  </a:lnTo>
                  <a:lnTo>
                    <a:pt x="222474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0666490" y="8376912"/>
              <a:ext cx="718185" cy="716915"/>
            </a:xfrm>
            <a:custGeom>
              <a:avLst/>
              <a:gdLst/>
              <a:ahLst/>
              <a:cxnLst/>
              <a:rect l="l" t="t" r="r" b="b"/>
              <a:pathLst>
                <a:path w="718184" h="716915">
                  <a:moveTo>
                    <a:pt x="1382" y="0"/>
                  </a:moveTo>
                  <a:lnTo>
                    <a:pt x="0" y="1371"/>
                  </a:lnTo>
                  <a:lnTo>
                    <a:pt x="0" y="716763"/>
                  </a:lnTo>
                  <a:lnTo>
                    <a:pt x="48050" y="716595"/>
                  </a:lnTo>
                  <a:lnTo>
                    <a:pt x="717978" y="716595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2C92C2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5" name="object 215" descr=""/>
          <p:cNvGrpSpPr/>
          <p:nvPr/>
        </p:nvGrpSpPr>
        <p:grpSpPr>
          <a:xfrm>
            <a:off x="9134239" y="5849822"/>
            <a:ext cx="1720850" cy="1361440"/>
            <a:chOff x="9134239" y="5849822"/>
            <a:chExt cx="1720850" cy="1361440"/>
          </a:xfrm>
        </p:grpSpPr>
        <p:sp>
          <p:nvSpPr>
            <p:cNvPr id="216" name="object 216" descr=""/>
            <p:cNvSpPr/>
            <p:nvPr/>
          </p:nvSpPr>
          <p:spPr>
            <a:xfrm>
              <a:off x="9134239" y="5849822"/>
              <a:ext cx="1720850" cy="1361440"/>
            </a:xfrm>
            <a:custGeom>
              <a:avLst/>
              <a:gdLst/>
              <a:ahLst/>
              <a:cxnLst/>
              <a:rect l="l" t="t" r="r" b="b"/>
              <a:pathLst>
                <a:path w="1720850" h="1361440">
                  <a:moveTo>
                    <a:pt x="836613" y="0"/>
                  </a:moveTo>
                  <a:lnTo>
                    <a:pt x="0" y="1360848"/>
                  </a:lnTo>
                  <a:lnTo>
                    <a:pt x="1720764" y="1360848"/>
                  </a:lnTo>
                  <a:lnTo>
                    <a:pt x="836613" y="0"/>
                  </a:lnTo>
                  <a:close/>
                </a:path>
              </a:pathLst>
            </a:custGeom>
            <a:solidFill>
              <a:srgbClr val="6F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9711046" y="5849823"/>
              <a:ext cx="446405" cy="528955"/>
            </a:xfrm>
            <a:custGeom>
              <a:avLst/>
              <a:gdLst/>
              <a:ahLst/>
              <a:cxnLst/>
              <a:rect l="l" t="t" r="r" b="b"/>
              <a:pathLst>
                <a:path w="446404" h="528954">
                  <a:moveTo>
                    <a:pt x="259803" y="0"/>
                  </a:moveTo>
                  <a:lnTo>
                    <a:pt x="0" y="422604"/>
                  </a:lnTo>
                  <a:lnTo>
                    <a:pt x="71966" y="399139"/>
                  </a:lnTo>
                  <a:lnTo>
                    <a:pt x="156173" y="528675"/>
                  </a:lnTo>
                  <a:lnTo>
                    <a:pt x="301896" y="347319"/>
                  </a:lnTo>
                  <a:lnTo>
                    <a:pt x="392574" y="379705"/>
                  </a:lnTo>
                  <a:lnTo>
                    <a:pt x="446007" y="286598"/>
                  </a:lnTo>
                  <a:lnTo>
                    <a:pt x="259803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970850" y="5849823"/>
              <a:ext cx="884555" cy="1361440"/>
            </a:xfrm>
            <a:custGeom>
              <a:avLst/>
              <a:gdLst/>
              <a:ahLst/>
              <a:cxnLst/>
              <a:rect l="l" t="t" r="r" b="b"/>
              <a:pathLst>
                <a:path w="884554" h="1361440">
                  <a:moveTo>
                    <a:pt x="0" y="0"/>
                  </a:moveTo>
                  <a:lnTo>
                    <a:pt x="0" y="1360848"/>
                  </a:lnTo>
                  <a:lnTo>
                    <a:pt x="884151" y="1360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9" name="object 219" descr=""/>
          <p:cNvGrpSpPr/>
          <p:nvPr/>
        </p:nvGrpSpPr>
        <p:grpSpPr>
          <a:xfrm>
            <a:off x="11634774" y="5560579"/>
            <a:ext cx="1679575" cy="1650364"/>
            <a:chOff x="11634774" y="5560579"/>
            <a:chExt cx="1679575" cy="1650364"/>
          </a:xfrm>
        </p:grpSpPr>
        <p:sp>
          <p:nvSpPr>
            <p:cNvPr id="220" name="object 220" descr=""/>
            <p:cNvSpPr/>
            <p:nvPr/>
          </p:nvSpPr>
          <p:spPr>
            <a:xfrm>
              <a:off x="11634774" y="5560579"/>
              <a:ext cx="1679575" cy="1650364"/>
            </a:xfrm>
            <a:custGeom>
              <a:avLst/>
              <a:gdLst/>
              <a:ahLst/>
              <a:cxnLst/>
              <a:rect l="l" t="t" r="r" b="b"/>
              <a:pathLst>
                <a:path w="1679575" h="1650365">
                  <a:moveTo>
                    <a:pt x="1632630" y="0"/>
                  </a:moveTo>
                  <a:lnTo>
                    <a:pt x="0" y="1650096"/>
                  </a:lnTo>
                  <a:lnTo>
                    <a:pt x="1679016" y="1650096"/>
                  </a:lnTo>
                  <a:lnTo>
                    <a:pt x="1679016" y="44365"/>
                  </a:lnTo>
                  <a:lnTo>
                    <a:pt x="1632630" y="0"/>
                  </a:lnTo>
                  <a:close/>
                </a:path>
              </a:pathLst>
            </a:custGeom>
            <a:solidFill>
              <a:srgbClr val="6F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2760394" y="5560579"/>
              <a:ext cx="553720" cy="641350"/>
            </a:xfrm>
            <a:custGeom>
              <a:avLst/>
              <a:gdLst/>
              <a:ahLst/>
              <a:cxnLst/>
              <a:rect l="l" t="t" r="r" b="b"/>
              <a:pathLst>
                <a:path w="553719" h="641350">
                  <a:moveTo>
                    <a:pt x="507010" y="0"/>
                  </a:moveTo>
                  <a:lnTo>
                    <a:pt x="0" y="512434"/>
                  </a:lnTo>
                  <a:lnTo>
                    <a:pt x="140456" y="483974"/>
                  </a:lnTo>
                  <a:lnTo>
                    <a:pt x="304765" y="641038"/>
                  </a:lnTo>
                  <a:lnTo>
                    <a:pt x="553396" y="448792"/>
                  </a:lnTo>
                  <a:lnTo>
                    <a:pt x="553396" y="44365"/>
                  </a:lnTo>
                  <a:lnTo>
                    <a:pt x="50701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3267405" y="5560579"/>
              <a:ext cx="46990" cy="1650364"/>
            </a:xfrm>
            <a:custGeom>
              <a:avLst/>
              <a:gdLst/>
              <a:ahLst/>
              <a:cxnLst/>
              <a:rect l="l" t="t" r="r" b="b"/>
              <a:pathLst>
                <a:path w="46990" h="1650365">
                  <a:moveTo>
                    <a:pt x="0" y="0"/>
                  </a:moveTo>
                  <a:lnTo>
                    <a:pt x="0" y="1650096"/>
                  </a:lnTo>
                  <a:lnTo>
                    <a:pt x="46386" y="1650096"/>
                  </a:lnTo>
                  <a:lnTo>
                    <a:pt x="46386" y="44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6874895" y="5582720"/>
            <a:ext cx="5526405" cy="1628139"/>
            <a:chOff x="6874895" y="5582720"/>
            <a:chExt cx="5526405" cy="1628139"/>
          </a:xfrm>
        </p:grpSpPr>
        <p:sp>
          <p:nvSpPr>
            <p:cNvPr id="224" name="object 224" descr=""/>
            <p:cNvSpPr/>
            <p:nvPr/>
          </p:nvSpPr>
          <p:spPr>
            <a:xfrm>
              <a:off x="6874895" y="5604944"/>
              <a:ext cx="1679575" cy="1605915"/>
            </a:xfrm>
            <a:custGeom>
              <a:avLst/>
              <a:gdLst/>
              <a:ahLst/>
              <a:cxnLst/>
              <a:rect l="l" t="t" r="r" b="b"/>
              <a:pathLst>
                <a:path w="1679575" h="1605915">
                  <a:moveTo>
                    <a:pt x="0" y="0"/>
                  </a:moveTo>
                  <a:lnTo>
                    <a:pt x="0" y="1605731"/>
                  </a:lnTo>
                  <a:lnTo>
                    <a:pt x="1679016" y="160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874899" y="5604940"/>
              <a:ext cx="317500" cy="416559"/>
            </a:xfrm>
            <a:custGeom>
              <a:avLst/>
              <a:gdLst/>
              <a:ahLst/>
              <a:cxnLst/>
              <a:rect l="l" t="t" r="r" b="b"/>
              <a:pathLst>
                <a:path w="317500" h="416560">
                  <a:moveTo>
                    <a:pt x="0" y="0"/>
                  </a:moveTo>
                  <a:lnTo>
                    <a:pt x="0" y="404427"/>
                  </a:lnTo>
                  <a:lnTo>
                    <a:pt x="35758" y="376784"/>
                  </a:lnTo>
                  <a:lnTo>
                    <a:pt x="212705" y="416050"/>
                  </a:lnTo>
                  <a:lnTo>
                    <a:pt x="316985" y="303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6874895" y="5604944"/>
              <a:ext cx="1679575" cy="1605915"/>
            </a:xfrm>
            <a:custGeom>
              <a:avLst/>
              <a:gdLst/>
              <a:ahLst/>
              <a:cxnLst/>
              <a:rect l="l" t="t" r="r" b="b"/>
              <a:pathLst>
                <a:path w="1679575" h="1605915">
                  <a:moveTo>
                    <a:pt x="0" y="0"/>
                  </a:moveTo>
                  <a:lnTo>
                    <a:pt x="0" y="1605731"/>
                  </a:lnTo>
                  <a:lnTo>
                    <a:pt x="1679016" y="160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361876" y="5582720"/>
              <a:ext cx="3168650" cy="1628139"/>
            </a:xfrm>
            <a:custGeom>
              <a:avLst/>
              <a:gdLst/>
              <a:ahLst/>
              <a:cxnLst/>
              <a:rect l="l" t="t" r="r" b="b"/>
              <a:pathLst>
                <a:path w="3168650" h="1628140">
                  <a:moveTo>
                    <a:pt x="1540403" y="0"/>
                  </a:moveTo>
                  <a:lnTo>
                    <a:pt x="0" y="1627950"/>
                  </a:lnTo>
                  <a:lnTo>
                    <a:pt x="3168353" y="1627950"/>
                  </a:lnTo>
                  <a:lnTo>
                    <a:pt x="1540403" y="0"/>
                  </a:lnTo>
                  <a:close/>
                </a:path>
              </a:pathLst>
            </a:custGeom>
            <a:solidFill>
              <a:srgbClr val="6F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8221906" y="5582725"/>
              <a:ext cx="1220470" cy="814069"/>
            </a:xfrm>
            <a:custGeom>
              <a:avLst/>
              <a:gdLst/>
              <a:ahLst/>
              <a:cxnLst/>
              <a:rect l="l" t="t" r="r" b="b"/>
              <a:pathLst>
                <a:path w="1220470" h="814070">
                  <a:moveTo>
                    <a:pt x="680377" y="0"/>
                  </a:moveTo>
                  <a:lnTo>
                    <a:pt x="0" y="719046"/>
                  </a:lnTo>
                  <a:lnTo>
                    <a:pt x="603657" y="610504"/>
                  </a:lnTo>
                  <a:lnTo>
                    <a:pt x="1085610" y="813975"/>
                  </a:lnTo>
                  <a:lnTo>
                    <a:pt x="1085610" y="512329"/>
                  </a:lnTo>
                  <a:lnTo>
                    <a:pt x="1219879" y="539501"/>
                  </a:lnTo>
                  <a:lnTo>
                    <a:pt x="680377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8902283" y="5582725"/>
              <a:ext cx="1628139" cy="1628139"/>
            </a:xfrm>
            <a:custGeom>
              <a:avLst/>
              <a:gdLst/>
              <a:ahLst/>
              <a:cxnLst/>
              <a:rect l="l" t="t" r="r" b="b"/>
              <a:pathLst>
                <a:path w="1628140" h="1628140">
                  <a:moveTo>
                    <a:pt x="0" y="0"/>
                  </a:moveTo>
                  <a:lnTo>
                    <a:pt x="0" y="1627950"/>
                  </a:lnTo>
                  <a:lnTo>
                    <a:pt x="1627950" y="1627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0142746" y="6079319"/>
              <a:ext cx="2258695" cy="1131570"/>
            </a:xfrm>
            <a:custGeom>
              <a:avLst/>
              <a:gdLst/>
              <a:ahLst/>
              <a:cxnLst/>
              <a:rect l="l" t="t" r="r" b="b"/>
              <a:pathLst>
                <a:path w="2258695" h="1131570">
                  <a:moveTo>
                    <a:pt x="1131347" y="0"/>
                  </a:moveTo>
                  <a:lnTo>
                    <a:pt x="0" y="1131347"/>
                  </a:lnTo>
                  <a:lnTo>
                    <a:pt x="1204759" y="1127033"/>
                  </a:lnTo>
                  <a:lnTo>
                    <a:pt x="2258381" y="1127033"/>
                  </a:lnTo>
                  <a:lnTo>
                    <a:pt x="1131347" y="0"/>
                  </a:lnTo>
                  <a:close/>
                </a:path>
              </a:pathLst>
            </a:custGeom>
            <a:solidFill>
              <a:srgbClr val="6F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0924203" y="6079321"/>
              <a:ext cx="633730" cy="418465"/>
            </a:xfrm>
            <a:custGeom>
              <a:avLst/>
              <a:gdLst/>
              <a:ahLst/>
              <a:cxnLst/>
              <a:rect l="l" t="t" r="r" b="b"/>
              <a:pathLst>
                <a:path w="633729" h="418464">
                  <a:moveTo>
                    <a:pt x="349895" y="0"/>
                  </a:moveTo>
                  <a:lnTo>
                    <a:pt x="0" y="349895"/>
                  </a:lnTo>
                  <a:lnTo>
                    <a:pt x="152225" y="259238"/>
                  </a:lnTo>
                  <a:lnTo>
                    <a:pt x="395108" y="417913"/>
                  </a:lnTo>
                  <a:lnTo>
                    <a:pt x="463116" y="226851"/>
                  </a:lnTo>
                  <a:lnTo>
                    <a:pt x="633279" y="283384"/>
                  </a:lnTo>
                  <a:lnTo>
                    <a:pt x="349895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1271939" y="6081342"/>
              <a:ext cx="1129665" cy="1127760"/>
            </a:xfrm>
            <a:custGeom>
              <a:avLst/>
              <a:gdLst/>
              <a:ahLst/>
              <a:cxnLst/>
              <a:rect l="l" t="t" r="r" b="b"/>
              <a:pathLst>
                <a:path w="1129665" h="1127759">
                  <a:moveTo>
                    <a:pt x="2157" y="0"/>
                  </a:moveTo>
                  <a:lnTo>
                    <a:pt x="0" y="2157"/>
                  </a:lnTo>
                  <a:lnTo>
                    <a:pt x="0" y="1127305"/>
                  </a:lnTo>
                  <a:lnTo>
                    <a:pt x="75568" y="1127033"/>
                  </a:lnTo>
                  <a:lnTo>
                    <a:pt x="1129190" y="1127033"/>
                  </a:lnTo>
                  <a:lnTo>
                    <a:pt x="2157" y="0"/>
                  </a:lnTo>
                  <a:close/>
                </a:path>
              </a:pathLst>
            </a:custGeom>
            <a:solidFill>
              <a:srgbClr val="046A38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3" name="object 233" descr=""/>
          <p:cNvGrpSpPr/>
          <p:nvPr/>
        </p:nvGrpSpPr>
        <p:grpSpPr>
          <a:xfrm>
            <a:off x="1039413" y="8980229"/>
            <a:ext cx="4606925" cy="1287145"/>
            <a:chOff x="1039413" y="8980229"/>
            <a:chExt cx="4606925" cy="1287145"/>
          </a:xfrm>
        </p:grpSpPr>
        <p:sp>
          <p:nvSpPr>
            <p:cNvPr id="234" name="object 234" descr=""/>
            <p:cNvSpPr/>
            <p:nvPr/>
          </p:nvSpPr>
          <p:spPr>
            <a:xfrm>
              <a:off x="1039413" y="8980229"/>
              <a:ext cx="4606925" cy="1287145"/>
            </a:xfrm>
            <a:custGeom>
              <a:avLst/>
              <a:gdLst/>
              <a:ahLst/>
              <a:cxnLst/>
              <a:rect l="l" t="t" r="r" b="b"/>
              <a:pathLst>
                <a:path w="4606925" h="1287145">
                  <a:moveTo>
                    <a:pt x="4606351" y="0"/>
                  </a:moveTo>
                  <a:lnTo>
                    <a:pt x="0" y="0"/>
                  </a:lnTo>
                  <a:lnTo>
                    <a:pt x="0" y="1286850"/>
                  </a:lnTo>
                  <a:lnTo>
                    <a:pt x="4606351" y="1286850"/>
                  </a:lnTo>
                  <a:lnTo>
                    <a:pt x="460635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105433" y="9153759"/>
              <a:ext cx="4494530" cy="1113790"/>
            </a:xfrm>
            <a:custGeom>
              <a:avLst/>
              <a:gdLst/>
              <a:ahLst/>
              <a:cxnLst/>
              <a:rect l="l" t="t" r="r" b="b"/>
              <a:pathLst>
                <a:path w="4494530" h="1113790">
                  <a:moveTo>
                    <a:pt x="4493996" y="1113332"/>
                  </a:moveTo>
                  <a:lnTo>
                    <a:pt x="4479252" y="1048080"/>
                  </a:lnTo>
                  <a:lnTo>
                    <a:pt x="4458373" y="983919"/>
                  </a:lnTo>
                  <a:lnTo>
                    <a:pt x="4431525" y="920953"/>
                  </a:lnTo>
                  <a:lnTo>
                    <a:pt x="4398873" y="859269"/>
                  </a:lnTo>
                  <a:lnTo>
                    <a:pt x="4360596" y="798969"/>
                  </a:lnTo>
                  <a:lnTo>
                    <a:pt x="4316831" y="740117"/>
                  </a:lnTo>
                  <a:lnTo>
                    <a:pt x="4267771" y="682828"/>
                  </a:lnTo>
                  <a:lnTo>
                    <a:pt x="4241304" y="654786"/>
                  </a:lnTo>
                  <a:lnTo>
                    <a:pt x="4213580" y="627176"/>
                  </a:lnTo>
                  <a:lnTo>
                    <a:pt x="4184612" y="599998"/>
                  </a:lnTo>
                  <a:lnTo>
                    <a:pt x="4154411" y="573265"/>
                  </a:lnTo>
                  <a:lnTo>
                    <a:pt x="4123029" y="546989"/>
                  </a:lnTo>
                  <a:lnTo>
                    <a:pt x="4090454" y="521182"/>
                  </a:lnTo>
                  <a:lnTo>
                    <a:pt x="4056723" y="495858"/>
                  </a:lnTo>
                  <a:lnTo>
                    <a:pt x="4021861" y="471017"/>
                  </a:lnTo>
                  <a:lnTo>
                    <a:pt x="3985869" y="446684"/>
                  </a:lnTo>
                  <a:lnTo>
                    <a:pt x="3948785" y="422871"/>
                  </a:lnTo>
                  <a:lnTo>
                    <a:pt x="3910634" y="399580"/>
                  </a:lnTo>
                  <a:lnTo>
                    <a:pt x="3871430" y="376821"/>
                  </a:lnTo>
                  <a:lnTo>
                    <a:pt x="3831183" y="354609"/>
                  </a:lnTo>
                  <a:lnTo>
                    <a:pt x="3789921" y="332968"/>
                  </a:lnTo>
                  <a:lnTo>
                    <a:pt x="3747681" y="311886"/>
                  </a:lnTo>
                  <a:lnTo>
                    <a:pt x="3704463" y="291401"/>
                  </a:lnTo>
                  <a:lnTo>
                    <a:pt x="3660292" y="271500"/>
                  </a:lnTo>
                  <a:lnTo>
                    <a:pt x="3615194" y="252209"/>
                  </a:lnTo>
                  <a:lnTo>
                    <a:pt x="3569195" y="233527"/>
                  </a:lnTo>
                  <a:lnTo>
                    <a:pt x="3522307" y="215480"/>
                  </a:lnTo>
                  <a:lnTo>
                    <a:pt x="3474542" y="198069"/>
                  </a:lnTo>
                  <a:lnTo>
                    <a:pt x="3425939" y="181305"/>
                  </a:lnTo>
                  <a:lnTo>
                    <a:pt x="3376523" y="165214"/>
                  </a:lnTo>
                  <a:lnTo>
                    <a:pt x="3326282" y="149796"/>
                  </a:lnTo>
                  <a:lnTo>
                    <a:pt x="3275279" y="135051"/>
                  </a:lnTo>
                  <a:lnTo>
                    <a:pt x="3223501" y="121018"/>
                  </a:lnTo>
                  <a:lnTo>
                    <a:pt x="3170986" y="107683"/>
                  </a:lnTo>
                  <a:lnTo>
                    <a:pt x="3117748" y="95072"/>
                  </a:lnTo>
                  <a:lnTo>
                    <a:pt x="3063811" y="83185"/>
                  </a:lnTo>
                  <a:lnTo>
                    <a:pt x="3009201" y="72047"/>
                  </a:lnTo>
                  <a:lnTo>
                    <a:pt x="2953931" y="61671"/>
                  </a:lnTo>
                  <a:lnTo>
                    <a:pt x="2898025" y="52044"/>
                  </a:lnTo>
                  <a:lnTo>
                    <a:pt x="2841498" y="43205"/>
                  </a:lnTo>
                  <a:lnTo>
                    <a:pt x="2784386" y="35153"/>
                  </a:lnTo>
                  <a:lnTo>
                    <a:pt x="2726690" y="27889"/>
                  </a:lnTo>
                  <a:lnTo>
                    <a:pt x="2668447" y="21450"/>
                  </a:lnTo>
                  <a:lnTo>
                    <a:pt x="2609672" y="15824"/>
                  </a:lnTo>
                  <a:lnTo>
                    <a:pt x="2550376" y="11036"/>
                  </a:lnTo>
                  <a:lnTo>
                    <a:pt x="2490597" y="7099"/>
                  </a:lnTo>
                  <a:lnTo>
                    <a:pt x="2430361" y="4013"/>
                  </a:lnTo>
                  <a:lnTo>
                    <a:pt x="2369655" y="1790"/>
                  </a:lnTo>
                  <a:lnTo>
                    <a:pt x="2308529" y="444"/>
                  </a:lnTo>
                  <a:lnTo>
                    <a:pt x="2247011" y="0"/>
                  </a:lnTo>
                  <a:lnTo>
                    <a:pt x="2185479" y="444"/>
                  </a:lnTo>
                  <a:lnTo>
                    <a:pt x="2124354" y="1790"/>
                  </a:lnTo>
                  <a:lnTo>
                    <a:pt x="2063648" y="4013"/>
                  </a:lnTo>
                  <a:lnTo>
                    <a:pt x="2003399" y="7099"/>
                  </a:lnTo>
                  <a:lnTo>
                    <a:pt x="1943620" y="11036"/>
                  </a:lnTo>
                  <a:lnTo>
                    <a:pt x="1884337" y="15824"/>
                  </a:lnTo>
                  <a:lnTo>
                    <a:pt x="1825561" y="21450"/>
                  </a:lnTo>
                  <a:lnTo>
                    <a:pt x="1767319" y="27889"/>
                  </a:lnTo>
                  <a:lnTo>
                    <a:pt x="1709623" y="35153"/>
                  </a:lnTo>
                  <a:lnTo>
                    <a:pt x="1652511" y="43205"/>
                  </a:lnTo>
                  <a:lnTo>
                    <a:pt x="1595983" y="52044"/>
                  </a:lnTo>
                  <a:lnTo>
                    <a:pt x="1540078" y="61671"/>
                  </a:lnTo>
                  <a:lnTo>
                    <a:pt x="1484807" y="72047"/>
                  </a:lnTo>
                  <a:lnTo>
                    <a:pt x="1430197" y="83185"/>
                  </a:lnTo>
                  <a:lnTo>
                    <a:pt x="1376260" y="95072"/>
                  </a:lnTo>
                  <a:lnTo>
                    <a:pt x="1323022" y="107683"/>
                  </a:lnTo>
                  <a:lnTo>
                    <a:pt x="1270508" y="121018"/>
                  </a:lnTo>
                  <a:lnTo>
                    <a:pt x="1218730" y="135051"/>
                  </a:lnTo>
                  <a:lnTo>
                    <a:pt x="1167714" y="149796"/>
                  </a:lnTo>
                  <a:lnTo>
                    <a:pt x="1117485" y="165214"/>
                  </a:lnTo>
                  <a:lnTo>
                    <a:pt x="1068057" y="181305"/>
                  </a:lnTo>
                  <a:lnTo>
                    <a:pt x="1019454" y="198069"/>
                  </a:lnTo>
                  <a:lnTo>
                    <a:pt x="971702" y="215480"/>
                  </a:lnTo>
                  <a:lnTo>
                    <a:pt x="924801" y="233527"/>
                  </a:lnTo>
                  <a:lnTo>
                    <a:pt x="878801" y="252209"/>
                  </a:lnTo>
                  <a:lnTo>
                    <a:pt x="833704" y="271500"/>
                  </a:lnTo>
                  <a:lnTo>
                    <a:pt x="789533" y="291401"/>
                  </a:lnTo>
                  <a:lnTo>
                    <a:pt x="746315" y="311886"/>
                  </a:lnTo>
                  <a:lnTo>
                    <a:pt x="704075" y="332968"/>
                  </a:lnTo>
                  <a:lnTo>
                    <a:pt x="662813" y="354609"/>
                  </a:lnTo>
                  <a:lnTo>
                    <a:pt x="622579" y="376821"/>
                  </a:lnTo>
                  <a:lnTo>
                    <a:pt x="583361" y="399580"/>
                  </a:lnTo>
                  <a:lnTo>
                    <a:pt x="545211" y="422871"/>
                  </a:lnTo>
                  <a:lnTo>
                    <a:pt x="508127" y="446684"/>
                  </a:lnTo>
                  <a:lnTo>
                    <a:pt x="472147" y="471017"/>
                  </a:lnTo>
                  <a:lnTo>
                    <a:pt x="437273" y="495858"/>
                  </a:lnTo>
                  <a:lnTo>
                    <a:pt x="403542" y="521182"/>
                  </a:lnTo>
                  <a:lnTo>
                    <a:pt x="370979" y="546989"/>
                  </a:lnTo>
                  <a:lnTo>
                    <a:pt x="339585" y="573265"/>
                  </a:lnTo>
                  <a:lnTo>
                    <a:pt x="309384" y="599998"/>
                  </a:lnTo>
                  <a:lnTo>
                    <a:pt x="280416" y="627176"/>
                  </a:lnTo>
                  <a:lnTo>
                    <a:pt x="252691" y="654786"/>
                  </a:lnTo>
                  <a:lnTo>
                    <a:pt x="226225" y="682828"/>
                  </a:lnTo>
                  <a:lnTo>
                    <a:pt x="177165" y="740117"/>
                  </a:lnTo>
                  <a:lnTo>
                    <a:pt x="133413" y="798969"/>
                  </a:lnTo>
                  <a:lnTo>
                    <a:pt x="95123" y="859269"/>
                  </a:lnTo>
                  <a:lnTo>
                    <a:pt x="62471" y="920953"/>
                  </a:lnTo>
                  <a:lnTo>
                    <a:pt x="35623" y="983919"/>
                  </a:lnTo>
                  <a:lnTo>
                    <a:pt x="14744" y="1048080"/>
                  </a:lnTo>
                  <a:lnTo>
                    <a:pt x="0" y="1113332"/>
                  </a:lnTo>
                  <a:lnTo>
                    <a:pt x="309308" y="1113332"/>
                  </a:lnTo>
                  <a:lnTo>
                    <a:pt x="4138003" y="1113332"/>
                  </a:lnTo>
                  <a:lnTo>
                    <a:pt x="4493996" y="1113332"/>
                  </a:lnTo>
                  <a:close/>
                </a:path>
              </a:pathLst>
            </a:custGeom>
            <a:solidFill>
              <a:srgbClr val="ACE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408152" y="9452907"/>
              <a:ext cx="3842385" cy="814705"/>
            </a:xfrm>
            <a:custGeom>
              <a:avLst/>
              <a:gdLst/>
              <a:ahLst/>
              <a:cxnLst/>
              <a:rect l="l" t="t" r="r" b="b"/>
              <a:pathLst>
                <a:path w="3842385" h="814704">
                  <a:moveTo>
                    <a:pt x="1920936" y="0"/>
                  </a:moveTo>
                  <a:lnTo>
                    <a:pt x="1859766" y="509"/>
                  </a:lnTo>
                  <a:lnTo>
                    <a:pt x="1799056" y="2027"/>
                  </a:lnTo>
                  <a:lnTo>
                    <a:pt x="1738832" y="4539"/>
                  </a:lnTo>
                  <a:lnTo>
                    <a:pt x="1679122" y="8032"/>
                  </a:lnTo>
                  <a:lnTo>
                    <a:pt x="1619952" y="12489"/>
                  </a:lnTo>
                  <a:lnTo>
                    <a:pt x="1561348" y="17896"/>
                  </a:lnTo>
                  <a:lnTo>
                    <a:pt x="1503337" y="24239"/>
                  </a:lnTo>
                  <a:lnTo>
                    <a:pt x="1445945" y="31504"/>
                  </a:lnTo>
                  <a:lnTo>
                    <a:pt x="1389198" y="39675"/>
                  </a:lnTo>
                  <a:lnTo>
                    <a:pt x="1333125" y="48737"/>
                  </a:lnTo>
                  <a:lnTo>
                    <a:pt x="1277749" y="58677"/>
                  </a:lnTo>
                  <a:lnTo>
                    <a:pt x="1223099" y="69480"/>
                  </a:lnTo>
                  <a:lnTo>
                    <a:pt x="1169201" y="81131"/>
                  </a:lnTo>
                  <a:lnTo>
                    <a:pt x="1116081" y="93615"/>
                  </a:lnTo>
                  <a:lnTo>
                    <a:pt x="1063766" y="106917"/>
                  </a:lnTo>
                  <a:lnTo>
                    <a:pt x="1012282" y="121024"/>
                  </a:lnTo>
                  <a:lnTo>
                    <a:pt x="961656" y="135921"/>
                  </a:lnTo>
                  <a:lnTo>
                    <a:pt x="911915" y="151592"/>
                  </a:lnTo>
                  <a:lnTo>
                    <a:pt x="863084" y="168023"/>
                  </a:lnTo>
                  <a:lnTo>
                    <a:pt x="815190" y="185200"/>
                  </a:lnTo>
                  <a:lnTo>
                    <a:pt x="768260" y="203108"/>
                  </a:lnTo>
                  <a:lnTo>
                    <a:pt x="722321" y="221733"/>
                  </a:lnTo>
                  <a:lnTo>
                    <a:pt x="677398" y="241059"/>
                  </a:lnTo>
                  <a:lnTo>
                    <a:pt x="633519" y="261072"/>
                  </a:lnTo>
                  <a:lnTo>
                    <a:pt x="590709" y="281758"/>
                  </a:lnTo>
                  <a:lnTo>
                    <a:pt x="548996" y="303102"/>
                  </a:lnTo>
                  <a:lnTo>
                    <a:pt x="508406" y="325089"/>
                  </a:lnTo>
                  <a:lnTo>
                    <a:pt x="468965" y="347704"/>
                  </a:lnTo>
                  <a:lnTo>
                    <a:pt x="430700" y="370934"/>
                  </a:lnTo>
                  <a:lnTo>
                    <a:pt x="393637" y="394763"/>
                  </a:lnTo>
                  <a:lnTo>
                    <a:pt x="357803" y="419176"/>
                  </a:lnTo>
                  <a:lnTo>
                    <a:pt x="323224" y="444160"/>
                  </a:lnTo>
                  <a:lnTo>
                    <a:pt x="289928" y="469699"/>
                  </a:lnTo>
                  <a:lnTo>
                    <a:pt x="257939" y="495779"/>
                  </a:lnTo>
                  <a:lnTo>
                    <a:pt x="227286" y="522386"/>
                  </a:lnTo>
                  <a:lnTo>
                    <a:pt x="197994" y="549504"/>
                  </a:lnTo>
                  <a:lnTo>
                    <a:pt x="170089" y="577118"/>
                  </a:lnTo>
                  <a:lnTo>
                    <a:pt x="143600" y="605216"/>
                  </a:lnTo>
                  <a:lnTo>
                    <a:pt x="94969" y="662799"/>
                  </a:lnTo>
                  <a:lnTo>
                    <a:pt x="52314" y="722136"/>
                  </a:lnTo>
                  <a:lnTo>
                    <a:pt x="15847" y="783109"/>
                  </a:lnTo>
                  <a:lnTo>
                    <a:pt x="0" y="814174"/>
                  </a:lnTo>
                  <a:lnTo>
                    <a:pt x="3841883" y="814174"/>
                  </a:lnTo>
                  <a:lnTo>
                    <a:pt x="3808588" y="752425"/>
                  </a:lnTo>
                  <a:lnTo>
                    <a:pt x="3769001" y="692255"/>
                  </a:lnTo>
                  <a:lnTo>
                    <a:pt x="3723331" y="633781"/>
                  </a:lnTo>
                  <a:lnTo>
                    <a:pt x="3671793" y="577118"/>
                  </a:lnTo>
                  <a:lnTo>
                    <a:pt x="3643888" y="549504"/>
                  </a:lnTo>
                  <a:lnTo>
                    <a:pt x="3614596" y="522386"/>
                  </a:lnTo>
                  <a:lnTo>
                    <a:pt x="3583943" y="495779"/>
                  </a:lnTo>
                  <a:lnTo>
                    <a:pt x="3551954" y="469699"/>
                  </a:lnTo>
                  <a:lnTo>
                    <a:pt x="3518657" y="444160"/>
                  </a:lnTo>
                  <a:lnTo>
                    <a:pt x="3484079" y="419176"/>
                  </a:lnTo>
                  <a:lnTo>
                    <a:pt x="3448245" y="394763"/>
                  </a:lnTo>
                  <a:lnTo>
                    <a:pt x="3411182" y="370934"/>
                  </a:lnTo>
                  <a:lnTo>
                    <a:pt x="3372917" y="347704"/>
                  </a:lnTo>
                  <a:lnTo>
                    <a:pt x="3333475" y="325089"/>
                  </a:lnTo>
                  <a:lnTo>
                    <a:pt x="3292885" y="303102"/>
                  </a:lnTo>
                  <a:lnTo>
                    <a:pt x="3251172" y="281758"/>
                  </a:lnTo>
                  <a:lnTo>
                    <a:pt x="3208362" y="261072"/>
                  </a:lnTo>
                  <a:lnTo>
                    <a:pt x="3164483" y="241059"/>
                  </a:lnTo>
                  <a:lnTo>
                    <a:pt x="3119560" y="221733"/>
                  </a:lnTo>
                  <a:lnTo>
                    <a:pt x="3073620" y="203108"/>
                  </a:lnTo>
                  <a:lnTo>
                    <a:pt x="3026690" y="185200"/>
                  </a:lnTo>
                  <a:lnTo>
                    <a:pt x="2978796" y="168023"/>
                  </a:lnTo>
                  <a:lnTo>
                    <a:pt x="2929965" y="151592"/>
                  </a:lnTo>
                  <a:lnTo>
                    <a:pt x="2880223" y="135921"/>
                  </a:lnTo>
                  <a:lnTo>
                    <a:pt x="2829597" y="121024"/>
                  </a:lnTo>
                  <a:lnTo>
                    <a:pt x="2778113" y="106917"/>
                  </a:lnTo>
                  <a:lnTo>
                    <a:pt x="2725797" y="93615"/>
                  </a:lnTo>
                  <a:lnTo>
                    <a:pt x="2672677" y="81131"/>
                  </a:lnTo>
                  <a:lnTo>
                    <a:pt x="2618779" y="69480"/>
                  </a:lnTo>
                  <a:lnTo>
                    <a:pt x="2564128" y="58677"/>
                  </a:lnTo>
                  <a:lnTo>
                    <a:pt x="2508753" y="48737"/>
                  </a:lnTo>
                  <a:lnTo>
                    <a:pt x="2452678" y="39675"/>
                  </a:lnTo>
                  <a:lnTo>
                    <a:pt x="2395931" y="31504"/>
                  </a:lnTo>
                  <a:lnTo>
                    <a:pt x="2338539" y="24239"/>
                  </a:lnTo>
                  <a:lnTo>
                    <a:pt x="2280527" y="17896"/>
                  </a:lnTo>
                  <a:lnTo>
                    <a:pt x="2221923" y="12489"/>
                  </a:lnTo>
                  <a:lnTo>
                    <a:pt x="2162752" y="8032"/>
                  </a:lnTo>
                  <a:lnTo>
                    <a:pt x="2103041" y="4539"/>
                  </a:lnTo>
                  <a:lnTo>
                    <a:pt x="2042817" y="2027"/>
                  </a:lnTo>
                  <a:lnTo>
                    <a:pt x="1982107" y="509"/>
                  </a:lnTo>
                  <a:lnTo>
                    <a:pt x="1920936" y="0"/>
                  </a:lnTo>
                  <a:close/>
                </a:path>
              </a:pathLst>
            </a:custGeom>
            <a:solidFill>
              <a:srgbClr val="B9E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2229537" y="10009298"/>
              <a:ext cx="2199640" cy="257810"/>
            </a:xfrm>
            <a:custGeom>
              <a:avLst/>
              <a:gdLst/>
              <a:ahLst/>
              <a:cxnLst/>
              <a:rect l="l" t="t" r="r" b="b"/>
              <a:pathLst>
                <a:path w="2199640" h="257809">
                  <a:moveTo>
                    <a:pt x="1099558" y="0"/>
                  </a:moveTo>
                  <a:lnTo>
                    <a:pt x="1042362" y="564"/>
                  </a:lnTo>
                  <a:lnTo>
                    <a:pt x="985730" y="2242"/>
                  </a:lnTo>
                  <a:lnTo>
                    <a:pt x="929705" y="5013"/>
                  </a:lnTo>
                  <a:lnTo>
                    <a:pt x="874327" y="8856"/>
                  </a:lnTo>
                  <a:lnTo>
                    <a:pt x="819638" y="13751"/>
                  </a:lnTo>
                  <a:lnTo>
                    <a:pt x="765678" y="19676"/>
                  </a:lnTo>
                  <a:lnTo>
                    <a:pt x="712489" y="26611"/>
                  </a:lnTo>
                  <a:lnTo>
                    <a:pt x="660113" y="34534"/>
                  </a:lnTo>
                  <a:lnTo>
                    <a:pt x="608590" y="43425"/>
                  </a:lnTo>
                  <a:lnTo>
                    <a:pt x="557962" y="53263"/>
                  </a:lnTo>
                  <a:lnTo>
                    <a:pt x="508270" y="64026"/>
                  </a:lnTo>
                  <a:lnTo>
                    <a:pt x="459556" y="75695"/>
                  </a:lnTo>
                  <a:lnTo>
                    <a:pt x="411860" y="88247"/>
                  </a:lnTo>
                  <a:lnTo>
                    <a:pt x="365224" y="101662"/>
                  </a:lnTo>
                  <a:lnTo>
                    <a:pt x="319689" y="115919"/>
                  </a:lnTo>
                  <a:lnTo>
                    <a:pt x="275296" y="130998"/>
                  </a:lnTo>
                  <a:lnTo>
                    <a:pt x="232087" y="146876"/>
                  </a:lnTo>
                  <a:lnTo>
                    <a:pt x="190103" y="163534"/>
                  </a:lnTo>
                  <a:lnTo>
                    <a:pt x="149385" y="180951"/>
                  </a:lnTo>
                  <a:lnTo>
                    <a:pt x="109974" y="199105"/>
                  </a:lnTo>
                  <a:lnTo>
                    <a:pt x="71912" y="217975"/>
                  </a:lnTo>
                  <a:lnTo>
                    <a:pt x="35240" y="237541"/>
                  </a:lnTo>
                  <a:lnTo>
                    <a:pt x="0" y="257782"/>
                  </a:lnTo>
                  <a:lnTo>
                    <a:pt x="2199116" y="257782"/>
                  </a:lnTo>
                  <a:lnTo>
                    <a:pt x="2163875" y="237541"/>
                  </a:lnTo>
                  <a:lnTo>
                    <a:pt x="2127203" y="217975"/>
                  </a:lnTo>
                  <a:lnTo>
                    <a:pt x="2089141" y="199105"/>
                  </a:lnTo>
                  <a:lnTo>
                    <a:pt x="2049730" y="180951"/>
                  </a:lnTo>
                  <a:lnTo>
                    <a:pt x="2009012" y="163534"/>
                  </a:lnTo>
                  <a:lnTo>
                    <a:pt x="1967028" y="146876"/>
                  </a:lnTo>
                  <a:lnTo>
                    <a:pt x="1923819" y="130998"/>
                  </a:lnTo>
                  <a:lnTo>
                    <a:pt x="1879426" y="115919"/>
                  </a:lnTo>
                  <a:lnTo>
                    <a:pt x="1833891" y="101662"/>
                  </a:lnTo>
                  <a:lnTo>
                    <a:pt x="1787255" y="88247"/>
                  </a:lnTo>
                  <a:lnTo>
                    <a:pt x="1739559" y="75695"/>
                  </a:lnTo>
                  <a:lnTo>
                    <a:pt x="1690845" y="64026"/>
                  </a:lnTo>
                  <a:lnTo>
                    <a:pt x="1641153" y="53263"/>
                  </a:lnTo>
                  <a:lnTo>
                    <a:pt x="1590525" y="43425"/>
                  </a:lnTo>
                  <a:lnTo>
                    <a:pt x="1539002" y="34534"/>
                  </a:lnTo>
                  <a:lnTo>
                    <a:pt x="1486626" y="26611"/>
                  </a:lnTo>
                  <a:lnTo>
                    <a:pt x="1433437" y="19676"/>
                  </a:lnTo>
                  <a:lnTo>
                    <a:pt x="1379478" y="13751"/>
                  </a:lnTo>
                  <a:lnTo>
                    <a:pt x="1324788" y="8856"/>
                  </a:lnTo>
                  <a:lnTo>
                    <a:pt x="1269410" y="5013"/>
                  </a:lnTo>
                  <a:lnTo>
                    <a:pt x="1213385" y="2242"/>
                  </a:lnTo>
                  <a:lnTo>
                    <a:pt x="1156754" y="564"/>
                  </a:lnTo>
                  <a:lnTo>
                    <a:pt x="1099558" y="0"/>
                  </a:lnTo>
                  <a:close/>
                </a:path>
              </a:pathLst>
            </a:custGeom>
            <a:solidFill>
              <a:srgbClr val="CEED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8" name="object 238" descr=""/>
          <p:cNvSpPr/>
          <p:nvPr/>
        </p:nvSpPr>
        <p:spPr>
          <a:xfrm>
            <a:off x="1060548" y="7833966"/>
            <a:ext cx="834390" cy="275590"/>
          </a:xfrm>
          <a:custGeom>
            <a:avLst/>
            <a:gdLst/>
            <a:ahLst/>
            <a:cxnLst/>
            <a:rect l="l" t="t" r="r" b="b"/>
            <a:pathLst>
              <a:path w="834389" h="275590">
                <a:moveTo>
                  <a:pt x="213679" y="0"/>
                </a:moveTo>
                <a:lnTo>
                  <a:pt x="158225" y="1515"/>
                </a:lnTo>
                <a:lnTo>
                  <a:pt x="104012" y="5980"/>
                </a:lnTo>
                <a:lnTo>
                  <a:pt x="51213" y="13274"/>
                </a:lnTo>
                <a:lnTo>
                  <a:pt x="0" y="23276"/>
                </a:lnTo>
                <a:lnTo>
                  <a:pt x="0" y="275269"/>
                </a:lnTo>
                <a:lnTo>
                  <a:pt x="833943" y="275269"/>
                </a:lnTo>
                <a:lnTo>
                  <a:pt x="809787" y="241346"/>
                </a:lnTo>
                <a:lnTo>
                  <a:pt x="781689" y="209050"/>
                </a:lnTo>
                <a:lnTo>
                  <a:pt x="749860" y="178521"/>
                </a:lnTo>
                <a:lnTo>
                  <a:pt x="714510" y="149903"/>
                </a:lnTo>
                <a:lnTo>
                  <a:pt x="675850" y="123337"/>
                </a:lnTo>
                <a:lnTo>
                  <a:pt x="634089" y="98965"/>
                </a:lnTo>
                <a:lnTo>
                  <a:pt x="589440" y="76929"/>
                </a:lnTo>
                <a:lnTo>
                  <a:pt x="542111" y="57371"/>
                </a:lnTo>
                <a:lnTo>
                  <a:pt x="492315" y="40432"/>
                </a:lnTo>
                <a:lnTo>
                  <a:pt x="440261" y="26255"/>
                </a:lnTo>
                <a:lnTo>
                  <a:pt x="386160" y="14981"/>
                </a:lnTo>
                <a:lnTo>
                  <a:pt x="330222" y="6752"/>
                </a:lnTo>
                <a:lnTo>
                  <a:pt x="272658" y="1711"/>
                </a:lnTo>
                <a:lnTo>
                  <a:pt x="213679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5260385" y="7857243"/>
            <a:ext cx="407034" cy="252095"/>
          </a:xfrm>
          <a:custGeom>
            <a:avLst/>
            <a:gdLst/>
            <a:ahLst/>
            <a:cxnLst/>
            <a:rect l="l" t="t" r="r" b="b"/>
            <a:pathLst>
              <a:path w="407035" h="252095">
                <a:moveTo>
                  <a:pt x="406584" y="0"/>
                </a:moveTo>
                <a:lnTo>
                  <a:pt x="352772" y="13847"/>
                </a:lnTo>
                <a:lnTo>
                  <a:pt x="301279" y="30625"/>
                </a:lnTo>
                <a:lnTo>
                  <a:pt x="252332" y="50178"/>
                </a:lnTo>
                <a:lnTo>
                  <a:pt x="206157" y="72356"/>
                </a:lnTo>
                <a:lnTo>
                  <a:pt x="162981" y="97006"/>
                </a:lnTo>
                <a:lnTo>
                  <a:pt x="123030" y="123974"/>
                </a:lnTo>
                <a:lnTo>
                  <a:pt x="86530" y="153110"/>
                </a:lnTo>
                <a:lnTo>
                  <a:pt x="53707" y="184260"/>
                </a:lnTo>
                <a:lnTo>
                  <a:pt x="24788" y="217271"/>
                </a:lnTo>
                <a:lnTo>
                  <a:pt x="0" y="251992"/>
                </a:lnTo>
                <a:lnTo>
                  <a:pt x="406584" y="251992"/>
                </a:lnTo>
                <a:lnTo>
                  <a:pt x="406584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0" name="object 240" descr=""/>
          <p:cNvGrpSpPr/>
          <p:nvPr/>
        </p:nvGrpSpPr>
        <p:grpSpPr>
          <a:xfrm>
            <a:off x="1060662" y="7482416"/>
            <a:ext cx="4606925" cy="628650"/>
            <a:chOff x="1060662" y="7482416"/>
            <a:chExt cx="4606925" cy="628650"/>
          </a:xfrm>
        </p:grpSpPr>
        <p:sp>
          <p:nvSpPr>
            <p:cNvPr id="241" name="object 241" descr=""/>
            <p:cNvSpPr/>
            <p:nvPr/>
          </p:nvSpPr>
          <p:spPr>
            <a:xfrm>
              <a:off x="2837422" y="7539797"/>
              <a:ext cx="1974850" cy="569595"/>
            </a:xfrm>
            <a:custGeom>
              <a:avLst/>
              <a:gdLst/>
              <a:ahLst/>
              <a:cxnLst/>
              <a:rect l="l" t="t" r="r" b="b"/>
              <a:pathLst>
                <a:path w="1974850" h="569595">
                  <a:moveTo>
                    <a:pt x="987142" y="0"/>
                  </a:moveTo>
                  <a:lnTo>
                    <a:pt x="931223" y="1005"/>
                  </a:lnTo>
                  <a:lnTo>
                    <a:pt x="876115" y="3986"/>
                  </a:lnTo>
                  <a:lnTo>
                    <a:pt x="821902" y="8889"/>
                  </a:lnTo>
                  <a:lnTo>
                    <a:pt x="768663" y="15661"/>
                  </a:lnTo>
                  <a:lnTo>
                    <a:pt x="716480" y="24249"/>
                  </a:lnTo>
                  <a:lnTo>
                    <a:pt x="665435" y="34599"/>
                  </a:lnTo>
                  <a:lnTo>
                    <a:pt x="615610" y="46658"/>
                  </a:lnTo>
                  <a:lnTo>
                    <a:pt x="567086" y="60373"/>
                  </a:lnTo>
                  <a:lnTo>
                    <a:pt x="519944" y="75691"/>
                  </a:lnTo>
                  <a:lnTo>
                    <a:pt x="474266" y="92558"/>
                  </a:lnTo>
                  <a:lnTo>
                    <a:pt x="430134" y="110921"/>
                  </a:lnTo>
                  <a:lnTo>
                    <a:pt x="387628" y="130727"/>
                  </a:lnTo>
                  <a:lnTo>
                    <a:pt x="346830" y="151923"/>
                  </a:lnTo>
                  <a:lnTo>
                    <a:pt x="307823" y="174455"/>
                  </a:lnTo>
                  <a:lnTo>
                    <a:pt x="270719" y="198256"/>
                  </a:lnTo>
                  <a:lnTo>
                    <a:pt x="235572" y="223290"/>
                  </a:lnTo>
                  <a:lnTo>
                    <a:pt x="202457" y="249499"/>
                  </a:lnTo>
                  <a:lnTo>
                    <a:pt x="171450" y="276829"/>
                  </a:lnTo>
                  <a:lnTo>
                    <a:pt x="134278" y="314101"/>
                  </a:lnTo>
                  <a:lnTo>
                    <a:pt x="101031" y="353079"/>
                  </a:lnTo>
                  <a:lnTo>
                    <a:pt x="71889" y="393645"/>
                  </a:lnTo>
                  <a:lnTo>
                    <a:pt x="47033" y="435682"/>
                  </a:lnTo>
                  <a:lnTo>
                    <a:pt x="26646" y="479071"/>
                  </a:lnTo>
                  <a:lnTo>
                    <a:pt x="10907" y="523695"/>
                  </a:lnTo>
                  <a:lnTo>
                    <a:pt x="0" y="569438"/>
                  </a:lnTo>
                  <a:lnTo>
                    <a:pt x="1974316" y="569438"/>
                  </a:lnTo>
                  <a:lnTo>
                    <a:pt x="1963771" y="524911"/>
                  </a:lnTo>
                  <a:lnTo>
                    <a:pt x="1948646" y="481438"/>
                  </a:lnTo>
                  <a:lnTo>
                    <a:pt x="1929107" y="439129"/>
                  </a:lnTo>
                  <a:lnTo>
                    <a:pt x="1905322" y="398092"/>
                  </a:lnTo>
                  <a:lnTo>
                    <a:pt x="1877460" y="358435"/>
                  </a:lnTo>
                  <a:lnTo>
                    <a:pt x="1845686" y="320267"/>
                  </a:lnTo>
                  <a:lnTo>
                    <a:pt x="1810169" y="283695"/>
                  </a:lnTo>
                  <a:lnTo>
                    <a:pt x="1771076" y="248830"/>
                  </a:lnTo>
                  <a:lnTo>
                    <a:pt x="1739212" y="223645"/>
                  </a:lnTo>
                  <a:lnTo>
                    <a:pt x="1705470" y="199543"/>
                  </a:lnTo>
                  <a:lnTo>
                    <a:pt x="1669919" y="176573"/>
                  </a:lnTo>
                  <a:lnTo>
                    <a:pt x="1632630" y="154780"/>
                  </a:lnTo>
                  <a:lnTo>
                    <a:pt x="1591646" y="133203"/>
                  </a:lnTo>
                  <a:lnTo>
                    <a:pt x="1548909" y="113036"/>
                  </a:lnTo>
                  <a:lnTo>
                    <a:pt x="1504504" y="94334"/>
                  </a:lnTo>
                  <a:lnTo>
                    <a:pt x="1458514" y="77152"/>
                  </a:lnTo>
                  <a:lnTo>
                    <a:pt x="1411023" y="61546"/>
                  </a:lnTo>
                  <a:lnTo>
                    <a:pt x="1362115" y="47570"/>
                  </a:lnTo>
                  <a:lnTo>
                    <a:pt x="1311875" y="35279"/>
                  </a:lnTo>
                  <a:lnTo>
                    <a:pt x="1260385" y="24728"/>
                  </a:lnTo>
                  <a:lnTo>
                    <a:pt x="1207731" y="15972"/>
                  </a:lnTo>
                  <a:lnTo>
                    <a:pt x="1153996" y="9067"/>
                  </a:lnTo>
                  <a:lnTo>
                    <a:pt x="1099263" y="4066"/>
                  </a:lnTo>
                  <a:lnTo>
                    <a:pt x="1043617" y="1025"/>
                  </a:lnTo>
                  <a:lnTo>
                    <a:pt x="98714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2856420" y="7786934"/>
              <a:ext cx="222885" cy="315595"/>
            </a:xfrm>
            <a:custGeom>
              <a:avLst/>
              <a:gdLst/>
              <a:ahLst/>
              <a:cxnLst/>
              <a:rect l="l" t="t" r="r" b="b"/>
              <a:pathLst>
                <a:path w="222885" h="315595">
                  <a:moveTo>
                    <a:pt x="4165" y="312064"/>
                  </a:moveTo>
                  <a:lnTo>
                    <a:pt x="2082" y="312064"/>
                  </a:lnTo>
                  <a:lnTo>
                    <a:pt x="0" y="312064"/>
                  </a:lnTo>
                  <a:lnTo>
                    <a:pt x="0" y="315302"/>
                  </a:lnTo>
                  <a:lnTo>
                    <a:pt x="4165" y="315302"/>
                  </a:lnTo>
                  <a:lnTo>
                    <a:pt x="4165" y="312064"/>
                  </a:lnTo>
                  <a:close/>
                </a:path>
                <a:path w="222885" h="315595">
                  <a:moveTo>
                    <a:pt x="9182" y="291401"/>
                  </a:moveTo>
                  <a:lnTo>
                    <a:pt x="8585" y="291401"/>
                  </a:lnTo>
                  <a:lnTo>
                    <a:pt x="8585" y="291858"/>
                  </a:lnTo>
                  <a:lnTo>
                    <a:pt x="8890" y="291858"/>
                  </a:lnTo>
                  <a:lnTo>
                    <a:pt x="9182" y="291858"/>
                  </a:lnTo>
                  <a:lnTo>
                    <a:pt x="9182" y="291401"/>
                  </a:lnTo>
                  <a:close/>
                </a:path>
                <a:path w="222885" h="315595">
                  <a:moveTo>
                    <a:pt x="16687" y="295846"/>
                  </a:moveTo>
                  <a:lnTo>
                    <a:pt x="16319" y="295516"/>
                  </a:lnTo>
                  <a:lnTo>
                    <a:pt x="16052" y="295732"/>
                  </a:lnTo>
                  <a:lnTo>
                    <a:pt x="15633" y="296062"/>
                  </a:lnTo>
                  <a:lnTo>
                    <a:pt x="14820" y="296710"/>
                  </a:lnTo>
                  <a:lnTo>
                    <a:pt x="14401" y="297040"/>
                  </a:lnTo>
                  <a:lnTo>
                    <a:pt x="15049" y="297726"/>
                  </a:lnTo>
                  <a:lnTo>
                    <a:pt x="15417" y="297307"/>
                  </a:lnTo>
                  <a:lnTo>
                    <a:pt x="15760" y="296926"/>
                  </a:lnTo>
                  <a:lnTo>
                    <a:pt x="16103" y="296519"/>
                  </a:lnTo>
                  <a:lnTo>
                    <a:pt x="16446" y="296138"/>
                  </a:lnTo>
                  <a:lnTo>
                    <a:pt x="16687" y="295846"/>
                  </a:lnTo>
                  <a:close/>
                </a:path>
                <a:path w="222885" h="315595">
                  <a:moveTo>
                    <a:pt x="17792" y="262267"/>
                  </a:moveTo>
                  <a:lnTo>
                    <a:pt x="16268" y="260362"/>
                  </a:lnTo>
                  <a:lnTo>
                    <a:pt x="13881" y="260781"/>
                  </a:lnTo>
                  <a:lnTo>
                    <a:pt x="13931" y="264147"/>
                  </a:lnTo>
                  <a:lnTo>
                    <a:pt x="16116" y="264452"/>
                  </a:lnTo>
                  <a:lnTo>
                    <a:pt x="16662" y="263220"/>
                  </a:lnTo>
                  <a:lnTo>
                    <a:pt x="16560" y="262953"/>
                  </a:lnTo>
                  <a:lnTo>
                    <a:pt x="15697" y="262851"/>
                  </a:lnTo>
                  <a:lnTo>
                    <a:pt x="15557" y="262724"/>
                  </a:lnTo>
                  <a:lnTo>
                    <a:pt x="16243" y="262572"/>
                  </a:lnTo>
                  <a:lnTo>
                    <a:pt x="16649" y="262966"/>
                  </a:lnTo>
                  <a:lnTo>
                    <a:pt x="16916" y="263220"/>
                  </a:lnTo>
                  <a:lnTo>
                    <a:pt x="17157" y="262953"/>
                  </a:lnTo>
                  <a:lnTo>
                    <a:pt x="17513" y="262572"/>
                  </a:lnTo>
                  <a:lnTo>
                    <a:pt x="17792" y="262267"/>
                  </a:lnTo>
                  <a:close/>
                </a:path>
                <a:path w="222885" h="315595">
                  <a:moveTo>
                    <a:pt x="19215" y="252793"/>
                  </a:moveTo>
                  <a:lnTo>
                    <a:pt x="17995" y="252133"/>
                  </a:lnTo>
                  <a:lnTo>
                    <a:pt x="17640" y="251929"/>
                  </a:lnTo>
                  <a:lnTo>
                    <a:pt x="16929" y="251548"/>
                  </a:lnTo>
                  <a:lnTo>
                    <a:pt x="16433" y="252641"/>
                  </a:lnTo>
                  <a:lnTo>
                    <a:pt x="18351" y="253428"/>
                  </a:lnTo>
                  <a:lnTo>
                    <a:pt x="18872" y="253631"/>
                  </a:lnTo>
                  <a:lnTo>
                    <a:pt x="19215" y="252793"/>
                  </a:lnTo>
                  <a:close/>
                </a:path>
                <a:path w="222885" h="315595">
                  <a:moveTo>
                    <a:pt x="32931" y="224891"/>
                  </a:moveTo>
                  <a:lnTo>
                    <a:pt x="32918" y="223875"/>
                  </a:lnTo>
                  <a:lnTo>
                    <a:pt x="32321" y="223405"/>
                  </a:lnTo>
                  <a:lnTo>
                    <a:pt x="31064" y="222427"/>
                  </a:lnTo>
                  <a:lnTo>
                    <a:pt x="29349" y="222859"/>
                  </a:lnTo>
                  <a:lnTo>
                    <a:pt x="29349" y="225907"/>
                  </a:lnTo>
                  <a:lnTo>
                    <a:pt x="31064" y="226352"/>
                  </a:lnTo>
                  <a:lnTo>
                    <a:pt x="32118" y="225539"/>
                  </a:lnTo>
                  <a:lnTo>
                    <a:pt x="32435" y="225285"/>
                  </a:lnTo>
                  <a:lnTo>
                    <a:pt x="32931" y="224891"/>
                  </a:lnTo>
                  <a:close/>
                </a:path>
                <a:path w="222885" h="315595">
                  <a:moveTo>
                    <a:pt x="39611" y="304495"/>
                  </a:moveTo>
                  <a:lnTo>
                    <a:pt x="28206" y="304495"/>
                  </a:lnTo>
                  <a:lnTo>
                    <a:pt x="28194" y="313359"/>
                  </a:lnTo>
                  <a:lnTo>
                    <a:pt x="33896" y="313359"/>
                  </a:lnTo>
                  <a:lnTo>
                    <a:pt x="39598" y="313359"/>
                  </a:lnTo>
                  <a:lnTo>
                    <a:pt x="39611" y="304495"/>
                  </a:lnTo>
                  <a:close/>
                </a:path>
                <a:path w="222885" h="315595">
                  <a:moveTo>
                    <a:pt x="47307" y="270776"/>
                  </a:moveTo>
                  <a:lnTo>
                    <a:pt x="45161" y="268427"/>
                  </a:lnTo>
                  <a:lnTo>
                    <a:pt x="44157" y="270078"/>
                  </a:lnTo>
                  <a:lnTo>
                    <a:pt x="43789" y="270725"/>
                  </a:lnTo>
                  <a:lnTo>
                    <a:pt x="43294" y="271538"/>
                  </a:lnTo>
                  <a:lnTo>
                    <a:pt x="44246" y="272402"/>
                  </a:lnTo>
                  <a:lnTo>
                    <a:pt x="45034" y="271983"/>
                  </a:lnTo>
                  <a:lnTo>
                    <a:pt x="47307" y="270776"/>
                  </a:lnTo>
                  <a:close/>
                </a:path>
                <a:path w="222885" h="315595">
                  <a:moveTo>
                    <a:pt x="48412" y="194716"/>
                  </a:moveTo>
                  <a:lnTo>
                    <a:pt x="48044" y="194386"/>
                  </a:lnTo>
                  <a:lnTo>
                    <a:pt x="47561" y="194767"/>
                  </a:lnTo>
                  <a:lnTo>
                    <a:pt x="47358" y="194932"/>
                  </a:lnTo>
                  <a:lnTo>
                    <a:pt x="47155" y="195097"/>
                  </a:lnTo>
                  <a:lnTo>
                    <a:pt x="46799" y="195376"/>
                  </a:lnTo>
                  <a:lnTo>
                    <a:pt x="47345" y="195935"/>
                  </a:lnTo>
                  <a:lnTo>
                    <a:pt x="47650" y="195592"/>
                  </a:lnTo>
                  <a:lnTo>
                    <a:pt x="47815" y="195389"/>
                  </a:lnTo>
                  <a:lnTo>
                    <a:pt x="47993" y="195199"/>
                  </a:lnTo>
                  <a:lnTo>
                    <a:pt x="48158" y="195008"/>
                  </a:lnTo>
                  <a:lnTo>
                    <a:pt x="48412" y="194716"/>
                  </a:lnTo>
                  <a:close/>
                </a:path>
                <a:path w="222885" h="315595">
                  <a:moveTo>
                    <a:pt x="50025" y="274929"/>
                  </a:moveTo>
                  <a:lnTo>
                    <a:pt x="40259" y="274929"/>
                  </a:lnTo>
                  <a:lnTo>
                    <a:pt x="40246" y="282511"/>
                  </a:lnTo>
                  <a:lnTo>
                    <a:pt x="45135" y="282511"/>
                  </a:lnTo>
                  <a:lnTo>
                    <a:pt x="50012" y="282511"/>
                  </a:lnTo>
                  <a:lnTo>
                    <a:pt x="50025" y="274929"/>
                  </a:lnTo>
                  <a:close/>
                </a:path>
                <a:path w="222885" h="315595">
                  <a:moveTo>
                    <a:pt x="53594" y="299389"/>
                  </a:moveTo>
                  <a:lnTo>
                    <a:pt x="53378" y="294398"/>
                  </a:lnTo>
                  <a:lnTo>
                    <a:pt x="44958" y="294525"/>
                  </a:lnTo>
                  <a:lnTo>
                    <a:pt x="46355" y="302056"/>
                  </a:lnTo>
                  <a:lnTo>
                    <a:pt x="50482" y="300532"/>
                  </a:lnTo>
                  <a:lnTo>
                    <a:pt x="53594" y="299389"/>
                  </a:lnTo>
                  <a:close/>
                </a:path>
                <a:path w="222885" h="315595">
                  <a:moveTo>
                    <a:pt x="60198" y="224751"/>
                  </a:moveTo>
                  <a:lnTo>
                    <a:pt x="58813" y="223139"/>
                  </a:lnTo>
                  <a:lnTo>
                    <a:pt x="58191" y="221170"/>
                  </a:lnTo>
                  <a:lnTo>
                    <a:pt x="55867" y="221170"/>
                  </a:lnTo>
                  <a:lnTo>
                    <a:pt x="55232" y="223139"/>
                  </a:lnTo>
                  <a:lnTo>
                    <a:pt x="53860" y="224751"/>
                  </a:lnTo>
                  <a:lnTo>
                    <a:pt x="54711" y="227457"/>
                  </a:lnTo>
                  <a:lnTo>
                    <a:pt x="57023" y="227457"/>
                  </a:lnTo>
                  <a:lnTo>
                    <a:pt x="59334" y="227457"/>
                  </a:lnTo>
                  <a:lnTo>
                    <a:pt x="60198" y="224751"/>
                  </a:lnTo>
                  <a:close/>
                </a:path>
                <a:path w="222885" h="315595">
                  <a:moveTo>
                    <a:pt x="61074" y="250393"/>
                  </a:moveTo>
                  <a:lnTo>
                    <a:pt x="51841" y="250393"/>
                  </a:lnTo>
                  <a:lnTo>
                    <a:pt x="51841" y="257556"/>
                  </a:lnTo>
                  <a:lnTo>
                    <a:pt x="56464" y="257556"/>
                  </a:lnTo>
                  <a:lnTo>
                    <a:pt x="61074" y="257556"/>
                  </a:lnTo>
                  <a:lnTo>
                    <a:pt x="61074" y="250393"/>
                  </a:lnTo>
                  <a:close/>
                </a:path>
                <a:path w="222885" h="315595">
                  <a:moveTo>
                    <a:pt x="61391" y="189166"/>
                  </a:moveTo>
                  <a:lnTo>
                    <a:pt x="53797" y="189166"/>
                  </a:lnTo>
                  <a:lnTo>
                    <a:pt x="53797" y="195072"/>
                  </a:lnTo>
                  <a:lnTo>
                    <a:pt x="57594" y="195072"/>
                  </a:lnTo>
                  <a:lnTo>
                    <a:pt x="61391" y="195072"/>
                  </a:lnTo>
                  <a:lnTo>
                    <a:pt x="61391" y="189166"/>
                  </a:lnTo>
                  <a:close/>
                </a:path>
                <a:path w="222885" h="315595">
                  <a:moveTo>
                    <a:pt x="71056" y="167474"/>
                  </a:moveTo>
                  <a:lnTo>
                    <a:pt x="70777" y="166357"/>
                  </a:lnTo>
                  <a:lnTo>
                    <a:pt x="68554" y="165036"/>
                  </a:lnTo>
                  <a:lnTo>
                    <a:pt x="67640" y="165112"/>
                  </a:lnTo>
                  <a:lnTo>
                    <a:pt x="61468" y="166128"/>
                  </a:lnTo>
                  <a:lnTo>
                    <a:pt x="65138" y="174904"/>
                  </a:lnTo>
                  <a:lnTo>
                    <a:pt x="69596" y="170840"/>
                  </a:lnTo>
                  <a:lnTo>
                    <a:pt x="70281" y="170218"/>
                  </a:lnTo>
                  <a:lnTo>
                    <a:pt x="70751" y="169595"/>
                  </a:lnTo>
                  <a:lnTo>
                    <a:pt x="71056" y="167474"/>
                  </a:lnTo>
                  <a:close/>
                </a:path>
                <a:path w="222885" h="315595">
                  <a:moveTo>
                    <a:pt x="72885" y="183972"/>
                  </a:moveTo>
                  <a:lnTo>
                    <a:pt x="70904" y="183438"/>
                  </a:lnTo>
                  <a:lnTo>
                    <a:pt x="70091" y="184480"/>
                  </a:lnTo>
                  <a:lnTo>
                    <a:pt x="68135" y="187032"/>
                  </a:lnTo>
                  <a:lnTo>
                    <a:pt x="71335" y="188810"/>
                  </a:lnTo>
                  <a:lnTo>
                    <a:pt x="72885" y="183972"/>
                  </a:lnTo>
                  <a:close/>
                </a:path>
                <a:path w="222885" h="315595">
                  <a:moveTo>
                    <a:pt x="73583" y="290639"/>
                  </a:moveTo>
                  <a:lnTo>
                    <a:pt x="71056" y="290639"/>
                  </a:lnTo>
                  <a:lnTo>
                    <a:pt x="71056" y="292608"/>
                  </a:lnTo>
                  <a:lnTo>
                    <a:pt x="72326" y="292608"/>
                  </a:lnTo>
                  <a:lnTo>
                    <a:pt x="73583" y="292608"/>
                  </a:lnTo>
                  <a:lnTo>
                    <a:pt x="73583" y="290639"/>
                  </a:lnTo>
                  <a:close/>
                </a:path>
                <a:path w="222885" h="315595">
                  <a:moveTo>
                    <a:pt x="76098" y="274243"/>
                  </a:moveTo>
                  <a:lnTo>
                    <a:pt x="71755" y="274243"/>
                  </a:lnTo>
                  <a:lnTo>
                    <a:pt x="67411" y="274243"/>
                  </a:lnTo>
                  <a:lnTo>
                    <a:pt x="67411" y="280987"/>
                  </a:lnTo>
                  <a:lnTo>
                    <a:pt x="76098" y="280987"/>
                  </a:lnTo>
                  <a:lnTo>
                    <a:pt x="76098" y="274243"/>
                  </a:lnTo>
                  <a:close/>
                </a:path>
                <a:path w="222885" h="315595">
                  <a:moveTo>
                    <a:pt x="81978" y="152031"/>
                  </a:moveTo>
                  <a:lnTo>
                    <a:pt x="81064" y="148932"/>
                  </a:lnTo>
                  <a:lnTo>
                    <a:pt x="75145" y="149174"/>
                  </a:lnTo>
                  <a:lnTo>
                    <a:pt x="73558" y="151396"/>
                  </a:lnTo>
                  <a:lnTo>
                    <a:pt x="75298" y="155524"/>
                  </a:lnTo>
                  <a:lnTo>
                    <a:pt x="78168" y="156337"/>
                  </a:lnTo>
                  <a:lnTo>
                    <a:pt x="79705" y="154597"/>
                  </a:lnTo>
                  <a:lnTo>
                    <a:pt x="81978" y="152031"/>
                  </a:lnTo>
                  <a:close/>
                </a:path>
                <a:path w="222885" h="315595">
                  <a:moveTo>
                    <a:pt x="84328" y="132118"/>
                  </a:moveTo>
                  <a:lnTo>
                    <a:pt x="84277" y="131762"/>
                  </a:lnTo>
                  <a:lnTo>
                    <a:pt x="84188" y="131419"/>
                  </a:lnTo>
                  <a:lnTo>
                    <a:pt x="84150" y="130200"/>
                  </a:lnTo>
                  <a:lnTo>
                    <a:pt x="83235" y="129095"/>
                  </a:lnTo>
                  <a:lnTo>
                    <a:pt x="80314" y="128066"/>
                  </a:lnTo>
                  <a:lnTo>
                    <a:pt x="78727" y="128854"/>
                  </a:lnTo>
                  <a:lnTo>
                    <a:pt x="76581" y="131889"/>
                  </a:lnTo>
                  <a:lnTo>
                    <a:pt x="77774" y="134239"/>
                  </a:lnTo>
                  <a:lnTo>
                    <a:pt x="79514" y="134721"/>
                  </a:lnTo>
                  <a:lnTo>
                    <a:pt x="81419" y="135229"/>
                  </a:lnTo>
                  <a:lnTo>
                    <a:pt x="83832" y="134797"/>
                  </a:lnTo>
                  <a:lnTo>
                    <a:pt x="84328" y="132118"/>
                  </a:lnTo>
                  <a:close/>
                </a:path>
                <a:path w="222885" h="315595">
                  <a:moveTo>
                    <a:pt x="91871" y="298424"/>
                  </a:moveTo>
                  <a:lnTo>
                    <a:pt x="91859" y="297827"/>
                  </a:lnTo>
                  <a:lnTo>
                    <a:pt x="91490" y="295617"/>
                  </a:lnTo>
                  <a:lnTo>
                    <a:pt x="89865" y="295363"/>
                  </a:lnTo>
                  <a:lnTo>
                    <a:pt x="88836" y="295821"/>
                  </a:lnTo>
                  <a:lnTo>
                    <a:pt x="88239" y="296100"/>
                  </a:lnTo>
                  <a:lnTo>
                    <a:pt x="87934" y="296341"/>
                  </a:lnTo>
                  <a:lnTo>
                    <a:pt x="84874" y="300062"/>
                  </a:lnTo>
                  <a:lnTo>
                    <a:pt x="90487" y="302971"/>
                  </a:lnTo>
                  <a:lnTo>
                    <a:pt x="91871" y="298424"/>
                  </a:lnTo>
                  <a:close/>
                </a:path>
                <a:path w="222885" h="315595">
                  <a:moveTo>
                    <a:pt x="92443" y="137020"/>
                  </a:moveTo>
                  <a:lnTo>
                    <a:pt x="92151" y="137020"/>
                  </a:lnTo>
                  <a:lnTo>
                    <a:pt x="91859" y="137020"/>
                  </a:lnTo>
                  <a:lnTo>
                    <a:pt x="91859" y="137477"/>
                  </a:lnTo>
                  <a:lnTo>
                    <a:pt x="92443" y="137477"/>
                  </a:lnTo>
                  <a:lnTo>
                    <a:pt x="92443" y="137020"/>
                  </a:lnTo>
                  <a:close/>
                </a:path>
                <a:path w="222885" h="315595">
                  <a:moveTo>
                    <a:pt x="95173" y="198285"/>
                  </a:moveTo>
                  <a:lnTo>
                    <a:pt x="93586" y="198691"/>
                  </a:lnTo>
                  <a:lnTo>
                    <a:pt x="93408" y="198742"/>
                  </a:lnTo>
                  <a:lnTo>
                    <a:pt x="93230" y="198793"/>
                  </a:lnTo>
                  <a:lnTo>
                    <a:pt x="93052" y="198831"/>
                  </a:lnTo>
                  <a:lnTo>
                    <a:pt x="92252" y="199047"/>
                  </a:lnTo>
                  <a:lnTo>
                    <a:pt x="92252" y="200253"/>
                  </a:lnTo>
                  <a:lnTo>
                    <a:pt x="93052" y="200456"/>
                  </a:lnTo>
                  <a:lnTo>
                    <a:pt x="93230" y="200507"/>
                  </a:lnTo>
                  <a:lnTo>
                    <a:pt x="93586" y="200596"/>
                  </a:lnTo>
                  <a:lnTo>
                    <a:pt x="95161" y="201002"/>
                  </a:lnTo>
                  <a:lnTo>
                    <a:pt x="95173" y="198285"/>
                  </a:lnTo>
                  <a:close/>
                </a:path>
                <a:path w="222885" h="315595">
                  <a:moveTo>
                    <a:pt x="97243" y="223418"/>
                  </a:moveTo>
                  <a:lnTo>
                    <a:pt x="83667" y="223418"/>
                  </a:lnTo>
                  <a:lnTo>
                    <a:pt x="83654" y="233959"/>
                  </a:lnTo>
                  <a:lnTo>
                    <a:pt x="90449" y="233959"/>
                  </a:lnTo>
                  <a:lnTo>
                    <a:pt x="97231" y="233959"/>
                  </a:lnTo>
                  <a:lnTo>
                    <a:pt x="97243" y="223418"/>
                  </a:lnTo>
                  <a:close/>
                </a:path>
                <a:path w="222885" h="315595">
                  <a:moveTo>
                    <a:pt x="98577" y="156057"/>
                  </a:moveTo>
                  <a:lnTo>
                    <a:pt x="90258" y="156057"/>
                  </a:lnTo>
                  <a:lnTo>
                    <a:pt x="90246" y="162534"/>
                  </a:lnTo>
                  <a:lnTo>
                    <a:pt x="94411" y="162534"/>
                  </a:lnTo>
                  <a:lnTo>
                    <a:pt x="98564" y="162534"/>
                  </a:lnTo>
                  <a:lnTo>
                    <a:pt x="98577" y="156057"/>
                  </a:lnTo>
                  <a:close/>
                </a:path>
                <a:path w="222885" h="315595">
                  <a:moveTo>
                    <a:pt x="104305" y="109791"/>
                  </a:moveTo>
                  <a:lnTo>
                    <a:pt x="98145" y="107683"/>
                  </a:lnTo>
                  <a:lnTo>
                    <a:pt x="97129" y="114007"/>
                  </a:lnTo>
                  <a:lnTo>
                    <a:pt x="100774" y="116014"/>
                  </a:lnTo>
                  <a:lnTo>
                    <a:pt x="102323" y="113271"/>
                  </a:lnTo>
                  <a:lnTo>
                    <a:pt x="104305" y="109791"/>
                  </a:lnTo>
                  <a:close/>
                </a:path>
                <a:path w="222885" h="315595">
                  <a:moveTo>
                    <a:pt x="104330" y="125310"/>
                  </a:moveTo>
                  <a:lnTo>
                    <a:pt x="104038" y="123342"/>
                  </a:lnTo>
                  <a:lnTo>
                    <a:pt x="103924" y="123101"/>
                  </a:lnTo>
                  <a:lnTo>
                    <a:pt x="102666" y="120751"/>
                  </a:lnTo>
                  <a:lnTo>
                    <a:pt x="99999" y="122313"/>
                  </a:lnTo>
                  <a:lnTo>
                    <a:pt x="100939" y="124066"/>
                  </a:lnTo>
                  <a:lnTo>
                    <a:pt x="101257" y="124650"/>
                  </a:lnTo>
                  <a:lnTo>
                    <a:pt x="101422" y="124879"/>
                  </a:lnTo>
                  <a:lnTo>
                    <a:pt x="102971" y="126250"/>
                  </a:lnTo>
                  <a:lnTo>
                    <a:pt x="104330" y="125310"/>
                  </a:lnTo>
                  <a:close/>
                </a:path>
                <a:path w="222885" h="315595">
                  <a:moveTo>
                    <a:pt x="112445" y="177520"/>
                  </a:moveTo>
                  <a:lnTo>
                    <a:pt x="108102" y="177520"/>
                  </a:lnTo>
                  <a:lnTo>
                    <a:pt x="108089" y="180886"/>
                  </a:lnTo>
                  <a:lnTo>
                    <a:pt x="110274" y="180886"/>
                  </a:lnTo>
                  <a:lnTo>
                    <a:pt x="112433" y="180886"/>
                  </a:lnTo>
                  <a:lnTo>
                    <a:pt x="112445" y="177520"/>
                  </a:lnTo>
                  <a:close/>
                </a:path>
                <a:path w="222885" h="315595">
                  <a:moveTo>
                    <a:pt x="114884" y="264312"/>
                  </a:moveTo>
                  <a:lnTo>
                    <a:pt x="112572" y="262216"/>
                  </a:lnTo>
                  <a:lnTo>
                    <a:pt x="108343" y="263766"/>
                  </a:lnTo>
                  <a:lnTo>
                    <a:pt x="107251" y="265442"/>
                  </a:lnTo>
                  <a:lnTo>
                    <a:pt x="108343" y="270129"/>
                  </a:lnTo>
                  <a:lnTo>
                    <a:pt x="112255" y="271068"/>
                  </a:lnTo>
                  <a:lnTo>
                    <a:pt x="113753" y="268960"/>
                  </a:lnTo>
                  <a:lnTo>
                    <a:pt x="114414" y="268312"/>
                  </a:lnTo>
                  <a:lnTo>
                    <a:pt x="114884" y="267474"/>
                  </a:lnTo>
                  <a:lnTo>
                    <a:pt x="114884" y="264312"/>
                  </a:lnTo>
                  <a:close/>
                </a:path>
                <a:path w="222885" h="315595">
                  <a:moveTo>
                    <a:pt x="122542" y="140944"/>
                  </a:moveTo>
                  <a:lnTo>
                    <a:pt x="121526" y="140462"/>
                  </a:lnTo>
                  <a:lnTo>
                    <a:pt x="121145" y="140284"/>
                  </a:lnTo>
                  <a:lnTo>
                    <a:pt x="120891" y="140157"/>
                  </a:lnTo>
                  <a:lnTo>
                    <a:pt x="120662" y="140550"/>
                  </a:lnTo>
                  <a:lnTo>
                    <a:pt x="122047" y="141211"/>
                  </a:lnTo>
                  <a:lnTo>
                    <a:pt x="122313" y="141325"/>
                  </a:lnTo>
                  <a:lnTo>
                    <a:pt x="122542" y="140944"/>
                  </a:lnTo>
                  <a:close/>
                </a:path>
                <a:path w="222885" h="315595">
                  <a:moveTo>
                    <a:pt x="123520" y="213512"/>
                  </a:moveTo>
                  <a:lnTo>
                    <a:pt x="119900" y="213512"/>
                  </a:lnTo>
                  <a:lnTo>
                    <a:pt x="116281" y="213512"/>
                  </a:lnTo>
                  <a:lnTo>
                    <a:pt x="116281" y="219138"/>
                  </a:lnTo>
                  <a:lnTo>
                    <a:pt x="123520" y="219138"/>
                  </a:lnTo>
                  <a:lnTo>
                    <a:pt x="123520" y="213512"/>
                  </a:lnTo>
                  <a:close/>
                </a:path>
                <a:path w="222885" h="315595">
                  <a:moveTo>
                    <a:pt x="124231" y="246710"/>
                  </a:moveTo>
                  <a:lnTo>
                    <a:pt x="123469" y="244703"/>
                  </a:lnTo>
                  <a:lnTo>
                    <a:pt x="123291" y="243751"/>
                  </a:lnTo>
                  <a:lnTo>
                    <a:pt x="123266" y="242404"/>
                  </a:lnTo>
                  <a:lnTo>
                    <a:pt x="121373" y="241376"/>
                  </a:lnTo>
                  <a:lnTo>
                    <a:pt x="120408" y="242557"/>
                  </a:lnTo>
                  <a:lnTo>
                    <a:pt x="119976" y="242976"/>
                  </a:lnTo>
                  <a:lnTo>
                    <a:pt x="119761" y="243179"/>
                  </a:lnTo>
                  <a:lnTo>
                    <a:pt x="117995" y="244221"/>
                  </a:lnTo>
                  <a:lnTo>
                    <a:pt x="118186" y="246900"/>
                  </a:lnTo>
                  <a:lnTo>
                    <a:pt x="121805" y="248412"/>
                  </a:lnTo>
                  <a:lnTo>
                    <a:pt x="124231" y="246710"/>
                  </a:lnTo>
                  <a:close/>
                </a:path>
                <a:path w="222885" h="315595">
                  <a:moveTo>
                    <a:pt x="126822" y="180759"/>
                  </a:moveTo>
                  <a:lnTo>
                    <a:pt x="119773" y="180759"/>
                  </a:lnTo>
                  <a:lnTo>
                    <a:pt x="119773" y="186245"/>
                  </a:lnTo>
                  <a:lnTo>
                    <a:pt x="123304" y="186245"/>
                  </a:lnTo>
                  <a:lnTo>
                    <a:pt x="126822" y="186245"/>
                  </a:lnTo>
                  <a:lnTo>
                    <a:pt x="126822" y="180759"/>
                  </a:lnTo>
                  <a:close/>
                </a:path>
                <a:path w="222885" h="315595">
                  <a:moveTo>
                    <a:pt x="127241" y="297916"/>
                  </a:moveTo>
                  <a:lnTo>
                    <a:pt x="117094" y="297916"/>
                  </a:lnTo>
                  <a:lnTo>
                    <a:pt x="117094" y="305790"/>
                  </a:lnTo>
                  <a:lnTo>
                    <a:pt x="122161" y="305790"/>
                  </a:lnTo>
                  <a:lnTo>
                    <a:pt x="127228" y="305790"/>
                  </a:lnTo>
                  <a:lnTo>
                    <a:pt x="127241" y="297916"/>
                  </a:lnTo>
                  <a:close/>
                </a:path>
                <a:path w="222885" h="315595">
                  <a:moveTo>
                    <a:pt x="131521" y="210718"/>
                  </a:moveTo>
                  <a:lnTo>
                    <a:pt x="131229" y="210718"/>
                  </a:lnTo>
                  <a:lnTo>
                    <a:pt x="130937" y="210718"/>
                  </a:lnTo>
                  <a:lnTo>
                    <a:pt x="130937" y="211162"/>
                  </a:lnTo>
                  <a:lnTo>
                    <a:pt x="131521" y="211162"/>
                  </a:lnTo>
                  <a:lnTo>
                    <a:pt x="131521" y="210718"/>
                  </a:lnTo>
                  <a:close/>
                </a:path>
                <a:path w="222885" h="315595">
                  <a:moveTo>
                    <a:pt x="134035" y="263296"/>
                  </a:moveTo>
                  <a:lnTo>
                    <a:pt x="132321" y="262115"/>
                  </a:lnTo>
                  <a:lnTo>
                    <a:pt x="131381" y="263207"/>
                  </a:lnTo>
                  <a:lnTo>
                    <a:pt x="130759" y="263944"/>
                  </a:lnTo>
                  <a:lnTo>
                    <a:pt x="130213" y="264642"/>
                  </a:lnTo>
                  <a:lnTo>
                    <a:pt x="128765" y="267423"/>
                  </a:lnTo>
                  <a:lnTo>
                    <a:pt x="131660" y="269125"/>
                  </a:lnTo>
                  <a:lnTo>
                    <a:pt x="132689" y="267195"/>
                  </a:lnTo>
                  <a:lnTo>
                    <a:pt x="133146" y="266344"/>
                  </a:lnTo>
                  <a:lnTo>
                    <a:pt x="133451" y="265518"/>
                  </a:lnTo>
                  <a:lnTo>
                    <a:pt x="134035" y="263296"/>
                  </a:lnTo>
                  <a:close/>
                </a:path>
                <a:path w="222885" h="315595">
                  <a:moveTo>
                    <a:pt x="137071" y="84480"/>
                  </a:moveTo>
                  <a:lnTo>
                    <a:pt x="133553" y="79692"/>
                  </a:lnTo>
                  <a:lnTo>
                    <a:pt x="129413" y="79857"/>
                  </a:lnTo>
                  <a:lnTo>
                    <a:pt x="128016" y="84366"/>
                  </a:lnTo>
                  <a:lnTo>
                    <a:pt x="128333" y="85559"/>
                  </a:lnTo>
                  <a:lnTo>
                    <a:pt x="129984" y="87147"/>
                  </a:lnTo>
                  <a:lnTo>
                    <a:pt x="131051" y="87515"/>
                  </a:lnTo>
                  <a:lnTo>
                    <a:pt x="131686" y="87299"/>
                  </a:lnTo>
                  <a:lnTo>
                    <a:pt x="133210" y="86969"/>
                  </a:lnTo>
                  <a:lnTo>
                    <a:pt x="135267" y="86614"/>
                  </a:lnTo>
                  <a:lnTo>
                    <a:pt x="137071" y="84480"/>
                  </a:lnTo>
                  <a:close/>
                </a:path>
                <a:path w="222885" h="315595">
                  <a:moveTo>
                    <a:pt x="138404" y="114808"/>
                  </a:moveTo>
                  <a:lnTo>
                    <a:pt x="137172" y="113652"/>
                  </a:lnTo>
                  <a:lnTo>
                    <a:pt x="135115" y="113982"/>
                  </a:lnTo>
                  <a:lnTo>
                    <a:pt x="134531" y="114350"/>
                  </a:lnTo>
                  <a:lnTo>
                    <a:pt x="133781" y="114795"/>
                  </a:lnTo>
                  <a:lnTo>
                    <a:pt x="131711" y="116001"/>
                  </a:lnTo>
                  <a:lnTo>
                    <a:pt x="133756" y="119329"/>
                  </a:lnTo>
                  <a:lnTo>
                    <a:pt x="135623" y="117944"/>
                  </a:lnTo>
                  <a:lnTo>
                    <a:pt x="137096" y="116878"/>
                  </a:lnTo>
                  <a:lnTo>
                    <a:pt x="138404" y="114808"/>
                  </a:lnTo>
                  <a:close/>
                </a:path>
                <a:path w="222885" h="315595">
                  <a:moveTo>
                    <a:pt x="141859" y="232841"/>
                  </a:moveTo>
                  <a:lnTo>
                    <a:pt x="141439" y="228460"/>
                  </a:lnTo>
                  <a:lnTo>
                    <a:pt x="139649" y="227215"/>
                  </a:lnTo>
                  <a:lnTo>
                    <a:pt x="137922" y="228180"/>
                  </a:lnTo>
                  <a:lnTo>
                    <a:pt x="135775" y="229362"/>
                  </a:lnTo>
                  <a:lnTo>
                    <a:pt x="134924" y="230632"/>
                  </a:lnTo>
                  <a:lnTo>
                    <a:pt x="135407" y="234645"/>
                  </a:lnTo>
                  <a:lnTo>
                    <a:pt x="137388" y="236029"/>
                  </a:lnTo>
                  <a:lnTo>
                    <a:pt x="141046" y="234137"/>
                  </a:lnTo>
                  <a:lnTo>
                    <a:pt x="141859" y="232841"/>
                  </a:lnTo>
                  <a:close/>
                </a:path>
                <a:path w="222885" h="315595">
                  <a:moveTo>
                    <a:pt x="142836" y="163423"/>
                  </a:moveTo>
                  <a:lnTo>
                    <a:pt x="140754" y="161112"/>
                  </a:lnTo>
                  <a:lnTo>
                    <a:pt x="136423" y="161112"/>
                  </a:lnTo>
                  <a:lnTo>
                    <a:pt x="134340" y="163423"/>
                  </a:lnTo>
                  <a:lnTo>
                    <a:pt x="135153" y="165620"/>
                  </a:lnTo>
                  <a:lnTo>
                    <a:pt x="136525" y="169303"/>
                  </a:lnTo>
                  <a:lnTo>
                    <a:pt x="140665" y="169316"/>
                  </a:lnTo>
                  <a:lnTo>
                    <a:pt x="141846" y="166116"/>
                  </a:lnTo>
                  <a:lnTo>
                    <a:pt x="142836" y="163423"/>
                  </a:lnTo>
                  <a:close/>
                </a:path>
                <a:path w="222885" h="315595">
                  <a:moveTo>
                    <a:pt x="144437" y="203771"/>
                  </a:moveTo>
                  <a:close/>
                </a:path>
                <a:path w="222885" h="315595">
                  <a:moveTo>
                    <a:pt x="148399" y="142074"/>
                  </a:moveTo>
                  <a:lnTo>
                    <a:pt x="147815" y="140817"/>
                  </a:lnTo>
                  <a:lnTo>
                    <a:pt x="146519" y="140462"/>
                  </a:lnTo>
                  <a:lnTo>
                    <a:pt x="146202" y="140385"/>
                  </a:lnTo>
                  <a:lnTo>
                    <a:pt x="145427" y="140030"/>
                  </a:lnTo>
                  <a:lnTo>
                    <a:pt x="142849" y="137363"/>
                  </a:lnTo>
                  <a:lnTo>
                    <a:pt x="138493" y="143078"/>
                  </a:lnTo>
                  <a:lnTo>
                    <a:pt x="144348" y="146215"/>
                  </a:lnTo>
                  <a:lnTo>
                    <a:pt x="147574" y="145999"/>
                  </a:lnTo>
                  <a:lnTo>
                    <a:pt x="148399" y="142074"/>
                  </a:lnTo>
                  <a:close/>
                </a:path>
                <a:path w="222885" h="315595">
                  <a:moveTo>
                    <a:pt x="148564" y="208203"/>
                  </a:moveTo>
                  <a:lnTo>
                    <a:pt x="147853" y="204343"/>
                  </a:lnTo>
                  <a:lnTo>
                    <a:pt x="144919" y="203936"/>
                  </a:lnTo>
                  <a:lnTo>
                    <a:pt x="144386" y="203771"/>
                  </a:lnTo>
                  <a:lnTo>
                    <a:pt x="143725" y="203619"/>
                  </a:lnTo>
                  <a:lnTo>
                    <a:pt x="143040" y="203555"/>
                  </a:lnTo>
                  <a:lnTo>
                    <a:pt x="141033" y="204050"/>
                  </a:lnTo>
                  <a:lnTo>
                    <a:pt x="139979" y="205143"/>
                  </a:lnTo>
                  <a:lnTo>
                    <a:pt x="138925" y="209029"/>
                  </a:lnTo>
                  <a:lnTo>
                    <a:pt x="140817" y="211963"/>
                  </a:lnTo>
                  <a:lnTo>
                    <a:pt x="144792" y="211683"/>
                  </a:lnTo>
                  <a:lnTo>
                    <a:pt x="145986" y="211391"/>
                  </a:lnTo>
                  <a:lnTo>
                    <a:pt x="148564" y="208203"/>
                  </a:lnTo>
                  <a:close/>
                </a:path>
                <a:path w="222885" h="315595">
                  <a:moveTo>
                    <a:pt x="158318" y="105664"/>
                  </a:moveTo>
                  <a:lnTo>
                    <a:pt x="157645" y="105054"/>
                  </a:lnTo>
                  <a:lnTo>
                    <a:pt x="157060" y="105232"/>
                  </a:lnTo>
                  <a:lnTo>
                    <a:pt x="156845" y="105295"/>
                  </a:lnTo>
                  <a:lnTo>
                    <a:pt x="156616" y="105371"/>
                  </a:lnTo>
                  <a:lnTo>
                    <a:pt x="154076" y="106133"/>
                  </a:lnTo>
                  <a:lnTo>
                    <a:pt x="156997" y="109321"/>
                  </a:lnTo>
                  <a:lnTo>
                    <a:pt x="157861" y="106895"/>
                  </a:lnTo>
                  <a:lnTo>
                    <a:pt x="157949" y="106692"/>
                  </a:lnTo>
                  <a:lnTo>
                    <a:pt x="158318" y="105664"/>
                  </a:lnTo>
                  <a:close/>
                </a:path>
                <a:path w="222885" h="315595">
                  <a:moveTo>
                    <a:pt x="158584" y="75107"/>
                  </a:moveTo>
                  <a:lnTo>
                    <a:pt x="157810" y="71678"/>
                  </a:lnTo>
                  <a:lnTo>
                    <a:pt x="158153" y="70243"/>
                  </a:lnTo>
                  <a:lnTo>
                    <a:pt x="157721" y="68605"/>
                  </a:lnTo>
                  <a:lnTo>
                    <a:pt x="155244" y="67500"/>
                  </a:lnTo>
                  <a:lnTo>
                    <a:pt x="153898" y="67208"/>
                  </a:lnTo>
                  <a:lnTo>
                    <a:pt x="150799" y="69532"/>
                  </a:lnTo>
                  <a:lnTo>
                    <a:pt x="150279" y="71564"/>
                  </a:lnTo>
                  <a:lnTo>
                    <a:pt x="153123" y="77203"/>
                  </a:lnTo>
                  <a:lnTo>
                    <a:pt x="158584" y="75107"/>
                  </a:lnTo>
                  <a:close/>
                </a:path>
                <a:path w="222885" h="315595">
                  <a:moveTo>
                    <a:pt x="162255" y="299224"/>
                  </a:moveTo>
                  <a:lnTo>
                    <a:pt x="160197" y="296976"/>
                  </a:lnTo>
                  <a:lnTo>
                    <a:pt x="159131" y="298589"/>
                  </a:lnTo>
                  <a:lnTo>
                    <a:pt x="158851" y="299008"/>
                  </a:lnTo>
                  <a:lnTo>
                    <a:pt x="158711" y="299212"/>
                  </a:lnTo>
                  <a:lnTo>
                    <a:pt x="158165" y="300037"/>
                  </a:lnTo>
                  <a:lnTo>
                    <a:pt x="159232" y="301002"/>
                  </a:lnTo>
                  <a:lnTo>
                    <a:pt x="160464" y="300278"/>
                  </a:lnTo>
                  <a:lnTo>
                    <a:pt x="160693" y="300139"/>
                  </a:lnTo>
                  <a:lnTo>
                    <a:pt x="162255" y="299224"/>
                  </a:lnTo>
                  <a:close/>
                </a:path>
                <a:path w="222885" h="315595">
                  <a:moveTo>
                    <a:pt x="162560" y="284289"/>
                  </a:moveTo>
                  <a:lnTo>
                    <a:pt x="162140" y="282778"/>
                  </a:lnTo>
                  <a:lnTo>
                    <a:pt x="162102" y="282613"/>
                  </a:lnTo>
                  <a:lnTo>
                    <a:pt x="162052" y="282435"/>
                  </a:lnTo>
                  <a:lnTo>
                    <a:pt x="161810" y="281520"/>
                  </a:lnTo>
                  <a:lnTo>
                    <a:pt x="160693" y="281520"/>
                  </a:lnTo>
                  <a:lnTo>
                    <a:pt x="160477" y="282270"/>
                  </a:lnTo>
                  <a:lnTo>
                    <a:pt x="160401" y="282613"/>
                  </a:lnTo>
                  <a:lnTo>
                    <a:pt x="160350" y="282778"/>
                  </a:lnTo>
                  <a:lnTo>
                    <a:pt x="159943" y="284276"/>
                  </a:lnTo>
                  <a:lnTo>
                    <a:pt x="162560" y="284289"/>
                  </a:lnTo>
                  <a:close/>
                </a:path>
                <a:path w="222885" h="315595">
                  <a:moveTo>
                    <a:pt x="163334" y="40411"/>
                  </a:moveTo>
                  <a:lnTo>
                    <a:pt x="159169" y="40411"/>
                  </a:lnTo>
                  <a:lnTo>
                    <a:pt x="159169" y="43649"/>
                  </a:lnTo>
                  <a:lnTo>
                    <a:pt x="161251" y="43649"/>
                  </a:lnTo>
                  <a:lnTo>
                    <a:pt x="163334" y="43649"/>
                  </a:lnTo>
                  <a:lnTo>
                    <a:pt x="163334" y="40411"/>
                  </a:lnTo>
                  <a:close/>
                </a:path>
                <a:path w="222885" h="315595">
                  <a:moveTo>
                    <a:pt x="165125" y="171450"/>
                  </a:moveTo>
                  <a:lnTo>
                    <a:pt x="156248" y="171450"/>
                  </a:lnTo>
                  <a:lnTo>
                    <a:pt x="156235" y="178346"/>
                  </a:lnTo>
                  <a:lnTo>
                    <a:pt x="160680" y="178346"/>
                  </a:lnTo>
                  <a:lnTo>
                    <a:pt x="165112" y="178346"/>
                  </a:lnTo>
                  <a:lnTo>
                    <a:pt x="165125" y="171450"/>
                  </a:lnTo>
                  <a:close/>
                </a:path>
                <a:path w="222885" h="315595">
                  <a:moveTo>
                    <a:pt x="166306" y="58940"/>
                  </a:moveTo>
                  <a:lnTo>
                    <a:pt x="164122" y="58940"/>
                  </a:lnTo>
                  <a:lnTo>
                    <a:pt x="164122" y="60629"/>
                  </a:lnTo>
                  <a:lnTo>
                    <a:pt x="165214" y="60629"/>
                  </a:lnTo>
                  <a:lnTo>
                    <a:pt x="166306" y="60629"/>
                  </a:lnTo>
                  <a:lnTo>
                    <a:pt x="166306" y="58940"/>
                  </a:lnTo>
                  <a:close/>
                </a:path>
                <a:path w="222885" h="315595">
                  <a:moveTo>
                    <a:pt x="166471" y="193611"/>
                  </a:moveTo>
                  <a:lnTo>
                    <a:pt x="160655" y="187947"/>
                  </a:lnTo>
                  <a:lnTo>
                    <a:pt x="156565" y="194017"/>
                  </a:lnTo>
                  <a:lnTo>
                    <a:pt x="160324" y="195745"/>
                  </a:lnTo>
                  <a:lnTo>
                    <a:pt x="163207" y="197053"/>
                  </a:lnTo>
                  <a:lnTo>
                    <a:pt x="166471" y="193611"/>
                  </a:lnTo>
                  <a:close/>
                </a:path>
                <a:path w="222885" h="315595">
                  <a:moveTo>
                    <a:pt x="168021" y="246634"/>
                  </a:moveTo>
                  <a:lnTo>
                    <a:pt x="162725" y="245389"/>
                  </a:lnTo>
                  <a:lnTo>
                    <a:pt x="158623" y="244424"/>
                  </a:lnTo>
                  <a:lnTo>
                    <a:pt x="154990" y="246976"/>
                  </a:lnTo>
                  <a:lnTo>
                    <a:pt x="154990" y="254508"/>
                  </a:lnTo>
                  <a:lnTo>
                    <a:pt x="158610" y="257073"/>
                  </a:lnTo>
                  <a:lnTo>
                    <a:pt x="168008" y="254863"/>
                  </a:lnTo>
                  <a:lnTo>
                    <a:pt x="168021" y="246634"/>
                  </a:lnTo>
                  <a:close/>
                </a:path>
                <a:path w="222885" h="315595">
                  <a:moveTo>
                    <a:pt x="169773" y="226593"/>
                  </a:moveTo>
                  <a:lnTo>
                    <a:pt x="161937" y="223634"/>
                  </a:lnTo>
                  <a:lnTo>
                    <a:pt x="161912" y="232676"/>
                  </a:lnTo>
                  <a:lnTo>
                    <a:pt x="166547" y="230936"/>
                  </a:lnTo>
                  <a:lnTo>
                    <a:pt x="169748" y="229730"/>
                  </a:lnTo>
                  <a:lnTo>
                    <a:pt x="169773" y="226593"/>
                  </a:lnTo>
                  <a:close/>
                </a:path>
                <a:path w="222885" h="315595">
                  <a:moveTo>
                    <a:pt x="171145" y="148602"/>
                  </a:moveTo>
                  <a:lnTo>
                    <a:pt x="169024" y="143573"/>
                  </a:lnTo>
                  <a:lnTo>
                    <a:pt x="165404" y="142494"/>
                  </a:lnTo>
                  <a:lnTo>
                    <a:pt x="161163" y="147485"/>
                  </a:lnTo>
                  <a:lnTo>
                    <a:pt x="162344" y="151612"/>
                  </a:lnTo>
                  <a:lnTo>
                    <a:pt x="165811" y="151536"/>
                  </a:lnTo>
                  <a:lnTo>
                    <a:pt x="169214" y="151460"/>
                  </a:lnTo>
                  <a:lnTo>
                    <a:pt x="171145" y="148602"/>
                  </a:lnTo>
                  <a:close/>
                </a:path>
                <a:path w="222885" h="315595">
                  <a:moveTo>
                    <a:pt x="172300" y="240296"/>
                  </a:moveTo>
                  <a:lnTo>
                    <a:pt x="172008" y="240296"/>
                  </a:lnTo>
                  <a:lnTo>
                    <a:pt x="171716" y="240296"/>
                  </a:lnTo>
                  <a:lnTo>
                    <a:pt x="171716" y="240753"/>
                  </a:lnTo>
                  <a:lnTo>
                    <a:pt x="172300" y="240753"/>
                  </a:lnTo>
                  <a:lnTo>
                    <a:pt x="172300" y="240296"/>
                  </a:lnTo>
                  <a:close/>
                </a:path>
                <a:path w="222885" h="315595">
                  <a:moveTo>
                    <a:pt x="177012" y="246024"/>
                  </a:moveTo>
                  <a:lnTo>
                    <a:pt x="176453" y="245402"/>
                  </a:lnTo>
                  <a:lnTo>
                    <a:pt x="175056" y="243852"/>
                  </a:lnTo>
                  <a:lnTo>
                    <a:pt x="172948" y="244868"/>
                  </a:lnTo>
                  <a:lnTo>
                    <a:pt x="172948" y="248031"/>
                  </a:lnTo>
                  <a:lnTo>
                    <a:pt x="175056" y="249034"/>
                  </a:lnTo>
                  <a:lnTo>
                    <a:pt x="177012" y="246862"/>
                  </a:lnTo>
                  <a:lnTo>
                    <a:pt x="177012" y="246024"/>
                  </a:lnTo>
                  <a:close/>
                </a:path>
                <a:path w="222885" h="315595">
                  <a:moveTo>
                    <a:pt x="179743" y="67462"/>
                  </a:moveTo>
                  <a:lnTo>
                    <a:pt x="179489" y="65735"/>
                  </a:lnTo>
                  <a:lnTo>
                    <a:pt x="177292" y="64757"/>
                  </a:lnTo>
                  <a:lnTo>
                    <a:pt x="176504" y="64566"/>
                  </a:lnTo>
                  <a:lnTo>
                    <a:pt x="173024" y="64414"/>
                  </a:lnTo>
                  <a:lnTo>
                    <a:pt x="171513" y="67043"/>
                  </a:lnTo>
                  <a:lnTo>
                    <a:pt x="173342" y="71399"/>
                  </a:lnTo>
                  <a:lnTo>
                    <a:pt x="175958" y="71577"/>
                  </a:lnTo>
                  <a:lnTo>
                    <a:pt x="177736" y="70154"/>
                  </a:lnTo>
                  <a:lnTo>
                    <a:pt x="178396" y="69634"/>
                  </a:lnTo>
                  <a:lnTo>
                    <a:pt x="178739" y="69202"/>
                  </a:lnTo>
                  <a:lnTo>
                    <a:pt x="179743" y="67462"/>
                  </a:lnTo>
                  <a:close/>
                </a:path>
                <a:path w="222885" h="315595">
                  <a:moveTo>
                    <a:pt x="183629" y="163385"/>
                  </a:moveTo>
                  <a:lnTo>
                    <a:pt x="181914" y="163385"/>
                  </a:lnTo>
                  <a:lnTo>
                    <a:pt x="181914" y="163830"/>
                  </a:lnTo>
                  <a:lnTo>
                    <a:pt x="182206" y="163830"/>
                  </a:lnTo>
                  <a:lnTo>
                    <a:pt x="183629" y="163830"/>
                  </a:lnTo>
                  <a:lnTo>
                    <a:pt x="183629" y="163385"/>
                  </a:lnTo>
                  <a:close/>
                </a:path>
                <a:path w="222885" h="315595">
                  <a:moveTo>
                    <a:pt x="184912" y="100545"/>
                  </a:moveTo>
                  <a:lnTo>
                    <a:pt x="180873" y="98323"/>
                  </a:lnTo>
                  <a:lnTo>
                    <a:pt x="176961" y="105232"/>
                  </a:lnTo>
                  <a:lnTo>
                    <a:pt x="183781" y="107556"/>
                  </a:lnTo>
                  <a:lnTo>
                    <a:pt x="184416" y="103581"/>
                  </a:lnTo>
                  <a:lnTo>
                    <a:pt x="184912" y="100545"/>
                  </a:lnTo>
                  <a:close/>
                </a:path>
                <a:path w="222885" h="315595">
                  <a:moveTo>
                    <a:pt x="185597" y="31686"/>
                  </a:moveTo>
                  <a:lnTo>
                    <a:pt x="185572" y="28244"/>
                  </a:lnTo>
                  <a:lnTo>
                    <a:pt x="183134" y="27228"/>
                  </a:lnTo>
                  <a:lnTo>
                    <a:pt x="180416" y="29946"/>
                  </a:lnTo>
                  <a:lnTo>
                    <a:pt x="181356" y="32537"/>
                  </a:lnTo>
                  <a:lnTo>
                    <a:pt x="183337" y="32448"/>
                  </a:lnTo>
                  <a:lnTo>
                    <a:pt x="183718" y="32423"/>
                  </a:lnTo>
                  <a:lnTo>
                    <a:pt x="183908" y="32423"/>
                  </a:lnTo>
                  <a:lnTo>
                    <a:pt x="184810" y="32385"/>
                  </a:lnTo>
                  <a:lnTo>
                    <a:pt x="185597" y="31686"/>
                  </a:lnTo>
                  <a:close/>
                </a:path>
                <a:path w="222885" h="315595">
                  <a:moveTo>
                    <a:pt x="190627" y="155714"/>
                  </a:moveTo>
                  <a:lnTo>
                    <a:pt x="189725" y="153568"/>
                  </a:lnTo>
                  <a:lnTo>
                    <a:pt x="189077" y="152031"/>
                  </a:lnTo>
                  <a:lnTo>
                    <a:pt x="187794" y="152031"/>
                  </a:lnTo>
                  <a:lnTo>
                    <a:pt x="187286" y="153238"/>
                  </a:lnTo>
                  <a:lnTo>
                    <a:pt x="187223" y="153416"/>
                  </a:lnTo>
                  <a:lnTo>
                    <a:pt x="187147" y="153568"/>
                  </a:lnTo>
                  <a:lnTo>
                    <a:pt x="186245" y="155702"/>
                  </a:lnTo>
                  <a:lnTo>
                    <a:pt x="190627" y="155714"/>
                  </a:lnTo>
                  <a:close/>
                </a:path>
                <a:path w="222885" h="315595">
                  <a:moveTo>
                    <a:pt x="192468" y="231673"/>
                  </a:moveTo>
                  <a:lnTo>
                    <a:pt x="187299" y="231673"/>
                  </a:lnTo>
                  <a:lnTo>
                    <a:pt x="182156" y="231673"/>
                  </a:lnTo>
                  <a:lnTo>
                    <a:pt x="182143" y="239687"/>
                  </a:lnTo>
                  <a:lnTo>
                    <a:pt x="192455" y="239687"/>
                  </a:lnTo>
                  <a:lnTo>
                    <a:pt x="192468" y="231673"/>
                  </a:lnTo>
                  <a:close/>
                </a:path>
                <a:path w="222885" h="315595">
                  <a:moveTo>
                    <a:pt x="197205" y="193763"/>
                  </a:moveTo>
                  <a:lnTo>
                    <a:pt x="187604" y="193763"/>
                  </a:lnTo>
                  <a:lnTo>
                    <a:pt x="187591" y="201218"/>
                  </a:lnTo>
                  <a:lnTo>
                    <a:pt x="192405" y="201218"/>
                  </a:lnTo>
                  <a:lnTo>
                    <a:pt x="197192" y="201218"/>
                  </a:lnTo>
                  <a:lnTo>
                    <a:pt x="197205" y="193763"/>
                  </a:lnTo>
                  <a:close/>
                </a:path>
                <a:path w="222885" h="315595">
                  <a:moveTo>
                    <a:pt x="199885" y="114376"/>
                  </a:moveTo>
                  <a:lnTo>
                    <a:pt x="199580" y="113220"/>
                  </a:lnTo>
                  <a:lnTo>
                    <a:pt x="197561" y="112217"/>
                  </a:lnTo>
                  <a:lnTo>
                    <a:pt x="196799" y="112191"/>
                  </a:lnTo>
                  <a:lnTo>
                    <a:pt x="191414" y="113474"/>
                  </a:lnTo>
                  <a:lnTo>
                    <a:pt x="194411" y="120446"/>
                  </a:lnTo>
                  <a:lnTo>
                    <a:pt x="198437" y="117284"/>
                  </a:lnTo>
                  <a:lnTo>
                    <a:pt x="199136" y="116738"/>
                  </a:lnTo>
                  <a:lnTo>
                    <a:pt x="199517" y="116179"/>
                  </a:lnTo>
                  <a:lnTo>
                    <a:pt x="199885" y="114376"/>
                  </a:lnTo>
                  <a:close/>
                </a:path>
                <a:path w="222885" h="315595">
                  <a:moveTo>
                    <a:pt x="203454" y="154228"/>
                  </a:moveTo>
                  <a:lnTo>
                    <a:pt x="202869" y="154228"/>
                  </a:lnTo>
                  <a:lnTo>
                    <a:pt x="202869" y="154686"/>
                  </a:lnTo>
                  <a:lnTo>
                    <a:pt x="203161" y="154686"/>
                  </a:lnTo>
                  <a:lnTo>
                    <a:pt x="203454" y="154686"/>
                  </a:lnTo>
                  <a:lnTo>
                    <a:pt x="203454" y="154228"/>
                  </a:lnTo>
                  <a:close/>
                </a:path>
                <a:path w="222885" h="315595">
                  <a:moveTo>
                    <a:pt x="205117" y="34137"/>
                  </a:moveTo>
                  <a:lnTo>
                    <a:pt x="204749" y="32766"/>
                  </a:lnTo>
                  <a:lnTo>
                    <a:pt x="203149" y="32219"/>
                  </a:lnTo>
                  <a:lnTo>
                    <a:pt x="202679" y="32207"/>
                  </a:lnTo>
                  <a:lnTo>
                    <a:pt x="202311" y="31927"/>
                  </a:lnTo>
                  <a:lnTo>
                    <a:pt x="200901" y="30873"/>
                  </a:lnTo>
                  <a:lnTo>
                    <a:pt x="198945" y="32943"/>
                  </a:lnTo>
                  <a:lnTo>
                    <a:pt x="200939" y="35852"/>
                  </a:lnTo>
                  <a:lnTo>
                    <a:pt x="202882" y="36639"/>
                  </a:lnTo>
                  <a:lnTo>
                    <a:pt x="205117" y="34137"/>
                  </a:lnTo>
                  <a:close/>
                </a:path>
                <a:path w="222885" h="315595">
                  <a:moveTo>
                    <a:pt x="208940" y="143624"/>
                  </a:moveTo>
                  <a:lnTo>
                    <a:pt x="202539" y="136715"/>
                  </a:lnTo>
                  <a:lnTo>
                    <a:pt x="198755" y="141782"/>
                  </a:lnTo>
                  <a:lnTo>
                    <a:pt x="196088" y="145351"/>
                  </a:lnTo>
                  <a:lnTo>
                    <a:pt x="200380" y="149364"/>
                  </a:lnTo>
                  <a:lnTo>
                    <a:pt x="208940" y="143624"/>
                  </a:lnTo>
                  <a:close/>
                </a:path>
                <a:path w="222885" h="315595">
                  <a:moveTo>
                    <a:pt x="211251" y="74968"/>
                  </a:moveTo>
                  <a:lnTo>
                    <a:pt x="202323" y="71716"/>
                  </a:lnTo>
                  <a:lnTo>
                    <a:pt x="199694" y="76454"/>
                  </a:lnTo>
                  <a:lnTo>
                    <a:pt x="202209" y="78714"/>
                  </a:lnTo>
                  <a:lnTo>
                    <a:pt x="206565" y="82638"/>
                  </a:lnTo>
                  <a:lnTo>
                    <a:pt x="211251" y="74968"/>
                  </a:lnTo>
                  <a:close/>
                </a:path>
                <a:path w="222885" h="315595">
                  <a:moveTo>
                    <a:pt x="211442" y="179514"/>
                  </a:moveTo>
                  <a:lnTo>
                    <a:pt x="210058" y="176949"/>
                  </a:lnTo>
                  <a:lnTo>
                    <a:pt x="206463" y="176949"/>
                  </a:lnTo>
                  <a:lnTo>
                    <a:pt x="205092" y="179514"/>
                  </a:lnTo>
                  <a:lnTo>
                    <a:pt x="206667" y="180797"/>
                  </a:lnTo>
                  <a:lnTo>
                    <a:pt x="206870" y="180949"/>
                  </a:lnTo>
                  <a:lnTo>
                    <a:pt x="207797" y="181711"/>
                  </a:lnTo>
                  <a:lnTo>
                    <a:pt x="208711" y="181711"/>
                  </a:lnTo>
                  <a:lnTo>
                    <a:pt x="211442" y="179514"/>
                  </a:lnTo>
                  <a:close/>
                </a:path>
                <a:path w="222885" h="315595">
                  <a:moveTo>
                    <a:pt x="219887" y="42494"/>
                  </a:moveTo>
                  <a:lnTo>
                    <a:pt x="211378" y="42494"/>
                  </a:lnTo>
                  <a:lnTo>
                    <a:pt x="211366" y="49098"/>
                  </a:lnTo>
                  <a:lnTo>
                    <a:pt x="215620" y="49098"/>
                  </a:lnTo>
                  <a:lnTo>
                    <a:pt x="219875" y="49098"/>
                  </a:lnTo>
                  <a:lnTo>
                    <a:pt x="219887" y="42494"/>
                  </a:lnTo>
                  <a:close/>
                </a:path>
                <a:path w="222885" h="315595">
                  <a:moveTo>
                    <a:pt x="222719" y="0"/>
                  </a:moveTo>
                  <a:lnTo>
                    <a:pt x="214198" y="0"/>
                  </a:lnTo>
                  <a:lnTo>
                    <a:pt x="214198" y="6604"/>
                  </a:lnTo>
                  <a:lnTo>
                    <a:pt x="218452" y="6604"/>
                  </a:lnTo>
                  <a:lnTo>
                    <a:pt x="222707" y="6604"/>
                  </a:lnTo>
                  <a:lnTo>
                    <a:pt x="222719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2864713" y="7757343"/>
              <a:ext cx="462280" cy="352425"/>
            </a:xfrm>
            <a:custGeom>
              <a:avLst/>
              <a:gdLst/>
              <a:ahLst/>
              <a:cxnLst/>
              <a:rect l="l" t="t" r="r" b="b"/>
              <a:pathLst>
                <a:path w="462279" h="352425">
                  <a:moveTo>
                    <a:pt x="4940" y="317601"/>
                  </a:moveTo>
                  <a:lnTo>
                    <a:pt x="3238" y="315849"/>
                  </a:lnTo>
                  <a:lnTo>
                    <a:pt x="2616" y="315353"/>
                  </a:lnTo>
                  <a:lnTo>
                    <a:pt x="711" y="314845"/>
                  </a:lnTo>
                  <a:lnTo>
                    <a:pt x="0" y="315633"/>
                  </a:lnTo>
                  <a:lnTo>
                    <a:pt x="1143" y="317334"/>
                  </a:lnTo>
                  <a:lnTo>
                    <a:pt x="1752" y="317754"/>
                  </a:lnTo>
                  <a:lnTo>
                    <a:pt x="2921" y="318300"/>
                  </a:lnTo>
                  <a:lnTo>
                    <a:pt x="3898" y="318770"/>
                  </a:lnTo>
                  <a:lnTo>
                    <a:pt x="4940" y="317601"/>
                  </a:lnTo>
                  <a:close/>
                </a:path>
                <a:path w="462279" h="352425">
                  <a:moveTo>
                    <a:pt x="24358" y="302145"/>
                  </a:moveTo>
                  <a:lnTo>
                    <a:pt x="22987" y="300951"/>
                  </a:lnTo>
                  <a:lnTo>
                    <a:pt x="22009" y="300088"/>
                  </a:lnTo>
                  <a:lnTo>
                    <a:pt x="21107" y="300088"/>
                  </a:lnTo>
                  <a:lnTo>
                    <a:pt x="18732" y="302145"/>
                  </a:lnTo>
                  <a:lnTo>
                    <a:pt x="19875" y="304431"/>
                  </a:lnTo>
                  <a:lnTo>
                    <a:pt x="23228" y="304431"/>
                  </a:lnTo>
                  <a:lnTo>
                    <a:pt x="24358" y="302145"/>
                  </a:lnTo>
                  <a:close/>
                </a:path>
                <a:path w="462279" h="352425">
                  <a:moveTo>
                    <a:pt x="94284" y="172199"/>
                  </a:moveTo>
                  <a:lnTo>
                    <a:pt x="93954" y="170878"/>
                  </a:lnTo>
                  <a:lnTo>
                    <a:pt x="92519" y="170573"/>
                  </a:lnTo>
                  <a:lnTo>
                    <a:pt x="89966" y="170027"/>
                  </a:lnTo>
                  <a:lnTo>
                    <a:pt x="88188" y="171831"/>
                  </a:lnTo>
                  <a:lnTo>
                    <a:pt x="89712" y="175463"/>
                  </a:lnTo>
                  <a:lnTo>
                    <a:pt x="92468" y="175882"/>
                  </a:lnTo>
                  <a:lnTo>
                    <a:pt x="93370" y="174053"/>
                  </a:lnTo>
                  <a:lnTo>
                    <a:pt x="93675" y="173431"/>
                  </a:lnTo>
                  <a:lnTo>
                    <a:pt x="94284" y="172199"/>
                  </a:lnTo>
                  <a:close/>
                </a:path>
                <a:path w="462279" h="352425">
                  <a:moveTo>
                    <a:pt x="113411" y="169722"/>
                  </a:moveTo>
                  <a:lnTo>
                    <a:pt x="109575" y="166916"/>
                  </a:lnTo>
                  <a:lnTo>
                    <a:pt x="107467" y="170611"/>
                  </a:lnTo>
                  <a:lnTo>
                    <a:pt x="106997" y="171348"/>
                  </a:lnTo>
                  <a:lnTo>
                    <a:pt x="107518" y="173202"/>
                  </a:lnTo>
                  <a:lnTo>
                    <a:pt x="108140" y="173736"/>
                  </a:lnTo>
                  <a:lnTo>
                    <a:pt x="109639" y="173634"/>
                  </a:lnTo>
                  <a:lnTo>
                    <a:pt x="110134" y="173367"/>
                  </a:lnTo>
                  <a:lnTo>
                    <a:pt x="110617" y="172923"/>
                  </a:lnTo>
                  <a:lnTo>
                    <a:pt x="110553" y="173202"/>
                  </a:lnTo>
                  <a:lnTo>
                    <a:pt x="110464" y="173824"/>
                  </a:lnTo>
                  <a:lnTo>
                    <a:pt x="110832" y="174802"/>
                  </a:lnTo>
                  <a:lnTo>
                    <a:pt x="113271" y="173824"/>
                  </a:lnTo>
                  <a:lnTo>
                    <a:pt x="113271" y="172923"/>
                  </a:lnTo>
                  <a:lnTo>
                    <a:pt x="113271" y="172745"/>
                  </a:lnTo>
                  <a:lnTo>
                    <a:pt x="111721" y="172135"/>
                  </a:lnTo>
                  <a:lnTo>
                    <a:pt x="111531" y="172110"/>
                  </a:lnTo>
                  <a:lnTo>
                    <a:pt x="111366" y="172135"/>
                  </a:lnTo>
                  <a:lnTo>
                    <a:pt x="113411" y="169722"/>
                  </a:lnTo>
                  <a:close/>
                </a:path>
                <a:path w="462279" h="352425">
                  <a:moveTo>
                    <a:pt x="118948" y="327507"/>
                  </a:moveTo>
                  <a:lnTo>
                    <a:pt x="108800" y="327507"/>
                  </a:lnTo>
                  <a:lnTo>
                    <a:pt x="108800" y="335381"/>
                  </a:lnTo>
                  <a:lnTo>
                    <a:pt x="113868" y="335381"/>
                  </a:lnTo>
                  <a:lnTo>
                    <a:pt x="118935" y="335381"/>
                  </a:lnTo>
                  <a:lnTo>
                    <a:pt x="118948" y="327507"/>
                  </a:lnTo>
                  <a:close/>
                </a:path>
                <a:path w="462279" h="352425">
                  <a:moveTo>
                    <a:pt x="125564" y="352171"/>
                  </a:moveTo>
                  <a:lnTo>
                    <a:pt x="124802" y="349250"/>
                  </a:lnTo>
                  <a:lnTo>
                    <a:pt x="124637" y="348589"/>
                  </a:lnTo>
                  <a:lnTo>
                    <a:pt x="124434" y="348195"/>
                  </a:lnTo>
                  <a:lnTo>
                    <a:pt x="123977" y="347713"/>
                  </a:lnTo>
                  <a:lnTo>
                    <a:pt x="123507" y="347205"/>
                  </a:lnTo>
                  <a:lnTo>
                    <a:pt x="122555" y="347179"/>
                  </a:lnTo>
                  <a:lnTo>
                    <a:pt x="121640" y="348208"/>
                  </a:lnTo>
                  <a:lnTo>
                    <a:pt x="121437" y="348589"/>
                  </a:lnTo>
                  <a:lnTo>
                    <a:pt x="120573" y="352221"/>
                  </a:lnTo>
                  <a:lnTo>
                    <a:pt x="125564" y="352171"/>
                  </a:lnTo>
                  <a:close/>
                </a:path>
                <a:path w="462279" h="352425">
                  <a:moveTo>
                    <a:pt x="176974" y="310273"/>
                  </a:moveTo>
                  <a:lnTo>
                    <a:pt x="171145" y="308698"/>
                  </a:lnTo>
                  <a:lnTo>
                    <a:pt x="169837" y="312343"/>
                  </a:lnTo>
                  <a:lnTo>
                    <a:pt x="169189" y="314134"/>
                  </a:lnTo>
                  <a:lnTo>
                    <a:pt x="169608" y="315366"/>
                  </a:lnTo>
                  <a:lnTo>
                    <a:pt x="170929" y="316699"/>
                  </a:lnTo>
                  <a:lnTo>
                    <a:pt x="171577" y="317068"/>
                  </a:lnTo>
                  <a:lnTo>
                    <a:pt x="173901" y="316814"/>
                  </a:lnTo>
                  <a:lnTo>
                    <a:pt x="174879" y="316115"/>
                  </a:lnTo>
                  <a:lnTo>
                    <a:pt x="176974" y="310273"/>
                  </a:lnTo>
                  <a:close/>
                </a:path>
                <a:path w="462279" h="352425">
                  <a:moveTo>
                    <a:pt x="178968" y="293890"/>
                  </a:moveTo>
                  <a:lnTo>
                    <a:pt x="178574" y="289623"/>
                  </a:lnTo>
                  <a:lnTo>
                    <a:pt x="177863" y="288556"/>
                  </a:lnTo>
                  <a:lnTo>
                    <a:pt x="176758" y="288671"/>
                  </a:lnTo>
                  <a:lnTo>
                    <a:pt x="176174" y="288734"/>
                  </a:lnTo>
                  <a:lnTo>
                    <a:pt x="175628" y="288645"/>
                  </a:lnTo>
                  <a:lnTo>
                    <a:pt x="174434" y="288950"/>
                  </a:lnTo>
                  <a:lnTo>
                    <a:pt x="173939" y="289331"/>
                  </a:lnTo>
                  <a:lnTo>
                    <a:pt x="171437" y="290029"/>
                  </a:lnTo>
                  <a:lnTo>
                    <a:pt x="171335" y="292442"/>
                  </a:lnTo>
                  <a:lnTo>
                    <a:pt x="175285" y="295198"/>
                  </a:lnTo>
                  <a:lnTo>
                    <a:pt x="178968" y="293890"/>
                  </a:lnTo>
                  <a:close/>
                </a:path>
                <a:path w="462279" h="352425">
                  <a:moveTo>
                    <a:pt x="181000" y="292481"/>
                  </a:moveTo>
                  <a:lnTo>
                    <a:pt x="180416" y="292481"/>
                  </a:lnTo>
                  <a:lnTo>
                    <a:pt x="180416" y="292938"/>
                  </a:lnTo>
                  <a:lnTo>
                    <a:pt x="180708" y="292938"/>
                  </a:lnTo>
                  <a:lnTo>
                    <a:pt x="181000" y="292938"/>
                  </a:lnTo>
                  <a:lnTo>
                    <a:pt x="181000" y="292481"/>
                  </a:lnTo>
                  <a:close/>
                </a:path>
                <a:path w="462279" h="352425">
                  <a:moveTo>
                    <a:pt x="195884" y="43624"/>
                  </a:moveTo>
                  <a:lnTo>
                    <a:pt x="195364" y="42824"/>
                  </a:lnTo>
                  <a:lnTo>
                    <a:pt x="195503" y="41744"/>
                  </a:lnTo>
                  <a:lnTo>
                    <a:pt x="194411" y="40525"/>
                  </a:lnTo>
                  <a:lnTo>
                    <a:pt x="193306" y="40970"/>
                  </a:lnTo>
                  <a:lnTo>
                    <a:pt x="192100" y="41427"/>
                  </a:lnTo>
                  <a:lnTo>
                    <a:pt x="191096" y="41973"/>
                  </a:lnTo>
                  <a:lnTo>
                    <a:pt x="188988" y="44602"/>
                  </a:lnTo>
                  <a:lnTo>
                    <a:pt x="189738" y="47078"/>
                  </a:lnTo>
                  <a:lnTo>
                    <a:pt x="191998" y="47142"/>
                  </a:lnTo>
                  <a:lnTo>
                    <a:pt x="193332" y="47193"/>
                  </a:lnTo>
                  <a:lnTo>
                    <a:pt x="194373" y="46736"/>
                  </a:lnTo>
                  <a:lnTo>
                    <a:pt x="195821" y="44894"/>
                  </a:lnTo>
                  <a:lnTo>
                    <a:pt x="195884" y="43624"/>
                  </a:lnTo>
                  <a:close/>
                </a:path>
                <a:path w="462279" h="352425">
                  <a:moveTo>
                    <a:pt x="202069" y="324726"/>
                  </a:moveTo>
                  <a:lnTo>
                    <a:pt x="194462" y="324726"/>
                  </a:lnTo>
                  <a:lnTo>
                    <a:pt x="194462" y="330631"/>
                  </a:lnTo>
                  <a:lnTo>
                    <a:pt x="198272" y="330631"/>
                  </a:lnTo>
                  <a:lnTo>
                    <a:pt x="202069" y="330631"/>
                  </a:lnTo>
                  <a:lnTo>
                    <a:pt x="202069" y="324726"/>
                  </a:lnTo>
                  <a:close/>
                </a:path>
                <a:path w="462279" h="352425">
                  <a:moveTo>
                    <a:pt x="206375" y="265938"/>
                  </a:moveTo>
                  <a:lnTo>
                    <a:pt x="205905" y="262813"/>
                  </a:lnTo>
                  <a:lnTo>
                    <a:pt x="203365" y="262813"/>
                  </a:lnTo>
                  <a:lnTo>
                    <a:pt x="200393" y="262813"/>
                  </a:lnTo>
                  <a:lnTo>
                    <a:pt x="200240" y="267106"/>
                  </a:lnTo>
                  <a:lnTo>
                    <a:pt x="202857" y="267639"/>
                  </a:lnTo>
                  <a:lnTo>
                    <a:pt x="202793" y="268262"/>
                  </a:lnTo>
                  <a:lnTo>
                    <a:pt x="203111" y="268947"/>
                  </a:lnTo>
                  <a:lnTo>
                    <a:pt x="204952" y="268947"/>
                  </a:lnTo>
                  <a:lnTo>
                    <a:pt x="205232" y="267881"/>
                  </a:lnTo>
                  <a:lnTo>
                    <a:pt x="204838" y="267195"/>
                  </a:lnTo>
                  <a:lnTo>
                    <a:pt x="206375" y="265938"/>
                  </a:lnTo>
                  <a:close/>
                </a:path>
                <a:path w="462279" h="352425">
                  <a:moveTo>
                    <a:pt x="207073" y="243255"/>
                  </a:moveTo>
                  <a:lnTo>
                    <a:pt x="205752" y="242366"/>
                  </a:lnTo>
                  <a:lnTo>
                    <a:pt x="200621" y="246773"/>
                  </a:lnTo>
                  <a:lnTo>
                    <a:pt x="203492" y="249250"/>
                  </a:lnTo>
                  <a:lnTo>
                    <a:pt x="204698" y="247230"/>
                  </a:lnTo>
                  <a:lnTo>
                    <a:pt x="207073" y="243255"/>
                  </a:lnTo>
                  <a:close/>
                </a:path>
                <a:path w="462279" h="352425">
                  <a:moveTo>
                    <a:pt x="211277" y="52349"/>
                  </a:moveTo>
                  <a:lnTo>
                    <a:pt x="210820" y="50927"/>
                  </a:lnTo>
                  <a:lnTo>
                    <a:pt x="208381" y="50927"/>
                  </a:lnTo>
                  <a:lnTo>
                    <a:pt x="207911" y="52349"/>
                  </a:lnTo>
                  <a:lnTo>
                    <a:pt x="208648" y="53200"/>
                  </a:lnTo>
                  <a:lnTo>
                    <a:pt x="209219" y="53873"/>
                  </a:lnTo>
                  <a:lnTo>
                    <a:pt x="209969" y="53873"/>
                  </a:lnTo>
                  <a:lnTo>
                    <a:pt x="210286" y="53492"/>
                  </a:lnTo>
                  <a:lnTo>
                    <a:pt x="210464" y="53301"/>
                  </a:lnTo>
                  <a:lnTo>
                    <a:pt x="211277" y="52349"/>
                  </a:lnTo>
                  <a:close/>
                </a:path>
                <a:path w="462279" h="352425">
                  <a:moveTo>
                    <a:pt x="211569" y="55308"/>
                  </a:moveTo>
                  <a:lnTo>
                    <a:pt x="211289" y="55283"/>
                  </a:lnTo>
                  <a:lnTo>
                    <a:pt x="209029" y="55067"/>
                  </a:lnTo>
                  <a:lnTo>
                    <a:pt x="208483" y="55016"/>
                  </a:lnTo>
                  <a:lnTo>
                    <a:pt x="208483" y="55968"/>
                  </a:lnTo>
                  <a:lnTo>
                    <a:pt x="209029" y="55905"/>
                  </a:lnTo>
                  <a:lnTo>
                    <a:pt x="209778" y="55841"/>
                  </a:lnTo>
                  <a:lnTo>
                    <a:pt x="210540" y="55778"/>
                  </a:lnTo>
                  <a:lnTo>
                    <a:pt x="211289" y="55702"/>
                  </a:lnTo>
                  <a:lnTo>
                    <a:pt x="211569" y="55664"/>
                  </a:lnTo>
                  <a:lnTo>
                    <a:pt x="211569" y="55308"/>
                  </a:lnTo>
                  <a:close/>
                </a:path>
                <a:path w="462279" h="352425">
                  <a:moveTo>
                    <a:pt x="213029" y="136067"/>
                  </a:moveTo>
                  <a:lnTo>
                    <a:pt x="208711" y="135369"/>
                  </a:lnTo>
                  <a:lnTo>
                    <a:pt x="208673" y="138404"/>
                  </a:lnTo>
                  <a:lnTo>
                    <a:pt x="208661" y="139395"/>
                  </a:lnTo>
                  <a:lnTo>
                    <a:pt x="209067" y="140081"/>
                  </a:lnTo>
                  <a:lnTo>
                    <a:pt x="209867" y="140550"/>
                  </a:lnTo>
                  <a:lnTo>
                    <a:pt x="211328" y="141389"/>
                  </a:lnTo>
                  <a:lnTo>
                    <a:pt x="212839" y="140373"/>
                  </a:lnTo>
                  <a:lnTo>
                    <a:pt x="212940" y="138760"/>
                  </a:lnTo>
                  <a:lnTo>
                    <a:pt x="212890" y="138633"/>
                  </a:lnTo>
                  <a:lnTo>
                    <a:pt x="212864" y="138493"/>
                  </a:lnTo>
                  <a:lnTo>
                    <a:pt x="213029" y="136067"/>
                  </a:lnTo>
                  <a:close/>
                </a:path>
                <a:path w="462279" h="352425">
                  <a:moveTo>
                    <a:pt x="215531" y="20307"/>
                  </a:moveTo>
                  <a:lnTo>
                    <a:pt x="215265" y="20307"/>
                  </a:lnTo>
                  <a:lnTo>
                    <a:pt x="214985" y="20307"/>
                  </a:lnTo>
                  <a:lnTo>
                    <a:pt x="214985" y="20726"/>
                  </a:lnTo>
                  <a:lnTo>
                    <a:pt x="215531" y="20726"/>
                  </a:lnTo>
                  <a:lnTo>
                    <a:pt x="215531" y="20307"/>
                  </a:lnTo>
                  <a:close/>
                </a:path>
                <a:path w="462279" h="352425">
                  <a:moveTo>
                    <a:pt x="215544" y="100012"/>
                  </a:moveTo>
                  <a:lnTo>
                    <a:pt x="210934" y="96405"/>
                  </a:lnTo>
                  <a:lnTo>
                    <a:pt x="208762" y="100393"/>
                  </a:lnTo>
                  <a:lnTo>
                    <a:pt x="208838" y="101650"/>
                  </a:lnTo>
                  <a:lnTo>
                    <a:pt x="209080" y="103238"/>
                  </a:lnTo>
                  <a:lnTo>
                    <a:pt x="210604" y="103886"/>
                  </a:lnTo>
                  <a:lnTo>
                    <a:pt x="212153" y="103466"/>
                  </a:lnTo>
                  <a:lnTo>
                    <a:pt x="212509" y="103238"/>
                  </a:lnTo>
                  <a:lnTo>
                    <a:pt x="213182" y="102400"/>
                  </a:lnTo>
                  <a:lnTo>
                    <a:pt x="213753" y="101701"/>
                  </a:lnTo>
                  <a:lnTo>
                    <a:pt x="215544" y="100012"/>
                  </a:lnTo>
                  <a:close/>
                </a:path>
                <a:path w="462279" h="352425">
                  <a:moveTo>
                    <a:pt x="217093" y="158978"/>
                  </a:moveTo>
                  <a:lnTo>
                    <a:pt x="217030" y="157683"/>
                  </a:lnTo>
                  <a:lnTo>
                    <a:pt x="216966" y="156845"/>
                  </a:lnTo>
                  <a:lnTo>
                    <a:pt x="216928" y="156502"/>
                  </a:lnTo>
                  <a:lnTo>
                    <a:pt x="216674" y="155689"/>
                  </a:lnTo>
                  <a:lnTo>
                    <a:pt x="216128" y="153835"/>
                  </a:lnTo>
                  <a:lnTo>
                    <a:pt x="213144" y="154749"/>
                  </a:lnTo>
                  <a:lnTo>
                    <a:pt x="213829" y="156476"/>
                  </a:lnTo>
                  <a:lnTo>
                    <a:pt x="214160" y="157276"/>
                  </a:lnTo>
                  <a:lnTo>
                    <a:pt x="214287" y="157581"/>
                  </a:lnTo>
                  <a:lnTo>
                    <a:pt x="214795" y="158292"/>
                  </a:lnTo>
                  <a:lnTo>
                    <a:pt x="215417" y="159169"/>
                  </a:lnTo>
                  <a:lnTo>
                    <a:pt x="217093" y="158978"/>
                  </a:lnTo>
                  <a:close/>
                </a:path>
                <a:path w="462279" h="352425">
                  <a:moveTo>
                    <a:pt x="217855" y="120446"/>
                  </a:moveTo>
                  <a:lnTo>
                    <a:pt x="217055" y="119075"/>
                  </a:lnTo>
                  <a:lnTo>
                    <a:pt x="216916" y="118859"/>
                  </a:lnTo>
                  <a:lnTo>
                    <a:pt x="215811" y="117017"/>
                  </a:lnTo>
                  <a:lnTo>
                    <a:pt x="213372" y="119634"/>
                  </a:lnTo>
                  <a:lnTo>
                    <a:pt x="215188" y="120599"/>
                  </a:lnTo>
                  <a:lnTo>
                    <a:pt x="216763" y="121424"/>
                  </a:lnTo>
                  <a:lnTo>
                    <a:pt x="217855" y="120446"/>
                  </a:lnTo>
                  <a:close/>
                </a:path>
                <a:path w="462279" h="352425">
                  <a:moveTo>
                    <a:pt x="221780" y="218795"/>
                  </a:moveTo>
                  <a:lnTo>
                    <a:pt x="221488" y="218795"/>
                  </a:lnTo>
                  <a:lnTo>
                    <a:pt x="221195" y="218795"/>
                  </a:lnTo>
                  <a:lnTo>
                    <a:pt x="221195" y="219240"/>
                  </a:lnTo>
                  <a:lnTo>
                    <a:pt x="221780" y="219240"/>
                  </a:lnTo>
                  <a:lnTo>
                    <a:pt x="221780" y="218795"/>
                  </a:lnTo>
                  <a:close/>
                </a:path>
                <a:path w="462279" h="352425">
                  <a:moveTo>
                    <a:pt x="221869" y="43053"/>
                  </a:moveTo>
                  <a:lnTo>
                    <a:pt x="221272" y="41998"/>
                  </a:lnTo>
                  <a:lnTo>
                    <a:pt x="220573" y="42506"/>
                  </a:lnTo>
                  <a:lnTo>
                    <a:pt x="220154" y="42811"/>
                  </a:lnTo>
                  <a:lnTo>
                    <a:pt x="219748" y="43103"/>
                  </a:lnTo>
                  <a:lnTo>
                    <a:pt x="219329" y="43408"/>
                  </a:lnTo>
                  <a:lnTo>
                    <a:pt x="218186" y="44234"/>
                  </a:lnTo>
                  <a:lnTo>
                    <a:pt x="219659" y="45796"/>
                  </a:lnTo>
                  <a:lnTo>
                    <a:pt x="220433" y="44831"/>
                  </a:lnTo>
                  <a:lnTo>
                    <a:pt x="220764" y="44424"/>
                  </a:lnTo>
                  <a:lnTo>
                    <a:pt x="221094" y="44018"/>
                  </a:lnTo>
                  <a:lnTo>
                    <a:pt x="221869" y="43053"/>
                  </a:lnTo>
                  <a:close/>
                </a:path>
                <a:path w="462279" h="352425">
                  <a:moveTo>
                    <a:pt x="221881" y="289775"/>
                  </a:moveTo>
                  <a:lnTo>
                    <a:pt x="219443" y="287629"/>
                  </a:lnTo>
                  <a:lnTo>
                    <a:pt x="218859" y="287108"/>
                  </a:lnTo>
                  <a:lnTo>
                    <a:pt x="217462" y="285851"/>
                  </a:lnTo>
                  <a:lnTo>
                    <a:pt x="216039" y="286854"/>
                  </a:lnTo>
                  <a:lnTo>
                    <a:pt x="216217" y="288226"/>
                  </a:lnTo>
                  <a:lnTo>
                    <a:pt x="216814" y="292341"/>
                  </a:lnTo>
                  <a:lnTo>
                    <a:pt x="221881" y="289775"/>
                  </a:lnTo>
                  <a:close/>
                </a:path>
                <a:path w="462279" h="352425">
                  <a:moveTo>
                    <a:pt x="222351" y="328841"/>
                  </a:moveTo>
                  <a:lnTo>
                    <a:pt x="220116" y="326237"/>
                  </a:lnTo>
                  <a:lnTo>
                    <a:pt x="219570" y="325589"/>
                  </a:lnTo>
                  <a:lnTo>
                    <a:pt x="218884" y="325602"/>
                  </a:lnTo>
                  <a:lnTo>
                    <a:pt x="216103" y="328841"/>
                  </a:lnTo>
                  <a:lnTo>
                    <a:pt x="222351" y="328841"/>
                  </a:lnTo>
                  <a:close/>
                </a:path>
                <a:path w="462279" h="352425">
                  <a:moveTo>
                    <a:pt x="222351" y="178981"/>
                  </a:moveTo>
                  <a:lnTo>
                    <a:pt x="222059" y="178981"/>
                  </a:lnTo>
                  <a:lnTo>
                    <a:pt x="221767" y="178981"/>
                  </a:lnTo>
                  <a:lnTo>
                    <a:pt x="221767" y="179438"/>
                  </a:lnTo>
                  <a:lnTo>
                    <a:pt x="222351" y="179438"/>
                  </a:lnTo>
                  <a:lnTo>
                    <a:pt x="222351" y="178981"/>
                  </a:lnTo>
                  <a:close/>
                </a:path>
                <a:path w="462279" h="352425">
                  <a:moveTo>
                    <a:pt x="222491" y="221018"/>
                  </a:moveTo>
                  <a:lnTo>
                    <a:pt x="222021" y="220040"/>
                  </a:lnTo>
                  <a:lnTo>
                    <a:pt x="221056" y="220446"/>
                  </a:lnTo>
                  <a:lnTo>
                    <a:pt x="220840" y="220522"/>
                  </a:lnTo>
                  <a:lnTo>
                    <a:pt x="220624" y="220624"/>
                  </a:lnTo>
                  <a:lnTo>
                    <a:pt x="218452" y="221526"/>
                  </a:lnTo>
                  <a:lnTo>
                    <a:pt x="221107" y="223913"/>
                  </a:lnTo>
                  <a:lnTo>
                    <a:pt x="221894" y="222275"/>
                  </a:lnTo>
                  <a:lnTo>
                    <a:pt x="222008" y="222046"/>
                  </a:lnTo>
                  <a:lnTo>
                    <a:pt x="222491" y="221018"/>
                  </a:lnTo>
                  <a:close/>
                </a:path>
                <a:path w="462279" h="352425">
                  <a:moveTo>
                    <a:pt x="223253" y="235051"/>
                  </a:moveTo>
                  <a:lnTo>
                    <a:pt x="217462" y="235051"/>
                  </a:lnTo>
                  <a:lnTo>
                    <a:pt x="217462" y="239560"/>
                  </a:lnTo>
                  <a:lnTo>
                    <a:pt x="220357" y="239560"/>
                  </a:lnTo>
                  <a:lnTo>
                    <a:pt x="223253" y="239560"/>
                  </a:lnTo>
                  <a:lnTo>
                    <a:pt x="223253" y="235051"/>
                  </a:lnTo>
                  <a:close/>
                </a:path>
                <a:path w="462279" h="352425">
                  <a:moveTo>
                    <a:pt x="225171" y="187617"/>
                  </a:moveTo>
                  <a:close/>
                </a:path>
                <a:path w="462279" h="352425">
                  <a:moveTo>
                    <a:pt x="225615" y="64871"/>
                  </a:moveTo>
                  <a:lnTo>
                    <a:pt x="224675" y="62280"/>
                  </a:lnTo>
                  <a:lnTo>
                    <a:pt x="223202" y="63131"/>
                  </a:lnTo>
                  <a:lnTo>
                    <a:pt x="222300" y="63258"/>
                  </a:lnTo>
                  <a:lnTo>
                    <a:pt x="221373" y="63017"/>
                  </a:lnTo>
                  <a:lnTo>
                    <a:pt x="220840" y="64287"/>
                  </a:lnTo>
                  <a:lnTo>
                    <a:pt x="221653" y="64795"/>
                  </a:lnTo>
                  <a:lnTo>
                    <a:pt x="222478" y="65328"/>
                  </a:lnTo>
                  <a:lnTo>
                    <a:pt x="223100" y="65392"/>
                  </a:lnTo>
                  <a:lnTo>
                    <a:pt x="225615" y="64871"/>
                  </a:lnTo>
                  <a:close/>
                </a:path>
                <a:path w="462279" h="352425">
                  <a:moveTo>
                    <a:pt x="226161" y="259537"/>
                  </a:moveTo>
                  <a:lnTo>
                    <a:pt x="224599" y="257949"/>
                  </a:lnTo>
                  <a:lnTo>
                    <a:pt x="223100" y="256451"/>
                  </a:lnTo>
                  <a:lnTo>
                    <a:pt x="222084" y="257162"/>
                  </a:lnTo>
                  <a:lnTo>
                    <a:pt x="222326" y="258406"/>
                  </a:lnTo>
                  <a:lnTo>
                    <a:pt x="222415" y="258787"/>
                  </a:lnTo>
                  <a:lnTo>
                    <a:pt x="222872" y="261150"/>
                  </a:lnTo>
                  <a:lnTo>
                    <a:pt x="226161" y="259537"/>
                  </a:lnTo>
                  <a:close/>
                </a:path>
                <a:path w="462279" h="352425">
                  <a:moveTo>
                    <a:pt x="228066" y="243065"/>
                  </a:moveTo>
                  <a:lnTo>
                    <a:pt x="226250" y="243065"/>
                  </a:lnTo>
                  <a:lnTo>
                    <a:pt x="226250" y="244462"/>
                  </a:lnTo>
                  <a:lnTo>
                    <a:pt x="227152" y="244462"/>
                  </a:lnTo>
                  <a:lnTo>
                    <a:pt x="228053" y="244462"/>
                  </a:lnTo>
                  <a:lnTo>
                    <a:pt x="228066" y="243065"/>
                  </a:lnTo>
                  <a:close/>
                </a:path>
                <a:path w="462279" h="352425">
                  <a:moveTo>
                    <a:pt x="228625" y="191109"/>
                  </a:moveTo>
                  <a:lnTo>
                    <a:pt x="228422" y="189191"/>
                  </a:lnTo>
                  <a:lnTo>
                    <a:pt x="228396" y="189039"/>
                  </a:lnTo>
                  <a:lnTo>
                    <a:pt x="228244" y="187655"/>
                  </a:lnTo>
                  <a:lnTo>
                    <a:pt x="228219" y="187413"/>
                  </a:lnTo>
                  <a:lnTo>
                    <a:pt x="228053" y="185889"/>
                  </a:lnTo>
                  <a:lnTo>
                    <a:pt x="225209" y="186486"/>
                  </a:lnTo>
                  <a:lnTo>
                    <a:pt x="225209" y="187655"/>
                  </a:lnTo>
                  <a:lnTo>
                    <a:pt x="225209" y="186486"/>
                  </a:lnTo>
                  <a:lnTo>
                    <a:pt x="224904" y="186550"/>
                  </a:lnTo>
                  <a:lnTo>
                    <a:pt x="224904" y="187413"/>
                  </a:lnTo>
                  <a:lnTo>
                    <a:pt x="224675" y="187388"/>
                  </a:lnTo>
                  <a:lnTo>
                    <a:pt x="224904" y="187413"/>
                  </a:lnTo>
                  <a:lnTo>
                    <a:pt x="224904" y="186550"/>
                  </a:lnTo>
                  <a:lnTo>
                    <a:pt x="224561" y="186626"/>
                  </a:lnTo>
                  <a:lnTo>
                    <a:pt x="224561" y="189191"/>
                  </a:lnTo>
                  <a:lnTo>
                    <a:pt x="224358" y="189039"/>
                  </a:lnTo>
                  <a:lnTo>
                    <a:pt x="224561" y="189191"/>
                  </a:lnTo>
                  <a:lnTo>
                    <a:pt x="224561" y="186626"/>
                  </a:lnTo>
                  <a:lnTo>
                    <a:pt x="223951" y="186740"/>
                  </a:lnTo>
                  <a:lnTo>
                    <a:pt x="223659" y="187261"/>
                  </a:lnTo>
                  <a:lnTo>
                    <a:pt x="223634" y="187807"/>
                  </a:lnTo>
                  <a:lnTo>
                    <a:pt x="223202" y="188391"/>
                  </a:lnTo>
                  <a:lnTo>
                    <a:pt x="223113" y="189191"/>
                  </a:lnTo>
                  <a:lnTo>
                    <a:pt x="223570" y="190500"/>
                  </a:lnTo>
                  <a:lnTo>
                    <a:pt x="224231" y="191058"/>
                  </a:lnTo>
                  <a:lnTo>
                    <a:pt x="228625" y="191109"/>
                  </a:lnTo>
                  <a:close/>
                </a:path>
                <a:path w="462279" h="352425">
                  <a:moveTo>
                    <a:pt x="228828" y="28562"/>
                  </a:moveTo>
                  <a:lnTo>
                    <a:pt x="223215" y="28562"/>
                  </a:lnTo>
                  <a:lnTo>
                    <a:pt x="223215" y="32918"/>
                  </a:lnTo>
                  <a:lnTo>
                    <a:pt x="226021" y="32918"/>
                  </a:lnTo>
                  <a:lnTo>
                    <a:pt x="228828" y="32918"/>
                  </a:lnTo>
                  <a:lnTo>
                    <a:pt x="228828" y="28562"/>
                  </a:lnTo>
                  <a:close/>
                </a:path>
                <a:path w="462279" h="352425">
                  <a:moveTo>
                    <a:pt x="228828" y="13436"/>
                  </a:moveTo>
                  <a:lnTo>
                    <a:pt x="228053" y="12877"/>
                  </a:lnTo>
                  <a:lnTo>
                    <a:pt x="227241" y="13233"/>
                  </a:lnTo>
                  <a:lnTo>
                    <a:pt x="227050" y="13373"/>
                  </a:lnTo>
                  <a:lnTo>
                    <a:pt x="226834" y="13423"/>
                  </a:lnTo>
                  <a:lnTo>
                    <a:pt x="226606" y="13360"/>
                  </a:lnTo>
                  <a:lnTo>
                    <a:pt x="225082" y="13233"/>
                  </a:lnTo>
                  <a:lnTo>
                    <a:pt x="225082" y="15621"/>
                  </a:lnTo>
                  <a:lnTo>
                    <a:pt x="226606" y="15748"/>
                  </a:lnTo>
                  <a:lnTo>
                    <a:pt x="227660" y="15836"/>
                  </a:lnTo>
                  <a:lnTo>
                    <a:pt x="228511" y="15417"/>
                  </a:lnTo>
                  <a:lnTo>
                    <a:pt x="228828" y="13436"/>
                  </a:lnTo>
                  <a:close/>
                </a:path>
                <a:path w="462279" h="352425">
                  <a:moveTo>
                    <a:pt x="229095" y="303898"/>
                  </a:moveTo>
                  <a:lnTo>
                    <a:pt x="228320" y="299427"/>
                  </a:lnTo>
                  <a:lnTo>
                    <a:pt x="222173" y="299821"/>
                  </a:lnTo>
                  <a:lnTo>
                    <a:pt x="221754" y="304152"/>
                  </a:lnTo>
                  <a:lnTo>
                    <a:pt x="225437" y="305600"/>
                  </a:lnTo>
                  <a:lnTo>
                    <a:pt x="226085" y="304888"/>
                  </a:lnTo>
                  <a:lnTo>
                    <a:pt x="226174" y="304114"/>
                  </a:lnTo>
                  <a:lnTo>
                    <a:pt x="229095" y="303898"/>
                  </a:lnTo>
                  <a:close/>
                </a:path>
                <a:path w="462279" h="352425">
                  <a:moveTo>
                    <a:pt x="229489" y="157060"/>
                  </a:moveTo>
                  <a:lnTo>
                    <a:pt x="226593" y="157060"/>
                  </a:lnTo>
                  <a:lnTo>
                    <a:pt x="223697" y="157060"/>
                  </a:lnTo>
                  <a:lnTo>
                    <a:pt x="223685" y="161556"/>
                  </a:lnTo>
                  <a:lnTo>
                    <a:pt x="229476" y="161556"/>
                  </a:lnTo>
                  <a:lnTo>
                    <a:pt x="229489" y="157060"/>
                  </a:lnTo>
                  <a:close/>
                </a:path>
                <a:path w="462279" h="352425">
                  <a:moveTo>
                    <a:pt x="229603" y="54813"/>
                  </a:moveTo>
                  <a:lnTo>
                    <a:pt x="229425" y="54813"/>
                  </a:lnTo>
                  <a:lnTo>
                    <a:pt x="229247" y="54813"/>
                  </a:lnTo>
                  <a:lnTo>
                    <a:pt x="229247" y="55092"/>
                  </a:lnTo>
                  <a:lnTo>
                    <a:pt x="229603" y="55092"/>
                  </a:lnTo>
                  <a:lnTo>
                    <a:pt x="229603" y="54813"/>
                  </a:lnTo>
                  <a:close/>
                </a:path>
                <a:path w="462279" h="352425">
                  <a:moveTo>
                    <a:pt x="230187" y="210007"/>
                  </a:moveTo>
                  <a:lnTo>
                    <a:pt x="230124" y="209829"/>
                  </a:lnTo>
                  <a:lnTo>
                    <a:pt x="229730" y="208965"/>
                  </a:lnTo>
                  <a:lnTo>
                    <a:pt x="229717" y="208089"/>
                  </a:lnTo>
                  <a:lnTo>
                    <a:pt x="230060" y="207200"/>
                  </a:lnTo>
                  <a:lnTo>
                    <a:pt x="229920" y="207162"/>
                  </a:lnTo>
                  <a:lnTo>
                    <a:pt x="229590" y="208140"/>
                  </a:lnTo>
                  <a:lnTo>
                    <a:pt x="229565" y="208915"/>
                  </a:lnTo>
                  <a:lnTo>
                    <a:pt x="229908" y="210083"/>
                  </a:lnTo>
                  <a:lnTo>
                    <a:pt x="230187" y="210007"/>
                  </a:lnTo>
                  <a:close/>
                </a:path>
                <a:path w="462279" h="352425">
                  <a:moveTo>
                    <a:pt x="230543" y="18961"/>
                  </a:moveTo>
                  <a:lnTo>
                    <a:pt x="228955" y="18516"/>
                  </a:lnTo>
                  <a:lnTo>
                    <a:pt x="227584" y="21386"/>
                  </a:lnTo>
                  <a:lnTo>
                    <a:pt x="226517" y="23596"/>
                  </a:lnTo>
                  <a:lnTo>
                    <a:pt x="230162" y="24549"/>
                  </a:lnTo>
                  <a:lnTo>
                    <a:pt x="230479" y="19989"/>
                  </a:lnTo>
                  <a:lnTo>
                    <a:pt x="230543" y="18961"/>
                  </a:lnTo>
                  <a:close/>
                </a:path>
                <a:path w="462279" h="352425">
                  <a:moveTo>
                    <a:pt x="232676" y="128320"/>
                  </a:moveTo>
                  <a:lnTo>
                    <a:pt x="229057" y="126873"/>
                  </a:lnTo>
                  <a:lnTo>
                    <a:pt x="228371" y="129298"/>
                  </a:lnTo>
                  <a:lnTo>
                    <a:pt x="227901" y="130975"/>
                  </a:lnTo>
                  <a:lnTo>
                    <a:pt x="228625" y="132689"/>
                  </a:lnTo>
                  <a:lnTo>
                    <a:pt x="231444" y="132791"/>
                  </a:lnTo>
                  <a:lnTo>
                    <a:pt x="231927" y="131889"/>
                  </a:lnTo>
                  <a:lnTo>
                    <a:pt x="231787" y="131076"/>
                  </a:lnTo>
                  <a:lnTo>
                    <a:pt x="231863" y="130771"/>
                  </a:lnTo>
                  <a:lnTo>
                    <a:pt x="231800" y="130644"/>
                  </a:lnTo>
                  <a:lnTo>
                    <a:pt x="231584" y="130657"/>
                  </a:lnTo>
                  <a:lnTo>
                    <a:pt x="232676" y="128320"/>
                  </a:lnTo>
                  <a:close/>
                </a:path>
                <a:path w="462279" h="352425">
                  <a:moveTo>
                    <a:pt x="234797" y="111252"/>
                  </a:moveTo>
                  <a:lnTo>
                    <a:pt x="232067" y="108445"/>
                  </a:lnTo>
                  <a:lnTo>
                    <a:pt x="230428" y="110172"/>
                  </a:lnTo>
                  <a:lnTo>
                    <a:pt x="229844" y="110794"/>
                  </a:lnTo>
                  <a:lnTo>
                    <a:pt x="229641" y="111023"/>
                  </a:lnTo>
                  <a:lnTo>
                    <a:pt x="228854" y="112826"/>
                  </a:lnTo>
                  <a:lnTo>
                    <a:pt x="229628" y="114452"/>
                  </a:lnTo>
                  <a:lnTo>
                    <a:pt x="231838" y="113652"/>
                  </a:lnTo>
                  <a:lnTo>
                    <a:pt x="232308" y="113360"/>
                  </a:lnTo>
                  <a:lnTo>
                    <a:pt x="234797" y="111252"/>
                  </a:lnTo>
                  <a:close/>
                </a:path>
                <a:path w="462279" h="352425">
                  <a:moveTo>
                    <a:pt x="234810" y="9004"/>
                  </a:moveTo>
                  <a:lnTo>
                    <a:pt x="234518" y="9004"/>
                  </a:lnTo>
                  <a:lnTo>
                    <a:pt x="234226" y="9004"/>
                  </a:lnTo>
                  <a:lnTo>
                    <a:pt x="234226" y="9448"/>
                  </a:lnTo>
                  <a:lnTo>
                    <a:pt x="234810" y="9448"/>
                  </a:lnTo>
                  <a:lnTo>
                    <a:pt x="234810" y="9004"/>
                  </a:lnTo>
                  <a:close/>
                </a:path>
                <a:path w="462279" h="352425">
                  <a:moveTo>
                    <a:pt x="237274" y="271475"/>
                  </a:moveTo>
                  <a:lnTo>
                    <a:pt x="234327" y="270916"/>
                  </a:lnTo>
                  <a:lnTo>
                    <a:pt x="233870" y="270827"/>
                  </a:lnTo>
                  <a:lnTo>
                    <a:pt x="233641" y="270776"/>
                  </a:lnTo>
                  <a:lnTo>
                    <a:pt x="232918" y="270637"/>
                  </a:lnTo>
                  <a:lnTo>
                    <a:pt x="232257" y="271233"/>
                  </a:lnTo>
                  <a:lnTo>
                    <a:pt x="233349" y="275717"/>
                  </a:lnTo>
                  <a:lnTo>
                    <a:pt x="237274" y="271475"/>
                  </a:lnTo>
                  <a:close/>
                </a:path>
                <a:path w="462279" h="352425">
                  <a:moveTo>
                    <a:pt x="237337" y="337756"/>
                  </a:moveTo>
                  <a:lnTo>
                    <a:pt x="230568" y="337756"/>
                  </a:lnTo>
                  <a:lnTo>
                    <a:pt x="232740" y="341299"/>
                  </a:lnTo>
                  <a:lnTo>
                    <a:pt x="233286" y="342201"/>
                  </a:lnTo>
                  <a:lnTo>
                    <a:pt x="234607" y="342201"/>
                  </a:lnTo>
                  <a:lnTo>
                    <a:pt x="237337" y="337756"/>
                  </a:lnTo>
                  <a:close/>
                </a:path>
                <a:path w="462279" h="352425">
                  <a:moveTo>
                    <a:pt x="238099" y="80035"/>
                  </a:moveTo>
                  <a:lnTo>
                    <a:pt x="234873" y="75806"/>
                  </a:lnTo>
                  <a:lnTo>
                    <a:pt x="230847" y="76974"/>
                  </a:lnTo>
                  <a:lnTo>
                    <a:pt x="230441" y="77647"/>
                  </a:lnTo>
                  <a:lnTo>
                    <a:pt x="230378" y="78359"/>
                  </a:lnTo>
                  <a:lnTo>
                    <a:pt x="228384" y="81305"/>
                  </a:lnTo>
                  <a:lnTo>
                    <a:pt x="232702" y="84442"/>
                  </a:lnTo>
                  <a:lnTo>
                    <a:pt x="238099" y="80035"/>
                  </a:lnTo>
                  <a:close/>
                </a:path>
                <a:path w="462279" h="352425">
                  <a:moveTo>
                    <a:pt x="241452" y="231736"/>
                  </a:moveTo>
                  <a:lnTo>
                    <a:pt x="240715" y="230505"/>
                  </a:lnTo>
                  <a:lnTo>
                    <a:pt x="240588" y="230276"/>
                  </a:lnTo>
                  <a:lnTo>
                    <a:pt x="239598" y="228638"/>
                  </a:lnTo>
                  <a:lnTo>
                    <a:pt x="237451" y="230974"/>
                  </a:lnTo>
                  <a:lnTo>
                    <a:pt x="239052" y="231825"/>
                  </a:lnTo>
                  <a:lnTo>
                    <a:pt x="240499" y="232600"/>
                  </a:lnTo>
                  <a:lnTo>
                    <a:pt x="241452" y="231736"/>
                  </a:lnTo>
                  <a:close/>
                </a:path>
                <a:path w="462279" h="352425">
                  <a:moveTo>
                    <a:pt x="241769" y="174548"/>
                  </a:moveTo>
                  <a:lnTo>
                    <a:pt x="241312" y="174548"/>
                  </a:lnTo>
                  <a:lnTo>
                    <a:pt x="240868" y="174548"/>
                  </a:lnTo>
                  <a:lnTo>
                    <a:pt x="240868" y="175260"/>
                  </a:lnTo>
                  <a:lnTo>
                    <a:pt x="241769" y="175260"/>
                  </a:lnTo>
                  <a:lnTo>
                    <a:pt x="241769" y="174548"/>
                  </a:lnTo>
                  <a:close/>
                </a:path>
                <a:path w="462279" h="352425">
                  <a:moveTo>
                    <a:pt x="242176" y="39928"/>
                  </a:moveTo>
                  <a:lnTo>
                    <a:pt x="240652" y="38531"/>
                  </a:lnTo>
                  <a:lnTo>
                    <a:pt x="238391" y="39839"/>
                  </a:lnTo>
                  <a:lnTo>
                    <a:pt x="238061" y="40246"/>
                  </a:lnTo>
                  <a:lnTo>
                    <a:pt x="237959" y="42075"/>
                  </a:lnTo>
                  <a:lnTo>
                    <a:pt x="238506" y="42557"/>
                  </a:lnTo>
                  <a:lnTo>
                    <a:pt x="239052" y="42557"/>
                  </a:lnTo>
                  <a:lnTo>
                    <a:pt x="240322" y="42557"/>
                  </a:lnTo>
                  <a:lnTo>
                    <a:pt x="240715" y="42189"/>
                  </a:lnTo>
                  <a:lnTo>
                    <a:pt x="242176" y="39928"/>
                  </a:lnTo>
                  <a:close/>
                </a:path>
                <a:path w="462279" h="352425">
                  <a:moveTo>
                    <a:pt x="243255" y="124371"/>
                  </a:moveTo>
                  <a:lnTo>
                    <a:pt x="243116" y="124244"/>
                  </a:lnTo>
                  <a:lnTo>
                    <a:pt x="242544" y="123710"/>
                  </a:lnTo>
                  <a:lnTo>
                    <a:pt x="242417" y="123583"/>
                  </a:lnTo>
                  <a:lnTo>
                    <a:pt x="242214" y="123786"/>
                  </a:lnTo>
                  <a:lnTo>
                    <a:pt x="242354" y="123901"/>
                  </a:lnTo>
                  <a:lnTo>
                    <a:pt x="242912" y="124447"/>
                  </a:lnTo>
                  <a:lnTo>
                    <a:pt x="243052" y="124561"/>
                  </a:lnTo>
                  <a:lnTo>
                    <a:pt x="243255" y="124371"/>
                  </a:lnTo>
                  <a:close/>
                </a:path>
                <a:path w="462279" h="352425">
                  <a:moveTo>
                    <a:pt x="243382" y="23139"/>
                  </a:moveTo>
                  <a:lnTo>
                    <a:pt x="239242" y="23126"/>
                  </a:lnTo>
                  <a:lnTo>
                    <a:pt x="240157" y="25323"/>
                  </a:lnTo>
                  <a:lnTo>
                    <a:pt x="240220" y="25488"/>
                  </a:lnTo>
                  <a:lnTo>
                    <a:pt x="240296" y="25641"/>
                  </a:lnTo>
                  <a:lnTo>
                    <a:pt x="240715" y="26644"/>
                  </a:lnTo>
                  <a:lnTo>
                    <a:pt x="241909" y="26644"/>
                  </a:lnTo>
                  <a:lnTo>
                    <a:pt x="242328" y="25641"/>
                  </a:lnTo>
                  <a:lnTo>
                    <a:pt x="242404" y="25488"/>
                  </a:lnTo>
                  <a:lnTo>
                    <a:pt x="242468" y="25323"/>
                  </a:lnTo>
                  <a:lnTo>
                    <a:pt x="242544" y="25158"/>
                  </a:lnTo>
                  <a:lnTo>
                    <a:pt x="243382" y="23139"/>
                  </a:lnTo>
                  <a:close/>
                </a:path>
                <a:path w="462279" h="352425">
                  <a:moveTo>
                    <a:pt x="243814" y="263690"/>
                  </a:moveTo>
                  <a:lnTo>
                    <a:pt x="241084" y="263690"/>
                  </a:lnTo>
                  <a:lnTo>
                    <a:pt x="241084" y="265798"/>
                  </a:lnTo>
                  <a:lnTo>
                    <a:pt x="242443" y="265798"/>
                  </a:lnTo>
                  <a:lnTo>
                    <a:pt x="243814" y="265798"/>
                  </a:lnTo>
                  <a:lnTo>
                    <a:pt x="243814" y="263690"/>
                  </a:lnTo>
                  <a:close/>
                </a:path>
                <a:path w="462279" h="352425">
                  <a:moveTo>
                    <a:pt x="244703" y="3390"/>
                  </a:moveTo>
                  <a:lnTo>
                    <a:pt x="243484" y="2311"/>
                  </a:lnTo>
                  <a:lnTo>
                    <a:pt x="242900" y="1778"/>
                  </a:lnTo>
                  <a:lnTo>
                    <a:pt x="240893" y="0"/>
                  </a:lnTo>
                  <a:lnTo>
                    <a:pt x="239268" y="3886"/>
                  </a:lnTo>
                  <a:lnTo>
                    <a:pt x="241465" y="4241"/>
                  </a:lnTo>
                  <a:lnTo>
                    <a:pt x="243687" y="4610"/>
                  </a:lnTo>
                  <a:lnTo>
                    <a:pt x="244703" y="3390"/>
                  </a:lnTo>
                  <a:close/>
                </a:path>
                <a:path w="462279" h="352425">
                  <a:moveTo>
                    <a:pt x="244779" y="298056"/>
                  </a:moveTo>
                  <a:lnTo>
                    <a:pt x="243840" y="297675"/>
                  </a:lnTo>
                  <a:lnTo>
                    <a:pt x="243662" y="297611"/>
                  </a:lnTo>
                  <a:lnTo>
                    <a:pt x="243497" y="297535"/>
                  </a:lnTo>
                  <a:lnTo>
                    <a:pt x="241427" y="296710"/>
                  </a:lnTo>
                  <a:lnTo>
                    <a:pt x="241401" y="300545"/>
                  </a:lnTo>
                  <a:lnTo>
                    <a:pt x="243332" y="299783"/>
                  </a:lnTo>
                  <a:lnTo>
                    <a:pt x="243497" y="299720"/>
                  </a:lnTo>
                  <a:lnTo>
                    <a:pt x="243662" y="299643"/>
                  </a:lnTo>
                  <a:lnTo>
                    <a:pt x="243840" y="299580"/>
                  </a:lnTo>
                  <a:lnTo>
                    <a:pt x="244767" y="299199"/>
                  </a:lnTo>
                  <a:lnTo>
                    <a:pt x="244779" y="298056"/>
                  </a:lnTo>
                  <a:close/>
                </a:path>
                <a:path w="462279" h="352425">
                  <a:moveTo>
                    <a:pt x="245465" y="191909"/>
                  </a:moveTo>
                  <a:lnTo>
                    <a:pt x="242849" y="190817"/>
                  </a:lnTo>
                  <a:lnTo>
                    <a:pt x="242417" y="190715"/>
                  </a:lnTo>
                  <a:lnTo>
                    <a:pt x="241465" y="190055"/>
                  </a:lnTo>
                  <a:lnTo>
                    <a:pt x="240017" y="190436"/>
                  </a:lnTo>
                  <a:lnTo>
                    <a:pt x="239496" y="192151"/>
                  </a:lnTo>
                  <a:lnTo>
                    <a:pt x="239369" y="193116"/>
                  </a:lnTo>
                  <a:lnTo>
                    <a:pt x="239191" y="194449"/>
                  </a:lnTo>
                  <a:lnTo>
                    <a:pt x="240665" y="195643"/>
                  </a:lnTo>
                  <a:lnTo>
                    <a:pt x="242062" y="195630"/>
                  </a:lnTo>
                  <a:lnTo>
                    <a:pt x="242455" y="195618"/>
                  </a:lnTo>
                  <a:lnTo>
                    <a:pt x="245325" y="195567"/>
                  </a:lnTo>
                  <a:lnTo>
                    <a:pt x="245465" y="191909"/>
                  </a:lnTo>
                  <a:close/>
                </a:path>
                <a:path w="462279" h="352425">
                  <a:moveTo>
                    <a:pt x="246202" y="322757"/>
                  </a:moveTo>
                  <a:lnTo>
                    <a:pt x="245935" y="321779"/>
                  </a:lnTo>
                  <a:lnTo>
                    <a:pt x="245440" y="319925"/>
                  </a:lnTo>
                  <a:lnTo>
                    <a:pt x="242608" y="319874"/>
                  </a:lnTo>
                  <a:lnTo>
                    <a:pt x="241896" y="322783"/>
                  </a:lnTo>
                  <a:lnTo>
                    <a:pt x="241935" y="323418"/>
                  </a:lnTo>
                  <a:lnTo>
                    <a:pt x="243179" y="325462"/>
                  </a:lnTo>
                  <a:lnTo>
                    <a:pt x="244932" y="325501"/>
                  </a:lnTo>
                  <a:lnTo>
                    <a:pt x="245630" y="324294"/>
                  </a:lnTo>
                  <a:lnTo>
                    <a:pt x="246151" y="323392"/>
                  </a:lnTo>
                  <a:lnTo>
                    <a:pt x="246202" y="322757"/>
                  </a:lnTo>
                  <a:close/>
                </a:path>
                <a:path w="462279" h="352425">
                  <a:moveTo>
                    <a:pt x="247307" y="13639"/>
                  </a:moveTo>
                  <a:lnTo>
                    <a:pt x="244398" y="7975"/>
                  </a:lnTo>
                  <a:lnTo>
                    <a:pt x="242760" y="7975"/>
                  </a:lnTo>
                  <a:lnTo>
                    <a:pt x="242239" y="8978"/>
                  </a:lnTo>
                  <a:lnTo>
                    <a:pt x="239852" y="13639"/>
                  </a:lnTo>
                  <a:lnTo>
                    <a:pt x="247307" y="13639"/>
                  </a:lnTo>
                  <a:close/>
                </a:path>
                <a:path w="462279" h="352425">
                  <a:moveTo>
                    <a:pt x="247319" y="109588"/>
                  </a:moveTo>
                  <a:lnTo>
                    <a:pt x="246583" y="106426"/>
                  </a:lnTo>
                  <a:lnTo>
                    <a:pt x="245910" y="103543"/>
                  </a:lnTo>
                  <a:lnTo>
                    <a:pt x="243522" y="103543"/>
                  </a:lnTo>
                  <a:lnTo>
                    <a:pt x="242836" y="106426"/>
                  </a:lnTo>
                  <a:lnTo>
                    <a:pt x="242112" y="109562"/>
                  </a:lnTo>
                  <a:lnTo>
                    <a:pt x="247319" y="109588"/>
                  </a:lnTo>
                  <a:close/>
                </a:path>
                <a:path w="462279" h="352425">
                  <a:moveTo>
                    <a:pt x="248170" y="66649"/>
                  </a:moveTo>
                  <a:lnTo>
                    <a:pt x="244906" y="64465"/>
                  </a:lnTo>
                  <a:lnTo>
                    <a:pt x="244030" y="65938"/>
                  </a:lnTo>
                  <a:lnTo>
                    <a:pt x="243776" y="66141"/>
                  </a:lnTo>
                  <a:lnTo>
                    <a:pt x="243573" y="66446"/>
                  </a:lnTo>
                  <a:lnTo>
                    <a:pt x="243674" y="67983"/>
                  </a:lnTo>
                  <a:lnTo>
                    <a:pt x="244817" y="68656"/>
                  </a:lnTo>
                  <a:lnTo>
                    <a:pt x="245884" y="68008"/>
                  </a:lnTo>
                  <a:lnTo>
                    <a:pt x="248170" y="66649"/>
                  </a:lnTo>
                  <a:close/>
                </a:path>
                <a:path w="462279" h="352425">
                  <a:moveTo>
                    <a:pt x="248361" y="204279"/>
                  </a:moveTo>
                  <a:lnTo>
                    <a:pt x="244043" y="199631"/>
                  </a:lnTo>
                  <a:lnTo>
                    <a:pt x="243217" y="203009"/>
                  </a:lnTo>
                  <a:lnTo>
                    <a:pt x="242849" y="204533"/>
                  </a:lnTo>
                  <a:lnTo>
                    <a:pt x="243611" y="205206"/>
                  </a:lnTo>
                  <a:lnTo>
                    <a:pt x="248361" y="204279"/>
                  </a:lnTo>
                  <a:close/>
                </a:path>
                <a:path w="462279" h="352425">
                  <a:moveTo>
                    <a:pt x="248475" y="165506"/>
                  </a:moveTo>
                  <a:lnTo>
                    <a:pt x="248107" y="165481"/>
                  </a:lnTo>
                  <a:lnTo>
                    <a:pt x="247738" y="165455"/>
                  </a:lnTo>
                  <a:lnTo>
                    <a:pt x="246976" y="165417"/>
                  </a:lnTo>
                  <a:lnTo>
                    <a:pt x="246532" y="165379"/>
                  </a:lnTo>
                  <a:lnTo>
                    <a:pt x="246532" y="166141"/>
                  </a:lnTo>
                  <a:lnTo>
                    <a:pt x="246976" y="166116"/>
                  </a:lnTo>
                  <a:lnTo>
                    <a:pt x="247357" y="166090"/>
                  </a:lnTo>
                  <a:lnTo>
                    <a:pt x="247738" y="166065"/>
                  </a:lnTo>
                  <a:lnTo>
                    <a:pt x="248475" y="166014"/>
                  </a:lnTo>
                  <a:lnTo>
                    <a:pt x="248475" y="165506"/>
                  </a:lnTo>
                  <a:close/>
                </a:path>
                <a:path w="462279" h="352425">
                  <a:moveTo>
                    <a:pt x="250977" y="100533"/>
                  </a:moveTo>
                  <a:lnTo>
                    <a:pt x="249174" y="97447"/>
                  </a:lnTo>
                  <a:lnTo>
                    <a:pt x="247180" y="98653"/>
                  </a:lnTo>
                  <a:lnTo>
                    <a:pt x="246075" y="99314"/>
                  </a:lnTo>
                  <a:lnTo>
                    <a:pt x="245922" y="100355"/>
                  </a:lnTo>
                  <a:lnTo>
                    <a:pt x="246341" y="101257"/>
                  </a:lnTo>
                  <a:lnTo>
                    <a:pt x="246938" y="102616"/>
                  </a:lnTo>
                  <a:lnTo>
                    <a:pt x="248272" y="102463"/>
                  </a:lnTo>
                  <a:lnTo>
                    <a:pt x="249072" y="101765"/>
                  </a:lnTo>
                  <a:lnTo>
                    <a:pt x="250977" y="100533"/>
                  </a:lnTo>
                  <a:close/>
                </a:path>
                <a:path w="462279" h="352425">
                  <a:moveTo>
                    <a:pt x="251802" y="251599"/>
                  </a:moveTo>
                  <a:lnTo>
                    <a:pt x="251510" y="251599"/>
                  </a:lnTo>
                  <a:lnTo>
                    <a:pt x="251218" y="251599"/>
                  </a:lnTo>
                  <a:lnTo>
                    <a:pt x="251218" y="252056"/>
                  </a:lnTo>
                  <a:lnTo>
                    <a:pt x="251802" y="252056"/>
                  </a:lnTo>
                  <a:lnTo>
                    <a:pt x="251802" y="251599"/>
                  </a:lnTo>
                  <a:close/>
                </a:path>
                <a:path w="462279" h="352425">
                  <a:moveTo>
                    <a:pt x="256057" y="18973"/>
                  </a:moveTo>
                  <a:lnTo>
                    <a:pt x="255714" y="18669"/>
                  </a:lnTo>
                  <a:lnTo>
                    <a:pt x="255536" y="18478"/>
                  </a:lnTo>
                  <a:lnTo>
                    <a:pt x="255155" y="18122"/>
                  </a:lnTo>
                  <a:lnTo>
                    <a:pt x="254825" y="17805"/>
                  </a:lnTo>
                  <a:lnTo>
                    <a:pt x="254342" y="18313"/>
                  </a:lnTo>
                  <a:lnTo>
                    <a:pt x="254660" y="18618"/>
                  </a:lnTo>
                  <a:lnTo>
                    <a:pt x="255231" y="19151"/>
                  </a:lnTo>
                  <a:lnTo>
                    <a:pt x="255549" y="19469"/>
                  </a:lnTo>
                  <a:lnTo>
                    <a:pt x="256057" y="18973"/>
                  </a:lnTo>
                  <a:close/>
                </a:path>
                <a:path w="462279" h="352425">
                  <a:moveTo>
                    <a:pt x="261264" y="157340"/>
                  </a:moveTo>
                  <a:lnTo>
                    <a:pt x="259422" y="156451"/>
                  </a:lnTo>
                  <a:lnTo>
                    <a:pt x="259130" y="156210"/>
                  </a:lnTo>
                  <a:lnTo>
                    <a:pt x="259156" y="154901"/>
                  </a:lnTo>
                  <a:lnTo>
                    <a:pt x="257492" y="153797"/>
                  </a:lnTo>
                  <a:lnTo>
                    <a:pt x="253377" y="156591"/>
                  </a:lnTo>
                  <a:lnTo>
                    <a:pt x="255117" y="161861"/>
                  </a:lnTo>
                  <a:lnTo>
                    <a:pt x="258902" y="160426"/>
                  </a:lnTo>
                  <a:lnTo>
                    <a:pt x="260489" y="159829"/>
                  </a:lnTo>
                  <a:lnTo>
                    <a:pt x="261264" y="157340"/>
                  </a:lnTo>
                  <a:close/>
                </a:path>
                <a:path w="462279" h="352425">
                  <a:moveTo>
                    <a:pt x="403606" y="292887"/>
                  </a:moveTo>
                  <a:lnTo>
                    <a:pt x="401891" y="291706"/>
                  </a:lnTo>
                  <a:lnTo>
                    <a:pt x="400939" y="292798"/>
                  </a:lnTo>
                  <a:lnTo>
                    <a:pt x="400329" y="293535"/>
                  </a:lnTo>
                  <a:lnTo>
                    <a:pt x="399783" y="294233"/>
                  </a:lnTo>
                  <a:lnTo>
                    <a:pt x="398335" y="297014"/>
                  </a:lnTo>
                  <a:lnTo>
                    <a:pt x="401231" y="298716"/>
                  </a:lnTo>
                  <a:lnTo>
                    <a:pt x="402247" y="296786"/>
                  </a:lnTo>
                  <a:lnTo>
                    <a:pt x="402717" y="295935"/>
                  </a:lnTo>
                  <a:lnTo>
                    <a:pt x="403021" y="295109"/>
                  </a:lnTo>
                  <a:lnTo>
                    <a:pt x="403606" y="292887"/>
                  </a:lnTo>
                  <a:close/>
                </a:path>
                <a:path w="462279" h="352425">
                  <a:moveTo>
                    <a:pt x="411416" y="262432"/>
                  </a:moveTo>
                  <a:lnTo>
                    <a:pt x="411010" y="258051"/>
                  </a:lnTo>
                  <a:lnTo>
                    <a:pt x="409219" y="256806"/>
                  </a:lnTo>
                  <a:lnTo>
                    <a:pt x="407479" y="257771"/>
                  </a:lnTo>
                  <a:lnTo>
                    <a:pt x="405345" y="258953"/>
                  </a:lnTo>
                  <a:lnTo>
                    <a:pt x="404495" y="260223"/>
                  </a:lnTo>
                  <a:lnTo>
                    <a:pt x="404964" y="264236"/>
                  </a:lnTo>
                  <a:lnTo>
                    <a:pt x="406946" y="265620"/>
                  </a:lnTo>
                  <a:lnTo>
                    <a:pt x="410629" y="263728"/>
                  </a:lnTo>
                  <a:lnTo>
                    <a:pt x="411416" y="262432"/>
                  </a:lnTo>
                  <a:close/>
                </a:path>
                <a:path w="462279" h="352425">
                  <a:moveTo>
                    <a:pt x="432130" y="313880"/>
                  </a:moveTo>
                  <a:lnTo>
                    <a:pt x="431723" y="312369"/>
                  </a:lnTo>
                  <a:lnTo>
                    <a:pt x="431660" y="312204"/>
                  </a:lnTo>
                  <a:lnTo>
                    <a:pt x="431584" y="311861"/>
                  </a:lnTo>
                  <a:lnTo>
                    <a:pt x="431368" y="311111"/>
                  </a:lnTo>
                  <a:lnTo>
                    <a:pt x="430263" y="311111"/>
                  </a:lnTo>
                  <a:lnTo>
                    <a:pt x="430047" y="311861"/>
                  </a:lnTo>
                  <a:lnTo>
                    <a:pt x="430009" y="312039"/>
                  </a:lnTo>
                  <a:lnTo>
                    <a:pt x="429958" y="312204"/>
                  </a:lnTo>
                  <a:lnTo>
                    <a:pt x="429920" y="312369"/>
                  </a:lnTo>
                  <a:lnTo>
                    <a:pt x="429514" y="313867"/>
                  </a:lnTo>
                  <a:lnTo>
                    <a:pt x="432130" y="313880"/>
                  </a:lnTo>
                  <a:close/>
                </a:path>
                <a:path w="462279" h="352425">
                  <a:moveTo>
                    <a:pt x="437578" y="276237"/>
                  </a:moveTo>
                  <a:lnTo>
                    <a:pt x="428180" y="274015"/>
                  </a:lnTo>
                  <a:lnTo>
                    <a:pt x="424561" y="276567"/>
                  </a:lnTo>
                  <a:lnTo>
                    <a:pt x="424561" y="284086"/>
                  </a:lnTo>
                  <a:lnTo>
                    <a:pt x="428180" y="286664"/>
                  </a:lnTo>
                  <a:lnTo>
                    <a:pt x="431761" y="285813"/>
                  </a:lnTo>
                  <a:lnTo>
                    <a:pt x="437578" y="284441"/>
                  </a:lnTo>
                  <a:lnTo>
                    <a:pt x="437578" y="276237"/>
                  </a:lnTo>
                  <a:close/>
                </a:path>
                <a:path w="462279" h="352425">
                  <a:moveTo>
                    <a:pt x="439343" y="256184"/>
                  </a:moveTo>
                  <a:lnTo>
                    <a:pt x="436118" y="254965"/>
                  </a:lnTo>
                  <a:lnTo>
                    <a:pt x="431507" y="253225"/>
                  </a:lnTo>
                  <a:lnTo>
                    <a:pt x="431469" y="262280"/>
                  </a:lnTo>
                  <a:lnTo>
                    <a:pt x="439318" y="259308"/>
                  </a:lnTo>
                  <a:lnTo>
                    <a:pt x="439343" y="256184"/>
                  </a:lnTo>
                  <a:close/>
                </a:path>
                <a:path w="462279" h="352425">
                  <a:moveTo>
                    <a:pt x="441871" y="269887"/>
                  </a:moveTo>
                  <a:lnTo>
                    <a:pt x="441286" y="269887"/>
                  </a:lnTo>
                  <a:lnTo>
                    <a:pt x="441286" y="270344"/>
                  </a:lnTo>
                  <a:lnTo>
                    <a:pt x="441579" y="270344"/>
                  </a:lnTo>
                  <a:lnTo>
                    <a:pt x="441871" y="270344"/>
                  </a:lnTo>
                  <a:lnTo>
                    <a:pt x="441871" y="269887"/>
                  </a:lnTo>
                  <a:close/>
                </a:path>
                <a:path w="462279" h="352425">
                  <a:moveTo>
                    <a:pt x="446582" y="275602"/>
                  </a:moveTo>
                  <a:lnTo>
                    <a:pt x="446024" y="274993"/>
                  </a:lnTo>
                  <a:lnTo>
                    <a:pt x="445846" y="274789"/>
                  </a:lnTo>
                  <a:lnTo>
                    <a:pt x="444627" y="273443"/>
                  </a:lnTo>
                  <a:lnTo>
                    <a:pt x="442518" y="274459"/>
                  </a:lnTo>
                  <a:lnTo>
                    <a:pt x="442518" y="277622"/>
                  </a:lnTo>
                  <a:lnTo>
                    <a:pt x="444627" y="278625"/>
                  </a:lnTo>
                  <a:lnTo>
                    <a:pt x="445757" y="277380"/>
                  </a:lnTo>
                  <a:lnTo>
                    <a:pt x="446024" y="277075"/>
                  </a:lnTo>
                  <a:lnTo>
                    <a:pt x="446582" y="276466"/>
                  </a:lnTo>
                  <a:lnTo>
                    <a:pt x="446582" y="275602"/>
                  </a:lnTo>
                  <a:close/>
                </a:path>
                <a:path w="462279" h="352425">
                  <a:moveTo>
                    <a:pt x="462038" y="261264"/>
                  </a:moveTo>
                  <a:lnTo>
                    <a:pt x="456869" y="261264"/>
                  </a:lnTo>
                  <a:lnTo>
                    <a:pt x="451713" y="261264"/>
                  </a:lnTo>
                  <a:lnTo>
                    <a:pt x="451713" y="269278"/>
                  </a:lnTo>
                  <a:lnTo>
                    <a:pt x="462026" y="269278"/>
                  </a:lnTo>
                  <a:lnTo>
                    <a:pt x="462038" y="261264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134284" y="7786934"/>
              <a:ext cx="231140" cy="323215"/>
            </a:xfrm>
            <a:custGeom>
              <a:avLst/>
              <a:gdLst/>
              <a:ahLst/>
              <a:cxnLst/>
              <a:rect l="l" t="t" r="r" b="b"/>
              <a:pathLst>
                <a:path w="231139" h="323215">
                  <a:moveTo>
                    <a:pt x="4165" y="312064"/>
                  </a:moveTo>
                  <a:lnTo>
                    <a:pt x="2082" y="312064"/>
                  </a:lnTo>
                  <a:lnTo>
                    <a:pt x="0" y="312064"/>
                  </a:lnTo>
                  <a:lnTo>
                    <a:pt x="0" y="315302"/>
                  </a:lnTo>
                  <a:lnTo>
                    <a:pt x="4165" y="315302"/>
                  </a:lnTo>
                  <a:lnTo>
                    <a:pt x="4165" y="312064"/>
                  </a:lnTo>
                  <a:close/>
                </a:path>
                <a:path w="231139" h="323215">
                  <a:moveTo>
                    <a:pt x="9169" y="291401"/>
                  </a:moveTo>
                  <a:lnTo>
                    <a:pt x="8877" y="291401"/>
                  </a:lnTo>
                  <a:lnTo>
                    <a:pt x="8585" y="291401"/>
                  </a:lnTo>
                  <a:lnTo>
                    <a:pt x="8585" y="291858"/>
                  </a:lnTo>
                  <a:lnTo>
                    <a:pt x="9169" y="291858"/>
                  </a:lnTo>
                  <a:lnTo>
                    <a:pt x="9169" y="291401"/>
                  </a:lnTo>
                  <a:close/>
                </a:path>
                <a:path w="231139" h="323215">
                  <a:moveTo>
                    <a:pt x="16687" y="295846"/>
                  </a:moveTo>
                  <a:lnTo>
                    <a:pt x="16319" y="295516"/>
                  </a:lnTo>
                  <a:lnTo>
                    <a:pt x="16052" y="295732"/>
                  </a:lnTo>
                  <a:lnTo>
                    <a:pt x="15633" y="296062"/>
                  </a:lnTo>
                  <a:lnTo>
                    <a:pt x="14389" y="297040"/>
                  </a:lnTo>
                  <a:lnTo>
                    <a:pt x="15049" y="297726"/>
                  </a:lnTo>
                  <a:lnTo>
                    <a:pt x="15405" y="297307"/>
                  </a:lnTo>
                  <a:lnTo>
                    <a:pt x="15760" y="296926"/>
                  </a:lnTo>
                  <a:lnTo>
                    <a:pt x="16103" y="296519"/>
                  </a:lnTo>
                  <a:lnTo>
                    <a:pt x="16446" y="296138"/>
                  </a:lnTo>
                  <a:lnTo>
                    <a:pt x="16687" y="295846"/>
                  </a:lnTo>
                  <a:close/>
                </a:path>
                <a:path w="231139" h="323215">
                  <a:moveTo>
                    <a:pt x="19215" y="252793"/>
                  </a:moveTo>
                  <a:lnTo>
                    <a:pt x="17627" y="251929"/>
                  </a:lnTo>
                  <a:lnTo>
                    <a:pt x="16929" y="251536"/>
                  </a:lnTo>
                  <a:lnTo>
                    <a:pt x="16433" y="252641"/>
                  </a:lnTo>
                  <a:lnTo>
                    <a:pt x="17195" y="252958"/>
                  </a:lnTo>
                  <a:lnTo>
                    <a:pt x="18351" y="253428"/>
                  </a:lnTo>
                  <a:lnTo>
                    <a:pt x="18872" y="253631"/>
                  </a:lnTo>
                  <a:lnTo>
                    <a:pt x="19215" y="252793"/>
                  </a:lnTo>
                  <a:close/>
                </a:path>
                <a:path w="231139" h="323215">
                  <a:moveTo>
                    <a:pt x="32931" y="224891"/>
                  </a:moveTo>
                  <a:lnTo>
                    <a:pt x="32918" y="223875"/>
                  </a:lnTo>
                  <a:lnTo>
                    <a:pt x="32321" y="223405"/>
                  </a:lnTo>
                  <a:lnTo>
                    <a:pt x="31064" y="222427"/>
                  </a:lnTo>
                  <a:lnTo>
                    <a:pt x="29349" y="222859"/>
                  </a:lnTo>
                  <a:lnTo>
                    <a:pt x="29349" y="225907"/>
                  </a:lnTo>
                  <a:lnTo>
                    <a:pt x="31064" y="226352"/>
                  </a:lnTo>
                  <a:lnTo>
                    <a:pt x="32118" y="225539"/>
                  </a:lnTo>
                  <a:lnTo>
                    <a:pt x="32423" y="225285"/>
                  </a:lnTo>
                  <a:lnTo>
                    <a:pt x="32931" y="224891"/>
                  </a:lnTo>
                  <a:close/>
                </a:path>
                <a:path w="231139" h="323215">
                  <a:moveTo>
                    <a:pt x="39598" y="304495"/>
                  </a:moveTo>
                  <a:lnTo>
                    <a:pt x="28206" y="304495"/>
                  </a:lnTo>
                  <a:lnTo>
                    <a:pt x="28194" y="313359"/>
                  </a:lnTo>
                  <a:lnTo>
                    <a:pt x="33896" y="313359"/>
                  </a:lnTo>
                  <a:lnTo>
                    <a:pt x="39598" y="313359"/>
                  </a:lnTo>
                  <a:lnTo>
                    <a:pt x="39598" y="304495"/>
                  </a:lnTo>
                  <a:close/>
                </a:path>
                <a:path w="231139" h="323215">
                  <a:moveTo>
                    <a:pt x="47294" y="270776"/>
                  </a:moveTo>
                  <a:lnTo>
                    <a:pt x="45148" y="268427"/>
                  </a:lnTo>
                  <a:lnTo>
                    <a:pt x="44157" y="270078"/>
                  </a:lnTo>
                  <a:lnTo>
                    <a:pt x="43903" y="270510"/>
                  </a:lnTo>
                  <a:lnTo>
                    <a:pt x="43294" y="271538"/>
                  </a:lnTo>
                  <a:lnTo>
                    <a:pt x="44246" y="272402"/>
                  </a:lnTo>
                  <a:lnTo>
                    <a:pt x="47294" y="270776"/>
                  </a:lnTo>
                  <a:close/>
                </a:path>
                <a:path w="231139" h="323215">
                  <a:moveTo>
                    <a:pt x="48412" y="194716"/>
                  </a:moveTo>
                  <a:lnTo>
                    <a:pt x="48044" y="194386"/>
                  </a:lnTo>
                  <a:lnTo>
                    <a:pt x="47561" y="194767"/>
                  </a:lnTo>
                  <a:lnTo>
                    <a:pt x="47358" y="194932"/>
                  </a:lnTo>
                  <a:lnTo>
                    <a:pt x="47155" y="195097"/>
                  </a:lnTo>
                  <a:lnTo>
                    <a:pt x="46799" y="195376"/>
                  </a:lnTo>
                  <a:lnTo>
                    <a:pt x="47345" y="195935"/>
                  </a:lnTo>
                  <a:lnTo>
                    <a:pt x="47650" y="195592"/>
                  </a:lnTo>
                  <a:lnTo>
                    <a:pt x="47815" y="195389"/>
                  </a:lnTo>
                  <a:lnTo>
                    <a:pt x="47993" y="195199"/>
                  </a:lnTo>
                  <a:lnTo>
                    <a:pt x="48158" y="195008"/>
                  </a:lnTo>
                  <a:lnTo>
                    <a:pt x="48412" y="194716"/>
                  </a:lnTo>
                  <a:close/>
                </a:path>
                <a:path w="231139" h="323215">
                  <a:moveTo>
                    <a:pt x="50025" y="274929"/>
                  </a:moveTo>
                  <a:lnTo>
                    <a:pt x="40246" y="274929"/>
                  </a:lnTo>
                  <a:lnTo>
                    <a:pt x="40246" y="282511"/>
                  </a:lnTo>
                  <a:lnTo>
                    <a:pt x="45135" y="282511"/>
                  </a:lnTo>
                  <a:lnTo>
                    <a:pt x="50012" y="282511"/>
                  </a:lnTo>
                  <a:lnTo>
                    <a:pt x="50025" y="274929"/>
                  </a:lnTo>
                  <a:close/>
                </a:path>
                <a:path w="231139" h="323215">
                  <a:moveTo>
                    <a:pt x="53594" y="299389"/>
                  </a:moveTo>
                  <a:lnTo>
                    <a:pt x="53378" y="294398"/>
                  </a:lnTo>
                  <a:lnTo>
                    <a:pt x="44958" y="294525"/>
                  </a:lnTo>
                  <a:lnTo>
                    <a:pt x="46355" y="302056"/>
                  </a:lnTo>
                  <a:lnTo>
                    <a:pt x="50482" y="300532"/>
                  </a:lnTo>
                  <a:lnTo>
                    <a:pt x="53594" y="299389"/>
                  </a:lnTo>
                  <a:close/>
                </a:path>
                <a:path w="231139" h="323215">
                  <a:moveTo>
                    <a:pt x="60198" y="224751"/>
                  </a:moveTo>
                  <a:lnTo>
                    <a:pt x="58813" y="223139"/>
                  </a:lnTo>
                  <a:lnTo>
                    <a:pt x="58191" y="221183"/>
                  </a:lnTo>
                  <a:lnTo>
                    <a:pt x="55867" y="221183"/>
                  </a:lnTo>
                  <a:lnTo>
                    <a:pt x="55232" y="223139"/>
                  </a:lnTo>
                  <a:lnTo>
                    <a:pt x="53848" y="224751"/>
                  </a:lnTo>
                  <a:lnTo>
                    <a:pt x="54711" y="227457"/>
                  </a:lnTo>
                  <a:lnTo>
                    <a:pt x="59334" y="227457"/>
                  </a:lnTo>
                  <a:lnTo>
                    <a:pt x="60198" y="224751"/>
                  </a:lnTo>
                  <a:close/>
                </a:path>
                <a:path w="231139" h="323215">
                  <a:moveTo>
                    <a:pt x="61074" y="250393"/>
                  </a:moveTo>
                  <a:lnTo>
                    <a:pt x="51841" y="250393"/>
                  </a:lnTo>
                  <a:lnTo>
                    <a:pt x="51841" y="257556"/>
                  </a:lnTo>
                  <a:lnTo>
                    <a:pt x="56464" y="257556"/>
                  </a:lnTo>
                  <a:lnTo>
                    <a:pt x="61074" y="257556"/>
                  </a:lnTo>
                  <a:lnTo>
                    <a:pt x="61074" y="250393"/>
                  </a:lnTo>
                  <a:close/>
                </a:path>
                <a:path w="231139" h="323215">
                  <a:moveTo>
                    <a:pt x="61391" y="189166"/>
                  </a:moveTo>
                  <a:lnTo>
                    <a:pt x="53797" y="189166"/>
                  </a:lnTo>
                  <a:lnTo>
                    <a:pt x="53797" y="195072"/>
                  </a:lnTo>
                  <a:lnTo>
                    <a:pt x="57594" y="195072"/>
                  </a:lnTo>
                  <a:lnTo>
                    <a:pt x="61391" y="195072"/>
                  </a:lnTo>
                  <a:lnTo>
                    <a:pt x="61391" y="189166"/>
                  </a:lnTo>
                  <a:close/>
                </a:path>
                <a:path w="231139" h="323215">
                  <a:moveTo>
                    <a:pt x="71056" y="167474"/>
                  </a:moveTo>
                  <a:lnTo>
                    <a:pt x="70777" y="166357"/>
                  </a:lnTo>
                  <a:lnTo>
                    <a:pt x="68554" y="165023"/>
                  </a:lnTo>
                  <a:lnTo>
                    <a:pt x="67627" y="165112"/>
                  </a:lnTo>
                  <a:lnTo>
                    <a:pt x="66370" y="165315"/>
                  </a:lnTo>
                  <a:lnTo>
                    <a:pt x="61468" y="166128"/>
                  </a:lnTo>
                  <a:lnTo>
                    <a:pt x="65138" y="174904"/>
                  </a:lnTo>
                  <a:lnTo>
                    <a:pt x="70281" y="170205"/>
                  </a:lnTo>
                  <a:lnTo>
                    <a:pt x="70751" y="169595"/>
                  </a:lnTo>
                  <a:lnTo>
                    <a:pt x="71056" y="167474"/>
                  </a:lnTo>
                  <a:close/>
                </a:path>
                <a:path w="231139" h="323215">
                  <a:moveTo>
                    <a:pt x="72885" y="183972"/>
                  </a:moveTo>
                  <a:lnTo>
                    <a:pt x="70904" y="183438"/>
                  </a:lnTo>
                  <a:lnTo>
                    <a:pt x="69596" y="185140"/>
                  </a:lnTo>
                  <a:lnTo>
                    <a:pt x="69342" y="185445"/>
                  </a:lnTo>
                  <a:lnTo>
                    <a:pt x="68135" y="187020"/>
                  </a:lnTo>
                  <a:lnTo>
                    <a:pt x="71335" y="188810"/>
                  </a:lnTo>
                  <a:lnTo>
                    <a:pt x="72047" y="186588"/>
                  </a:lnTo>
                  <a:lnTo>
                    <a:pt x="72885" y="183972"/>
                  </a:lnTo>
                  <a:close/>
                </a:path>
                <a:path w="231139" h="323215">
                  <a:moveTo>
                    <a:pt x="73583" y="290639"/>
                  </a:moveTo>
                  <a:lnTo>
                    <a:pt x="71056" y="290639"/>
                  </a:lnTo>
                  <a:lnTo>
                    <a:pt x="71056" y="292608"/>
                  </a:lnTo>
                  <a:lnTo>
                    <a:pt x="72313" y="292608"/>
                  </a:lnTo>
                  <a:lnTo>
                    <a:pt x="73583" y="292608"/>
                  </a:lnTo>
                  <a:lnTo>
                    <a:pt x="73583" y="290639"/>
                  </a:lnTo>
                  <a:close/>
                </a:path>
                <a:path w="231139" h="323215">
                  <a:moveTo>
                    <a:pt x="76098" y="274243"/>
                  </a:moveTo>
                  <a:lnTo>
                    <a:pt x="71755" y="274243"/>
                  </a:lnTo>
                  <a:lnTo>
                    <a:pt x="67411" y="274243"/>
                  </a:lnTo>
                  <a:lnTo>
                    <a:pt x="67411" y="280987"/>
                  </a:lnTo>
                  <a:lnTo>
                    <a:pt x="76098" y="280987"/>
                  </a:lnTo>
                  <a:lnTo>
                    <a:pt x="76098" y="274243"/>
                  </a:lnTo>
                  <a:close/>
                </a:path>
                <a:path w="231139" h="323215">
                  <a:moveTo>
                    <a:pt x="81978" y="152031"/>
                  </a:moveTo>
                  <a:lnTo>
                    <a:pt x="81064" y="148932"/>
                  </a:lnTo>
                  <a:lnTo>
                    <a:pt x="75133" y="149174"/>
                  </a:lnTo>
                  <a:lnTo>
                    <a:pt x="73558" y="151396"/>
                  </a:lnTo>
                  <a:lnTo>
                    <a:pt x="75298" y="155524"/>
                  </a:lnTo>
                  <a:lnTo>
                    <a:pt x="78168" y="156337"/>
                  </a:lnTo>
                  <a:lnTo>
                    <a:pt x="79705" y="154597"/>
                  </a:lnTo>
                  <a:lnTo>
                    <a:pt x="81978" y="152031"/>
                  </a:lnTo>
                  <a:close/>
                </a:path>
                <a:path w="231139" h="323215">
                  <a:moveTo>
                    <a:pt x="83337" y="262813"/>
                  </a:moveTo>
                  <a:lnTo>
                    <a:pt x="83058" y="260819"/>
                  </a:lnTo>
                  <a:lnTo>
                    <a:pt x="81788" y="260553"/>
                  </a:lnTo>
                  <a:lnTo>
                    <a:pt x="81368" y="260502"/>
                  </a:lnTo>
                  <a:lnTo>
                    <a:pt x="81026" y="260286"/>
                  </a:lnTo>
                  <a:lnTo>
                    <a:pt x="80797" y="259918"/>
                  </a:lnTo>
                  <a:lnTo>
                    <a:pt x="80708" y="257302"/>
                  </a:lnTo>
                  <a:lnTo>
                    <a:pt x="76644" y="257289"/>
                  </a:lnTo>
                  <a:lnTo>
                    <a:pt x="76822" y="262928"/>
                  </a:lnTo>
                  <a:lnTo>
                    <a:pt x="79413" y="264706"/>
                  </a:lnTo>
                  <a:lnTo>
                    <a:pt x="83337" y="262813"/>
                  </a:lnTo>
                  <a:close/>
                </a:path>
                <a:path w="231139" h="323215">
                  <a:moveTo>
                    <a:pt x="84328" y="132118"/>
                  </a:moveTo>
                  <a:lnTo>
                    <a:pt x="84277" y="131762"/>
                  </a:lnTo>
                  <a:lnTo>
                    <a:pt x="84188" y="131419"/>
                  </a:lnTo>
                  <a:lnTo>
                    <a:pt x="84137" y="130200"/>
                  </a:lnTo>
                  <a:lnTo>
                    <a:pt x="83235" y="129095"/>
                  </a:lnTo>
                  <a:lnTo>
                    <a:pt x="80314" y="128066"/>
                  </a:lnTo>
                  <a:lnTo>
                    <a:pt x="78714" y="128854"/>
                  </a:lnTo>
                  <a:lnTo>
                    <a:pt x="76568" y="131889"/>
                  </a:lnTo>
                  <a:lnTo>
                    <a:pt x="77762" y="134239"/>
                  </a:lnTo>
                  <a:lnTo>
                    <a:pt x="79514" y="134721"/>
                  </a:lnTo>
                  <a:lnTo>
                    <a:pt x="81407" y="135229"/>
                  </a:lnTo>
                  <a:lnTo>
                    <a:pt x="83832" y="134797"/>
                  </a:lnTo>
                  <a:lnTo>
                    <a:pt x="84328" y="132118"/>
                  </a:lnTo>
                  <a:close/>
                </a:path>
                <a:path w="231139" h="323215">
                  <a:moveTo>
                    <a:pt x="91871" y="298437"/>
                  </a:moveTo>
                  <a:lnTo>
                    <a:pt x="91859" y="297840"/>
                  </a:lnTo>
                  <a:lnTo>
                    <a:pt x="91719" y="297002"/>
                  </a:lnTo>
                  <a:lnTo>
                    <a:pt x="91490" y="295630"/>
                  </a:lnTo>
                  <a:lnTo>
                    <a:pt x="89852" y="295351"/>
                  </a:lnTo>
                  <a:lnTo>
                    <a:pt x="88239" y="296087"/>
                  </a:lnTo>
                  <a:lnTo>
                    <a:pt x="87934" y="296354"/>
                  </a:lnTo>
                  <a:lnTo>
                    <a:pt x="84874" y="300050"/>
                  </a:lnTo>
                  <a:lnTo>
                    <a:pt x="90487" y="302971"/>
                  </a:lnTo>
                  <a:lnTo>
                    <a:pt x="91871" y="298437"/>
                  </a:lnTo>
                  <a:close/>
                </a:path>
                <a:path w="231139" h="323215">
                  <a:moveTo>
                    <a:pt x="92430" y="137020"/>
                  </a:moveTo>
                  <a:lnTo>
                    <a:pt x="91846" y="137020"/>
                  </a:lnTo>
                  <a:lnTo>
                    <a:pt x="91846" y="137477"/>
                  </a:lnTo>
                  <a:lnTo>
                    <a:pt x="92138" y="137477"/>
                  </a:lnTo>
                  <a:lnTo>
                    <a:pt x="92430" y="137477"/>
                  </a:lnTo>
                  <a:lnTo>
                    <a:pt x="92430" y="137020"/>
                  </a:lnTo>
                  <a:close/>
                </a:path>
                <a:path w="231139" h="323215">
                  <a:moveTo>
                    <a:pt x="95173" y="198285"/>
                  </a:moveTo>
                  <a:lnTo>
                    <a:pt x="93586" y="198704"/>
                  </a:lnTo>
                  <a:lnTo>
                    <a:pt x="93230" y="198780"/>
                  </a:lnTo>
                  <a:lnTo>
                    <a:pt x="93052" y="198831"/>
                  </a:lnTo>
                  <a:lnTo>
                    <a:pt x="92252" y="199034"/>
                  </a:lnTo>
                  <a:lnTo>
                    <a:pt x="92252" y="200253"/>
                  </a:lnTo>
                  <a:lnTo>
                    <a:pt x="93052" y="200456"/>
                  </a:lnTo>
                  <a:lnTo>
                    <a:pt x="93230" y="200494"/>
                  </a:lnTo>
                  <a:lnTo>
                    <a:pt x="93408" y="200558"/>
                  </a:lnTo>
                  <a:lnTo>
                    <a:pt x="93586" y="200596"/>
                  </a:lnTo>
                  <a:lnTo>
                    <a:pt x="95161" y="201002"/>
                  </a:lnTo>
                  <a:lnTo>
                    <a:pt x="95173" y="198285"/>
                  </a:lnTo>
                  <a:close/>
                </a:path>
                <a:path w="231139" h="323215">
                  <a:moveTo>
                    <a:pt x="97243" y="223418"/>
                  </a:moveTo>
                  <a:lnTo>
                    <a:pt x="90449" y="223418"/>
                  </a:lnTo>
                  <a:lnTo>
                    <a:pt x="83654" y="223418"/>
                  </a:lnTo>
                  <a:lnTo>
                    <a:pt x="83642" y="233959"/>
                  </a:lnTo>
                  <a:lnTo>
                    <a:pt x="97231" y="233959"/>
                  </a:lnTo>
                  <a:lnTo>
                    <a:pt x="97243" y="223418"/>
                  </a:lnTo>
                  <a:close/>
                </a:path>
                <a:path w="231139" h="323215">
                  <a:moveTo>
                    <a:pt x="98577" y="156070"/>
                  </a:moveTo>
                  <a:lnTo>
                    <a:pt x="94411" y="156070"/>
                  </a:lnTo>
                  <a:lnTo>
                    <a:pt x="90246" y="156070"/>
                  </a:lnTo>
                  <a:lnTo>
                    <a:pt x="90246" y="162534"/>
                  </a:lnTo>
                  <a:lnTo>
                    <a:pt x="98564" y="162534"/>
                  </a:lnTo>
                  <a:lnTo>
                    <a:pt x="98577" y="156070"/>
                  </a:lnTo>
                  <a:close/>
                </a:path>
                <a:path w="231139" h="323215">
                  <a:moveTo>
                    <a:pt x="104292" y="109791"/>
                  </a:moveTo>
                  <a:lnTo>
                    <a:pt x="98145" y="107683"/>
                  </a:lnTo>
                  <a:lnTo>
                    <a:pt x="97129" y="114007"/>
                  </a:lnTo>
                  <a:lnTo>
                    <a:pt x="100774" y="116014"/>
                  </a:lnTo>
                  <a:lnTo>
                    <a:pt x="102323" y="113271"/>
                  </a:lnTo>
                  <a:lnTo>
                    <a:pt x="104292" y="109791"/>
                  </a:lnTo>
                  <a:close/>
                </a:path>
                <a:path w="231139" h="323215">
                  <a:moveTo>
                    <a:pt x="104317" y="125310"/>
                  </a:moveTo>
                  <a:lnTo>
                    <a:pt x="104038" y="123342"/>
                  </a:lnTo>
                  <a:lnTo>
                    <a:pt x="103924" y="123101"/>
                  </a:lnTo>
                  <a:lnTo>
                    <a:pt x="102666" y="120751"/>
                  </a:lnTo>
                  <a:lnTo>
                    <a:pt x="99999" y="122313"/>
                  </a:lnTo>
                  <a:lnTo>
                    <a:pt x="100939" y="124066"/>
                  </a:lnTo>
                  <a:lnTo>
                    <a:pt x="101257" y="124650"/>
                  </a:lnTo>
                  <a:lnTo>
                    <a:pt x="101409" y="124879"/>
                  </a:lnTo>
                  <a:lnTo>
                    <a:pt x="102971" y="126250"/>
                  </a:lnTo>
                  <a:lnTo>
                    <a:pt x="104317" y="125310"/>
                  </a:lnTo>
                  <a:close/>
                </a:path>
                <a:path w="231139" h="323215">
                  <a:moveTo>
                    <a:pt x="104533" y="279463"/>
                  </a:moveTo>
                  <a:lnTo>
                    <a:pt x="96748" y="279463"/>
                  </a:lnTo>
                  <a:lnTo>
                    <a:pt x="96748" y="285508"/>
                  </a:lnTo>
                  <a:lnTo>
                    <a:pt x="100634" y="285508"/>
                  </a:lnTo>
                  <a:lnTo>
                    <a:pt x="104521" y="285508"/>
                  </a:lnTo>
                  <a:lnTo>
                    <a:pt x="104533" y="279463"/>
                  </a:lnTo>
                  <a:close/>
                </a:path>
                <a:path w="231139" h="323215">
                  <a:moveTo>
                    <a:pt x="112445" y="177520"/>
                  </a:moveTo>
                  <a:lnTo>
                    <a:pt x="108102" y="177520"/>
                  </a:lnTo>
                  <a:lnTo>
                    <a:pt x="108089" y="180886"/>
                  </a:lnTo>
                  <a:lnTo>
                    <a:pt x="110274" y="180886"/>
                  </a:lnTo>
                  <a:lnTo>
                    <a:pt x="112433" y="180886"/>
                  </a:lnTo>
                  <a:lnTo>
                    <a:pt x="112445" y="177520"/>
                  </a:lnTo>
                  <a:close/>
                </a:path>
                <a:path w="231139" h="323215">
                  <a:moveTo>
                    <a:pt x="114884" y="264312"/>
                  </a:moveTo>
                  <a:lnTo>
                    <a:pt x="112560" y="262229"/>
                  </a:lnTo>
                  <a:lnTo>
                    <a:pt x="108331" y="263779"/>
                  </a:lnTo>
                  <a:lnTo>
                    <a:pt x="107251" y="265455"/>
                  </a:lnTo>
                  <a:lnTo>
                    <a:pt x="107721" y="267436"/>
                  </a:lnTo>
                  <a:lnTo>
                    <a:pt x="108343" y="270129"/>
                  </a:lnTo>
                  <a:lnTo>
                    <a:pt x="112242" y="271068"/>
                  </a:lnTo>
                  <a:lnTo>
                    <a:pt x="113753" y="268973"/>
                  </a:lnTo>
                  <a:lnTo>
                    <a:pt x="114414" y="268312"/>
                  </a:lnTo>
                  <a:lnTo>
                    <a:pt x="114884" y="267474"/>
                  </a:lnTo>
                  <a:lnTo>
                    <a:pt x="114884" y="264312"/>
                  </a:lnTo>
                  <a:close/>
                </a:path>
                <a:path w="231139" h="323215">
                  <a:moveTo>
                    <a:pt x="122542" y="140944"/>
                  </a:moveTo>
                  <a:lnTo>
                    <a:pt x="121145" y="140284"/>
                  </a:lnTo>
                  <a:lnTo>
                    <a:pt x="120878" y="140157"/>
                  </a:lnTo>
                  <a:lnTo>
                    <a:pt x="120650" y="140538"/>
                  </a:lnTo>
                  <a:lnTo>
                    <a:pt x="121666" y="141020"/>
                  </a:lnTo>
                  <a:lnTo>
                    <a:pt x="122059" y="141198"/>
                  </a:lnTo>
                  <a:lnTo>
                    <a:pt x="122301" y="141325"/>
                  </a:lnTo>
                  <a:lnTo>
                    <a:pt x="122542" y="140944"/>
                  </a:lnTo>
                  <a:close/>
                </a:path>
                <a:path w="231139" h="323215">
                  <a:moveTo>
                    <a:pt x="123520" y="213512"/>
                  </a:moveTo>
                  <a:lnTo>
                    <a:pt x="116268" y="213512"/>
                  </a:lnTo>
                  <a:lnTo>
                    <a:pt x="116268" y="219138"/>
                  </a:lnTo>
                  <a:lnTo>
                    <a:pt x="119900" y="219138"/>
                  </a:lnTo>
                  <a:lnTo>
                    <a:pt x="123520" y="219138"/>
                  </a:lnTo>
                  <a:lnTo>
                    <a:pt x="123520" y="213512"/>
                  </a:lnTo>
                  <a:close/>
                </a:path>
                <a:path w="231139" h="323215">
                  <a:moveTo>
                    <a:pt x="124218" y="246722"/>
                  </a:moveTo>
                  <a:lnTo>
                    <a:pt x="123469" y="244690"/>
                  </a:lnTo>
                  <a:lnTo>
                    <a:pt x="123278" y="243751"/>
                  </a:lnTo>
                  <a:lnTo>
                    <a:pt x="123266" y="242417"/>
                  </a:lnTo>
                  <a:lnTo>
                    <a:pt x="121373" y="241376"/>
                  </a:lnTo>
                  <a:lnTo>
                    <a:pt x="120408" y="242557"/>
                  </a:lnTo>
                  <a:lnTo>
                    <a:pt x="119748" y="243192"/>
                  </a:lnTo>
                  <a:lnTo>
                    <a:pt x="117995" y="244221"/>
                  </a:lnTo>
                  <a:lnTo>
                    <a:pt x="118186" y="246900"/>
                  </a:lnTo>
                  <a:lnTo>
                    <a:pt x="121805" y="248424"/>
                  </a:lnTo>
                  <a:lnTo>
                    <a:pt x="124218" y="246722"/>
                  </a:lnTo>
                  <a:close/>
                </a:path>
                <a:path w="231139" h="323215">
                  <a:moveTo>
                    <a:pt x="126822" y="180759"/>
                  </a:moveTo>
                  <a:lnTo>
                    <a:pt x="119761" y="180759"/>
                  </a:lnTo>
                  <a:lnTo>
                    <a:pt x="119761" y="186245"/>
                  </a:lnTo>
                  <a:lnTo>
                    <a:pt x="123291" y="186245"/>
                  </a:lnTo>
                  <a:lnTo>
                    <a:pt x="126822" y="186245"/>
                  </a:lnTo>
                  <a:lnTo>
                    <a:pt x="126822" y="180759"/>
                  </a:lnTo>
                  <a:close/>
                </a:path>
                <a:path w="231139" h="323215">
                  <a:moveTo>
                    <a:pt x="127241" y="297916"/>
                  </a:moveTo>
                  <a:lnTo>
                    <a:pt x="117094" y="297916"/>
                  </a:lnTo>
                  <a:lnTo>
                    <a:pt x="117081" y="305790"/>
                  </a:lnTo>
                  <a:lnTo>
                    <a:pt x="122161" y="305790"/>
                  </a:lnTo>
                  <a:lnTo>
                    <a:pt x="127228" y="305790"/>
                  </a:lnTo>
                  <a:lnTo>
                    <a:pt x="127241" y="297916"/>
                  </a:lnTo>
                  <a:close/>
                </a:path>
                <a:path w="231139" h="323215">
                  <a:moveTo>
                    <a:pt x="131521" y="210718"/>
                  </a:moveTo>
                  <a:lnTo>
                    <a:pt x="131229" y="210718"/>
                  </a:lnTo>
                  <a:lnTo>
                    <a:pt x="130937" y="210718"/>
                  </a:lnTo>
                  <a:lnTo>
                    <a:pt x="130937" y="211162"/>
                  </a:lnTo>
                  <a:lnTo>
                    <a:pt x="131521" y="211162"/>
                  </a:lnTo>
                  <a:lnTo>
                    <a:pt x="131521" y="210718"/>
                  </a:lnTo>
                  <a:close/>
                </a:path>
                <a:path w="231139" h="323215">
                  <a:moveTo>
                    <a:pt x="133845" y="322580"/>
                  </a:moveTo>
                  <a:lnTo>
                    <a:pt x="133096" y="319659"/>
                  </a:lnTo>
                  <a:lnTo>
                    <a:pt x="132930" y="318998"/>
                  </a:lnTo>
                  <a:lnTo>
                    <a:pt x="132727" y="318604"/>
                  </a:lnTo>
                  <a:lnTo>
                    <a:pt x="132270" y="318122"/>
                  </a:lnTo>
                  <a:lnTo>
                    <a:pt x="131800" y="317614"/>
                  </a:lnTo>
                  <a:lnTo>
                    <a:pt x="130848" y="317588"/>
                  </a:lnTo>
                  <a:lnTo>
                    <a:pt x="129933" y="318617"/>
                  </a:lnTo>
                  <a:lnTo>
                    <a:pt x="129717" y="318998"/>
                  </a:lnTo>
                  <a:lnTo>
                    <a:pt x="128866" y="322630"/>
                  </a:lnTo>
                  <a:lnTo>
                    <a:pt x="133845" y="322580"/>
                  </a:lnTo>
                  <a:close/>
                </a:path>
                <a:path w="231139" h="323215">
                  <a:moveTo>
                    <a:pt x="137058" y="84467"/>
                  </a:moveTo>
                  <a:lnTo>
                    <a:pt x="133540" y="79692"/>
                  </a:lnTo>
                  <a:lnTo>
                    <a:pt x="131991" y="79756"/>
                  </a:lnTo>
                  <a:lnTo>
                    <a:pt x="131991" y="87198"/>
                  </a:lnTo>
                  <a:lnTo>
                    <a:pt x="131800" y="87261"/>
                  </a:lnTo>
                  <a:lnTo>
                    <a:pt x="131991" y="87198"/>
                  </a:lnTo>
                  <a:lnTo>
                    <a:pt x="131991" y="79756"/>
                  </a:lnTo>
                  <a:lnTo>
                    <a:pt x="129413" y="79857"/>
                  </a:lnTo>
                  <a:lnTo>
                    <a:pt x="128003" y="84366"/>
                  </a:lnTo>
                  <a:lnTo>
                    <a:pt x="128333" y="85559"/>
                  </a:lnTo>
                  <a:lnTo>
                    <a:pt x="129984" y="87147"/>
                  </a:lnTo>
                  <a:lnTo>
                    <a:pt x="131051" y="87515"/>
                  </a:lnTo>
                  <a:lnTo>
                    <a:pt x="131648" y="87312"/>
                  </a:lnTo>
                  <a:lnTo>
                    <a:pt x="133248" y="86956"/>
                  </a:lnTo>
                  <a:lnTo>
                    <a:pt x="135255" y="86614"/>
                  </a:lnTo>
                  <a:lnTo>
                    <a:pt x="137058" y="84467"/>
                  </a:lnTo>
                  <a:close/>
                </a:path>
                <a:path w="231139" h="323215">
                  <a:moveTo>
                    <a:pt x="138404" y="114808"/>
                  </a:moveTo>
                  <a:lnTo>
                    <a:pt x="137160" y="113652"/>
                  </a:lnTo>
                  <a:lnTo>
                    <a:pt x="135115" y="113982"/>
                  </a:lnTo>
                  <a:lnTo>
                    <a:pt x="134531" y="114350"/>
                  </a:lnTo>
                  <a:lnTo>
                    <a:pt x="133781" y="114795"/>
                  </a:lnTo>
                  <a:lnTo>
                    <a:pt x="131711" y="116001"/>
                  </a:lnTo>
                  <a:lnTo>
                    <a:pt x="133756" y="119329"/>
                  </a:lnTo>
                  <a:lnTo>
                    <a:pt x="135623" y="117944"/>
                  </a:lnTo>
                  <a:lnTo>
                    <a:pt x="137096" y="116878"/>
                  </a:lnTo>
                  <a:lnTo>
                    <a:pt x="138404" y="114808"/>
                  </a:lnTo>
                  <a:close/>
                </a:path>
                <a:path w="231139" h="323215">
                  <a:moveTo>
                    <a:pt x="141846" y="232841"/>
                  </a:moveTo>
                  <a:lnTo>
                    <a:pt x="141439" y="228460"/>
                  </a:lnTo>
                  <a:lnTo>
                    <a:pt x="139649" y="227215"/>
                  </a:lnTo>
                  <a:lnTo>
                    <a:pt x="137909" y="228180"/>
                  </a:lnTo>
                  <a:lnTo>
                    <a:pt x="135775" y="229362"/>
                  </a:lnTo>
                  <a:lnTo>
                    <a:pt x="134924" y="230632"/>
                  </a:lnTo>
                  <a:lnTo>
                    <a:pt x="135394" y="234645"/>
                  </a:lnTo>
                  <a:lnTo>
                    <a:pt x="137375" y="236029"/>
                  </a:lnTo>
                  <a:lnTo>
                    <a:pt x="141058" y="234137"/>
                  </a:lnTo>
                  <a:lnTo>
                    <a:pt x="141846" y="232841"/>
                  </a:lnTo>
                  <a:close/>
                </a:path>
                <a:path w="231139" h="323215">
                  <a:moveTo>
                    <a:pt x="142836" y="163423"/>
                  </a:moveTo>
                  <a:lnTo>
                    <a:pt x="140741" y="161124"/>
                  </a:lnTo>
                  <a:lnTo>
                    <a:pt x="138595" y="161124"/>
                  </a:lnTo>
                  <a:lnTo>
                    <a:pt x="136423" y="161124"/>
                  </a:lnTo>
                  <a:lnTo>
                    <a:pt x="134340" y="163423"/>
                  </a:lnTo>
                  <a:lnTo>
                    <a:pt x="136512" y="169303"/>
                  </a:lnTo>
                  <a:lnTo>
                    <a:pt x="140665" y="169303"/>
                  </a:lnTo>
                  <a:lnTo>
                    <a:pt x="142836" y="163423"/>
                  </a:lnTo>
                  <a:close/>
                </a:path>
                <a:path w="231139" h="323215">
                  <a:moveTo>
                    <a:pt x="148386" y="142074"/>
                  </a:moveTo>
                  <a:lnTo>
                    <a:pt x="147815" y="140804"/>
                  </a:lnTo>
                  <a:lnTo>
                    <a:pt x="146583" y="140487"/>
                  </a:lnTo>
                  <a:lnTo>
                    <a:pt x="146215" y="140398"/>
                  </a:lnTo>
                  <a:lnTo>
                    <a:pt x="145402" y="140017"/>
                  </a:lnTo>
                  <a:lnTo>
                    <a:pt x="142836" y="137363"/>
                  </a:lnTo>
                  <a:lnTo>
                    <a:pt x="138480" y="143078"/>
                  </a:lnTo>
                  <a:lnTo>
                    <a:pt x="144335" y="146215"/>
                  </a:lnTo>
                  <a:lnTo>
                    <a:pt x="147586" y="145999"/>
                  </a:lnTo>
                  <a:lnTo>
                    <a:pt x="148386" y="142074"/>
                  </a:lnTo>
                  <a:close/>
                </a:path>
                <a:path w="231139" h="323215">
                  <a:moveTo>
                    <a:pt x="148564" y="208203"/>
                  </a:moveTo>
                  <a:lnTo>
                    <a:pt x="147866" y="204343"/>
                  </a:lnTo>
                  <a:lnTo>
                    <a:pt x="144907" y="203936"/>
                  </a:lnTo>
                  <a:lnTo>
                    <a:pt x="144221" y="203733"/>
                  </a:lnTo>
                  <a:lnTo>
                    <a:pt x="143738" y="203619"/>
                  </a:lnTo>
                  <a:lnTo>
                    <a:pt x="143027" y="203555"/>
                  </a:lnTo>
                  <a:lnTo>
                    <a:pt x="141033" y="204038"/>
                  </a:lnTo>
                  <a:lnTo>
                    <a:pt x="139979" y="205143"/>
                  </a:lnTo>
                  <a:lnTo>
                    <a:pt x="138925" y="209029"/>
                  </a:lnTo>
                  <a:lnTo>
                    <a:pt x="140817" y="211963"/>
                  </a:lnTo>
                  <a:lnTo>
                    <a:pt x="144792" y="211683"/>
                  </a:lnTo>
                  <a:lnTo>
                    <a:pt x="145986" y="211391"/>
                  </a:lnTo>
                  <a:lnTo>
                    <a:pt x="148564" y="208203"/>
                  </a:lnTo>
                  <a:close/>
                </a:path>
                <a:path w="231139" h="323215">
                  <a:moveTo>
                    <a:pt x="158318" y="105664"/>
                  </a:moveTo>
                  <a:lnTo>
                    <a:pt x="157632" y="105054"/>
                  </a:lnTo>
                  <a:lnTo>
                    <a:pt x="156616" y="105359"/>
                  </a:lnTo>
                  <a:lnTo>
                    <a:pt x="156400" y="105435"/>
                  </a:lnTo>
                  <a:lnTo>
                    <a:pt x="154076" y="106133"/>
                  </a:lnTo>
                  <a:lnTo>
                    <a:pt x="156997" y="109321"/>
                  </a:lnTo>
                  <a:lnTo>
                    <a:pt x="157861" y="106908"/>
                  </a:lnTo>
                  <a:lnTo>
                    <a:pt x="157937" y="106692"/>
                  </a:lnTo>
                  <a:lnTo>
                    <a:pt x="158026" y="106489"/>
                  </a:lnTo>
                  <a:lnTo>
                    <a:pt x="158318" y="105664"/>
                  </a:lnTo>
                  <a:close/>
                </a:path>
                <a:path w="231139" h="323215">
                  <a:moveTo>
                    <a:pt x="158584" y="75120"/>
                  </a:moveTo>
                  <a:lnTo>
                    <a:pt x="157810" y="71666"/>
                  </a:lnTo>
                  <a:lnTo>
                    <a:pt x="158140" y="70243"/>
                  </a:lnTo>
                  <a:lnTo>
                    <a:pt x="157721" y="68605"/>
                  </a:lnTo>
                  <a:lnTo>
                    <a:pt x="155244" y="67500"/>
                  </a:lnTo>
                  <a:lnTo>
                    <a:pt x="153898" y="67195"/>
                  </a:lnTo>
                  <a:lnTo>
                    <a:pt x="150799" y="69519"/>
                  </a:lnTo>
                  <a:lnTo>
                    <a:pt x="150266" y="71564"/>
                  </a:lnTo>
                  <a:lnTo>
                    <a:pt x="151460" y="73914"/>
                  </a:lnTo>
                  <a:lnTo>
                    <a:pt x="153123" y="77216"/>
                  </a:lnTo>
                  <a:lnTo>
                    <a:pt x="158584" y="75120"/>
                  </a:lnTo>
                  <a:close/>
                </a:path>
                <a:path w="231139" h="323215">
                  <a:moveTo>
                    <a:pt x="163334" y="40424"/>
                  </a:moveTo>
                  <a:lnTo>
                    <a:pt x="161239" y="40424"/>
                  </a:lnTo>
                  <a:lnTo>
                    <a:pt x="159156" y="40424"/>
                  </a:lnTo>
                  <a:lnTo>
                    <a:pt x="159156" y="43649"/>
                  </a:lnTo>
                  <a:lnTo>
                    <a:pt x="163334" y="43649"/>
                  </a:lnTo>
                  <a:lnTo>
                    <a:pt x="163334" y="40424"/>
                  </a:lnTo>
                  <a:close/>
                </a:path>
                <a:path w="231139" h="323215">
                  <a:moveTo>
                    <a:pt x="165112" y="171462"/>
                  </a:moveTo>
                  <a:lnTo>
                    <a:pt x="160680" y="171462"/>
                  </a:lnTo>
                  <a:lnTo>
                    <a:pt x="156248" y="171462"/>
                  </a:lnTo>
                  <a:lnTo>
                    <a:pt x="156235" y="178346"/>
                  </a:lnTo>
                  <a:lnTo>
                    <a:pt x="165112" y="178346"/>
                  </a:lnTo>
                  <a:lnTo>
                    <a:pt x="165112" y="171462"/>
                  </a:lnTo>
                  <a:close/>
                </a:path>
                <a:path w="231139" h="323215">
                  <a:moveTo>
                    <a:pt x="166293" y="58940"/>
                  </a:moveTo>
                  <a:lnTo>
                    <a:pt x="164122" y="58940"/>
                  </a:lnTo>
                  <a:lnTo>
                    <a:pt x="164122" y="60629"/>
                  </a:lnTo>
                  <a:lnTo>
                    <a:pt x="165214" y="60629"/>
                  </a:lnTo>
                  <a:lnTo>
                    <a:pt x="166293" y="60629"/>
                  </a:lnTo>
                  <a:lnTo>
                    <a:pt x="166293" y="58940"/>
                  </a:lnTo>
                  <a:close/>
                </a:path>
                <a:path w="231139" h="323215">
                  <a:moveTo>
                    <a:pt x="166471" y="193611"/>
                  </a:moveTo>
                  <a:lnTo>
                    <a:pt x="160655" y="187947"/>
                  </a:lnTo>
                  <a:lnTo>
                    <a:pt x="156565" y="194017"/>
                  </a:lnTo>
                  <a:lnTo>
                    <a:pt x="160324" y="195745"/>
                  </a:lnTo>
                  <a:lnTo>
                    <a:pt x="163195" y="197053"/>
                  </a:lnTo>
                  <a:lnTo>
                    <a:pt x="166471" y="193611"/>
                  </a:lnTo>
                  <a:close/>
                </a:path>
                <a:path w="231139" h="323215">
                  <a:moveTo>
                    <a:pt x="171145" y="148615"/>
                  </a:moveTo>
                  <a:lnTo>
                    <a:pt x="169011" y="143560"/>
                  </a:lnTo>
                  <a:lnTo>
                    <a:pt x="165404" y="142481"/>
                  </a:lnTo>
                  <a:lnTo>
                    <a:pt x="163537" y="144691"/>
                  </a:lnTo>
                  <a:lnTo>
                    <a:pt x="161163" y="147485"/>
                  </a:lnTo>
                  <a:lnTo>
                    <a:pt x="162344" y="151612"/>
                  </a:lnTo>
                  <a:lnTo>
                    <a:pt x="169214" y="151460"/>
                  </a:lnTo>
                  <a:lnTo>
                    <a:pt x="171145" y="148615"/>
                  </a:lnTo>
                  <a:close/>
                </a:path>
                <a:path w="231139" h="323215">
                  <a:moveTo>
                    <a:pt x="179743" y="67462"/>
                  </a:moveTo>
                  <a:lnTo>
                    <a:pt x="179489" y="65735"/>
                  </a:lnTo>
                  <a:lnTo>
                    <a:pt x="177292" y="64757"/>
                  </a:lnTo>
                  <a:lnTo>
                    <a:pt x="176504" y="64566"/>
                  </a:lnTo>
                  <a:lnTo>
                    <a:pt x="173024" y="64414"/>
                  </a:lnTo>
                  <a:lnTo>
                    <a:pt x="171513" y="67043"/>
                  </a:lnTo>
                  <a:lnTo>
                    <a:pt x="173342" y="71399"/>
                  </a:lnTo>
                  <a:lnTo>
                    <a:pt x="175945" y="71577"/>
                  </a:lnTo>
                  <a:lnTo>
                    <a:pt x="177736" y="70154"/>
                  </a:lnTo>
                  <a:lnTo>
                    <a:pt x="178384" y="69634"/>
                  </a:lnTo>
                  <a:lnTo>
                    <a:pt x="178739" y="69202"/>
                  </a:lnTo>
                  <a:lnTo>
                    <a:pt x="179743" y="67462"/>
                  </a:lnTo>
                  <a:close/>
                </a:path>
                <a:path w="231139" h="323215">
                  <a:moveTo>
                    <a:pt x="183629" y="163385"/>
                  </a:moveTo>
                  <a:lnTo>
                    <a:pt x="183337" y="163385"/>
                  </a:lnTo>
                  <a:lnTo>
                    <a:pt x="181914" y="163385"/>
                  </a:lnTo>
                  <a:lnTo>
                    <a:pt x="181914" y="163830"/>
                  </a:lnTo>
                  <a:lnTo>
                    <a:pt x="183629" y="163830"/>
                  </a:lnTo>
                  <a:lnTo>
                    <a:pt x="183629" y="163385"/>
                  </a:lnTo>
                  <a:close/>
                </a:path>
                <a:path w="231139" h="323215">
                  <a:moveTo>
                    <a:pt x="184912" y="100545"/>
                  </a:moveTo>
                  <a:lnTo>
                    <a:pt x="180860" y="98323"/>
                  </a:lnTo>
                  <a:lnTo>
                    <a:pt x="176961" y="105232"/>
                  </a:lnTo>
                  <a:lnTo>
                    <a:pt x="183781" y="107556"/>
                  </a:lnTo>
                  <a:lnTo>
                    <a:pt x="184416" y="103581"/>
                  </a:lnTo>
                  <a:lnTo>
                    <a:pt x="184912" y="100545"/>
                  </a:lnTo>
                  <a:close/>
                </a:path>
                <a:path w="231139" h="323215">
                  <a:moveTo>
                    <a:pt x="185597" y="31686"/>
                  </a:moveTo>
                  <a:lnTo>
                    <a:pt x="185559" y="28244"/>
                  </a:lnTo>
                  <a:lnTo>
                    <a:pt x="183121" y="27228"/>
                  </a:lnTo>
                  <a:lnTo>
                    <a:pt x="180416" y="29946"/>
                  </a:lnTo>
                  <a:lnTo>
                    <a:pt x="181356" y="32537"/>
                  </a:lnTo>
                  <a:lnTo>
                    <a:pt x="183337" y="32448"/>
                  </a:lnTo>
                  <a:lnTo>
                    <a:pt x="183718" y="32423"/>
                  </a:lnTo>
                  <a:lnTo>
                    <a:pt x="183896" y="32423"/>
                  </a:lnTo>
                  <a:lnTo>
                    <a:pt x="184810" y="32385"/>
                  </a:lnTo>
                  <a:lnTo>
                    <a:pt x="185597" y="31686"/>
                  </a:lnTo>
                  <a:close/>
                </a:path>
                <a:path w="231139" h="323215">
                  <a:moveTo>
                    <a:pt x="187261" y="264299"/>
                  </a:moveTo>
                  <a:lnTo>
                    <a:pt x="186855" y="260032"/>
                  </a:lnTo>
                  <a:lnTo>
                    <a:pt x="186143" y="258965"/>
                  </a:lnTo>
                  <a:lnTo>
                    <a:pt x="185051" y="259080"/>
                  </a:lnTo>
                  <a:lnTo>
                    <a:pt x="184467" y="259143"/>
                  </a:lnTo>
                  <a:lnTo>
                    <a:pt x="183921" y="259054"/>
                  </a:lnTo>
                  <a:lnTo>
                    <a:pt x="182727" y="259359"/>
                  </a:lnTo>
                  <a:lnTo>
                    <a:pt x="182232" y="259740"/>
                  </a:lnTo>
                  <a:lnTo>
                    <a:pt x="179730" y="260438"/>
                  </a:lnTo>
                  <a:lnTo>
                    <a:pt x="179628" y="262851"/>
                  </a:lnTo>
                  <a:lnTo>
                    <a:pt x="183578" y="265607"/>
                  </a:lnTo>
                  <a:lnTo>
                    <a:pt x="187261" y="264299"/>
                  </a:lnTo>
                  <a:close/>
                </a:path>
                <a:path w="231139" h="323215">
                  <a:moveTo>
                    <a:pt x="189293" y="262890"/>
                  </a:moveTo>
                  <a:lnTo>
                    <a:pt x="189001" y="262890"/>
                  </a:lnTo>
                  <a:lnTo>
                    <a:pt x="188709" y="262890"/>
                  </a:lnTo>
                  <a:lnTo>
                    <a:pt x="188709" y="263347"/>
                  </a:lnTo>
                  <a:lnTo>
                    <a:pt x="189293" y="263347"/>
                  </a:lnTo>
                  <a:lnTo>
                    <a:pt x="189293" y="262890"/>
                  </a:lnTo>
                  <a:close/>
                </a:path>
                <a:path w="231139" h="323215">
                  <a:moveTo>
                    <a:pt x="190627" y="155714"/>
                  </a:moveTo>
                  <a:lnTo>
                    <a:pt x="189725" y="153568"/>
                  </a:lnTo>
                  <a:lnTo>
                    <a:pt x="189077" y="152031"/>
                  </a:lnTo>
                  <a:lnTo>
                    <a:pt x="187794" y="152031"/>
                  </a:lnTo>
                  <a:lnTo>
                    <a:pt x="187286" y="153238"/>
                  </a:lnTo>
                  <a:lnTo>
                    <a:pt x="187223" y="153416"/>
                  </a:lnTo>
                  <a:lnTo>
                    <a:pt x="187147" y="153568"/>
                  </a:lnTo>
                  <a:lnTo>
                    <a:pt x="186245" y="155702"/>
                  </a:lnTo>
                  <a:lnTo>
                    <a:pt x="190627" y="155714"/>
                  </a:lnTo>
                  <a:close/>
                </a:path>
                <a:path w="231139" h="323215">
                  <a:moveTo>
                    <a:pt x="197205" y="193763"/>
                  </a:moveTo>
                  <a:lnTo>
                    <a:pt x="192392" y="193763"/>
                  </a:lnTo>
                  <a:lnTo>
                    <a:pt x="187604" y="193763"/>
                  </a:lnTo>
                  <a:lnTo>
                    <a:pt x="187591" y="201218"/>
                  </a:lnTo>
                  <a:lnTo>
                    <a:pt x="197192" y="201218"/>
                  </a:lnTo>
                  <a:lnTo>
                    <a:pt x="197205" y="193763"/>
                  </a:lnTo>
                  <a:close/>
                </a:path>
                <a:path w="231139" h="323215">
                  <a:moveTo>
                    <a:pt x="199885" y="114376"/>
                  </a:moveTo>
                  <a:lnTo>
                    <a:pt x="199580" y="113220"/>
                  </a:lnTo>
                  <a:lnTo>
                    <a:pt x="197561" y="112204"/>
                  </a:lnTo>
                  <a:lnTo>
                    <a:pt x="196799" y="112191"/>
                  </a:lnTo>
                  <a:lnTo>
                    <a:pt x="195630" y="112471"/>
                  </a:lnTo>
                  <a:lnTo>
                    <a:pt x="191414" y="113474"/>
                  </a:lnTo>
                  <a:lnTo>
                    <a:pt x="194411" y="120446"/>
                  </a:lnTo>
                  <a:lnTo>
                    <a:pt x="199136" y="116738"/>
                  </a:lnTo>
                  <a:lnTo>
                    <a:pt x="199517" y="116179"/>
                  </a:lnTo>
                  <a:lnTo>
                    <a:pt x="199885" y="114376"/>
                  </a:lnTo>
                  <a:close/>
                </a:path>
                <a:path w="231139" h="323215">
                  <a:moveTo>
                    <a:pt x="203454" y="154228"/>
                  </a:moveTo>
                  <a:lnTo>
                    <a:pt x="202869" y="154228"/>
                  </a:lnTo>
                  <a:lnTo>
                    <a:pt x="202869" y="154686"/>
                  </a:lnTo>
                  <a:lnTo>
                    <a:pt x="203161" y="154686"/>
                  </a:lnTo>
                  <a:lnTo>
                    <a:pt x="203454" y="154686"/>
                  </a:lnTo>
                  <a:lnTo>
                    <a:pt x="203454" y="154228"/>
                  </a:lnTo>
                  <a:close/>
                </a:path>
                <a:path w="231139" h="323215">
                  <a:moveTo>
                    <a:pt x="205117" y="34124"/>
                  </a:moveTo>
                  <a:lnTo>
                    <a:pt x="204749" y="32753"/>
                  </a:lnTo>
                  <a:lnTo>
                    <a:pt x="203568" y="32359"/>
                  </a:lnTo>
                  <a:lnTo>
                    <a:pt x="203149" y="32219"/>
                  </a:lnTo>
                  <a:lnTo>
                    <a:pt x="202679" y="32207"/>
                  </a:lnTo>
                  <a:lnTo>
                    <a:pt x="200901" y="30873"/>
                  </a:lnTo>
                  <a:lnTo>
                    <a:pt x="198945" y="32931"/>
                  </a:lnTo>
                  <a:lnTo>
                    <a:pt x="200939" y="35852"/>
                  </a:lnTo>
                  <a:lnTo>
                    <a:pt x="202882" y="36626"/>
                  </a:lnTo>
                  <a:lnTo>
                    <a:pt x="205117" y="34124"/>
                  </a:lnTo>
                  <a:close/>
                </a:path>
                <a:path w="231139" h="323215">
                  <a:moveTo>
                    <a:pt x="208940" y="143624"/>
                  </a:moveTo>
                  <a:lnTo>
                    <a:pt x="202539" y="136715"/>
                  </a:lnTo>
                  <a:lnTo>
                    <a:pt x="198755" y="141782"/>
                  </a:lnTo>
                  <a:lnTo>
                    <a:pt x="196088" y="145351"/>
                  </a:lnTo>
                  <a:lnTo>
                    <a:pt x="200380" y="149364"/>
                  </a:lnTo>
                  <a:lnTo>
                    <a:pt x="208940" y="143624"/>
                  </a:lnTo>
                  <a:close/>
                </a:path>
                <a:path w="231139" h="323215">
                  <a:moveTo>
                    <a:pt x="210362" y="295135"/>
                  </a:moveTo>
                  <a:lnTo>
                    <a:pt x="206552" y="295135"/>
                  </a:lnTo>
                  <a:lnTo>
                    <a:pt x="202755" y="295135"/>
                  </a:lnTo>
                  <a:lnTo>
                    <a:pt x="202755" y="301040"/>
                  </a:lnTo>
                  <a:lnTo>
                    <a:pt x="210362" y="301040"/>
                  </a:lnTo>
                  <a:lnTo>
                    <a:pt x="210362" y="295135"/>
                  </a:lnTo>
                  <a:close/>
                </a:path>
                <a:path w="231139" h="323215">
                  <a:moveTo>
                    <a:pt x="211251" y="74968"/>
                  </a:moveTo>
                  <a:lnTo>
                    <a:pt x="202323" y="71716"/>
                  </a:lnTo>
                  <a:lnTo>
                    <a:pt x="199694" y="76454"/>
                  </a:lnTo>
                  <a:lnTo>
                    <a:pt x="202209" y="78714"/>
                  </a:lnTo>
                  <a:lnTo>
                    <a:pt x="206565" y="82638"/>
                  </a:lnTo>
                  <a:lnTo>
                    <a:pt x="211251" y="74968"/>
                  </a:lnTo>
                  <a:close/>
                </a:path>
                <a:path w="231139" h="323215">
                  <a:moveTo>
                    <a:pt x="211442" y="179514"/>
                  </a:moveTo>
                  <a:lnTo>
                    <a:pt x="210058" y="176949"/>
                  </a:lnTo>
                  <a:lnTo>
                    <a:pt x="206451" y="176949"/>
                  </a:lnTo>
                  <a:lnTo>
                    <a:pt x="205079" y="179514"/>
                  </a:lnTo>
                  <a:lnTo>
                    <a:pt x="207797" y="181711"/>
                  </a:lnTo>
                  <a:lnTo>
                    <a:pt x="208711" y="181711"/>
                  </a:lnTo>
                  <a:lnTo>
                    <a:pt x="209651" y="180949"/>
                  </a:lnTo>
                  <a:lnTo>
                    <a:pt x="209842" y="180797"/>
                  </a:lnTo>
                  <a:lnTo>
                    <a:pt x="211442" y="179514"/>
                  </a:lnTo>
                  <a:close/>
                </a:path>
                <a:path w="231139" h="323215">
                  <a:moveTo>
                    <a:pt x="219887" y="42494"/>
                  </a:moveTo>
                  <a:lnTo>
                    <a:pt x="211366" y="42494"/>
                  </a:lnTo>
                  <a:lnTo>
                    <a:pt x="211366" y="49098"/>
                  </a:lnTo>
                  <a:lnTo>
                    <a:pt x="215620" y="49098"/>
                  </a:lnTo>
                  <a:lnTo>
                    <a:pt x="219875" y="49098"/>
                  </a:lnTo>
                  <a:lnTo>
                    <a:pt x="219887" y="42494"/>
                  </a:lnTo>
                  <a:close/>
                </a:path>
                <a:path w="231139" h="323215">
                  <a:moveTo>
                    <a:pt x="222719" y="0"/>
                  </a:moveTo>
                  <a:lnTo>
                    <a:pt x="218452" y="0"/>
                  </a:lnTo>
                  <a:lnTo>
                    <a:pt x="214198" y="0"/>
                  </a:lnTo>
                  <a:lnTo>
                    <a:pt x="214185" y="6604"/>
                  </a:lnTo>
                  <a:lnTo>
                    <a:pt x="222707" y="6604"/>
                  </a:lnTo>
                  <a:lnTo>
                    <a:pt x="222719" y="0"/>
                  </a:lnTo>
                  <a:close/>
                </a:path>
                <a:path w="231139" h="323215">
                  <a:moveTo>
                    <a:pt x="227431" y="274345"/>
                  </a:moveTo>
                  <a:lnTo>
                    <a:pt x="226771" y="273189"/>
                  </a:lnTo>
                  <a:lnTo>
                    <a:pt x="225171" y="274345"/>
                  </a:lnTo>
                  <a:lnTo>
                    <a:pt x="224751" y="274637"/>
                  </a:lnTo>
                  <a:lnTo>
                    <a:pt x="223520" y="275526"/>
                  </a:lnTo>
                  <a:lnTo>
                    <a:pt x="225107" y="277228"/>
                  </a:lnTo>
                  <a:lnTo>
                    <a:pt x="225945" y="276186"/>
                  </a:lnTo>
                  <a:lnTo>
                    <a:pt x="226275" y="275780"/>
                  </a:lnTo>
                  <a:lnTo>
                    <a:pt x="226606" y="275374"/>
                  </a:lnTo>
                  <a:lnTo>
                    <a:pt x="227431" y="274345"/>
                  </a:lnTo>
                  <a:close/>
                </a:path>
                <a:path w="231139" h="323215">
                  <a:moveTo>
                    <a:pt x="230162" y="260184"/>
                  </a:moveTo>
                  <a:lnTo>
                    <a:pt x="227736" y="258038"/>
                  </a:lnTo>
                  <a:lnTo>
                    <a:pt x="227152" y="257517"/>
                  </a:lnTo>
                  <a:lnTo>
                    <a:pt x="225742" y="256260"/>
                  </a:lnTo>
                  <a:lnTo>
                    <a:pt x="224320" y="257263"/>
                  </a:lnTo>
                  <a:lnTo>
                    <a:pt x="224510" y="258635"/>
                  </a:lnTo>
                  <a:lnTo>
                    <a:pt x="225094" y="262750"/>
                  </a:lnTo>
                  <a:lnTo>
                    <a:pt x="230162" y="260184"/>
                  </a:lnTo>
                  <a:close/>
                </a:path>
                <a:path w="231139" h="323215">
                  <a:moveTo>
                    <a:pt x="230644" y="299250"/>
                  </a:moveTo>
                  <a:lnTo>
                    <a:pt x="228409" y="296646"/>
                  </a:lnTo>
                  <a:lnTo>
                    <a:pt x="227850" y="295998"/>
                  </a:lnTo>
                  <a:lnTo>
                    <a:pt x="227177" y="296011"/>
                  </a:lnTo>
                  <a:lnTo>
                    <a:pt x="224383" y="299250"/>
                  </a:lnTo>
                  <a:lnTo>
                    <a:pt x="230644" y="29925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116199" y="7755768"/>
              <a:ext cx="287655" cy="327660"/>
            </a:xfrm>
            <a:custGeom>
              <a:avLst/>
              <a:gdLst/>
              <a:ahLst/>
              <a:cxnLst/>
              <a:rect l="l" t="t" r="r" b="b"/>
              <a:pathLst>
                <a:path w="287654" h="327659">
                  <a:moveTo>
                    <a:pt x="3073" y="236613"/>
                  </a:moveTo>
                  <a:lnTo>
                    <a:pt x="0" y="236613"/>
                  </a:lnTo>
                  <a:lnTo>
                    <a:pt x="0" y="239001"/>
                  </a:lnTo>
                  <a:lnTo>
                    <a:pt x="1536" y="239001"/>
                  </a:lnTo>
                  <a:lnTo>
                    <a:pt x="3073" y="239001"/>
                  </a:lnTo>
                  <a:lnTo>
                    <a:pt x="3073" y="236613"/>
                  </a:lnTo>
                  <a:close/>
                </a:path>
                <a:path w="287654" h="327659">
                  <a:moveTo>
                    <a:pt x="11455" y="202044"/>
                  </a:moveTo>
                  <a:lnTo>
                    <a:pt x="6629" y="198818"/>
                  </a:lnTo>
                  <a:lnTo>
                    <a:pt x="6629" y="206514"/>
                  </a:lnTo>
                  <a:lnTo>
                    <a:pt x="10007" y="204241"/>
                  </a:lnTo>
                  <a:lnTo>
                    <a:pt x="11455" y="203263"/>
                  </a:lnTo>
                  <a:lnTo>
                    <a:pt x="11455" y="202044"/>
                  </a:lnTo>
                  <a:close/>
                </a:path>
                <a:path w="287654" h="327659">
                  <a:moveTo>
                    <a:pt x="19900" y="239572"/>
                  </a:moveTo>
                  <a:lnTo>
                    <a:pt x="17741" y="238506"/>
                  </a:lnTo>
                  <a:lnTo>
                    <a:pt x="16294" y="239344"/>
                  </a:lnTo>
                  <a:lnTo>
                    <a:pt x="14782" y="240233"/>
                  </a:lnTo>
                  <a:lnTo>
                    <a:pt x="14795" y="242468"/>
                  </a:lnTo>
                  <a:lnTo>
                    <a:pt x="16294" y="243357"/>
                  </a:lnTo>
                  <a:lnTo>
                    <a:pt x="16687" y="243586"/>
                  </a:lnTo>
                  <a:lnTo>
                    <a:pt x="17081" y="243827"/>
                  </a:lnTo>
                  <a:lnTo>
                    <a:pt x="17475" y="244055"/>
                  </a:lnTo>
                  <a:lnTo>
                    <a:pt x="18478" y="244665"/>
                  </a:lnTo>
                  <a:lnTo>
                    <a:pt x="19634" y="243878"/>
                  </a:lnTo>
                  <a:lnTo>
                    <a:pt x="19761" y="241833"/>
                  </a:lnTo>
                  <a:lnTo>
                    <a:pt x="19786" y="241363"/>
                  </a:lnTo>
                  <a:lnTo>
                    <a:pt x="19900" y="239572"/>
                  </a:lnTo>
                  <a:close/>
                </a:path>
                <a:path w="287654" h="327659">
                  <a:moveTo>
                    <a:pt x="27584" y="210985"/>
                  </a:moveTo>
                  <a:lnTo>
                    <a:pt x="26847" y="210985"/>
                  </a:lnTo>
                  <a:lnTo>
                    <a:pt x="26847" y="211543"/>
                  </a:lnTo>
                  <a:lnTo>
                    <a:pt x="27216" y="211543"/>
                  </a:lnTo>
                  <a:lnTo>
                    <a:pt x="27584" y="211543"/>
                  </a:lnTo>
                  <a:lnTo>
                    <a:pt x="27584" y="210985"/>
                  </a:lnTo>
                  <a:close/>
                </a:path>
                <a:path w="287654" h="327659">
                  <a:moveTo>
                    <a:pt x="35077" y="260070"/>
                  </a:moveTo>
                  <a:lnTo>
                    <a:pt x="33299" y="257975"/>
                  </a:lnTo>
                  <a:lnTo>
                    <a:pt x="33299" y="256946"/>
                  </a:lnTo>
                  <a:lnTo>
                    <a:pt x="32448" y="256032"/>
                  </a:lnTo>
                  <a:lnTo>
                    <a:pt x="31330" y="256362"/>
                  </a:lnTo>
                  <a:lnTo>
                    <a:pt x="29527" y="256895"/>
                  </a:lnTo>
                  <a:lnTo>
                    <a:pt x="29006" y="258787"/>
                  </a:lnTo>
                  <a:lnTo>
                    <a:pt x="31534" y="262953"/>
                  </a:lnTo>
                  <a:lnTo>
                    <a:pt x="35077" y="260070"/>
                  </a:lnTo>
                  <a:close/>
                </a:path>
                <a:path w="287654" h="327659">
                  <a:moveTo>
                    <a:pt x="43611" y="219329"/>
                  </a:moveTo>
                  <a:lnTo>
                    <a:pt x="38227" y="216115"/>
                  </a:lnTo>
                  <a:lnTo>
                    <a:pt x="38227" y="223621"/>
                  </a:lnTo>
                  <a:lnTo>
                    <a:pt x="41770" y="221513"/>
                  </a:lnTo>
                  <a:lnTo>
                    <a:pt x="43611" y="220408"/>
                  </a:lnTo>
                  <a:lnTo>
                    <a:pt x="43611" y="219329"/>
                  </a:lnTo>
                  <a:close/>
                </a:path>
                <a:path w="287654" h="327659">
                  <a:moveTo>
                    <a:pt x="44691" y="178396"/>
                  </a:moveTo>
                  <a:lnTo>
                    <a:pt x="41452" y="178384"/>
                  </a:lnTo>
                  <a:lnTo>
                    <a:pt x="42125" y="179971"/>
                  </a:lnTo>
                  <a:lnTo>
                    <a:pt x="42214" y="180174"/>
                  </a:lnTo>
                  <a:lnTo>
                    <a:pt x="42303" y="180403"/>
                  </a:lnTo>
                  <a:lnTo>
                    <a:pt x="42392" y="180606"/>
                  </a:lnTo>
                  <a:lnTo>
                    <a:pt x="42684" y="181279"/>
                  </a:lnTo>
                  <a:lnTo>
                    <a:pt x="43472" y="181279"/>
                  </a:lnTo>
                  <a:lnTo>
                    <a:pt x="43751" y="180606"/>
                  </a:lnTo>
                  <a:lnTo>
                    <a:pt x="43929" y="180174"/>
                  </a:lnTo>
                  <a:lnTo>
                    <a:pt x="44018" y="179971"/>
                  </a:lnTo>
                  <a:lnTo>
                    <a:pt x="44691" y="178396"/>
                  </a:lnTo>
                  <a:close/>
                </a:path>
                <a:path w="287654" h="327659">
                  <a:moveTo>
                    <a:pt x="50736" y="303720"/>
                  </a:moveTo>
                  <a:lnTo>
                    <a:pt x="49364" y="302526"/>
                  </a:lnTo>
                  <a:lnTo>
                    <a:pt x="48374" y="301663"/>
                  </a:lnTo>
                  <a:lnTo>
                    <a:pt x="47485" y="301663"/>
                  </a:lnTo>
                  <a:lnTo>
                    <a:pt x="45097" y="303720"/>
                  </a:lnTo>
                  <a:lnTo>
                    <a:pt x="46240" y="306006"/>
                  </a:lnTo>
                  <a:lnTo>
                    <a:pt x="49606" y="306006"/>
                  </a:lnTo>
                  <a:lnTo>
                    <a:pt x="50736" y="303720"/>
                  </a:lnTo>
                  <a:close/>
                </a:path>
                <a:path w="287654" h="327659">
                  <a:moveTo>
                    <a:pt x="86448" y="70777"/>
                  </a:moveTo>
                  <a:lnTo>
                    <a:pt x="82651" y="69862"/>
                  </a:lnTo>
                  <a:lnTo>
                    <a:pt x="81330" y="73228"/>
                  </a:lnTo>
                  <a:lnTo>
                    <a:pt x="81051" y="73875"/>
                  </a:lnTo>
                  <a:lnTo>
                    <a:pt x="81165" y="74930"/>
                  </a:lnTo>
                  <a:lnTo>
                    <a:pt x="81343" y="76390"/>
                  </a:lnTo>
                  <a:lnTo>
                    <a:pt x="82994" y="77330"/>
                  </a:lnTo>
                  <a:lnTo>
                    <a:pt x="84175" y="76174"/>
                  </a:lnTo>
                  <a:lnTo>
                    <a:pt x="85064" y="75311"/>
                  </a:lnTo>
                  <a:lnTo>
                    <a:pt x="85293" y="74498"/>
                  </a:lnTo>
                  <a:lnTo>
                    <a:pt x="86448" y="70777"/>
                  </a:lnTo>
                  <a:close/>
                </a:path>
                <a:path w="287654" h="327659">
                  <a:moveTo>
                    <a:pt x="87947" y="51625"/>
                  </a:moveTo>
                  <a:lnTo>
                    <a:pt x="86106" y="48539"/>
                  </a:lnTo>
                  <a:lnTo>
                    <a:pt x="84086" y="50723"/>
                  </a:lnTo>
                  <a:lnTo>
                    <a:pt x="86487" y="51993"/>
                  </a:lnTo>
                  <a:lnTo>
                    <a:pt x="87160" y="52349"/>
                  </a:lnTo>
                  <a:lnTo>
                    <a:pt x="87947" y="51625"/>
                  </a:lnTo>
                  <a:close/>
                </a:path>
                <a:path w="287654" h="327659">
                  <a:moveTo>
                    <a:pt x="106807" y="114211"/>
                  </a:moveTo>
                  <a:lnTo>
                    <a:pt x="106222" y="114211"/>
                  </a:lnTo>
                  <a:lnTo>
                    <a:pt x="106222" y="114668"/>
                  </a:lnTo>
                  <a:lnTo>
                    <a:pt x="106514" y="114668"/>
                  </a:lnTo>
                  <a:lnTo>
                    <a:pt x="106807" y="114668"/>
                  </a:lnTo>
                  <a:lnTo>
                    <a:pt x="106807" y="114211"/>
                  </a:lnTo>
                  <a:close/>
                </a:path>
                <a:path w="287654" h="327659">
                  <a:moveTo>
                    <a:pt x="109677" y="29540"/>
                  </a:moveTo>
                  <a:lnTo>
                    <a:pt x="106845" y="26657"/>
                  </a:lnTo>
                  <a:lnTo>
                    <a:pt x="105168" y="28460"/>
                  </a:lnTo>
                  <a:lnTo>
                    <a:pt x="103289" y="30480"/>
                  </a:lnTo>
                  <a:lnTo>
                    <a:pt x="104165" y="34239"/>
                  </a:lnTo>
                  <a:lnTo>
                    <a:pt x="108788" y="34061"/>
                  </a:lnTo>
                  <a:lnTo>
                    <a:pt x="109207" y="32194"/>
                  </a:lnTo>
                  <a:lnTo>
                    <a:pt x="108013" y="31369"/>
                  </a:lnTo>
                  <a:lnTo>
                    <a:pt x="107861" y="31280"/>
                  </a:lnTo>
                  <a:lnTo>
                    <a:pt x="107848" y="31140"/>
                  </a:lnTo>
                  <a:lnTo>
                    <a:pt x="109677" y="29540"/>
                  </a:lnTo>
                  <a:close/>
                </a:path>
                <a:path w="287654" h="327659">
                  <a:moveTo>
                    <a:pt x="110490" y="71031"/>
                  </a:moveTo>
                  <a:lnTo>
                    <a:pt x="108445" y="71628"/>
                  </a:lnTo>
                  <a:lnTo>
                    <a:pt x="108204" y="71691"/>
                  </a:lnTo>
                  <a:lnTo>
                    <a:pt x="107734" y="71818"/>
                  </a:lnTo>
                  <a:lnTo>
                    <a:pt x="106743" y="72110"/>
                  </a:lnTo>
                  <a:lnTo>
                    <a:pt x="106730" y="73571"/>
                  </a:lnTo>
                  <a:lnTo>
                    <a:pt x="107734" y="73863"/>
                  </a:lnTo>
                  <a:lnTo>
                    <a:pt x="107975" y="73926"/>
                  </a:lnTo>
                  <a:lnTo>
                    <a:pt x="108204" y="74002"/>
                  </a:lnTo>
                  <a:lnTo>
                    <a:pt x="108445" y="74066"/>
                  </a:lnTo>
                  <a:lnTo>
                    <a:pt x="110477" y="74663"/>
                  </a:lnTo>
                  <a:lnTo>
                    <a:pt x="110490" y="71031"/>
                  </a:lnTo>
                  <a:close/>
                </a:path>
                <a:path w="287654" h="327659">
                  <a:moveTo>
                    <a:pt x="120650" y="173774"/>
                  </a:moveTo>
                  <a:lnTo>
                    <a:pt x="120332" y="172453"/>
                  </a:lnTo>
                  <a:lnTo>
                    <a:pt x="119202" y="172212"/>
                  </a:lnTo>
                  <a:lnTo>
                    <a:pt x="116344" y="171602"/>
                  </a:lnTo>
                  <a:lnTo>
                    <a:pt x="114566" y="173405"/>
                  </a:lnTo>
                  <a:lnTo>
                    <a:pt x="116090" y="177038"/>
                  </a:lnTo>
                  <a:lnTo>
                    <a:pt x="118846" y="177457"/>
                  </a:lnTo>
                  <a:lnTo>
                    <a:pt x="120650" y="173774"/>
                  </a:lnTo>
                  <a:close/>
                </a:path>
                <a:path w="287654" h="327659">
                  <a:moveTo>
                    <a:pt x="130086" y="41325"/>
                  </a:moveTo>
                  <a:lnTo>
                    <a:pt x="129120" y="38823"/>
                  </a:lnTo>
                  <a:lnTo>
                    <a:pt x="125945" y="39865"/>
                  </a:lnTo>
                  <a:lnTo>
                    <a:pt x="125374" y="40601"/>
                  </a:lnTo>
                  <a:lnTo>
                    <a:pt x="125310" y="42240"/>
                  </a:lnTo>
                  <a:lnTo>
                    <a:pt x="125526" y="42875"/>
                  </a:lnTo>
                  <a:lnTo>
                    <a:pt x="127152" y="44157"/>
                  </a:lnTo>
                  <a:lnTo>
                    <a:pt x="128600" y="43827"/>
                  </a:lnTo>
                  <a:lnTo>
                    <a:pt x="129082" y="42684"/>
                  </a:lnTo>
                  <a:lnTo>
                    <a:pt x="129540" y="42062"/>
                  </a:lnTo>
                  <a:lnTo>
                    <a:pt x="130086" y="41325"/>
                  </a:lnTo>
                  <a:close/>
                </a:path>
                <a:path w="287654" h="327659">
                  <a:moveTo>
                    <a:pt x="136512" y="1993"/>
                  </a:moveTo>
                  <a:lnTo>
                    <a:pt x="133108" y="0"/>
                  </a:lnTo>
                  <a:lnTo>
                    <a:pt x="131457" y="3136"/>
                  </a:lnTo>
                  <a:lnTo>
                    <a:pt x="131292" y="3670"/>
                  </a:lnTo>
                  <a:lnTo>
                    <a:pt x="131216" y="5816"/>
                  </a:lnTo>
                  <a:lnTo>
                    <a:pt x="132689" y="6794"/>
                  </a:lnTo>
                  <a:lnTo>
                    <a:pt x="133680" y="6070"/>
                  </a:lnTo>
                  <a:lnTo>
                    <a:pt x="134467" y="5473"/>
                  </a:lnTo>
                  <a:lnTo>
                    <a:pt x="134861" y="5118"/>
                  </a:lnTo>
                  <a:lnTo>
                    <a:pt x="136512" y="1993"/>
                  </a:lnTo>
                  <a:close/>
                </a:path>
                <a:path w="287654" h="327659">
                  <a:moveTo>
                    <a:pt x="139788" y="171310"/>
                  </a:moveTo>
                  <a:lnTo>
                    <a:pt x="135953" y="168503"/>
                  </a:lnTo>
                  <a:lnTo>
                    <a:pt x="133845" y="172199"/>
                  </a:lnTo>
                  <a:lnTo>
                    <a:pt x="133362" y="172923"/>
                  </a:lnTo>
                  <a:lnTo>
                    <a:pt x="133896" y="174777"/>
                  </a:lnTo>
                  <a:lnTo>
                    <a:pt x="134505" y="175310"/>
                  </a:lnTo>
                  <a:lnTo>
                    <a:pt x="136017" y="175196"/>
                  </a:lnTo>
                  <a:lnTo>
                    <a:pt x="136512" y="174942"/>
                  </a:lnTo>
                  <a:lnTo>
                    <a:pt x="136994" y="174498"/>
                  </a:lnTo>
                  <a:lnTo>
                    <a:pt x="136804" y="175310"/>
                  </a:lnTo>
                  <a:lnTo>
                    <a:pt x="137223" y="176377"/>
                  </a:lnTo>
                  <a:lnTo>
                    <a:pt x="139661" y="175399"/>
                  </a:lnTo>
                  <a:lnTo>
                    <a:pt x="139661" y="174332"/>
                  </a:lnTo>
                  <a:lnTo>
                    <a:pt x="138074" y="173710"/>
                  </a:lnTo>
                  <a:lnTo>
                    <a:pt x="137896" y="173685"/>
                  </a:lnTo>
                  <a:lnTo>
                    <a:pt x="137744" y="173710"/>
                  </a:lnTo>
                  <a:lnTo>
                    <a:pt x="139788" y="171310"/>
                  </a:lnTo>
                  <a:close/>
                </a:path>
                <a:path w="287654" h="327659">
                  <a:moveTo>
                    <a:pt x="148602" y="82003"/>
                  </a:moveTo>
                  <a:lnTo>
                    <a:pt x="148196" y="80327"/>
                  </a:lnTo>
                  <a:lnTo>
                    <a:pt x="147129" y="79425"/>
                  </a:lnTo>
                  <a:lnTo>
                    <a:pt x="146837" y="78943"/>
                  </a:lnTo>
                  <a:lnTo>
                    <a:pt x="146431" y="78524"/>
                  </a:lnTo>
                  <a:lnTo>
                    <a:pt x="144907" y="78257"/>
                  </a:lnTo>
                  <a:lnTo>
                    <a:pt x="144145" y="78232"/>
                  </a:lnTo>
                  <a:lnTo>
                    <a:pt x="142430" y="79425"/>
                  </a:lnTo>
                  <a:lnTo>
                    <a:pt x="141693" y="80645"/>
                  </a:lnTo>
                  <a:lnTo>
                    <a:pt x="142659" y="83286"/>
                  </a:lnTo>
                  <a:lnTo>
                    <a:pt x="143573" y="84074"/>
                  </a:lnTo>
                  <a:lnTo>
                    <a:pt x="145910" y="84137"/>
                  </a:lnTo>
                  <a:lnTo>
                    <a:pt x="146596" y="83794"/>
                  </a:lnTo>
                  <a:lnTo>
                    <a:pt x="148602" y="82003"/>
                  </a:lnTo>
                  <a:close/>
                </a:path>
                <a:path w="287654" h="327659">
                  <a:moveTo>
                    <a:pt x="164490" y="18021"/>
                  </a:moveTo>
                  <a:lnTo>
                    <a:pt x="159575" y="15176"/>
                  </a:lnTo>
                  <a:lnTo>
                    <a:pt x="156921" y="19634"/>
                  </a:lnTo>
                  <a:lnTo>
                    <a:pt x="156870" y="20726"/>
                  </a:lnTo>
                  <a:lnTo>
                    <a:pt x="157264" y="23456"/>
                  </a:lnTo>
                  <a:lnTo>
                    <a:pt x="158699" y="24244"/>
                  </a:lnTo>
                  <a:lnTo>
                    <a:pt x="159854" y="24295"/>
                  </a:lnTo>
                  <a:lnTo>
                    <a:pt x="160959" y="24345"/>
                  </a:lnTo>
                  <a:lnTo>
                    <a:pt x="161772" y="23825"/>
                  </a:lnTo>
                  <a:lnTo>
                    <a:pt x="162445" y="22707"/>
                  </a:lnTo>
                  <a:lnTo>
                    <a:pt x="162623" y="22288"/>
                  </a:lnTo>
                  <a:lnTo>
                    <a:pt x="162687" y="21793"/>
                  </a:lnTo>
                  <a:lnTo>
                    <a:pt x="162737" y="21602"/>
                  </a:lnTo>
                  <a:lnTo>
                    <a:pt x="162687" y="21183"/>
                  </a:lnTo>
                  <a:lnTo>
                    <a:pt x="164490" y="18021"/>
                  </a:lnTo>
                  <a:close/>
                </a:path>
                <a:path w="287654" h="327659">
                  <a:moveTo>
                    <a:pt x="222262" y="45212"/>
                  </a:moveTo>
                  <a:lnTo>
                    <a:pt x="221742" y="44399"/>
                  </a:lnTo>
                  <a:lnTo>
                    <a:pt x="221881" y="43319"/>
                  </a:lnTo>
                  <a:lnTo>
                    <a:pt x="220789" y="42113"/>
                  </a:lnTo>
                  <a:lnTo>
                    <a:pt x="219671" y="42545"/>
                  </a:lnTo>
                  <a:lnTo>
                    <a:pt x="218465" y="43002"/>
                  </a:lnTo>
                  <a:lnTo>
                    <a:pt x="217474" y="43561"/>
                  </a:lnTo>
                  <a:lnTo>
                    <a:pt x="216649" y="44577"/>
                  </a:lnTo>
                  <a:lnTo>
                    <a:pt x="215366" y="46189"/>
                  </a:lnTo>
                  <a:lnTo>
                    <a:pt x="216115" y="48653"/>
                  </a:lnTo>
                  <a:lnTo>
                    <a:pt x="219710" y="48755"/>
                  </a:lnTo>
                  <a:lnTo>
                    <a:pt x="220751" y="48323"/>
                  </a:lnTo>
                  <a:lnTo>
                    <a:pt x="222199" y="46469"/>
                  </a:lnTo>
                  <a:lnTo>
                    <a:pt x="222262" y="45212"/>
                  </a:lnTo>
                  <a:close/>
                </a:path>
                <a:path w="287654" h="327659">
                  <a:moveTo>
                    <a:pt x="232918" y="264388"/>
                  </a:moveTo>
                  <a:lnTo>
                    <a:pt x="229743" y="264388"/>
                  </a:lnTo>
                  <a:lnTo>
                    <a:pt x="226580" y="264388"/>
                  </a:lnTo>
                  <a:lnTo>
                    <a:pt x="226568" y="269316"/>
                  </a:lnTo>
                  <a:lnTo>
                    <a:pt x="232905" y="269316"/>
                  </a:lnTo>
                  <a:lnTo>
                    <a:pt x="232918" y="264388"/>
                  </a:lnTo>
                  <a:close/>
                </a:path>
                <a:path w="287654" h="327659">
                  <a:moveTo>
                    <a:pt x="233451" y="244830"/>
                  </a:moveTo>
                  <a:lnTo>
                    <a:pt x="232130" y="243941"/>
                  </a:lnTo>
                  <a:lnTo>
                    <a:pt x="231305" y="244640"/>
                  </a:lnTo>
                  <a:lnTo>
                    <a:pt x="227012" y="248348"/>
                  </a:lnTo>
                  <a:lnTo>
                    <a:pt x="229870" y="250825"/>
                  </a:lnTo>
                  <a:lnTo>
                    <a:pt x="233451" y="244830"/>
                  </a:lnTo>
                  <a:close/>
                </a:path>
                <a:path w="287654" h="327659">
                  <a:moveTo>
                    <a:pt x="237655" y="53924"/>
                  </a:moveTo>
                  <a:lnTo>
                    <a:pt x="237185" y="52501"/>
                  </a:lnTo>
                  <a:lnTo>
                    <a:pt x="234746" y="52501"/>
                  </a:lnTo>
                  <a:lnTo>
                    <a:pt x="234289" y="53924"/>
                  </a:lnTo>
                  <a:lnTo>
                    <a:pt x="235026" y="54775"/>
                  </a:lnTo>
                  <a:lnTo>
                    <a:pt x="235597" y="55448"/>
                  </a:lnTo>
                  <a:lnTo>
                    <a:pt x="236347" y="55448"/>
                  </a:lnTo>
                  <a:lnTo>
                    <a:pt x="236664" y="55067"/>
                  </a:lnTo>
                  <a:lnTo>
                    <a:pt x="236829" y="54876"/>
                  </a:lnTo>
                  <a:lnTo>
                    <a:pt x="237655" y="53924"/>
                  </a:lnTo>
                  <a:close/>
                </a:path>
                <a:path w="287654" h="327659">
                  <a:moveTo>
                    <a:pt x="237934" y="56883"/>
                  </a:moveTo>
                  <a:lnTo>
                    <a:pt x="237667" y="56857"/>
                  </a:lnTo>
                  <a:lnTo>
                    <a:pt x="235407" y="56642"/>
                  </a:lnTo>
                  <a:lnTo>
                    <a:pt x="234861" y="56591"/>
                  </a:lnTo>
                  <a:lnTo>
                    <a:pt x="234861" y="57543"/>
                  </a:lnTo>
                  <a:lnTo>
                    <a:pt x="235407" y="57480"/>
                  </a:lnTo>
                  <a:lnTo>
                    <a:pt x="236156" y="57416"/>
                  </a:lnTo>
                  <a:lnTo>
                    <a:pt x="236918" y="57353"/>
                  </a:lnTo>
                  <a:lnTo>
                    <a:pt x="237667" y="57277"/>
                  </a:lnTo>
                  <a:lnTo>
                    <a:pt x="237934" y="57238"/>
                  </a:lnTo>
                  <a:lnTo>
                    <a:pt x="237934" y="56883"/>
                  </a:lnTo>
                  <a:close/>
                </a:path>
                <a:path w="287654" h="327659">
                  <a:moveTo>
                    <a:pt x="239395" y="137642"/>
                  </a:moveTo>
                  <a:lnTo>
                    <a:pt x="235089" y="136956"/>
                  </a:lnTo>
                  <a:lnTo>
                    <a:pt x="235051" y="139966"/>
                  </a:lnTo>
                  <a:lnTo>
                    <a:pt x="235038" y="140970"/>
                  </a:lnTo>
                  <a:lnTo>
                    <a:pt x="235445" y="141655"/>
                  </a:lnTo>
                  <a:lnTo>
                    <a:pt x="236054" y="142011"/>
                  </a:lnTo>
                  <a:lnTo>
                    <a:pt x="236347" y="142176"/>
                  </a:lnTo>
                  <a:lnTo>
                    <a:pt x="237693" y="142963"/>
                  </a:lnTo>
                  <a:lnTo>
                    <a:pt x="239217" y="141935"/>
                  </a:lnTo>
                  <a:lnTo>
                    <a:pt x="239318" y="140322"/>
                  </a:lnTo>
                  <a:lnTo>
                    <a:pt x="239229" y="140068"/>
                  </a:lnTo>
                  <a:lnTo>
                    <a:pt x="239395" y="137642"/>
                  </a:lnTo>
                  <a:close/>
                </a:path>
                <a:path w="287654" h="327659">
                  <a:moveTo>
                    <a:pt x="241909" y="21882"/>
                  </a:moveTo>
                  <a:lnTo>
                    <a:pt x="241630" y="21882"/>
                  </a:lnTo>
                  <a:lnTo>
                    <a:pt x="241363" y="21882"/>
                  </a:lnTo>
                  <a:lnTo>
                    <a:pt x="241363" y="22301"/>
                  </a:lnTo>
                  <a:lnTo>
                    <a:pt x="241909" y="22301"/>
                  </a:lnTo>
                  <a:lnTo>
                    <a:pt x="241909" y="21882"/>
                  </a:lnTo>
                  <a:close/>
                </a:path>
                <a:path w="287654" h="327659">
                  <a:moveTo>
                    <a:pt x="241922" y="101587"/>
                  </a:moveTo>
                  <a:lnTo>
                    <a:pt x="237312" y="97980"/>
                  </a:lnTo>
                  <a:lnTo>
                    <a:pt x="235127" y="101968"/>
                  </a:lnTo>
                  <a:lnTo>
                    <a:pt x="235204" y="103225"/>
                  </a:lnTo>
                  <a:lnTo>
                    <a:pt x="235458" y="104813"/>
                  </a:lnTo>
                  <a:lnTo>
                    <a:pt x="236982" y="105460"/>
                  </a:lnTo>
                  <a:lnTo>
                    <a:pt x="238531" y="105041"/>
                  </a:lnTo>
                  <a:lnTo>
                    <a:pt x="238874" y="104813"/>
                  </a:lnTo>
                  <a:lnTo>
                    <a:pt x="239560" y="103974"/>
                  </a:lnTo>
                  <a:lnTo>
                    <a:pt x="240157" y="103238"/>
                  </a:lnTo>
                  <a:lnTo>
                    <a:pt x="241922" y="101587"/>
                  </a:lnTo>
                  <a:close/>
                </a:path>
                <a:path w="287654" h="327659">
                  <a:moveTo>
                    <a:pt x="243471" y="160553"/>
                  </a:moveTo>
                  <a:lnTo>
                    <a:pt x="243357" y="158419"/>
                  </a:lnTo>
                  <a:lnTo>
                    <a:pt x="243306" y="158076"/>
                  </a:lnTo>
                  <a:lnTo>
                    <a:pt x="242506" y="155409"/>
                  </a:lnTo>
                  <a:lnTo>
                    <a:pt x="239509" y="156324"/>
                  </a:lnTo>
                  <a:lnTo>
                    <a:pt x="240207" y="158051"/>
                  </a:lnTo>
                  <a:lnTo>
                    <a:pt x="240665" y="159156"/>
                  </a:lnTo>
                  <a:lnTo>
                    <a:pt x="241808" y="160756"/>
                  </a:lnTo>
                  <a:lnTo>
                    <a:pt x="243471" y="160553"/>
                  </a:lnTo>
                  <a:close/>
                </a:path>
                <a:path w="287654" h="327659">
                  <a:moveTo>
                    <a:pt x="244233" y="122021"/>
                  </a:moveTo>
                  <a:lnTo>
                    <a:pt x="243433" y="120650"/>
                  </a:lnTo>
                  <a:lnTo>
                    <a:pt x="243293" y="120434"/>
                  </a:lnTo>
                  <a:lnTo>
                    <a:pt x="242189" y="118592"/>
                  </a:lnTo>
                  <a:lnTo>
                    <a:pt x="239750" y="121208"/>
                  </a:lnTo>
                  <a:lnTo>
                    <a:pt x="241566" y="122174"/>
                  </a:lnTo>
                  <a:lnTo>
                    <a:pt x="243141" y="122999"/>
                  </a:lnTo>
                  <a:lnTo>
                    <a:pt x="244233" y="122021"/>
                  </a:lnTo>
                  <a:close/>
                </a:path>
                <a:path w="287654" h="327659">
                  <a:moveTo>
                    <a:pt x="248158" y="220370"/>
                  </a:moveTo>
                  <a:lnTo>
                    <a:pt x="247865" y="220370"/>
                  </a:lnTo>
                  <a:lnTo>
                    <a:pt x="247573" y="220370"/>
                  </a:lnTo>
                  <a:lnTo>
                    <a:pt x="247573" y="220814"/>
                  </a:lnTo>
                  <a:lnTo>
                    <a:pt x="248158" y="220814"/>
                  </a:lnTo>
                  <a:lnTo>
                    <a:pt x="248158" y="220370"/>
                  </a:lnTo>
                  <a:close/>
                </a:path>
                <a:path w="287654" h="327659">
                  <a:moveTo>
                    <a:pt x="248246" y="291350"/>
                  </a:moveTo>
                  <a:lnTo>
                    <a:pt x="245821" y="289204"/>
                  </a:lnTo>
                  <a:lnTo>
                    <a:pt x="245237" y="288683"/>
                  </a:lnTo>
                  <a:lnTo>
                    <a:pt x="243827" y="287426"/>
                  </a:lnTo>
                  <a:lnTo>
                    <a:pt x="242404" y="288429"/>
                  </a:lnTo>
                  <a:lnTo>
                    <a:pt x="242595" y="289801"/>
                  </a:lnTo>
                  <a:lnTo>
                    <a:pt x="243179" y="293916"/>
                  </a:lnTo>
                  <a:lnTo>
                    <a:pt x="248246" y="291350"/>
                  </a:lnTo>
                  <a:close/>
                </a:path>
                <a:path w="287654" h="327659">
                  <a:moveTo>
                    <a:pt x="248246" y="44627"/>
                  </a:moveTo>
                  <a:lnTo>
                    <a:pt x="247650" y="43573"/>
                  </a:lnTo>
                  <a:lnTo>
                    <a:pt x="246951" y="44081"/>
                  </a:lnTo>
                  <a:lnTo>
                    <a:pt x="246532" y="44386"/>
                  </a:lnTo>
                  <a:lnTo>
                    <a:pt x="246126" y="44678"/>
                  </a:lnTo>
                  <a:lnTo>
                    <a:pt x="245706" y="44983"/>
                  </a:lnTo>
                  <a:lnTo>
                    <a:pt x="244563" y="45808"/>
                  </a:lnTo>
                  <a:lnTo>
                    <a:pt x="246037" y="47371"/>
                  </a:lnTo>
                  <a:lnTo>
                    <a:pt x="246811" y="46405"/>
                  </a:lnTo>
                  <a:lnTo>
                    <a:pt x="247142" y="45999"/>
                  </a:lnTo>
                  <a:lnTo>
                    <a:pt x="247472" y="45593"/>
                  </a:lnTo>
                  <a:lnTo>
                    <a:pt x="248246" y="44627"/>
                  </a:lnTo>
                  <a:close/>
                </a:path>
                <a:path w="287654" h="327659">
                  <a:moveTo>
                    <a:pt x="248729" y="180555"/>
                  </a:moveTo>
                  <a:lnTo>
                    <a:pt x="248437" y="180555"/>
                  </a:lnTo>
                  <a:lnTo>
                    <a:pt x="248145" y="180555"/>
                  </a:lnTo>
                  <a:lnTo>
                    <a:pt x="248145" y="181013"/>
                  </a:lnTo>
                  <a:lnTo>
                    <a:pt x="248729" y="181013"/>
                  </a:lnTo>
                  <a:lnTo>
                    <a:pt x="248729" y="180555"/>
                  </a:lnTo>
                  <a:close/>
                </a:path>
                <a:path w="287654" h="327659">
                  <a:moveTo>
                    <a:pt x="248869" y="222592"/>
                  </a:moveTo>
                  <a:lnTo>
                    <a:pt x="248386" y="221615"/>
                  </a:lnTo>
                  <a:lnTo>
                    <a:pt x="247434" y="222021"/>
                  </a:lnTo>
                  <a:lnTo>
                    <a:pt x="247205" y="222097"/>
                  </a:lnTo>
                  <a:lnTo>
                    <a:pt x="247002" y="222199"/>
                  </a:lnTo>
                  <a:lnTo>
                    <a:pt x="244817" y="223100"/>
                  </a:lnTo>
                  <a:lnTo>
                    <a:pt x="247484" y="225488"/>
                  </a:lnTo>
                  <a:lnTo>
                    <a:pt x="248272" y="223850"/>
                  </a:lnTo>
                  <a:lnTo>
                    <a:pt x="248386" y="223621"/>
                  </a:lnTo>
                  <a:lnTo>
                    <a:pt x="248869" y="222592"/>
                  </a:lnTo>
                  <a:close/>
                </a:path>
                <a:path w="287654" h="327659">
                  <a:moveTo>
                    <a:pt x="249631" y="236626"/>
                  </a:moveTo>
                  <a:lnTo>
                    <a:pt x="246735" y="236626"/>
                  </a:lnTo>
                  <a:lnTo>
                    <a:pt x="243840" y="236626"/>
                  </a:lnTo>
                  <a:lnTo>
                    <a:pt x="243827" y="241134"/>
                  </a:lnTo>
                  <a:lnTo>
                    <a:pt x="249618" y="241134"/>
                  </a:lnTo>
                  <a:lnTo>
                    <a:pt x="249631" y="236626"/>
                  </a:lnTo>
                  <a:close/>
                </a:path>
                <a:path w="287654" h="327659">
                  <a:moveTo>
                    <a:pt x="251993" y="66446"/>
                  </a:moveTo>
                  <a:lnTo>
                    <a:pt x="251053" y="63855"/>
                  </a:lnTo>
                  <a:lnTo>
                    <a:pt x="249580" y="64706"/>
                  </a:lnTo>
                  <a:lnTo>
                    <a:pt x="248678" y="64833"/>
                  </a:lnTo>
                  <a:lnTo>
                    <a:pt x="247738" y="64592"/>
                  </a:lnTo>
                  <a:lnTo>
                    <a:pt x="247218" y="65862"/>
                  </a:lnTo>
                  <a:lnTo>
                    <a:pt x="248031" y="66370"/>
                  </a:lnTo>
                  <a:lnTo>
                    <a:pt x="248856" y="66903"/>
                  </a:lnTo>
                  <a:lnTo>
                    <a:pt x="249478" y="66967"/>
                  </a:lnTo>
                  <a:lnTo>
                    <a:pt x="251993" y="66446"/>
                  </a:lnTo>
                  <a:close/>
                </a:path>
                <a:path w="287654" h="327659">
                  <a:moveTo>
                    <a:pt x="252526" y="261112"/>
                  </a:moveTo>
                  <a:lnTo>
                    <a:pt x="250977" y="259524"/>
                  </a:lnTo>
                  <a:lnTo>
                    <a:pt x="249478" y="258025"/>
                  </a:lnTo>
                  <a:lnTo>
                    <a:pt x="248462" y="258737"/>
                  </a:lnTo>
                  <a:lnTo>
                    <a:pt x="248704" y="259981"/>
                  </a:lnTo>
                  <a:lnTo>
                    <a:pt x="248780" y="260362"/>
                  </a:lnTo>
                  <a:lnTo>
                    <a:pt x="249250" y="262724"/>
                  </a:lnTo>
                  <a:lnTo>
                    <a:pt x="252526" y="261112"/>
                  </a:lnTo>
                  <a:close/>
                </a:path>
                <a:path w="287654" h="327659">
                  <a:moveTo>
                    <a:pt x="254444" y="244640"/>
                  </a:moveTo>
                  <a:lnTo>
                    <a:pt x="252628" y="244640"/>
                  </a:lnTo>
                  <a:lnTo>
                    <a:pt x="252615" y="246037"/>
                  </a:lnTo>
                  <a:lnTo>
                    <a:pt x="253530" y="246037"/>
                  </a:lnTo>
                  <a:lnTo>
                    <a:pt x="254431" y="246037"/>
                  </a:lnTo>
                  <a:lnTo>
                    <a:pt x="254444" y="244640"/>
                  </a:lnTo>
                  <a:close/>
                </a:path>
                <a:path w="287654" h="327659">
                  <a:moveTo>
                    <a:pt x="255003" y="192671"/>
                  </a:moveTo>
                  <a:lnTo>
                    <a:pt x="254787" y="190754"/>
                  </a:lnTo>
                  <a:lnTo>
                    <a:pt x="254774" y="190614"/>
                  </a:lnTo>
                  <a:lnTo>
                    <a:pt x="254622" y="189217"/>
                  </a:lnTo>
                  <a:lnTo>
                    <a:pt x="254596" y="189001"/>
                  </a:lnTo>
                  <a:lnTo>
                    <a:pt x="254584" y="188861"/>
                  </a:lnTo>
                  <a:lnTo>
                    <a:pt x="254431" y="187464"/>
                  </a:lnTo>
                  <a:lnTo>
                    <a:pt x="251269" y="188125"/>
                  </a:lnTo>
                  <a:lnTo>
                    <a:pt x="251269" y="189001"/>
                  </a:lnTo>
                  <a:lnTo>
                    <a:pt x="251040" y="188963"/>
                  </a:lnTo>
                  <a:lnTo>
                    <a:pt x="251269" y="189001"/>
                  </a:lnTo>
                  <a:lnTo>
                    <a:pt x="251269" y="188125"/>
                  </a:lnTo>
                  <a:lnTo>
                    <a:pt x="250317" y="188315"/>
                  </a:lnTo>
                  <a:lnTo>
                    <a:pt x="250037" y="188836"/>
                  </a:lnTo>
                  <a:lnTo>
                    <a:pt x="250012" y="189382"/>
                  </a:lnTo>
                  <a:lnTo>
                    <a:pt x="249593" y="189966"/>
                  </a:lnTo>
                  <a:lnTo>
                    <a:pt x="249491" y="190754"/>
                  </a:lnTo>
                  <a:lnTo>
                    <a:pt x="249948" y="192062"/>
                  </a:lnTo>
                  <a:lnTo>
                    <a:pt x="250609" y="192646"/>
                  </a:lnTo>
                  <a:lnTo>
                    <a:pt x="255003" y="192671"/>
                  </a:lnTo>
                  <a:close/>
                </a:path>
                <a:path w="287654" h="327659">
                  <a:moveTo>
                    <a:pt x="255206" y="30137"/>
                  </a:moveTo>
                  <a:lnTo>
                    <a:pt x="249593" y="30137"/>
                  </a:lnTo>
                  <a:lnTo>
                    <a:pt x="249593" y="34493"/>
                  </a:lnTo>
                  <a:lnTo>
                    <a:pt x="252399" y="34493"/>
                  </a:lnTo>
                  <a:lnTo>
                    <a:pt x="255206" y="34493"/>
                  </a:lnTo>
                  <a:lnTo>
                    <a:pt x="255206" y="30137"/>
                  </a:lnTo>
                  <a:close/>
                </a:path>
                <a:path w="287654" h="327659">
                  <a:moveTo>
                    <a:pt x="255206" y="15011"/>
                  </a:moveTo>
                  <a:lnTo>
                    <a:pt x="254431" y="14452"/>
                  </a:lnTo>
                  <a:lnTo>
                    <a:pt x="253606" y="14808"/>
                  </a:lnTo>
                  <a:lnTo>
                    <a:pt x="253428" y="14947"/>
                  </a:lnTo>
                  <a:lnTo>
                    <a:pt x="253212" y="14998"/>
                  </a:lnTo>
                  <a:lnTo>
                    <a:pt x="252984" y="14935"/>
                  </a:lnTo>
                  <a:lnTo>
                    <a:pt x="251460" y="14808"/>
                  </a:lnTo>
                  <a:lnTo>
                    <a:pt x="251460" y="17195"/>
                  </a:lnTo>
                  <a:lnTo>
                    <a:pt x="252984" y="17322"/>
                  </a:lnTo>
                  <a:lnTo>
                    <a:pt x="254025" y="17411"/>
                  </a:lnTo>
                  <a:lnTo>
                    <a:pt x="254889" y="16992"/>
                  </a:lnTo>
                  <a:lnTo>
                    <a:pt x="255206" y="15011"/>
                  </a:lnTo>
                  <a:close/>
                </a:path>
                <a:path w="287654" h="327659">
                  <a:moveTo>
                    <a:pt x="255473" y="305473"/>
                  </a:moveTo>
                  <a:lnTo>
                    <a:pt x="254685" y="301002"/>
                  </a:lnTo>
                  <a:lnTo>
                    <a:pt x="248539" y="301396"/>
                  </a:lnTo>
                  <a:lnTo>
                    <a:pt x="248119" y="305727"/>
                  </a:lnTo>
                  <a:lnTo>
                    <a:pt x="251815" y="307174"/>
                  </a:lnTo>
                  <a:lnTo>
                    <a:pt x="252463" y="306463"/>
                  </a:lnTo>
                  <a:lnTo>
                    <a:pt x="252539" y="305689"/>
                  </a:lnTo>
                  <a:lnTo>
                    <a:pt x="255473" y="305473"/>
                  </a:lnTo>
                  <a:close/>
                </a:path>
                <a:path w="287654" h="327659">
                  <a:moveTo>
                    <a:pt x="255866" y="158635"/>
                  </a:moveTo>
                  <a:lnTo>
                    <a:pt x="252958" y="158635"/>
                  </a:lnTo>
                  <a:lnTo>
                    <a:pt x="250075" y="158635"/>
                  </a:lnTo>
                  <a:lnTo>
                    <a:pt x="250063" y="163131"/>
                  </a:lnTo>
                  <a:lnTo>
                    <a:pt x="255854" y="163131"/>
                  </a:lnTo>
                  <a:lnTo>
                    <a:pt x="255866" y="158635"/>
                  </a:lnTo>
                  <a:close/>
                </a:path>
                <a:path w="287654" h="327659">
                  <a:moveTo>
                    <a:pt x="255968" y="56388"/>
                  </a:moveTo>
                  <a:lnTo>
                    <a:pt x="255790" y="56388"/>
                  </a:lnTo>
                  <a:lnTo>
                    <a:pt x="255612" y="56388"/>
                  </a:lnTo>
                  <a:lnTo>
                    <a:pt x="255612" y="56667"/>
                  </a:lnTo>
                  <a:lnTo>
                    <a:pt x="255968" y="56667"/>
                  </a:lnTo>
                  <a:lnTo>
                    <a:pt x="255968" y="56388"/>
                  </a:lnTo>
                  <a:close/>
                </a:path>
                <a:path w="287654" h="327659">
                  <a:moveTo>
                    <a:pt x="256565" y="211582"/>
                  </a:moveTo>
                  <a:lnTo>
                    <a:pt x="256501" y="211404"/>
                  </a:lnTo>
                  <a:lnTo>
                    <a:pt x="256108" y="210540"/>
                  </a:lnTo>
                  <a:lnTo>
                    <a:pt x="256082" y="209664"/>
                  </a:lnTo>
                  <a:lnTo>
                    <a:pt x="256438" y="208775"/>
                  </a:lnTo>
                  <a:lnTo>
                    <a:pt x="256298" y="208737"/>
                  </a:lnTo>
                  <a:lnTo>
                    <a:pt x="255968" y="209715"/>
                  </a:lnTo>
                  <a:lnTo>
                    <a:pt x="255943" y="210489"/>
                  </a:lnTo>
                  <a:lnTo>
                    <a:pt x="256273" y="211658"/>
                  </a:lnTo>
                  <a:lnTo>
                    <a:pt x="256565" y="211582"/>
                  </a:lnTo>
                  <a:close/>
                </a:path>
                <a:path w="287654" h="327659">
                  <a:moveTo>
                    <a:pt x="256921" y="20535"/>
                  </a:moveTo>
                  <a:lnTo>
                    <a:pt x="255333" y="20091"/>
                  </a:lnTo>
                  <a:lnTo>
                    <a:pt x="254889" y="21031"/>
                  </a:lnTo>
                  <a:lnTo>
                    <a:pt x="252895" y="25158"/>
                  </a:lnTo>
                  <a:lnTo>
                    <a:pt x="256540" y="26111"/>
                  </a:lnTo>
                  <a:lnTo>
                    <a:pt x="256857" y="21564"/>
                  </a:lnTo>
                  <a:lnTo>
                    <a:pt x="256921" y="20535"/>
                  </a:lnTo>
                  <a:close/>
                </a:path>
                <a:path w="287654" h="327659">
                  <a:moveTo>
                    <a:pt x="259054" y="129895"/>
                  </a:moveTo>
                  <a:lnTo>
                    <a:pt x="255422" y="128447"/>
                  </a:lnTo>
                  <a:lnTo>
                    <a:pt x="254749" y="130873"/>
                  </a:lnTo>
                  <a:lnTo>
                    <a:pt x="254279" y="132549"/>
                  </a:lnTo>
                  <a:lnTo>
                    <a:pt x="255003" y="134264"/>
                  </a:lnTo>
                  <a:lnTo>
                    <a:pt x="257810" y="134366"/>
                  </a:lnTo>
                  <a:lnTo>
                    <a:pt x="258292" y="133464"/>
                  </a:lnTo>
                  <a:lnTo>
                    <a:pt x="258165" y="132651"/>
                  </a:lnTo>
                  <a:lnTo>
                    <a:pt x="258241" y="132346"/>
                  </a:lnTo>
                  <a:lnTo>
                    <a:pt x="258165" y="132219"/>
                  </a:lnTo>
                  <a:lnTo>
                    <a:pt x="257962" y="132232"/>
                  </a:lnTo>
                  <a:lnTo>
                    <a:pt x="259054" y="129895"/>
                  </a:lnTo>
                  <a:close/>
                </a:path>
                <a:path w="287654" h="327659">
                  <a:moveTo>
                    <a:pt x="261175" y="112826"/>
                  </a:moveTo>
                  <a:lnTo>
                    <a:pt x="258445" y="110020"/>
                  </a:lnTo>
                  <a:lnTo>
                    <a:pt x="256222" y="112356"/>
                  </a:lnTo>
                  <a:lnTo>
                    <a:pt x="256019" y="112598"/>
                  </a:lnTo>
                  <a:lnTo>
                    <a:pt x="255219" y="114401"/>
                  </a:lnTo>
                  <a:lnTo>
                    <a:pt x="255993" y="116027"/>
                  </a:lnTo>
                  <a:lnTo>
                    <a:pt x="257352" y="115531"/>
                  </a:lnTo>
                  <a:lnTo>
                    <a:pt x="258203" y="115214"/>
                  </a:lnTo>
                  <a:lnTo>
                    <a:pt x="258686" y="114922"/>
                  </a:lnTo>
                  <a:lnTo>
                    <a:pt x="261175" y="112826"/>
                  </a:lnTo>
                  <a:close/>
                </a:path>
                <a:path w="287654" h="327659">
                  <a:moveTo>
                    <a:pt x="261188" y="10579"/>
                  </a:moveTo>
                  <a:lnTo>
                    <a:pt x="260604" y="10579"/>
                  </a:lnTo>
                  <a:lnTo>
                    <a:pt x="260604" y="11023"/>
                  </a:lnTo>
                  <a:lnTo>
                    <a:pt x="260896" y="11023"/>
                  </a:lnTo>
                  <a:lnTo>
                    <a:pt x="261188" y="11023"/>
                  </a:lnTo>
                  <a:lnTo>
                    <a:pt x="261188" y="10579"/>
                  </a:lnTo>
                  <a:close/>
                </a:path>
                <a:path w="287654" h="327659">
                  <a:moveTo>
                    <a:pt x="263639" y="273050"/>
                  </a:moveTo>
                  <a:lnTo>
                    <a:pt x="260248" y="272402"/>
                  </a:lnTo>
                  <a:lnTo>
                    <a:pt x="260019" y="272351"/>
                  </a:lnTo>
                  <a:lnTo>
                    <a:pt x="259283" y="272211"/>
                  </a:lnTo>
                  <a:lnTo>
                    <a:pt x="258622" y="272808"/>
                  </a:lnTo>
                  <a:lnTo>
                    <a:pt x="258813" y="273570"/>
                  </a:lnTo>
                  <a:lnTo>
                    <a:pt x="259727" y="277291"/>
                  </a:lnTo>
                  <a:lnTo>
                    <a:pt x="263639" y="273050"/>
                  </a:lnTo>
                  <a:close/>
                </a:path>
                <a:path w="287654" h="327659">
                  <a:moveTo>
                    <a:pt x="264477" y="81610"/>
                  </a:moveTo>
                  <a:lnTo>
                    <a:pt x="261251" y="77381"/>
                  </a:lnTo>
                  <a:lnTo>
                    <a:pt x="257225" y="78549"/>
                  </a:lnTo>
                  <a:lnTo>
                    <a:pt x="256832" y="79222"/>
                  </a:lnTo>
                  <a:lnTo>
                    <a:pt x="256755" y="79933"/>
                  </a:lnTo>
                  <a:lnTo>
                    <a:pt x="254749" y="82880"/>
                  </a:lnTo>
                  <a:lnTo>
                    <a:pt x="259067" y="86017"/>
                  </a:lnTo>
                  <a:lnTo>
                    <a:pt x="264477" y="81610"/>
                  </a:lnTo>
                  <a:close/>
                </a:path>
                <a:path w="287654" h="327659">
                  <a:moveTo>
                    <a:pt x="267830" y="233324"/>
                  </a:moveTo>
                  <a:lnTo>
                    <a:pt x="267347" y="232498"/>
                  </a:lnTo>
                  <a:lnTo>
                    <a:pt x="267093" y="232067"/>
                  </a:lnTo>
                  <a:lnTo>
                    <a:pt x="266954" y="231851"/>
                  </a:lnTo>
                  <a:lnTo>
                    <a:pt x="265988" y="230212"/>
                  </a:lnTo>
                  <a:lnTo>
                    <a:pt x="263817" y="232549"/>
                  </a:lnTo>
                  <a:lnTo>
                    <a:pt x="265874" y="233629"/>
                  </a:lnTo>
                  <a:lnTo>
                    <a:pt x="266103" y="233743"/>
                  </a:lnTo>
                  <a:lnTo>
                    <a:pt x="266890" y="234162"/>
                  </a:lnTo>
                  <a:lnTo>
                    <a:pt x="267830" y="233324"/>
                  </a:lnTo>
                  <a:close/>
                </a:path>
                <a:path w="287654" h="327659">
                  <a:moveTo>
                    <a:pt x="268135" y="176123"/>
                  </a:moveTo>
                  <a:lnTo>
                    <a:pt x="267690" y="176123"/>
                  </a:lnTo>
                  <a:lnTo>
                    <a:pt x="267246" y="176123"/>
                  </a:lnTo>
                  <a:lnTo>
                    <a:pt x="267246" y="176834"/>
                  </a:lnTo>
                  <a:lnTo>
                    <a:pt x="268135" y="176834"/>
                  </a:lnTo>
                  <a:lnTo>
                    <a:pt x="268135" y="176123"/>
                  </a:lnTo>
                  <a:close/>
                </a:path>
                <a:path w="287654" h="327659">
                  <a:moveTo>
                    <a:pt x="268554" y="41490"/>
                  </a:moveTo>
                  <a:lnTo>
                    <a:pt x="267030" y="40119"/>
                  </a:lnTo>
                  <a:lnTo>
                    <a:pt x="265849" y="40779"/>
                  </a:lnTo>
                  <a:lnTo>
                    <a:pt x="264756" y="41414"/>
                  </a:lnTo>
                  <a:lnTo>
                    <a:pt x="264439" y="41808"/>
                  </a:lnTo>
                  <a:lnTo>
                    <a:pt x="264375" y="43078"/>
                  </a:lnTo>
                  <a:lnTo>
                    <a:pt x="264337" y="43637"/>
                  </a:lnTo>
                  <a:lnTo>
                    <a:pt x="264883" y="44132"/>
                  </a:lnTo>
                  <a:lnTo>
                    <a:pt x="266687" y="44132"/>
                  </a:lnTo>
                  <a:lnTo>
                    <a:pt x="267093" y="43764"/>
                  </a:lnTo>
                  <a:lnTo>
                    <a:pt x="268554" y="41490"/>
                  </a:lnTo>
                  <a:close/>
                </a:path>
                <a:path w="287654" h="327659">
                  <a:moveTo>
                    <a:pt x="269621" y="125933"/>
                  </a:moveTo>
                  <a:lnTo>
                    <a:pt x="269494" y="125818"/>
                  </a:lnTo>
                  <a:lnTo>
                    <a:pt x="268922" y="125285"/>
                  </a:lnTo>
                  <a:lnTo>
                    <a:pt x="268782" y="125158"/>
                  </a:lnTo>
                  <a:lnTo>
                    <a:pt x="268592" y="125349"/>
                  </a:lnTo>
                  <a:lnTo>
                    <a:pt x="268719" y="125476"/>
                  </a:lnTo>
                  <a:lnTo>
                    <a:pt x="269290" y="126009"/>
                  </a:lnTo>
                  <a:lnTo>
                    <a:pt x="269430" y="126136"/>
                  </a:lnTo>
                  <a:lnTo>
                    <a:pt x="269621" y="125933"/>
                  </a:lnTo>
                  <a:close/>
                </a:path>
                <a:path w="287654" h="327659">
                  <a:moveTo>
                    <a:pt x="269760" y="24714"/>
                  </a:moveTo>
                  <a:lnTo>
                    <a:pt x="265607" y="24701"/>
                  </a:lnTo>
                  <a:lnTo>
                    <a:pt x="266471" y="26733"/>
                  </a:lnTo>
                  <a:lnTo>
                    <a:pt x="267093" y="28219"/>
                  </a:lnTo>
                  <a:lnTo>
                    <a:pt x="268287" y="28219"/>
                  </a:lnTo>
                  <a:lnTo>
                    <a:pt x="269760" y="24714"/>
                  </a:lnTo>
                  <a:close/>
                </a:path>
                <a:path w="287654" h="327659">
                  <a:moveTo>
                    <a:pt x="270179" y="265264"/>
                  </a:moveTo>
                  <a:lnTo>
                    <a:pt x="267462" y="265264"/>
                  </a:lnTo>
                  <a:lnTo>
                    <a:pt x="267462" y="267373"/>
                  </a:lnTo>
                  <a:lnTo>
                    <a:pt x="268820" y="267373"/>
                  </a:lnTo>
                  <a:lnTo>
                    <a:pt x="270179" y="267373"/>
                  </a:lnTo>
                  <a:lnTo>
                    <a:pt x="270179" y="265264"/>
                  </a:lnTo>
                  <a:close/>
                </a:path>
                <a:path w="287654" h="327659">
                  <a:moveTo>
                    <a:pt x="271081" y="4965"/>
                  </a:moveTo>
                  <a:lnTo>
                    <a:pt x="269862" y="3886"/>
                  </a:lnTo>
                  <a:lnTo>
                    <a:pt x="269265" y="3352"/>
                  </a:lnTo>
                  <a:lnTo>
                    <a:pt x="267271" y="1574"/>
                  </a:lnTo>
                  <a:lnTo>
                    <a:pt x="265645" y="5461"/>
                  </a:lnTo>
                  <a:lnTo>
                    <a:pt x="267843" y="5816"/>
                  </a:lnTo>
                  <a:lnTo>
                    <a:pt x="270065" y="6184"/>
                  </a:lnTo>
                  <a:lnTo>
                    <a:pt x="271081" y="4965"/>
                  </a:lnTo>
                  <a:close/>
                </a:path>
                <a:path w="287654" h="327659">
                  <a:moveTo>
                    <a:pt x="271157" y="299631"/>
                  </a:moveTo>
                  <a:lnTo>
                    <a:pt x="270217" y="299250"/>
                  </a:lnTo>
                  <a:lnTo>
                    <a:pt x="269709" y="299046"/>
                  </a:lnTo>
                  <a:lnTo>
                    <a:pt x="267804" y="298284"/>
                  </a:lnTo>
                  <a:lnTo>
                    <a:pt x="267779" y="302120"/>
                  </a:lnTo>
                  <a:lnTo>
                    <a:pt x="269709" y="301358"/>
                  </a:lnTo>
                  <a:lnTo>
                    <a:pt x="270217" y="301155"/>
                  </a:lnTo>
                  <a:lnTo>
                    <a:pt x="271145" y="300774"/>
                  </a:lnTo>
                  <a:lnTo>
                    <a:pt x="271157" y="299631"/>
                  </a:lnTo>
                  <a:close/>
                </a:path>
                <a:path w="287654" h="327659">
                  <a:moveTo>
                    <a:pt x="271843" y="193484"/>
                  </a:moveTo>
                  <a:lnTo>
                    <a:pt x="269227" y="192392"/>
                  </a:lnTo>
                  <a:lnTo>
                    <a:pt x="268795" y="192290"/>
                  </a:lnTo>
                  <a:lnTo>
                    <a:pt x="267843" y="191630"/>
                  </a:lnTo>
                  <a:lnTo>
                    <a:pt x="266395" y="192011"/>
                  </a:lnTo>
                  <a:lnTo>
                    <a:pt x="265874" y="193725"/>
                  </a:lnTo>
                  <a:lnTo>
                    <a:pt x="265734" y="194691"/>
                  </a:lnTo>
                  <a:lnTo>
                    <a:pt x="265569" y="196024"/>
                  </a:lnTo>
                  <a:lnTo>
                    <a:pt x="267042" y="197218"/>
                  </a:lnTo>
                  <a:lnTo>
                    <a:pt x="268439" y="197205"/>
                  </a:lnTo>
                  <a:lnTo>
                    <a:pt x="268833" y="197192"/>
                  </a:lnTo>
                  <a:lnTo>
                    <a:pt x="271703" y="197142"/>
                  </a:lnTo>
                  <a:lnTo>
                    <a:pt x="271843" y="193484"/>
                  </a:lnTo>
                  <a:close/>
                </a:path>
                <a:path w="287654" h="327659">
                  <a:moveTo>
                    <a:pt x="272580" y="324332"/>
                  </a:moveTo>
                  <a:lnTo>
                    <a:pt x="272313" y="323354"/>
                  </a:lnTo>
                  <a:lnTo>
                    <a:pt x="271818" y="321500"/>
                  </a:lnTo>
                  <a:lnTo>
                    <a:pt x="268986" y="321449"/>
                  </a:lnTo>
                  <a:lnTo>
                    <a:pt x="268274" y="324358"/>
                  </a:lnTo>
                  <a:lnTo>
                    <a:pt x="268312" y="324993"/>
                  </a:lnTo>
                  <a:lnTo>
                    <a:pt x="269557" y="327037"/>
                  </a:lnTo>
                  <a:lnTo>
                    <a:pt x="271310" y="327075"/>
                  </a:lnTo>
                  <a:lnTo>
                    <a:pt x="272008" y="325869"/>
                  </a:lnTo>
                  <a:lnTo>
                    <a:pt x="272516" y="324967"/>
                  </a:lnTo>
                  <a:lnTo>
                    <a:pt x="272580" y="324332"/>
                  </a:lnTo>
                  <a:close/>
                </a:path>
                <a:path w="287654" h="327659">
                  <a:moveTo>
                    <a:pt x="273685" y="15214"/>
                  </a:moveTo>
                  <a:lnTo>
                    <a:pt x="271297" y="10553"/>
                  </a:lnTo>
                  <a:lnTo>
                    <a:pt x="270776" y="9550"/>
                  </a:lnTo>
                  <a:lnTo>
                    <a:pt x="269138" y="9550"/>
                  </a:lnTo>
                  <a:lnTo>
                    <a:pt x="266230" y="15214"/>
                  </a:lnTo>
                  <a:lnTo>
                    <a:pt x="273685" y="15214"/>
                  </a:lnTo>
                  <a:close/>
                </a:path>
                <a:path w="287654" h="327659">
                  <a:moveTo>
                    <a:pt x="273697" y="111163"/>
                  </a:moveTo>
                  <a:lnTo>
                    <a:pt x="272961" y="108000"/>
                  </a:lnTo>
                  <a:lnTo>
                    <a:pt x="272288" y="105117"/>
                  </a:lnTo>
                  <a:lnTo>
                    <a:pt x="269887" y="105117"/>
                  </a:lnTo>
                  <a:lnTo>
                    <a:pt x="269214" y="108000"/>
                  </a:lnTo>
                  <a:lnTo>
                    <a:pt x="268490" y="111137"/>
                  </a:lnTo>
                  <a:lnTo>
                    <a:pt x="273697" y="111163"/>
                  </a:lnTo>
                  <a:close/>
                </a:path>
                <a:path w="287654" h="327659">
                  <a:moveTo>
                    <a:pt x="274548" y="68224"/>
                  </a:moveTo>
                  <a:lnTo>
                    <a:pt x="271272" y="66040"/>
                  </a:lnTo>
                  <a:lnTo>
                    <a:pt x="270408" y="67513"/>
                  </a:lnTo>
                  <a:lnTo>
                    <a:pt x="270141" y="67716"/>
                  </a:lnTo>
                  <a:lnTo>
                    <a:pt x="269951" y="68021"/>
                  </a:lnTo>
                  <a:lnTo>
                    <a:pt x="270052" y="69557"/>
                  </a:lnTo>
                  <a:lnTo>
                    <a:pt x="271195" y="70231"/>
                  </a:lnTo>
                  <a:lnTo>
                    <a:pt x="272262" y="69583"/>
                  </a:lnTo>
                  <a:lnTo>
                    <a:pt x="274548" y="68224"/>
                  </a:lnTo>
                  <a:close/>
                </a:path>
                <a:path w="287654" h="327659">
                  <a:moveTo>
                    <a:pt x="274739" y="205854"/>
                  </a:moveTo>
                  <a:lnTo>
                    <a:pt x="270421" y="201206"/>
                  </a:lnTo>
                  <a:lnTo>
                    <a:pt x="269595" y="204584"/>
                  </a:lnTo>
                  <a:lnTo>
                    <a:pt x="269214" y="206108"/>
                  </a:lnTo>
                  <a:lnTo>
                    <a:pt x="269989" y="206781"/>
                  </a:lnTo>
                  <a:lnTo>
                    <a:pt x="274739" y="205854"/>
                  </a:lnTo>
                  <a:close/>
                </a:path>
                <a:path w="287654" h="327659">
                  <a:moveTo>
                    <a:pt x="274853" y="167068"/>
                  </a:moveTo>
                  <a:lnTo>
                    <a:pt x="273354" y="166992"/>
                  </a:lnTo>
                  <a:lnTo>
                    <a:pt x="272910" y="166954"/>
                  </a:lnTo>
                  <a:lnTo>
                    <a:pt x="272910" y="167716"/>
                  </a:lnTo>
                  <a:lnTo>
                    <a:pt x="273735" y="167665"/>
                  </a:lnTo>
                  <a:lnTo>
                    <a:pt x="274104" y="167640"/>
                  </a:lnTo>
                  <a:lnTo>
                    <a:pt x="274485" y="167614"/>
                  </a:lnTo>
                  <a:lnTo>
                    <a:pt x="274840" y="167601"/>
                  </a:lnTo>
                  <a:lnTo>
                    <a:pt x="274853" y="167068"/>
                  </a:lnTo>
                  <a:close/>
                </a:path>
                <a:path w="287654" h="327659">
                  <a:moveTo>
                    <a:pt x="277342" y="102095"/>
                  </a:moveTo>
                  <a:lnTo>
                    <a:pt x="275551" y="99021"/>
                  </a:lnTo>
                  <a:lnTo>
                    <a:pt x="273545" y="100228"/>
                  </a:lnTo>
                  <a:lnTo>
                    <a:pt x="273367" y="100330"/>
                  </a:lnTo>
                  <a:lnTo>
                    <a:pt x="272453" y="100888"/>
                  </a:lnTo>
                  <a:lnTo>
                    <a:pt x="272313" y="101917"/>
                  </a:lnTo>
                  <a:lnTo>
                    <a:pt x="272770" y="102958"/>
                  </a:lnTo>
                  <a:lnTo>
                    <a:pt x="273304" y="104190"/>
                  </a:lnTo>
                  <a:lnTo>
                    <a:pt x="274650" y="104038"/>
                  </a:lnTo>
                  <a:lnTo>
                    <a:pt x="275437" y="103339"/>
                  </a:lnTo>
                  <a:lnTo>
                    <a:pt x="277342" y="102095"/>
                  </a:lnTo>
                  <a:close/>
                </a:path>
                <a:path w="287654" h="327659">
                  <a:moveTo>
                    <a:pt x="278180" y="253174"/>
                  </a:moveTo>
                  <a:lnTo>
                    <a:pt x="277888" y="253174"/>
                  </a:lnTo>
                  <a:lnTo>
                    <a:pt x="277596" y="253174"/>
                  </a:lnTo>
                  <a:lnTo>
                    <a:pt x="277596" y="253631"/>
                  </a:lnTo>
                  <a:lnTo>
                    <a:pt x="278180" y="253631"/>
                  </a:lnTo>
                  <a:lnTo>
                    <a:pt x="278180" y="253174"/>
                  </a:lnTo>
                  <a:close/>
                </a:path>
                <a:path w="287654" h="327659">
                  <a:moveTo>
                    <a:pt x="282422" y="20548"/>
                  </a:moveTo>
                  <a:lnTo>
                    <a:pt x="282105" y="20231"/>
                  </a:lnTo>
                  <a:lnTo>
                    <a:pt x="281901" y="20053"/>
                  </a:lnTo>
                  <a:lnTo>
                    <a:pt x="281533" y="19697"/>
                  </a:lnTo>
                  <a:lnTo>
                    <a:pt x="281203" y="19392"/>
                  </a:lnTo>
                  <a:lnTo>
                    <a:pt x="280708" y="19875"/>
                  </a:lnTo>
                  <a:lnTo>
                    <a:pt x="281038" y="20193"/>
                  </a:lnTo>
                  <a:lnTo>
                    <a:pt x="281597" y="20726"/>
                  </a:lnTo>
                  <a:lnTo>
                    <a:pt x="281927" y="21043"/>
                  </a:lnTo>
                  <a:lnTo>
                    <a:pt x="282422" y="20548"/>
                  </a:lnTo>
                  <a:close/>
                </a:path>
                <a:path w="287654" h="327659">
                  <a:moveTo>
                    <a:pt x="284543" y="289610"/>
                  </a:moveTo>
                  <a:lnTo>
                    <a:pt x="278028" y="289610"/>
                  </a:lnTo>
                  <a:lnTo>
                    <a:pt x="278028" y="294665"/>
                  </a:lnTo>
                  <a:lnTo>
                    <a:pt x="281279" y="294665"/>
                  </a:lnTo>
                  <a:lnTo>
                    <a:pt x="284543" y="294665"/>
                  </a:lnTo>
                  <a:lnTo>
                    <a:pt x="284543" y="289610"/>
                  </a:lnTo>
                  <a:close/>
                </a:path>
                <a:path w="287654" h="327659">
                  <a:moveTo>
                    <a:pt x="287629" y="158915"/>
                  </a:moveTo>
                  <a:lnTo>
                    <a:pt x="285800" y="158026"/>
                  </a:lnTo>
                  <a:lnTo>
                    <a:pt x="285508" y="157784"/>
                  </a:lnTo>
                  <a:lnTo>
                    <a:pt x="285534" y="156476"/>
                  </a:lnTo>
                  <a:lnTo>
                    <a:pt x="283870" y="155371"/>
                  </a:lnTo>
                  <a:lnTo>
                    <a:pt x="282714" y="156159"/>
                  </a:lnTo>
                  <a:lnTo>
                    <a:pt x="279755" y="158165"/>
                  </a:lnTo>
                  <a:lnTo>
                    <a:pt x="281482" y="163436"/>
                  </a:lnTo>
                  <a:lnTo>
                    <a:pt x="286854" y="161404"/>
                  </a:lnTo>
                  <a:lnTo>
                    <a:pt x="287629" y="158915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112897" y="7627917"/>
              <a:ext cx="272415" cy="391160"/>
            </a:xfrm>
            <a:custGeom>
              <a:avLst/>
              <a:gdLst/>
              <a:ahLst/>
              <a:cxnLst/>
              <a:rect l="l" t="t" r="r" b="b"/>
              <a:pathLst>
                <a:path w="272414" h="391159">
                  <a:moveTo>
                    <a:pt x="6096" y="257365"/>
                  </a:moveTo>
                  <a:lnTo>
                    <a:pt x="6032" y="256819"/>
                  </a:lnTo>
                  <a:lnTo>
                    <a:pt x="5676" y="254812"/>
                  </a:lnTo>
                  <a:lnTo>
                    <a:pt x="4127" y="254546"/>
                  </a:lnTo>
                  <a:lnTo>
                    <a:pt x="3124" y="254990"/>
                  </a:lnTo>
                  <a:lnTo>
                    <a:pt x="2679" y="255143"/>
                  </a:lnTo>
                  <a:lnTo>
                    <a:pt x="2273" y="255384"/>
                  </a:lnTo>
                  <a:lnTo>
                    <a:pt x="1943" y="255701"/>
                  </a:lnTo>
                  <a:lnTo>
                    <a:pt x="368" y="256908"/>
                  </a:lnTo>
                  <a:lnTo>
                    <a:pt x="0" y="259308"/>
                  </a:lnTo>
                  <a:lnTo>
                    <a:pt x="1943" y="260438"/>
                  </a:lnTo>
                  <a:lnTo>
                    <a:pt x="3810" y="261531"/>
                  </a:lnTo>
                  <a:lnTo>
                    <a:pt x="5981" y="260108"/>
                  </a:lnTo>
                  <a:lnTo>
                    <a:pt x="6096" y="257365"/>
                  </a:lnTo>
                  <a:close/>
                </a:path>
                <a:path w="272414" h="391159">
                  <a:moveTo>
                    <a:pt x="10414" y="134480"/>
                  </a:moveTo>
                  <a:lnTo>
                    <a:pt x="10121" y="134480"/>
                  </a:lnTo>
                  <a:lnTo>
                    <a:pt x="9829" y="134480"/>
                  </a:lnTo>
                  <a:lnTo>
                    <a:pt x="9829" y="134937"/>
                  </a:lnTo>
                  <a:lnTo>
                    <a:pt x="10414" y="134937"/>
                  </a:lnTo>
                  <a:lnTo>
                    <a:pt x="10414" y="134480"/>
                  </a:lnTo>
                  <a:close/>
                </a:path>
                <a:path w="272414" h="391159">
                  <a:moveTo>
                    <a:pt x="14198" y="239191"/>
                  </a:moveTo>
                  <a:lnTo>
                    <a:pt x="13893" y="239191"/>
                  </a:lnTo>
                  <a:lnTo>
                    <a:pt x="13601" y="239191"/>
                  </a:lnTo>
                  <a:lnTo>
                    <a:pt x="13601" y="239649"/>
                  </a:lnTo>
                  <a:lnTo>
                    <a:pt x="14198" y="239649"/>
                  </a:lnTo>
                  <a:lnTo>
                    <a:pt x="14198" y="239191"/>
                  </a:lnTo>
                  <a:close/>
                </a:path>
                <a:path w="272414" h="391159">
                  <a:moveTo>
                    <a:pt x="15836" y="204190"/>
                  </a:moveTo>
                  <a:lnTo>
                    <a:pt x="14973" y="203123"/>
                  </a:lnTo>
                  <a:lnTo>
                    <a:pt x="12090" y="204800"/>
                  </a:lnTo>
                  <a:lnTo>
                    <a:pt x="9652" y="206197"/>
                  </a:lnTo>
                  <a:lnTo>
                    <a:pt x="11112" y="208267"/>
                  </a:lnTo>
                  <a:lnTo>
                    <a:pt x="12382" y="207175"/>
                  </a:lnTo>
                  <a:lnTo>
                    <a:pt x="15836" y="204190"/>
                  </a:lnTo>
                  <a:close/>
                </a:path>
                <a:path w="272414" h="391159">
                  <a:moveTo>
                    <a:pt x="17970" y="121577"/>
                  </a:moveTo>
                  <a:lnTo>
                    <a:pt x="17386" y="121577"/>
                  </a:lnTo>
                  <a:lnTo>
                    <a:pt x="17386" y="122021"/>
                  </a:lnTo>
                  <a:lnTo>
                    <a:pt x="17678" y="122021"/>
                  </a:lnTo>
                  <a:lnTo>
                    <a:pt x="17970" y="122021"/>
                  </a:lnTo>
                  <a:lnTo>
                    <a:pt x="17970" y="121577"/>
                  </a:lnTo>
                  <a:close/>
                </a:path>
                <a:path w="272414" h="391159">
                  <a:moveTo>
                    <a:pt x="18719" y="227723"/>
                  </a:moveTo>
                  <a:lnTo>
                    <a:pt x="18427" y="227723"/>
                  </a:lnTo>
                  <a:lnTo>
                    <a:pt x="18135" y="227723"/>
                  </a:lnTo>
                  <a:lnTo>
                    <a:pt x="18135" y="228168"/>
                  </a:lnTo>
                  <a:lnTo>
                    <a:pt x="18719" y="228168"/>
                  </a:lnTo>
                  <a:lnTo>
                    <a:pt x="18719" y="227723"/>
                  </a:lnTo>
                  <a:close/>
                </a:path>
                <a:path w="272414" h="391159">
                  <a:moveTo>
                    <a:pt x="18732" y="213626"/>
                  </a:moveTo>
                  <a:lnTo>
                    <a:pt x="16916" y="213626"/>
                  </a:lnTo>
                  <a:lnTo>
                    <a:pt x="15113" y="213626"/>
                  </a:lnTo>
                  <a:lnTo>
                    <a:pt x="15113" y="216446"/>
                  </a:lnTo>
                  <a:lnTo>
                    <a:pt x="18732" y="216446"/>
                  </a:lnTo>
                  <a:lnTo>
                    <a:pt x="18732" y="213626"/>
                  </a:lnTo>
                  <a:close/>
                </a:path>
                <a:path w="272414" h="391159">
                  <a:moveTo>
                    <a:pt x="19507" y="173583"/>
                  </a:moveTo>
                  <a:lnTo>
                    <a:pt x="14351" y="173583"/>
                  </a:lnTo>
                  <a:lnTo>
                    <a:pt x="14338" y="177596"/>
                  </a:lnTo>
                  <a:lnTo>
                    <a:pt x="16916" y="177596"/>
                  </a:lnTo>
                  <a:lnTo>
                    <a:pt x="19494" y="177596"/>
                  </a:lnTo>
                  <a:lnTo>
                    <a:pt x="19507" y="173583"/>
                  </a:lnTo>
                  <a:close/>
                </a:path>
                <a:path w="272414" h="391159">
                  <a:moveTo>
                    <a:pt x="19913" y="190411"/>
                  </a:moveTo>
                  <a:lnTo>
                    <a:pt x="17424" y="188099"/>
                  </a:lnTo>
                  <a:lnTo>
                    <a:pt x="16421" y="188099"/>
                  </a:lnTo>
                  <a:lnTo>
                    <a:pt x="13919" y="190411"/>
                  </a:lnTo>
                  <a:lnTo>
                    <a:pt x="15062" y="192862"/>
                  </a:lnTo>
                  <a:lnTo>
                    <a:pt x="16916" y="192862"/>
                  </a:lnTo>
                  <a:lnTo>
                    <a:pt x="18783" y="192862"/>
                  </a:lnTo>
                  <a:lnTo>
                    <a:pt x="19913" y="190411"/>
                  </a:lnTo>
                  <a:close/>
                </a:path>
                <a:path w="272414" h="391159">
                  <a:moveTo>
                    <a:pt x="21424" y="114452"/>
                  </a:moveTo>
                  <a:lnTo>
                    <a:pt x="15443" y="114452"/>
                  </a:lnTo>
                  <a:lnTo>
                    <a:pt x="15443" y="119100"/>
                  </a:lnTo>
                  <a:lnTo>
                    <a:pt x="18427" y="119100"/>
                  </a:lnTo>
                  <a:lnTo>
                    <a:pt x="21412" y="119100"/>
                  </a:lnTo>
                  <a:lnTo>
                    <a:pt x="21424" y="114452"/>
                  </a:lnTo>
                  <a:close/>
                </a:path>
                <a:path w="272414" h="391159">
                  <a:moveTo>
                    <a:pt x="23253" y="144526"/>
                  </a:moveTo>
                  <a:lnTo>
                    <a:pt x="22961" y="144526"/>
                  </a:lnTo>
                  <a:lnTo>
                    <a:pt x="22669" y="144526"/>
                  </a:lnTo>
                  <a:lnTo>
                    <a:pt x="22669" y="144970"/>
                  </a:lnTo>
                  <a:lnTo>
                    <a:pt x="23253" y="144970"/>
                  </a:lnTo>
                  <a:lnTo>
                    <a:pt x="23253" y="144526"/>
                  </a:lnTo>
                  <a:close/>
                </a:path>
                <a:path w="272414" h="391159">
                  <a:moveTo>
                    <a:pt x="27660" y="243103"/>
                  </a:moveTo>
                  <a:lnTo>
                    <a:pt x="23888" y="238988"/>
                  </a:lnTo>
                  <a:lnTo>
                    <a:pt x="21590" y="242404"/>
                  </a:lnTo>
                  <a:lnTo>
                    <a:pt x="21437" y="242735"/>
                  </a:lnTo>
                  <a:lnTo>
                    <a:pt x="21158" y="244221"/>
                  </a:lnTo>
                  <a:lnTo>
                    <a:pt x="21780" y="245567"/>
                  </a:lnTo>
                  <a:lnTo>
                    <a:pt x="22961" y="245414"/>
                  </a:lnTo>
                  <a:lnTo>
                    <a:pt x="23660" y="245313"/>
                  </a:lnTo>
                  <a:lnTo>
                    <a:pt x="24168" y="245198"/>
                  </a:lnTo>
                  <a:lnTo>
                    <a:pt x="27660" y="243103"/>
                  </a:lnTo>
                  <a:close/>
                </a:path>
                <a:path w="272414" h="391159">
                  <a:moveTo>
                    <a:pt x="31559" y="141478"/>
                  </a:moveTo>
                  <a:lnTo>
                    <a:pt x="29679" y="141071"/>
                  </a:lnTo>
                  <a:lnTo>
                    <a:pt x="29197" y="140970"/>
                  </a:lnTo>
                  <a:lnTo>
                    <a:pt x="25831" y="140258"/>
                  </a:lnTo>
                  <a:lnTo>
                    <a:pt x="25819" y="144945"/>
                  </a:lnTo>
                  <a:lnTo>
                    <a:pt x="28727" y="144322"/>
                  </a:lnTo>
                  <a:lnTo>
                    <a:pt x="29197" y="144221"/>
                  </a:lnTo>
                  <a:lnTo>
                    <a:pt x="29679" y="144132"/>
                  </a:lnTo>
                  <a:lnTo>
                    <a:pt x="31559" y="143713"/>
                  </a:lnTo>
                  <a:lnTo>
                    <a:pt x="31559" y="141478"/>
                  </a:lnTo>
                  <a:close/>
                </a:path>
                <a:path w="272414" h="391159">
                  <a:moveTo>
                    <a:pt x="31711" y="300380"/>
                  </a:moveTo>
                  <a:lnTo>
                    <a:pt x="30772" y="300151"/>
                  </a:lnTo>
                  <a:lnTo>
                    <a:pt x="30302" y="300050"/>
                  </a:lnTo>
                  <a:lnTo>
                    <a:pt x="29362" y="299821"/>
                  </a:lnTo>
                  <a:lnTo>
                    <a:pt x="27216" y="299300"/>
                  </a:lnTo>
                  <a:lnTo>
                    <a:pt x="27190" y="302907"/>
                  </a:lnTo>
                  <a:lnTo>
                    <a:pt x="30302" y="302158"/>
                  </a:lnTo>
                  <a:lnTo>
                    <a:pt x="30772" y="302056"/>
                  </a:lnTo>
                  <a:lnTo>
                    <a:pt x="31711" y="301828"/>
                  </a:lnTo>
                  <a:lnTo>
                    <a:pt x="31711" y="300380"/>
                  </a:lnTo>
                  <a:close/>
                </a:path>
                <a:path w="272414" h="391159">
                  <a:moveTo>
                    <a:pt x="33070" y="319532"/>
                  </a:moveTo>
                  <a:lnTo>
                    <a:pt x="32486" y="319532"/>
                  </a:lnTo>
                  <a:lnTo>
                    <a:pt x="32486" y="319976"/>
                  </a:lnTo>
                  <a:lnTo>
                    <a:pt x="32778" y="319976"/>
                  </a:lnTo>
                  <a:lnTo>
                    <a:pt x="33070" y="319976"/>
                  </a:lnTo>
                  <a:lnTo>
                    <a:pt x="33070" y="319532"/>
                  </a:lnTo>
                  <a:close/>
                </a:path>
                <a:path w="272414" h="391159">
                  <a:moveTo>
                    <a:pt x="33528" y="266661"/>
                  </a:moveTo>
                  <a:lnTo>
                    <a:pt x="33401" y="266306"/>
                  </a:lnTo>
                  <a:lnTo>
                    <a:pt x="33159" y="266090"/>
                  </a:lnTo>
                  <a:lnTo>
                    <a:pt x="33020" y="265264"/>
                  </a:lnTo>
                  <a:lnTo>
                    <a:pt x="32029" y="264490"/>
                  </a:lnTo>
                  <a:lnTo>
                    <a:pt x="31254" y="265328"/>
                  </a:lnTo>
                  <a:lnTo>
                    <a:pt x="31140" y="265455"/>
                  </a:lnTo>
                  <a:lnTo>
                    <a:pt x="30759" y="265887"/>
                  </a:lnTo>
                  <a:lnTo>
                    <a:pt x="30683" y="266395"/>
                  </a:lnTo>
                  <a:lnTo>
                    <a:pt x="31242" y="267436"/>
                  </a:lnTo>
                  <a:lnTo>
                    <a:pt x="31724" y="267677"/>
                  </a:lnTo>
                  <a:lnTo>
                    <a:pt x="32410" y="267728"/>
                  </a:lnTo>
                  <a:lnTo>
                    <a:pt x="32715" y="267766"/>
                  </a:lnTo>
                  <a:lnTo>
                    <a:pt x="33045" y="267550"/>
                  </a:lnTo>
                  <a:lnTo>
                    <a:pt x="33528" y="266661"/>
                  </a:lnTo>
                  <a:close/>
                </a:path>
                <a:path w="272414" h="391159">
                  <a:moveTo>
                    <a:pt x="38379" y="387921"/>
                  </a:moveTo>
                  <a:lnTo>
                    <a:pt x="36601" y="385826"/>
                  </a:lnTo>
                  <a:lnTo>
                    <a:pt x="36601" y="384797"/>
                  </a:lnTo>
                  <a:lnTo>
                    <a:pt x="35750" y="383882"/>
                  </a:lnTo>
                  <a:lnTo>
                    <a:pt x="34632" y="384213"/>
                  </a:lnTo>
                  <a:lnTo>
                    <a:pt x="32829" y="384746"/>
                  </a:lnTo>
                  <a:lnTo>
                    <a:pt x="32308" y="386638"/>
                  </a:lnTo>
                  <a:lnTo>
                    <a:pt x="34836" y="390804"/>
                  </a:lnTo>
                  <a:lnTo>
                    <a:pt x="38379" y="387921"/>
                  </a:lnTo>
                  <a:close/>
                </a:path>
                <a:path w="272414" h="391159">
                  <a:moveTo>
                    <a:pt x="38633" y="111975"/>
                  </a:moveTo>
                  <a:lnTo>
                    <a:pt x="29946" y="111975"/>
                  </a:lnTo>
                  <a:lnTo>
                    <a:pt x="29946" y="118719"/>
                  </a:lnTo>
                  <a:lnTo>
                    <a:pt x="34290" y="118719"/>
                  </a:lnTo>
                  <a:lnTo>
                    <a:pt x="38633" y="118719"/>
                  </a:lnTo>
                  <a:lnTo>
                    <a:pt x="38633" y="111975"/>
                  </a:lnTo>
                  <a:close/>
                </a:path>
                <a:path w="272414" h="391159">
                  <a:moveTo>
                    <a:pt x="39204" y="213334"/>
                  </a:moveTo>
                  <a:lnTo>
                    <a:pt x="38176" y="213194"/>
                  </a:lnTo>
                  <a:lnTo>
                    <a:pt x="37452" y="213093"/>
                  </a:lnTo>
                  <a:lnTo>
                    <a:pt x="36728" y="212991"/>
                  </a:lnTo>
                  <a:lnTo>
                    <a:pt x="35712" y="212852"/>
                  </a:lnTo>
                  <a:lnTo>
                    <a:pt x="35699" y="214350"/>
                  </a:lnTo>
                  <a:lnTo>
                    <a:pt x="36728" y="214210"/>
                  </a:lnTo>
                  <a:lnTo>
                    <a:pt x="37452" y="214109"/>
                  </a:lnTo>
                  <a:lnTo>
                    <a:pt x="39204" y="213868"/>
                  </a:lnTo>
                  <a:lnTo>
                    <a:pt x="39204" y="213334"/>
                  </a:lnTo>
                  <a:close/>
                </a:path>
                <a:path w="272414" h="391159">
                  <a:moveTo>
                    <a:pt x="42037" y="135763"/>
                  </a:moveTo>
                  <a:lnTo>
                    <a:pt x="39992" y="136347"/>
                  </a:lnTo>
                  <a:lnTo>
                    <a:pt x="39763" y="136423"/>
                  </a:lnTo>
                  <a:lnTo>
                    <a:pt x="39522" y="136486"/>
                  </a:lnTo>
                  <a:lnTo>
                    <a:pt x="39293" y="136563"/>
                  </a:lnTo>
                  <a:lnTo>
                    <a:pt x="38290" y="136855"/>
                  </a:lnTo>
                  <a:lnTo>
                    <a:pt x="38290" y="138303"/>
                  </a:lnTo>
                  <a:lnTo>
                    <a:pt x="39293" y="138595"/>
                  </a:lnTo>
                  <a:lnTo>
                    <a:pt x="39992" y="138785"/>
                  </a:lnTo>
                  <a:lnTo>
                    <a:pt x="42024" y="139382"/>
                  </a:lnTo>
                  <a:lnTo>
                    <a:pt x="42037" y="135763"/>
                  </a:lnTo>
                  <a:close/>
                </a:path>
                <a:path w="272414" h="391159">
                  <a:moveTo>
                    <a:pt x="43688" y="108483"/>
                  </a:moveTo>
                  <a:lnTo>
                    <a:pt x="42900" y="107950"/>
                  </a:lnTo>
                  <a:lnTo>
                    <a:pt x="42710" y="107835"/>
                  </a:lnTo>
                  <a:lnTo>
                    <a:pt x="40005" y="105994"/>
                  </a:lnTo>
                  <a:lnTo>
                    <a:pt x="40005" y="111772"/>
                  </a:lnTo>
                  <a:lnTo>
                    <a:pt x="42532" y="110070"/>
                  </a:lnTo>
                  <a:lnTo>
                    <a:pt x="42710" y="109943"/>
                  </a:lnTo>
                  <a:lnTo>
                    <a:pt x="42900" y="109829"/>
                  </a:lnTo>
                  <a:lnTo>
                    <a:pt x="43688" y="109296"/>
                  </a:lnTo>
                  <a:lnTo>
                    <a:pt x="43688" y="108483"/>
                  </a:lnTo>
                  <a:close/>
                </a:path>
                <a:path w="272414" h="391159">
                  <a:moveTo>
                    <a:pt x="45910" y="287972"/>
                  </a:moveTo>
                  <a:lnTo>
                    <a:pt x="45618" y="287972"/>
                  </a:lnTo>
                  <a:lnTo>
                    <a:pt x="45326" y="287972"/>
                  </a:lnTo>
                  <a:lnTo>
                    <a:pt x="45326" y="288417"/>
                  </a:lnTo>
                  <a:lnTo>
                    <a:pt x="45910" y="288417"/>
                  </a:lnTo>
                  <a:lnTo>
                    <a:pt x="45910" y="287972"/>
                  </a:lnTo>
                  <a:close/>
                </a:path>
                <a:path w="272414" h="391159">
                  <a:moveTo>
                    <a:pt x="47104" y="220980"/>
                  </a:moveTo>
                  <a:lnTo>
                    <a:pt x="46837" y="220179"/>
                  </a:lnTo>
                  <a:lnTo>
                    <a:pt x="46278" y="220370"/>
                  </a:lnTo>
                  <a:lnTo>
                    <a:pt x="43726" y="221221"/>
                  </a:lnTo>
                  <a:lnTo>
                    <a:pt x="44424" y="222719"/>
                  </a:lnTo>
                  <a:lnTo>
                    <a:pt x="47104" y="220980"/>
                  </a:lnTo>
                  <a:close/>
                </a:path>
                <a:path w="272414" h="391159">
                  <a:moveTo>
                    <a:pt x="47917" y="175920"/>
                  </a:moveTo>
                  <a:lnTo>
                    <a:pt x="47129" y="173088"/>
                  </a:lnTo>
                  <a:lnTo>
                    <a:pt x="41249" y="173456"/>
                  </a:lnTo>
                  <a:lnTo>
                    <a:pt x="39738" y="175488"/>
                  </a:lnTo>
                  <a:lnTo>
                    <a:pt x="40601" y="177558"/>
                  </a:lnTo>
                  <a:lnTo>
                    <a:pt x="41402" y="179438"/>
                  </a:lnTo>
                  <a:lnTo>
                    <a:pt x="44094" y="180174"/>
                  </a:lnTo>
                  <a:lnTo>
                    <a:pt x="47917" y="175920"/>
                  </a:lnTo>
                  <a:close/>
                </a:path>
                <a:path w="272414" h="391159">
                  <a:moveTo>
                    <a:pt x="48882" y="250863"/>
                  </a:moveTo>
                  <a:lnTo>
                    <a:pt x="46926" y="249936"/>
                  </a:lnTo>
                  <a:lnTo>
                    <a:pt x="45770" y="251218"/>
                  </a:lnTo>
                  <a:lnTo>
                    <a:pt x="45656" y="251358"/>
                  </a:lnTo>
                  <a:lnTo>
                    <a:pt x="45529" y="251485"/>
                  </a:lnTo>
                  <a:lnTo>
                    <a:pt x="45085" y="251993"/>
                  </a:lnTo>
                  <a:lnTo>
                    <a:pt x="45072" y="252679"/>
                  </a:lnTo>
                  <a:lnTo>
                    <a:pt x="45529" y="253187"/>
                  </a:lnTo>
                  <a:lnTo>
                    <a:pt x="45656" y="253301"/>
                  </a:lnTo>
                  <a:lnTo>
                    <a:pt x="46926" y="254736"/>
                  </a:lnTo>
                  <a:lnTo>
                    <a:pt x="48882" y="253796"/>
                  </a:lnTo>
                  <a:lnTo>
                    <a:pt x="48882" y="252336"/>
                  </a:lnTo>
                  <a:lnTo>
                    <a:pt x="48882" y="250863"/>
                  </a:lnTo>
                  <a:close/>
                </a:path>
                <a:path w="272414" h="391159">
                  <a:moveTo>
                    <a:pt x="50292" y="324446"/>
                  </a:moveTo>
                  <a:lnTo>
                    <a:pt x="50279" y="322821"/>
                  </a:lnTo>
                  <a:lnTo>
                    <a:pt x="50177" y="322338"/>
                  </a:lnTo>
                  <a:lnTo>
                    <a:pt x="49695" y="321500"/>
                  </a:lnTo>
                  <a:lnTo>
                    <a:pt x="48374" y="319824"/>
                  </a:lnTo>
                  <a:lnTo>
                    <a:pt x="49034" y="320751"/>
                  </a:lnTo>
                  <a:lnTo>
                    <a:pt x="48133" y="320344"/>
                  </a:lnTo>
                  <a:lnTo>
                    <a:pt x="46977" y="320382"/>
                  </a:lnTo>
                  <a:lnTo>
                    <a:pt x="45808" y="320370"/>
                  </a:lnTo>
                  <a:lnTo>
                    <a:pt x="44640" y="320903"/>
                  </a:lnTo>
                  <a:lnTo>
                    <a:pt x="44348" y="322173"/>
                  </a:lnTo>
                  <a:lnTo>
                    <a:pt x="44246" y="322529"/>
                  </a:lnTo>
                  <a:lnTo>
                    <a:pt x="44183" y="322935"/>
                  </a:lnTo>
                  <a:lnTo>
                    <a:pt x="44411" y="325386"/>
                  </a:lnTo>
                  <a:lnTo>
                    <a:pt x="46659" y="327279"/>
                  </a:lnTo>
                  <a:lnTo>
                    <a:pt x="48729" y="325894"/>
                  </a:lnTo>
                  <a:lnTo>
                    <a:pt x="49657" y="325272"/>
                  </a:lnTo>
                  <a:lnTo>
                    <a:pt x="50292" y="324446"/>
                  </a:lnTo>
                  <a:close/>
                </a:path>
                <a:path w="272414" h="391159">
                  <a:moveTo>
                    <a:pt x="52705" y="265887"/>
                  </a:moveTo>
                  <a:lnTo>
                    <a:pt x="52044" y="264731"/>
                  </a:lnTo>
                  <a:lnTo>
                    <a:pt x="49301" y="266712"/>
                  </a:lnTo>
                  <a:lnTo>
                    <a:pt x="50774" y="268287"/>
                  </a:lnTo>
                  <a:lnTo>
                    <a:pt x="51549" y="267322"/>
                  </a:lnTo>
                  <a:lnTo>
                    <a:pt x="52705" y="265887"/>
                  </a:lnTo>
                  <a:close/>
                </a:path>
                <a:path w="272414" h="391159">
                  <a:moveTo>
                    <a:pt x="57213" y="96989"/>
                  </a:moveTo>
                  <a:lnTo>
                    <a:pt x="55181" y="96977"/>
                  </a:lnTo>
                  <a:lnTo>
                    <a:pt x="55372" y="98348"/>
                  </a:lnTo>
                  <a:lnTo>
                    <a:pt x="55422" y="98577"/>
                  </a:lnTo>
                  <a:lnTo>
                    <a:pt x="55473" y="99047"/>
                  </a:lnTo>
                  <a:lnTo>
                    <a:pt x="55587" y="99745"/>
                  </a:lnTo>
                  <a:lnTo>
                    <a:pt x="56794" y="99745"/>
                  </a:lnTo>
                  <a:lnTo>
                    <a:pt x="56908" y="99047"/>
                  </a:lnTo>
                  <a:lnTo>
                    <a:pt x="56972" y="98577"/>
                  </a:lnTo>
                  <a:lnTo>
                    <a:pt x="57010" y="98348"/>
                  </a:lnTo>
                  <a:lnTo>
                    <a:pt x="57213" y="96989"/>
                  </a:lnTo>
                  <a:close/>
                </a:path>
                <a:path w="272414" h="391159">
                  <a:moveTo>
                    <a:pt x="58597" y="155155"/>
                  </a:moveTo>
                  <a:lnTo>
                    <a:pt x="44742" y="155155"/>
                  </a:lnTo>
                  <a:lnTo>
                    <a:pt x="44729" y="165900"/>
                  </a:lnTo>
                  <a:lnTo>
                    <a:pt x="51663" y="165900"/>
                  </a:lnTo>
                  <a:lnTo>
                    <a:pt x="58585" y="165900"/>
                  </a:lnTo>
                  <a:lnTo>
                    <a:pt x="58597" y="155155"/>
                  </a:lnTo>
                  <a:close/>
                </a:path>
                <a:path w="272414" h="391159">
                  <a:moveTo>
                    <a:pt x="60629" y="334416"/>
                  </a:moveTo>
                  <a:lnTo>
                    <a:pt x="60159" y="333375"/>
                  </a:lnTo>
                  <a:lnTo>
                    <a:pt x="59207" y="333476"/>
                  </a:lnTo>
                  <a:lnTo>
                    <a:pt x="59080" y="333502"/>
                  </a:lnTo>
                  <a:lnTo>
                    <a:pt x="58839" y="333527"/>
                  </a:lnTo>
                  <a:lnTo>
                    <a:pt x="57556" y="333679"/>
                  </a:lnTo>
                  <a:lnTo>
                    <a:pt x="56642" y="335013"/>
                  </a:lnTo>
                  <a:lnTo>
                    <a:pt x="57531" y="336181"/>
                  </a:lnTo>
                  <a:lnTo>
                    <a:pt x="58280" y="337134"/>
                  </a:lnTo>
                  <a:lnTo>
                    <a:pt x="60198" y="336981"/>
                  </a:lnTo>
                  <a:lnTo>
                    <a:pt x="60426" y="335610"/>
                  </a:lnTo>
                  <a:lnTo>
                    <a:pt x="60452" y="335470"/>
                  </a:lnTo>
                  <a:lnTo>
                    <a:pt x="60477" y="335318"/>
                  </a:lnTo>
                  <a:lnTo>
                    <a:pt x="60629" y="334416"/>
                  </a:lnTo>
                  <a:close/>
                </a:path>
                <a:path w="272414" h="391159">
                  <a:moveTo>
                    <a:pt x="64249" y="273697"/>
                  </a:moveTo>
                  <a:lnTo>
                    <a:pt x="62992" y="273583"/>
                  </a:lnTo>
                  <a:lnTo>
                    <a:pt x="62484" y="273532"/>
                  </a:lnTo>
                  <a:lnTo>
                    <a:pt x="61976" y="273494"/>
                  </a:lnTo>
                  <a:lnTo>
                    <a:pt x="60032" y="273304"/>
                  </a:lnTo>
                  <a:lnTo>
                    <a:pt x="60032" y="275831"/>
                  </a:lnTo>
                  <a:lnTo>
                    <a:pt x="61480" y="275691"/>
                  </a:lnTo>
                  <a:lnTo>
                    <a:pt x="61976" y="275653"/>
                  </a:lnTo>
                  <a:lnTo>
                    <a:pt x="62484" y="275602"/>
                  </a:lnTo>
                  <a:lnTo>
                    <a:pt x="62992" y="275551"/>
                  </a:lnTo>
                  <a:lnTo>
                    <a:pt x="64249" y="275424"/>
                  </a:lnTo>
                  <a:lnTo>
                    <a:pt x="64249" y="273697"/>
                  </a:lnTo>
                  <a:close/>
                </a:path>
                <a:path w="272414" h="391159">
                  <a:moveTo>
                    <a:pt x="66167" y="237566"/>
                  </a:moveTo>
                  <a:lnTo>
                    <a:pt x="64833" y="235204"/>
                  </a:lnTo>
                  <a:lnTo>
                    <a:pt x="64198" y="234073"/>
                  </a:lnTo>
                  <a:lnTo>
                    <a:pt x="63284" y="234073"/>
                  </a:lnTo>
                  <a:lnTo>
                    <a:pt x="62953" y="234657"/>
                  </a:lnTo>
                  <a:lnTo>
                    <a:pt x="62852" y="234848"/>
                  </a:lnTo>
                  <a:lnTo>
                    <a:pt x="62649" y="235204"/>
                  </a:lnTo>
                  <a:lnTo>
                    <a:pt x="61315" y="237566"/>
                  </a:lnTo>
                  <a:lnTo>
                    <a:pt x="66167" y="237566"/>
                  </a:lnTo>
                  <a:close/>
                </a:path>
                <a:path w="272414" h="391159">
                  <a:moveTo>
                    <a:pt x="68122" y="191338"/>
                  </a:moveTo>
                  <a:lnTo>
                    <a:pt x="61353" y="187642"/>
                  </a:lnTo>
                  <a:lnTo>
                    <a:pt x="57467" y="196494"/>
                  </a:lnTo>
                  <a:lnTo>
                    <a:pt x="62814" y="199885"/>
                  </a:lnTo>
                  <a:lnTo>
                    <a:pt x="65239" y="195999"/>
                  </a:lnTo>
                  <a:lnTo>
                    <a:pt x="68122" y="191338"/>
                  </a:lnTo>
                  <a:close/>
                </a:path>
                <a:path w="272414" h="391159">
                  <a:moveTo>
                    <a:pt x="68681" y="307721"/>
                  </a:moveTo>
                  <a:lnTo>
                    <a:pt x="65925" y="305168"/>
                  </a:lnTo>
                  <a:lnTo>
                    <a:pt x="63157" y="306666"/>
                  </a:lnTo>
                  <a:lnTo>
                    <a:pt x="62153" y="310972"/>
                  </a:lnTo>
                  <a:lnTo>
                    <a:pt x="64503" y="312661"/>
                  </a:lnTo>
                  <a:lnTo>
                    <a:pt x="65862" y="311099"/>
                  </a:lnTo>
                  <a:lnTo>
                    <a:pt x="66433" y="310451"/>
                  </a:lnTo>
                  <a:lnTo>
                    <a:pt x="67360" y="310184"/>
                  </a:lnTo>
                  <a:lnTo>
                    <a:pt x="68668" y="308940"/>
                  </a:lnTo>
                  <a:lnTo>
                    <a:pt x="68681" y="307721"/>
                  </a:lnTo>
                  <a:close/>
                </a:path>
                <a:path w="272414" h="391159">
                  <a:moveTo>
                    <a:pt x="71348" y="86309"/>
                  </a:moveTo>
                  <a:lnTo>
                    <a:pt x="68580" y="83527"/>
                  </a:lnTo>
                  <a:lnTo>
                    <a:pt x="66624" y="84391"/>
                  </a:lnTo>
                  <a:lnTo>
                    <a:pt x="65011" y="88226"/>
                  </a:lnTo>
                  <a:lnTo>
                    <a:pt x="66713" y="89789"/>
                  </a:lnTo>
                  <a:lnTo>
                    <a:pt x="68059" y="89306"/>
                  </a:lnTo>
                  <a:lnTo>
                    <a:pt x="70599" y="88392"/>
                  </a:lnTo>
                  <a:lnTo>
                    <a:pt x="71348" y="86309"/>
                  </a:lnTo>
                  <a:close/>
                </a:path>
                <a:path w="272414" h="391159">
                  <a:moveTo>
                    <a:pt x="73355" y="292087"/>
                  </a:moveTo>
                  <a:lnTo>
                    <a:pt x="73050" y="291782"/>
                  </a:lnTo>
                  <a:lnTo>
                    <a:pt x="72720" y="291795"/>
                  </a:lnTo>
                  <a:lnTo>
                    <a:pt x="71424" y="291795"/>
                  </a:lnTo>
                  <a:lnTo>
                    <a:pt x="71221" y="292404"/>
                  </a:lnTo>
                  <a:lnTo>
                    <a:pt x="70040" y="294144"/>
                  </a:lnTo>
                  <a:lnTo>
                    <a:pt x="70967" y="295059"/>
                  </a:lnTo>
                  <a:lnTo>
                    <a:pt x="71666" y="294601"/>
                  </a:lnTo>
                  <a:lnTo>
                    <a:pt x="72732" y="293903"/>
                  </a:lnTo>
                  <a:lnTo>
                    <a:pt x="73317" y="293712"/>
                  </a:lnTo>
                  <a:lnTo>
                    <a:pt x="73355" y="292087"/>
                  </a:lnTo>
                  <a:close/>
                </a:path>
                <a:path w="272414" h="391159">
                  <a:moveTo>
                    <a:pt x="73952" y="130263"/>
                  </a:moveTo>
                  <a:lnTo>
                    <a:pt x="72580" y="126314"/>
                  </a:lnTo>
                  <a:lnTo>
                    <a:pt x="67259" y="126885"/>
                  </a:lnTo>
                  <a:lnTo>
                    <a:pt x="65544" y="127736"/>
                  </a:lnTo>
                  <a:lnTo>
                    <a:pt x="63042" y="131851"/>
                  </a:lnTo>
                  <a:lnTo>
                    <a:pt x="62992" y="133616"/>
                  </a:lnTo>
                  <a:lnTo>
                    <a:pt x="64592" y="136271"/>
                  </a:lnTo>
                  <a:lnTo>
                    <a:pt x="65582" y="136474"/>
                  </a:lnTo>
                  <a:lnTo>
                    <a:pt x="66408" y="136067"/>
                  </a:lnTo>
                  <a:lnTo>
                    <a:pt x="68541" y="135001"/>
                  </a:lnTo>
                  <a:lnTo>
                    <a:pt x="70294" y="133642"/>
                  </a:lnTo>
                  <a:lnTo>
                    <a:pt x="73952" y="130263"/>
                  </a:lnTo>
                  <a:close/>
                </a:path>
                <a:path w="272414" h="391159">
                  <a:moveTo>
                    <a:pt x="77241" y="235585"/>
                  </a:moveTo>
                  <a:lnTo>
                    <a:pt x="76441" y="233997"/>
                  </a:lnTo>
                  <a:lnTo>
                    <a:pt x="76288" y="233692"/>
                  </a:lnTo>
                  <a:lnTo>
                    <a:pt x="75184" y="231508"/>
                  </a:lnTo>
                  <a:lnTo>
                    <a:pt x="72250" y="234670"/>
                  </a:lnTo>
                  <a:lnTo>
                    <a:pt x="74358" y="235610"/>
                  </a:lnTo>
                  <a:lnTo>
                    <a:pt x="76250" y="236448"/>
                  </a:lnTo>
                  <a:lnTo>
                    <a:pt x="77241" y="235585"/>
                  </a:lnTo>
                  <a:close/>
                </a:path>
                <a:path w="272414" h="391159">
                  <a:moveTo>
                    <a:pt x="79171" y="256527"/>
                  </a:moveTo>
                  <a:lnTo>
                    <a:pt x="75907" y="254762"/>
                  </a:lnTo>
                  <a:lnTo>
                    <a:pt x="75450" y="254800"/>
                  </a:lnTo>
                  <a:lnTo>
                    <a:pt x="75057" y="254990"/>
                  </a:lnTo>
                  <a:lnTo>
                    <a:pt x="74790" y="254838"/>
                  </a:lnTo>
                  <a:lnTo>
                    <a:pt x="74472" y="254774"/>
                  </a:lnTo>
                  <a:lnTo>
                    <a:pt x="71272" y="255803"/>
                  </a:lnTo>
                  <a:lnTo>
                    <a:pt x="71323" y="259867"/>
                  </a:lnTo>
                  <a:lnTo>
                    <a:pt x="73939" y="260819"/>
                  </a:lnTo>
                  <a:lnTo>
                    <a:pt x="73863" y="261175"/>
                  </a:lnTo>
                  <a:lnTo>
                    <a:pt x="74333" y="261442"/>
                  </a:lnTo>
                  <a:lnTo>
                    <a:pt x="74587" y="261010"/>
                  </a:lnTo>
                  <a:lnTo>
                    <a:pt x="77876" y="261429"/>
                  </a:lnTo>
                  <a:lnTo>
                    <a:pt x="79171" y="256527"/>
                  </a:lnTo>
                  <a:close/>
                </a:path>
                <a:path w="272414" h="391159">
                  <a:moveTo>
                    <a:pt x="79565" y="321017"/>
                  </a:moveTo>
                  <a:lnTo>
                    <a:pt x="73596" y="321017"/>
                  </a:lnTo>
                  <a:lnTo>
                    <a:pt x="73583" y="325653"/>
                  </a:lnTo>
                  <a:lnTo>
                    <a:pt x="76581" y="325653"/>
                  </a:lnTo>
                  <a:lnTo>
                    <a:pt x="79565" y="325653"/>
                  </a:lnTo>
                  <a:lnTo>
                    <a:pt x="79565" y="321017"/>
                  </a:lnTo>
                  <a:close/>
                </a:path>
                <a:path w="272414" h="391159">
                  <a:moveTo>
                    <a:pt x="85432" y="277406"/>
                  </a:moveTo>
                  <a:lnTo>
                    <a:pt x="79819" y="277406"/>
                  </a:lnTo>
                  <a:lnTo>
                    <a:pt x="79819" y="281762"/>
                  </a:lnTo>
                  <a:lnTo>
                    <a:pt x="82626" y="281762"/>
                  </a:lnTo>
                  <a:lnTo>
                    <a:pt x="85432" y="281762"/>
                  </a:lnTo>
                  <a:lnTo>
                    <a:pt x="85432" y="277406"/>
                  </a:lnTo>
                  <a:close/>
                </a:path>
                <a:path w="272414" h="391159">
                  <a:moveTo>
                    <a:pt x="86588" y="110578"/>
                  </a:moveTo>
                  <a:lnTo>
                    <a:pt x="84137" y="110578"/>
                  </a:lnTo>
                  <a:lnTo>
                    <a:pt x="81699" y="110578"/>
                  </a:lnTo>
                  <a:lnTo>
                    <a:pt x="81686" y="114376"/>
                  </a:lnTo>
                  <a:lnTo>
                    <a:pt x="86575" y="114376"/>
                  </a:lnTo>
                  <a:lnTo>
                    <a:pt x="86588" y="110578"/>
                  </a:lnTo>
                  <a:close/>
                </a:path>
                <a:path w="272414" h="391159">
                  <a:moveTo>
                    <a:pt x="89446" y="99415"/>
                  </a:moveTo>
                  <a:lnTo>
                    <a:pt x="86474" y="96672"/>
                  </a:lnTo>
                  <a:lnTo>
                    <a:pt x="77317" y="102349"/>
                  </a:lnTo>
                  <a:lnTo>
                    <a:pt x="83058" y="108597"/>
                  </a:lnTo>
                  <a:lnTo>
                    <a:pt x="86207" y="104076"/>
                  </a:lnTo>
                  <a:lnTo>
                    <a:pt x="89446" y="99415"/>
                  </a:lnTo>
                  <a:close/>
                </a:path>
                <a:path w="272414" h="391159">
                  <a:moveTo>
                    <a:pt x="91516" y="144132"/>
                  </a:moveTo>
                  <a:lnTo>
                    <a:pt x="89052" y="142494"/>
                  </a:lnTo>
                  <a:lnTo>
                    <a:pt x="87058" y="143852"/>
                  </a:lnTo>
                  <a:lnTo>
                    <a:pt x="86690" y="144094"/>
                  </a:lnTo>
                  <a:lnTo>
                    <a:pt x="85128" y="145135"/>
                  </a:lnTo>
                  <a:lnTo>
                    <a:pt x="85128" y="147231"/>
                  </a:lnTo>
                  <a:lnTo>
                    <a:pt x="86969" y="148475"/>
                  </a:lnTo>
                  <a:lnTo>
                    <a:pt x="83959" y="148475"/>
                  </a:lnTo>
                  <a:lnTo>
                    <a:pt x="82931" y="150710"/>
                  </a:lnTo>
                  <a:lnTo>
                    <a:pt x="84226" y="151904"/>
                  </a:lnTo>
                  <a:lnTo>
                    <a:pt x="85204" y="152806"/>
                  </a:lnTo>
                  <a:lnTo>
                    <a:pt x="86080" y="152806"/>
                  </a:lnTo>
                  <a:lnTo>
                    <a:pt x="88366" y="150698"/>
                  </a:lnTo>
                  <a:lnTo>
                    <a:pt x="87477" y="148818"/>
                  </a:lnTo>
                  <a:lnTo>
                    <a:pt x="89052" y="149872"/>
                  </a:lnTo>
                  <a:lnTo>
                    <a:pt x="91516" y="148234"/>
                  </a:lnTo>
                  <a:lnTo>
                    <a:pt x="91516" y="144132"/>
                  </a:lnTo>
                  <a:close/>
                </a:path>
                <a:path w="272414" h="391159">
                  <a:moveTo>
                    <a:pt x="96824" y="95250"/>
                  </a:moveTo>
                  <a:lnTo>
                    <a:pt x="95389" y="93941"/>
                  </a:lnTo>
                  <a:lnTo>
                    <a:pt x="94259" y="94348"/>
                  </a:lnTo>
                  <a:lnTo>
                    <a:pt x="89458" y="96075"/>
                  </a:lnTo>
                  <a:lnTo>
                    <a:pt x="94272" y="101346"/>
                  </a:lnTo>
                  <a:lnTo>
                    <a:pt x="95986" y="97256"/>
                  </a:lnTo>
                  <a:lnTo>
                    <a:pt x="96824" y="95250"/>
                  </a:lnTo>
                  <a:close/>
                </a:path>
                <a:path w="272414" h="391159">
                  <a:moveTo>
                    <a:pt x="107086" y="67779"/>
                  </a:moveTo>
                  <a:lnTo>
                    <a:pt x="106794" y="67779"/>
                  </a:lnTo>
                  <a:lnTo>
                    <a:pt x="106502" y="67779"/>
                  </a:lnTo>
                  <a:lnTo>
                    <a:pt x="106502" y="68224"/>
                  </a:lnTo>
                  <a:lnTo>
                    <a:pt x="107086" y="68224"/>
                  </a:lnTo>
                  <a:lnTo>
                    <a:pt x="107086" y="67779"/>
                  </a:lnTo>
                  <a:close/>
                </a:path>
                <a:path w="272414" h="391159">
                  <a:moveTo>
                    <a:pt x="109982" y="231190"/>
                  </a:moveTo>
                  <a:lnTo>
                    <a:pt x="109143" y="230428"/>
                  </a:lnTo>
                  <a:lnTo>
                    <a:pt x="108927" y="230225"/>
                  </a:lnTo>
                  <a:lnTo>
                    <a:pt x="108800" y="230124"/>
                  </a:lnTo>
                  <a:lnTo>
                    <a:pt x="108940" y="230136"/>
                  </a:lnTo>
                  <a:lnTo>
                    <a:pt x="108839" y="229781"/>
                  </a:lnTo>
                  <a:lnTo>
                    <a:pt x="106946" y="228841"/>
                  </a:lnTo>
                  <a:lnTo>
                    <a:pt x="106083" y="230835"/>
                  </a:lnTo>
                  <a:lnTo>
                    <a:pt x="106972" y="232740"/>
                  </a:lnTo>
                  <a:lnTo>
                    <a:pt x="107772" y="232956"/>
                  </a:lnTo>
                  <a:lnTo>
                    <a:pt x="109601" y="232511"/>
                  </a:lnTo>
                  <a:lnTo>
                    <a:pt x="109982" y="231190"/>
                  </a:lnTo>
                  <a:close/>
                </a:path>
                <a:path w="272414" h="391159">
                  <a:moveTo>
                    <a:pt x="111798" y="246011"/>
                  </a:moveTo>
                  <a:lnTo>
                    <a:pt x="110363" y="245402"/>
                  </a:lnTo>
                  <a:lnTo>
                    <a:pt x="108127" y="245745"/>
                  </a:lnTo>
                  <a:lnTo>
                    <a:pt x="107403" y="246126"/>
                  </a:lnTo>
                  <a:lnTo>
                    <a:pt x="103860" y="249224"/>
                  </a:lnTo>
                  <a:lnTo>
                    <a:pt x="108127" y="253365"/>
                  </a:lnTo>
                  <a:lnTo>
                    <a:pt x="110274" y="250710"/>
                  </a:lnTo>
                  <a:lnTo>
                    <a:pt x="111175" y="249593"/>
                  </a:lnTo>
                  <a:lnTo>
                    <a:pt x="111480" y="248754"/>
                  </a:lnTo>
                  <a:lnTo>
                    <a:pt x="111798" y="246011"/>
                  </a:lnTo>
                  <a:close/>
                </a:path>
                <a:path w="272414" h="391159">
                  <a:moveTo>
                    <a:pt x="114795" y="77558"/>
                  </a:moveTo>
                  <a:lnTo>
                    <a:pt x="113055" y="73494"/>
                  </a:lnTo>
                  <a:lnTo>
                    <a:pt x="108610" y="72021"/>
                  </a:lnTo>
                  <a:lnTo>
                    <a:pt x="106997" y="71856"/>
                  </a:lnTo>
                  <a:lnTo>
                    <a:pt x="102108" y="71564"/>
                  </a:lnTo>
                  <a:lnTo>
                    <a:pt x="99695" y="74498"/>
                  </a:lnTo>
                  <a:lnTo>
                    <a:pt x="99644" y="77482"/>
                  </a:lnTo>
                  <a:lnTo>
                    <a:pt x="98920" y="78689"/>
                  </a:lnTo>
                  <a:lnTo>
                    <a:pt x="99326" y="80518"/>
                  </a:lnTo>
                  <a:lnTo>
                    <a:pt x="100850" y="80949"/>
                  </a:lnTo>
                  <a:lnTo>
                    <a:pt x="102539" y="83058"/>
                  </a:lnTo>
                  <a:lnTo>
                    <a:pt x="105587" y="83591"/>
                  </a:lnTo>
                  <a:lnTo>
                    <a:pt x="109664" y="81661"/>
                  </a:lnTo>
                  <a:lnTo>
                    <a:pt x="110871" y="80835"/>
                  </a:lnTo>
                  <a:lnTo>
                    <a:pt x="114795" y="77558"/>
                  </a:lnTo>
                  <a:close/>
                </a:path>
                <a:path w="272414" h="391159">
                  <a:moveTo>
                    <a:pt x="118491" y="116319"/>
                  </a:moveTo>
                  <a:lnTo>
                    <a:pt x="117335" y="112572"/>
                  </a:lnTo>
                  <a:lnTo>
                    <a:pt x="117119" y="111899"/>
                  </a:lnTo>
                  <a:lnTo>
                    <a:pt x="116967" y="111480"/>
                  </a:lnTo>
                  <a:lnTo>
                    <a:pt x="115785" y="109816"/>
                  </a:lnTo>
                  <a:lnTo>
                    <a:pt x="114414" y="109816"/>
                  </a:lnTo>
                  <a:lnTo>
                    <a:pt x="113233" y="111480"/>
                  </a:lnTo>
                  <a:lnTo>
                    <a:pt x="113068" y="111899"/>
                  </a:lnTo>
                  <a:lnTo>
                    <a:pt x="111709" y="116306"/>
                  </a:lnTo>
                  <a:lnTo>
                    <a:pt x="118491" y="116319"/>
                  </a:lnTo>
                  <a:close/>
                </a:path>
                <a:path w="272414" h="391159">
                  <a:moveTo>
                    <a:pt x="124714" y="75730"/>
                  </a:moveTo>
                  <a:lnTo>
                    <a:pt x="120586" y="75730"/>
                  </a:lnTo>
                  <a:lnTo>
                    <a:pt x="121653" y="77914"/>
                  </a:lnTo>
                  <a:lnTo>
                    <a:pt x="121742" y="78092"/>
                  </a:lnTo>
                  <a:lnTo>
                    <a:pt x="121831" y="78282"/>
                  </a:lnTo>
                  <a:lnTo>
                    <a:pt x="121920" y="78473"/>
                  </a:lnTo>
                  <a:lnTo>
                    <a:pt x="122199" y="79032"/>
                  </a:lnTo>
                  <a:lnTo>
                    <a:pt x="123101" y="79032"/>
                  </a:lnTo>
                  <a:lnTo>
                    <a:pt x="123469" y="78282"/>
                  </a:lnTo>
                  <a:lnTo>
                    <a:pt x="123558" y="78092"/>
                  </a:lnTo>
                  <a:lnTo>
                    <a:pt x="123647" y="77914"/>
                  </a:lnTo>
                  <a:lnTo>
                    <a:pt x="124714" y="75730"/>
                  </a:lnTo>
                  <a:close/>
                </a:path>
                <a:path w="272414" h="391159">
                  <a:moveTo>
                    <a:pt x="127965" y="88722"/>
                  </a:moveTo>
                  <a:lnTo>
                    <a:pt x="120357" y="88722"/>
                  </a:lnTo>
                  <a:lnTo>
                    <a:pt x="120357" y="94627"/>
                  </a:lnTo>
                  <a:lnTo>
                    <a:pt x="124155" y="94627"/>
                  </a:lnTo>
                  <a:lnTo>
                    <a:pt x="127965" y="94627"/>
                  </a:lnTo>
                  <a:lnTo>
                    <a:pt x="127965" y="88722"/>
                  </a:lnTo>
                  <a:close/>
                </a:path>
                <a:path w="272414" h="391159">
                  <a:moveTo>
                    <a:pt x="130924" y="235991"/>
                  </a:moveTo>
                  <a:lnTo>
                    <a:pt x="129476" y="235991"/>
                  </a:lnTo>
                  <a:lnTo>
                    <a:pt x="129476" y="237121"/>
                  </a:lnTo>
                  <a:lnTo>
                    <a:pt x="130200" y="237121"/>
                  </a:lnTo>
                  <a:lnTo>
                    <a:pt x="130924" y="237121"/>
                  </a:lnTo>
                  <a:lnTo>
                    <a:pt x="130924" y="235991"/>
                  </a:lnTo>
                  <a:close/>
                </a:path>
                <a:path w="272414" h="391159">
                  <a:moveTo>
                    <a:pt x="134391" y="252412"/>
                  </a:moveTo>
                  <a:lnTo>
                    <a:pt x="133375" y="251079"/>
                  </a:lnTo>
                  <a:lnTo>
                    <a:pt x="131229" y="250405"/>
                  </a:lnTo>
                  <a:lnTo>
                    <a:pt x="130441" y="250507"/>
                  </a:lnTo>
                  <a:lnTo>
                    <a:pt x="124828" y="251612"/>
                  </a:lnTo>
                  <a:lnTo>
                    <a:pt x="128054" y="259473"/>
                  </a:lnTo>
                  <a:lnTo>
                    <a:pt x="132359" y="255892"/>
                  </a:lnTo>
                  <a:lnTo>
                    <a:pt x="133184" y="255193"/>
                  </a:lnTo>
                  <a:lnTo>
                    <a:pt x="133515" y="254571"/>
                  </a:lnTo>
                  <a:lnTo>
                    <a:pt x="134391" y="252412"/>
                  </a:lnTo>
                  <a:close/>
                </a:path>
                <a:path w="272414" h="391159">
                  <a:moveTo>
                    <a:pt x="145669" y="85013"/>
                  </a:moveTo>
                  <a:lnTo>
                    <a:pt x="135890" y="85013"/>
                  </a:lnTo>
                  <a:lnTo>
                    <a:pt x="135890" y="92595"/>
                  </a:lnTo>
                  <a:lnTo>
                    <a:pt x="140779" y="92595"/>
                  </a:lnTo>
                  <a:lnTo>
                    <a:pt x="145656" y="92595"/>
                  </a:lnTo>
                  <a:lnTo>
                    <a:pt x="145669" y="85013"/>
                  </a:lnTo>
                  <a:close/>
                </a:path>
                <a:path w="272414" h="391159">
                  <a:moveTo>
                    <a:pt x="148374" y="116763"/>
                  </a:moveTo>
                  <a:lnTo>
                    <a:pt x="147586" y="114211"/>
                  </a:lnTo>
                  <a:lnTo>
                    <a:pt x="147523" y="113982"/>
                  </a:lnTo>
                  <a:lnTo>
                    <a:pt x="147447" y="113766"/>
                  </a:lnTo>
                  <a:lnTo>
                    <a:pt x="147383" y="113550"/>
                  </a:lnTo>
                  <a:lnTo>
                    <a:pt x="146977" y="112242"/>
                  </a:lnTo>
                  <a:lnTo>
                    <a:pt x="145135" y="112242"/>
                  </a:lnTo>
                  <a:lnTo>
                    <a:pt x="144678" y="113766"/>
                  </a:lnTo>
                  <a:lnTo>
                    <a:pt x="144602" y="113982"/>
                  </a:lnTo>
                  <a:lnTo>
                    <a:pt x="143751" y="116751"/>
                  </a:lnTo>
                  <a:lnTo>
                    <a:pt x="148374" y="116763"/>
                  </a:lnTo>
                  <a:close/>
                </a:path>
                <a:path w="272414" h="391159">
                  <a:moveTo>
                    <a:pt x="150863" y="61760"/>
                  </a:moveTo>
                  <a:lnTo>
                    <a:pt x="150685" y="60820"/>
                  </a:lnTo>
                  <a:lnTo>
                    <a:pt x="150063" y="58356"/>
                  </a:lnTo>
                  <a:lnTo>
                    <a:pt x="148361" y="57467"/>
                  </a:lnTo>
                  <a:lnTo>
                    <a:pt x="145986" y="59270"/>
                  </a:lnTo>
                  <a:lnTo>
                    <a:pt x="145288" y="59918"/>
                  </a:lnTo>
                  <a:lnTo>
                    <a:pt x="143446" y="65062"/>
                  </a:lnTo>
                  <a:lnTo>
                    <a:pt x="149186" y="66636"/>
                  </a:lnTo>
                  <a:lnTo>
                    <a:pt x="150418" y="63055"/>
                  </a:lnTo>
                  <a:lnTo>
                    <a:pt x="150863" y="61760"/>
                  </a:lnTo>
                  <a:close/>
                </a:path>
                <a:path w="272414" h="391159">
                  <a:moveTo>
                    <a:pt x="153911" y="101485"/>
                  </a:moveTo>
                  <a:lnTo>
                    <a:pt x="153619" y="101485"/>
                  </a:lnTo>
                  <a:lnTo>
                    <a:pt x="153327" y="101485"/>
                  </a:lnTo>
                  <a:lnTo>
                    <a:pt x="153327" y="101942"/>
                  </a:lnTo>
                  <a:lnTo>
                    <a:pt x="153911" y="101942"/>
                  </a:lnTo>
                  <a:lnTo>
                    <a:pt x="153911" y="101485"/>
                  </a:lnTo>
                  <a:close/>
                </a:path>
                <a:path w="272414" h="391159">
                  <a:moveTo>
                    <a:pt x="172834" y="39903"/>
                  </a:moveTo>
                  <a:lnTo>
                    <a:pt x="170649" y="39903"/>
                  </a:lnTo>
                  <a:lnTo>
                    <a:pt x="170649" y="41592"/>
                  </a:lnTo>
                  <a:lnTo>
                    <a:pt x="171742" y="41592"/>
                  </a:lnTo>
                  <a:lnTo>
                    <a:pt x="172834" y="41592"/>
                  </a:lnTo>
                  <a:lnTo>
                    <a:pt x="172834" y="39903"/>
                  </a:lnTo>
                  <a:close/>
                </a:path>
                <a:path w="272414" h="391159">
                  <a:moveTo>
                    <a:pt x="188328" y="34975"/>
                  </a:moveTo>
                  <a:lnTo>
                    <a:pt x="186042" y="32893"/>
                  </a:lnTo>
                  <a:lnTo>
                    <a:pt x="183375" y="34429"/>
                  </a:lnTo>
                  <a:lnTo>
                    <a:pt x="182562" y="34988"/>
                  </a:lnTo>
                  <a:lnTo>
                    <a:pt x="178511" y="38023"/>
                  </a:lnTo>
                  <a:lnTo>
                    <a:pt x="182626" y="42519"/>
                  </a:lnTo>
                  <a:lnTo>
                    <a:pt x="184937" y="39751"/>
                  </a:lnTo>
                  <a:lnTo>
                    <a:pt x="186486" y="37846"/>
                  </a:lnTo>
                  <a:lnTo>
                    <a:pt x="188328" y="34975"/>
                  </a:lnTo>
                  <a:close/>
                </a:path>
                <a:path w="272414" h="391159">
                  <a:moveTo>
                    <a:pt x="196202" y="37655"/>
                  </a:moveTo>
                  <a:lnTo>
                    <a:pt x="195910" y="37655"/>
                  </a:lnTo>
                  <a:lnTo>
                    <a:pt x="195618" y="37655"/>
                  </a:lnTo>
                  <a:lnTo>
                    <a:pt x="195618" y="38112"/>
                  </a:lnTo>
                  <a:lnTo>
                    <a:pt x="196202" y="38112"/>
                  </a:lnTo>
                  <a:lnTo>
                    <a:pt x="196202" y="37655"/>
                  </a:lnTo>
                  <a:close/>
                </a:path>
                <a:path w="272414" h="391159">
                  <a:moveTo>
                    <a:pt x="215303" y="21247"/>
                  </a:moveTo>
                  <a:lnTo>
                    <a:pt x="209626" y="12001"/>
                  </a:lnTo>
                  <a:lnTo>
                    <a:pt x="200571" y="15773"/>
                  </a:lnTo>
                  <a:lnTo>
                    <a:pt x="201320" y="23901"/>
                  </a:lnTo>
                  <a:lnTo>
                    <a:pt x="203022" y="26009"/>
                  </a:lnTo>
                  <a:lnTo>
                    <a:pt x="205727" y="26022"/>
                  </a:lnTo>
                  <a:lnTo>
                    <a:pt x="209588" y="26060"/>
                  </a:lnTo>
                  <a:lnTo>
                    <a:pt x="215303" y="21247"/>
                  </a:lnTo>
                  <a:close/>
                </a:path>
                <a:path w="272414" h="391159">
                  <a:moveTo>
                    <a:pt x="238709" y="12179"/>
                  </a:moveTo>
                  <a:lnTo>
                    <a:pt x="231648" y="12179"/>
                  </a:lnTo>
                  <a:lnTo>
                    <a:pt x="231648" y="17665"/>
                  </a:lnTo>
                  <a:lnTo>
                    <a:pt x="235178" y="17665"/>
                  </a:lnTo>
                  <a:lnTo>
                    <a:pt x="238709" y="17665"/>
                  </a:lnTo>
                  <a:lnTo>
                    <a:pt x="238709" y="12179"/>
                  </a:lnTo>
                  <a:close/>
                </a:path>
                <a:path w="272414" h="391159">
                  <a:moveTo>
                    <a:pt x="248285" y="7772"/>
                  </a:moveTo>
                  <a:lnTo>
                    <a:pt x="247243" y="7632"/>
                  </a:lnTo>
                  <a:lnTo>
                    <a:pt x="247002" y="7594"/>
                  </a:lnTo>
                  <a:lnTo>
                    <a:pt x="245224" y="7353"/>
                  </a:lnTo>
                  <a:lnTo>
                    <a:pt x="245224" y="9613"/>
                  </a:lnTo>
                  <a:lnTo>
                    <a:pt x="246761" y="9385"/>
                  </a:lnTo>
                  <a:lnTo>
                    <a:pt x="247002" y="9359"/>
                  </a:lnTo>
                  <a:lnTo>
                    <a:pt x="247243" y="9321"/>
                  </a:lnTo>
                  <a:lnTo>
                    <a:pt x="248285" y="9169"/>
                  </a:lnTo>
                  <a:lnTo>
                    <a:pt x="248285" y="7772"/>
                  </a:lnTo>
                  <a:close/>
                </a:path>
                <a:path w="272414" h="391159">
                  <a:moveTo>
                    <a:pt x="262661" y="50571"/>
                  </a:moveTo>
                  <a:lnTo>
                    <a:pt x="262369" y="50571"/>
                  </a:lnTo>
                  <a:lnTo>
                    <a:pt x="262077" y="50571"/>
                  </a:lnTo>
                  <a:lnTo>
                    <a:pt x="262077" y="51015"/>
                  </a:lnTo>
                  <a:lnTo>
                    <a:pt x="262661" y="51015"/>
                  </a:lnTo>
                  <a:lnTo>
                    <a:pt x="262661" y="50571"/>
                  </a:lnTo>
                  <a:close/>
                </a:path>
                <a:path w="272414" h="391159">
                  <a:moveTo>
                    <a:pt x="263906" y="2755"/>
                  </a:moveTo>
                  <a:lnTo>
                    <a:pt x="261086" y="0"/>
                  </a:lnTo>
                  <a:lnTo>
                    <a:pt x="258216" y="1155"/>
                  </a:lnTo>
                  <a:lnTo>
                    <a:pt x="258216" y="5753"/>
                  </a:lnTo>
                  <a:lnTo>
                    <a:pt x="261086" y="6908"/>
                  </a:lnTo>
                  <a:lnTo>
                    <a:pt x="262712" y="5321"/>
                  </a:lnTo>
                  <a:lnTo>
                    <a:pt x="263093" y="4940"/>
                  </a:lnTo>
                  <a:lnTo>
                    <a:pt x="263906" y="4152"/>
                  </a:lnTo>
                  <a:lnTo>
                    <a:pt x="263906" y="2755"/>
                  </a:lnTo>
                  <a:close/>
                </a:path>
                <a:path w="272414" h="391159">
                  <a:moveTo>
                    <a:pt x="266522" y="92544"/>
                  </a:moveTo>
                  <a:lnTo>
                    <a:pt x="264236" y="92544"/>
                  </a:lnTo>
                  <a:lnTo>
                    <a:pt x="264477" y="94081"/>
                  </a:lnTo>
                  <a:lnTo>
                    <a:pt x="264528" y="94538"/>
                  </a:lnTo>
                  <a:lnTo>
                    <a:pt x="264579" y="94767"/>
                  </a:lnTo>
                  <a:lnTo>
                    <a:pt x="264693" y="95580"/>
                  </a:lnTo>
                  <a:lnTo>
                    <a:pt x="266077" y="95580"/>
                  </a:lnTo>
                  <a:lnTo>
                    <a:pt x="266230" y="94538"/>
                  </a:lnTo>
                  <a:lnTo>
                    <a:pt x="266268" y="94310"/>
                  </a:lnTo>
                  <a:lnTo>
                    <a:pt x="266522" y="92544"/>
                  </a:lnTo>
                  <a:close/>
                </a:path>
                <a:path w="272414" h="391159">
                  <a:moveTo>
                    <a:pt x="267563" y="87845"/>
                  </a:moveTo>
                  <a:lnTo>
                    <a:pt x="266446" y="87680"/>
                  </a:lnTo>
                  <a:lnTo>
                    <a:pt x="265963" y="87630"/>
                  </a:lnTo>
                  <a:lnTo>
                    <a:pt x="265722" y="87579"/>
                  </a:lnTo>
                  <a:lnTo>
                    <a:pt x="263690" y="87299"/>
                  </a:lnTo>
                  <a:lnTo>
                    <a:pt x="263664" y="90309"/>
                  </a:lnTo>
                  <a:lnTo>
                    <a:pt x="267563" y="89776"/>
                  </a:lnTo>
                  <a:lnTo>
                    <a:pt x="267563" y="87845"/>
                  </a:lnTo>
                  <a:close/>
                </a:path>
                <a:path w="272414" h="391159">
                  <a:moveTo>
                    <a:pt x="271589" y="119202"/>
                  </a:moveTo>
                  <a:lnTo>
                    <a:pt x="271335" y="118427"/>
                  </a:lnTo>
                  <a:lnTo>
                    <a:pt x="270332" y="116141"/>
                  </a:lnTo>
                  <a:lnTo>
                    <a:pt x="268744" y="115849"/>
                  </a:lnTo>
                  <a:lnTo>
                    <a:pt x="266395" y="116243"/>
                  </a:lnTo>
                  <a:lnTo>
                    <a:pt x="262636" y="119367"/>
                  </a:lnTo>
                  <a:lnTo>
                    <a:pt x="263740" y="122910"/>
                  </a:lnTo>
                  <a:lnTo>
                    <a:pt x="266065" y="123888"/>
                  </a:lnTo>
                  <a:lnTo>
                    <a:pt x="268795" y="125044"/>
                  </a:lnTo>
                  <a:lnTo>
                    <a:pt x="271170" y="123024"/>
                  </a:lnTo>
                  <a:lnTo>
                    <a:pt x="271589" y="119202"/>
                  </a:lnTo>
                  <a:close/>
                </a:path>
                <a:path w="272414" h="391159">
                  <a:moveTo>
                    <a:pt x="272402" y="112903"/>
                  </a:moveTo>
                  <a:lnTo>
                    <a:pt x="271957" y="112903"/>
                  </a:lnTo>
                  <a:lnTo>
                    <a:pt x="271957" y="114198"/>
                  </a:lnTo>
                  <a:lnTo>
                    <a:pt x="272402" y="114198"/>
                  </a:lnTo>
                  <a:lnTo>
                    <a:pt x="272402" y="113195"/>
                  </a:lnTo>
                  <a:lnTo>
                    <a:pt x="272402" y="112903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007525" y="7616818"/>
              <a:ext cx="559435" cy="492759"/>
            </a:xfrm>
            <a:custGeom>
              <a:avLst/>
              <a:gdLst/>
              <a:ahLst/>
              <a:cxnLst/>
              <a:rect l="l" t="t" r="r" b="b"/>
              <a:pathLst>
                <a:path w="559435" h="492759">
                  <a:moveTo>
                    <a:pt x="13766" y="476478"/>
                  </a:moveTo>
                  <a:lnTo>
                    <a:pt x="10210" y="473316"/>
                  </a:lnTo>
                  <a:lnTo>
                    <a:pt x="6096" y="474230"/>
                  </a:lnTo>
                  <a:lnTo>
                    <a:pt x="2171" y="475119"/>
                  </a:lnTo>
                  <a:lnTo>
                    <a:pt x="1079" y="480352"/>
                  </a:lnTo>
                  <a:lnTo>
                    <a:pt x="6578" y="485863"/>
                  </a:lnTo>
                  <a:lnTo>
                    <a:pt x="11518" y="484543"/>
                  </a:lnTo>
                  <a:lnTo>
                    <a:pt x="13766" y="476478"/>
                  </a:lnTo>
                  <a:close/>
                </a:path>
                <a:path w="559435" h="492759">
                  <a:moveTo>
                    <a:pt x="14287" y="492429"/>
                  </a:moveTo>
                  <a:lnTo>
                    <a:pt x="13411" y="491388"/>
                  </a:lnTo>
                  <a:lnTo>
                    <a:pt x="12357" y="490867"/>
                  </a:lnTo>
                  <a:lnTo>
                    <a:pt x="12179" y="490791"/>
                  </a:lnTo>
                  <a:lnTo>
                    <a:pt x="10795" y="490867"/>
                  </a:lnTo>
                  <a:lnTo>
                    <a:pt x="11087" y="490778"/>
                  </a:lnTo>
                  <a:lnTo>
                    <a:pt x="12877" y="490689"/>
                  </a:lnTo>
                  <a:lnTo>
                    <a:pt x="9817" y="490677"/>
                  </a:lnTo>
                  <a:lnTo>
                    <a:pt x="9525" y="490639"/>
                  </a:lnTo>
                  <a:lnTo>
                    <a:pt x="9220" y="490588"/>
                  </a:lnTo>
                  <a:lnTo>
                    <a:pt x="8623" y="490562"/>
                  </a:lnTo>
                  <a:lnTo>
                    <a:pt x="8039" y="490639"/>
                  </a:lnTo>
                  <a:lnTo>
                    <a:pt x="7543" y="490042"/>
                  </a:lnTo>
                  <a:lnTo>
                    <a:pt x="6819" y="489623"/>
                  </a:lnTo>
                  <a:lnTo>
                    <a:pt x="4102" y="489839"/>
                  </a:lnTo>
                  <a:lnTo>
                    <a:pt x="2844" y="490169"/>
                  </a:lnTo>
                  <a:lnTo>
                    <a:pt x="660" y="491604"/>
                  </a:lnTo>
                  <a:lnTo>
                    <a:pt x="292" y="492010"/>
                  </a:lnTo>
                  <a:lnTo>
                    <a:pt x="0" y="492429"/>
                  </a:lnTo>
                  <a:lnTo>
                    <a:pt x="14287" y="492429"/>
                  </a:lnTo>
                  <a:close/>
                </a:path>
                <a:path w="559435" h="492759">
                  <a:moveTo>
                    <a:pt x="25425" y="429602"/>
                  </a:moveTo>
                  <a:lnTo>
                    <a:pt x="13754" y="429602"/>
                  </a:lnTo>
                  <a:lnTo>
                    <a:pt x="13741" y="438670"/>
                  </a:lnTo>
                  <a:lnTo>
                    <a:pt x="19583" y="438670"/>
                  </a:lnTo>
                  <a:lnTo>
                    <a:pt x="25412" y="438670"/>
                  </a:lnTo>
                  <a:lnTo>
                    <a:pt x="25425" y="429602"/>
                  </a:lnTo>
                  <a:close/>
                </a:path>
                <a:path w="559435" h="492759">
                  <a:moveTo>
                    <a:pt x="33020" y="442671"/>
                  </a:moveTo>
                  <a:lnTo>
                    <a:pt x="30162" y="442671"/>
                  </a:lnTo>
                  <a:lnTo>
                    <a:pt x="27305" y="442671"/>
                  </a:lnTo>
                  <a:lnTo>
                    <a:pt x="27305" y="447103"/>
                  </a:lnTo>
                  <a:lnTo>
                    <a:pt x="33007" y="447103"/>
                  </a:lnTo>
                  <a:lnTo>
                    <a:pt x="33020" y="442671"/>
                  </a:lnTo>
                  <a:close/>
                </a:path>
                <a:path w="559435" h="492759">
                  <a:moveTo>
                    <a:pt x="34963" y="472401"/>
                  </a:moveTo>
                  <a:lnTo>
                    <a:pt x="27889" y="472401"/>
                  </a:lnTo>
                  <a:lnTo>
                    <a:pt x="20828" y="472401"/>
                  </a:lnTo>
                  <a:lnTo>
                    <a:pt x="20828" y="483362"/>
                  </a:lnTo>
                  <a:lnTo>
                    <a:pt x="34950" y="483362"/>
                  </a:lnTo>
                  <a:lnTo>
                    <a:pt x="34963" y="472401"/>
                  </a:lnTo>
                  <a:close/>
                </a:path>
                <a:path w="559435" h="492759">
                  <a:moveTo>
                    <a:pt x="62547" y="483730"/>
                  </a:moveTo>
                  <a:lnTo>
                    <a:pt x="62153" y="479602"/>
                  </a:lnTo>
                  <a:lnTo>
                    <a:pt x="60134" y="477545"/>
                  </a:lnTo>
                  <a:lnTo>
                    <a:pt x="57492" y="477926"/>
                  </a:lnTo>
                  <a:lnTo>
                    <a:pt x="53606" y="476986"/>
                  </a:lnTo>
                  <a:lnTo>
                    <a:pt x="49593" y="479806"/>
                  </a:lnTo>
                  <a:lnTo>
                    <a:pt x="49771" y="483908"/>
                  </a:lnTo>
                  <a:lnTo>
                    <a:pt x="48006" y="483577"/>
                  </a:lnTo>
                  <a:lnTo>
                    <a:pt x="46520" y="484035"/>
                  </a:lnTo>
                  <a:lnTo>
                    <a:pt x="42189" y="486371"/>
                  </a:lnTo>
                  <a:lnTo>
                    <a:pt x="41757" y="490067"/>
                  </a:lnTo>
                  <a:lnTo>
                    <a:pt x="43510" y="492429"/>
                  </a:lnTo>
                  <a:lnTo>
                    <a:pt x="51625" y="492429"/>
                  </a:lnTo>
                  <a:lnTo>
                    <a:pt x="51879" y="492137"/>
                  </a:lnTo>
                  <a:lnTo>
                    <a:pt x="52578" y="490994"/>
                  </a:lnTo>
                  <a:lnTo>
                    <a:pt x="52933" y="490054"/>
                  </a:lnTo>
                  <a:lnTo>
                    <a:pt x="53060" y="489077"/>
                  </a:lnTo>
                  <a:lnTo>
                    <a:pt x="53809" y="489458"/>
                  </a:lnTo>
                  <a:lnTo>
                    <a:pt x="57073" y="490359"/>
                  </a:lnTo>
                  <a:lnTo>
                    <a:pt x="59474" y="488962"/>
                  </a:lnTo>
                  <a:lnTo>
                    <a:pt x="62064" y="485508"/>
                  </a:lnTo>
                  <a:lnTo>
                    <a:pt x="62547" y="483730"/>
                  </a:lnTo>
                  <a:close/>
                </a:path>
                <a:path w="559435" h="492759">
                  <a:moveTo>
                    <a:pt x="76314" y="444474"/>
                  </a:moveTo>
                  <a:lnTo>
                    <a:pt x="75692" y="443357"/>
                  </a:lnTo>
                  <a:lnTo>
                    <a:pt x="74917" y="443852"/>
                  </a:lnTo>
                  <a:lnTo>
                    <a:pt x="73761" y="441312"/>
                  </a:lnTo>
                  <a:lnTo>
                    <a:pt x="71285" y="439280"/>
                  </a:lnTo>
                  <a:lnTo>
                    <a:pt x="68414" y="439254"/>
                  </a:lnTo>
                  <a:lnTo>
                    <a:pt x="67589" y="439026"/>
                  </a:lnTo>
                  <a:lnTo>
                    <a:pt x="66751" y="438886"/>
                  </a:lnTo>
                  <a:lnTo>
                    <a:pt x="65379" y="438962"/>
                  </a:lnTo>
                  <a:lnTo>
                    <a:pt x="64325" y="439178"/>
                  </a:lnTo>
                  <a:lnTo>
                    <a:pt x="64770" y="438848"/>
                  </a:lnTo>
                  <a:lnTo>
                    <a:pt x="65151" y="438404"/>
                  </a:lnTo>
                  <a:lnTo>
                    <a:pt x="66078" y="435749"/>
                  </a:lnTo>
                  <a:lnTo>
                    <a:pt x="65913" y="433387"/>
                  </a:lnTo>
                  <a:lnTo>
                    <a:pt x="66179" y="428320"/>
                  </a:lnTo>
                  <a:lnTo>
                    <a:pt x="61455" y="427647"/>
                  </a:lnTo>
                  <a:lnTo>
                    <a:pt x="60413" y="432625"/>
                  </a:lnTo>
                  <a:lnTo>
                    <a:pt x="59626" y="434886"/>
                  </a:lnTo>
                  <a:lnTo>
                    <a:pt x="59918" y="438746"/>
                  </a:lnTo>
                  <a:lnTo>
                    <a:pt x="61226" y="439686"/>
                  </a:lnTo>
                  <a:lnTo>
                    <a:pt x="62572" y="439737"/>
                  </a:lnTo>
                  <a:lnTo>
                    <a:pt x="60985" y="440385"/>
                  </a:lnTo>
                  <a:lnTo>
                    <a:pt x="59550" y="441401"/>
                  </a:lnTo>
                  <a:lnTo>
                    <a:pt x="57365" y="446481"/>
                  </a:lnTo>
                  <a:lnTo>
                    <a:pt x="57150" y="449541"/>
                  </a:lnTo>
                  <a:lnTo>
                    <a:pt x="61226" y="454837"/>
                  </a:lnTo>
                  <a:lnTo>
                    <a:pt x="64693" y="456196"/>
                  </a:lnTo>
                  <a:lnTo>
                    <a:pt x="67792" y="455244"/>
                  </a:lnTo>
                  <a:lnTo>
                    <a:pt x="73723" y="453415"/>
                  </a:lnTo>
                  <a:lnTo>
                    <a:pt x="76111" y="449897"/>
                  </a:lnTo>
                  <a:lnTo>
                    <a:pt x="75565" y="445846"/>
                  </a:lnTo>
                  <a:lnTo>
                    <a:pt x="75463" y="445528"/>
                  </a:lnTo>
                  <a:lnTo>
                    <a:pt x="76314" y="444474"/>
                  </a:lnTo>
                  <a:close/>
                </a:path>
                <a:path w="559435" h="492759">
                  <a:moveTo>
                    <a:pt x="76657" y="382816"/>
                  </a:moveTo>
                  <a:lnTo>
                    <a:pt x="68237" y="382816"/>
                  </a:lnTo>
                  <a:lnTo>
                    <a:pt x="68237" y="389343"/>
                  </a:lnTo>
                  <a:lnTo>
                    <a:pt x="72453" y="389343"/>
                  </a:lnTo>
                  <a:lnTo>
                    <a:pt x="76657" y="389343"/>
                  </a:lnTo>
                  <a:lnTo>
                    <a:pt x="76657" y="382816"/>
                  </a:lnTo>
                  <a:close/>
                </a:path>
                <a:path w="559435" h="492759">
                  <a:moveTo>
                    <a:pt x="79857" y="470852"/>
                  </a:moveTo>
                  <a:lnTo>
                    <a:pt x="79019" y="470115"/>
                  </a:lnTo>
                  <a:lnTo>
                    <a:pt x="78181" y="470306"/>
                  </a:lnTo>
                  <a:lnTo>
                    <a:pt x="73863" y="471322"/>
                  </a:lnTo>
                  <a:lnTo>
                    <a:pt x="78333" y="476173"/>
                  </a:lnTo>
                  <a:lnTo>
                    <a:pt x="79362" y="472592"/>
                  </a:lnTo>
                  <a:lnTo>
                    <a:pt x="79857" y="470852"/>
                  </a:lnTo>
                  <a:close/>
                </a:path>
                <a:path w="559435" h="492759">
                  <a:moveTo>
                    <a:pt x="84823" y="485546"/>
                  </a:moveTo>
                  <a:lnTo>
                    <a:pt x="84239" y="485546"/>
                  </a:lnTo>
                  <a:lnTo>
                    <a:pt x="84239" y="486003"/>
                  </a:lnTo>
                  <a:lnTo>
                    <a:pt x="84531" y="486003"/>
                  </a:lnTo>
                  <a:lnTo>
                    <a:pt x="84823" y="486003"/>
                  </a:lnTo>
                  <a:lnTo>
                    <a:pt x="84823" y="485546"/>
                  </a:lnTo>
                  <a:close/>
                </a:path>
                <a:path w="559435" h="492759">
                  <a:moveTo>
                    <a:pt x="102196" y="483400"/>
                  </a:moveTo>
                  <a:lnTo>
                    <a:pt x="101904" y="483400"/>
                  </a:lnTo>
                  <a:lnTo>
                    <a:pt x="101612" y="483400"/>
                  </a:lnTo>
                  <a:lnTo>
                    <a:pt x="101612" y="483844"/>
                  </a:lnTo>
                  <a:lnTo>
                    <a:pt x="102196" y="483844"/>
                  </a:lnTo>
                  <a:lnTo>
                    <a:pt x="102196" y="483400"/>
                  </a:lnTo>
                  <a:close/>
                </a:path>
                <a:path w="559435" h="492759">
                  <a:moveTo>
                    <a:pt x="102666" y="451815"/>
                  </a:moveTo>
                  <a:lnTo>
                    <a:pt x="102654" y="449605"/>
                  </a:lnTo>
                  <a:lnTo>
                    <a:pt x="102527" y="444093"/>
                  </a:lnTo>
                  <a:lnTo>
                    <a:pt x="98653" y="442214"/>
                  </a:lnTo>
                  <a:lnTo>
                    <a:pt x="94805" y="446328"/>
                  </a:lnTo>
                  <a:lnTo>
                    <a:pt x="93256" y="447941"/>
                  </a:lnTo>
                  <a:lnTo>
                    <a:pt x="90982" y="453059"/>
                  </a:lnTo>
                  <a:lnTo>
                    <a:pt x="91617" y="456336"/>
                  </a:lnTo>
                  <a:lnTo>
                    <a:pt x="97751" y="458914"/>
                  </a:lnTo>
                  <a:lnTo>
                    <a:pt x="100926" y="457263"/>
                  </a:lnTo>
                  <a:lnTo>
                    <a:pt x="101892" y="454253"/>
                  </a:lnTo>
                  <a:lnTo>
                    <a:pt x="102666" y="451815"/>
                  </a:lnTo>
                  <a:close/>
                </a:path>
                <a:path w="559435" h="492759">
                  <a:moveTo>
                    <a:pt x="102946" y="476224"/>
                  </a:moveTo>
                  <a:lnTo>
                    <a:pt x="102362" y="476224"/>
                  </a:lnTo>
                  <a:lnTo>
                    <a:pt x="102362" y="476669"/>
                  </a:lnTo>
                  <a:lnTo>
                    <a:pt x="102654" y="476669"/>
                  </a:lnTo>
                  <a:lnTo>
                    <a:pt x="102946" y="476669"/>
                  </a:lnTo>
                  <a:lnTo>
                    <a:pt x="102946" y="476224"/>
                  </a:lnTo>
                  <a:close/>
                </a:path>
                <a:path w="559435" h="492759">
                  <a:moveTo>
                    <a:pt x="112610" y="481330"/>
                  </a:moveTo>
                  <a:lnTo>
                    <a:pt x="112229" y="481749"/>
                  </a:lnTo>
                  <a:lnTo>
                    <a:pt x="112509" y="481457"/>
                  </a:lnTo>
                  <a:lnTo>
                    <a:pt x="112610" y="481330"/>
                  </a:lnTo>
                  <a:close/>
                </a:path>
                <a:path w="559435" h="492759">
                  <a:moveTo>
                    <a:pt x="118973" y="366090"/>
                  </a:moveTo>
                  <a:lnTo>
                    <a:pt x="114427" y="365785"/>
                  </a:lnTo>
                  <a:lnTo>
                    <a:pt x="112763" y="367982"/>
                  </a:lnTo>
                  <a:lnTo>
                    <a:pt x="109880" y="371792"/>
                  </a:lnTo>
                  <a:lnTo>
                    <a:pt x="111506" y="374777"/>
                  </a:lnTo>
                  <a:lnTo>
                    <a:pt x="116166" y="376059"/>
                  </a:lnTo>
                  <a:lnTo>
                    <a:pt x="118249" y="374129"/>
                  </a:lnTo>
                  <a:lnTo>
                    <a:pt x="118973" y="366090"/>
                  </a:lnTo>
                  <a:close/>
                </a:path>
                <a:path w="559435" h="492759">
                  <a:moveTo>
                    <a:pt x="120307" y="434454"/>
                  </a:moveTo>
                  <a:lnTo>
                    <a:pt x="117690" y="431711"/>
                  </a:lnTo>
                  <a:lnTo>
                    <a:pt x="114477" y="431444"/>
                  </a:lnTo>
                  <a:lnTo>
                    <a:pt x="114655" y="430072"/>
                  </a:lnTo>
                  <a:lnTo>
                    <a:pt x="113893" y="428561"/>
                  </a:lnTo>
                  <a:lnTo>
                    <a:pt x="109702" y="428561"/>
                  </a:lnTo>
                  <a:lnTo>
                    <a:pt x="109080" y="431266"/>
                  </a:lnTo>
                  <a:lnTo>
                    <a:pt x="110210" y="432727"/>
                  </a:lnTo>
                  <a:lnTo>
                    <a:pt x="108673" y="433895"/>
                  </a:lnTo>
                  <a:lnTo>
                    <a:pt x="107657" y="435711"/>
                  </a:lnTo>
                  <a:lnTo>
                    <a:pt x="107657" y="441159"/>
                  </a:lnTo>
                  <a:lnTo>
                    <a:pt x="110553" y="444042"/>
                  </a:lnTo>
                  <a:lnTo>
                    <a:pt x="113982" y="444042"/>
                  </a:lnTo>
                  <a:lnTo>
                    <a:pt x="117398" y="444042"/>
                  </a:lnTo>
                  <a:lnTo>
                    <a:pt x="120307" y="441134"/>
                  </a:lnTo>
                  <a:lnTo>
                    <a:pt x="120307" y="434454"/>
                  </a:lnTo>
                  <a:close/>
                </a:path>
                <a:path w="559435" h="492759">
                  <a:moveTo>
                    <a:pt x="120421" y="410349"/>
                  </a:moveTo>
                  <a:lnTo>
                    <a:pt x="119265" y="402297"/>
                  </a:lnTo>
                  <a:lnTo>
                    <a:pt x="115138" y="401548"/>
                  </a:lnTo>
                  <a:lnTo>
                    <a:pt x="112699" y="402742"/>
                  </a:lnTo>
                  <a:lnTo>
                    <a:pt x="108191" y="404952"/>
                  </a:lnTo>
                  <a:lnTo>
                    <a:pt x="108991" y="410921"/>
                  </a:lnTo>
                  <a:lnTo>
                    <a:pt x="117030" y="414159"/>
                  </a:lnTo>
                  <a:lnTo>
                    <a:pt x="120421" y="410349"/>
                  </a:lnTo>
                  <a:close/>
                </a:path>
                <a:path w="559435" h="492759">
                  <a:moveTo>
                    <a:pt x="123037" y="354558"/>
                  </a:moveTo>
                  <a:lnTo>
                    <a:pt x="121094" y="350583"/>
                  </a:lnTo>
                  <a:lnTo>
                    <a:pt x="120243" y="348856"/>
                  </a:lnTo>
                  <a:lnTo>
                    <a:pt x="118300" y="348856"/>
                  </a:lnTo>
                  <a:lnTo>
                    <a:pt x="115506" y="354558"/>
                  </a:lnTo>
                  <a:lnTo>
                    <a:pt x="123037" y="354558"/>
                  </a:lnTo>
                  <a:close/>
                </a:path>
                <a:path w="559435" h="492759">
                  <a:moveTo>
                    <a:pt x="131102" y="472973"/>
                  </a:moveTo>
                  <a:lnTo>
                    <a:pt x="128968" y="467169"/>
                  </a:lnTo>
                  <a:lnTo>
                    <a:pt x="124561" y="466788"/>
                  </a:lnTo>
                  <a:lnTo>
                    <a:pt x="122682" y="466636"/>
                  </a:lnTo>
                  <a:lnTo>
                    <a:pt x="121526" y="467423"/>
                  </a:lnTo>
                  <a:lnTo>
                    <a:pt x="118249" y="473087"/>
                  </a:lnTo>
                  <a:lnTo>
                    <a:pt x="122885" y="477786"/>
                  </a:lnTo>
                  <a:lnTo>
                    <a:pt x="131102" y="472973"/>
                  </a:lnTo>
                  <a:close/>
                </a:path>
                <a:path w="559435" h="492759">
                  <a:moveTo>
                    <a:pt x="148844" y="437426"/>
                  </a:moveTo>
                  <a:lnTo>
                    <a:pt x="146875" y="434949"/>
                  </a:lnTo>
                  <a:lnTo>
                    <a:pt x="144170" y="433857"/>
                  </a:lnTo>
                  <a:lnTo>
                    <a:pt x="143586" y="433730"/>
                  </a:lnTo>
                  <a:lnTo>
                    <a:pt x="143040" y="433666"/>
                  </a:lnTo>
                  <a:lnTo>
                    <a:pt x="143395" y="433412"/>
                  </a:lnTo>
                  <a:lnTo>
                    <a:pt x="143319" y="433070"/>
                  </a:lnTo>
                  <a:lnTo>
                    <a:pt x="142443" y="432968"/>
                  </a:lnTo>
                  <a:lnTo>
                    <a:pt x="142316" y="432841"/>
                  </a:lnTo>
                  <a:lnTo>
                    <a:pt x="143002" y="432689"/>
                  </a:lnTo>
                  <a:lnTo>
                    <a:pt x="143395" y="433082"/>
                  </a:lnTo>
                  <a:lnTo>
                    <a:pt x="143675" y="433336"/>
                  </a:lnTo>
                  <a:lnTo>
                    <a:pt x="143916" y="433070"/>
                  </a:lnTo>
                  <a:lnTo>
                    <a:pt x="144259" y="432689"/>
                  </a:lnTo>
                  <a:lnTo>
                    <a:pt x="144538" y="432384"/>
                  </a:lnTo>
                  <a:lnTo>
                    <a:pt x="143027" y="430466"/>
                  </a:lnTo>
                  <a:lnTo>
                    <a:pt x="140639" y="430898"/>
                  </a:lnTo>
                  <a:lnTo>
                    <a:pt x="140690" y="433171"/>
                  </a:lnTo>
                  <a:lnTo>
                    <a:pt x="140982" y="433527"/>
                  </a:lnTo>
                  <a:lnTo>
                    <a:pt x="141249" y="433730"/>
                  </a:lnTo>
                  <a:lnTo>
                    <a:pt x="140042" y="433946"/>
                  </a:lnTo>
                  <a:lnTo>
                    <a:pt x="138899" y="434517"/>
                  </a:lnTo>
                  <a:lnTo>
                    <a:pt x="133515" y="438937"/>
                  </a:lnTo>
                  <a:lnTo>
                    <a:pt x="135432" y="445008"/>
                  </a:lnTo>
                  <a:lnTo>
                    <a:pt x="143941" y="448589"/>
                  </a:lnTo>
                  <a:lnTo>
                    <a:pt x="148170" y="445211"/>
                  </a:lnTo>
                  <a:lnTo>
                    <a:pt x="148844" y="437426"/>
                  </a:lnTo>
                  <a:close/>
                </a:path>
                <a:path w="559435" h="492759">
                  <a:moveTo>
                    <a:pt x="150914" y="415671"/>
                  </a:moveTo>
                  <a:lnTo>
                    <a:pt x="149555" y="415671"/>
                  </a:lnTo>
                  <a:lnTo>
                    <a:pt x="149555" y="416725"/>
                  </a:lnTo>
                  <a:lnTo>
                    <a:pt x="150241" y="416725"/>
                  </a:lnTo>
                  <a:lnTo>
                    <a:pt x="150914" y="416725"/>
                  </a:lnTo>
                  <a:lnTo>
                    <a:pt x="150914" y="415671"/>
                  </a:lnTo>
                  <a:close/>
                </a:path>
                <a:path w="559435" h="492759">
                  <a:moveTo>
                    <a:pt x="154863" y="454761"/>
                  </a:moveTo>
                  <a:lnTo>
                    <a:pt x="150088" y="450011"/>
                  </a:lnTo>
                  <a:lnTo>
                    <a:pt x="149237" y="449783"/>
                  </a:lnTo>
                  <a:lnTo>
                    <a:pt x="147256" y="449249"/>
                  </a:lnTo>
                  <a:lnTo>
                    <a:pt x="144729" y="449783"/>
                  </a:lnTo>
                  <a:lnTo>
                    <a:pt x="142557" y="449135"/>
                  </a:lnTo>
                  <a:lnTo>
                    <a:pt x="140093" y="449643"/>
                  </a:lnTo>
                  <a:lnTo>
                    <a:pt x="138023" y="453402"/>
                  </a:lnTo>
                  <a:lnTo>
                    <a:pt x="137756" y="454761"/>
                  </a:lnTo>
                  <a:lnTo>
                    <a:pt x="137680" y="456095"/>
                  </a:lnTo>
                  <a:lnTo>
                    <a:pt x="137325" y="455879"/>
                  </a:lnTo>
                  <a:lnTo>
                    <a:pt x="136956" y="455688"/>
                  </a:lnTo>
                  <a:lnTo>
                    <a:pt x="135763" y="455371"/>
                  </a:lnTo>
                  <a:lnTo>
                    <a:pt x="135051" y="456158"/>
                  </a:lnTo>
                  <a:lnTo>
                    <a:pt x="136194" y="457860"/>
                  </a:lnTo>
                  <a:lnTo>
                    <a:pt x="136804" y="458279"/>
                  </a:lnTo>
                  <a:lnTo>
                    <a:pt x="137972" y="458825"/>
                  </a:lnTo>
                  <a:lnTo>
                    <a:pt x="138391" y="460311"/>
                  </a:lnTo>
                  <a:lnTo>
                    <a:pt x="139103" y="461733"/>
                  </a:lnTo>
                  <a:lnTo>
                    <a:pt x="143649" y="465950"/>
                  </a:lnTo>
                  <a:lnTo>
                    <a:pt x="148767" y="465658"/>
                  </a:lnTo>
                  <a:lnTo>
                    <a:pt x="154597" y="459422"/>
                  </a:lnTo>
                  <a:lnTo>
                    <a:pt x="154800" y="456095"/>
                  </a:lnTo>
                  <a:lnTo>
                    <a:pt x="154863" y="454761"/>
                  </a:lnTo>
                  <a:close/>
                </a:path>
                <a:path w="559435" h="492759">
                  <a:moveTo>
                    <a:pt x="155854" y="486473"/>
                  </a:moveTo>
                  <a:lnTo>
                    <a:pt x="155067" y="482219"/>
                  </a:lnTo>
                  <a:lnTo>
                    <a:pt x="152501" y="480631"/>
                  </a:lnTo>
                  <a:lnTo>
                    <a:pt x="152107" y="480237"/>
                  </a:lnTo>
                  <a:lnTo>
                    <a:pt x="151663" y="479907"/>
                  </a:lnTo>
                  <a:lnTo>
                    <a:pt x="150139" y="479666"/>
                  </a:lnTo>
                  <a:lnTo>
                    <a:pt x="149326" y="479602"/>
                  </a:lnTo>
                  <a:lnTo>
                    <a:pt x="146939" y="480250"/>
                  </a:lnTo>
                  <a:lnTo>
                    <a:pt x="145669" y="481431"/>
                  </a:lnTo>
                  <a:lnTo>
                    <a:pt x="144678" y="485749"/>
                  </a:lnTo>
                  <a:lnTo>
                    <a:pt x="146062" y="487832"/>
                  </a:lnTo>
                  <a:lnTo>
                    <a:pt x="149885" y="489305"/>
                  </a:lnTo>
                  <a:lnTo>
                    <a:pt x="151282" y="489000"/>
                  </a:lnTo>
                  <a:lnTo>
                    <a:pt x="155854" y="486473"/>
                  </a:lnTo>
                  <a:close/>
                </a:path>
                <a:path w="559435" h="492759">
                  <a:moveTo>
                    <a:pt x="158178" y="392430"/>
                  </a:moveTo>
                  <a:lnTo>
                    <a:pt x="157454" y="389191"/>
                  </a:lnTo>
                  <a:lnTo>
                    <a:pt x="156387" y="384479"/>
                  </a:lnTo>
                  <a:lnTo>
                    <a:pt x="153289" y="383667"/>
                  </a:lnTo>
                  <a:lnTo>
                    <a:pt x="147840" y="389674"/>
                  </a:lnTo>
                  <a:lnTo>
                    <a:pt x="148678" y="393725"/>
                  </a:lnTo>
                  <a:lnTo>
                    <a:pt x="155371" y="395566"/>
                  </a:lnTo>
                  <a:lnTo>
                    <a:pt x="158178" y="392430"/>
                  </a:lnTo>
                  <a:close/>
                </a:path>
                <a:path w="559435" h="492759">
                  <a:moveTo>
                    <a:pt x="206870" y="488429"/>
                  </a:moveTo>
                  <a:lnTo>
                    <a:pt x="206197" y="483527"/>
                  </a:lnTo>
                  <a:lnTo>
                    <a:pt x="198678" y="475792"/>
                  </a:lnTo>
                  <a:lnTo>
                    <a:pt x="191312" y="476440"/>
                  </a:lnTo>
                  <a:lnTo>
                    <a:pt x="185064" y="483590"/>
                  </a:lnTo>
                  <a:lnTo>
                    <a:pt x="184365" y="486879"/>
                  </a:lnTo>
                  <a:lnTo>
                    <a:pt x="185077" y="489864"/>
                  </a:lnTo>
                  <a:lnTo>
                    <a:pt x="184137" y="490486"/>
                  </a:lnTo>
                  <a:lnTo>
                    <a:pt x="184124" y="491629"/>
                  </a:lnTo>
                  <a:lnTo>
                    <a:pt x="184632" y="492429"/>
                  </a:lnTo>
                  <a:lnTo>
                    <a:pt x="205168" y="492429"/>
                  </a:lnTo>
                  <a:lnTo>
                    <a:pt x="206870" y="488429"/>
                  </a:lnTo>
                  <a:close/>
                </a:path>
                <a:path w="559435" h="492759">
                  <a:moveTo>
                    <a:pt x="216916" y="449262"/>
                  </a:moveTo>
                  <a:lnTo>
                    <a:pt x="208826" y="451612"/>
                  </a:lnTo>
                  <a:lnTo>
                    <a:pt x="208826" y="455383"/>
                  </a:lnTo>
                  <a:lnTo>
                    <a:pt x="211429" y="456145"/>
                  </a:lnTo>
                  <a:lnTo>
                    <a:pt x="216877" y="457720"/>
                  </a:lnTo>
                  <a:lnTo>
                    <a:pt x="216916" y="449262"/>
                  </a:lnTo>
                  <a:close/>
                </a:path>
                <a:path w="559435" h="492759">
                  <a:moveTo>
                    <a:pt x="218821" y="484568"/>
                  </a:moveTo>
                  <a:lnTo>
                    <a:pt x="217995" y="481469"/>
                  </a:lnTo>
                  <a:lnTo>
                    <a:pt x="211074" y="481431"/>
                  </a:lnTo>
                  <a:lnTo>
                    <a:pt x="209346" y="484187"/>
                  </a:lnTo>
                  <a:lnTo>
                    <a:pt x="211251" y="488708"/>
                  </a:lnTo>
                  <a:lnTo>
                    <a:pt x="214668" y="489851"/>
                  </a:lnTo>
                  <a:lnTo>
                    <a:pt x="216319" y="487743"/>
                  </a:lnTo>
                  <a:lnTo>
                    <a:pt x="218821" y="484568"/>
                  </a:lnTo>
                  <a:close/>
                </a:path>
                <a:path w="559435" h="492759">
                  <a:moveTo>
                    <a:pt x="222262" y="72682"/>
                  </a:moveTo>
                  <a:lnTo>
                    <a:pt x="219849" y="70065"/>
                  </a:lnTo>
                  <a:lnTo>
                    <a:pt x="218147" y="72504"/>
                  </a:lnTo>
                  <a:lnTo>
                    <a:pt x="217957" y="72783"/>
                  </a:lnTo>
                  <a:lnTo>
                    <a:pt x="217284" y="73748"/>
                  </a:lnTo>
                  <a:lnTo>
                    <a:pt x="218592" y="74955"/>
                  </a:lnTo>
                  <a:lnTo>
                    <a:pt x="219544" y="74371"/>
                  </a:lnTo>
                  <a:lnTo>
                    <a:pt x="222262" y="72682"/>
                  </a:lnTo>
                  <a:close/>
                </a:path>
                <a:path w="559435" h="492759">
                  <a:moveTo>
                    <a:pt x="225247" y="74904"/>
                  </a:moveTo>
                  <a:lnTo>
                    <a:pt x="220713" y="75234"/>
                  </a:lnTo>
                  <a:lnTo>
                    <a:pt x="220040" y="75476"/>
                  </a:lnTo>
                  <a:lnTo>
                    <a:pt x="218274" y="76873"/>
                  </a:lnTo>
                  <a:lnTo>
                    <a:pt x="218274" y="78473"/>
                  </a:lnTo>
                  <a:lnTo>
                    <a:pt x="219049" y="79082"/>
                  </a:lnTo>
                  <a:lnTo>
                    <a:pt x="220065" y="79895"/>
                  </a:lnTo>
                  <a:lnTo>
                    <a:pt x="220700" y="80098"/>
                  </a:lnTo>
                  <a:lnTo>
                    <a:pt x="225234" y="80441"/>
                  </a:lnTo>
                  <a:lnTo>
                    <a:pt x="225247" y="74904"/>
                  </a:lnTo>
                  <a:close/>
                </a:path>
                <a:path w="559435" h="492759">
                  <a:moveTo>
                    <a:pt x="235546" y="78574"/>
                  </a:moveTo>
                  <a:lnTo>
                    <a:pt x="231775" y="76555"/>
                  </a:lnTo>
                  <a:lnTo>
                    <a:pt x="228904" y="75018"/>
                  </a:lnTo>
                  <a:lnTo>
                    <a:pt x="225717" y="78765"/>
                  </a:lnTo>
                  <a:lnTo>
                    <a:pt x="231330" y="84226"/>
                  </a:lnTo>
                  <a:lnTo>
                    <a:pt x="235546" y="78574"/>
                  </a:lnTo>
                  <a:close/>
                </a:path>
                <a:path w="559435" h="492759">
                  <a:moveTo>
                    <a:pt x="242620" y="189572"/>
                  </a:moveTo>
                  <a:lnTo>
                    <a:pt x="239064" y="188137"/>
                  </a:lnTo>
                  <a:lnTo>
                    <a:pt x="236651" y="190487"/>
                  </a:lnTo>
                  <a:lnTo>
                    <a:pt x="235610" y="191516"/>
                  </a:lnTo>
                  <a:lnTo>
                    <a:pt x="235610" y="193332"/>
                  </a:lnTo>
                  <a:lnTo>
                    <a:pt x="239064" y="196710"/>
                  </a:lnTo>
                  <a:lnTo>
                    <a:pt x="242620" y="195287"/>
                  </a:lnTo>
                  <a:lnTo>
                    <a:pt x="242620" y="189572"/>
                  </a:lnTo>
                  <a:close/>
                </a:path>
                <a:path w="559435" h="492759">
                  <a:moveTo>
                    <a:pt x="244106" y="451954"/>
                  </a:moveTo>
                  <a:lnTo>
                    <a:pt x="239356" y="451954"/>
                  </a:lnTo>
                  <a:lnTo>
                    <a:pt x="234594" y="451954"/>
                  </a:lnTo>
                  <a:lnTo>
                    <a:pt x="234594" y="459346"/>
                  </a:lnTo>
                  <a:lnTo>
                    <a:pt x="244106" y="459346"/>
                  </a:lnTo>
                  <a:lnTo>
                    <a:pt x="244106" y="451954"/>
                  </a:lnTo>
                  <a:close/>
                </a:path>
                <a:path w="559435" h="492759">
                  <a:moveTo>
                    <a:pt x="244932" y="71704"/>
                  </a:moveTo>
                  <a:lnTo>
                    <a:pt x="244640" y="71704"/>
                  </a:lnTo>
                  <a:lnTo>
                    <a:pt x="244348" y="71704"/>
                  </a:lnTo>
                  <a:lnTo>
                    <a:pt x="244348" y="72161"/>
                  </a:lnTo>
                  <a:lnTo>
                    <a:pt x="244932" y="72161"/>
                  </a:lnTo>
                  <a:lnTo>
                    <a:pt x="244932" y="71704"/>
                  </a:lnTo>
                  <a:close/>
                </a:path>
                <a:path w="559435" h="492759">
                  <a:moveTo>
                    <a:pt x="253593" y="198132"/>
                  </a:moveTo>
                  <a:lnTo>
                    <a:pt x="252018" y="197167"/>
                  </a:lnTo>
                  <a:lnTo>
                    <a:pt x="250380" y="196151"/>
                  </a:lnTo>
                  <a:lnTo>
                    <a:pt x="249313" y="197129"/>
                  </a:lnTo>
                  <a:lnTo>
                    <a:pt x="250240" y="198475"/>
                  </a:lnTo>
                  <a:lnTo>
                    <a:pt x="250431" y="198755"/>
                  </a:lnTo>
                  <a:lnTo>
                    <a:pt x="251536" y="200342"/>
                  </a:lnTo>
                  <a:lnTo>
                    <a:pt x="253593" y="198132"/>
                  </a:lnTo>
                  <a:close/>
                </a:path>
                <a:path w="559435" h="492759">
                  <a:moveTo>
                    <a:pt x="264502" y="71259"/>
                  </a:moveTo>
                  <a:lnTo>
                    <a:pt x="261950" y="66890"/>
                  </a:lnTo>
                  <a:lnTo>
                    <a:pt x="259029" y="67081"/>
                  </a:lnTo>
                  <a:lnTo>
                    <a:pt x="257695" y="69100"/>
                  </a:lnTo>
                  <a:lnTo>
                    <a:pt x="256400" y="71043"/>
                  </a:lnTo>
                  <a:lnTo>
                    <a:pt x="257962" y="74028"/>
                  </a:lnTo>
                  <a:lnTo>
                    <a:pt x="260235" y="73812"/>
                  </a:lnTo>
                  <a:lnTo>
                    <a:pt x="262788" y="73558"/>
                  </a:lnTo>
                  <a:lnTo>
                    <a:pt x="264502" y="71259"/>
                  </a:lnTo>
                  <a:close/>
                </a:path>
                <a:path w="559435" h="492759">
                  <a:moveTo>
                    <a:pt x="267347" y="177088"/>
                  </a:moveTo>
                  <a:lnTo>
                    <a:pt x="266776" y="173621"/>
                  </a:lnTo>
                  <a:lnTo>
                    <a:pt x="264312" y="173431"/>
                  </a:lnTo>
                  <a:lnTo>
                    <a:pt x="263372" y="174650"/>
                  </a:lnTo>
                  <a:lnTo>
                    <a:pt x="262242" y="176110"/>
                  </a:lnTo>
                  <a:lnTo>
                    <a:pt x="263385" y="177863"/>
                  </a:lnTo>
                  <a:lnTo>
                    <a:pt x="266827" y="178244"/>
                  </a:lnTo>
                  <a:lnTo>
                    <a:pt x="267347" y="177088"/>
                  </a:lnTo>
                  <a:close/>
                </a:path>
                <a:path w="559435" h="492759">
                  <a:moveTo>
                    <a:pt x="267868" y="107772"/>
                  </a:moveTo>
                  <a:lnTo>
                    <a:pt x="267487" y="98742"/>
                  </a:lnTo>
                  <a:lnTo>
                    <a:pt x="263067" y="96316"/>
                  </a:lnTo>
                  <a:lnTo>
                    <a:pt x="260604" y="99148"/>
                  </a:lnTo>
                  <a:lnTo>
                    <a:pt x="256997" y="103301"/>
                  </a:lnTo>
                  <a:lnTo>
                    <a:pt x="257505" y="107327"/>
                  </a:lnTo>
                  <a:lnTo>
                    <a:pt x="263944" y="110045"/>
                  </a:lnTo>
                  <a:lnTo>
                    <a:pt x="267868" y="107772"/>
                  </a:lnTo>
                  <a:close/>
                </a:path>
                <a:path w="559435" h="492759">
                  <a:moveTo>
                    <a:pt x="275399" y="82969"/>
                  </a:moveTo>
                  <a:lnTo>
                    <a:pt x="274040" y="80048"/>
                  </a:lnTo>
                  <a:lnTo>
                    <a:pt x="269608" y="80048"/>
                  </a:lnTo>
                  <a:lnTo>
                    <a:pt x="268249" y="82969"/>
                  </a:lnTo>
                  <a:lnTo>
                    <a:pt x="270332" y="84899"/>
                  </a:lnTo>
                  <a:lnTo>
                    <a:pt x="271195" y="85699"/>
                  </a:lnTo>
                  <a:lnTo>
                    <a:pt x="272453" y="85699"/>
                  </a:lnTo>
                  <a:lnTo>
                    <a:pt x="275399" y="82969"/>
                  </a:lnTo>
                  <a:close/>
                </a:path>
                <a:path w="559435" h="492759">
                  <a:moveTo>
                    <a:pt x="276110" y="126390"/>
                  </a:moveTo>
                  <a:lnTo>
                    <a:pt x="274358" y="119113"/>
                  </a:lnTo>
                  <a:lnTo>
                    <a:pt x="266496" y="121208"/>
                  </a:lnTo>
                  <a:lnTo>
                    <a:pt x="265074" y="122377"/>
                  </a:lnTo>
                  <a:lnTo>
                    <a:pt x="264883" y="123736"/>
                  </a:lnTo>
                  <a:lnTo>
                    <a:pt x="264642" y="125349"/>
                  </a:lnTo>
                  <a:lnTo>
                    <a:pt x="264769" y="126479"/>
                  </a:lnTo>
                  <a:lnTo>
                    <a:pt x="266852" y="128689"/>
                  </a:lnTo>
                  <a:lnTo>
                    <a:pt x="268605" y="129260"/>
                  </a:lnTo>
                  <a:lnTo>
                    <a:pt x="276110" y="126390"/>
                  </a:lnTo>
                  <a:close/>
                </a:path>
                <a:path w="559435" h="492759">
                  <a:moveTo>
                    <a:pt x="282930" y="170053"/>
                  </a:moveTo>
                  <a:lnTo>
                    <a:pt x="278853" y="170053"/>
                  </a:lnTo>
                  <a:lnTo>
                    <a:pt x="278841" y="173215"/>
                  </a:lnTo>
                  <a:lnTo>
                    <a:pt x="280885" y="173215"/>
                  </a:lnTo>
                  <a:lnTo>
                    <a:pt x="282917" y="173215"/>
                  </a:lnTo>
                  <a:lnTo>
                    <a:pt x="282930" y="170053"/>
                  </a:lnTo>
                  <a:close/>
                </a:path>
                <a:path w="559435" h="492759">
                  <a:moveTo>
                    <a:pt x="286816" y="68668"/>
                  </a:moveTo>
                  <a:lnTo>
                    <a:pt x="281406" y="63398"/>
                  </a:lnTo>
                  <a:lnTo>
                    <a:pt x="277329" y="68859"/>
                  </a:lnTo>
                  <a:lnTo>
                    <a:pt x="280962" y="70802"/>
                  </a:lnTo>
                  <a:lnTo>
                    <a:pt x="283730" y="72288"/>
                  </a:lnTo>
                  <a:lnTo>
                    <a:pt x="286816" y="68668"/>
                  </a:lnTo>
                  <a:close/>
                </a:path>
                <a:path w="559435" h="492759">
                  <a:moveTo>
                    <a:pt x="287223" y="151320"/>
                  </a:moveTo>
                  <a:lnTo>
                    <a:pt x="286931" y="151320"/>
                  </a:lnTo>
                  <a:lnTo>
                    <a:pt x="286639" y="151320"/>
                  </a:lnTo>
                  <a:lnTo>
                    <a:pt x="286639" y="151765"/>
                  </a:lnTo>
                  <a:lnTo>
                    <a:pt x="287223" y="151765"/>
                  </a:lnTo>
                  <a:lnTo>
                    <a:pt x="287223" y="151320"/>
                  </a:lnTo>
                  <a:close/>
                </a:path>
                <a:path w="559435" h="492759">
                  <a:moveTo>
                    <a:pt x="294779" y="180009"/>
                  </a:moveTo>
                  <a:lnTo>
                    <a:pt x="294487" y="180009"/>
                  </a:lnTo>
                  <a:lnTo>
                    <a:pt x="294182" y="180009"/>
                  </a:lnTo>
                  <a:lnTo>
                    <a:pt x="294182" y="180454"/>
                  </a:lnTo>
                  <a:lnTo>
                    <a:pt x="294779" y="180454"/>
                  </a:lnTo>
                  <a:lnTo>
                    <a:pt x="294779" y="180009"/>
                  </a:lnTo>
                  <a:close/>
                </a:path>
                <a:path w="559435" h="492759">
                  <a:moveTo>
                    <a:pt x="305917" y="172669"/>
                  </a:moveTo>
                  <a:lnTo>
                    <a:pt x="305511" y="169430"/>
                  </a:lnTo>
                  <a:lnTo>
                    <a:pt x="301612" y="167157"/>
                  </a:lnTo>
                  <a:lnTo>
                    <a:pt x="299974" y="167474"/>
                  </a:lnTo>
                  <a:lnTo>
                    <a:pt x="298742" y="168465"/>
                  </a:lnTo>
                  <a:lnTo>
                    <a:pt x="296011" y="169799"/>
                  </a:lnTo>
                  <a:lnTo>
                    <a:pt x="296291" y="173850"/>
                  </a:lnTo>
                  <a:lnTo>
                    <a:pt x="300507" y="176288"/>
                  </a:lnTo>
                  <a:lnTo>
                    <a:pt x="302602" y="176034"/>
                  </a:lnTo>
                  <a:lnTo>
                    <a:pt x="305917" y="172669"/>
                  </a:lnTo>
                  <a:close/>
                </a:path>
                <a:path w="559435" h="492759">
                  <a:moveTo>
                    <a:pt x="306463" y="102641"/>
                  </a:moveTo>
                  <a:lnTo>
                    <a:pt x="304901" y="100863"/>
                  </a:lnTo>
                  <a:lnTo>
                    <a:pt x="302094" y="102311"/>
                  </a:lnTo>
                  <a:lnTo>
                    <a:pt x="300253" y="102679"/>
                  </a:lnTo>
                  <a:lnTo>
                    <a:pt x="297395" y="103403"/>
                  </a:lnTo>
                  <a:lnTo>
                    <a:pt x="297281" y="105486"/>
                  </a:lnTo>
                  <a:lnTo>
                    <a:pt x="298640" y="105727"/>
                  </a:lnTo>
                  <a:lnTo>
                    <a:pt x="301332" y="106235"/>
                  </a:lnTo>
                  <a:lnTo>
                    <a:pt x="303174" y="105460"/>
                  </a:lnTo>
                  <a:lnTo>
                    <a:pt x="306463" y="102641"/>
                  </a:lnTo>
                  <a:close/>
                </a:path>
                <a:path w="559435" h="492759">
                  <a:moveTo>
                    <a:pt x="309803" y="116293"/>
                  </a:moveTo>
                  <a:lnTo>
                    <a:pt x="305054" y="116293"/>
                  </a:lnTo>
                  <a:lnTo>
                    <a:pt x="300304" y="116293"/>
                  </a:lnTo>
                  <a:lnTo>
                    <a:pt x="300304" y="123672"/>
                  </a:lnTo>
                  <a:lnTo>
                    <a:pt x="309803" y="123672"/>
                  </a:lnTo>
                  <a:lnTo>
                    <a:pt x="309803" y="116293"/>
                  </a:lnTo>
                  <a:close/>
                </a:path>
                <a:path w="559435" h="492759">
                  <a:moveTo>
                    <a:pt x="312699" y="75069"/>
                  </a:moveTo>
                  <a:lnTo>
                    <a:pt x="305866" y="73075"/>
                  </a:lnTo>
                  <a:lnTo>
                    <a:pt x="303314" y="75107"/>
                  </a:lnTo>
                  <a:lnTo>
                    <a:pt x="303314" y="80238"/>
                  </a:lnTo>
                  <a:lnTo>
                    <a:pt x="305866" y="82270"/>
                  </a:lnTo>
                  <a:lnTo>
                    <a:pt x="308381" y="81534"/>
                  </a:lnTo>
                  <a:lnTo>
                    <a:pt x="312686" y="80276"/>
                  </a:lnTo>
                  <a:lnTo>
                    <a:pt x="312699" y="75069"/>
                  </a:lnTo>
                  <a:close/>
                </a:path>
                <a:path w="559435" h="492759">
                  <a:moveTo>
                    <a:pt x="315277" y="132130"/>
                  </a:moveTo>
                  <a:lnTo>
                    <a:pt x="314896" y="131089"/>
                  </a:lnTo>
                  <a:lnTo>
                    <a:pt x="314172" y="130543"/>
                  </a:lnTo>
                  <a:lnTo>
                    <a:pt x="313232" y="128689"/>
                  </a:lnTo>
                  <a:lnTo>
                    <a:pt x="309372" y="128536"/>
                  </a:lnTo>
                  <a:lnTo>
                    <a:pt x="309613" y="134213"/>
                  </a:lnTo>
                  <a:lnTo>
                    <a:pt x="313385" y="135775"/>
                  </a:lnTo>
                  <a:lnTo>
                    <a:pt x="314794" y="133057"/>
                  </a:lnTo>
                  <a:lnTo>
                    <a:pt x="315277" y="132130"/>
                  </a:lnTo>
                  <a:close/>
                </a:path>
                <a:path w="559435" h="492759">
                  <a:moveTo>
                    <a:pt x="327113" y="123812"/>
                  </a:moveTo>
                  <a:lnTo>
                    <a:pt x="323761" y="122008"/>
                  </a:lnTo>
                  <a:lnTo>
                    <a:pt x="321195" y="120637"/>
                  </a:lnTo>
                  <a:lnTo>
                    <a:pt x="318325" y="123977"/>
                  </a:lnTo>
                  <a:lnTo>
                    <a:pt x="323342" y="128879"/>
                  </a:lnTo>
                  <a:lnTo>
                    <a:pt x="327113" y="123812"/>
                  </a:lnTo>
                  <a:close/>
                </a:path>
                <a:path w="559435" h="492759">
                  <a:moveTo>
                    <a:pt x="328752" y="92367"/>
                  </a:moveTo>
                  <a:lnTo>
                    <a:pt x="322846" y="89535"/>
                  </a:lnTo>
                  <a:lnTo>
                    <a:pt x="317474" y="98717"/>
                  </a:lnTo>
                  <a:lnTo>
                    <a:pt x="326542" y="102336"/>
                  </a:lnTo>
                  <a:lnTo>
                    <a:pt x="327799" y="96659"/>
                  </a:lnTo>
                  <a:lnTo>
                    <a:pt x="328752" y="92367"/>
                  </a:lnTo>
                  <a:close/>
                </a:path>
                <a:path w="559435" h="492759">
                  <a:moveTo>
                    <a:pt x="328764" y="73139"/>
                  </a:moveTo>
                  <a:lnTo>
                    <a:pt x="328472" y="73139"/>
                  </a:lnTo>
                  <a:lnTo>
                    <a:pt x="328168" y="73139"/>
                  </a:lnTo>
                  <a:lnTo>
                    <a:pt x="328168" y="73596"/>
                  </a:lnTo>
                  <a:lnTo>
                    <a:pt x="328764" y="73596"/>
                  </a:lnTo>
                  <a:lnTo>
                    <a:pt x="328764" y="73139"/>
                  </a:lnTo>
                  <a:close/>
                </a:path>
                <a:path w="559435" h="492759">
                  <a:moveTo>
                    <a:pt x="330796" y="155930"/>
                  </a:moveTo>
                  <a:lnTo>
                    <a:pt x="329158" y="155930"/>
                  </a:lnTo>
                  <a:lnTo>
                    <a:pt x="329158" y="157200"/>
                  </a:lnTo>
                  <a:lnTo>
                    <a:pt x="329971" y="157200"/>
                  </a:lnTo>
                  <a:lnTo>
                    <a:pt x="330796" y="157200"/>
                  </a:lnTo>
                  <a:lnTo>
                    <a:pt x="330796" y="155930"/>
                  </a:lnTo>
                  <a:close/>
                </a:path>
                <a:path w="559435" h="492759">
                  <a:moveTo>
                    <a:pt x="339026" y="55664"/>
                  </a:moveTo>
                  <a:lnTo>
                    <a:pt x="338162" y="52463"/>
                  </a:lnTo>
                  <a:lnTo>
                    <a:pt x="331089" y="52425"/>
                  </a:lnTo>
                  <a:lnTo>
                    <a:pt x="329298" y="55257"/>
                  </a:lnTo>
                  <a:lnTo>
                    <a:pt x="331254" y="59905"/>
                  </a:lnTo>
                  <a:lnTo>
                    <a:pt x="334772" y="61087"/>
                  </a:lnTo>
                  <a:lnTo>
                    <a:pt x="336473" y="58915"/>
                  </a:lnTo>
                  <a:lnTo>
                    <a:pt x="339026" y="55664"/>
                  </a:lnTo>
                  <a:close/>
                </a:path>
                <a:path w="559435" h="492759">
                  <a:moveTo>
                    <a:pt x="340207" y="126847"/>
                  </a:moveTo>
                  <a:lnTo>
                    <a:pt x="339801" y="126847"/>
                  </a:lnTo>
                  <a:lnTo>
                    <a:pt x="339382" y="126847"/>
                  </a:lnTo>
                  <a:lnTo>
                    <a:pt x="339382" y="127469"/>
                  </a:lnTo>
                  <a:lnTo>
                    <a:pt x="340207" y="127469"/>
                  </a:lnTo>
                  <a:lnTo>
                    <a:pt x="340207" y="126847"/>
                  </a:lnTo>
                  <a:close/>
                </a:path>
                <a:path w="559435" h="492759">
                  <a:moveTo>
                    <a:pt x="346227" y="41922"/>
                  </a:moveTo>
                  <a:lnTo>
                    <a:pt x="341312" y="35814"/>
                  </a:lnTo>
                  <a:lnTo>
                    <a:pt x="338683" y="35725"/>
                  </a:lnTo>
                  <a:lnTo>
                    <a:pt x="338683" y="43827"/>
                  </a:lnTo>
                  <a:lnTo>
                    <a:pt x="338518" y="43802"/>
                  </a:lnTo>
                  <a:lnTo>
                    <a:pt x="338366" y="43738"/>
                  </a:lnTo>
                  <a:lnTo>
                    <a:pt x="338607" y="43599"/>
                  </a:lnTo>
                  <a:lnTo>
                    <a:pt x="338683" y="43827"/>
                  </a:lnTo>
                  <a:lnTo>
                    <a:pt x="338683" y="35725"/>
                  </a:lnTo>
                  <a:lnTo>
                    <a:pt x="336664" y="35636"/>
                  </a:lnTo>
                  <a:lnTo>
                    <a:pt x="330542" y="40652"/>
                  </a:lnTo>
                  <a:lnTo>
                    <a:pt x="329628" y="45173"/>
                  </a:lnTo>
                  <a:lnTo>
                    <a:pt x="334873" y="50774"/>
                  </a:lnTo>
                  <a:lnTo>
                    <a:pt x="339077" y="51435"/>
                  </a:lnTo>
                  <a:lnTo>
                    <a:pt x="342099" y="49504"/>
                  </a:lnTo>
                  <a:lnTo>
                    <a:pt x="342747" y="49250"/>
                  </a:lnTo>
                  <a:lnTo>
                    <a:pt x="343268" y="49009"/>
                  </a:lnTo>
                  <a:lnTo>
                    <a:pt x="345998" y="45707"/>
                  </a:lnTo>
                  <a:lnTo>
                    <a:pt x="346113" y="43827"/>
                  </a:lnTo>
                  <a:lnTo>
                    <a:pt x="346125" y="43599"/>
                  </a:lnTo>
                  <a:lnTo>
                    <a:pt x="346227" y="41922"/>
                  </a:lnTo>
                  <a:close/>
                </a:path>
                <a:path w="559435" h="492759">
                  <a:moveTo>
                    <a:pt x="348310" y="133070"/>
                  </a:moveTo>
                  <a:lnTo>
                    <a:pt x="335813" y="133070"/>
                  </a:lnTo>
                  <a:lnTo>
                    <a:pt x="335813" y="142773"/>
                  </a:lnTo>
                  <a:lnTo>
                    <a:pt x="342061" y="142773"/>
                  </a:lnTo>
                  <a:lnTo>
                    <a:pt x="348297" y="142773"/>
                  </a:lnTo>
                  <a:lnTo>
                    <a:pt x="348310" y="133070"/>
                  </a:lnTo>
                  <a:close/>
                </a:path>
                <a:path w="559435" h="492759">
                  <a:moveTo>
                    <a:pt x="349504" y="117830"/>
                  </a:moveTo>
                  <a:lnTo>
                    <a:pt x="349123" y="116116"/>
                  </a:lnTo>
                  <a:lnTo>
                    <a:pt x="349008" y="115671"/>
                  </a:lnTo>
                  <a:lnTo>
                    <a:pt x="348919" y="115214"/>
                  </a:lnTo>
                  <a:lnTo>
                    <a:pt x="348653" y="114071"/>
                  </a:lnTo>
                  <a:lnTo>
                    <a:pt x="347548" y="114071"/>
                  </a:lnTo>
                  <a:lnTo>
                    <a:pt x="347281" y="115214"/>
                  </a:lnTo>
                  <a:lnTo>
                    <a:pt x="347192" y="115671"/>
                  </a:lnTo>
                  <a:lnTo>
                    <a:pt x="346697" y="117817"/>
                  </a:lnTo>
                  <a:lnTo>
                    <a:pt x="349504" y="117830"/>
                  </a:lnTo>
                  <a:close/>
                </a:path>
                <a:path w="559435" h="492759">
                  <a:moveTo>
                    <a:pt x="352171" y="101828"/>
                  </a:moveTo>
                  <a:lnTo>
                    <a:pt x="351586" y="101828"/>
                  </a:lnTo>
                  <a:lnTo>
                    <a:pt x="351586" y="102285"/>
                  </a:lnTo>
                  <a:lnTo>
                    <a:pt x="351878" y="102285"/>
                  </a:lnTo>
                  <a:lnTo>
                    <a:pt x="352171" y="102285"/>
                  </a:lnTo>
                  <a:lnTo>
                    <a:pt x="352171" y="101828"/>
                  </a:lnTo>
                  <a:close/>
                </a:path>
                <a:path w="559435" h="492759">
                  <a:moveTo>
                    <a:pt x="355879" y="75819"/>
                  </a:moveTo>
                  <a:lnTo>
                    <a:pt x="353060" y="74015"/>
                  </a:lnTo>
                  <a:lnTo>
                    <a:pt x="350418" y="78600"/>
                  </a:lnTo>
                  <a:lnTo>
                    <a:pt x="349719" y="82461"/>
                  </a:lnTo>
                  <a:lnTo>
                    <a:pt x="353085" y="85737"/>
                  </a:lnTo>
                  <a:lnTo>
                    <a:pt x="355206" y="85051"/>
                  </a:lnTo>
                  <a:lnTo>
                    <a:pt x="355092" y="83451"/>
                  </a:lnTo>
                  <a:lnTo>
                    <a:pt x="354965" y="81470"/>
                  </a:lnTo>
                  <a:lnTo>
                    <a:pt x="354101" y="79844"/>
                  </a:lnTo>
                  <a:lnTo>
                    <a:pt x="355879" y="75819"/>
                  </a:lnTo>
                  <a:close/>
                </a:path>
                <a:path w="559435" h="492759">
                  <a:moveTo>
                    <a:pt x="363347" y="54610"/>
                  </a:moveTo>
                  <a:lnTo>
                    <a:pt x="363207" y="54610"/>
                  </a:lnTo>
                  <a:lnTo>
                    <a:pt x="363067" y="54610"/>
                  </a:lnTo>
                  <a:lnTo>
                    <a:pt x="363067" y="54825"/>
                  </a:lnTo>
                  <a:lnTo>
                    <a:pt x="363347" y="54825"/>
                  </a:lnTo>
                  <a:lnTo>
                    <a:pt x="363347" y="54610"/>
                  </a:lnTo>
                  <a:close/>
                </a:path>
                <a:path w="559435" h="492759">
                  <a:moveTo>
                    <a:pt x="368033" y="65252"/>
                  </a:moveTo>
                  <a:lnTo>
                    <a:pt x="367449" y="65252"/>
                  </a:lnTo>
                  <a:lnTo>
                    <a:pt x="367449" y="65697"/>
                  </a:lnTo>
                  <a:lnTo>
                    <a:pt x="367741" y="65697"/>
                  </a:lnTo>
                  <a:lnTo>
                    <a:pt x="368033" y="65697"/>
                  </a:lnTo>
                  <a:lnTo>
                    <a:pt x="368033" y="65252"/>
                  </a:lnTo>
                  <a:close/>
                </a:path>
                <a:path w="559435" h="492759">
                  <a:moveTo>
                    <a:pt x="370878" y="39573"/>
                  </a:moveTo>
                  <a:lnTo>
                    <a:pt x="367296" y="35750"/>
                  </a:lnTo>
                  <a:lnTo>
                    <a:pt x="365417" y="38087"/>
                  </a:lnTo>
                  <a:lnTo>
                    <a:pt x="364794" y="38862"/>
                  </a:lnTo>
                  <a:lnTo>
                    <a:pt x="364502" y="39395"/>
                  </a:lnTo>
                  <a:lnTo>
                    <a:pt x="364363" y="41325"/>
                  </a:lnTo>
                  <a:lnTo>
                    <a:pt x="365315" y="42189"/>
                  </a:lnTo>
                  <a:lnTo>
                    <a:pt x="366979" y="42151"/>
                  </a:lnTo>
                  <a:lnTo>
                    <a:pt x="367487" y="42011"/>
                  </a:lnTo>
                  <a:lnTo>
                    <a:pt x="370878" y="39573"/>
                  </a:lnTo>
                  <a:close/>
                </a:path>
                <a:path w="559435" h="492759">
                  <a:moveTo>
                    <a:pt x="377774" y="124002"/>
                  </a:moveTo>
                  <a:lnTo>
                    <a:pt x="377329" y="124002"/>
                  </a:lnTo>
                  <a:lnTo>
                    <a:pt x="377329" y="125298"/>
                  </a:lnTo>
                  <a:lnTo>
                    <a:pt x="377774" y="125298"/>
                  </a:lnTo>
                  <a:lnTo>
                    <a:pt x="377774" y="124294"/>
                  </a:lnTo>
                  <a:lnTo>
                    <a:pt x="377774" y="124002"/>
                  </a:lnTo>
                  <a:close/>
                </a:path>
                <a:path w="559435" h="492759">
                  <a:moveTo>
                    <a:pt x="380936" y="85217"/>
                  </a:moveTo>
                  <a:lnTo>
                    <a:pt x="380809" y="84315"/>
                  </a:lnTo>
                  <a:lnTo>
                    <a:pt x="380669" y="83426"/>
                  </a:lnTo>
                  <a:lnTo>
                    <a:pt x="380644" y="83223"/>
                  </a:lnTo>
                  <a:lnTo>
                    <a:pt x="380619" y="83070"/>
                  </a:lnTo>
                  <a:lnTo>
                    <a:pt x="380555" y="82689"/>
                  </a:lnTo>
                  <a:lnTo>
                    <a:pt x="379869" y="82486"/>
                  </a:lnTo>
                  <a:lnTo>
                    <a:pt x="379412" y="82689"/>
                  </a:lnTo>
                  <a:lnTo>
                    <a:pt x="379374" y="82270"/>
                  </a:lnTo>
                  <a:lnTo>
                    <a:pt x="379793" y="80492"/>
                  </a:lnTo>
                  <a:lnTo>
                    <a:pt x="378891" y="78333"/>
                  </a:lnTo>
                  <a:lnTo>
                    <a:pt x="375018" y="76250"/>
                  </a:lnTo>
                  <a:lnTo>
                    <a:pt x="372084" y="76288"/>
                  </a:lnTo>
                  <a:lnTo>
                    <a:pt x="368007" y="81153"/>
                  </a:lnTo>
                  <a:lnTo>
                    <a:pt x="368261" y="84899"/>
                  </a:lnTo>
                  <a:lnTo>
                    <a:pt x="374472" y="88861"/>
                  </a:lnTo>
                  <a:lnTo>
                    <a:pt x="377875" y="87083"/>
                  </a:lnTo>
                  <a:lnTo>
                    <a:pt x="379018" y="84315"/>
                  </a:lnTo>
                  <a:lnTo>
                    <a:pt x="379310" y="85318"/>
                  </a:lnTo>
                  <a:lnTo>
                    <a:pt x="380936" y="85217"/>
                  </a:lnTo>
                  <a:close/>
                </a:path>
                <a:path w="559435" h="492759">
                  <a:moveTo>
                    <a:pt x="386410" y="16281"/>
                  </a:moveTo>
                  <a:lnTo>
                    <a:pt x="385864" y="16281"/>
                  </a:lnTo>
                  <a:lnTo>
                    <a:pt x="385318" y="16281"/>
                  </a:lnTo>
                  <a:lnTo>
                    <a:pt x="385318" y="17132"/>
                  </a:lnTo>
                  <a:lnTo>
                    <a:pt x="386410" y="17132"/>
                  </a:lnTo>
                  <a:lnTo>
                    <a:pt x="386410" y="16281"/>
                  </a:lnTo>
                  <a:close/>
                </a:path>
                <a:path w="559435" h="492759">
                  <a:moveTo>
                    <a:pt x="387489" y="51536"/>
                  </a:moveTo>
                  <a:lnTo>
                    <a:pt x="384530" y="48958"/>
                  </a:lnTo>
                  <a:lnTo>
                    <a:pt x="380911" y="52908"/>
                  </a:lnTo>
                  <a:lnTo>
                    <a:pt x="379628" y="54343"/>
                  </a:lnTo>
                  <a:lnTo>
                    <a:pt x="377812" y="58229"/>
                  </a:lnTo>
                  <a:lnTo>
                    <a:pt x="378167" y="60540"/>
                  </a:lnTo>
                  <a:lnTo>
                    <a:pt x="380098" y="61671"/>
                  </a:lnTo>
                  <a:lnTo>
                    <a:pt x="381787" y="62649"/>
                  </a:lnTo>
                  <a:lnTo>
                    <a:pt x="384543" y="62179"/>
                  </a:lnTo>
                  <a:lnTo>
                    <a:pt x="386410" y="58166"/>
                  </a:lnTo>
                  <a:lnTo>
                    <a:pt x="386829" y="56337"/>
                  </a:lnTo>
                  <a:lnTo>
                    <a:pt x="387489" y="51536"/>
                  </a:lnTo>
                  <a:close/>
                </a:path>
                <a:path w="559435" h="492759">
                  <a:moveTo>
                    <a:pt x="389128" y="28917"/>
                  </a:moveTo>
                  <a:lnTo>
                    <a:pt x="385572" y="27482"/>
                  </a:lnTo>
                  <a:lnTo>
                    <a:pt x="383171" y="29832"/>
                  </a:lnTo>
                  <a:lnTo>
                    <a:pt x="382117" y="30861"/>
                  </a:lnTo>
                  <a:lnTo>
                    <a:pt x="382117" y="32677"/>
                  </a:lnTo>
                  <a:lnTo>
                    <a:pt x="383540" y="34086"/>
                  </a:lnTo>
                  <a:lnTo>
                    <a:pt x="385572" y="36055"/>
                  </a:lnTo>
                  <a:lnTo>
                    <a:pt x="389128" y="34620"/>
                  </a:lnTo>
                  <a:lnTo>
                    <a:pt x="389128" y="28917"/>
                  </a:lnTo>
                  <a:close/>
                </a:path>
                <a:path w="559435" h="492759">
                  <a:moveTo>
                    <a:pt x="393496" y="5676"/>
                  </a:moveTo>
                  <a:lnTo>
                    <a:pt x="384352" y="0"/>
                  </a:lnTo>
                  <a:lnTo>
                    <a:pt x="380326" y="1536"/>
                  </a:lnTo>
                  <a:lnTo>
                    <a:pt x="377571" y="8064"/>
                  </a:lnTo>
                  <a:lnTo>
                    <a:pt x="379488" y="11468"/>
                  </a:lnTo>
                  <a:lnTo>
                    <a:pt x="382828" y="12636"/>
                  </a:lnTo>
                  <a:lnTo>
                    <a:pt x="389978" y="15125"/>
                  </a:lnTo>
                  <a:lnTo>
                    <a:pt x="393496" y="5676"/>
                  </a:lnTo>
                  <a:close/>
                </a:path>
                <a:path w="559435" h="492759">
                  <a:moveTo>
                    <a:pt x="557898" y="469201"/>
                  </a:moveTo>
                  <a:lnTo>
                    <a:pt x="557123" y="468109"/>
                  </a:lnTo>
                  <a:lnTo>
                    <a:pt x="556475" y="468147"/>
                  </a:lnTo>
                  <a:lnTo>
                    <a:pt x="556260" y="468147"/>
                  </a:lnTo>
                  <a:lnTo>
                    <a:pt x="556094" y="467995"/>
                  </a:lnTo>
                  <a:lnTo>
                    <a:pt x="555967" y="467817"/>
                  </a:lnTo>
                  <a:lnTo>
                    <a:pt x="556450" y="468147"/>
                  </a:lnTo>
                  <a:lnTo>
                    <a:pt x="556006" y="467791"/>
                  </a:lnTo>
                  <a:lnTo>
                    <a:pt x="555244" y="466547"/>
                  </a:lnTo>
                  <a:lnTo>
                    <a:pt x="554189" y="465912"/>
                  </a:lnTo>
                  <a:lnTo>
                    <a:pt x="550633" y="463245"/>
                  </a:lnTo>
                  <a:lnTo>
                    <a:pt x="547573" y="465963"/>
                  </a:lnTo>
                  <a:lnTo>
                    <a:pt x="547243" y="469734"/>
                  </a:lnTo>
                  <a:lnTo>
                    <a:pt x="547268" y="470750"/>
                  </a:lnTo>
                  <a:lnTo>
                    <a:pt x="548386" y="474332"/>
                  </a:lnTo>
                  <a:lnTo>
                    <a:pt x="550913" y="475894"/>
                  </a:lnTo>
                  <a:lnTo>
                    <a:pt x="555663" y="474586"/>
                  </a:lnTo>
                  <a:lnTo>
                    <a:pt x="557606" y="472122"/>
                  </a:lnTo>
                  <a:lnTo>
                    <a:pt x="557276" y="469963"/>
                  </a:lnTo>
                  <a:lnTo>
                    <a:pt x="557898" y="469201"/>
                  </a:lnTo>
                  <a:close/>
                </a:path>
                <a:path w="559435" h="492759">
                  <a:moveTo>
                    <a:pt x="558825" y="454406"/>
                  </a:moveTo>
                  <a:lnTo>
                    <a:pt x="558419" y="452894"/>
                  </a:lnTo>
                  <a:lnTo>
                    <a:pt x="558368" y="452729"/>
                  </a:lnTo>
                  <a:lnTo>
                    <a:pt x="558317" y="452551"/>
                  </a:lnTo>
                  <a:lnTo>
                    <a:pt x="558076" y="451637"/>
                  </a:lnTo>
                  <a:lnTo>
                    <a:pt x="556958" y="451637"/>
                  </a:lnTo>
                  <a:lnTo>
                    <a:pt x="556755" y="452386"/>
                  </a:lnTo>
                  <a:lnTo>
                    <a:pt x="556666" y="452729"/>
                  </a:lnTo>
                  <a:lnTo>
                    <a:pt x="556615" y="452894"/>
                  </a:lnTo>
                  <a:lnTo>
                    <a:pt x="556221" y="454393"/>
                  </a:lnTo>
                  <a:lnTo>
                    <a:pt x="558825" y="454406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403790" y="7786934"/>
              <a:ext cx="222885" cy="315595"/>
            </a:xfrm>
            <a:custGeom>
              <a:avLst/>
              <a:gdLst/>
              <a:ahLst/>
              <a:cxnLst/>
              <a:rect l="l" t="t" r="r" b="b"/>
              <a:pathLst>
                <a:path w="222885" h="315595">
                  <a:moveTo>
                    <a:pt x="4178" y="312064"/>
                  </a:moveTo>
                  <a:lnTo>
                    <a:pt x="2082" y="312064"/>
                  </a:lnTo>
                  <a:lnTo>
                    <a:pt x="0" y="312064"/>
                  </a:lnTo>
                  <a:lnTo>
                    <a:pt x="0" y="315302"/>
                  </a:lnTo>
                  <a:lnTo>
                    <a:pt x="4178" y="315302"/>
                  </a:lnTo>
                  <a:lnTo>
                    <a:pt x="4178" y="312064"/>
                  </a:lnTo>
                  <a:close/>
                </a:path>
                <a:path w="222885" h="315595">
                  <a:moveTo>
                    <a:pt x="9182" y="291401"/>
                  </a:moveTo>
                  <a:lnTo>
                    <a:pt x="8890" y="291401"/>
                  </a:lnTo>
                  <a:lnTo>
                    <a:pt x="8597" y="291401"/>
                  </a:lnTo>
                  <a:lnTo>
                    <a:pt x="8597" y="291858"/>
                  </a:lnTo>
                  <a:lnTo>
                    <a:pt x="9182" y="291858"/>
                  </a:lnTo>
                  <a:lnTo>
                    <a:pt x="9182" y="291401"/>
                  </a:lnTo>
                  <a:close/>
                </a:path>
                <a:path w="222885" h="315595">
                  <a:moveTo>
                    <a:pt x="16687" y="295846"/>
                  </a:moveTo>
                  <a:lnTo>
                    <a:pt x="16332" y="295516"/>
                  </a:lnTo>
                  <a:lnTo>
                    <a:pt x="16052" y="295732"/>
                  </a:lnTo>
                  <a:lnTo>
                    <a:pt x="15633" y="296062"/>
                  </a:lnTo>
                  <a:lnTo>
                    <a:pt x="14401" y="297040"/>
                  </a:lnTo>
                  <a:lnTo>
                    <a:pt x="15049" y="297726"/>
                  </a:lnTo>
                  <a:lnTo>
                    <a:pt x="15417" y="297307"/>
                  </a:lnTo>
                  <a:lnTo>
                    <a:pt x="15760" y="296926"/>
                  </a:lnTo>
                  <a:lnTo>
                    <a:pt x="16103" y="296519"/>
                  </a:lnTo>
                  <a:lnTo>
                    <a:pt x="16446" y="296138"/>
                  </a:lnTo>
                  <a:lnTo>
                    <a:pt x="16687" y="295846"/>
                  </a:lnTo>
                  <a:close/>
                </a:path>
                <a:path w="222885" h="315595">
                  <a:moveTo>
                    <a:pt x="19215" y="252793"/>
                  </a:moveTo>
                  <a:lnTo>
                    <a:pt x="18732" y="252526"/>
                  </a:lnTo>
                  <a:lnTo>
                    <a:pt x="17640" y="251929"/>
                  </a:lnTo>
                  <a:lnTo>
                    <a:pt x="16941" y="251536"/>
                  </a:lnTo>
                  <a:lnTo>
                    <a:pt x="16433" y="252641"/>
                  </a:lnTo>
                  <a:lnTo>
                    <a:pt x="18351" y="253428"/>
                  </a:lnTo>
                  <a:lnTo>
                    <a:pt x="18872" y="253644"/>
                  </a:lnTo>
                  <a:lnTo>
                    <a:pt x="19215" y="252793"/>
                  </a:lnTo>
                  <a:close/>
                </a:path>
                <a:path w="222885" h="315595">
                  <a:moveTo>
                    <a:pt x="32931" y="223875"/>
                  </a:moveTo>
                  <a:lnTo>
                    <a:pt x="32334" y="223405"/>
                  </a:lnTo>
                  <a:lnTo>
                    <a:pt x="31076" y="222427"/>
                  </a:lnTo>
                  <a:lnTo>
                    <a:pt x="29349" y="222859"/>
                  </a:lnTo>
                  <a:lnTo>
                    <a:pt x="29349" y="225907"/>
                  </a:lnTo>
                  <a:lnTo>
                    <a:pt x="31076" y="226352"/>
                  </a:lnTo>
                  <a:lnTo>
                    <a:pt x="32118" y="225539"/>
                  </a:lnTo>
                  <a:lnTo>
                    <a:pt x="32435" y="225285"/>
                  </a:lnTo>
                  <a:lnTo>
                    <a:pt x="32931" y="224891"/>
                  </a:lnTo>
                  <a:lnTo>
                    <a:pt x="32931" y="223875"/>
                  </a:lnTo>
                  <a:close/>
                </a:path>
                <a:path w="222885" h="315595">
                  <a:moveTo>
                    <a:pt x="39611" y="304495"/>
                  </a:moveTo>
                  <a:lnTo>
                    <a:pt x="28206" y="304495"/>
                  </a:lnTo>
                  <a:lnTo>
                    <a:pt x="28194" y="313359"/>
                  </a:lnTo>
                  <a:lnTo>
                    <a:pt x="33909" y="313359"/>
                  </a:lnTo>
                  <a:lnTo>
                    <a:pt x="39598" y="313359"/>
                  </a:lnTo>
                  <a:lnTo>
                    <a:pt x="39611" y="304495"/>
                  </a:lnTo>
                  <a:close/>
                </a:path>
                <a:path w="222885" h="315595">
                  <a:moveTo>
                    <a:pt x="47294" y="270776"/>
                  </a:moveTo>
                  <a:lnTo>
                    <a:pt x="45148" y="268427"/>
                  </a:lnTo>
                  <a:lnTo>
                    <a:pt x="44170" y="270078"/>
                  </a:lnTo>
                  <a:lnTo>
                    <a:pt x="43916" y="270510"/>
                  </a:lnTo>
                  <a:lnTo>
                    <a:pt x="43294" y="271538"/>
                  </a:lnTo>
                  <a:lnTo>
                    <a:pt x="44246" y="272402"/>
                  </a:lnTo>
                  <a:lnTo>
                    <a:pt x="47294" y="270776"/>
                  </a:lnTo>
                  <a:close/>
                </a:path>
                <a:path w="222885" h="315595">
                  <a:moveTo>
                    <a:pt x="48412" y="194729"/>
                  </a:moveTo>
                  <a:lnTo>
                    <a:pt x="48056" y="194386"/>
                  </a:lnTo>
                  <a:lnTo>
                    <a:pt x="47777" y="194602"/>
                  </a:lnTo>
                  <a:lnTo>
                    <a:pt x="47155" y="195097"/>
                  </a:lnTo>
                  <a:lnTo>
                    <a:pt x="46799" y="195376"/>
                  </a:lnTo>
                  <a:lnTo>
                    <a:pt x="47345" y="195948"/>
                  </a:lnTo>
                  <a:lnTo>
                    <a:pt x="47650" y="195580"/>
                  </a:lnTo>
                  <a:lnTo>
                    <a:pt x="47828" y="195402"/>
                  </a:lnTo>
                  <a:lnTo>
                    <a:pt x="47993" y="195199"/>
                  </a:lnTo>
                  <a:lnTo>
                    <a:pt x="48412" y="194729"/>
                  </a:lnTo>
                  <a:close/>
                </a:path>
                <a:path w="222885" h="315595">
                  <a:moveTo>
                    <a:pt x="50025" y="274929"/>
                  </a:moveTo>
                  <a:lnTo>
                    <a:pt x="45135" y="274929"/>
                  </a:lnTo>
                  <a:lnTo>
                    <a:pt x="40259" y="274929"/>
                  </a:lnTo>
                  <a:lnTo>
                    <a:pt x="40246" y="282511"/>
                  </a:lnTo>
                  <a:lnTo>
                    <a:pt x="50012" y="282511"/>
                  </a:lnTo>
                  <a:lnTo>
                    <a:pt x="50025" y="274929"/>
                  </a:lnTo>
                  <a:close/>
                </a:path>
                <a:path w="222885" h="315595">
                  <a:moveTo>
                    <a:pt x="53606" y="299389"/>
                  </a:moveTo>
                  <a:lnTo>
                    <a:pt x="53390" y="294398"/>
                  </a:lnTo>
                  <a:lnTo>
                    <a:pt x="49669" y="294449"/>
                  </a:lnTo>
                  <a:lnTo>
                    <a:pt x="44970" y="294513"/>
                  </a:lnTo>
                  <a:lnTo>
                    <a:pt x="46355" y="302056"/>
                  </a:lnTo>
                  <a:lnTo>
                    <a:pt x="53606" y="299389"/>
                  </a:lnTo>
                  <a:close/>
                </a:path>
                <a:path w="222885" h="315595">
                  <a:moveTo>
                    <a:pt x="60210" y="224751"/>
                  </a:moveTo>
                  <a:lnTo>
                    <a:pt x="58826" y="223139"/>
                  </a:lnTo>
                  <a:lnTo>
                    <a:pt x="58178" y="221183"/>
                  </a:lnTo>
                  <a:lnTo>
                    <a:pt x="55867" y="221183"/>
                  </a:lnTo>
                  <a:lnTo>
                    <a:pt x="55333" y="222846"/>
                  </a:lnTo>
                  <a:lnTo>
                    <a:pt x="55245" y="223139"/>
                  </a:lnTo>
                  <a:lnTo>
                    <a:pt x="53860" y="224751"/>
                  </a:lnTo>
                  <a:lnTo>
                    <a:pt x="54711" y="227457"/>
                  </a:lnTo>
                  <a:lnTo>
                    <a:pt x="59334" y="227457"/>
                  </a:lnTo>
                  <a:lnTo>
                    <a:pt x="60210" y="224751"/>
                  </a:lnTo>
                  <a:close/>
                </a:path>
                <a:path w="222885" h="315595">
                  <a:moveTo>
                    <a:pt x="61087" y="250393"/>
                  </a:moveTo>
                  <a:lnTo>
                    <a:pt x="51841" y="250393"/>
                  </a:lnTo>
                  <a:lnTo>
                    <a:pt x="51841" y="257556"/>
                  </a:lnTo>
                  <a:lnTo>
                    <a:pt x="56464" y="257556"/>
                  </a:lnTo>
                  <a:lnTo>
                    <a:pt x="61087" y="257556"/>
                  </a:lnTo>
                  <a:lnTo>
                    <a:pt x="61087" y="250393"/>
                  </a:lnTo>
                  <a:close/>
                </a:path>
                <a:path w="222885" h="315595">
                  <a:moveTo>
                    <a:pt x="61404" y="189166"/>
                  </a:moveTo>
                  <a:lnTo>
                    <a:pt x="53797" y="189166"/>
                  </a:lnTo>
                  <a:lnTo>
                    <a:pt x="53797" y="195072"/>
                  </a:lnTo>
                  <a:lnTo>
                    <a:pt x="57594" y="195072"/>
                  </a:lnTo>
                  <a:lnTo>
                    <a:pt x="61404" y="195072"/>
                  </a:lnTo>
                  <a:lnTo>
                    <a:pt x="61404" y="189166"/>
                  </a:lnTo>
                  <a:close/>
                </a:path>
                <a:path w="222885" h="315595">
                  <a:moveTo>
                    <a:pt x="71056" y="167474"/>
                  </a:moveTo>
                  <a:lnTo>
                    <a:pt x="70777" y="166357"/>
                  </a:lnTo>
                  <a:lnTo>
                    <a:pt x="68554" y="165023"/>
                  </a:lnTo>
                  <a:lnTo>
                    <a:pt x="67627" y="165112"/>
                  </a:lnTo>
                  <a:lnTo>
                    <a:pt x="61468" y="166128"/>
                  </a:lnTo>
                  <a:lnTo>
                    <a:pt x="65151" y="174904"/>
                  </a:lnTo>
                  <a:lnTo>
                    <a:pt x="70281" y="170205"/>
                  </a:lnTo>
                  <a:lnTo>
                    <a:pt x="70764" y="169595"/>
                  </a:lnTo>
                  <a:lnTo>
                    <a:pt x="70891" y="168656"/>
                  </a:lnTo>
                  <a:lnTo>
                    <a:pt x="71056" y="167474"/>
                  </a:lnTo>
                  <a:close/>
                </a:path>
                <a:path w="222885" h="315595">
                  <a:moveTo>
                    <a:pt x="72885" y="183972"/>
                  </a:moveTo>
                  <a:lnTo>
                    <a:pt x="70904" y="183438"/>
                  </a:lnTo>
                  <a:lnTo>
                    <a:pt x="70104" y="184480"/>
                  </a:lnTo>
                  <a:lnTo>
                    <a:pt x="69596" y="185127"/>
                  </a:lnTo>
                  <a:lnTo>
                    <a:pt x="69354" y="185458"/>
                  </a:lnTo>
                  <a:lnTo>
                    <a:pt x="68135" y="187032"/>
                  </a:lnTo>
                  <a:lnTo>
                    <a:pt x="71335" y="188810"/>
                  </a:lnTo>
                  <a:lnTo>
                    <a:pt x="72885" y="183972"/>
                  </a:lnTo>
                  <a:close/>
                </a:path>
                <a:path w="222885" h="315595">
                  <a:moveTo>
                    <a:pt x="73596" y="290639"/>
                  </a:moveTo>
                  <a:lnTo>
                    <a:pt x="71056" y="290639"/>
                  </a:lnTo>
                  <a:lnTo>
                    <a:pt x="71056" y="292608"/>
                  </a:lnTo>
                  <a:lnTo>
                    <a:pt x="72326" y="292608"/>
                  </a:lnTo>
                  <a:lnTo>
                    <a:pt x="73596" y="292608"/>
                  </a:lnTo>
                  <a:lnTo>
                    <a:pt x="73596" y="290639"/>
                  </a:lnTo>
                  <a:close/>
                </a:path>
                <a:path w="222885" h="315595">
                  <a:moveTo>
                    <a:pt x="76111" y="274243"/>
                  </a:moveTo>
                  <a:lnTo>
                    <a:pt x="71755" y="274243"/>
                  </a:lnTo>
                  <a:lnTo>
                    <a:pt x="67411" y="274243"/>
                  </a:lnTo>
                  <a:lnTo>
                    <a:pt x="67411" y="280987"/>
                  </a:lnTo>
                  <a:lnTo>
                    <a:pt x="76111" y="280987"/>
                  </a:lnTo>
                  <a:lnTo>
                    <a:pt x="76111" y="274243"/>
                  </a:lnTo>
                  <a:close/>
                </a:path>
                <a:path w="222885" h="315595">
                  <a:moveTo>
                    <a:pt x="81978" y="152031"/>
                  </a:moveTo>
                  <a:lnTo>
                    <a:pt x="81064" y="148920"/>
                  </a:lnTo>
                  <a:lnTo>
                    <a:pt x="75133" y="149161"/>
                  </a:lnTo>
                  <a:lnTo>
                    <a:pt x="73558" y="151396"/>
                  </a:lnTo>
                  <a:lnTo>
                    <a:pt x="74472" y="153555"/>
                  </a:lnTo>
                  <a:lnTo>
                    <a:pt x="75298" y="155536"/>
                  </a:lnTo>
                  <a:lnTo>
                    <a:pt x="78168" y="156324"/>
                  </a:lnTo>
                  <a:lnTo>
                    <a:pt x="80225" y="154000"/>
                  </a:lnTo>
                  <a:lnTo>
                    <a:pt x="80492" y="153708"/>
                  </a:lnTo>
                  <a:lnTo>
                    <a:pt x="81978" y="152031"/>
                  </a:lnTo>
                  <a:close/>
                </a:path>
                <a:path w="222885" h="315595">
                  <a:moveTo>
                    <a:pt x="84328" y="132118"/>
                  </a:moveTo>
                  <a:lnTo>
                    <a:pt x="84289" y="131762"/>
                  </a:lnTo>
                  <a:lnTo>
                    <a:pt x="84188" y="131419"/>
                  </a:lnTo>
                  <a:lnTo>
                    <a:pt x="84150" y="130200"/>
                  </a:lnTo>
                  <a:lnTo>
                    <a:pt x="83235" y="129095"/>
                  </a:lnTo>
                  <a:lnTo>
                    <a:pt x="82042" y="128676"/>
                  </a:lnTo>
                  <a:lnTo>
                    <a:pt x="80314" y="128066"/>
                  </a:lnTo>
                  <a:lnTo>
                    <a:pt x="78727" y="128841"/>
                  </a:lnTo>
                  <a:lnTo>
                    <a:pt x="76568" y="131889"/>
                  </a:lnTo>
                  <a:lnTo>
                    <a:pt x="77762" y="134239"/>
                  </a:lnTo>
                  <a:lnTo>
                    <a:pt x="81419" y="135229"/>
                  </a:lnTo>
                  <a:lnTo>
                    <a:pt x="83832" y="134797"/>
                  </a:lnTo>
                  <a:lnTo>
                    <a:pt x="84328" y="132118"/>
                  </a:lnTo>
                  <a:close/>
                </a:path>
                <a:path w="222885" h="315595">
                  <a:moveTo>
                    <a:pt x="92443" y="137020"/>
                  </a:moveTo>
                  <a:lnTo>
                    <a:pt x="92151" y="137020"/>
                  </a:lnTo>
                  <a:lnTo>
                    <a:pt x="91859" y="137020"/>
                  </a:lnTo>
                  <a:lnTo>
                    <a:pt x="91859" y="137477"/>
                  </a:lnTo>
                  <a:lnTo>
                    <a:pt x="92443" y="137477"/>
                  </a:lnTo>
                  <a:lnTo>
                    <a:pt x="92443" y="137020"/>
                  </a:lnTo>
                  <a:close/>
                </a:path>
                <a:path w="222885" h="315595">
                  <a:moveTo>
                    <a:pt x="95173" y="198285"/>
                  </a:moveTo>
                  <a:lnTo>
                    <a:pt x="93586" y="198704"/>
                  </a:lnTo>
                  <a:lnTo>
                    <a:pt x="93230" y="198780"/>
                  </a:lnTo>
                  <a:lnTo>
                    <a:pt x="93052" y="198831"/>
                  </a:lnTo>
                  <a:lnTo>
                    <a:pt x="92252" y="199034"/>
                  </a:lnTo>
                  <a:lnTo>
                    <a:pt x="92252" y="200253"/>
                  </a:lnTo>
                  <a:lnTo>
                    <a:pt x="93052" y="200456"/>
                  </a:lnTo>
                  <a:lnTo>
                    <a:pt x="93230" y="200494"/>
                  </a:lnTo>
                  <a:lnTo>
                    <a:pt x="93408" y="200558"/>
                  </a:lnTo>
                  <a:lnTo>
                    <a:pt x="93586" y="200596"/>
                  </a:lnTo>
                  <a:lnTo>
                    <a:pt x="95173" y="201002"/>
                  </a:lnTo>
                  <a:lnTo>
                    <a:pt x="95173" y="198285"/>
                  </a:lnTo>
                  <a:close/>
                </a:path>
                <a:path w="222885" h="315595">
                  <a:moveTo>
                    <a:pt x="97243" y="223418"/>
                  </a:moveTo>
                  <a:lnTo>
                    <a:pt x="83667" y="223418"/>
                  </a:lnTo>
                  <a:lnTo>
                    <a:pt x="83654" y="233959"/>
                  </a:lnTo>
                  <a:lnTo>
                    <a:pt x="90449" y="233959"/>
                  </a:lnTo>
                  <a:lnTo>
                    <a:pt x="97231" y="233959"/>
                  </a:lnTo>
                  <a:lnTo>
                    <a:pt x="97243" y="223418"/>
                  </a:lnTo>
                  <a:close/>
                </a:path>
                <a:path w="222885" h="315595">
                  <a:moveTo>
                    <a:pt x="98577" y="156070"/>
                  </a:moveTo>
                  <a:lnTo>
                    <a:pt x="94411" y="156070"/>
                  </a:lnTo>
                  <a:lnTo>
                    <a:pt x="90258" y="156070"/>
                  </a:lnTo>
                  <a:lnTo>
                    <a:pt x="90246" y="162534"/>
                  </a:lnTo>
                  <a:lnTo>
                    <a:pt x="98564" y="162534"/>
                  </a:lnTo>
                  <a:lnTo>
                    <a:pt x="98577" y="156070"/>
                  </a:lnTo>
                  <a:close/>
                </a:path>
                <a:path w="222885" h="315595">
                  <a:moveTo>
                    <a:pt x="104305" y="109791"/>
                  </a:moveTo>
                  <a:lnTo>
                    <a:pt x="98145" y="107696"/>
                  </a:lnTo>
                  <a:lnTo>
                    <a:pt x="97574" y="111277"/>
                  </a:lnTo>
                  <a:lnTo>
                    <a:pt x="97129" y="114007"/>
                  </a:lnTo>
                  <a:lnTo>
                    <a:pt x="100774" y="116014"/>
                  </a:lnTo>
                  <a:lnTo>
                    <a:pt x="104305" y="109791"/>
                  </a:lnTo>
                  <a:close/>
                </a:path>
                <a:path w="222885" h="315595">
                  <a:moveTo>
                    <a:pt x="104330" y="125310"/>
                  </a:moveTo>
                  <a:lnTo>
                    <a:pt x="104140" y="124002"/>
                  </a:lnTo>
                  <a:lnTo>
                    <a:pt x="104051" y="123342"/>
                  </a:lnTo>
                  <a:lnTo>
                    <a:pt x="103936" y="123101"/>
                  </a:lnTo>
                  <a:lnTo>
                    <a:pt x="102679" y="120751"/>
                  </a:lnTo>
                  <a:lnTo>
                    <a:pt x="100012" y="122313"/>
                  </a:lnTo>
                  <a:lnTo>
                    <a:pt x="101257" y="124650"/>
                  </a:lnTo>
                  <a:lnTo>
                    <a:pt x="101422" y="124879"/>
                  </a:lnTo>
                  <a:lnTo>
                    <a:pt x="102971" y="126250"/>
                  </a:lnTo>
                  <a:lnTo>
                    <a:pt x="104330" y="125310"/>
                  </a:lnTo>
                  <a:close/>
                </a:path>
                <a:path w="222885" h="315595">
                  <a:moveTo>
                    <a:pt x="104533" y="279463"/>
                  </a:moveTo>
                  <a:lnTo>
                    <a:pt x="96761" y="279463"/>
                  </a:lnTo>
                  <a:lnTo>
                    <a:pt x="96748" y="285508"/>
                  </a:lnTo>
                  <a:lnTo>
                    <a:pt x="100647" y="285508"/>
                  </a:lnTo>
                  <a:lnTo>
                    <a:pt x="104533" y="285508"/>
                  </a:lnTo>
                  <a:lnTo>
                    <a:pt x="104533" y="279463"/>
                  </a:lnTo>
                  <a:close/>
                </a:path>
                <a:path w="222885" h="315595">
                  <a:moveTo>
                    <a:pt x="112445" y="177520"/>
                  </a:moveTo>
                  <a:lnTo>
                    <a:pt x="110274" y="177520"/>
                  </a:lnTo>
                  <a:lnTo>
                    <a:pt x="108102" y="177520"/>
                  </a:lnTo>
                  <a:lnTo>
                    <a:pt x="108102" y="180886"/>
                  </a:lnTo>
                  <a:lnTo>
                    <a:pt x="112445" y="180886"/>
                  </a:lnTo>
                  <a:lnTo>
                    <a:pt x="112445" y="177520"/>
                  </a:lnTo>
                  <a:close/>
                </a:path>
                <a:path w="222885" h="315595">
                  <a:moveTo>
                    <a:pt x="114884" y="264312"/>
                  </a:moveTo>
                  <a:lnTo>
                    <a:pt x="112572" y="262216"/>
                  </a:lnTo>
                  <a:lnTo>
                    <a:pt x="110350" y="263042"/>
                  </a:lnTo>
                  <a:lnTo>
                    <a:pt x="109778" y="263245"/>
                  </a:lnTo>
                  <a:lnTo>
                    <a:pt x="109435" y="263461"/>
                  </a:lnTo>
                  <a:lnTo>
                    <a:pt x="109105" y="263702"/>
                  </a:lnTo>
                  <a:lnTo>
                    <a:pt x="107010" y="263245"/>
                  </a:lnTo>
                  <a:lnTo>
                    <a:pt x="105054" y="263855"/>
                  </a:lnTo>
                  <a:lnTo>
                    <a:pt x="98996" y="268820"/>
                  </a:lnTo>
                  <a:lnTo>
                    <a:pt x="100901" y="274878"/>
                  </a:lnTo>
                  <a:lnTo>
                    <a:pt x="109410" y="278472"/>
                  </a:lnTo>
                  <a:lnTo>
                    <a:pt x="113639" y="275094"/>
                  </a:lnTo>
                  <a:lnTo>
                    <a:pt x="114134" y="269405"/>
                  </a:lnTo>
                  <a:lnTo>
                    <a:pt x="114033" y="269062"/>
                  </a:lnTo>
                  <a:lnTo>
                    <a:pt x="113982" y="268706"/>
                  </a:lnTo>
                  <a:lnTo>
                    <a:pt x="114490" y="268084"/>
                  </a:lnTo>
                  <a:lnTo>
                    <a:pt x="114884" y="267347"/>
                  </a:lnTo>
                  <a:lnTo>
                    <a:pt x="114884" y="264312"/>
                  </a:lnTo>
                  <a:close/>
                </a:path>
                <a:path w="222885" h="315595">
                  <a:moveTo>
                    <a:pt x="122542" y="140944"/>
                  </a:moveTo>
                  <a:lnTo>
                    <a:pt x="121145" y="140284"/>
                  </a:lnTo>
                  <a:lnTo>
                    <a:pt x="120891" y="140157"/>
                  </a:lnTo>
                  <a:lnTo>
                    <a:pt x="120662" y="140538"/>
                  </a:lnTo>
                  <a:lnTo>
                    <a:pt x="121678" y="141020"/>
                  </a:lnTo>
                  <a:lnTo>
                    <a:pt x="122059" y="141198"/>
                  </a:lnTo>
                  <a:lnTo>
                    <a:pt x="122313" y="141325"/>
                  </a:lnTo>
                  <a:lnTo>
                    <a:pt x="122542" y="140944"/>
                  </a:lnTo>
                  <a:close/>
                </a:path>
                <a:path w="222885" h="315595">
                  <a:moveTo>
                    <a:pt x="123520" y="213512"/>
                  </a:moveTo>
                  <a:lnTo>
                    <a:pt x="116281" y="213512"/>
                  </a:lnTo>
                  <a:lnTo>
                    <a:pt x="116281" y="219138"/>
                  </a:lnTo>
                  <a:lnTo>
                    <a:pt x="119900" y="219138"/>
                  </a:lnTo>
                  <a:lnTo>
                    <a:pt x="123520" y="219138"/>
                  </a:lnTo>
                  <a:lnTo>
                    <a:pt x="123520" y="213512"/>
                  </a:lnTo>
                  <a:close/>
                </a:path>
                <a:path w="222885" h="315595">
                  <a:moveTo>
                    <a:pt x="124231" y="246710"/>
                  </a:moveTo>
                  <a:lnTo>
                    <a:pt x="123469" y="244690"/>
                  </a:lnTo>
                  <a:lnTo>
                    <a:pt x="123291" y="243751"/>
                  </a:lnTo>
                  <a:lnTo>
                    <a:pt x="123278" y="242404"/>
                  </a:lnTo>
                  <a:lnTo>
                    <a:pt x="121373" y="241376"/>
                  </a:lnTo>
                  <a:lnTo>
                    <a:pt x="120408" y="242557"/>
                  </a:lnTo>
                  <a:lnTo>
                    <a:pt x="119976" y="242976"/>
                  </a:lnTo>
                  <a:lnTo>
                    <a:pt x="119761" y="243179"/>
                  </a:lnTo>
                  <a:lnTo>
                    <a:pt x="117995" y="244221"/>
                  </a:lnTo>
                  <a:lnTo>
                    <a:pt x="118186" y="246900"/>
                  </a:lnTo>
                  <a:lnTo>
                    <a:pt x="120065" y="247675"/>
                  </a:lnTo>
                  <a:lnTo>
                    <a:pt x="121805" y="248424"/>
                  </a:lnTo>
                  <a:lnTo>
                    <a:pt x="124231" y="246710"/>
                  </a:lnTo>
                  <a:close/>
                </a:path>
                <a:path w="222885" h="315595">
                  <a:moveTo>
                    <a:pt x="126834" y="180759"/>
                  </a:moveTo>
                  <a:lnTo>
                    <a:pt x="119773" y="180759"/>
                  </a:lnTo>
                  <a:lnTo>
                    <a:pt x="119773" y="186245"/>
                  </a:lnTo>
                  <a:lnTo>
                    <a:pt x="123304" y="186245"/>
                  </a:lnTo>
                  <a:lnTo>
                    <a:pt x="126834" y="186245"/>
                  </a:lnTo>
                  <a:lnTo>
                    <a:pt x="126834" y="180759"/>
                  </a:lnTo>
                  <a:close/>
                </a:path>
                <a:path w="222885" h="315595">
                  <a:moveTo>
                    <a:pt x="127241" y="297916"/>
                  </a:moveTo>
                  <a:lnTo>
                    <a:pt x="117094" y="297916"/>
                  </a:lnTo>
                  <a:lnTo>
                    <a:pt x="117094" y="305790"/>
                  </a:lnTo>
                  <a:lnTo>
                    <a:pt x="122174" y="305790"/>
                  </a:lnTo>
                  <a:lnTo>
                    <a:pt x="127241" y="305790"/>
                  </a:lnTo>
                  <a:lnTo>
                    <a:pt x="127241" y="297916"/>
                  </a:lnTo>
                  <a:close/>
                </a:path>
                <a:path w="222885" h="315595">
                  <a:moveTo>
                    <a:pt x="131521" y="210718"/>
                  </a:moveTo>
                  <a:lnTo>
                    <a:pt x="131229" y="210718"/>
                  </a:lnTo>
                  <a:lnTo>
                    <a:pt x="130937" y="210718"/>
                  </a:lnTo>
                  <a:lnTo>
                    <a:pt x="130937" y="211162"/>
                  </a:lnTo>
                  <a:lnTo>
                    <a:pt x="131521" y="211162"/>
                  </a:lnTo>
                  <a:lnTo>
                    <a:pt x="131521" y="210718"/>
                  </a:lnTo>
                  <a:close/>
                </a:path>
                <a:path w="222885" h="315595">
                  <a:moveTo>
                    <a:pt x="134035" y="263296"/>
                  </a:moveTo>
                  <a:lnTo>
                    <a:pt x="132321" y="262115"/>
                  </a:lnTo>
                  <a:lnTo>
                    <a:pt x="131381" y="263207"/>
                  </a:lnTo>
                  <a:lnTo>
                    <a:pt x="130759" y="263944"/>
                  </a:lnTo>
                  <a:lnTo>
                    <a:pt x="130213" y="264642"/>
                  </a:lnTo>
                  <a:lnTo>
                    <a:pt x="128765" y="267423"/>
                  </a:lnTo>
                  <a:lnTo>
                    <a:pt x="131660" y="269125"/>
                  </a:lnTo>
                  <a:lnTo>
                    <a:pt x="132689" y="267195"/>
                  </a:lnTo>
                  <a:lnTo>
                    <a:pt x="133146" y="266344"/>
                  </a:lnTo>
                  <a:lnTo>
                    <a:pt x="133451" y="265518"/>
                  </a:lnTo>
                  <a:lnTo>
                    <a:pt x="134035" y="263296"/>
                  </a:lnTo>
                  <a:close/>
                </a:path>
                <a:path w="222885" h="315595">
                  <a:moveTo>
                    <a:pt x="137071" y="84467"/>
                  </a:moveTo>
                  <a:lnTo>
                    <a:pt x="133553" y="79692"/>
                  </a:lnTo>
                  <a:lnTo>
                    <a:pt x="129413" y="79857"/>
                  </a:lnTo>
                  <a:lnTo>
                    <a:pt x="128016" y="84366"/>
                  </a:lnTo>
                  <a:lnTo>
                    <a:pt x="128333" y="85559"/>
                  </a:lnTo>
                  <a:lnTo>
                    <a:pt x="129997" y="87147"/>
                  </a:lnTo>
                  <a:lnTo>
                    <a:pt x="131064" y="87515"/>
                  </a:lnTo>
                  <a:lnTo>
                    <a:pt x="131660" y="87312"/>
                  </a:lnTo>
                  <a:lnTo>
                    <a:pt x="133248" y="86956"/>
                  </a:lnTo>
                  <a:lnTo>
                    <a:pt x="135255" y="86614"/>
                  </a:lnTo>
                  <a:lnTo>
                    <a:pt x="137071" y="84467"/>
                  </a:lnTo>
                  <a:close/>
                </a:path>
                <a:path w="222885" h="315595">
                  <a:moveTo>
                    <a:pt x="138404" y="114820"/>
                  </a:moveTo>
                  <a:lnTo>
                    <a:pt x="137160" y="113639"/>
                  </a:lnTo>
                  <a:lnTo>
                    <a:pt x="135128" y="113982"/>
                  </a:lnTo>
                  <a:lnTo>
                    <a:pt x="134531" y="114338"/>
                  </a:lnTo>
                  <a:lnTo>
                    <a:pt x="131724" y="116001"/>
                  </a:lnTo>
                  <a:lnTo>
                    <a:pt x="133756" y="119316"/>
                  </a:lnTo>
                  <a:lnTo>
                    <a:pt x="135623" y="117944"/>
                  </a:lnTo>
                  <a:lnTo>
                    <a:pt x="136448" y="117322"/>
                  </a:lnTo>
                  <a:lnTo>
                    <a:pt x="137096" y="116878"/>
                  </a:lnTo>
                  <a:lnTo>
                    <a:pt x="138404" y="114820"/>
                  </a:lnTo>
                  <a:close/>
                </a:path>
                <a:path w="222885" h="315595">
                  <a:moveTo>
                    <a:pt x="141846" y="232841"/>
                  </a:moveTo>
                  <a:lnTo>
                    <a:pt x="141452" y="228460"/>
                  </a:lnTo>
                  <a:lnTo>
                    <a:pt x="139661" y="227215"/>
                  </a:lnTo>
                  <a:lnTo>
                    <a:pt x="135788" y="229362"/>
                  </a:lnTo>
                  <a:lnTo>
                    <a:pt x="134924" y="230632"/>
                  </a:lnTo>
                  <a:lnTo>
                    <a:pt x="135407" y="234645"/>
                  </a:lnTo>
                  <a:lnTo>
                    <a:pt x="137388" y="236029"/>
                  </a:lnTo>
                  <a:lnTo>
                    <a:pt x="139484" y="234950"/>
                  </a:lnTo>
                  <a:lnTo>
                    <a:pt x="141058" y="234124"/>
                  </a:lnTo>
                  <a:lnTo>
                    <a:pt x="141846" y="232841"/>
                  </a:lnTo>
                  <a:close/>
                </a:path>
                <a:path w="222885" h="315595">
                  <a:moveTo>
                    <a:pt x="142849" y="163423"/>
                  </a:moveTo>
                  <a:lnTo>
                    <a:pt x="140754" y="161124"/>
                  </a:lnTo>
                  <a:lnTo>
                    <a:pt x="136423" y="161124"/>
                  </a:lnTo>
                  <a:lnTo>
                    <a:pt x="134340" y="163423"/>
                  </a:lnTo>
                  <a:lnTo>
                    <a:pt x="135343" y="166116"/>
                  </a:lnTo>
                  <a:lnTo>
                    <a:pt x="136525" y="169303"/>
                  </a:lnTo>
                  <a:lnTo>
                    <a:pt x="140665" y="169303"/>
                  </a:lnTo>
                  <a:lnTo>
                    <a:pt x="142849" y="163423"/>
                  </a:lnTo>
                  <a:close/>
                </a:path>
                <a:path w="222885" h="315595">
                  <a:moveTo>
                    <a:pt x="144437" y="203771"/>
                  </a:moveTo>
                  <a:close/>
                </a:path>
                <a:path w="222885" h="315595">
                  <a:moveTo>
                    <a:pt x="148399" y="142074"/>
                  </a:moveTo>
                  <a:lnTo>
                    <a:pt x="147815" y="140804"/>
                  </a:lnTo>
                  <a:lnTo>
                    <a:pt x="146583" y="140487"/>
                  </a:lnTo>
                  <a:lnTo>
                    <a:pt x="146215" y="140398"/>
                  </a:lnTo>
                  <a:lnTo>
                    <a:pt x="145415" y="140004"/>
                  </a:lnTo>
                  <a:lnTo>
                    <a:pt x="145859" y="140474"/>
                  </a:lnTo>
                  <a:lnTo>
                    <a:pt x="142849" y="137363"/>
                  </a:lnTo>
                  <a:lnTo>
                    <a:pt x="138493" y="143078"/>
                  </a:lnTo>
                  <a:lnTo>
                    <a:pt x="144348" y="146215"/>
                  </a:lnTo>
                  <a:lnTo>
                    <a:pt x="147586" y="145999"/>
                  </a:lnTo>
                  <a:lnTo>
                    <a:pt x="148399" y="142074"/>
                  </a:lnTo>
                  <a:close/>
                </a:path>
                <a:path w="222885" h="315595">
                  <a:moveTo>
                    <a:pt x="148564" y="208203"/>
                  </a:moveTo>
                  <a:lnTo>
                    <a:pt x="147853" y="204343"/>
                  </a:lnTo>
                  <a:lnTo>
                    <a:pt x="144919" y="203936"/>
                  </a:lnTo>
                  <a:lnTo>
                    <a:pt x="144386" y="203771"/>
                  </a:lnTo>
                  <a:lnTo>
                    <a:pt x="143738" y="203619"/>
                  </a:lnTo>
                  <a:lnTo>
                    <a:pt x="143040" y="203555"/>
                  </a:lnTo>
                  <a:lnTo>
                    <a:pt x="141033" y="204050"/>
                  </a:lnTo>
                  <a:lnTo>
                    <a:pt x="139979" y="205143"/>
                  </a:lnTo>
                  <a:lnTo>
                    <a:pt x="138925" y="209029"/>
                  </a:lnTo>
                  <a:lnTo>
                    <a:pt x="140817" y="211963"/>
                  </a:lnTo>
                  <a:lnTo>
                    <a:pt x="144792" y="211683"/>
                  </a:lnTo>
                  <a:lnTo>
                    <a:pt x="145999" y="211391"/>
                  </a:lnTo>
                  <a:lnTo>
                    <a:pt x="148564" y="208203"/>
                  </a:lnTo>
                  <a:close/>
                </a:path>
                <a:path w="222885" h="315595">
                  <a:moveTo>
                    <a:pt x="158318" y="105664"/>
                  </a:moveTo>
                  <a:lnTo>
                    <a:pt x="157645" y="105054"/>
                  </a:lnTo>
                  <a:lnTo>
                    <a:pt x="156845" y="105295"/>
                  </a:lnTo>
                  <a:lnTo>
                    <a:pt x="156616" y="105371"/>
                  </a:lnTo>
                  <a:lnTo>
                    <a:pt x="154076" y="106133"/>
                  </a:lnTo>
                  <a:lnTo>
                    <a:pt x="156997" y="109321"/>
                  </a:lnTo>
                  <a:lnTo>
                    <a:pt x="157937" y="106692"/>
                  </a:lnTo>
                  <a:lnTo>
                    <a:pt x="158026" y="106476"/>
                  </a:lnTo>
                  <a:lnTo>
                    <a:pt x="158102" y="106273"/>
                  </a:lnTo>
                  <a:lnTo>
                    <a:pt x="158318" y="105664"/>
                  </a:lnTo>
                  <a:close/>
                </a:path>
                <a:path w="222885" h="315595">
                  <a:moveTo>
                    <a:pt x="158584" y="75120"/>
                  </a:moveTo>
                  <a:lnTo>
                    <a:pt x="157810" y="71666"/>
                  </a:lnTo>
                  <a:lnTo>
                    <a:pt x="158153" y="70243"/>
                  </a:lnTo>
                  <a:lnTo>
                    <a:pt x="157721" y="68605"/>
                  </a:lnTo>
                  <a:lnTo>
                    <a:pt x="155244" y="67500"/>
                  </a:lnTo>
                  <a:lnTo>
                    <a:pt x="153898" y="67195"/>
                  </a:lnTo>
                  <a:lnTo>
                    <a:pt x="150799" y="69519"/>
                  </a:lnTo>
                  <a:lnTo>
                    <a:pt x="150279" y="71564"/>
                  </a:lnTo>
                  <a:lnTo>
                    <a:pt x="151460" y="73914"/>
                  </a:lnTo>
                  <a:lnTo>
                    <a:pt x="153123" y="77216"/>
                  </a:lnTo>
                  <a:lnTo>
                    <a:pt x="158584" y="75120"/>
                  </a:lnTo>
                  <a:close/>
                </a:path>
                <a:path w="222885" h="315595">
                  <a:moveTo>
                    <a:pt x="162560" y="284289"/>
                  </a:moveTo>
                  <a:lnTo>
                    <a:pt x="162153" y="282778"/>
                  </a:lnTo>
                  <a:lnTo>
                    <a:pt x="162102" y="282613"/>
                  </a:lnTo>
                  <a:lnTo>
                    <a:pt x="162052" y="282435"/>
                  </a:lnTo>
                  <a:lnTo>
                    <a:pt x="161810" y="281520"/>
                  </a:lnTo>
                  <a:lnTo>
                    <a:pt x="160693" y="281520"/>
                  </a:lnTo>
                  <a:lnTo>
                    <a:pt x="160489" y="282270"/>
                  </a:lnTo>
                  <a:lnTo>
                    <a:pt x="160401" y="282613"/>
                  </a:lnTo>
                  <a:lnTo>
                    <a:pt x="160350" y="282778"/>
                  </a:lnTo>
                  <a:lnTo>
                    <a:pt x="159956" y="284276"/>
                  </a:lnTo>
                  <a:lnTo>
                    <a:pt x="162560" y="284289"/>
                  </a:lnTo>
                  <a:close/>
                </a:path>
                <a:path w="222885" h="315595">
                  <a:moveTo>
                    <a:pt x="163334" y="40411"/>
                  </a:moveTo>
                  <a:lnTo>
                    <a:pt x="159169" y="40411"/>
                  </a:lnTo>
                  <a:lnTo>
                    <a:pt x="159169" y="43649"/>
                  </a:lnTo>
                  <a:lnTo>
                    <a:pt x="161251" y="43649"/>
                  </a:lnTo>
                  <a:lnTo>
                    <a:pt x="163334" y="43649"/>
                  </a:lnTo>
                  <a:lnTo>
                    <a:pt x="163334" y="40411"/>
                  </a:lnTo>
                  <a:close/>
                </a:path>
                <a:path w="222885" h="315595">
                  <a:moveTo>
                    <a:pt x="165125" y="171450"/>
                  </a:moveTo>
                  <a:lnTo>
                    <a:pt x="156260" y="171450"/>
                  </a:lnTo>
                  <a:lnTo>
                    <a:pt x="156248" y="178346"/>
                  </a:lnTo>
                  <a:lnTo>
                    <a:pt x="160680" y="178346"/>
                  </a:lnTo>
                  <a:lnTo>
                    <a:pt x="165112" y="178346"/>
                  </a:lnTo>
                  <a:lnTo>
                    <a:pt x="165125" y="171450"/>
                  </a:lnTo>
                  <a:close/>
                </a:path>
                <a:path w="222885" h="315595">
                  <a:moveTo>
                    <a:pt x="166306" y="58940"/>
                  </a:moveTo>
                  <a:lnTo>
                    <a:pt x="164122" y="58940"/>
                  </a:lnTo>
                  <a:lnTo>
                    <a:pt x="164122" y="60629"/>
                  </a:lnTo>
                  <a:lnTo>
                    <a:pt x="165214" y="60629"/>
                  </a:lnTo>
                  <a:lnTo>
                    <a:pt x="166306" y="60629"/>
                  </a:lnTo>
                  <a:lnTo>
                    <a:pt x="166306" y="58940"/>
                  </a:lnTo>
                  <a:close/>
                </a:path>
                <a:path w="222885" h="315595">
                  <a:moveTo>
                    <a:pt x="166471" y="193611"/>
                  </a:moveTo>
                  <a:lnTo>
                    <a:pt x="160667" y="187947"/>
                  </a:lnTo>
                  <a:lnTo>
                    <a:pt x="156565" y="194017"/>
                  </a:lnTo>
                  <a:lnTo>
                    <a:pt x="160324" y="195745"/>
                  </a:lnTo>
                  <a:lnTo>
                    <a:pt x="163207" y="197053"/>
                  </a:lnTo>
                  <a:lnTo>
                    <a:pt x="166471" y="193611"/>
                  </a:lnTo>
                  <a:close/>
                </a:path>
                <a:path w="222885" h="315595">
                  <a:moveTo>
                    <a:pt x="168021" y="246646"/>
                  </a:moveTo>
                  <a:lnTo>
                    <a:pt x="158623" y="244424"/>
                  </a:lnTo>
                  <a:lnTo>
                    <a:pt x="155003" y="246976"/>
                  </a:lnTo>
                  <a:lnTo>
                    <a:pt x="155003" y="254495"/>
                  </a:lnTo>
                  <a:lnTo>
                    <a:pt x="158610" y="257073"/>
                  </a:lnTo>
                  <a:lnTo>
                    <a:pt x="162725" y="256095"/>
                  </a:lnTo>
                  <a:lnTo>
                    <a:pt x="168008" y="254850"/>
                  </a:lnTo>
                  <a:lnTo>
                    <a:pt x="168021" y="246646"/>
                  </a:lnTo>
                  <a:close/>
                </a:path>
                <a:path w="222885" h="315595">
                  <a:moveTo>
                    <a:pt x="169773" y="226593"/>
                  </a:moveTo>
                  <a:lnTo>
                    <a:pt x="166547" y="225374"/>
                  </a:lnTo>
                  <a:lnTo>
                    <a:pt x="161925" y="223634"/>
                  </a:lnTo>
                  <a:lnTo>
                    <a:pt x="161912" y="232689"/>
                  </a:lnTo>
                  <a:lnTo>
                    <a:pt x="169748" y="229717"/>
                  </a:lnTo>
                  <a:lnTo>
                    <a:pt x="169773" y="226593"/>
                  </a:lnTo>
                  <a:close/>
                </a:path>
                <a:path w="222885" h="315595">
                  <a:moveTo>
                    <a:pt x="171145" y="148615"/>
                  </a:moveTo>
                  <a:lnTo>
                    <a:pt x="170040" y="145973"/>
                  </a:lnTo>
                  <a:lnTo>
                    <a:pt x="169024" y="143560"/>
                  </a:lnTo>
                  <a:lnTo>
                    <a:pt x="165404" y="142494"/>
                  </a:lnTo>
                  <a:lnTo>
                    <a:pt x="161163" y="147485"/>
                  </a:lnTo>
                  <a:lnTo>
                    <a:pt x="162356" y="151625"/>
                  </a:lnTo>
                  <a:lnTo>
                    <a:pt x="169214" y="151460"/>
                  </a:lnTo>
                  <a:lnTo>
                    <a:pt x="171145" y="148615"/>
                  </a:lnTo>
                  <a:close/>
                </a:path>
                <a:path w="222885" h="315595">
                  <a:moveTo>
                    <a:pt x="172300" y="240296"/>
                  </a:moveTo>
                  <a:lnTo>
                    <a:pt x="171716" y="240296"/>
                  </a:lnTo>
                  <a:lnTo>
                    <a:pt x="171716" y="240753"/>
                  </a:lnTo>
                  <a:lnTo>
                    <a:pt x="172008" y="240753"/>
                  </a:lnTo>
                  <a:lnTo>
                    <a:pt x="172300" y="240753"/>
                  </a:lnTo>
                  <a:lnTo>
                    <a:pt x="172300" y="240296"/>
                  </a:lnTo>
                  <a:close/>
                </a:path>
                <a:path w="222885" h="315595">
                  <a:moveTo>
                    <a:pt x="177012" y="246024"/>
                  </a:moveTo>
                  <a:lnTo>
                    <a:pt x="176453" y="245402"/>
                  </a:lnTo>
                  <a:lnTo>
                    <a:pt x="176276" y="245198"/>
                  </a:lnTo>
                  <a:lnTo>
                    <a:pt x="175056" y="243852"/>
                  </a:lnTo>
                  <a:lnTo>
                    <a:pt x="172948" y="244868"/>
                  </a:lnTo>
                  <a:lnTo>
                    <a:pt x="172948" y="246443"/>
                  </a:lnTo>
                  <a:lnTo>
                    <a:pt x="172948" y="248031"/>
                  </a:lnTo>
                  <a:lnTo>
                    <a:pt x="175056" y="249047"/>
                  </a:lnTo>
                  <a:lnTo>
                    <a:pt x="176187" y="247789"/>
                  </a:lnTo>
                  <a:lnTo>
                    <a:pt x="176364" y="247586"/>
                  </a:lnTo>
                  <a:lnTo>
                    <a:pt x="177012" y="246875"/>
                  </a:lnTo>
                  <a:lnTo>
                    <a:pt x="177012" y="246024"/>
                  </a:lnTo>
                  <a:close/>
                </a:path>
                <a:path w="222885" h="315595">
                  <a:moveTo>
                    <a:pt x="179743" y="67462"/>
                  </a:moveTo>
                  <a:lnTo>
                    <a:pt x="179489" y="65735"/>
                  </a:lnTo>
                  <a:lnTo>
                    <a:pt x="177292" y="64770"/>
                  </a:lnTo>
                  <a:lnTo>
                    <a:pt x="176504" y="64579"/>
                  </a:lnTo>
                  <a:lnTo>
                    <a:pt x="173024" y="64414"/>
                  </a:lnTo>
                  <a:lnTo>
                    <a:pt x="171513" y="67043"/>
                  </a:lnTo>
                  <a:lnTo>
                    <a:pt x="173342" y="71399"/>
                  </a:lnTo>
                  <a:lnTo>
                    <a:pt x="175958" y="71577"/>
                  </a:lnTo>
                  <a:lnTo>
                    <a:pt x="178396" y="69634"/>
                  </a:lnTo>
                  <a:lnTo>
                    <a:pt x="178739" y="69215"/>
                  </a:lnTo>
                  <a:lnTo>
                    <a:pt x="179158" y="68478"/>
                  </a:lnTo>
                  <a:lnTo>
                    <a:pt x="179743" y="67462"/>
                  </a:lnTo>
                  <a:close/>
                </a:path>
                <a:path w="222885" h="315595">
                  <a:moveTo>
                    <a:pt x="183629" y="163385"/>
                  </a:moveTo>
                  <a:lnTo>
                    <a:pt x="181914" y="163385"/>
                  </a:lnTo>
                  <a:lnTo>
                    <a:pt x="181914" y="163830"/>
                  </a:lnTo>
                  <a:lnTo>
                    <a:pt x="182206" y="163830"/>
                  </a:lnTo>
                  <a:lnTo>
                    <a:pt x="183629" y="163830"/>
                  </a:lnTo>
                  <a:lnTo>
                    <a:pt x="183629" y="163385"/>
                  </a:lnTo>
                  <a:close/>
                </a:path>
                <a:path w="222885" h="315595">
                  <a:moveTo>
                    <a:pt x="184912" y="281711"/>
                  </a:moveTo>
                  <a:lnTo>
                    <a:pt x="182130" y="280174"/>
                  </a:lnTo>
                  <a:lnTo>
                    <a:pt x="180022" y="280885"/>
                  </a:lnTo>
                  <a:lnTo>
                    <a:pt x="179438" y="280454"/>
                  </a:lnTo>
                  <a:lnTo>
                    <a:pt x="178663" y="280225"/>
                  </a:lnTo>
                  <a:lnTo>
                    <a:pt x="175209" y="281228"/>
                  </a:lnTo>
                  <a:lnTo>
                    <a:pt x="174637" y="282981"/>
                  </a:lnTo>
                  <a:lnTo>
                    <a:pt x="175145" y="284365"/>
                  </a:lnTo>
                  <a:lnTo>
                    <a:pt x="174205" y="284353"/>
                  </a:lnTo>
                  <a:lnTo>
                    <a:pt x="173291" y="284505"/>
                  </a:lnTo>
                  <a:lnTo>
                    <a:pt x="167970" y="287147"/>
                  </a:lnTo>
                  <a:lnTo>
                    <a:pt x="168757" y="293217"/>
                  </a:lnTo>
                  <a:lnTo>
                    <a:pt x="174371" y="295478"/>
                  </a:lnTo>
                  <a:lnTo>
                    <a:pt x="176326" y="295262"/>
                  </a:lnTo>
                  <a:lnTo>
                    <a:pt x="179743" y="292620"/>
                  </a:lnTo>
                  <a:lnTo>
                    <a:pt x="180111" y="290626"/>
                  </a:lnTo>
                  <a:lnTo>
                    <a:pt x="179692" y="287578"/>
                  </a:lnTo>
                  <a:lnTo>
                    <a:pt x="179539" y="287172"/>
                  </a:lnTo>
                  <a:lnTo>
                    <a:pt x="179908" y="287337"/>
                  </a:lnTo>
                  <a:lnTo>
                    <a:pt x="180289" y="287426"/>
                  </a:lnTo>
                  <a:lnTo>
                    <a:pt x="182181" y="287223"/>
                  </a:lnTo>
                  <a:lnTo>
                    <a:pt x="183172" y="286537"/>
                  </a:lnTo>
                  <a:lnTo>
                    <a:pt x="183959" y="284353"/>
                  </a:lnTo>
                  <a:lnTo>
                    <a:pt x="184912" y="281711"/>
                  </a:lnTo>
                  <a:close/>
                </a:path>
                <a:path w="222885" h="315595">
                  <a:moveTo>
                    <a:pt x="184912" y="100545"/>
                  </a:moveTo>
                  <a:lnTo>
                    <a:pt x="180873" y="98323"/>
                  </a:lnTo>
                  <a:lnTo>
                    <a:pt x="176961" y="105232"/>
                  </a:lnTo>
                  <a:lnTo>
                    <a:pt x="183781" y="107556"/>
                  </a:lnTo>
                  <a:lnTo>
                    <a:pt x="184416" y="103581"/>
                  </a:lnTo>
                  <a:lnTo>
                    <a:pt x="184912" y="100545"/>
                  </a:lnTo>
                  <a:close/>
                </a:path>
                <a:path w="222885" h="315595">
                  <a:moveTo>
                    <a:pt x="185610" y="31686"/>
                  </a:moveTo>
                  <a:lnTo>
                    <a:pt x="185597" y="30734"/>
                  </a:lnTo>
                  <a:lnTo>
                    <a:pt x="185572" y="28257"/>
                  </a:lnTo>
                  <a:lnTo>
                    <a:pt x="183134" y="27216"/>
                  </a:lnTo>
                  <a:lnTo>
                    <a:pt x="180416" y="29946"/>
                  </a:lnTo>
                  <a:lnTo>
                    <a:pt x="181356" y="32537"/>
                  </a:lnTo>
                  <a:lnTo>
                    <a:pt x="183337" y="32448"/>
                  </a:lnTo>
                  <a:lnTo>
                    <a:pt x="184810" y="32385"/>
                  </a:lnTo>
                  <a:lnTo>
                    <a:pt x="185610" y="31686"/>
                  </a:lnTo>
                  <a:close/>
                </a:path>
                <a:path w="222885" h="315595">
                  <a:moveTo>
                    <a:pt x="189293" y="262890"/>
                  </a:moveTo>
                  <a:lnTo>
                    <a:pt x="188709" y="262890"/>
                  </a:lnTo>
                  <a:lnTo>
                    <a:pt x="188709" y="263347"/>
                  </a:lnTo>
                  <a:lnTo>
                    <a:pt x="189001" y="263347"/>
                  </a:lnTo>
                  <a:lnTo>
                    <a:pt x="189293" y="263347"/>
                  </a:lnTo>
                  <a:lnTo>
                    <a:pt x="189293" y="262890"/>
                  </a:lnTo>
                  <a:close/>
                </a:path>
                <a:path w="222885" h="315595">
                  <a:moveTo>
                    <a:pt x="190627" y="155714"/>
                  </a:moveTo>
                  <a:lnTo>
                    <a:pt x="189725" y="153568"/>
                  </a:lnTo>
                  <a:lnTo>
                    <a:pt x="189077" y="152031"/>
                  </a:lnTo>
                  <a:lnTo>
                    <a:pt x="187794" y="152031"/>
                  </a:lnTo>
                  <a:lnTo>
                    <a:pt x="186245" y="155702"/>
                  </a:lnTo>
                  <a:lnTo>
                    <a:pt x="190627" y="155714"/>
                  </a:lnTo>
                  <a:close/>
                </a:path>
                <a:path w="222885" h="315595">
                  <a:moveTo>
                    <a:pt x="192468" y="231673"/>
                  </a:moveTo>
                  <a:lnTo>
                    <a:pt x="187299" y="231673"/>
                  </a:lnTo>
                  <a:lnTo>
                    <a:pt x="182156" y="231673"/>
                  </a:lnTo>
                  <a:lnTo>
                    <a:pt x="182143" y="239687"/>
                  </a:lnTo>
                  <a:lnTo>
                    <a:pt x="192455" y="239687"/>
                  </a:lnTo>
                  <a:lnTo>
                    <a:pt x="192468" y="231673"/>
                  </a:lnTo>
                  <a:close/>
                </a:path>
                <a:path w="222885" h="315595">
                  <a:moveTo>
                    <a:pt x="197205" y="193763"/>
                  </a:moveTo>
                  <a:lnTo>
                    <a:pt x="192405" y="193763"/>
                  </a:lnTo>
                  <a:lnTo>
                    <a:pt x="187604" y="193763"/>
                  </a:lnTo>
                  <a:lnTo>
                    <a:pt x="187591" y="201218"/>
                  </a:lnTo>
                  <a:lnTo>
                    <a:pt x="197205" y="201218"/>
                  </a:lnTo>
                  <a:lnTo>
                    <a:pt x="197205" y="193763"/>
                  </a:lnTo>
                  <a:close/>
                </a:path>
                <a:path w="222885" h="315595">
                  <a:moveTo>
                    <a:pt x="199898" y="114376"/>
                  </a:moveTo>
                  <a:lnTo>
                    <a:pt x="199580" y="113220"/>
                  </a:lnTo>
                  <a:lnTo>
                    <a:pt x="197573" y="112217"/>
                  </a:lnTo>
                  <a:lnTo>
                    <a:pt x="196799" y="112191"/>
                  </a:lnTo>
                  <a:lnTo>
                    <a:pt x="191427" y="113474"/>
                  </a:lnTo>
                  <a:lnTo>
                    <a:pt x="194411" y="120446"/>
                  </a:lnTo>
                  <a:lnTo>
                    <a:pt x="198437" y="117284"/>
                  </a:lnTo>
                  <a:lnTo>
                    <a:pt x="199136" y="116738"/>
                  </a:lnTo>
                  <a:lnTo>
                    <a:pt x="199517" y="116179"/>
                  </a:lnTo>
                  <a:lnTo>
                    <a:pt x="199898" y="114376"/>
                  </a:lnTo>
                  <a:close/>
                </a:path>
                <a:path w="222885" h="315595">
                  <a:moveTo>
                    <a:pt x="203454" y="154228"/>
                  </a:moveTo>
                  <a:lnTo>
                    <a:pt x="202869" y="154228"/>
                  </a:lnTo>
                  <a:lnTo>
                    <a:pt x="202869" y="154686"/>
                  </a:lnTo>
                  <a:lnTo>
                    <a:pt x="203161" y="154686"/>
                  </a:lnTo>
                  <a:lnTo>
                    <a:pt x="203454" y="154686"/>
                  </a:lnTo>
                  <a:lnTo>
                    <a:pt x="203454" y="154228"/>
                  </a:lnTo>
                  <a:close/>
                </a:path>
                <a:path w="222885" h="315595">
                  <a:moveTo>
                    <a:pt x="205117" y="34124"/>
                  </a:moveTo>
                  <a:lnTo>
                    <a:pt x="204749" y="32753"/>
                  </a:lnTo>
                  <a:lnTo>
                    <a:pt x="203568" y="32359"/>
                  </a:lnTo>
                  <a:lnTo>
                    <a:pt x="203149" y="32219"/>
                  </a:lnTo>
                  <a:lnTo>
                    <a:pt x="202679" y="32207"/>
                  </a:lnTo>
                  <a:lnTo>
                    <a:pt x="200901" y="30873"/>
                  </a:lnTo>
                  <a:lnTo>
                    <a:pt x="198958" y="32931"/>
                  </a:lnTo>
                  <a:lnTo>
                    <a:pt x="200939" y="35852"/>
                  </a:lnTo>
                  <a:lnTo>
                    <a:pt x="202895" y="36626"/>
                  </a:lnTo>
                  <a:lnTo>
                    <a:pt x="205117" y="34124"/>
                  </a:lnTo>
                  <a:close/>
                </a:path>
                <a:path w="222885" h="315595">
                  <a:moveTo>
                    <a:pt x="208953" y="143637"/>
                  </a:moveTo>
                  <a:lnTo>
                    <a:pt x="202552" y="136715"/>
                  </a:lnTo>
                  <a:lnTo>
                    <a:pt x="196088" y="145338"/>
                  </a:lnTo>
                  <a:lnTo>
                    <a:pt x="200380" y="149364"/>
                  </a:lnTo>
                  <a:lnTo>
                    <a:pt x="203314" y="147396"/>
                  </a:lnTo>
                  <a:lnTo>
                    <a:pt x="208953" y="143637"/>
                  </a:lnTo>
                  <a:close/>
                </a:path>
                <a:path w="222885" h="315595">
                  <a:moveTo>
                    <a:pt x="211264" y="74980"/>
                  </a:moveTo>
                  <a:lnTo>
                    <a:pt x="202323" y="71716"/>
                  </a:lnTo>
                  <a:lnTo>
                    <a:pt x="199707" y="76454"/>
                  </a:lnTo>
                  <a:lnTo>
                    <a:pt x="202361" y="78854"/>
                  </a:lnTo>
                  <a:lnTo>
                    <a:pt x="206565" y="82638"/>
                  </a:lnTo>
                  <a:lnTo>
                    <a:pt x="211264" y="74980"/>
                  </a:lnTo>
                  <a:close/>
                </a:path>
                <a:path w="222885" h="315595">
                  <a:moveTo>
                    <a:pt x="211442" y="179514"/>
                  </a:moveTo>
                  <a:lnTo>
                    <a:pt x="210058" y="176949"/>
                  </a:lnTo>
                  <a:lnTo>
                    <a:pt x="206463" y="176949"/>
                  </a:lnTo>
                  <a:lnTo>
                    <a:pt x="205092" y="179527"/>
                  </a:lnTo>
                  <a:lnTo>
                    <a:pt x="206768" y="180873"/>
                  </a:lnTo>
                  <a:lnTo>
                    <a:pt x="206971" y="181038"/>
                  </a:lnTo>
                  <a:lnTo>
                    <a:pt x="207810" y="181698"/>
                  </a:lnTo>
                  <a:lnTo>
                    <a:pt x="208711" y="181711"/>
                  </a:lnTo>
                  <a:lnTo>
                    <a:pt x="209651" y="180949"/>
                  </a:lnTo>
                  <a:lnTo>
                    <a:pt x="211442" y="179514"/>
                  </a:lnTo>
                  <a:close/>
                </a:path>
                <a:path w="222885" h="315595">
                  <a:moveTo>
                    <a:pt x="219887" y="42494"/>
                  </a:moveTo>
                  <a:lnTo>
                    <a:pt x="215620" y="42494"/>
                  </a:lnTo>
                  <a:lnTo>
                    <a:pt x="211378" y="42494"/>
                  </a:lnTo>
                  <a:lnTo>
                    <a:pt x="211366" y="49098"/>
                  </a:lnTo>
                  <a:lnTo>
                    <a:pt x="219875" y="49098"/>
                  </a:lnTo>
                  <a:lnTo>
                    <a:pt x="219887" y="42494"/>
                  </a:lnTo>
                  <a:close/>
                </a:path>
                <a:path w="222885" h="315595">
                  <a:moveTo>
                    <a:pt x="222719" y="0"/>
                  </a:moveTo>
                  <a:lnTo>
                    <a:pt x="218452" y="0"/>
                  </a:lnTo>
                  <a:lnTo>
                    <a:pt x="214210" y="0"/>
                  </a:lnTo>
                  <a:lnTo>
                    <a:pt x="214198" y="6604"/>
                  </a:lnTo>
                  <a:lnTo>
                    <a:pt x="222707" y="6604"/>
                  </a:lnTo>
                  <a:lnTo>
                    <a:pt x="222719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392335" y="7755768"/>
              <a:ext cx="281305" cy="344170"/>
            </a:xfrm>
            <a:custGeom>
              <a:avLst/>
              <a:gdLst/>
              <a:ahLst/>
              <a:cxnLst/>
              <a:rect l="l" t="t" r="r" b="b"/>
              <a:pathLst>
                <a:path w="281304" h="344170">
                  <a:moveTo>
                    <a:pt x="4826" y="202044"/>
                  </a:moveTo>
                  <a:lnTo>
                    <a:pt x="0" y="198818"/>
                  </a:lnTo>
                  <a:lnTo>
                    <a:pt x="0" y="206514"/>
                  </a:lnTo>
                  <a:lnTo>
                    <a:pt x="3390" y="204241"/>
                  </a:lnTo>
                  <a:lnTo>
                    <a:pt x="4826" y="203263"/>
                  </a:lnTo>
                  <a:lnTo>
                    <a:pt x="4826" y="202044"/>
                  </a:lnTo>
                  <a:close/>
                </a:path>
                <a:path w="281304" h="344170">
                  <a:moveTo>
                    <a:pt x="13271" y="239572"/>
                  </a:moveTo>
                  <a:lnTo>
                    <a:pt x="11112" y="238506"/>
                  </a:lnTo>
                  <a:lnTo>
                    <a:pt x="9677" y="239344"/>
                  </a:lnTo>
                  <a:lnTo>
                    <a:pt x="8166" y="240233"/>
                  </a:lnTo>
                  <a:lnTo>
                    <a:pt x="8178" y="242468"/>
                  </a:lnTo>
                  <a:lnTo>
                    <a:pt x="9677" y="243357"/>
                  </a:lnTo>
                  <a:lnTo>
                    <a:pt x="10071" y="243586"/>
                  </a:lnTo>
                  <a:lnTo>
                    <a:pt x="10452" y="243827"/>
                  </a:lnTo>
                  <a:lnTo>
                    <a:pt x="10858" y="244055"/>
                  </a:lnTo>
                  <a:lnTo>
                    <a:pt x="11861" y="244665"/>
                  </a:lnTo>
                  <a:lnTo>
                    <a:pt x="13017" y="243878"/>
                  </a:lnTo>
                  <a:lnTo>
                    <a:pt x="13131" y="241833"/>
                  </a:lnTo>
                  <a:lnTo>
                    <a:pt x="13157" y="241363"/>
                  </a:lnTo>
                  <a:lnTo>
                    <a:pt x="13271" y="239572"/>
                  </a:lnTo>
                  <a:close/>
                </a:path>
                <a:path w="281304" h="344170">
                  <a:moveTo>
                    <a:pt x="38061" y="178396"/>
                  </a:moveTo>
                  <a:lnTo>
                    <a:pt x="34823" y="178384"/>
                  </a:lnTo>
                  <a:lnTo>
                    <a:pt x="35496" y="179971"/>
                  </a:lnTo>
                  <a:lnTo>
                    <a:pt x="35598" y="180174"/>
                  </a:lnTo>
                  <a:lnTo>
                    <a:pt x="35674" y="180403"/>
                  </a:lnTo>
                  <a:lnTo>
                    <a:pt x="35775" y="180606"/>
                  </a:lnTo>
                  <a:lnTo>
                    <a:pt x="36055" y="181279"/>
                  </a:lnTo>
                  <a:lnTo>
                    <a:pt x="36855" y="181279"/>
                  </a:lnTo>
                  <a:lnTo>
                    <a:pt x="37122" y="180606"/>
                  </a:lnTo>
                  <a:lnTo>
                    <a:pt x="37312" y="180174"/>
                  </a:lnTo>
                  <a:lnTo>
                    <a:pt x="37388" y="179971"/>
                  </a:lnTo>
                  <a:lnTo>
                    <a:pt x="38061" y="178396"/>
                  </a:lnTo>
                  <a:close/>
                </a:path>
                <a:path w="281304" h="344170">
                  <a:moveTo>
                    <a:pt x="79832" y="70777"/>
                  </a:moveTo>
                  <a:lnTo>
                    <a:pt x="76034" y="69862"/>
                  </a:lnTo>
                  <a:lnTo>
                    <a:pt x="74701" y="73228"/>
                  </a:lnTo>
                  <a:lnTo>
                    <a:pt x="74422" y="73875"/>
                  </a:lnTo>
                  <a:lnTo>
                    <a:pt x="74714" y="76390"/>
                  </a:lnTo>
                  <a:lnTo>
                    <a:pt x="76377" y="77330"/>
                  </a:lnTo>
                  <a:lnTo>
                    <a:pt x="77546" y="76174"/>
                  </a:lnTo>
                  <a:lnTo>
                    <a:pt x="78435" y="75311"/>
                  </a:lnTo>
                  <a:lnTo>
                    <a:pt x="78663" y="74498"/>
                  </a:lnTo>
                  <a:lnTo>
                    <a:pt x="79832" y="70777"/>
                  </a:lnTo>
                  <a:close/>
                </a:path>
                <a:path w="281304" h="344170">
                  <a:moveTo>
                    <a:pt x="81330" y="51625"/>
                  </a:moveTo>
                  <a:lnTo>
                    <a:pt x="80924" y="50939"/>
                  </a:lnTo>
                  <a:lnTo>
                    <a:pt x="79489" y="48539"/>
                  </a:lnTo>
                  <a:lnTo>
                    <a:pt x="77457" y="50723"/>
                  </a:lnTo>
                  <a:lnTo>
                    <a:pt x="79857" y="51993"/>
                  </a:lnTo>
                  <a:lnTo>
                    <a:pt x="80518" y="52349"/>
                  </a:lnTo>
                  <a:lnTo>
                    <a:pt x="81330" y="51625"/>
                  </a:lnTo>
                  <a:close/>
                </a:path>
                <a:path w="281304" h="344170">
                  <a:moveTo>
                    <a:pt x="100177" y="114211"/>
                  </a:moveTo>
                  <a:lnTo>
                    <a:pt x="99593" y="114211"/>
                  </a:lnTo>
                  <a:lnTo>
                    <a:pt x="99593" y="114668"/>
                  </a:lnTo>
                  <a:lnTo>
                    <a:pt x="99885" y="114668"/>
                  </a:lnTo>
                  <a:lnTo>
                    <a:pt x="100177" y="114668"/>
                  </a:lnTo>
                  <a:lnTo>
                    <a:pt x="100177" y="114211"/>
                  </a:lnTo>
                  <a:close/>
                </a:path>
                <a:path w="281304" h="344170">
                  <a:moveTo>
                    <a:pt x="103047" y="29540"/>
                  </a:moveTo>
                  <a:lnTo>
                    <a:pt x="100215" y="26657"/>
                  </a:lnTo>
                  <a:lnTo>
                    <a:pt x="98539" y="28460"/>
                  </a:lnTo>
                  <a:lnTo>
                    <a:pt x="96672" y="30480"/>
                  </a:lnTo>
                  <a:lnTo>
                    <a:pt x="97536" y="34239"/>
                  </a:lnTo>
                  <a:lnTo>
                    <a:pt x="102158" y="34061"/>
                  </a:lnTo>
                  <a:lnTo>
                    <a:pt x="102577" y="32194"/>
                  </a:lnTo>
                  <a:lnTo>
                    <a:pt x="101384" y="31369"/>
                  </a:lnTo>
                  <a:lnTo>
                    <a:pt x="101231" y="31280"/>
                  </a:lnTo>
                  <a:lnTo>
                    <a:pt x="101219" y="31140"/>
                  </a:lnTo>
                  <a:lnTo>
                    <a:pt x="103047" y="29540"/>
                  </a:lnTo>
                  <a:close/>
                </a:path>
                <a:path w="281304" h="344170">
                  <a:moveTo>
                    <a:pt x="103873" y="71031"/>
                  </a:moveTo>
                  <a:lnTo>
                    <a:pt x="101815" y="71628"/>
                  </a:lnTo>
                  <a:lnTo>
                    <a:pt x="101587" y="71691"/>
                  </a:lnTo>
                  <a:lnTo>
                    <a:pt x="101117" y="71818"/>
                  </a:lnTo>
                  <a:lnTo>
                    <a:pt x="100114" y="72110"/>
                  </a:lnTo>
                  <a:lnTo>
                    <a:pt x="100114" y="73571"/>
                  </a:lnTo>
                  <a:lnTo>
                    <a:pt x="101117" y="73863"/>
                  </a:lnTo>
                  <a:lnTo>
                    <a:pt x="101358" y="73926"/>
                  </a:lnTo>
                  <a:lnTo>
                    <a:pt x="101587" y="74002"/>
                  </a:lnTo>
                  <a:lnTo>
                    <a:pt x="101815" y="74066"/>
                  </a:lnTo>
                  <a:lnTo>
                    <a:pt x="103847" y="74663"/>
                  </a:lnTo>
                  <a:lnTo>
                    <a:pt x="103873" y="71031"/>
                  </a:lnTo>
                  <a:close/>
                </a:path>
                <a:path w="281304" h="344170">
                  <a:moveTo>
                    <a:pt x="114033" y="173774"/>
                  </a:moveTo>
                  <a:lnTo>
                    <a:pt x="113715" y="172453"/>
                  </a:lnTo>
                  <a:lnTo>
                    <a:pt x="112268" y="172148"/>
                  </a:lnTo>
                  <a:lnTo>
                    <a:pt x="109715" y="171602"/>
                  </a:lnTo>
                  <a:lnTo>
                    <a:pt x="107937" y="173405"/>
                  </a:lnTo>
                  <a:lnTo>
                    <a:pt x="109474" y="177038"/>
                  </a:lnTo>
                  <a:lnTo>
                    <a:pt x="112217" y="177457"/>
                  </a:lnTo>
                  <a:lnTo>
                    <a:pt x="113118" y="175628"/>
                  </a:lnTo>
                  <a:lnTo>
                    <a:pt x="113423" y="175006"/>
                  </a:lnTo>
                  <a:lnTo>
                    <a:pt x="114033" y="173774"/>
                  </a:lnTo>
                  <a:close/>
                </a:path>
                <a:path w="281304" h="344170">
                  <a:moveTo>
                    <a:pt x="123469" y="41325"/>
                  </a:moveTo>
                  <a:lnTo>
                    <a:pt x="122491" y="38823"/>
                  </a:lnTo>
                  <a:lnTo>
                    <a:pt x="119316" y="39865"/>
                  </a:lnTo>
                  <a:lnTo>
                    <a:pt x="118745" y="40601"/>
                  </a:lnTo>
                  <a:lnTo>
                    <a:pt x="118694" y="42240"/>
                  </a:lnTo>
                  <a:lnTo>
                    <a:pt x="118897" y="42875"/>
                  </a:lnTo>
                  <a:lnTo>
                    <a:pt x="120523" y="44157"/>
                  </a:lnTo>
                  <a:lnTo>
                    <a:pt x="121983" y="43827"/>
                  </a:lnTo>
                  <a:lnTo>
                    <a:pt x="122466" y="42684"/>
                  </a:lnTo>
                  <a:lnTo>
                    <a:pt x="122923" y="42062"/>
                  </a:lnTo>
                  <a:lnTo>
                    <a:pt x="123469" y="41325"/>
                  </a:lnTo>
                  <a:close/>
                </a:path>
                <a:path w="281304" h="344170">
                  <a:moveTo>
                    <a:pt x="129882" y="1993"/>
                  </a:moveTo>
                  <a:lnTo>
                    <a:pt x="126479" y="0"/>
                  </a:lnTo>
                  <a:lnTo>
                    <a:pt x="124828" y="3136"/>
                  </a:lnTo>
                  <a:lnTo>
                    <a:pt x="124663" y="3670"/>
                  </a:lnTo>
                  <a:lnTo>
                    <a:pt x="124587" y="5816"/>
                  </a:lnTo>
                  <a:lnTo>
                    <a:pt x="126060" y="6794"/>
                  </a:lnTo>
                  <a:lnTo>
                    <a:pt x="127063" y="6070"/>
                  </a:lnTo>
                  <a:lnTo>
                    <a:pt x="127850" y="5473"/>
                  </a:lnTo>
                  <a:lnTo>
                    <a:pt x="128231" y="5118"/>
                  </a:lnTo>
                  <a:lnTo>
                    <a:pt x="129882" y="1993"/>
                  </a:lnTo>
                  <a:close/>
                </a:path>
                <a:path w="281304" h="344170">
                  <a:moveTo>
                    <a:pt x="133159" y="171297"/>
                  </a:moveTo>
                  <a:lnTo>
                    <a:pt x="129336" y="168490"/>
                  </a:lnTo>
                  <a:lnTo>
                    <a:pt x="127215" y="172186"/>
                  </a:lnTo>
                  <a:lnTo>
                    <a:pt x="126733" y="172923"/>
                  </a:lnTo>
                  <a:lnTo>
                    <a:pt x="127266" y="174764"/>
                  </a:lnTo>
                  <a:lnTo>
                    <a:pt x="127876" y="175310"/>
                  </a:lnTo>
                  <a:lnTo>
                    <a:pt x="129387" y="175209"/>
                  </a:lnTo>
                  <a:lnTo>
                    <a:pt x="129882" y="174942"/>
                  </a:lnTo>
                  <a:lnTo>
                    <a:pt x="130365" y="174498"/>
                  </a:lnTo>
                  <a:lnTo>
                    <a:pt x="130302" y="174764"/>
                  </a:lnTo>
                  <a:lnTo>
                    <a:pt x="130213" y="175412"/>
                  </a:lnTo>
                  <a:lnTo>
                    <a:pt x="130594" y="176377"/>
                  </a:lnTo>
                  <a:lnTo>
                    <a:pt x="133032" y="175412"/>
                  </a:lnTo>
                  <a:lnTo>
                    <a:pt x="133032" y="174498"/>
                  </a:lnTo>
                  <a:lnTo>
                    <a:pt x="133032" y="174332"/>
                  </a:lnTo>
                  <a:lnTo>
                    <a:pt x="131483" y="173710"/>
                  </a:lnTo>
                  <a:lnTo>
                    <a:pt x="131267" y="173685"/>
                  </a:lnTo>
                  <a:lnTo>
                    <a:pt x="131114" y="173710"/>
                  </a:lnTo>
                  <a:lnTo>
                    <a:pt x="133159" y="171297"/>
                  </a:lnTo>
                  <a:close/>
                </a:path>
                <a:path w="281304" h="344170">
                  <a:moveTo>
                    <a:pt x="141973" y="82003"/>
                  </a:moveTo>
                  <a:lnTo>
                    <a:pt x="141566" y="80327"/>
                  </a:lnTo>
                  <a:lnTo>
                    <a:pt x="140500" y="79425"/>
                  </a:lnTo>
                  <a:lnTo>
                    <a:pt x="140208" y="78943"/>
                  </a:lnTo>
                  <a:lnTo>
                    <a:pt x="139814" y="78536"/>
                  </a:lnTo>
                  <a:lnTo>
                    <a:pt x="138277" y="78257"/>
                  </a:lnTo>
                  <a:lnTo>
                    <a:pt x="137515" y="78232"/>
                  </a:lnTo>
                  <a:lnTo>
                    <a:pt x="135801" y="79425"/>
                  </a:lnTo>
                  <a:lnTo>
                    <a:pt x="135064" y="80645"/>
                  </a:lnTo>
                  <a:lnTo>
                    <a:pt x="136042" y="83286"/>
                  </a:lnTo>
                  <a:lnTo>
                    <a:pt x="136956" y="84074"/>
                  </a:lnTo>
                  <a:lnTo>
                    <a:pt x="139280" y="84150"/>
                  </a:lnTo>
                  <a:lnTo>
                    <a:pt x="139966" y="83794"/>
                  </a:lnTo>
                  <a:lnTo>
                    <a:pt x="141973" y="82003"/>
                  </a:lnTo>
                  <a:close/>
                </a:path>
                <a:path w="281304" h="344170">
                  <a:moveTo>
                    <a:pt x="157861" y="18021"/>
                  </a:moveTo>
                  <a:lnTo>
                    <a:pt x="152946" y="15176"/>
                  </a:lnTo>
                  <a:lnTo>
                    <a:pt x="150304" y="19634"/>
                  </a:lnTo>
                  <a:lnTo>
                    <a:pt x="150241" y="20726"/>
                  </a:lnTo>
                  <a:lnTo>
                    <a:pt x="150634" y="23456"/>
                  </a:lnTo>
                  <a:lnTo>
                    <a:pt x="152082" y="24244"/>
                  </a:lnTo>
                  <a:lnTo>
                    <a:pt x="153225" y="24295"/>
                  </a:lnTo>
                  <a:lnTo>
                    <a:pt x="154343" y="24345"/>
                  </a:lnTo>
                  <a:lnTo>
                    <a:pt x="155143" y="23825"/>
                  </a:lnTo>
                  <a:lnTo>
                    <a:pt x="155816" y="22707"/>
                  </a:lnTo>
                  <a:lnTo>
                    <a:pt x="155994" y="22288"/>
                  </a:lnTo>
                  <a:lnTo>
                    <a:pt x="156057" y="21793"/>
                  </a:lnTo>
                  <a:lnTo>
                    <a:pt x="156108" y="21602"/>
                  </a:lnTo>
                  <a:lnTo>
                    <a:pt x="156057" y="21183"/>
                  </a:lnTo>
                  <a:lnTo>
                    <a:pt x="157861" y="18021"/>
                  </a:lnTo>
                  <a:close/>
                </a:path>
                <a:path w="281304" h="344170">
                  <a:moveTo>
                    <a:pt x="198716" y="295478"/>
                  </a:moveTo>
                  <a:lnTo>
                    <a:pt x="198412" y="292138"/>
                  </a:lnTo>
                  <a:lnTo>
                    <a:pt x="198323" y="291198"/>
                  </a:lnTo>
                  <a:lnTo>
                    <a:pt x="197599" y="290131"/>
                  </a:lnTo>
                  <a:lnTo>
                    <a:pt x="195922" y="290296"/>
                  </a:lnTo>
                  <a:lnTo>
                    <a:pt x="195376" y="290220"/>
                  </a:lnTo>
                  <a:lnTo>
                    <a:pt x="194183" y="290525"/>
                  </a:lnTo>
                  <a:lnTo>
                    <a:pt x="193687" y="290906"/>
                  </a:lnTo>
                  <a:lnTo>
                    <a:pt x="191185" y="291604"/>
                  </a:lnTo>
                  <a:lnTo>
                    <a:pt x="191084" y="294005"/>
                  </a:lnTo>
                  <a:lnTo>
                    <a:pt x="195033" y="296773"/>
                  </a:lnTo>
                  <a:lnTo>
                    <a:pt x="198716" y="295478"/>
                  </a:lnTo>
                  <a:close/>
                </a:path>
                <a:path w="281304" h="344170">
                  <a:moveTo>
                    <a:pt x="200748" y="294055"/>
                  </a:moveTo>
                  <a:lnTo>
                    <a:pt x="200164" y="294055"/>
                  </a:lnTo>
                  <a:lnTo>
                    <a:pt x="200164" y="294513"/>
                  </a:lnTo>
                  <a:lnTo>
                    <a:pt x="200456" y="294513"/>
                  </a:lnTo>
                  <a:lnTo>
                    <a:pt x="200748" y="294513"/>
                  </a:lnTo>
                  <a:lnTo>
                    <a:pt x="200748" y="294055"/>
                  </a:lnTo>
                  <a:close/>
                </a:path>
                <a:path w="281304" h="344170">
                  <a:moveTo>
                    <a:pt x="215633" y="45212"/>
                  </a:moveTo>
                  <a:lnTo>
                    <a:pt x="215112" y="44399"/>
                  </a:lnTo>
                  <a:lnTo>
                    <a:pt x="215252" y="43319"/>
                  </a:lnTo>
                  <a:lnTo>
                    <a:pt x="214160" y="42100"/>
                  </a:lnTo>
                  <a:lnTo>
                    <a:pt x="213055" y="42545"/>
                  </a:lnTo>
                  <a:lnTo>
                    <a:pt x="211848" y="43002"/>
                  </a:lnTo>
                  <a:lnTo>
                    <a:pt x="210845" y="43548"/>
                  </a:lnTo>
                  <a:lnTo>
                    <a:pt x="208737" y="46177"/>
                  </a:lnTo>
                  <a:lnTo>
                    <a:pt x="209486" y="48653"/>
                  </a:lnTo>
                  <a:lnTo>
                    <a:pt x="211747" y="48717"/>
                  </a:lnTo>
                  <a:lnTo>
                    <a:pt x="213080" y="48768"/>
                  </a:lnTo>
                  <a:lnTo>
                    <a:pt x="214122" y="48310"/>
                  </a:lnTo>
                  <a:lnTo>
                    <a:pt x="215569" y="46469"/>
                  </a:lnTo>
                  <a:lnTo>
                    <a:pt x="215633" y="45212"/>
                  </a:lnTo>
                  <a:close/>
                </a:path>
                <a:path w="281304" h="344170">
                  <a:moveTo>
                    <a:pt x="221818" y="326301"/>
                  </a:moveTo>
                  <a:lnTo>
                    <a:pt x="214223" y="326301"/>
                  </a:lnTo>
                  <a:lnTo>
                    <a:pt x="214223" y="332206"/>
                  </a:lnTo>
                  <a:lnTo>
                    <a:pt x="218020" y="332206"/>
                  </a:lnTo>
                  <a:lnTo>
                    <a:pt x="221818" y="332206"/>
                  </a:lnTo>
                  <a:lnTo>
                    <a:pt x="221818" y="326301"/>
                  </a:lnTo>
                  <a:close/>
                </a:path>
                <a:path w="281304" h="344170">
                  <a:moveTo>
                    <a:pt x="226288" y="264388"/>
                  </a:moveTo>
                  <a:lnTo>
                    <a:pt x="219951" y="264388"/>
                  </a:lnTo>
                  <a:lnTo>
                    <a:pt x="219938" y="269316"/>
                  </a:lnTo>
                  <a:lnTo>
                    <a:pt x="223113" y="269316"/>
                  </a:lnTo>
                  <a:lnTo>
                    <a:pt x="226275" y="269316"/>
                  </a:lnTo>
                  <a:lnTo>
                    <a:pt x="226288" y="264388"/>
                  </a:lnTo>
                  <a:close/>
                </a:path>
                <a:path w="281304" h="344170">
                  <a:moveTo>
                    <a:pt x="226834" y="244830"/>
                  </a:moveTo>
                  <a:lnTo>
                    <a:pt x="225501" y="243941"/>
                  </a:lnTo>
                  <a:lnTo>
                    <a:pt x="224688" y="244640"/>
                  </a:lnTo>
                  <a:lnTo>
                    <a:pt x="220383" y="248348"/>
                  </a:lnTo>
                  <a:lnTo>
                    <a:pt x="223240" y="250825"/>
                  </a:lnTo>
                  <a:lnTo>
                    <a:pt x="226834" y="244830"/>
                  </a:lnTo>
                  <a:close/>
                </a:path>
                <a:path w="281304" h="344170">
                  <a:moveTo>
                    <a:pt x="231025" y="53924"/>
                  </a:moveTo>
                  <a:lnTo>
                    <a:pt x="230568" y="52501"/>
                  </a:lnTo>
                  <a:lnTo>
                    <a:pt x="228130" y="52501"/>
                  </a:lnTo>
                  <a:lnTo>
                    <a:pt x="227672" y="53924"/>
                  </a:lnTo>
                  <a:lnTo>
                    <a:pt x="228396" y="54775"/>
                  </a:lnTo>
                  <a:lnTo>
                    <a:pt x="228650" y="55067"/>
                  </a:lnTo>
                  <a:lnTo>
                    <a:pt x="228981" y="55448"/>
                  </a:lnTo>
                  <a:lnTo>
                    <a:pt x="229717" y="55448"/>
                  </a:lnTo>
                  <a:lnTo>
                    <a:pt x="230212" y="54876"/>
                  </a:lnTo>
                  <a:lnTo>
                    <a:pt x="231025" y="53924"/>
                  </a:lnTo>
                  <a:close/>
                </a:path>
                <a:path w="281304" h="344170">
                  <a:moveTo>
                    <a:pt x="231317" y="56870"/>
                  </a:moveTo>
                  <a:lnTo>
                    <a:pt x="231051" y="56845"/>
                  </a:lnTo>
                  <a:lnTo>
                    <a:pt x="230289" y="56781"/>
                  </a:lnTo>
                  <a:lnTo>
                    <a:pt x="229539" y="56718"/>
                  </a:lnTo>
                  <a:lnTo>
                    <a:pt x="228244" y="56591"/>
                  </a:lnTo>
                  <a:lnTo>
                    <a:pt x="228244" y="57531"/>
                  </a:lnTo>
                  <a:lnTo>
                    <a:pt x="228777" y="57480"/>
                  </a:lnTo>
                  <a:lnTo>
                    <a:pt x="229539" y="57416"/>
                  </a:lnTo>
                  <a:lnTo>
                    <a:pt x="231051" y="57264"/>
                  </a:lnTo>
                  <a:lnTo>
                    <a:pt x="231317" y="57251"/>
                  </a:lnTo>
                  <a:lnTo>
                    <a:pt x="231317" y="56870"/>
                  </a:lnTo>
                  <a:close/>
                </a:path>
                <a:path w="281304" h="344170">
                  <a:moveTo>
                    <a:pt x="232778" y="137629"/>
                  </a:moveTo>
                  <a:lnTo>
                    <a:pt x="228473" y="136944"/>
                  </a:lnTo>
                  <a:lnTo>
                    <a:pt x="228409" y="140957"/>
                  </a:lnTo>
                  <a:lnTo>
                    <a:pt x="228815" y="141655"/>
                  </a:lnTo>
                  <a:lnTo>
                    <a:pt x="229628" y="142125"/>
                  </a:lnTo>
                  <a:lnTo>
                    <a:pt x="231076" y="142976"/>
                  </a:lnTo>
                  <a:lnTo>
                    <a:pt x="232587" y="141947"/>
                  </a:lnTo>
                  <a:lnTo>
                    <a:pt x="232689" y="140474"/>
                  </a:lnTo>
                  <a:lnTo>
                    <a:pt x="232689" y="140335"/>
                  </a:lnTo>
                  <a:lnTo>
                    <a:pt x="232638" y="140195"/>
                  </a:lnTo>
                  <a:lnTo>
                    <a:pt x="232613" y="140068"/>
                  </a:lnTo>
                  <a:lnTo>
                    <a:pt x="232778" y="137629"/>
                  </a:lnTo>
                  <a:close/>
                </a:path>
                <a:path w="281304" h="344170">
                  <a:moveTo>
                    <a:pt x="235280" y="21882"/>
                  </a:moveTo>
                  <a:lnTo>
                    <a:pt x="235013" y="21882"/>
                  </a:lnTo>
                  <a:lnTo>
                    <a:pt x="234734" y="21882"/>
                  </a:lnTo>
                  <a:lnTo>
                    <a:pt x="234734" y="22301"/>
                  </a:lnTo>
                  <a:lnTo>
                    <a:pt x="235280" y="22301"/>
                  </a:lnTo>
                  <a:lnTo>
                    <a:pt x="235280" y="21882"/>
                  </a:lnTo>
                  <a:close/>
                </a:path>
                <a:path w="281304" h="344170">
                  <a:moveTo>
                    <a:pt x="235292" y="101587"/>
                  </a:moveTo>
                  <a:lnTo>
                    <a:pt x="230682" y="97980"/>
                  </a:lnTo>
                  <a:lnTo>
                    <a:pt x="228511" y="101968"/>
                  </a:lnTo>
                  <a:lnTo>
                    <a:pt x="228587" y="103225"/>
                  </a:lnTo>
                  <a:lnTo>
                    <a:pt x="228828" y="104813"/>
                  </a:lnTo>
                  <a:lnTo>
                    <a:pt x="230352" y="105460"/>
                  </a:lnTo>
                  <a:lnTo>
                    <a:pt x="231902" y="105041"/>
                  </a:lnTo>
                  <a:lnTo>
                    <a:pt x="232257" y="104813"/>
                  </a:lnTo>
                  <a:lnTo>
                    <a:pt x="232943" y="103974"/>
                  </a:lnTo>
                  <a:lnTo>
                    <a:pt x="233502" y="103263"/>
                  </a:lnTo>
                  <a:lnTo>
                    <a:pt x="235292" y="101587"/>
                  </a:lnTo>
                  <a:close/>
                </a:path>
                <a:path w="281304" h="344170">
                  <a:moveTo>
                    <a:pt x="236842" y="160553"/>
                  </a:moveTo>
                  <a:lnTo>
                    <a:pt x="236728" y="158419"/>
                  </a:lnTo>
                  <a:lnTo>
                    <a:pt x="236677" y="158076"/>
                  </a:lnTo>
                  <a:lnTo>
                    <a:pt x="235877" y="155409"/>
                  </a:lnTo>
                  <a:lnTo>
                    <a:pt x="232892" y="156324"/>
                  </a:lnTo>
                  <a:lnTo>
                    <a:pt x="233591" y="158051"/>
                  </a:lnTo>
                  <a:lnTo>
                    <a:pt x="233908" y="158864"/>
                  </a:lnTo>
                  <a:lnTo>
                    <a:pt x="234035" y="159156"/>
                  </a:lnTo>
                  <a:lnTo>
                    <a:pt x="235178" y="160756"/>
                  </a:lnTo>
                  <a:lnTo>
                    <a:pt x="236842" y="160553"/>
                  </a:lnTo>
                  <a:close/>
                </a:path>
                <a:path w="281304" h="344170">
                  <a:moveTo>
                    <a:pt x="237604" y="122021"/>
                  </a:moveTo>
                  <a:lnTo>
                    <a:pt x="236804" y="120650"/>
                  </a:lnTo>
                  <a:lnTo>
                    <a:pt x="236664" y="120434"/>
                  </a:lnTo>
                  <a:lnTo>
                    <a:pt x="235572" y="118592"/>
                  </a:lnTo>
                  <a:lnTo>
                    <a:pt x="233121" y="121208"/>
                  </a:lnTo>
                  <a:lnTo>
                    <a:pt x="234937" y="122174"/>
                  </a:lnTo>
                  <a:lnTo>
                    <a:pt x="236524" y="122999"/>
                  </a:lnTo>
                  <a:lnTo>
                    <a:pt x="237604" y="122021"/>
                  </a:lnTo>
                  <a:close/>
                </a:path>
                <a:path w="281304" h="344170">
                  <a:moveTo>
                    <a:pt x="238887" y="305511"/>
                  </a:moveTo>
                  <a:lnTo>
                    <a:pt x="238226" y="304355"/>
                  </a:lnTo>
                  <a:lnTo>
                    <a:pt x="236626" y="305511"/>
                  </a:lnTo>
                  <a:lnTo>
                    <a:pt x="236207" y="305803"/>
                  </a:lnTo>
                  <a:lnTo>
                    <a:pt x="234975" y="306692"/>
                  </a:lnTo>
                  <a:lnTo>
                    <a:pt x="236562" y="308394"/>
                  </a:lnTo>
                  <a:lnTo>
                    <a:pt x="237401" y="307352"/>
                  </a:lnTo>
                  <a:lnTo>
                    <a:pt x="237731" y="306946"/>
                  </a:lnTo>
                  <a:lnTo>
                    <a:pt x="238061" y="306539"/>
                  </a:lnTo>
                  <a:lnTo>
                    <a:pt x="238887" y="305511"/>
                  </a:lnTo>
                  <a:close/>
                </a:path>
                <a:path w="281304" h="344170">
                  <a:moveTo>
                    <a:pt x="241541" y="220370"/>
                  </a:moveTo>
                  <a:lnTo>
                    <a:pt x="240944" y="220370"/>
                  </a:lnTo>
                  <a:lnTo>
                    <a:pt x="240944" y="220814"/>
                  </a:lnTo>
                  <a:lnTo>
                    <a:pt x="241236" y="220814"/>
                  </a:lnTo>
                  <a:lnTo>
                    <a:pt x="241541" y="220814"/>
                  </a:lnTo>
                  <a:lnTo>
                    <a:pt x="241541" y="220370"/>
                  </a:lnTo>
                  <a:close/>
                </a:path>
                <a:path w="281304" h="344170">
                  <a:moveTo>
                    <a:pt x="241617" y="44627"/>
                  </a:moveTo>
                  <a:lnTo>
                    <a:pt x="241020" y="43573"/>
                  </a:lnTo>
                  <a:lnTo>
                    <a:pt x="240322" y="44081"/>
                  </a:lnTo>
                  <a:lnTo>
                    <a:pt x="239903" y="44386"/>
                  </a:lnTo>
                  <a:lnTo>
                    <a:pt x="239496" y="44678"/>
                  </a:lnTo>
                  <a:lnTo>
                    <a:pt x="239077" y="44983"/>
                  </a:lnTo>
                  <a:lnTo>
                    <a:pt x="237934" y="45808"/>
                  </a:lnTo>
                  <a:lnTo>
                    <a:pt x="239407" y="47371"/>
                  </a:lnTo>
                  <a:lnTo>
                    <a:pt x="240195" y="46405"/>
                  </a:lnTo>
                  <a:lnTo>
                    <a:pt x="240512" y="45999"/>
                  </a:lnTo>
                  <a:lnTo>
                    <a:pt x="240842" y="45593"/>
                  </a:lnTo>
                  <a:lnTo>
                    <a:pt x="241617" y="44627"/>
                  </a:lnTo>
                  <a:close/>
                </a:path>
                <a:path w="281304" h="344170">
                  <a:moveTo>
                    <a:pt x="241630" y="291350"/>
                  </a:moveTo>
                  <a:lnTo>
                    <a:pt x="237197" y="287439"/>
                  </a:lnTo>
                  <a:lnTo>
                    <a:pt x="235775" y="288429"/>
                  </a:lnTo>
                  <a:lnTo>
                    <a:pt x="235978" y="289788"/>
                  </a:lnTo>
                  <a:lnTo>
                    <a:pt x="236562" y="293903"/>
                  </a:lnTo>
                  <a:lnTo>
                    <a:pt x="241630" y="291350"/>
                  </a:lnTo>
                  <a:close/>
                </a:path>
                <a:path w="281304" h="344170">
                  <a:moveTo>
                    <a:pt x="242100" y="330415"/>
                  </a:moveTo>
                  <a:lnTo>
                    <a:pt x="239623" y="327533"/>
                  </a:lnTo>
                  <a:lnTo>
                    <a:pt x="239318" y="327177"/>
                  </a:lnTo>
                  <a:lnTo>
                    <a:pt x="238633" y="327177"/>
                  </a:lnTo>
                  <a:lnTo>
                    <a:pt x="235851" y="330415"/>
                  </a:lnTo>
                  <a:lnTo>
                    <a:pt x="242100" y="330415"/>
                  </a:lnTo>
                  <a:close/>
                </a:path>
                <a:path w="281304" h="344170">
                  <a:moveTo>
                    <a:pt x="242100" y="180555"/>
                  </a:moveTo>
                  <a:lnTo>
                    <a:pt x="241515" y="180555"/>
                  </a:lnTo>
                  <a:lnTo>
                    <a:pt x="241515" y="181013"/>
                  </a:lnTo>
                  <a:lnTo>
                    <a:pt x="241808" y="181013"/>
                  </a:lnTo>
                  <a:lnTo>
                    <a:pt x="242100" y="181013"/>
                  </a:lnTo>
                  <a:lnTo>
                    <a:pt x="242100" y="180555"/>
                  </a:lnTo>
                  <a:close/>
                </a:path>
                <a:path w="281304" h="344170">
                  <a:moveTo>
                    <a:pt x="242239" y="222592"/>
                  </a:moveTo>
                  <a:lnTo>
                    <a:pt x="241769" y="221615"/>
                  </a:lnTo>
                  <a:lnTo>
                    <a:pt x="240804" y="222021"/>
                  </a:lnTo>
                  <a:lnTo>
                    <a:pt x="240588" y="222097"/>
                  </a:lnTo>
                  <a:lnTo>
                    <a:pt x="240372" y="222199"/>
                  </a:lnTo>
                  <a:lnTo>
                    <a:pt x="238201" y="223100"/>
                  </a:lnTo>
                  <a:lnTo>
                    <a:pt x="240855" y="225488"/>
                  </a:lnTo>
                  <a:lnTo>
                    <a:pt x="241642" y="223850"/>
                  </a:lnTo>
                  <a:lnTo>
                    <a:pt x="241757" y="223621"/>
                  </a:lnTo>
                  <a:lnTo>
                    <a:pt x="242239" y="222592"/>
                  </a:lnTo>
                  <a:close/>
                </a:path>
                <a:path w="281304" h="344170">
                  <a:moveTo>
                    <a:pt x="243014" y="236626"/>
                  </a:moveTo>
                  <a:lnTo>
                    <a:pt x="237223" y="236626"/>
                  </a:lnTo>
                  <a:lnTo>
                    <a:pt x="237210" y="241134"/>
                  </a:lnTo>
                  <a:lnTo>
                    <a:pt x="240106" y="241134"/>
                  </a:lnTo>
                  <a:lnTo>
                    <a:pt x="243001" y="241134"/>
                  </a:lnTo>
                  <a:lnTo>
                    <a:pt x="243014" y="236626"/>
                  </a:lnTo>
                  <a:close/>
                </a:path>
                <a:path w="281304" h="344170">
                  <a:moveTo>
                    <a:pt x="245376" y="66446"/>
                  </a:moveTo>
                  <a:lnTo>
                    <a:pt x="244424" y="63855"/>
                  </a:lnTo>
                  <a:lnTo>
                    <a:pt x="242951" y="64706"/>
                  </a:lnTo>
                  <a:lnTo>
                    <a:pt x="242049" y="64833"/>
                  </a:lnTo>
                  <a:lnTo>
                    <a:pt x="241122" y="64592"/>
                  </a:lnTo>
                  <a:lnTo>
                    <a:pt x="240601" y="65862"/>
                  </a:lnTo>
                  <a:lnTo>
                    <a:pt x="241401" y="66370"/>
                  </a:lnTo>
                  <a:lnTo>
                    <a:pt x="242227" y="66903"/>
                  </a:lnTo>
                  <a:lnTo>
                    <a:pt x="242862" y="66967"/>
                  </a:lnTo>
                  <a:lnTo>
                    <a:pt x="245376" y="66446"/>
                  </a:lnTo>
                  <a:close/>
                </a:path>
                <a:path w="281304" h="344170">
                  <a:moveTo>
                    <a:pt x="245910" y="261112"/>
                  </a:moveTo>
                  <a:lnTo>
                    <a:pt x="243535" y="258699"/>
                  </a:lnTo>
                  <a:lnTo>
                    <a:pt x="242849" y="258025"/>
                  </a:lnTo>
                  <a:lnTo>
                    <a:pt x="241833" y="258737"/>
                  </a:lnTo>
                  <a:lnTo>
                    <a:pt x="241998" y="259588"/>
                  </a:lnTo>
                  <a:lnTo>
                    <a:pt x="242074" y="259981"/>
                  </a:lnTo>
                  <a:lnTo>
                    <a:pt x="242163" y="260362"/>
                  </a:lnTo>
                  <a:lnTo>
                    <a:pt x="242620" y="262724"/>
                  </a:lnTo>
                  <a:lnTo>
                    <a:pt x="245910" y="261112"/>
                  </a:lnTo>
                  <a:close/>
                </a:path>
                <a:path w="281304" h="344170">
                  <a:moveTo>
                    <a:pt x="247815" y="244627"/>
                  </a:moveTo>
                  <a:lnTo>
                    <a:pt x="246900" y="244627"/>
                  </a:lnTo>
                  <a:lnTo>
                    <a:pt x="246011" y="244627"/>
                  </a:lnTo>
                  <a:lnTo>
                    <a:pt x="245999" y="246037"/>
                  </a:lnTo>
                  <a:lnTo>
                    <a:pt x="247802" y="246037"/>
                  </a:lnTo>
                  <a:lnTo>
                    <a:pt x="247815" y="244627"/>
                  </a:lnTo>
                  <a:close/>
                </a:path>
                <a:path w="281304" h="344170">
                  <a:moveTo>
                    <a:pt x="248373" y="192671"/>
                  </a:moveTo>
                  <a:lnTo>
                    <a:pt x="248170" y="190766"/>
                  </a:lnTo>
                  <a:lnTo>
                    <a:pt x="248145" y="190614"/>
                  </a:lnTo>
                  <a:lnTo>
                    <a:pt x="247992" y="189217"/>
                  </a:lnTo>
                  <a:lnTo>
                    <a:pt x="247967" y="189001"/>
                  </a:lnTo>
                  <a:lnTo>
                    <a:pt x="247954" y="188874"/>
                  </a:lnTo>
                  <a:lnTo>
                    <a:pt x="247802" y="187464"/>
                  </a:lnTo>
                  <a:lnTo>
                    <a:pt x="244970" y="188061"/>
                  </a:lnTo>
                  <a:lnTo>
                    <a:pt x="244970" y="189217"/>
                  </a:lnTo>
                  <a:lnTo>
                    <a:pt x="244970" y="188061"/>
                  </a:lnTo>
                  <a:lnTo>
                    <a:pt x="244652" y="188125"/>
                  </a:lnTo>
                  <a:lnTo>
                    <a:pt x="244652" y="189001"/>
                  </a:lnTo>
                  <a:lnTo>
                    <a:pt x="244424" y="188963"/>
                  </a:lnTo>
                  <a:lnTo>
                    <a:pt x="244652" y="189001"/>
                  </a:lnTo>
                  <a:lnTo>
                    <a:pt x="244652" y="188125"/>
                  </a:lnTo>
                  <a:lnTo>
                    <a:pt x="244322" y="188188"/>
                  </a:lnTo>
                  <a:lnTo>
                    <a:pt x="244322" y="190766"/>
                  </a:lnTo>
                  <a:lnTo>
                    <a:pt x="244106" y="190614"/>
                  </a:lnTo>
                  <a:lnTo>
                    <a:pt x="244322" y="190766"/>
                  </a:lnTo>
                  <a:lnTo>
                    <a:pt x="244322" y="188188"/>
                  </a:lnTo>
                  <a:lnTo>
                    <a:pt x="243700" y="188315"/>
                  </a:lnTo>
                  <a:lnTo>
                    <a:pt x="243408" y="188836"/>
                  </a:lnTo>
                  <a:lnTo>
                    <a:pt x="243382" y="189382"/>
                  </a:lnTo>
                  <a:lnTo>
                    <a:pt x="242963" y="189966"/>
                  </a:lnTo>
                  <a:lnTo>
                    <a:pt x="242874" y="190766"/>
                  </a:lnTo>
                  <a:lnTo>
                    <a:pt x="243319" y="192074"/>
                  </a:lnTo>
                  <a:lnTo>
                    <a:pt x="243979" y="192646"/>
                  </a:lnTo>
                  <a:lnTo>
                    <a:pt x="248373" y="192671"/>
                  </a:lnTo>
                  <a:close/>
                </a:path>
                <a:path w="281304" h="344170">
                  <a:moveTo>
                    <a:pt x="248577" y="30137"/>
                  </a:moveTo>
                  <a:lnTo>
                    <a:pt x="245770" y="30137"/>
                  </a:lnTo>
                  <a:lnTo>
                    <a:pt x="242963" y="30137"/>
                  </a:lnTo>
                  <a:lnTo>
                    <a:pt x="242963" y="34493"/>
                  </a:lnTo>
                  <a:lnTo>
                    <a:pt x="248577" y="34493"/>
                  </a:lnTo>
                  <a:lnTo>
                    <a:pt x="248577" y="30137"/>
                  </a:lnTo>
                  <a:close/>
                </a:path>
                <a:path w="281304" h="344170">
                  <a:moveTo>
                    <a:pt x="248589" y="15024"/>
                  </a:moveTo>
                  <a:lnTo>
                    <a:pt x="247815" y="14439"/>
                  </a:lnTo>
                  <a:lnTo>
                    <a:pt x="246989" y="14795"/>
                  </a:lnTo>
                  <a:lnTo>
                    <a:pt x="246799" y="14960"/>
                  </a:lnTo>
                  <a:lnTo>
                    <a:pt x="246583" y="14998"/>
                  </a:lnTo>
                  <a:lnTo>
                    <a:pt x="246367" y="14935"/>
                  </a:lnTo>
                  <a:lnTo>
                    <a:pt x="244830" y="14808"/>
                  </a:lnTo>
                  <a:lnTo>
                    <a:pt x="244830" y="17195"/>
                  </a:lnTo>
                  <a:lnTo>
                    <a:pt x="246367" y="17322"/>
                  </a:lnTo>
                  <a:lnTo>
                    <a:pt x="247408" y="17411"/>
                  </a:lnTo>
                  <a:lnTo>
                    <a:pt x="248259" y="16992"/>
                  </a:lnTo>
                  <a:lnTo>
                    <a:pt x="248589" y="15024"/>
                  </a:lnTo>
                  <a:close/>
                </a:path>
                <a:path w="281304" h="344170">
                  <a:moveTo>
                    <a:pt x="248856" y="305460"/>
                  </a:moveTo>
                  <a:lnTo>
                    <a:pt x="248069" y="301002"/>
                  </a:lnTo>
                  <a:lnTo>
                    <a:pt x="245097" y="301193"/>
                  </a:lnTo>
                  <a:lnTo>
                    <a:pt x="241922" y="301383"/>
                  </a:lnTo>
                  <a:lnTo>
                    <a:pt x="241503" y="305727"/>
                  </a:lnTo>
                  <a:lnTo>
                    <a:pt x="245186" y="307174"/>
                  </a:lnTo>
                  <a:lnTo>
                    <a:pt x="245833" y="306463"/>
                  </a:lnTo>
                  <a:lnTo>
                    <a:pt x="245922" y="305689"/>
                  </a:lnTo>
                  <a:lnTo>
                    <a:pt x="248856" y="305460"/>
                  </a:lnTo>
                  <a:close/>
                </a:path>
                <a:path w="281304" h="344170">
                  <a:moveTo>
                    <a:pt x="249237" y="158623"/>
                  </a:moveTo>
                  <a:lnTo>
                    <a:pt x="243446" y="158623"/>
                  </a:lnTo>
                  <a:lnTo>
                    <a:pt x="243433" y="163131"/>
                  </a:lnTo>
                  <a:lnTo>
                    <a:pt x="246341" y="163131"/>
                  </a:lnTo>
                  <a:lnTo>
                    <a:pt x="249224" y="163131"/>
                  </a:lnTo>
                  <a:lnTo>
                    <a:pt x="249237" y="158623"/>
                  </a:lnTo>
                  <a:close/>
                </a:path>
                <a:path w="281304" h="344170">
                  <a:moveTo>
                    <a:pt x="249351" y="56388"/>
                  </a:moveTo>
                  <a:lnTo>
                    <a:pt x="249174" y="56388"/>
                  </a:lnTo>
                  <a:lnTo>
                    <a:pt x="248996" y="56388"/>
                  </a:lnTo>
                  <a:lnTo>
                    <a:pt x="248996" y="56667"/>
                  </a:lnTo>
                  <a:lnTo>
                    <a:pt x="249351" y="56667"/>
                  </a:lnTo>
                  <a:lnTo>
                    <a:pt x="249351" y="56388"/>
                  </a:lnTo>
                  <a:close/>
                </a:path>
                <a:path w="281304" h="344170">
                  <a:moveTo>
                    <a:pt x="249936" y="211569"/>
                  </a:moveTo>
                  <a:lnTo>
                    <a:pt x="249872" y="211404"/>
                  </a:lnTo>
                  <a:lnTo>
                    <a:pt x="249491" y="210540"/>
                  </a:lnTo>
                  <a:lnTo>
                    <a:pt x="249466" y="209664"/>
                  </a:lnTo>
                  <a:lnTo>
                    <a:pt x="249809" y="208775"/>
                  </a:lnTo>
                  <a:lnTo>
                    <a:pt x="249707" y="208648"/>
                  </a:lnTo>
                  <a:lnTo>
                    <a:pt x="249339" y="209715"/>
                  </a:lnTo>
                  <a:lnTo>
                    <a:pt x="249326" y="210502"/>
                  </a:lnTo>
                  <a:lnTo>
                    <a:pt x="249656" y="211658"/>
                  </a:lnTo>
                  <a:lnTo>
                    <a:pt x="249936" y="211569"/>
                  </a:lnTo>
                  <a:close/>
                </a:path>
                <a:path w="281304" h="344170">
                  <a:moveTo>
                    <a:pt x="250291" y="20535"/>
                  </a:moveTo>
                  <a:lnTo>
                    <a:pt x="248716" y="20091"/>
                  </a:lnTo>
                  <a:lnTo>
                    <a:pt x="248259" y="21031"/>
                  </a:lnTo>
                  <a:lnTo>
                    <a:pt x="246278" y="25158"/>
                  </a:lnTo>
                  <a:lnTo>
                    <a:pt x="249910" y="26111"/>
                  </a:lnTo>
                  <a:lnTo>
                    <a:pt x="250228" y="21564"/>
                  </a:lnTo>
                  <a:lnTo>
                    <a:pt x="250291" y="20535"/>
                  </a:lnTo>
                  <a:close/>
                </a:path>
                <a:path w="281304" h="344170">
                  <a:moveTo>
                    <a:pt x="252425" y="129895"/>
                  </a:moveTo>
                  <a:lnTo>
                    <a:pt x="248805" y="128447"/>
                  </a:lnTo>
                  <a:lnTo>
                    <a:pt x="248119" y="130873"/>
                  </a:lnTo>
                  <a:lnTo>
                    <a:pt x="247650" y="132549"/>
                  </a:lnTo>
                  <a:lnTo>
                    <a:pt x="248373" y="134264"/>
                  </a:lnTo>
                  <a:lnTo>
                    <a:pt x="251193" y="134366"/>
                  </a:lnTo>
                  <a:lnTo>
                    <a:pt x="251675" y="133464"/>
                  </a:lnTo>
                  <a:lnTo>
                    <a:pt x="251536" y="132651"/>
                  </a:lnTo>
                  <a:lnTo>
                    <a:pt x="251625" y="132346"/>
                  </a:lnTo>
                  <a:lnTo>
                    <a:pt x="251548" y="132219"/>
                  </a:lnTo>
                  <a:lnTo>
                    <a:pt x="251333" y="132232"/>
                  </a:lnTo>
                  <a:lnTo>
                    <a:pt x="252425" y="129895"/>
                  </a:lnTo>
                  <a:close/>
                </a:path>
                <a:path w="281304" h="344170">
                  <a:moveTo>
                    <a:pt x="254546" y="112826"/>
                  </a:moveTo>
                  <a:lnTo>
                    <a:pt x="251828" y="110020"/>
                  </a:lnTo>
                  <a:lnTo>
                    <a:pt x="250177" y="111747"/>
                  </a:lnTo>
                  <a:lnTo>
                    <a:pt x="249593" y="112369"/>
                  </a:lnTo>
                  <a:lnTo>
                    <a:pt x="249389" y="112598"/>
                  </a:lnTo>
                  <a:lnTo>
                    <a:pt x="248602" y="114401"/>
                  </a:lnTo>
                  <a:lnTo>
                    <a:pt x="249377" y="116027"/>
                  </a:lnTo>
                  <a:lnTo>
                    <a:pt x="251587" y="115227"/>
                  </a:lnTo>
                  <a:lnTo>
                    <a:pt x="252056" y="114935"/>
                  </a:lnTo>
                  <a:lnTo>
                    <a:pt x="254546" y="112826"/>
                  </a:lnTo>
                  <a:close/>
                </a:path>
                <a:path w="281304" h="344170">
                  <a:moveTo>
                    <a:pt x="254558" y="10579"/>
                  </a:moveTo>
                  <a:lnTo>
                    <a:pt x="253974" y="10579"/>
                  </a:lnTo>
                  <a:lnTo>
                    <a:pt x="253974" y="11023"/>
                  </a:lnTo>
                  <a:lnTo>
                    <a:pt x="254266" y="11023"/>
                  </a:lnTo>
                  <a:lnTo>
                    <a:pt x="254558" y="11023"/>
                  </a:lnTo>
                  <a:lnTo>
                    <a:pt x="254558" y="10579"/>
                  </a:lnTo>
                  <a:close/>
                </a:path>
                <a:path w="281304" h="344170">
                  <a:moveTo>
                    <a:pt x="257009" y="273050"/>
                  </a:moveTo>
                  <a:lnTo>
                    <a:pt x="253619" y="272402"/>
                  </a:lnTo>
                  <a:lnTo>
                    <a:pt x="253403" y="272351"/>
                  </a:lnTo>
                  <a:lnTo>
                    <a:pt x="252653" y="272211"/>
                  </a:lnTo>
                  <a:lnTo>
                    <a:pt x="251993" y="272808"/>
                  </a:lnTo>
                  <a:lnTo>
                    <a:pt x="252183" y="273570"/>
                  </a:lnTo>
                  <a:lnTo>
                    <a:pt x="253098" y="277291"/>
                  </a:lnTo>
                  <a:lnTo>
                    <a:pt x="257009" y="273050"/>
                  </a:lnTo>
                  <a:close/>
                </a:path>
                <a:path w="281304" h="344170">
                  <a:moveTo>
                    <a:pt x="257086" y="339331"/>
                  </a:moveTo>
                  <a:lnTo>
                    <a:pt x="250317" y="339331"/>
                  </a:lnTo>
                  <a:lnTo>
                    <a:pt x="252488" y="342874"/>
                  </a:lnTo>
                  <a:lnTo>
                    <a:pt x="253047" y="343776"/>
                  </a:lnTo>
                  <a:lnTo>
                    <a:pt x="254368" y="343776"/>
                  </a:lnTo>
                  <a:lnTo>
                    <a:pt x="257086" y="339331"/>
                  </a:lnTo>
                  <a:close/>
                </a:path>
                <a:path w="281304" h="344170">
                  <a:moveTo>
                    <a:pt x="257860" y="81610"/>
                  </a:moveTo>
                  <a:lnTo>
                    <a:pt x="254622" y="77381"/>
                  </a:lnTo>
                  <a:lnTo>
                    <a:pt x="250596" y="78549"/>
                  </a:lnTo>
                  <a:lnTo>
                    <a:pt x="250202" y="79222"/>
                  </a:lnTo>
                  <a:lnTo>
                    <a:pt x="250101" y="79946"/>
                  </a:lnTo>
                  <a:lnTo>
                    <a:pt x="248132" y="82880"/>
                  </a:lnTo>
                  <a:lnTo>
                    <a:pt x="252437" y="86017"/>
                  </a:lnTo>
                  <a:lnTo>
                    <a:pt x="257860" y="81610"/>
                  </a:lnTo>
                  <a:close/>
                </a:path>
                <a:path w="281304" h="344170">
                  <a:moveTo>
                    <a:pt x="261200" y="233311"/>
                  </a:moveTo>
                  <a:lnTo>
                    <a:pt x="260464" y="232079"/>
                  </a:lnTo>
                  <a:lnTo>
                    <a:pt x="260337" y="231851"/>
                  </a:lnTo>
                  <a:lnTo>
                    <a:pt x="259359" y="230212"/>
                  </a:lnTo>
                  <a:lnTo>
                    <a:pt x="257200" y="232549"/>
                  </a:lnTo>
                  <a:lnTo>
                    <a:pt x="258800" y="233400"/>
                  </a:lnTo>
                  <a:lnTo>
                    <a:pt x="260248" y="234175"/>
                  </a:lnTo>
                  <a:lnTo>
                    <a:pt x="261200" y="233311"/>
                  </a:lnTo>
                  <a:close/>
                </a:path>
                <a:path w="281304" h="344170">
                  <a:moveTo>
                    <a:pt x="261518" y="176123"/>
                  </a:moveTo>
                  <a:lnTo>
                    <a:pt x="261061" y="176123"/>
                  </a:lnTo>
                  <a:lnTo>
                    <a:pt x="260616" y="176123"/>
                  </a:lnTo>
                  <a:lnTo>
                    <a:pt x="260616" y="176834"/>
                  </a:lnTo>
                  <a:lnTo>
                    <a:pt x="261518" y="176834"/>
                  </a:lnTo>
                  <a:lnTo>
                    <a:pt x="261518" y="176123"/>
                  </a:lnTo>
                  <a:close/>
                </a:path>
                <a:path w="281304" h="344170">
                  <a:moveTo>
                    <a:pt x="261924" y="41503"/>
                  </a:moveTo>
                  <a:lnTo>
                    <a:pt x="260400" y="40106"/>
                  </a:lnTo>
                  <a:lnTo>
                    <a:pt x="259219" y="40792"/>
                  </a:lnTo>
                  <a:lnTo>
                    <a:pt x="258140" y="41402"/>
                  </a:lnTo>
                  <a:lnTo>
                    <a:pt x="257810" y="41808"/>
                  </a:lnTo>
                  <a:lnTo>
                    <a:pt x="257721" y="43649"/>
                  </a:lnTo>
                  <a:lnTo>
                    <a:pt x="258254" y="44132"/>
                  </a:lnTo>
                  <a:lnTo>
                    <a:pt x="260057" y="44132"/>
                  </a:lnTo>
                  <a:lnTo>
                    <a:pt x="260464" y="43776"/>
                  </a:lnTo>
                  <a:lnTo>
                    <a:pt x="261924" y="41503"/>
                  </a:lnTo>
                  <a:close/>
                </a:path>
                <a:path w="281304" h="344170">
                  <a:moveTo>
                    <a:pt x="263004" y="125945"/>
                  </a:moveTo>
                  <a:lnTo>
                    <a:pt x="262864" y="125818"/>
                  </a:lnTo>
                  <a:lnTo>
                    <a:pt x="262293" y="125285"/>
                  </a:lnTo>
                  <a:lnTo>
                    <a:pt x="262166" y="125158"/>
                  </a:lnTo>
                  <a:lnTo>
                    <a:pt x="261962" y="125361"/>
                  </a:lnTo>
                  <a:lnTo>
                    <a:pt x="262102" y="125476"/>
                  </a:lnTo>
                  <a:lnTo>
                    <a:pt x="262661" y="126022"/>
                  </a:lnTo>
                  <a:lnTo>
                    <a:pt x="262801" y="126136"/>
                  </a:lnTo>
                  <a:lnTo>
                    <a:pt x="263004" y="125945"/>
                  </a:lnTo>
                  <a:close/>
                </a:path>
                <a:path w="281304" h="344170">
                  <a:moveTo>
                    <a:pt x="263563" y="265264"/>
                  </a:moveTo>
                  <a:lnTo>
                    <a:pt x="262204" y="265264"/>
                  </a:lnTo>
                  <a:lnTo>
                    <a:pt x="260832" y="265264"/>
                  </a:lnTo>
                  <a:lnTo>
                    <a:pt x="260832" y="267360"/>
                  </a:lnTo>
                  <a:lnTo>
                    <a:pt x="263563" y="267360"/>
                  </a:lnTo>
                  <a:lnTo>
                    <a:pt x="263563" y="265264"/>
                  </a:lnTo>
                  <a:close/>
                </a:path>
                <a:path w="281304" h="344170">
                  <a:moveTo>
                    <a:pt x="264452" y="4965"/>
                  </a:moveTo>
                  <a:lnTo>
                    <a:pt x="263232" y="3886"/>
                  </a:lnTo>
                  <a:lnTo>
                    <a:pt x="262648" y="3352"/>
                  </a:lnTo>
                  <a:lnTo>
                    <a:pt x="260642" y="1574"/>
                  </a:lnTo>
                  <a:lnTo>
                    <a:pt x="259029" y="5461"/>
                  </a:lnTo>
                  <a:lnTo>
                    <a:pt x="261213" y="5816"/>
                  </a:lnTo>
                  <a:lnTo>
                    <a:pt x="263448" y="6184"/>
                  </a:lnTo>
                  <a:lnTo>
                    <a:pt x="264452" y="4965"/>
                  </a:lnTo>
                  <a:close/>
                </a:path>
                <a:path w="281304" h="344170">
                  <a:moveTo>
                    <a:pt x="264528" y="299631"/>
                  </a:moveTo>
                  <a:lnTo>
                    <a:pt x="263601" y="299250"/>
                  </a:lnTo>
                  <a:lnTo>
                    <a:pt x="263080" y="299046"/>
                  </a:lnTo>
                  <a:lnTo>
                    <a:pt x="261175" y="298284"/>
                  </a:lnTo>
                  <a:lnTo>
                    <a:pt x="261162" y="302120"/>
                  </a:lnTo>
                  <a:lnTo>
                    <a:pt x="263080" y="301358"/>
                  </a:lnTo>
                  <a:lnTo>
                    <a:pt x="263601" y="301155"/>
                  </a:lnTo>
                  <a:lnTo>
                    <a:pt x="264515" y="300774"/>
                  </a:lnTo>
                  <a:lnTo>
                    <a:pt x="264528" y="299631"/>
                  </a:lnTo>
                  <a:close/>
                </a:path>
                <a:path w="281304" h="344170">
                  <a:moveTo>
                    <a:pt x="265214" y="193484"/>
                  </a:moveTo>
                  <a:lnTo>
                    <a:pt x="262597" y="192392"/>
                  </a:lnTo>
                  <a:lnTo>
                    <a:pt x="262178" y="192290"/>
                  </a:lnTo>
                  <a:lnTo>
                    <a:pt x="261213" y="191630"/>
                  </a:lnTo>
                  <a:lnTo>
                    <a:pt x="259765" y="192011"/>
                  </a:lnTo>
                  <a:lnTo>
                    <a:pt x="259397" y="193230"/>
                  </a:lnTo>
                  <a:lnTo>
                    <a:pt x="259245" y="193725"/>
                  </a:lnTo>
                  <a:lnTo>
                    <a:pt x="258940" y="196024"/>
                  </a:lnTo>
                  <a:lnTo>
                    <a:pt x="260413" y="197218"/>
                  </a:lnTo>
                  <a:lnTo>
                    <a:pt x="261810" y="197205"/>
                  </a:lnTo>
                  <a:lnTo>
                    <a:pt x="265087" y="197142"/>
                  </a:lnTo>
                  <a:lnTo>
                    <a:pt x="265214" y="193484"/>
                  </a:lnTo>
                  <a:close/>
                </a:path>
                <a:path w="281304" h="344170">
                  <a:moveTo>
                    <a:pt x="265950" y="324332"/>
                  </a:moveTo>
                  <a:lnTo>
                    <a:pt x="265684" y="323342"/>
                  </a:lnTo>
                  <a:lnTo>
                    <a:pt x="265188" y="321500"/>
                  </a:lnTo>
                  <a:lnTo>
                    <a:pt x="262369" y="321449"/>
                  </a:lnTo>
                  <a:lnTo>
                    <a:pt x="261886" y="323342"/>
                  </a:lnTo>
                  <a:lnTo>
                    <a:pt x="261658" y="324358"/>
                  </a:lnTo>
                  <a:lnTo>
                    <a:pt x="261696" y="324993"/>
                  </a:lnTo>
                  <a:lnTo>
                    <a:pt x="262928" y="327037"/>
                  </a:lnTo>
                  <a:lnTo>
                    <a:pt x="264693" y="327075"/>
                  </a:lnTo>
                  <a:lnTo>
                    <a:pt x="265379" y="325869"/>
                  </a:lnTo>
                  <a:lnTo>
                    <a:pt x="265899" y="324967"/>
                  </a:lnTo>
                  <a:lnTo>
                    <a:pt x="265950" y="324332"/>
                  </a:lnTo>
                  <a:close/>
                </a:path>
                <a:path w="281304" h="344170">
                  <a:moveTo>
                    <a:pt x="267055" y="15214"/>
                  </a:moveTo>
                  <a:lnTo>
                    <a:pt x="264668" y="10553"/>
                  </a:lnTo>
                  <a:lnTo>
                    <a:pt x="264147" y="9550"/>
                  </a:lnTo>
                  <a:lnTo>
                    <a:pt x="262509" y="9550"/>
                  </a:lnTo>
                  <a:lnTo>
                    <a:pt x="259613" y="15214"/>
                  </a:lnTo>
                  <a:lnTo>
                    <a:pt x="267055" y="15214"/>
                  </a:lnTo>
                  <a:close/>
                </a:path>
                <a:path w="281304" h="344170">
                  <a:moveTo>
                    <a:pt x="267068" y="111163"/>
                  </a:moveTo>
                  <a:lnTo>
                    <a:pt x="266331" y="108000"/>
                  </a:lnTo>
                  <a:lnTo>
                    <a:pt x="265671" y="105117"/>
                  </a:lnTo>
                  <a:lnTo>
                    <a:pt x="263271" y="105117"/>
                  </a:lnTo>
                  <a:lnTo>
                    <a:pt x="262585" y="108000"/>
                  </a:lnTo>
                  <a:lnTo>
                    <a:pt x="261861" y="111137"/>
                  </a:lnTo>
                  <a:lnTo>
                    <a:pt x="267068" y="111163"/>
                  </a:lnTo>
                  <a:close/>
                </a:path>
                <a:path w="281304" h="344170">
                  <a:moveTo>
                    <a:pt x="267919" y="68224"/>
                  </a:moveTo>
                  <a:lnTo>
                    <a:pt x="264668" y="66040"/>
                  </a:lnTo>
                  <a:lnTo>
                    <a:pt x="263779" y="67513"/>
                  </a:lnTo>
                  <a:lnTo>
                    <a:pt x="263525" y="67716"/>
                  </a:lnTo>
                  <a:lnTo>
                    <a:pt x="263321" y="68021"/>
                  </a:lnTo>
                  <a:lnTo>
                    <a:pt x="263423" y="69557"/>
                  </a:lnTo>
                  <a:lnTo>
                    <a:pt x="264566" y="70231"/>
                  </a:lnTo>
                  <a:lnTo>
                    <a:pt x="265633" y="69583"/>
                  </a:lnTo>
                  <a:lnTo>
                    <a:pt x="267919" y="68224"/>
                  </a:lnTo>
                  <a:close/>
                </a:path>
                <a:path w="281304" h="344170">
                  <a:moveTo>
                    <a:pt x="268109" y="205854"/>
                  </a:moveTo>
                  <a:lnTo>
                    <a:pt x="263804" y="201206"/>
                  </a:lnTo>
                  <a:lnTo>
                    <a:pt x="262978" y="204584"/>
                  </a:lnTo>
                  <a:lnTo>
                    <a:pt x="262597" y="206108"/>
                  </a:lnTo>
                  <a:lnTo>
                    <a:pt x="263359" y="206781"/>
                  </a:lnTo>
                  <a:lnTo>
                    <a:pt x="268109" y="205854"/>
                  </a:lnTo>
                  <a:close/>
                </a:path>
                <a:path w="281304" h="344170">
                  <a:moveTo>
                    <a:pt x="268224" y="167081"/>
                  </a:moveTo>
                  <a:lnTo>
                    <a:pt x="267855" y="167055"/>
                  </a:lnTo>
                  <a:lnTo>
                    <a:pt x="267487" y="167030"/>
                  </a:lnTo>
                  <a:lnTo>
                    <a:pt x="266725" y="166992"/>
                  </a:lnTo>
                  <a:lnTo>
                    <a:pt x="266280" y="166954"/>
                  </a:lnTo>
                  <a:lnTo>
                    <a:pt x="266280" y="167716"/>
                  </a:lnTo>
                  <a:lnTo>
                    <a:pt x="266725" y="167690"/>
                  </a:lnTo>
                  <a:lnTo>
                    <a:pt x="267106" y="167665"/>
                  </a:lnTo>
                  <a:lnTo>
                    <a:pt x="267487" y="167640"/>
                  </a:lnTo>
                  <a:lnTo>
                    <a:pt x="268224" y="167589"/>
                  </a:lnTo>
                  <a:lnTo>
                    <a:pt x="268224" y="167081"/>
                  </a:lnTo>
                  <a:close/>
                </a:path>
                <a:path w="281304" h="344170">
                  <a:moveTo>
                    <a:pt x="270725" y="102095"/>
                  </a:moveTo>
                  <a:lnTo>
                    <a:pt x="268922" y="99021"/>
                  </a:lnTo>
                  <a:lnTo>
                    <a:pt x="266928" y="100228"/>
                  </a:lnTo>
                  <a:lnTo>
                    <a:pt x="266801" y="100304"/>
                  </a:lnTo>
                  <a:lnTo>
                    <a:pt x="265836" y="100888"/>
                  </a:lnTo>
                  <a:lnTo>
                    <a:pt x="265684" y="101917"/>
                  </a:lnTo>
                  <a:lnTo>
                    <a:pt x="266153" y="102958"/>
                  </a:lnTo>
                  <a:lnTo>
                    <a:pt x="266687" y="104190"/>
                  </a:lnTo>
                  <a:lnTo>
                    <a:pt x="268020" y="104038"/>
                  </a:lnTo>
                  <a:lnTo>
                    <a:pt x="268820" y="103339"/>
                  </a:lnTo>
                  <a:lnTo>
                    <a:pt x="270725" y="102095"/>
                  </a:lnTo>
                  <a:close/>
                </a:path>
                <a:path w="281304" h="344170">
                  <a:moveTo>
                    <a:pt x="271551" y="253174"/>
                  </a:moveTo>
                  <a:lnTo>
                    <a:pt x="270967" y="253174"/>
                  </a:lnTo>
                  <a:lnTo>
                    <a:pt x="270967" y="253631"/>
                  </a:lnTo>
                  <a:lnTo>
                    <a:pt x="271259" y="253631"/>
                  </a:lnTo>
                  <a:lnTo>
                    <a:pt x="271551" y="253631"/>
                  </a:lnTo>
                  <a:lnTo>
                    <a:pt x="271551" y="253174"/>
                  </a:lnTo>
                  <a:close/>
                </a:path>
                <a:path w="281304" h="344170">
                  <a:moveTo>
                    <a:pt x="275805" y="20548"/>
                  </a:moveTo>
                  <a:lnTo>
                    <a:pt x="274904" y="19697"/>
                  </a:lnTo>
                  <a:lnTo>
                    <a:pt x="274586" y="19380"/>
                  </a:lnTo>
                  <a:lnTo>
                    <a:pt x="274078" y="19888"/>
                  </a:lnTo>
                  <a:lnTo>
                    <a:pt x="274421" y="20193"/>
                  </a:lnTo>
                  <a:lnTo>
                    <a:pt x="274599" y="20383"/>
                  </a:lnTo>
                  <a:lnTo>
                    <a:pt x="274980" y="20739"/>
                  </a:lnTo>
                  <a:lnTo>
                    <a:pt x="275310" y="21043"/>
                  </a:lnTo>
                  <a:lnTo>
                    <a:pt x="275805" y="20548"/>
                  </a:lnTo>
                  <a:close/>
                </a:path>
                <a:path w="281304" h="344170">
                  <a:moveTo>
                    <a:pt x="277914" y="289610"/>
                  </a:moveTo>
                  <a:lnTo>
                    <a:pt x="271399" y="289610"/>
                  </a:lnTo>
                  <a:lnTo>
                    <a:pt x="271399" y="294665"/>
                  </a:lnTo>
                  <a:lnTo>
                    <a:pt x="274662" y="294665"/>
                  </a:lnTo>
                  <a:lnTo>
                    <a:pt x="277914" y="294665"/>
                  </a:lnTo>
                  <a:lnTo>
                    <a:pt x="277914" y="289610"/>
                  </a:lnTo>
                  <a:close/>
                </a:path>
                <a:path w="281304" h="344170">
                  <a:moveTo>
                    <a:pt x="281012" y="158915"/>
                  </a:moveTo>
                  <a:lnTo>
                    <a:pt x="279184" y="158026"/>
                  </a:lnTo>
                  <a:lnTo>
                    <a:pt x="278892" y="157784"/>
                  </a:lnTo>
                  <a:lnTo>
                    <a:pt x="278904" y="156476"/>
                  </a:lnTo>
                  <a:lnTo>
                    <a:pt x="277241" y="155371"/>
                  </a:lnTo>
                  <a:lnTo>
                    <a:pt x="276085" y="156159"/>
                  </a:lnTo>
                  <a:lnTo>
                    <a:pt x="273126" y="158165"/>
                  </a:lnTo>
                  <a:lnTo>
                    <a:pt x="274866" y="163436"/>
                  </a:lnTo>
                  <a:lnTo>
                    <a:pt x="280238" y="161404"/>
                  </a:lnTo>
                  <a:lnTo>
                    <a:pt x="281012" y="158915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392068" y="7627917"/>
              <a:ext cx="262255" cy="391160"/>
            </a:xfrm>
            <a:custGeom>
              <a:avLst/>
              <a:gdLst/>
              <a:ahLst/>
              <a:cxnLst/>
              <a:rect l="l" t="t" r="r" b="b"/>
              <a:pathLst>
                <a:path w="262254" h="391159">
                  <a:moveTo>
                    <a:pt x="4533" y="239191"/>
                  </a:moveTo>
                  <a:lnTo>
                    <a:pt x="3949" y="239191"/>
                  </a:lnTo>
                  <a:lnTo>
                    <a:pt x="3949" y="239649"/>
                  </a:lnTo>
                  <a:lnTo>
                    <a:pt x="4241" y="239649"/>
                  </a:lnTo>
                  <a:lnTo>
                    <a:pt x="4533" y="239649"/>
                  </a:lnTo>
                  <a:lnTo>
                    <a:pt x="4533" y="239191"/>
                  </a:lnTo>
                  <a:close/>
                </a:path>
                <a:path w="262254" h="391159">
                  <a:moveTo>
                    <a:pt x="5092" y="329895"/>
                  </a:moveTo>
                  <a:lnTo>
                    <a:pt x="266" y="326669"/>
                  </a:lnTo>
                  <a:lnTo>
                    <a:pt x="266" y="334365"/>
                  </a:lnTo>
                  <a:lnTo>
                    <a:pt x="3657" y="332092"/>
                  </a:lnTo>
                  <a:lnTo>
                    <a:pt x="5092" y="331114"/>
                  </a:lnTo>
                  <a:lnTo>
                    <a:pt x="5092" y="329895"/>
                  </a:lnTo>
                  <a:close/>
                </a:path>
                <a:path w="262254" h="391159">
                  <a:moveTo>
                    <a:pt x="6172" y="204190"/>
                  </a:moveTo>
                  <a:lnTo>
                    <a:pt x="5308" y="203123"/>
                  </a:lnTo>
                  <a:lnTo>
                    <a:pt x="2438" y="204800"/>
                  </a:lnTo>
                  <a:lnTo>
                    <a:pt x="0" y="206197"/>
                  </a:lnTo>
                  <a:lnTo>
                    <a:pt x="1460" y="208267"/>
                  </a:lnTo>
                  <a:lnTo>
                    <a:pt x="2730" y="207175"/>
                  </a:lnTo>
                  <a:lnTo>
                    <a:pt x="6172" y="204190"/>
                  </a:lnTo>
                  <a:close/>
                </a:path>
                <a:path w="262254" h="391159">
                  <a:moveTo>
                    <a:pt x="8305" y="121577"/>
                  </a:moveTo>
                  <a:lnTo>
                    <a:pt x="8013" y="121577"/>
                  </a:lnTo>
                  <a:lnTo>
                    <a:pt x="7721" y="121577"/>
                  </a:lnTo>
                  <a:lnTo>
                    <a:pt x="7721" y="122021"/>
                  </a:lnTo>
                  <a:lnTo>
                    <a:pt x="8305" y="122021"/>
                  </a:lnTo>
                  <a:lnTo>
                    <a:pt x="8305" y="121577"/>
                  </a:lnTo>
                  <a:close/>
                </a:path>
                <a:path w="262254" h="391159">
                  <a:moveTo>
                    <a:pt x="9067" y="227723"/>
                  </a:moveTo>
                  <a:lnTo>
                    <a:pt x="8775" y="227723"/>
                  </a:lnTo>
                  <a:lnTo>
                    <a:pt x="8483" y="227723"/>
                  </a:lnTo>
                  <a:lnTo>
                    <a:pt x="8483" y="228168"/>
                  </a:lnTo>
                  <a:lnTo>
                    <a:pt x="9067" y="228168"/>
                  </a:lnTo>
                  <a:lnTo>
                    <a:pt x="9067" y="227723"/>
                  </a:lnTo>
                  <a:close/>
                </a:path>
                <a:path w="262254" h="391159">
                  <a:moveTo>
                    <a:pt x="9067" y="213626"/>
                  </a:moveTo>
                  <a:lnTo>
                    <a:pt x="7264" y="213626"/>
                  </a:lnTo>
                  <a:lnTo>
                    <a:pt x="5448" y="213626"/>
                  </a:lnTo>
                  <a:lnTo>
                    <a:pt x="5448" y="216446"/>
                  </a:lnTo>
                  <a:lnTo>
                    <a:pt x="9067" y="216446"/>
                  </a:lnTo>
                  <a:lnTo>
                    <a:pt x="9067" y="213626"/>
                  </a:lnTo>
                  <a:close/>
                </a:path>
                <a:path w="262254" h="391159">
                  <a:moveTo>
                    <a:pt x="9842" y="173583"/>
                  </a:moveTo>
                  <a:lnTo>
                    <a:pt x="4686" y="173583"/>
                  </a:lnTo>
                  <a:lnTo>
                    <a:pt x="4673" y="177596"/>
                  </a:lnTo>
                  <a:lnTo>
                    <a:pt x="7264" y="177596"/>
                  </a:lnTo>
                  <a:lnTo>
                    <a:pt x="9842" y="177596"/>
                  </a:lnTo>
                  <a:lnTo>
                    <a:pt x="9842" y="173583"/>
                  </a:lnTo>
                  <a:close/>
                </a:path>
                <a:path w="262254" h="391159">
                  <a:moveTo>
                    <a:pt x="10261" y="190411"/>
                  </a:moveTo>
                  <a:lnTo>
                    <a:pt x="7759" y="188099"/>
                  </a:lnTo>
                  <a:lnTo>
                    <a:pt x="6756" y="188099"/>
                  </a:lnTo>
                  <a:lnTo>
                    <a:pt x="4254" y="190411"/>
                  </a:lnTo>
                  <a:lnTo>
                    <a:pt x="5397" y="192862"/>
                  </a:lnTo>
                  <a:lnTo>
                    <a:pt x="7264" y="192862"/>
                  </a:lnTo>
                  <a:lnTo>
                    <a:pt x="9131" y="192862"/>
                  </a:lnTo>
                  <a:lnTo>
                    <a:pt x="10261" y="190411"/>
                  </a:lnTo>
                  <a:close/>
                </a:path>
                <a:path w="262254" h="391159">
                  <a:moveTo>
                    <a:pt x="11760" y="114452"/>
                  </a:moveTo>
                  <a:lnTo>
                    <a:pt x="5791" y="114452"/>
                  </a:lnTo>
                  <a:lnTo>
                    <a:pt x="5778" y="119100"/>
                  </a:lnTo>
                  <a:lnTo>
                    <a:pt x="8775" y="119100"/>
                  </a:lnTo>
                  <a:lnTo>
                    <a:pt x="11760" y="119100"/>
                  </a:lnTo>
                  <a:lnTo>
                    <a:pt x="11760" y="114452"/>
                  </a:lnTo>
                  <a:close/>
                </a:path>
                <a:path w="262254" h="391159">
                  <a:moveTo>
                    <a:pt x="13601" y="144526"/>
                  </a:moveTo>
                  <a:lnTo>
                    <a:pt x="13309" y="144526"/>
                  </a:lnTo>
                  <a:lnTo>
                    <a:pt x="13004" y="144526"/>
                  </a:lnTo>
                  <a:lnTo>
                    <a:pt x="13004" y="144970"/>
                  </a:lnTo>
                  <a:lnTo>
                    <a:pt x="13601" y="144970"/>
                  </a:lnTo>
                  <a:lnTo>
                    <a:pt x="13601" y="144526"/>
                  </a:lnTo>
                  <a:close/>
                </a:path>
                <a:path w="262254" h="391159">
                  <a:moveTo>
                    <a:pt x="18008" y="243103"/>
                  </a:moveTo>
                  <a:lnTo>
                    <a:pt x="14224" y="238988"/>
                  </a:lnTo>
                  <a:lnTo>
                    <a:pt x="11925" y="242404"/>
                  </a:lnTo>
                  <a:lnTo>
                    <a:pt x="11772" y="242735"/>
                  </a:lnTo>
                  <a:lnTo>
                    <a:pt x="11506" y="244221"/>
                  </a:lnTo>
                  <a:lnTo>
                    <a:pt x="12115" y="245567"/>
                  </a:lnTo>
                  <a:lnTo>
                    <a:pt x="13309" y="245414"/>
                  </a:lnTo>
                  <a:lnTo>
                    <a:pt x="14008" y="245313"/>
                  </a:lnTo>
                  <a:lnTo>
                    <a:pt x="14503" y="245198"/>
                  </a:lnTo>
                  <a:lnTo>
                    <a:pt x="18008" y="243103"/>
                  </a:lnTo>
                  <a:close/>
                </a:path>
                <a:path w="262254" h="391159">
                  <a:moveTo>
                    <a:pt x="21221" y="338836"/>
                  </a:moveTo>
                  <a:lnTo>
                    <a:pt x="20853" y="338836"/>
                  </a:lnTo>
                  <a:lnTo>
                    <a:pt x="20485" y="338836"/>
                  </a:lnTo>
                  <a:lnTo>
                    <a:pt x="20485" y="339407"/>
                  </a:lnTo>
                  <a:lnTo>
                    <a:pt x="21221" y="339407"/>
                  </a:lnTo>
                  <a:lnTo>
                    <a:pt x="21221" y="338836"/>
                  </a:lnTo>
                  <a:close/>
                </a:path>
                <a:path w="262254" h="391159">
                  <a:moveTo>
                    <a:pt x="21907" y="141478"/>
                  </a:moveTo>
                  <a:lnTo>
                    <a:pt x="20015" y="141071"/>
                  </a:lnTo>
                  <a:lnTo>
                    <a:pt x="19532" y="140970"/>
                  </a:lnTo>
                  <a:lnTo>
                    <a:pt x="16179" y="140258"/>
                  </a:lnTo>
                  <a:lnTo>
                    <a:pt x="16154" y="144945"/>
                  </a:lnTo>
                  <a:lnTo>
                    <a:pt x="19062" y="144322"/>
                  </a:lnTo>
                  <a:lnTo>
                    <a:pt x="19532" y="144221"/>
                  </a:lnTo>
                  <a:lnTo>
                    <a:pt x="20015" y="144132"/>
                  </a:lnTo>
                  <a:lnTo>
                    <a:pt x="21907" y="143713"/>
                  </a:lnTo>
                  <a:lnTo>
                    <a:pt x="21907" y="141478"/>
                  </a:lnTo>
                  <a:close/>
                </a:path>
                <a:path w="262254" h="391159">
                  <a:moveTo>
                    <a:pt x="22059" y="300380"/>
                  </a:moveTo>
                  <a:lnTo>
                    <a:pt x="21107" y="300151"/>
                  </a:lnTo>
                  <a:lnTo>
                    <a:pt x="20637" y="300050"/>
                  </a:lnTo>
                  <a:lnTo>
                    <a:pt x="19697" y="299821"/>
                  </a:lnTo>
                  <a:lnTo>
                    <a:pt x="17551" y="299300"/>
                  </a:lnTo>
                  <a:lnTo>
                    <a:pt x="17538" y="302907"/>
                  </a:lnTo>
                  <a:lnTo>
                    <a:pt x="20637" y="302158"/>
                  </a:lnTo>
                  <a:lnTo>
                    <a:pt x="21107" y="302056"/>
                  </a:lnTo>
                  <a:lnTo>
                    <a:pt x="22059" y="301828"/>
                  </a:lnTo>
                  <a:lnTo>
                    <a:pt x="22059" y="300380"/>
                  </a:lnTo>
                  <a:close/>
                </a:path>
                <a:path w="262254" h="391159">
                  <a:moveTo>
                    <a:pt x="23418" y="319532"/>
                  </a:moveTo>
                  <a:lnTo>
                    <a:pt x="22821" y="319532"/>
                  </a:lnTo>
                  <a:lnTo>
                    <a:pt x="22821" y="319976"/>
                  </a:lnTo>
                  <a:lnTo>
                    <a:pt x="23126" y="319976"/>
                  </a:lnTo>
                  <a:lnTo>
                    <a:pt x="23418" y="319976"/>
                  </a:lnTo>
                  <a:lnTo>
                    <a:pt x="23418" y="319532"/>
                  </a:lnTo>
                  <a:close/>
                </a:path>
                <a:path w="262254" h="391159">
                  <a:moveTo>
                    <a:pt x="23876" y="266649"/>
                  </a:moveTo>
                  <a:lnTo>
                    <a:pt x="23736" y="266306"/>
                  </a:lnTo>
                  <a:lnTo>
                    <a:pt x="23482" y="266077"/>
                  </a:lnTo>
                  <a:lnTo>
                    <a:pt x="23355" y="265277"/>
                  </a:lnTo>
                  <a:lnTo>
                    <a:pt x="22377" y="264490"/>
                  </a:lnTo>
                  <a:lnTo>
                    <a:pt x="21602" y="265328"/>
                  </a:lnTo>
                  <a:lnTo>
                    <a:pt x="21488" y="265455"/>
                  </a:lnTo>
                  <a:lnTo>
                    <a:pt x="21094" y="265887"/>
                  </a:lnTo>
                  <a:lnTo>
                    <a:pt x="22758" y="267728"/>
                  </a:lnTo>
                  <a:lnTo>
                    <a:pt x="23063" y="267766"/>
                  </a:lnTo>
                  <a:lnTo>
                    <a:pt x="23380" y="267538"/>
                  </a:lnTo>
                  <a:lnTo>
                    <a:pt x="23609" y="267144"/>
                  </a:lnTo>
                  <a:lnTo>
                    <a:pt x="23876" y="266649"/>
                  </a:lnTo>
                  <a:close/>
                </a:path>
                <a:path w="262254" h="391159">
                  <a:moveTo>
                    <a:pt x="28714" y="387921"/>
                  </a:moveTo>
                  <a:lnTo>
                    <a:pt x="26949" y="385826"/>
                  </a:lnTo>
                  <a:lnTo>
                    <a:pt x="26924" y="384797"/>
                  </a:lnTo>
                  <a:lnTo>
                    <a:pt x="26098" y="383882"/>
                  </a:lnTo>
                  <a:lnTo>
                    <a:pt x="23164" y="384746"/>
                  </a:lnTo>
                  <a:lnTo>
                    <a:pt x="22644" y="386638"/>
                  </a:lnTo>
                  <a:lnTo>
                    <a:pt x="25184" y="390804"/>
                  </a:lnTo>
                  <a:lnTo>
                    <a:pt x="28714" y="387921"/>
                  </a:lnTo>
                  <a:close/>
                </a:path>
                <a:path w="262254" h="391159">
                  <a:moveTo>
                    <a:pt x="28981" y="111963"/>
                  </a:moveTo>
                  <a:lnTo>
                    <a:pt x="24638" y="111963"/>
                  </a:lnTo>
                  <a:lnTo>
                    <a:pt x="20281" y="111963"/>
                  </a:lnTo>
                  <a:lnTo>
                    <a:pt x="20281" y="118706"/>
                  </a:lnTo>
                  <a:lnTo>
                    <a:pt x="28981" y="118706"/>
                  </a:lnTo>
                  <a:lnTo>
                    <a:pt x="28981" y="111963"/>
                  </a:lnTo>
                  <a:close/>
                </a:path>
                <a:path w="262254" h="391159">
                  <a:moveTo>
                    <a:pt x="29552" y="213334"/>
                  </a:moveTo>
                  <a:lnTo>
                    <a:pt x="28524" y="213194"/>
                  </a:lnTo>
                  <a:lnTo>
                    <a:pt x="27787" y="213093"/>
                  </a:lnTo>
                  <a:lnTo>
                    <a:pt x="27063" y="212991"/>
                  </a:lnTo>
                  <a:lnTo>
                    <a:pt x="26047" y="212852"/>
                  </a:lnTo>
                  <a:lnTo>
                    <a:pt x="26035" y="214350"/>
                  </a:lnTo>
                  <a:lnTo>
                    <a:pt x="27063" y="214210"/>
                  </a:lnTo>
                  <a:lnTo>
                    <a:pt x="27787" y="214109"/>
                  </a:lnTo>
                  <a:lnTo>
                    <a:pt x="29552" y="213868"/>
                  </a:lnTo>
                  <a:lnTo>
                    <a:pt x="29552" y="213334"/>
                  </a:lnTo>
                  <a:close/>
                </a:path>
                <a:path w="262254" h="391159">
                  <a:moveTo>
                    <a:pt x="32385" y="135763"/>
                  </a:moveTo>
                  <a:lnTo>
                    <a:pt x="29870" y="136486"/>
                  </a:lnTo>
                  <a:lnTo>
                    <a:pt x="29641" y="136563"/>
                  </a:lnTo>
                  <a:lnTo>
                    <a:pt x="28638" y="136855"/>
                  </a:lnTo>
                  <a:lnTo>
                    <a:pt x="28638" y="138303"/>
                  </a:lnTo>
                  <a:lnTo>
                    <a:pt x="29641" y="138595"/>
                  </a:lnTo>
                  <a:lnTo>
                    <a:pt x="30340" y="138785"/>
                  </a:lnTo>
                  <a:lnTo>
                    <a:pt x="32372" y="139382"/>
                  </a:lnTo>
                  <a:lnTo>
                    <a:pt x="32385" y="135763"/>
                  </a:lnTo>
                  <a:close/>
                </a:path>
                <a:path w="262254" h="391159">
                  <a:moveTo>
                    <a:pt x="34023" y="108483"/>
                  </a:moveTo>
                  <a:lnTo>
                    <a:pt x="30340" y="105994"/>
                  </a:lnTo>
                  <a:lnTo>
                    <a:pt x="30340" y="111772"/>
                  </a:lnTo>
                  <a:lnTo>
                    <a:pt x="32880" y="110070"/>
                  </a:lnTo>
                  <a:lnTo>
                    <a:pt x="34023" y="109296"/>
                  </a:lnTo>
                  <a:lnTo>
                    <a:pt x="34023" y="108483"/>
                  </a:lnTo>
                  <a:close/>
                </a:path>
                <a:path w="262254" h="391159">
                  <a:moveTo>
                    <a:pt x="36258" y="287972"/>
                  </a:moveTo>
                  <a:lnTo>
                    <a:pt x="35953" y="287972"/>
                  </a:lnTo>
                  <a:lnTo>
                    <a:pt x="35661" y="287972"/>
                  </a:lnTo>
                  <a:lnTo>
                    <a:pt x="35661" y="288417"/>
                  </a:lnTo>
                  <a:lnTo>
                    <a:pt x="36258" y="288417"/>
                  </a:lnTo>
                  <a:lnTo>
                    <a:pt x="36258" y="287972"/>
                  </a:lnTo>
                  <a:close/>
                </a:path>
                <a:path w="262254" h="391159">
                  <a:moveTo>
                    <a:pt x="37261" y="347179"/>
                  </a:moveTo>
                  <a:lnTo>
                    <a:pt x="31864" y="343966"/>
                  </a:lnTo>
                  <a:lnTo>
                    <a:pt x="31864" y="351472"/>
                  </a:lnTo>
                  <a:lnTo>
                    <a:pt x="35407" y="349364"/>
                  </a:lnTo>
                  <a:lnTo>
                    <a:pt x="37261" y="348259"/>
                  </a:lnTo>
                  <a:lnTo>
                    <a:pt x="37261" y="347179"/>
                  </a:lnTo>
                  <a:close/>
                </a:path>
                <a:path w="262254" h="391159">
                  <a:moveTo>
                    <a:pt x="37452" y="220980"/>
                  </a:moveTo>
                  <a:lnTo>
                    <a:pt x="37172" y="220179"/>
                  </a:lnTo>
                  <a:lnTo>
                    <a:pt x="36614" y="220370"/>
                  </a:lnTo>
                  <a:lnTo>
                    <a:pt x="34061" y="221221"/>
                  </a:lnTo>
                  <a:lnTo>
                    <a:pt x="34772" y="222719"/>
                  </a:lnTo>
                  <a:lnTo>
                    <a:pt x="37452" y="220980"/>
                  </a:lnTo>
                  <a:close/>
                </a:path>
                <a:path w="262254" h="391159">
                  <a:moveTo>
                    <a:pt x="38265" y="175920"/>
                  </a:moveTo>
                  <a:lnTo>
                    <a:pt x="37465" y="173088"/>
                  </a:lnTo>
                  <a:lnTo>
                    <a:pt x="33731" y="173329"/>
                  </a:lnTo>
                  <a:lnTo>
                    <a:pt x="31584" y="173469"/>
                  </a:lnTo>
                  <a:lnTo>
                    <a:pt x="30073" y="175501"/>
                  </a:lnTo>
                  <a:lnTo>
                    <a:pt x="31737" y="179438"/>
                  </a:lnTo>
                  <a:lnTo>
                    <a:pt x="34442" y="180174"/>
                  </a:lnTo>
                  <a:lnTo>
                    <a:pt x="38265" y="175920"/>
                  </a:lnTo>
                  <a:close/>
                </a:path>
                <a:path w="262254" h="391159">
                  <a:moveTo>
                    <a:pt x="39230" y="250863"/>
                  </a:moveTo>
                  <a:lnTo>
                    <a:pt x="37274" y="249936"/>
                  </a:lnTo>
                  <a:lnTo>
                    <a:pt x="36106" y="251218"/>
                  </a:lnTo>
                  <a:lnTo>
                    <a:pt x="35991" y="251358"/>
                  </a:lnTo>
                  <a:lnTo>
                    <a:pt x="35864" y="251485"/>
                  </a:lnTo>
                  <a:lnTo>
                    <a:pt x="35420" y="251993"/>
                  </a:lnTo>
                  <a:lnTo>
                    <a:pt x="35420" y="252679"/>
                  </a:lnTo>
                  <a:lnTo>
                    <a:pt x="35864" y="253187"/>
                  </a:lnTo>
                  <a:lnTo>
                    <a:pt x="35991" y="253301"/>
                  </a:lnTo>
                  <a:lnTo>
                    <a:pt x="37274" y="254736"/>
                  </a:lnTo>
                  <a:lnTo>
                    <a:pt x="39230" y="253796"/>
                  </a:lnTo>
                  <a:lnTo>
                    <a:pt x="39230" y="252336"/>
                  </a:lnTo>
                  <a:lnTo>
                    <a:pt x="39230" y="250863"/>
                  </a:lnTo>
                  <a:close/>
                </a:path>
                <a:path w="262254" h="391159">
                  <a:moveTo>
                    <a:pt x="40640" y="324446"/>
                  </a:moveTo>
                  <a:lnTo>
                    <a:pt x="40627" y="322821"/>
                  </a:lnTo>
                  <a:lnTo>
                    <a:pt x="40525" y="322338"/>
                  </a:lnTo>
                  <a:lnTo>
                    <a:pt x="40043" y="321500"/>
                  </a:lnTo>
                  <a:lnTo>
                    <a:pt x="38722" y="319824"/>
                  </a:lnTo>
                  <a:lnTo>
                    <a:pt x="39382" y="320751"/>
                  </a:lnTo>
                  <a:lnTo>
                    <a:pt x="38481" y="320344"/>
                  </a:lnTo>
                  <a:lnTo>
                    <a:pt x="37312" y="320382"/>
                  </a:lnTo>
                  <a:lnTo>
                    <a:pt x="36156" y="320370"/>
                  </a:lnTo>
                  <a:lnTo>
                    <a:pt x="34975" y="320903"/>
                  </a:lnTo>
                  <a:lnTo>
                    <a:pt x="34683" y="322173"/>
                  </a:lnTo>
                  <a:lnTo>
                    <a:pt x="34594" y="322529"/>
                  </a:lnTo>
                  <a:lnTo>
                    <a:pt x="34518" y="322935"/>
                  </a:lnTo>
                  <a:lnTo>
                    <a:pt x="34747" y="325386"/>
                  </a:lnTo>
                  <a:lnTo>
                    <a:pt x="37007" y="327279"/>
                  </a:lnTo>
                  <a:lnTo>
                    <a:pt x="39065" y="325894"/>
                  </a:lnTo>
                  <a:lnTo>
                    <a:pt x="39992" y="325272"/>
                  </a:lnTo>
                  <a:lnTo>
                    <a:pt x="40640" y="324446"/>
                  </a:lnTo>
                  <a:close/>
                </a:path>
                <a:path w="262254" h="391159">
                  <a:moveTo>
                    <a:pt x="43040" y="265887"/>
                  </a:moveTo>
                  <a:lnTo>
                    <a:pt x="42379" y="264731"/>
                  </a:lnTo>
                  <a:lnTo>
                    <a:pt x="39636" y="266712"/>
                  </a:lnTo>
                  <a:lnTo>
                    <a:pt x="41122" y="268287"/>
                  </a:lnTo>
                  <a:lnTo>
                    <a:pt x="41897" y="267322"/>
                  </a:lnTo>
                  <a:lnTo>
                    <a:pt x="43040" y="265887"/>
                  </a:lnTo>
                  <a:close/>
                </a:path>
                <a:path w="262254" h="391159">
                  <a:moveTo>
                    <a:pt x="47548" y="96989"/>
                  </a:moveTo>
                  <a:lnTo>
                    <a:pt x="45516" y="96977"/>
                  </a:lnTo>
                  <a:lnTo>
                    <a:pt x="45720" y="98348"/>
                  </a:lnTo>
                  <a:lnTo>
                    <a:pt x="45821" y="99047"/>
                  </a:lnTo>
                  <a:lnTo>
                    <a:pt x="45923" y="99745"/>
                  </a:lnTo>
                  <a:lnTo>
                    <a:pt x="47129" y="99745"/>
                  </a:lnTo>
                  <a:lnTo>
                    <a:pt x="47244" y="99047"/>
                  </a:lnTo>
                  <a:lnTo>
                    <a:pt x="47282" y="98818"/>
                  </a:lnTo>
                  <a:lnTo>
                    <a:pt x="47345" y="98348"/>
                  </a:lnTo>
                  <a:lnTo>
                    <a:pt x="47548" y="96989"/>
                  </a:lnTo>
                  <a:close/>
                </a:path>
                <a:path w="262254" h="391159">
                  <a:moveTo>
                    <a:pt x="48933" y="155155"/>
                  </a:moveTo>
                  <a:lnTo>
                    <a:pt x="41998" y="155155"/>
                  </a:lnTo>
                  <a:lnTo>
                    <a:pt x="35077" y="155155"/>
                  </a:lnTo>
                  <a:lnTo>
                    <a:pt x="35064" y="165900"/>
                  </a:lnTo>
                  <a:lnTo>
                    <a:pt x="48920" y="165900"/>
                  </a:lnTo>
                  <a:lnTo>
                    <a:pt x="48933" y="155155"/>
                  </a:lnTo>
                  <a:close/>
                </a:path>
                <a:path w="262254" h="391159">
                  <a:moveTo>
                    <a:pt x="50965" y="334416"/>
                  </a:moveTo>
                  <a:lnTo>
                    <a:pt x="50495" y="333375"/>
                  </a:lnTo>
                  <a:lnTo>
                    <a:pt x="49555" y="333476"/>
                  </a:lnTo>
                  <a:lnTo>
                    <a:pt x="49428" y="333502"/>
                  </a:lnTo>
                  <a:lnTo>
                    <a:pt x="49301" y="333502"/>
                  </a:lnTo>
                  <a:lnTo>
                    <a:pt x="49174" y="333527"/>
                  </a:lnTo>
                  <a:lnTo>
                    <a:pt x="47891" y="333679"/>
                  </a:lnTo>
                  <a:lnTo>
                    <a:pt x="46990" y="335013"/>
                  </a:lnTo>
                  <a:lnTo>
                    <a:pt x="47879" y="336181"/>
                  </a:lnTo>
                  <a:lnTo>
                    <a:pt x="48615" y="337134"/>
                  </a:lnTo>
                  <a:lnTo>
                    <a:pt x="50533" y="336981"/>
                  </a:lnTo>
                  <a:lnTo>
                    <a:pt x="50761" y="335610"/>
                  </a:lnTo>
                  <a:lnTo>
                    <a:pt x="50787" y="335470"/>
                  </a:lnTo>
                  <a:lnTo>
                    <a:pt x="50825" y="335318"/>
                  </a:lnTo>
                  <a:lnTo>
                    <a:pt x="50965" y="334416"/>
                  </a:lnTo>
                  <a:close/>
                </a:path>
                <a:path w="262254" h="391159">
                  <a:moveTo>
                    <a:pt x="54597" y="273697"/>
                  </a:moveTo>
                  <a:lnTo>
                    <a:pt x="53327" y="273583"/>
                  </a:lnTo>
                  <a:lnTo>
                    <a:pt x="52832" y="273532"/>
                  </a:lnTo>
                  <a:lnTo>
                    <a:pt x="51816" y="273443"/>
                  </a:lnTo>
                  <a:lnTo>
                    <a:pt x="50380" y="273316"/>
                  </a:lnTo>
                  <a:lnTo>
                    <a:pt x="50368" y="275818"/>
                  </a:lnTo>
                  <a:lnTo>
                    <a:pt x="52324" y="275640"/>
                  </a:lnTo>
                  <a:lnTo>
                    <a:pt x="52832" y="275590"/>
                  </a:lnTo>
                  <a:lnTo>
                    <a:pt x="54597" y="275437"/>
                  </a:lnTo>
                  <a:lnTo>
                    <a:pt x="54597" y="273697"/>
                  </a:lnTo>
                  <a:close/>
                </a:path>
                <a:path w="262254" h="391159">
                  <a:moveTo>
                    <a:pt x="56515" y="237566"/>
                  </a:moveTo>
                  <a:lnTo>
                    <a:pt x="54965" y="234835"/>
                  </a:lnTo>
                  <a:lnTo>
                    <a:pt x="54546" y="234061"/>
                  </a:lnTo>
                  <a:lnTo>
                    <a:pt x="53632" y="234061"/>
                  </a:lnTo>
                  <a:lnTo>
                    <a:pt x="53301" y="234657"/>
                  </a:lnTo>
                  <a:lnTo>
                    <a:pt x="51663" y="237566"/>
                  </a:lnTo>
                  <a:lnTo>
                    <a:pt x="56515" y="237566"/>
                  </a:lnTo>
                  <a:close/>
                </a:path>
                <a:path w="262254" h="391159">
                  <a:moveTo>
                    <a:pt x="58470" y="191350"/>
                  </a:moveTo>
                  <a:lnTo>
                    <a:pt x="51689" y="187642"/>
                  </a:lnTo>
                  <a:lnTo>
                    <a:pt x="47802" y="196494"/>
                  </a:lnTo>
                  <a:lnTo>
                    <a:pt x="53162" y="199885"/>
                  </a:lnTo>
                  <a:lnTo>
                    <a:pt x="56007" y="195300"/>
                  </a:lnTo>
                  <a:lnTo>
                    <a:pt x="58470" y="191350"/>
                  </a:lnTo>
                  <a:close/>
                </a:path>
                <a:path w="262254" h="391159">
                  <a:moveTo>
                    <a:pt x="59016" y="307721"/>
                  </a:moveTo>
                  <a:lnTo>
                    <a:pt x="56261" y="305168"/>
                  </a:lnTo>
                  <a:lnTo>
                    <a:pt x="53505" y="306666"/>
                  </a:lnTo>
                  <a:lnTo>
                    <a:pt x="52501" y="310972"/>
                  </a:lnTo>
                  <a:lnTo>
                    <a:pt x="54838" y="312661"/>
                  </a:lnTo>
                  <a:lnTo>
                    <a:pt x="56197" y="311099"/>
                  </a:lnTo>
                  <a:lnTo>
                    <a:pt x="56769" y="310451"/>
                  </a:lnTo>
                  <a:lnTo>
                    <a:pt x="57696" y="310184"/>
                  </a:lnTo>
                  <a:lnTo>
                    <a:pt x="59004" y="308940"/>
                  </a:lnTo>
                  <a:lnTo>
                    <a:pt x="59016" y="307721"/>
                  </a:lnTo>
                  <a:close/>
                </a:path>
                <a:path w="262254" h="391159">
                  <a:moveTo>
                    <a:pt x="61696" y="86296"/>
                  </a:moveTo>
                  <a:lnTo>
                    <a:pt x="58915" y="83515"/>
                  </a:lnTo>
                  <a:lnTo>
                    <a:pt x="56959" y="84391"/>
                  </a:lnTo>
                  <a:lnTo>
                    <a:pt x="56273" y="86004"/>
                  </a:lnTo>
                  <a:lnTo>
                    <a:pt x="55346" y="88226"/>
                  </a:lnTo>
                  <a:lnTo>
                    <a:pt x="57048" y="89776"/>
                  </a:lnTo>
                  <a:lnTo>
                    <a:pt x="60934" y="88392"/>
                  </a:lnTo>
                  <a:lnTo>
                    <a:pt x="61696" y="86296"/>
                  </a:lnTo>
                  <a:close/>
                </a:path>
                <a:path w="262254" h="391159">
                  <a:moveTo>
                    <a:pt x="63703" y="292087"/>
                  </a:moveTo>
                  <a:lnTo>
                    <a:pt x="63398" y="291782"/>
                  </a:lnTo>
                  <a:lnTo>
                    <a:pt x="63055" y="291795"/>
                  </a:lnTo>
                  <a:lnTo>
                    <a:pt x="61760" y="291795"/>
                  </a:lnTo>
                  <a:lnTo>
                    <a:pt x="61556" y="292404"/>
                  </a:lnTo>
                  <a:lnTo>
                    <a:pt x="60375" y="294144"/>
                  </a:lnTo>
                  <a:lnTo>
                    <a:pt x="61315" y="295059"/>
                  </a:lnTo>
                  <a:lnTo>
                    <a:pt x="62001" y="294601"/>
                  </a:lnTo>
                  <a:lnTo>
                    <a:pt x="63068" y="293903"/>
                  </a:lnTo>
                  <a:lnTo>
                    <a:pt x="63652" y="293712"/>
                  </a:lnTo>
                  <a:lnTo>
                    <a:pt x="63703" y="292087"/>
                  </a:lnTo>
                  <a:close/>
                </a:path>
                <a:path w="262254" h="391159">
                  <a:moveTo>
                    <a:pt x="64287" y="130263"/>
                  </a:moveTo>
                  <a:lnTo>
                    <a:pt x="62928" y="126314"/>
                  </a:lnTo>
                  <a:lnTo>
                    <a:pt x="60159" y="126606"/>
                  </a:lnTo>
                  <a:lnTo>
                    <a:pt x="57594" y="126885"/>
                  </a:lnTo>
                  <a:lnTo>
                    <a:pt x="55867" y="127736"/>
                  </a:lnTo>
                  <a:lnTo>
                    <a:pt x="53390" y="131851"/>
                  </a:lnTo>
                  <a:lnTo>
                    <a:pt x="53327" y="133616"/>
                  </a:lnTo>
                  <a:lnTo>
                    <a:pt x="54927" y="136271"/>
                  </a:lnTo>
                  <a:lnTo>
                    <a:pt x="55930" y="136474"/>
                  </a:lnTo>
                  <a:lnTo>
                    <a:pt x="58889" y="135001"/>
                  </a:lnTo>
                  <a:lnTo>
                    <a:pt x="60642" y="133654"/>
                  </a:lnTo>
                  <a:lnTo>
                    <a:pt x="64287" y="130263"/>
                  </a:lnTo>
                  <a:close/>
                </a:path>
                <a:path w="262254" h="391159">
                  <a:moveTo>
                    <a:pt x="67589" y="235585"/>
                  </a:moveTo>
                  <a:lnTo>
                    <a:pt x="66776" y="233997"/>
                  </a:lnTo>
                  <a:lnTo>
                    <a:pt x="66624" y="233692"/>
                  </a:lnTo>
                  <a:lnTo>
                    <a:pt x="65519" y="231508"/>
                  </a:lnTo>
                  <a:lnTo>
                    <a:pt x="62585" y="234670"/>
                  </a:lnTo>
                  <a:lnTo>
                    <a:pt x="64706" y="235610"/>
                  </a:lnTo>
                  <a:lnTo>
                    <a:pt x="66586" y="236448"/>
                  </a:lnTo>
                  <a:lnTo>
                    <a:pt x="67589" y="235585"/>
                  </a:lnTo>
                  <a:close/>
                </a:path>
                <a:path w="262254" h="391159">
                  <a:moveTo>
                    <a:pt x="69519" y="256514"/>
                  </a:moveTo>
                  <a:lnTo>
                    <a:pt x="66255" y="254762"/>
                  </a:lnTo>
                  <a:lnTo>
                    <a:pt x="65798" y="254812"/>
                  </a:lnTo>
                  <a:lnTo>
                    <a:pt x="65405" y="255003"/>
                  </a:lnTo>
                  <a:lnTo>
                    <a:pt x="65138" y="254825"/>
                  </a:lnTo>
                  <a:lnTo>
                    <a:pt x="64808" y="254762"/>
                  </a:lnTo>
                  <a:lnTo>
                    <a:pt x="61620" y="255790"/>
                  </a:lnTo>
                  <a:lnTo>
                    <a:pt x="61658" y="259854"/>
                  </a:lnTo>
                  <a:lnTo>
                    <a:pt x="64274" y="260807"/>
                  </a:lnTo>
                  <a:lnTo>
                    <a:pt x="64198" y="261175"/>
                  </a:lnTo>
                  <a:lnTo>
                    <a:pt x="64681" y="261442"/>
                  </a:lnTo>
                  <a:lnTo>
                    <a:pt x="64884" y="261086"/>
                  </a:lnTo>
                  <a:lnTo>
                    <a:pt x="68211" y="261442"/>
                  </a:lnTo>
                  <a:lnTo>
                    <a:pt x="69519" y="256514"/>
                  </a:lnTo>
                  <a:close/>
                </a:path>
                <a:path w="262254" h="391159">
                  <a:moveTo>
                    <a:pt x="69913" y="321017"/>
                  </a:moveTo>
                  <a:lnTo>
                    <a:pt x="63944" y="321017"/>
                  </a:lnTo>
                  <a:lnTo>
                    <a:pt x="63931" y="325653"/>
                  </a:lnTo>
                  <a:lnTo>
                    <a:pt x="66929" y="325653"/>
                  </a:lnTo>
                  <a:lnTo>
                    <a:pt x="69913" y="325653"/>
                  </a:lnTo>
                  <a:lnTo>
                    <a:pt x="69913" y="321017"/>
                  </a:lnTo>
                  <a:close/>
                </a:path>
                <a:path w="262254" h="391159">
                  <a:moveTo>
                    <a:pt x="75768" y="277406"/>
                  </a:moveTo>
                  <a:lnTo>
                    <a:pt x="70154" y="277406"/>
                  </a:lnTo>
                  <a:lnTo>
                    <a:pt x="70154" y="281762"/>
                  </a:lnTo>
                  <a:lnTo>
                    <a:pt x="72961" y="281762"/>
                  </a:lnTo>
                  <a:lnTo>
                    <a:pt x="75768" y="281762"/>
                  </a:lnTo>
                  <a:lnTo>
                    <a:pt x="75768" y="277406"/>
                  </a:lnTo>
                  <a:close/>
                </a:path>
                <a:path w="262254" h="391159">
                  <a:moveTo>
                    <a:pt x="76923" y="110578"/>
                  </a:moveTo>
                  <a:lnTo>
                    <a:pt x="74472" y="110578"/>
                  </a:lnTo>
                  <a:lnTo>
                    <a:pt x="72034" y="110578"/>
                  </a:lnTo>
                  <a:lnTo>
                    <a:pt x="72021" y="114376"/>
                  </a:lnTo>
                  <a:lnTo>
                    <a:pt x="76911" y="114376"/>
                  </a:lnTo>
                  <a:lnTo>
                    <a:pt x="76923" y="110578"/>
                  </a:lnTo>
                  <a:close/>
                </a:path>
                <a:path w="262254" h="391159">
                  <a:moveTo>
                    <a:pt x="79794" y="99415"/>
                  </a:moveTo>
                  <a:lnTo>
                    <a:pt x="76809" y="96672"/>
                  </a:lnTo>
                  <a:lnTo>
                    <a:pt x="67665" y="102349"/>
                  </a:lnTo>
                  <a:lnTo>
                    <a:pt x="73406" y="108597"/>
                  </a:lnTo>
                  <a:lnTo>
                    <a:pt x="76542" y="104076"/>
                  </a:lnTo>
                  <a:lnTo>
                    <a:pt x="79794" y="99415"/>
                  </a:lnTo>
                  <a:close/>
                </a:path>
                <a:path w="262254" h="391159">
                  <a:moveTo>
                    <a:pt x="81851" y="144119"/>
                  </a:moveTo>
                  <a:lnTo>
                    <a:pt x="79400" y="142506"/>
                  </a:lnTo>
                  <a:lnTo>
                    <a:pt x="77571" y="143725"/>
                  </a:lnTo>
                  <a:lnTo>
                    <a:pt x="75463" y="145135"/>
                  </a:lnTo>
                  <a:lnTo>
                    <a:pt x="75463" y="147231"/>
                  </a:lnTo>
                  <a:lnTo>
                    <a:pt x="77317" y="148475"/>
                  </a:lnTo>
                  <a:lnTo>
                    <a:pt x="74295" y="148475"/>
                  </a:lnTo>
                  <a:lnTo>
                    <a:pt x="73266" y="150710"/>
                  </a:lnTo>
                  <a:lnTo>
                    <a:pt x="74574" y="151904"/>
                  </a:lnTo>
                  <a:lnTo>
                    <a:pt x="75539" y="152806"/>
                  </a:lnTo>
                  <a:lnTo>
                    <a:pt x="76428" y="152806"/>
                  </a:lnTo>
                  <a:lnTo>
                    <a:pt x="78701" y="150698"/>
                  </a:lnTo>
                  <a:lnTo>
                    <a:pt x="77825" y="148831"/>
                  </a:lnTo>
                  <a:lnTo>
                    <a:pt x="79400" y="149872"/>
                  </a:lnTo>
                  <a:lnTo>
                    <a:pt x="81851" y="148234"/>
                  </a:lnTo>
                  <a:lnTo>
                    <a:pt x="81851" y="144119"/>
                  </a:lnTo>
                  <a:close/>
                </a:path>
                <a:path w="262254" h="391159">
                  <a:moveTo>
                    <a:pt x="87160" y="95250"/>
                  </a:moveTo>
                  <a:lnTo>
                    <a:pt x="85725" y="93941"/>
                  </a:lnTo>
                  <a:lnTo>
                    <a:pt x="79794" y="96075"/>
                  </a:lnTo>
                  <a:lnTo>
                    <a:pt x="84607" y="101346"/>
                  </a:lnTo>
                  <a:lnTo>
                    <a:pt x="86321" y="97256"/>
                  </a:lnTo>
                  <a:lnTo>
                    <a:pt x="87160" y="95250"/>
                  </a:lnTo>
                  <a:close/>
                </a:path>
                <a:path w="262254" h="391159">
                  <a:moveTo>
                    <a:pt x="97421" y="67779"/>
                  </a:moveTo>
                  <a:lnTo>
                    <a:pt x="96837" y="67779"/>
                  </a:lnTo>
                  <a:lnTo>
                    <a:pt x="96837" y="68224"/>
                  </a:lnTo>
                  <a:lnTo>
                    <a:pt x="97129" y="68224"/>
                  </a:lnTo>
                  <a:lnTo>
                    <a:pt x="97421" y="68224"/>
                  </a:lnTo>
                  <a:lnTo>
                    <a:pt x="97421" y="67779"/>
                  </a:lnTo>
                  <a:close/>
                </a:path>
                <a:path w="262254" h="391159">
                  <a:moveTo>
                    <a:pt x="100317" y="231190"/>
                  </a:moveTo>
                  <a:lnTo>
                    <a:pt x="99479" y="230428"/>
                  </a:lnTo>
                  <a:lnTo>
                    <a:pt x="99263" y="230225"/>
                  </a:lnTo>
                  <a:lnTo>
                    <a:pt x="99174" y="229781"/>
                  </a:lnTo>
                  <a:lnTo>
                    <a:pt x="97282" y="228841"/>
                  </a:lnTo>
                  <a:lnTo>
                    <a:pt x="96418" y="230835"/>
                  </a:lnTo>
                  <a:lnTo>
                    <a:pt x="97320" y="232740"/>
                  </a:lnTo>
                  <a:lnTo>
                    <a:pt x="98107" y="232956"/>
                  </a:lnTo>
                  <a:lnTo>
                    <a:pt x="99936" y="232511"/>
                  </a:lnTo>
                  <a:lnTo>
                    <a:pt x="100317" y="231190"/>
                  </a:lnTo>
                  <a:close/>
                </a:path>
                <a:path w="262254" h="391159">
                  <a:moveTo>
                    <a:pt x="102146" y="246011"/>
                  </a:moveTo>
                  <a:lnTo>
                    <a:pt x="100711" y="245402"/>
                  </a:lnTo>
                  <a:lnTo>
                    <a:pt x="98463" y="245745"/>
                  </a:lnTo>
                  <a:lnTo>
                    <a:pt x="97739" y="246126"/>
                  </a:lnTo>
                  <a:lnTo>
                    <a:pt x="94208" y="249224"/>
                  </a:lnTo>
                  <a:lnTo>
                    <a:pt x="98463" y="253365"/>
                  </a:lnTo>
                  <a:lnTo>
                    <a:pt x="100609" y="250710"/>
                  </a:lnTo>
                  <a:lnTo>
                    <a:pt x="101511" y="249593"/>
                  </a:lnTo>
                  <a:lnTo>
                    <a:pt x="101828" y="248754"/>
                  </a:lnTo>
                  <a:lnTo>
                    <a:pt x="102146" y="246011"/>
                  </a:lnTo>
                  <a:close/>
                </a:path>
                <a:path w="262254" h="391159">
                  <a:moveTo>
                    <a:pt x="105130" y="77571"/>
                  </a:moveTo>
                  <a:lnTo>
                    <a:pt x="103403" y="73494"/>
                  </a:lnTo>
                  <a:lnTo>
                    <a:pt x="98945" y="72021"/>
                  </a:lnTo>
                  <a:lnTo>
                    <a:pt x="97345" y="71856"/>
                  </a:lnTo>
                  <a:lnTo>
                    <a:pt x="92443" y="71551"/>
                  </a:lnTo>
                  <a:lnTo>
                    <a:pt x="90030" y="74498"/>
                  </a:lnTo>
                  <a:lnTo>
                    <a:pt x="89992" y="77482"/>
                  </a:lnTo>
                  <a:lnTo>
                    <a:pt x="89268" y="78689"/>
                  </a:lnTo>
                  <a:lnTo>
                    <a:pt x="89662" y="80518"/>
                  </a:lnTo>
                  <a:lnTo>
                    <a:pt x="91198" y="80949"/>
                  </a:lnTo>
                  <a:lnTo>
                    <a:pt x="92875" y="83058"/>
                  </a:lnTo>
                  <a:lnTo>
                    <a:pt x="95923" y="83591"/>
                  </a:lnTo>
                  <a:lnTo>
                    <a:pt x="100012" y="81661"/>
                  </a:lnTo>
                  <a:lnTo>
                    <a:pt x="101219" y="80848"/>
                  </a:lnTo>
                  <a:lnTo>
                    <a:pt x="105130" y="77571"/>
                  </a:lnTo>
                  <a:close/>
                </a:path>
                <a:path w="262254" h="391159">
                  <a:moveTo>
                    <a:pt x="108839" y="116319"/>
                  </a:moveTo>
                  <a:lnTo>
                    <a:pt x="107670" y="112572"/>
                  </a:lnTo>
                  <a:lnTo>
                    <a:pt x="107467" y="111899"/>
                  </a:lnTo>
                  <a:lnTo>
                    <a:pt x="107302" y="111480"/>
                  </a:lnTo>
                  <a:lnTo>
                    <a:pt x="106121" y="109816"/>
                  </a:lnTo>
                  <a:lnTo>
                    <a:pt x="104749" y="109816"/>
                  </a:lnTo>
                  <a:lnTo>
                    <a:pt x="103987" y="110909"/>
                  </a:lnTo>
                  <a:lnTo>
                    <a:pt x="103568" y="111480"/>
                  </a:lnTo>
                  <a:lnTo>
                    <a:pt x="103416" y="111899"/>
                  </a:lnTo>
                  <a:lnTo>
                    <a:pt x="102044" y="116306"/>
                  </a:lnTo>
                  <a:lnTo>
                    <a:pt x="108839" y="116319"/>
                  </a:lnTo>
                  <a:close/>
                </a:path>
                <a:path w="262254" h="391159">
                  <a:moveTo>
                    <a:pt x="115062" y="75742"/>
                  </a:moveTo>
                  <a:lnTo>
                    <a:pt x="110921" y="75742"/>
                  </a:lnTo>
                  <a:lnTo>
                    <a:pt x="111988" y="77914"/>
                  </a:lnTo>
                  <a:lnTo>
                    <a:pt x="112534" y="79019"/>
                  </a:lnTo>
                  <a:lnTo>
                    <a:pt x="113449" y="79019"/>
                  </a:lnTo>
                  <a:lnTo>
                    <a:pt x="113817" y="78282"/>
                  </a:lnTo>
                  <a:lnTo>
                    <a:pt x="113906" y="78105"/>
                  </a:lnTo>
                  <a:lnTo>
                    <a:pt x="113995" y="77914"/>
                  </a:lnTo>
                  <a:lnTo>
                    <a:pt x="115062" y="75742"/>
                  </a:lnTo>
                  <a:close/>
                </a:path>
                <a:path w="262254" h="391159">
                  <a:moveTo>
                    <a:pt x="118300" y="88722"/>
                  </a:moveTo>
                  <a:lnTo>
                    <a:pt x="110705" y="88722"/>
                  </a:lnTo>
                  <a:lnTo>
                    <a:pt x="110705" y="94627"/>
                  </a:lnTo>
                  <a:lnTo>
                    <a:pt x="114503" y="94627"/>
                  </a:lnTo>
                  <a:lnTo>
                    <a:pt x="118300" y="94627"/>
                  </a:lnTo>
                  <a:lnTo>
                    <a:pt x="118300" y="88722"/>
                  </a:lnTo>
                  <a:close/>
                </a:path>
                <a:path w="262254" h="391159">
                  <a:moveTo>
                    <a:pt x="121259" y="235991"/>
                  </a:moveTo>
                  <a:lnTo>
                    <a:pt x="119824" y="235991"/>
                  </a:lnTo>
                  <a:lnTo>
                    <a:pt x="119824" y="237121"/>
                  </a:lnTo>
                  <a:lnTo>
                    <a:pt x="120548" y="237121"/>
                  </a:lnTo>
                  <a:lnTo>
                    <a:pt x="121259" y="237121"/>
                  </a:lnTo>
                  <a:lnTo>
                    <a:pt x="121259" y="235991"/>
                  </a:lnTo>
                  <a:close/>
                </a:path>
                <a:path w="262254" h="391159">
                  <a:moveTo>
                    <a:pt x="124739" y="252412"/>
                  </a:moveTo>
                  <a:lnTo>
                    <a:pt x="123723" y="251079"/>
                  </a:lnTo>
                  <a:lnTo>
                    <a:pt x="121564" y="250405"/>
                  </a:lnTo>
                  <a:lnTo>
                    <a:pt x="120777" y="250507"/>
                  </a:lnTo>
                  <a:lnTo>
                    <a:pt x="115163" y="251612"/>
                  </a:lnTo>
                  <a:lnTo>
                    <a:pt x="118389" y="259473"/>
                  </a:lnTo>
                  <a:lnTo>
                    <a:pt x="122694" y="255892"/>
                  </a:lnTo>
                  <a:lnTo>
                    <a:pt x="123520" y="255193"/>
                  </a:lnTo>
                  <a:lnTo>
                    <a:pt x="123850" y="254571"/>
                  </a:lnTo>
                  <a:lnTo>
                    <a:pt x="124739" y="252412"/>
                  </a:lnTo>
                  <a:close/>
                </a:path>
                <a:path w="262254" h="391159">
                  <a:moveTo>
                    <a:pt x="136004" y="85013"/>
                  </a:moveTo>
                  <a:lnTo>
                    <a:pt x="126238" y="85013"/>
                  </a:lnTo>
                  <a:lnTo>
                    <a:pt x="126225" y="92595"/>
                  </a:lnTo>
                  <a:lnTo>
                    <a:pt x="131114" y="92595"/>
                  </a:lnTo>
                  <a:lnTo>
                    <a:pt x="135991" y="92595"/>
                  </a:lnTo>
                  <a:lnTo>
                    <a:pt x="136004" y="85013"/>
                  </a:lnTo>
                  <a:close/>
                </a:path>
                <a:path w="262254" h="391159">
                  <a:moveTo>
                    <a:pt x="138722" y="116763"/>
                  </a:moveTo>
                  <a:lnTo>
                    <a:pt x="137922" y="114198"/>
                  </a:lnTo>
                  <a:lnTo>
                    <a:pt x="137795" y="113766"/>
                  </a:lnTo>
                  <a:lnTo>
                    <a:pt x="137718" y="113538"/>
                  </a:lnTo>
                  <a:lnTo>
                    <a:pt x="137325" y="112242"/>
                  </a:lnTo>
                  <a:lnTo>
                    <a:pt x="135483" y="112242"/>
                  </a:lnTo>
                  <a:lnTo>
                    <a:pt x="135089" y="113538"/>
                  </a:lnTo>
                  <a:lnTo>
                    <a:pt x="135013" y="113766"/>
                  </a:lnTo>
                  <a:lnTo>
                    <a:pt x="134950" y="113982"/>
                  </a:lnTo>
                  <a:lnTo>
                    <a:pt x="134874" y="114198"/>
                  </a:lnTo>
                  <a:lnTo>
                    <a:pt x="134099" y="116751"/>
                  </a:lnTo>
                  <a:lnTo>
                    <a:pt x="138722" y="116763"/>
                  </a:lnTo>
                  <a:close/>
                </a:path>
                <a:path w="262254" h="391159">
                  <a:moveTo>
                    <a:pt x="141198" y="61760"/>
                  </a:moveTo>
                  <a:lnTo>
                    <a:pt x="141020" y="60820"/>
                  </a:lnTo>
                  <a:lnTo>
                    <a:pt x="140398" y="58356"/>
                  </a:lnTo>
                  <a:lnTo>
                    <a:pt x="138696" y="57467"/>
                  </a:lnTo>
                  <a:lnTo>
                    <a:pt x="136334" y="59270"/>
                  </a:lnTo>
                  <a:lnTo>
                    <a:pt x="135623" y="59918"/>
                  </a:lnTo>
                  <a:lnTo>
                    <a:pt x="133781" y="65062"/>
                  </a:lnTo>
                  <a:lnTo>
                    <a:pt x="139522" y="66636"/>
                  </a:lnTo>
                  <a:lnTo>
                    <a:pt x="140754" y="63055"/>
                  </a:lnTo>
                  <a:lnTo>
                    <a:pt x="141198" y="61760"/>
                  </a:lnTo>
                  <a:close/>
                </a:path>
                <a:path w="262254" h="391159">
                  <a:moveTo>
                    <a:pt x="144246" y="101485"/>
                  </a:moveTo>
                  <a:lnTo>
                    <a:pt x="143662" y="101485"/>
                  </a:lnTo>
                  <a:lnTo>
                    <a:pt x="143662" y="101942"/>
                  </a:lnTo>
                  <a:lnTo>
                    <a:pt x="143954" y="101942"/>
                  </a:lnTo>
                  <a:lnTo>
                    <a:pt x="144246" y="101942"/>
                  </a:lnTo>
                  <a:lnTo>
                    <a:pt x="144246" y="101485"/>
                  </a:lnTo>
                  <a:close/>
                </a:path>
                <a:path w="262254" h="391159">
                  <a:moveTo>
                    <a:pt x="163169" y="39903"/>
                  </a:moveTo>
                  <a:lnTo>
                    <a:pt x="162077" y="39903"/>
                  </a:lnTo>
                  <a:lnTo>
                    <a:pt x="160985" y="39903"/>
                  </a:lnTo>
                  <a:lnTo>
                    <a:pt x="160985" y="41592"/>
                  </a:lnTo>
                  <a:lnTo>
                    <a:pt x="163169" y="41592"/>
                  </a:lnTo>
                  <a:lnTo>
                    <a:pt x="163169" y="39903"/>
                  </a:lnTo>
                  <a:close/>
                </a:path>
                <a:path w="262254" h="391159">
                  <a:moveTo>
                    <a:pt x="178663" y="34975"/>
                  </a:moveTo>
                  <a:lnTo>
                    <a:pt x="176377" y="32893"/>
                  </a:lnTo>
                  <a:lnTo>
                    <a:pt x="174612" y="33909"/>
                  </a:lnTo>
                  <a:lnTo>
                    <a:pt x="173723" y="34417"/>
                  </a:lnTo>
                  <a:lnTo>
                    <a:pt x="172897" y="34988"/>
                  </a:lnTo>
                  <a:lnTo>
                    <a:pt x="168846" y="38011"/>
                  </a:lnTo>
                  <a:lnTo>
                    <a:pt x="172961" y="42519"/>
                  </a:lnTo>
                  <a:lnTo>
                    <a:pt x="176060" y="38785"/>
                  </a:lnTo>
                  <a:lnTo>
                    <a:pt x="176822" y="37846"/>
                  </a:lnTo>
                  <a:lnTo>
                    <a:pt x="178663" y="34975"/>
                  </a:lnTo>
                  <a:close/>
                </a:path>
                <a:path w="262254" h="391159">
                  <a:moveTo>
                    <a:pt x="186537" y="37655"/>
                  </a:moveTo>
                  <a:lnTo>
                    <a:pt x="186245" y="37655"/>
                  </a:lnTo>
                  <a:lnTo>
                    <a:pt x="185953" y="37655"/>
                  </a:lnTo>
                  <a:lnTo>
                    <a:pt x="185953" y="38112"/>
                  </a:lnTo>
                  <a:lnTo>
                    <a:pt x="186537" y="38112"/>
                  </a:lnTo>
                  <a:lnTo>
                    <a:pt x="186537" y="37655"/>
                  </a:lnTo>
                  <a:close/>
                </a:path>
                <a:path w="262254" h="391159">
                  <a:moveTo>
                    <a:pt x="205638" y="21247"/>
                  </a:moveTo>
                  <a:lnTo>
                    <a:pt x="199961" y="12001"/>
                  </a:lnTo>
                  <a:lnTo>
                    <a:pt x="190919" y="15773"/>
                  </a:lnTo>
                  <a:lnTo>
                    <a:pt x="191427" y="21386"/>
                  </a:lnTo>
                  <a:lnTo>
                    <a:pt x="191655" y="23901"/>
                  </a:lnTo>
                  <a:lnTo>
                    <a:pt x="193370" y="26009"/>
                  </a:lnTo>
                  <a:lnTo>
                    <a:pt x="199936" y="26060"/>
                  </a:lnTo>
                  <a:lnTo>
                    <a:pt x="205638" y="21247"/>
                  </a:lnTo>
                  <a:close/>
                </a:path>
                <a:path w="262254" h="391159">
                  <a:moveTo>
                    <a:pt x="229044" y="12192"/>
                  </a:moveTo>
                  <a:lnTo>
                    <a:pt x="225513" y="12192"/>
                  </a:lnTo>
                  <a:lnTo>
                    <a:pt x="221983" y="12192"/>
                  </a:lnTo>
                  <a:lnTo>
                    <a:pt x="221983" y="17678"/>
                  </a:lnTo>
                  <a:lnTo>
                    <a:pt x="229044" y="17678"/>
                  </a:lnTo>
                  <a:lnTo>
                    <a:pt x="229044" y="12192"/>
                  </a:lnTo>
                  <a:close/>
                </a:path>
                <a:path w="262254" h="391159">
                  <a:moveTo>
                    <a:pt x="238633" y="7772"/>
                  </a:moveTo>
                  <a:lnTo>
                    <a:pt x="237578" y="7632"/>
                  </a:lnTo>
                  <a:lnTo>
                    <a:pt x="237337" y="7594"/>
                  </a:lnTo>
                  <a:lnTo>
                    <a:pt x="235572" y="7353"/>
                  </a:lnTo>
                  <a:lnTo>
                    <a:pt x="235559" y="9613"/>
                  </a:lnTo>
                  <a:lnTo>
                    <a:pt x="237096" y="9385"/>
                  </a:lnTo>
                  <a:lnTo>
                    <a:pt x="237337" y="9359"/>
                  </a:lnTo>
                  <a:lnTo>
                    <a:pt x="237578" y="9321"/>
                  </a:lnTo>
                  <a:lnTo>
                    <a:pt x="238633" y="9169"/>
                  </a:lnTo>
                  <a:lnTo>
                    <a:pt x="238633" y="7772"/>
                  </a:lnTo>
                  <a:close/>
                </a:path>
                <a:path w="262254" h="391159">
                  <a:moveTo>
                    <a:pt x="252996" y="50571"/>
                  </a:moveTo>
                  <a:lnTo>
                    <a:pt x="252704" y="50571"/>
                  </a:lnTo>
                  <a:lnTo>
                    <a:pt x="252412" y="50571"/>
                  </a:lnTo>
                  <a:lnTo>
                    <a:pt x="252412" y="51015"/>
                  </a:lnTo>
                  <a:lnTo>
                    <a:pt x="252996" y="51015"/>
                  </a:lnTo>
                  <a:lnTo>
                    <a:pt x="252996" y="50571"/>
                  </a:lnTo>
                  <a:close/>
                </a:path>
                <a:path w="262254" h="391159">
                  <a:moveTo>
                    <a:pt x="254241" y="2755"/>
                  </a:moveTo>
                  <a:lnTo>
                    <a:pt x="251434" y="0"/>
                  </a:lnTo>
                  <a:lnTo>
                    <a:pt x="248564" y="1155"/>
                  </a:lnTo>
                  <a:lnTo>
                    <a:pt x="248564" y="3454"/>
                  </a:lnTo>
                  <a:lnTo>
                    <a:pt x="248564" y="5753"/>
                  </a:lnTo>
                  <a:lnTo>
                    <a:pt x="251434" y="6908"/>
                  </a:lnTo>
                  <a:lnTo>
                    <a:pt x="254241" y="4152"/>
                  </a:lnTo>
                  <a:lnTo>
                    <a:pt x="254241" y="2755"/>
                  </a:lnTo>
                  <a:close/>
                </a:path>
                <a:path w="262254" h="391159">
                  <a:moveTo>
                    <a:pt x="256857" y="92544"/>
                  </a:moveTo>
                  <a:lnTo>
                    <a:pt x="254584" y="92544"/>
                  </a:lnTo>
                  <a:lnTo>
                    <a:pt x="254812" y="94081"/>
                  </a:lnTo>
                  <a:lnTo>
                    <a:pt x="254876" y="94538"/>
                  </a:lnTo>
                  <a:lnTo>
                    <a:pt x="254914" y="94767"/>
                  </a:lnTo>
                  <a:lnTo>
                    <a:pt x="255028" y="95580"/>
                  </a:lnTo>
                  <a:lnTo>
                    <a:pt x="256425" y="95580"/>
                  </a:lnTo>
                  <a:lnTo>
                    <a:pt x="256565" y="94538"/>
                  </a:lnTo>
                  <a:lnTo>
                    <a:pt x="256616" y="94310"/>
                  </a:lnTo>
                  <a:lnTo>
                    <a:pt x="256857" y="92544"/>
                  </a:lnTo>
                  <a:close/>
                </a:path>
                <a:path w="262254" h="391159">
                  <a:moveTo>
                    <a:pt x="257898" y="87845"/>
                  </a:moveTo>
                  <a:lnTo>
                    <a:pt x="256794" y="87680"/>
                  </a:lnTo>
                  <a:lnTo>
                    <a:pt x="256311" y="87630"/>
                  </a:lnTo>
                  <a:lnTo>
                    <a:pt x="256070" y="87579"/>
                  </a:lnTo>
                  <a:lnTo>
                    <a:pt x="254025" y="87299"/>
                  </a:lnTo>
                  <a:lnTo>
                    <a:pt x="254000" y="90309"/>
                  </a:lnTo>
                  <a:lnTo>
                    <a:pt x="257898" y="89776"/>
                  </a:lnTo>
                  <a:lnTo>
                    <a:pt x="257898" y="87845"/>
                  </a:lnTo>
                  <a:close/>
                </a:path>
                <a:path w="262254" h="391159">
                  <a:moveTo>
                    <a:pt x="261937" y="119202"/>
                  </a:moveTo>
                  <a:lnTo>
                    <a:pt x="261670" y="118427"/>
                  </a:lnTo>
                  <a:lnTo>
                    <a:pt x="260667" y="116141"/>
                  </a:lnTo>
                  <a:lnTo>
                    <a:pt x="259092" y="115849"/>
                  </a:lnTo>
                  <a:lnTo>
                    <a:pt x="256743" y="116243"/>
                  </a:lnTo>
                  <a:lnTo>
                    <a:pt x="252984" y="119367"/>
                  </a:lnTo>
                  <a:lnTo>
                    <a:pt x="254076" y="122910"/>
                  </a:lnTo>
                  <a:lnTo>
                    <a:pt x="256413" y="123888"/>
                  </a:lnTo>
                  <a:lnTo>
                    <a:pt x="259143" y="125044"/>
                  </a:lnTo>
                  <a:lnTo>
                    <a:pt x="261518" y="123024"/>
                  </a:lnTo>
                  <a:lnTo>
                    <a:pt x="261937" y="119202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2904718" y="7616805"/>
              <a:ext cx="770255" cy="492759"/>
            </a:xfrm>
            <a:custGeom>
              <a:avLst/>
              <a:gdLst/>
              <a:ahLst/>
              <a:cxnLst/>
              <a:rect l="l" t="t" r="r" b="b"/>
              <a:pathLst>
                <a:path w="770254" h="492759">
                  <a:moveTo>
                    <a:pt x="27698" y="481558"/>
                  </a:moveTo>
                  <a:lnTo>
                    <a:pt x="27457" y="477024"/>
                  </a:lnTo>
                  <a:lnTo>
                    <a:pt x="21043" y="469557"/>
                  </a:lnTo>
                  <a:lnTo>
                    <a:pt x="14808" y="469709"/>
                  </a:lnTo>
                  <a:lnTo>
                    <a:pt x="8788" y="475221"/>
                  </a:lnTo>
                  <a:lnTo>
                    <a:pt x="7683" y="477964"/>
                  </a:lnTo>
                  <a:lnTo>
                    <a:pt x="7721" y="480695"/>
                  </a:lnTo>
                  <a:lnTo>
                    <a:pt x="4940" y="479348"/>
                  </a:lnTo>
                  <a:lnTo>
                    <a:pt x="1803" y="481545"/>
                  </a:lnTo>
                  <a:lnTo>
                    <a:pt x="0" y="486384"/>
                  </a:lnTo>
                  <a:lnTo>
                    <a:pt x="1003" y="488696"/>
                  </a:lnTo>
                  <a:lnTo>
                    <a:pt x="4165" y="491058"/>
                  </a:lnTo>
                  <a:lnTo>
                    <a:pt x="6045" y="491032"/>
                  </a:lnTo>
                  <a:lnTo>
                    <a:pt x="7950" y="490169"/>
                  </a:lnTo>
                  <a:lnTo>
                    <a:pt x="9677" y="489394"/>
                  </a:lnTo>
                  <a:lnTo>
                    <a:pt x="10388" y="488391"/>
                  </a:lnTo>
                  <a:lnTo>
                    <a:pt x="10693" y="487248"/>
                  </a:lnTo>
                  <a:lnTo>
                    <a:pt x="11315" y="487781"/>
                  </a:lnTo>
                  <a:lnTo>
                    <a:pt x="11988" y="488251"/>
                  </a:lnTo>
                  <a:lnTo>
                    <a:pt x="12725" y="488632"/>
                  </a:lnTo>
                  <a:lnTo>
                    <a:pt x="11328" y="489343"/>
                  </a:lnTo>
                  <a:lnTo>
                    <a:pt x="9080" y="490067"/>
                  </a:lnTo>
                  <a:lnTo>
                    <a:pt x="8966" y="491490"/>
                  </a:lnTo>
                  <a:lnTo>
                    <a:pt x="9563" y="492442"/>
                  </a:lnTo>
                  <a:lnTo>
                    <a:pt x="12928" y="492442"/>
                  </a:lnTo>
                  <a:lnTo>
                    <a:pt x="14122" y="491667"/>
                  </a:lnTo>
                  <a:lnTo>
                    <a:pt x="15227" y="490791"/>
                  </a:lnTo>
                  <a:lnTo>
                    <a:pt x="16179" y="489712"/>
                  </a:lnTo>
                  <a:lnTo>
                    <a:pt x="18605" y="490067"/>
                  </a:lnTo>
                  <a:lnTo>
                    <a:pt x="21132" y="489610"/>
                  </a:lnTo>
                  <a:lnTo>
                    <a:pt x="24193" y="487387"/>
                  </a:lnTo>
                  <a:lnTo>
                    <a:pt x="25006" y="486295"/>
                  </a:lnTo>
                  <a:lnTo>
                    <a:pt x="25400" y="485101"/>
                  </a:lnTo>
                  <a:lnTo>
                    <a:pt x="27698" y="481558"/>
                  </a:lnTo>
                  <a:close/>
                </a:path>
                <a:path w="770254" h="492759">
                  <a:moveTo>
                    <a:pt x="36614" y="391033"/>
                  </a:moveTo>
                  <a:lnTo>
                    <a:pt x="34785" y="388327"/>
                  </a:lnTo>
                  <a:lnTo>
                    <a:pt x="33261" y="387921"/>
                  </a:lnTo>
                  <a:lnTo>
                    <a:pt x="30353" y="389356"/>
                  </a:lnTo>
                  <a:lnTo>
                    <a:pt x="29819" y="390639"/>
                  </a:lnTo>
                  <a:lnTo>
                    <a:pt x="26111" y="397751"/>
                  </a:lnTo>
                  <a:lnTo>
                    <a:pt x="36156" y="400380"/>
                  </a:lnTo>
                  <a:lnTo>
                    <a:pt x="36385" y="393966"/>
                  </a:lnTo>
                  <a:lnTo>
                    <a:pt x="36436" y="392417"/>
                  </a:lnTo>
                  <a:lnTo>
                    <a:pt x="36614" y="391033"/>
                  </a:lnTo>
                  <a:close/>
                </a:path>
                <a:path w="770254" h="492759">
                  <a:moveTo>
                    <a:pt x="36703" y="433336"/>
                  </a:moveTo>
                  <a:lnTo>
                    <a:pt x="35648" y="431914"/>
                  </a:lnTo>
                  <a:lnTo>
                    <a:pt x="34264" y="431177"/>
                  </a:lnTo>
                  <a:lnTo>
                    <a:pt x="34074" y="430936"/>
                  </a:lnTo>
                  <a:lnTo>
                    <a:pt x="33820" y="430745"/>
                  </a:lnTo>
                  <a:lnTo>
                    <a:pt x="33070" y="430618"/>
                  </a:lnTo>
                  <a:lnTo>
                    <a:pt x="32740" y="430415"/>
                  </a:lnTo>
                  <a:lnTo>
                    <a:pt x="32499" y="430047"/>
                  </a:lnTo>
                  <a:lnTo>
                    <a:pt x="32423" y="427431"/>
                  </a:lnTo>
                  <a:lnTo>
                    <a:pt x="28346" y="427418"/>
                  </a:lnTo>
                  <a:lnTo>
                    <a:pt x="28460" y="430936"/>
                  </a:lnTo>
                  <a:lnTo>
                    <a:pt x="28727" y="431698"/>
                  </a:lnTo>
                  <a:lnTo>
                    <a:pt x="29121" y="432320"/>
                  </a:lnTo>
                  <a:lnTo>
                    <a:pt x="25095" y="435406"/>
                  </a:lnTo>
                  <a:lnTo>
                    <a:pt x="24358" y="440194"/>
                  </a:lnTo>
                  <a:lnTo>
                    <a:pt x="28244" y="442468"/>
                  </a:lnTo>
                  <a:lnTo>
                    <a:pt x="31965" y="444639"/>
                  </a:lnTo>
                  <a:lnTo>
                    <a:pt x="36296" y="441820"/>
                  </a:lnTo>
                  <a:lnTo>
                    <a:pt x="36703" y="433336"/>
                  </a:lnTo>
                  <a:close/>
                </a:path>
                <a:path w="770254" h="492759">
                  <a:moveTo>
                    <a:pt x="36715" y="408914"/>
                  </a:moveTo>
                  <a:lnTo>
                    <a:pt x="25311" y="408914"/>
                  </a:lnTo>
                  <a:lnTo>
                    <a:pt x="25298" y="417779"/>
                  </a:lnTo>
                  <a:lnTo>
                    <a:pt x="31013" y="417779"/>
                  </a:lnTo>
                  <a:lnTo>
                    <a:pt x="36703" y="417779"/>
                  </a:lnTo>
                  <a:lnTo>
                    <a:pt x="36715" y="408914"/>
                  </a:lnTo>
                  <a:close/>
                </a:path>
                <a:path w="770254" h="492759">
                  <a:moveTo>
                    <a:pt x="38925" y="469925"/>
                  </a:moveTo>
                  <a:lnTo>
                    <a:pt x="35496" y="467677"/>
                  </a:lnTo>
                  <a:lnTo>
                    <a:pt x="36563" y="468376"/>
                  </a:lnTo>
                  <a:lnTo>
                    <a:pt x="35750" y="467804"/>
                  </a:lnTo>
                  <a:lnTo>
                    <a:pt x="34988" y="466547"/>
                  </a:lnTo>
                  <a:lnTo>
                    <a:pt x="33947" y="465937"/>
                  </a:lnTo>
                  <a:lnTo>
                    <a:pt x="30378" y="463270"/>
                  </a:lnTo>
                  <a:lnTo>
                    <a:pt x="27330" y="465963"/>
                  </a:lnTo>
                  <a:lnTo>
                    <a:pt x="27012" y="469760"/>
                  </a:lnTo>
                  <a:lnTo>
                    <a:pt x="27012" y="470750"/>
                  </a:lnTo>
                  <a:lnTo>
                    <a:pt x="28130" y="474357"/>
                  </a:lnTo>
                  <a:lnTo>
                    <a:pt x="30670" y="475907"/>
                  </a:lnTo>
                  <a:lnTo>
                    <a:pt x="36283" y="474357"/>
                  </a:lnTo>
                  <a:lnTo>
                    <a:pt x="38925" y="469925"/>
                  </a:lnTo>
                  <a:close/>
                </a:path>
                <a:path w="770254" h="492759">
                  <a:moveTo>
                    <a:pt x="49479" y="490766"/>
                  </a:moveTo>
                  <a:lnTo>
                    <a:pt x="49174" y="490474"/>
                  </a:lnTo>
                  <a:lnTo>
                    <a:pt x="48996" y="490664"/>
                  </a:lnTo>
                  <a:lnTo>
                    <a:pt x="48729" y="490893"/>
                  </a:lnTo>
                  <a:lnTo>
                    <a:pt x="48221" y="491375"/>
                  </a:lnTo>
                  <a:lnTo>
                    <a:pt x="48031" y="491566"/>
                  </a:lnTo>
                  <a:lnTo>
                    <a:pt x="48336" y="491858"/>
                  </a:lnTo>
                  <a:lnTo>
                    <a:pt x="48526" y="491667"/>
                  </a:lnTo>
                  <a:lnTo>
                    <a:pt x="48780" y="491439"/>
                  </a:lnTo>
                  <a:lnTo>
                    <a:pt x="49288" y="490956"/>
                  </a:lnTo>
                  <a:lnTo>
                    <a:pt x="49479" y="490766"/>
                  </a:lnTo>
                  <a:close/>
                </a:path>
                <a:path w="770254" h="492759">
                  <a:moveTo>
                    <a:pt x="56134" y="460768"/>
                  </a:moveTo>
                  <a:lnTo>
                    <a:pt x="55753" y="457949"/>
                  </a:lnTo>
                  <a:lnTo>
                    <a:pt x="55575" y="456653"/>
                  </a:lnTo>
                  <a:lnTo>
                    <a:pt x="54838" y="455752"/>
                  </a:lnTo>
                  <a:lnTo>
                    <a:pt x="53860" y="455193"/>
                  </a:lnTo>
                  <a:lnTo>
                    <a:pt x="56108" y="453834"/>
                  </a:lnTo>
                  <a:lnTo>
                    <a:pt x="55626" y="449592"/>
                  </a:lnTo>
                  <a:lnTo>
                    <a:pt x="49491" y="449592"/>
                  </a:lnTo>
                  <a:lnTo>
                    <a:pt x="48742" y="452831"/>
                  </a:lnTo>
                  <a:lnTo>
                    <a:pt x="50088" y="454558"/>
                  </a:lnTo>
                  <a:lnTo>
                    <a:pt x="49542" y="454660"/>
                  </a:lnTo>
                  <a:lnTo>
                    <a:pt x="49009" y="454787"/>
                  </a:lnTo>
                  <a:lnTo>
                    <a:pt x="43992" y="457288"/>
                  </a:lnTo>
                  <a:lnTo>
                    <a:pt x="44767" y="463346"/>
                  </a:lnTo>
                  <a:lnTo>
                    <a:pt x="50380" y="465607"/>
                  </a:lnTo>
                  <a:lnTo>
                    <a:pt x="52349" y="465391"/>
                  </a:lnTo>
                  <a:lnTo>
                    <a:pt x="55765" y="462749"/>
                  </a:lnTo>
                  <a:lnTo>
                    <a:pt x="56134" y="460768"/>
                  </a:lnTo>
                  <a:close/>
                </a:path>
                <a:path w="770254" h="492759">
                  <a:moveTo>
                    <a:pt x="58661" y="486994"/>
                  </a:moveTo>
                  <a:lnTo>
                    <a:pt x="57442" y="486994"/>
                  </a:lnTo>
                  <a:lnTo>
                    <a:pt x="56222" y="486994"/>
                  </a:lnTo>
                  <a:lnTo>
                    <a:pt x="56222" y="488886"/>
                  </a:lnTo>
                  <a:lnTo>
                    <a:pt x="58661" y="488886"/>
                  </a:lnTo>
                  <a:lnTo>
                    <a:pt x="58661" y="486994"/>
                  </a:lnTo>
                  <a:close/>
                </a:path>
                <a:path w="770254" h="492759">
                  <a:moveTo>
                    <a:pt x="59791" y="465696"/>
                  </a:moveTo>
                  <a:lnTo>
                    <a:pt x="50558" y="465696"/>
                  </a:lnTo>
                  <a:lnTo>
                    <a:pt x="50558" y="472871"/>
                  </a:lnTo>
                  <a:lnTo>
                    <a:pt x="55181" y="472871"/>
                  </a:lnTo>
                  <a:lnTo>
                    <a:pt x="59791" y="472871"/>
                  </a:lnTo>
                  <a:lnTo>
                    <a:pt x="59791" y="465696"/>
                  </a:lnTo>
                  <a:close/>
                </a:path>
                <a:path w="770254" h="492759">
                  <a:moveTo>
                    <a:pt x="478307" y="476478"/>
                  </a:moveTo>
                  <a:lnTo>
                    <a:pt x="474751" y="473329"/>
                  </a:lnTo>
                  <a:lnTo>
                    <a:pt x="466712" y="475119"/>
                  </a:lnTo>
                  <a:lnTo>
                    <a:pt x="465620" y="480352"/>
                  </a:lnTo>
                  <a:lnTo>
                    <a:pt x="471131" y="485863"/>
                  </a:lnTo>
                  <a:lnTo>
                    <a:pt x="476072" y="484555"/>
                  </a:lnTo>
                  <a:lnTo>
                    <a:pt x="477126" y="480733"/>
                  </a:lnTo>
                  <a:lnTo>
                    <a:pt x="478307" y="476478"/>
                  </a:lnTo>
                  <a:close/>
                </a:path>
                <a:path w="770254" h="492759">
                  <a:moveTo>
                    <a:pt x="490054" y="485089"/>
                  </a:moveTo>
                  <a:lnTo>
                    <a:pt x="486397" y="485089"/>
                  </a:lnTo>
                  <a:lnTo>
                    <a:pt x="482727" y="485089"/>
                  </a:lnTo>
                  <a:lnTo>
                    <a:pt x="482727" y="490791"/>
                  </a:lnTo>
                  <a:lnTo>
                    <a:pt x="490054" y="490791"/>
                  </a:lnTo>
                  <a:lnTo>
                    <a:pt x="490054" y="485089"/>
                  </a:lnTo>
                  <a:close/>
                </a:path>
                <a:path w="770254" h="492759">
                  <a:moveTo>
                    <a:pt x="495363" y="354571"/>
                  </a:moveTo>
                  <a:lnTo>
                    <a:pt x="493407" y="350596"/>
                  </a:lnTo>
                  <a:lnTo>
                    <a:pt x="492569" y="348869"/>
                  </a:lnTo>
                  <a:lnTo>
                    <a:pt x="490613" y="348869"/>
                  </a:lnTo>
                  <a:lnTo>
                    <a:pt x="487832" y="354571"/>
                  </a:lnTo>
                  <a:lnTo>
                    <a:pt x="495363" y="354571"/>
                  </a:lnTo>
                  <a:close/>
                </a:path>
                <a:path w="770254" h="492759">
                  <a:moveTo>
                    <a:pt x="497560" y="442683"/>
                  </a:moveTo>
                  <a:lnTo>
                    <a:pt x="491858" y="442683"/>
                  </a:lnTo>
                  <a:lnTo>
                    <a:pt x="491845" y="447116"/>
                  </a:lnTo>
                  <a:lnTo>
                    <a:pt x="494703" y="447116"/>
                  </a:lnTo>
                  <a:lnTo>
                    <a:pt x="497547" y="447116"/>
                  </a:lnTo>
                  <a:lnTo>
                    <a:pt x="497560" y="442683"/>
                  </a:lnTo>
                  <a:close/>
                </a:path>
                <a:path w="770254" h="492759">
                  <a:moveTo>
                    <a:pt x="503415" y="472986"/>
                  </a:moveTo>
                  <a:lnTo>
                    <a:pt x="501281" y="467182"/>
                  </a:lnTo>
                  <a:lnTo>
                    <a:pt x="496874" y="466801"/>
                  </a:lnTo>
                  <a:lnTo>
                    <a:pt x="495007" y="466648"/>
                  </a:lnTo>
                  <a:lnTo>
                    <a:pt x="493839" y="467436"/>
                  </a:lnTo>
                  <a:lnTo>
                    <a:pt x="492226" y="470217"/>
                  </a:lnTo>
                  <a:lnTo>
                    <a:pt x="492163" y="471373"/>
                  </a:lnTo>
                  <a:lnTo>
                    <a:pt x="492429" y="472414"/>
                  </a:lnTo>
                  <a:lnTo>
                    <a:pt x="485381" y="472427"/>
                  </a:lnTo>
                  <a:lnTo>
                    <a:pt x="485368" y="483374"/>
                  </a:lnTo>
                  <a:lnTo>
                    <a:pt x="496798" y="483374"/>
                  </a:lnTo>
                  <a:lnTo>
                    <a:pt x="498449" y="479209"/>
                  </a:lnTo>
                  <a:lnTo>
                    <a:pt x="497433" y="476021"/>
                  </a:lnTo>
                  <a:lnTo>
                    <a:pt x="498030" y="475945"/>
                  </a:lnTo>
                  <a:lnTo>
                    <a:pt x="498627" y="475792"/>
                  </a:lnTo>
                  <a:lnTo>
                    <a:pt x="503415" y="472986"/>
                  </a:lnTo>
                  <a:close/>
                </a:path>
                <a:path w="770254" h="492759">
                  <a:moveTo>
                    <a:pt x="521157" y="437438"/>
                  </a:moveTo>
                  <a:lnTo>
                    <a:pt x="519188" y="434962"/>
                  </a:lnTo>
                  <a:lnTo>
                    <a:pt x="516483" y="433870"/>
                  </a:lnTo>
                  <a:lnTo>
                    <a:pt x="515912" y="433743"/>
                  </a:lnTo>
                  <a:lnTo>
                    <a:pt x="515353" y="433679"/>
                  </a:lnTo>
                  <a:lnTo>
                    <a:pt x="515708" y="433425"/>
                  </a:lnTo>
                  <a:lnTo>
                    <a:pt x="515632" y="433082"/>
                  </a:lnTo>
                  <a:lnTo>
                    <a:pt x="514769" y="432981"/>
                  </a:lnTo>
                  <a:lnTo>
                    <a:pt x="514642" y="432854"/>
                  </a:lnTo>
                  <a:lnTo>
                    <a:pt x="515315" y="432701"/>
                  </a:lnTo>
                  <a:lnTo>
                    <a:pt x="515708" y="433095"/>
                  </a:lnTo>
                  <a:lnTo>
                    <a:pt x="515988" y="433349"/>
                  </a:lnTo>
                  <a:lnTo>
                    <a:pt x="516229" y="433082"/>
                  </a:lnTo>
                  <a:lnTo>
                    <a:pt x="516572" y="432701"/>
                  </a:lnTo>
                  <a:lnTo>
                    <a:pt x="516851" y="432396"/>
                  </a:lnTo>
                  <a:lnTo>
                    <a:pt x="515353" y="430479"/>
                  </a:lnTo>
                  <a:lnTo>
                    <a:pt x="512953" y="430911"/>
                  </a:lnTo>
                  <a:lnTo>
                    <a:pt x="513003" y="433184"/>
                  </a:lnTo>
                  <a:lnTo>
                    <a:pt x="513295" y="433539"/>
                  </a:lnTo>
                  <a:lnTo>
                    <a:pt x="513562" y="433743"/>
                  </a:lnTo>
                  <a:lnTo>
                    <a:pt x="512356" y="433959"/>
                  </a:lnTo>
                  <a:lnTo>
                    <a:pt x="511213" y="434530"/>
                  </a:lnTo>
                  <a:lnTo>
                    <a:pt x="505841" y="438950"/>
                  </a:lnTo>
                  <a:lnTo>
                    <a:pt x="507746" y="445008"/>
                  </a:lnTo>
                  <a:lnTo>
                    <a:pt x="516255" y="448602"/>
                  </a:lnTo>
                  <a:lnTo>
                    <a:pt x="520484" y="445223"/>
                  </a:lnTo>
                  <a:lnTo>
                    <a:pt x="521157" y="437438"/>
                  </a:lnTo>
                  <a:close/>
                </a:path>
                <a:path w="770254" h="492759">
                  <a:moveTo>
                    <a:pt x="523240" y="415683"/>
                  </a:moveTo>
                  <a:lnTo>
                    <a:pt x="521868" y="415683"/>
                  </a:lnTo>
                  <a:lnTo>
                    <a:pt x="521868" y="416737"/>
                  </a:lnTo>
                  <a:lnTo>
                    <a:pt x="522554" y="416737"/>
                  </a:lnTo>
                  <a:lnTo>
                    <a:pt x="523240" y="416737"/>
                  </a:lnTo>
                  <a:lnTo>
                    <a:pt x="523240" y="415683"/>
                  </a:lnTo>
                  <a:close/>
                </a:path>
                <a:path w="770254" h="492759">
                  <a:moveTo>
                    <a:pt x="527342" y="485165"/>
                  </a:moveTo>
                  <a:lnTo>
                    <a:pt x="526821" y="483400"/>
                  </a:lnTo>
                  <a:lnTo>
                    <a:pt x="526859" y="482993"/>
                  </a:lnTo>
                  <a:lnTo>
                    <a:pt x="526973" y="482574"/>
                  </a:lnTo>
                  <a:lnTo>
                    <a:pt x="526694" y="479615"/>
                  </a:lnTo>
                  <a:lnTo>
                    <a:pt x="524675" y="477558"/>
                  </a:lnTo>
                  <a:lnTo>
                    <a:pt x="522046" y="477939"/>
                  </a:lnTo>
                  <a:lnTo>
                    <a:pt x="518160" y="476999"/>
                  </a:lnTo>
                  <a:lnTo>
                    <a:pt x="514134" y="479818"/>
                  </a:lnTo>
                  <a:lnTo>
                    <a:pt x="514324" y="483920"/>
                  </a:lnTo>
                  <a:lnTo>
                    <a:pt x="512787" y="483628"/>
                  </a:lnTo>
                  <a:lnTo>
                    <a:pt x="511454" y="483958"/>
                  </a:lnTo>
                  <a:lnTo>
                    <a:pt x="510082" y="484619"/>
                  </a:lnTo>
                  <a:lnTo>
                    <a:pt x="509282" y="484047"/>
                  </a:lnTo>
                  <a:lnTo>
                    <a:pt x="508279" y="483768"/>
                  </a:lnTo>
                  <a:lnTo>
                    <a:pt x="501497" y="485914"/>
                  </a:lnTo>
                  <a:lnTo>
                    <a:pt x="500214" y="489877"/>
                  </a:lnTo>
                  <a:lnTo>
                    <a:pt x="502488" y="492442"/>
                  </a:lnTo>
                  <a:lnTo>
                    <a:pt x="516178" y="492442"/>
                  </a:lnTo>
                  <a:lnTo>
                    <a:pt x="516534" y="491972"/>
                  </a:lnTo>
                  <a:lnTo>
                    <a:pt x="517131" y="491007"/>
                  </a:lnTo>
                  <a:lnTo>
                    <a:pt x="517474" y="490067"/>
                  </a:lnTo>
                  <a:lnTo>
                    <a:pt x="517601" y="489089"/>
                  </a:lnTo>
                  <a:lnTo>
                    <a:pt x="518350" y="489470"/>
                  </a:lnTo>
                  <a:lnTo>
                    <a:pt x="520471" y="490054"/>
                  </a:lnTo>
                  <a:lnTo>
                    <a:pt x="521982" y="489686"/>
                  </a:lnTo>
                  <a:lnTo>
                    <a:pt x="523303" y="488899"/>
                  </a:lnTo>
                  <a:lnTo>
                    <a:pt x="523849" y="488772"/>
                  </a:lnTo>
                  <a:lnTo>
                    <a:pt x="524395" y="488569"/>
                  </a:lnTo>
                  <a:lnTo>
                    <a:pt x="526910" y="487184"/>
                  </a:lnTo>
                  <a:lnTo>
                    <a:pt x="527342" y="485165"/>
                  </a:lnTo>
                  <a:close/>
                </a:path>
                <a:path w="770254" h="492759">
                  <a:moveTo>
                    <a:pt x="530504" y="392442"/>
                  </a:moveTo>
                  <a:lnTo>
                    <a:pt x="529767" y="389204"/>
                  </a:lnTo>
                  <a:lnTo>
                    <a:pt x="528713" y="384492"/>
                  </a:lnTo>
                  <a:lnTo>
                    <a:pt x="525614" y="383679"/>
                  </a:lnTo>
                  <a:lnTo>
                    <a:pt x="520153" y="389686"/>
                  </a:lnTo>
                  <a:lnTo>
                    <a:pt x="520992" y="393738"/>
                  </a:lnTo>
                  <a:lnTo>
                    <a:pt x="527697" y="395579"/>
                  </a:lnTo>
                  <a:lnTo>
                    <a:pt x="530504" y="392442"/>
                  </a:lnTo>
                  <a:close/>
                </a:path>
                <a:path w="770254" h="492759">
                  <a:moveTo>
                    <a:pt x="544410" y="470865"/>
                  </a:moveTo>
                  <a:lnTo>
                    <a:pt x="543572" y="470128"/>
                  </a:lnTo>
                  <a:lnTo>
                    <a:pt x="541832" y="470535"/>
                  </a:lnTo>
                  <a:lnTo>
                    <a:pt x="538403" y="471335"/>
                  </a:lnTo>
                  <a:lnTo>
                    <a:pt x="542874" y="476186"/>
                  </a:lnTo>
                  <a:lnTo>
                    <a:pt x="544410" y="470865"/>
                  </a:lnTo>
                  <a:close/>
                </a:path>
                <a:path w="770254" h="492759">
                  <a:moveTo>
                    <a:pt x="549376" y="485559"/>
                  </a:moveTo>
                  <a:lnTo>
                    <a:pt x="548779" y="485559"/>
                  </a:lnTo>
                  <a:lnTo>
                    <a:pt x="548779" y="486016"/>
                  </a:lnTo>
                  <a:lnTo>
                    <a:pt x="549071" y="486016"/>
                  </a:lnTo>
                  <a:lnTo>
                    <a:pt x="549376" y="486016"/>
                  </a:lnTo>
                  <a:lnTo>
                    <a:pt x="549376" y="485559"/>
                  </a:lnTo>
                  <a:close/>
                </a:path>
                <a:path w="770254" h="492759">
                  <a:moveTo>
                    <a:pt x="567220" y="451840"/>
                  </a:moveTo>
                  <a:lnTo>
                    <a:pt x="567067" y="444106"/>
                  </a:lnTo>
                  <a:lnTo>
                    <a:pt x="563194" y="442226"/>
                  </a:lnTo>
                  <a:lnTo>
                    <a:pt x="559358" y="446354"/>
                  </a:lnTo>
                  <a:lnTo>
                    <a:pt x="557796" y="447954"/>
                  </a:lnTo>
                  <a:lnTo>
                    <a:pt x="555536" y="453072"/>
                  </a:lnTo>
                  <a:lnTo>
                    <a:pt x="556171" y="456349"/>
                  </a:lnTo>
                  <a:lnTo>
                    <a:pt x="559320" y="457682"/>
                  </a:lnTo>
                  <a:lnTo>
                    <a:pt x="562305" y="458939"/>
                  </a:lnTo>
                  <a:lnTo>
                    <a:pt x="565467" y="457276"/>
                  </a:lnTo>
                  <a:lnTo>
                    <a:pt x="567220" y="451840"/>
                  </a:lnTo>
                  <a:close/>
                </a:path>
                <a:path w="770254" h="492759">
                  <a:moveTo>
                    <a:pt x="584860" y="435533"/>
                  </a:moveTo>
                  <a:lnTo>
                    <a:pt x="583666" y="433578"/>
                  </a:lnTo>
                  <a:lnTo>
                    <a:pt x="581914" y="432435"/>
                  </a:lnTo>
                  <a:lnTo>
                    <a:pt x="582002" y="431685"/>
                  </a:lnTo>
                  <a:lnTo>
                    <a:pt x="581660" y="430847"/>
                  </a:lnTo>
                  <a:lnTo>
                    <a:pt x="580872" y="430682"/>
                  </a:lnTo>
                  <a:lnTo>
                    <a:pt x="580440" y="430618"/>
                  </a:lnTo>
                  <a:lnTo>
                    <a:pt x="580097" y="430415"/>
                  </a:lnTo>
                  <a:lnTo>
                    <a:pt x="579869" y="430047"/>
                  </a:lnTo>
                  <a:lnTo>
                    <a:pt x="579793" y="427431"/>
                  </a:lnTo>
                  <a:lnTo>
                    <a:pt x="575716" y="427418"/>
                  </a:lnTo>
                  <a:lnTo>
                    <a:pt x="575818" y="430733"/>
                  </a:lnTo>
                  <a:lnTo>
                    <a:pt x="575983" y="431330"/>
                  </a:lnTo>
                  <a:lnTo>
                    <a:pt x="576237" y="431863"/>
                  </a:lnTo>
                  <a:lnTo>
                    <a:pt x="573913" y="432816"/>
                  </a:lnTo>
                  <a:lnTo>
                    <a:pt x="572211" y="435114"/>
                  </a:lnTo>
                  <a:lnTo>
                    <a:pt x="572211" y="441172"/>
                  </a:lnTo>
                  <a:lnTo>
                    <a:pt x="575094" y="444055"/>
                  </a:lnTo>
                  <a:lnTo>
                    <a:pt x="581952" y="444055"/>
                  </a:lnTo>
                  <a:lnTo>
                    <a:pt x="584860" y="441147"/>
                  </a:lnTo>
                  <a:lnTo>
                    <a:pt x="584860" y="437730"/>
                  </a:lnTo>
                  <a:lnTo>
                    <a:pt x="584860" y="435533"/>
                  </a:lnTo>
                  <a:close/>
                </a:path>
                <a:path w="770254" h="492759">
                  <a:moveTo>
                    <a:pt x="589229" y="449275"/>
                  </a:moveTo>
                  <a:lnTo>
                    <a:pt x="581152" y="451624"/>
                  </a:lnTo>
                  <a:lnTo>
                    <a:pt x="581152" y="455396"/>
                  </a:lnTo>
                  <a:lnTo>
                    <a:pt x="583755" y="456158"/>
                  </a:lnTo>
                  <a:lnTo>
                    <a:pt x="589203" y="457733"/>
                  </a:lnTo>
                  <a:lnTo>
                    <a:pt x="589229" y="449275"/>
                  </a:lnTo>
                  <a:close/>
                </a:path>
                <a:path w="770254" h="492759">
                  <a:moveTo>
                    <a:pt x="591146" y="484581"/>
                  </a:moveTo>
                  <a:lnTo>
                    <a:pt x="590537" y="482333"/>
                  </a:lnTo>
                  <a:lnTo>
                    <a:pt x="590308" y="481482"/>
                  </a:lnTo>
                  <a:lnTo>
                    <a:pt x="586028" y="481457"/>
                  </a:lnTo>
                  <a:lnTo>
                    <a:pt x="585127" y="481457"/>
                  </a:lnTo>
                  <a:lnTo>
                    <a:pt x="584327" y="481799"/>
                  </a:lnTo>
                  <a:lnTo>
                    <a:pt x="583704" y="482333"/>
                  </a:lnTo>
                  <a:lnTo>
                    <a:pt x="583399" y="481901"/>
                  </a:lnTo>
                  <a:lnTo>
                    <a:pt x="583285" y="481761"/>
                  </a:lnTo>
                  <a:lnTo>
                    <a:pt x="581698" y="479971"/>
                  </a:lnTo>
                  <a:lnTo>
                    <a:pt x="578370" y="480021"/>
                  </a:lnTo>
                  <a:lnTo>
                    <a:pt x="576745" y="481787"/>
                  </a:lnTo>
                  <a:lnTo>
                    <a:pt x="576249" y="481330"/>
                  </a:lnTo>
                  <a:lnTo>
                    <a:pt x="575830" y="480783"/>
                  </a:lnTo>
                  <a:lnTo>
                    <a:pt x="571004" y="475805"/>
                  </a:lnTo>
                  <a:lnTo>
                    <a:pt x="563626" y="476453"/>
                  </a:lnTo>
                  <a:lnTo>
                    <a:pt x="557377" y="483603"/>
                  </a:lnTo>
                  <a:lnTo>
                    <a:pt x="556679" y="486892"/>
                  </a:lnTo>
                  <a:lnTo>
                    <a:pt x="557390" y="489877"/>
                  </a:lnTo>
                  <a:lnTo>
                    <a:pt x="556450" y="490499"/>
                  </a:lnTo>
                  <a:lnTo>
                    <a:pt x="556437" y="491642"/>
                  </a:lnTo>
                  <a:lnTo>
                    <a:pt x="556958" y="492442"/>
                  </a:lnTo>
                  <a:lnTo>
                    <a:pt x="582282" y="492442"/>
                  </a:lnTo>
                  <a:lnTo>
                    <a:pt x="582422" y="492315"/>
                  </a:lnTo>
                  <a:lnTo>
                    <a:pt x="582574" y="492239"/>
                  </a:lnTo>
                  <a:lnTo>
                    <a:pt x="583704" y="491007"/>
                  </a:lnTo>
                  <a:lnTo>
                    <a:pt x="584428" y="489800"/>
                  </a:lnTo>
                  <a:lnTo>
                    <a:pt x="584835" y="488556"/>
                  </a:lnTo>
                  <a:lnTo>
                    <a:pt x="586143" y="489089"/>
                  </a:lnTo>
                  <a:lnTo>
                    <a:pt x="587692" y="488975"/>
                  </a:lnTo>
                  <a:lnTo>
                    <a:pt x="588022" y="488556"/>
                  </a:lnTo>
                  <a:lnTo>
                    <a:pt x="591146" y="484581"/>
                  </a:lnTo>
                  <a:close/>
                </a:path>
                <a:path w="770254" h="492759">
                  <a:moveTo>
                    <a:pt x="594575" y="72694"/>
                  </a:moveTo>
                  <a:lnTo>
                    <a:pt x="592175" y="70078"/>
                  </a:lnTo>
                  <a:lnTo>
                    <a:pt x="590664" y="72237"/>
                  </a:lnTo>
                  <a:lnTo>
                    <a:pt x="590461" y="72517"/>
                  </a:lnTo>
                  <a:lnTo>
                    <a:pt x="590270" y="72796"/>
                  </a:lnTo>
                  <a:lnTo>
                    <a:pt x="589610" y="73761"/>
                  </a:lnTo>
                  <a:lnTo>
                    <a:pt x="590918" y="74968"/>
                  </a:lnTo>
                  <a:lnTo>
                    <a:pt x="592721" y="73850"/>
                  </a:lnTo>
                  <a:lnTo>
                    <a:pt x="594575" y="72694"/>
                  </a:lnTo>
                  <a:close/>
                </a:path>
                <a:path w="770254" h="492759">
                  <a:moveTo>
                    <a:pt x="595045" y="473341"/>
                  </a:moveTo>
                  <a:lnTo>
                    <a:pt x="593966" y="468782"/>
                  </a:lnTo>
                  <a:lnTo>
                    <a:pt x="590816" y="467283"/>
                  </a:lnTo>
                  <a:lnTo>
                    <a:pt x="590575" y="465747"/>
                  </a:lnTo>
                  <a:lnTo>
                    <a:pt x="586422" y="467309"/>
                  </a:lnTo>
                  <a:lnTo>
                    <a:pt x="586320" y="467474"/>
                  </a:lnTo>
                  <a:lnTo>
                    <a:pt x="586003" y="467728"/>
                  </a:lnTo>
                  <a:lnTo>
                    <a:pt x="585724" y="468020"/>
                  </a:lnTo>
                  <a:lnTo>
                    <a:pt x="582790" y="473100"/>
                  </a:lnTo>
                  <a:lnTo>
                    <a:pt x="587425" y="477786"/>
                  </a:lnTo>
                  <a:lnTo>
                    <a:pt x="591451" y="475449"/>
                  </a:lnTo>
                  <a:lnTo>
                    <a:pt x="595045" y="473341"/>
                  </a:lnTo>
                  <a:close/>
                </a:path>
                <a:path w="770254" h="492759">
                  <a:moveTo>
                    <a:pt x="597560" y="74917"/>
                  </a:moveTo>
                  <a:lnTo>
                    <a:pt x="593026" y="75247"/>
                  </a:lnTo>
                  <a:lnTo>
                    <a:pt x="592366" y="75488"/>
                  </a:lnTo>
                  <a:lnTo>
                    <a:pt x="590588" y="76885"/>
                  </a:lnTo>
                  <a:lnTo>
                    <a:pt x="590588" y="78486"/>
                  </a:lnTo>
                  <a:lnTo>
                    <a:pt x="592378" y="79895"/>
                  </a:lnTo>
                  <a:lnTo>
                    <a:pt x="593013" y="80124"/>
                  </a:lnTo>
                  <a:lnTo>
                    <a:pt x="594296" y="80213"/>
                  </a:lnTo>
                  <a:lnTo>
                    <a:pt x="597560" y="80454"/>
                  </a:lnTo>
                  <a:lnTo>
                    <a:pt x="597560" y="74917"/>
                  </a:lnTo>
                  <a:close/>
                </a:path>
                <a:path w="770254" h="492759">
                  <a:moveTo>
                    <a:pt x="607872" y="78587"/>
                  </a:moveTo>
                  <a:lnTo>
                    <a:pt x="604100" y="76568"/>
                  </a:lnTo>
                  <a:lnTo>
                    <a:pt x="601218" y="75031"/>
                  </a:lnTo>
                  <a:lnTo>
                    <a:pt x="598030" y="78778"/>
                  </a:lnTo>
                  <a:lnTo>
                    <a:pt x="603643" y="84239"/>
                  </a:lnTo>
                  <a:lnTo>
                    <a:pt x="607872" y="78587"/>
                  </a:lnTo>
                  <a:close/>
                </a:path>
                <a:path w="770254" h="492759">
                  <a:moveTo>
                    <a:pt x="614934" y="189585"/>
                  </a:moveTo>
                  <a:lnTo>
                    <a:pt x="611390" y="188150"/>
                  </a:lnTo>
                  <a:lnTo>
                    <a:pt x="608977" y="190500"/>
                  </a:lnTo>
                  <a:lnTo>
                    <a:pt x="607923" y="191528"/>
                  </a:lnTo>
                  <a:lnTo>
                    <a:pt x="607923" y="193344"/>
                  </a:lnTo>
                  <a:lnTo>
                    <a:pt x="609358" y="194754"/>
                  </a:lnTo>
                  <a:lnTo>
                    <a:pt x="611390" y="196723"/>
                  </a:lnTo>
                  <a:lnTo>
                    <a:pt x="614934" y="195300"/>
                  </a:lnTo>
                  <a:lnTo>
                    <a:pt x="614934" y="189585"/>
                  </a:lnTo>
                  <a:close/>
                </a:path>
                <a:path w="770254" h="492759">
                  <a:moveTo>
                    <a:pt x="617245" y="71716"/>
                  </a:moveTo>
                  <a:lnTo>
                    <a:pt x="616953" y="71716"/>
                  </a:lnTo>
                  <a:lnTo>
                    <a:pt x="616661" y="71716"/>
                  </a:lnTo>
                  <a:lnTo>
                    <a:pt x="616661" y="72174"/>
                  </a:lnTo>
                  <a:lnTo>
                    <a:pt x="617245" y="72174"/>
                  </a:lnTo>
                  <a:lnTo>
                    <a:pt x="617245" y="71716"/>
                  </a:lnTo>
                  <a:close/>
                </a:path>
                <a:path w="770254" h="492759">
                  <a:moveTo>
                    <a:pt x="625919" y="198158"/>
                  </a:moveTo>
                  <a:lnTo>
                    <a:pt x="622706" y="196164"/>
                  </a:lnTo>
                  <a:lnTo>
                    <a:pt x="621626" y="197142"/>
                  </a:lnTo>
                  <a:lnTo>
                    <a:pt x="622173" y="197942"/>
                  </a:lnTo>
                  <a:lnTo>
                    <a:pt x="623862" y="200355"/>
                  </a:lnTo>
                  <a:lnTo>
                    <a:pt x="625919" y="198158"/>
                  </a:lnTo>
                  <a:close/>
                </a:path>
                <a:path w="770254" h="492759">
                  <a:moveTo>
                    <a:pt x="636828" y="71272"/>
                  </a:moveTo>
                  <a:lnTo>
                    <a:pt x="634276" y="66903"/>
                  </a:lnTo>
                  <a:lnTo>
                    <a:pt x="631355" y="67094"/>
                  </a:lnTo>
                  <a:lnTo>
                    <a:pt x="630021" y="69113"/>
                  </a:lnTo>
                  <a:lnTo>
                    <a:pt x="629920" y="69240"/>
                  </a:lnTo>
                  <a:lnTo>
                    <a:pt x="628726" y="71069"/>
                  </a:lnTo>
                  <a:lnTo>
                    <a:pt x="630275" y="74053"/>
                  </a:lnTo>
                  <a:lnTo>
                    <a:pt x="635114" y="73571"/>
                  </a:lnTo>
                  <a:lnTo>
                    <a:pt x="636828" y="71272"/>
                  </a:lnTo>
                  <a:close/>
                </a:path>
                <a:path w="770254" h="492759">
                  <a:moveTo>
                    <a:pt x="639660" y="177101"/>
                  </a:moveTo>
                  <a:lnTo>
                    <a:pt x="639089" y="173634"/>
                  </a:lnTo>
                  <a:lnTo>
                    <a:pt x="636638" y="173443"/>
                  </a:lnTo>
                  <a:lnTo>
                    <a:pt x="635685" y="174663"/>
                  </a:lnTo>
                  <a:lnTo>
                    <a:pt x="634568" y="176123"/>
                  </a:lnTo>
                  <a:lnTo>
                    <a:pt x="635698" y="177876"/>
                  </a:lnTo>
                  <a:lnTo>
                    <a:pt x="639140" y="178257"/>
                  </a:lnTo>
                  <a:lnTo>
                    <a:pt x="639660" y="177101"/>
                  </a:lnTo>
                  <a:close/>
                </a:path>
                <a:path w="770254" h="492759">
                  <a:moveTo>
                    <a:pt x="640181" y="107784"/>
                  </a:moveTo>
                  <a:lnTo>
                    <a:pt x="639813" y="98755"/>
                  </a:lnTo>
                  <a:lnTo>
                    <a:pt x="635393" y="96329"/>
                  </a:lnTo>
                  <a:lnTo>
                    <a:pt x="632929" y="99161"/>
                  </a:lnTo>
                  <a:lnTo>
                    <a:pt x="629310" y="103314"/>
                  </a:lnTo>
                  <a:lnTo>
                    <a:pt x="629831" y="107340"/>
                  </a:lnTo>
                  <a:lnTo>
                    <a:pt x="636270" y="110058"/>
                  </a:lnTo>
                  <a:lnTo>
                    <a:pt x="640181" y="107784"/>
                  </a:lnTo>
                  <a:close/>
                </a:path>
                <a:path w="770254" h="492759">
                  <a:moveTo>
                    <a:pt x="647712" y="82994"/>
                  </a:moveTo>
                  <a:lnTo>
                    <a:pt x="646366" y="80073"/>
                  </a:lnTo>
                  <a:lnTo>
                    <a:pt x="644144" y="80073"/>
                  </a:lnTo>
                  <a:lnTo>
                    <a:pt x="641921" y="80073"/>
                  </a:lnTo>
                  <a:lnTo>
                    <a:pt x="640575" y="82994"/>
                  </a:lnTo>
                  <a:lnTo>
                    <a:pt x="643509" y="85712"/>
                  </a:lnTo>
                  <a:lnTo>
                    <a:pt x="644766" y="85712"/>
                  </a:lnTo>
                  <a:lnTo>
                    <a:pt x="647712" y="82994"/>
                  </a:lnTo>
                  <a:close/>
                </a:path>
                <a:path w="770254" h="492759">
                  <a:moveTo>
                    <a:pt x="648436" y="126403"/>
                  </a:moveTo>
                  <a:lnTo>
                    <a:pt x="646671" y="119126"/>
                  </a:lnTo>
                  <a:lnTo>
                    <a:pt x="638810" y="121221"/>
                  </a:lnTo>
                  <a:lnTo>
                    <a:pt x="637400" y="122389"/>
                  </a:lnTo>
                  <a:lnTo>
                    <a:pt x="637197" y="123748"/>
                  </a:lnTo>
                  <a:lnTo>
                    <a:pt x="636955" y="125361"/>
                  </a:lnTo>
                  <a:lnTo>
                    <a:pt x="637082" y="126492"/>
                  </a:lnTo>
                  <a:lnTo>
                    <a:pt x="639165" y="128701"/>
                  </a:lnTo>
                  <a:lnTo>
                    <a:pt x="640930" y="129273"/>
                  </a:lnTo>
                  <a:lnTo>
                    <a:pt x="648436" y="126403"/>
                  </a:lnTo>
                  <a:close/>
                </a:path>
                <a:path w="770254" h="492759">
                  <a:moveTo>
                    <a:pt x="655243" y="170065"/>
                  </a:moveTo>
                  <a:lnTo>
                    <a:pt x="651179" y="170065"/>
                  </a:lnTo>
                  <a:lnTo>
                    <a:pt x="651167" y="173228"/>
                  </a:lnTo>
                  <a:lnTo>
                    <a:pt x="653211" y="173228"/>
                  </a:lnTo>
                  <a:lnTo>
                    <a:pt x="655243" y="173228"/>
                  </a:lnTo>
                  <a:lnTo>
                    <a:pt x="655243" y="170065"/>
                  </a:lnTo>
                  <a:close/>
                </a:path>
                <a:path w="770254" h="492759">
                  <a:moveTo>
                    <a:pt x="659130" y="68681"/>
                  </a:moveTo>
                  <a:lnTo>
                    <a:pt x="653719" y="63411"/>
                  </a:lnTo>
                  <a:lnTo>
                    <a:pt x="649643" y="68872"/>
                  </a:lnTo>
                  <a:lnTo>
                    <a:pt x="653275" y="70815"/>
                  </a:lnTo>
                  <a:lnTo>
                    <a:pt x="656056" y="72301"/>
                  </a:lnTo>
                  <a:lnTo>
                    <a:pt x="659130" y="68681"/>
                  </a:lnTo>
                  <a:close/>
                </a:path>
                <a:path w="770254" h="492759">
                  <a:moveTo>
                    <a:pt x="659536" y="151333"/>
                  </a:moveTo>
                  <a:lnTo>
                    <a:pt x="659244" y="151333"/>
                  </a:lnTo>
                  <a:lnTo>
                    <a:pt x="658952" y="151333"/>
                  </a:lnTo>
                  <a:lnTo>
                    <a:pt x="658952" y="151777"/>
                  </a:lnTo>
                  <a:lnTo>
                    <a:pt x="659536" y="151777"/>
                  </a:lnTo>
                  <a:lnTo>
                    <a:pt x="659536" y="151333"/>
                  </a:lnTo>
                  <a:close/>
                </a:path>
                <a:path w="770254" h="492759">
                  <a:moveTo>
                    <a:pt x="667092" y="180022"/>
                  </a:moveTo>
                  <a:lnTo>
                    <a:pt x="666800" y="180022"/>
                  </a:lnTo>
                  <a:lnTo>
                    <a:pt x="666508" y="180022"/>
                  </a:lnTo>
                  <a:lnTo>
                    <a:pt x="666508" y="180467"/>
                  </a:lnTo>
                  <a:lnTo>
                    <a:pt x="667092" y="180467"/>
                  </a:lnTo>
                  <a:lnTo>
                    <a:pt x="667092" y="180022"/>
                  </a:lnTo>
                  <a:close/>
                </a:path>
                <a:path w="770254" h="492759">
                  <a:moveTo>
                    <a:pt x="671423" y="488442"/>
                  </a:moveTo>
                  <a:lnTo>
                    <a:pt x="670750" y="483539"/>
                  </a:lnTo>
                  <a:lnTo>
                    <a:pt x="663232" y="475805"/>
                  </a:lnTo>
                  <a:lnTo>
                    <a:pt x="655866" y="476453"/>
                  </a:lnTo>
                  <a:lnTo>
                    <a:pt x="648944" y="484365"/>
                  </a:lnTo>
                  <a:lnTo>
                    <a:pt x="648550" y="488950"/>
                  </a:lnTo>
                  <a:lnTo>
                    <a:pt x="650621" y="492442"/>
                  </a:lnTo>
                  <a:lnTo>
                    <a:pt x="669709" y="492442"/>
                  </a:lnTo>
                  <a:lnTo>
                    <a:pt x="671423" y="488442"/>
                  </a:lnTo>
                  <a:close/>
                </a:path>
                <a:path w="770254" h="492759">
                  <a:moveTo>
                    <a:pt x="678230" y="172681"/>
                  </a:moveTo>
                  <a:lnTo>
                    <a:pt x="677824" y="169443"/>
                  </a:lnTo>
                  <a:lnTo>
                    <a:pt x="673925" y="167170"/>
                  </a:lnTo>
                  <a:lnTo>
                    <a:pt x="672287" y="167487"/>
                  </a:lnTo>
                  <a:lnTo>
                    <a:pt x="671004" y="168503"/>
                  </a:lnTo>
                  <a:lnTo>
                    <a:pt x="668324" y="169811"/>
                  </a:lnTo>
                  <a:lnTo>
                    <a:pt x="668616" y="173863"/>
                  </a:lnTo>
                  <a:lnTo>
                    <a:pt x="671004" y="175247"/>
                  </a:lnTo>
                  <a:lnTo>
                    <a:pt x="672820" y="176288"/>
                  </a:lnTo>
                  <a:lnTo>
                    <a:pt x="674916" y="176047"/>
                  </a:lnTo>
                  <a:lnTo>
                    <a:pt x="678230" y="172681"/>
                  </a:lnTo>
                  <a:close/>
                </a:path>
                <a:path w="770254" h="492759">
                  <a:moveTo>
                    <a:pt x="678789" y="102654"/>
                  </a:moveTo>
                  <a:lnTo>
                    <a:pt x="677214" y="100876"/>
                  </a:lnTo>
                  <a:lnTo>
                    <a:pt x="674408" y="102323"/>
                  </a:lnTo>
                  <a:lnTo>
                    <a:pt x="672579" y="102692"/>
                  </a:lnTo>
                  <a:lnTo>
                    <a:pt x="669709" y="103416"/>
                  </a:lnTo>
                  <a:lnTo>
                    <a:pt x="669607" y="105498"/>
                  </a:lnTo>
                  <a:lnTo>
                    <a:pt x="670966" y="105740"/>
                  </a:lnTo>
                  <a:lnTo>
                    <a:pt x="673658" y="106248"/>
                  </a:lnTo>
                  <a:lnTo>
                    <a:pt x="675487" y="105473"/>
                  </a:lnTo>
                  <a:lnTo>
                    <a:pt x="678789" y="102654"/>
                  </a:lnTo>
                  <a:close/>
                </a:path>
                <a:path w="770254" h="492759">
                  <a:moveTo>
                    <a:pt x="682129" y="116306"/>
                  </a:moveTo>
                  <a:lnTo>
                    <a:pt x="677367" y="116306"/>
                  </a:lnTo>
                  <a:lnTo>
                    <a:pt x="672617" y="116306"/>
                  </a:lnTo>
                  <a:lnTo>
                    <a:pt x="672617" y="123685"/>
                  </a:lnTo>
                  <a:lnTo>
                    <a:pt x="682129" y="123685"/>
                  </a:lnTo>
                  <a:lnTo>
                    <a:pt x="682129" y="116306"/>
                  </a:lnTo>
                  <a:close/>
                </a:path>
                <a:path w="770254" h="492759">
                  <a:moveTo>
                    <a:pt x="685012" y="75082"/>
                  </a:moveTo>
                  <a:lnTo>
                    <a:pt x="678192" y="73088"/>
                  </a:lnTo>
                  <a:lnTo>
                    <a:pt x="675627" y="75120"/>
                  </a:lnTo>
                  <a:lnTo>
                    <a:pt x="675627" y="77685"/>
                  </a:lnTo>
                  <a:lnTo>
                    <a:pt x="675627" y="80251"/>
                  </a:lnTo>
                  <a:lnTo>
                    <a:pt x="678192" y="82283"/>
                  </a:lnTo>
                  <a:lnTo>
                    <a:pt x="685012" y="80289"/>
                  </a:lnTo>
                  <a:lnTo>
                    <a:pt x="685012" y="75082"/>
                  </a:lnTo>
                  <a:close/>
                </a:path>
                <a:path w="770254" h="492759">
                  <a:moveTo>
                    <a:pt x="687590" y="132143"/>
                  </a:moveTo>
                  <a:lnTo>
                    <a:pt x="687209" y="131102"/>
                  </a:lnTo>
                  <a:lnTo>
                    <a:pt x="686485" y="130556"/>
                  </a:lnTo>
                  <a:lnTo>
                    <a:pt x="685546" y="128701"/>
                  </a:lnTo>
                  <a:lnTo>
                    <a:pt x="681697" y="128549"/>
                  </a:lnTo>
                  <a:lnTo>
                    <a:pt x="681926" y="134226"/>
                  </a:lnTo>
                  <a:lnTo>
                    <a:pt x="685711" y="135788"/>
                  </a:lnTo>
                  <a:lnTo>
                    <a:pt x="687108" y="133070"/>
                  </a:lnTo>
                  <a:lnTo>
                    <a:pt x="687590" y="132143"/>
                  </a:lnTo>
                  <a:close/>
                </a:path>
                <a:path w="770254" h="492759">
                  <a:moveTo>
                    <a:pt x="699439" y="123825"/>
                  </a:moveTo>
                  <a:lnTo>
                    <a:pt x="696074" y="122021"/>
                  </a:lnTo>
                  <a:lnTo>
                    <a:pt x="693508" y="120650"/>
                  </a:lnTo>
                  <a:lnTo>
                    <a:pt x="690651" y="123990"/>
                  </a:lnTo>
                  <a:lnTo>
                    <a:pt x="695667" y="128892"/>
                  </a:lnTo>
                  <a:lnTo>
                    <a:pt x="699439" y="123825"/>
                  </a:lnTo>
                  <a:close/>
                </a:path>
                <a:path w="770254" h="492759">
                  <a:moveTo>
                    <a:pt x="701078" y="92367"/>
                  </a:moveTo>
                  <a:lnTo>
                    <a:pt x="695159" y="89547"/>
                  </a:lnTo>
                  <a:lnTo>
                    <a:pt x="692797" y="93586"/>
                  </a:lnTo>
                  <a:lnTo>
                    <a:pt x="689787" y="98717"/>
                  </a:lnTo>
                  <a:lnTo>
                    <a:pt x="698855" y="102349"/>
                  </a:lnTo>
                  <a:lnTo>
                    <a:pt x="701078" y="92367"/>
                  </a:lnTo>
                  <a:close/>
                </a:path>
                <a:path w="770254" h="492759">
                  <a:moveTo>
                    <a:pt x="701078" y="73152"/>
                  </a:moveTo>
                  <a:lnTo>
                    <a:pt x="700786" y="73152"/>
                  </a:lnTo>
                  <a:lnTo>
                    <a:pt x="700493" y="73152"/>
                  </a:lnTo>
                  <a:lnTo>
                    <a:pt x="700493" y="73609"/>
                  </a:lnTo>
                  <a:lnTo>
                    <a:pt x="701078" y="73609"/>
                  </a:lnTo>
                  <a:lnTo>
                    <a:pt x="701078" y="73152"/>
                  </a:lnTo>
                  <a:close/>
                </a:path>
                <a:path w="770254" h="492759">
                  <a:moveTo>
                    <a:pt x="703110" y="155943"/>
                  </a:moveTo>
                  <a:lnTo>
                    <a:pt x="701484" y="155943"/>
                  </a:lnTo>
                  <a:lnTo>
                    <a:pt x="701484" y="157213"/>
                  </a:lnTo>
                  <a:lnTo>
                    <a:pt x="702297" y="157213"/>
                  </a:lnTo>
                  <a:lnTo>
                    <a:pt x="703110" y="157213"/>
                  </a:lnTo>
                  <a:lnTo>
                    <a:pt x="703110" y="155943"/>
                  </a:lnTo>
                  <a:close/>
                </a:path>
                <a:path w="770254" h="492759">
                  <a:moveTo>
                    <a:pt x="708647" y="451967"/>
                  </a:moveTo>
                  <a:lnTo>
                    <a:pt x="699147" y="451967"/>
                  </a:lnTo>
                  <a:lnTo>
                    <a:pt x="699147" y="459359"/>
                  </a:lnTo>
                  <a:lnTo>
                    <a:pt x="703897" y="459359"/>
                  </a:lnTo>
                  <a:lnTo>
                    <a:pt x="708634" y="459359"/>
                  </a:lnTo>
                  <a:lnTo>
                    <a:pt x="708647" y="451967"/>
                  </a:lnTo>
                  <a:close/>
                </a:path>
                <a:path w="770254" h="492759">
                  <a:moveTo>
                    <a:pt x="711352" y="55689"/>
                  </a:moveTo>
                  <a:lnTo>
                    <a:pt x="710488" y="52489"/>
                  </a:lnTo>
                  <a:lnTo>
                    <a:pt x="703414" y="52425"/>
                  </a:lnTo>
                  <a:lnTo>
                    <a:pt x="701624" y="55270"/>
                  </a:lnTo>
                  <a:lnTo>
                    <a:pt x="702640" y="57708"/>
                  </a:lnTo>
                  <a:lnTo>
                    <a:pt x="703580" y="59918"/>
                  </a:lnTo>
                  <a:lnTo>
                    <a:pt x="707097" y="61099"/>
                  </a:lnTo>
                  <a:lnTo>
                    <a:pt x="711352" y="55689"/>
                  </a:lnTo>
                  <a:close/>
                </a:path>
                <a:path w="770254" h="492759">
                  <a:moveTo>
                    <a:pt x="712520" y="126860"/>
                  </a:moveTo>
                  <a:lnTo>
                    <a:pt x="712114" y="126860"/>
                  </a:lnTo>
                  <a:lnTo>
                    <a:pt x="711708" y="126860"/>
                  </a:lnTo>
                  <a:lnTo>
                    <a:pt x="711708" y="127482"/>
                  </a:lnTo>
                  <a:lnTo>
                    <a:pt x="712520" y="127482"/>
                  </a:lnTo>
                  <a:lnTo>
                    <a:pt x="712520" y="126860"/>
                  </a:lnTo>
                  <a:close/>
                </a:path>
                <a:path w="770254" h="492759">
                  <a:moveTo>
                    <a:pt x="718553" y="41935"/>
                  </a:moveTo>
                  <a:lnTo>
                    <a:pt x="713638" y="35826"/>
                  </a:lnTo>
                  <a:lnTo>
                    <a:pt x="710996" y="35737"/>
                  </a:lnTo>
                  <a:lnTo>
                    <a:pt x="710996" y="43840"/>
                  </a:lnTo>
                  <a:lnTo>
                    <a:pt x="710831" y="43815"/>
                  </a:lnTo>
                  <a:lnTo>
                    <a:pt x="710679" y="43751"/>
                  </a:lnTo>
                  <a:lnTo>
                    <a:pt x="710920" y="43611"/>
                  </a:lnTo>
                  <a:lnTo>
                    <a:pt x="710996" y="43840"/>
                  </a:lnTo>
                  <a:lnTo>
                    <a:pt x="710996" y="35737"/>
                  </a:lnTo>
                  <a:lnTo>
                    <a:pt x="708977" y="35648"/>
                  </a:lnTo>
                  <a:lnTo>
                    <a:pt x="702868" y="40665"/>
                  </a:lnTo>
                  <a:lnTo>
                    <a:pt x="701954" y="45186"/>
                  </a:lnTo>
                  <a:lnTo>
                    <a:pt x="707186" y="50787"/>
                  </a:lnTo>
                  <a:lnTo>
                    <a:pt x="711390" y="51447"/>
                  </a:lnTo>
                  <a:lnTo>
                    <a:pt x="714476" y="49479"/>
                  </a:lnTo>
                  <a:lnTo>
                    <a:pt x="715073" y="49263"/>
                  </a:lnTo>
                  <a:lnTo>
                    <a:pt x="715581" y="49022"/>
                  </a:lnTo>
                  <a:lnTo>
                    <a:pt x="718312" y="45720"/>
                  </a:lnTo>
                  <a:lnTo>
                    <a:pt x="718426" y="43840"/>
                  </a:lnTo>
                  <a:lnTo>
                    <a:pt x="718451" y="43611"/>
                  </a:lnTo>
                  <a:lnTo>
                    <a:pt x="718553" y="41935"/>
                  </a:lnTo>
                  <a:close/>
                </a:path>
                <a:path w="770254" h="492759">
                  <a:moveTo>
                    <a:pt x="720623" y="133083"/>
                  </a:moveTo>
                  <a:lnTo>
                    <a:pt x="714375" y="133083"/>
                  </a:lnTo>
                  <a:lnTo>
                    <a:pt x="708139" y="133083"/>
                  </a:lnTo>
                  <a:lnTo>
                    <a:pt x="708126" y="142773"/>
                  </a:lnTo>
                  <a:lnTo>
                    <a:pt x="720623" y="142773"/>
                  </a:lnTo>
                  <a:lnTo>
                    <a:pt x="720623" y="133083"/>
                  </a:lnTo>
                  <a:close/>
                </a:path>
                <a:path w="770254" h="492759">
                  <a:moveTo>
                    <a:pt x="721817" y="117843"/>
                  </a:moveTo>
                  <a:lnTo>
                    <a:pt x="721334" y="115684"/>
                  </a:lnTo>
                  <a:lnTo>
                    <a:pt x="721233" y="115227"/>
                  </a:lnTo>
                  <a:lnTo>
                    <a:pt x="720979" y="114084"/>
                  </a:lnTo>
                  <a:lnTo>
                    <a:pt x="719861" y="114084"/>
                  </a:lnTo>
                  <a:lnTo>
                    <a:pt x="719709" y="114782"/>
                  </a:lnTo>
                  <a:lnTo>
                    <a:pt x="719607" y="115227"/>
                  </a:lnTo>
                  <a:lnTo>
                    <a:pt x="719505" y="115684"/>
                  </a:lnTo>
                  <a:lnTo>
                    <a:pt x="719023" y="117830"/>
                  </a:lnTo>
                  <a:lnTo>
                    <a:pt x="721817" y="117843"/>
                  </a:lnTo>
                  <a:close/>
                </a:path>
                <a:path w="770254" h="492759">
                  <a:moveTo>
                    <a:pt x="724484" y="101841"/>
                  </a:moveTo>
                  <a:lnTo>
                    <a:pt x="723900" y="101841"/>
                  </a:lnTo>
                  <a:lnTo>
                    <a:pt x="723900" y="102298"/>
                  </a:lnTo>
                  <a:lnTo>
                    <a:pt x="724192" y="102298"/>
                  </a:lnTo>
                  <a:lnTo>
                    <a:pt x="724484" y="102298"/>
                  </a:lnTo>
                  <a:lnTo>
                    <a:pt x="724484" y="101841"/>
                  </a:lnTo>
                  <a:close/>
                </a:path>
                <a:path w="770254" h="492759">
                  <a:moveTo>
                    <a:pt x="728205" y="75831"/>
                  </a:moveTo>
                  <a:lnTo>
                    <a:pt x="725373" y="74028"/>
                  </a:lnTo>
                  <a:lnTo>
                    <a:pt x="722731" y="78613"/>
                  </a:lnTo>
                  <a:lnTo>
                    <a:pt x="722033" y="82473"/>
                  </a:lnTo>
                  <a:lnTo>
                    <a:pt x="725398" y="85750"/>
                  </a:lnTo>
                  <a:lnTo>
                    <a:pt x="727519" y="85064"/>
                  </a:lnTo>
                  <a:lnTo>
                    <a:pt x="727417" y="83464"/>
                  </a:lnTo>
                  <a:lnTo>
                    <a:pt x="727290" y="81483"/>
                  </a:lnTo>
                  <a:lnTo>
                    <a:pt x="726414" y="79857"/>
                  </a:lnTo>
                  <a:lnTo>
                    <a:pt x="728205" y="75831"/>
                  </a:lnTo>
                  <a:close/>
                </a:path>
                <a:path w="770254" h="492759">
                  <a:moveTo>
                    <a:pt x="735660" y="54622"/>
                  </a:moveTo>
                  <a:lnTo>
                    <a:pt x="735520" y="54622"/>
                  </a:lnTo>
                  <a:lnTo>
                    <a:pt x="735393" y="54622"/>
                  </a:lnTo>
                  <a:lnTo>
                    <a:pt x="735393" y="54838"/>
                  </a:lnTo>
                  <a:lnTo>
                    <a:pt x="735660" y="54838"/>
                  </a:lnTo>
                  <a:lnTo>
                    <a:pt x="735660" y="54622"/>
                  </a:lnTo>
                  <a:close/>
                </a:path>
                <a:path w="770254" h="492759">
                  <a:moveTo>
                    <a:pt x="740346" y="65265"/>
                  </a:moveTo>
                  <a:lnTo>
                    <a:pt x="739762" y="65265"/>
                  </a:lnTo>
                  <a:lnTo>
                    <a:pt x="739762" y="65709"/>
                  </a:lnTo>
                  <a:lnTo>
                    <a:pt x="740054" y="65709"/>
                  </a:lnTo>
                  <a:lnTo>
                    <a:pt x="740346" y="65709"/>
                  </a:lnTo>
                  <a:lnTo>
                    <a:pt x="740346" y="65265"/>
                  </a:lnTo>
                  <a:close/>
                </a:path>
                <a:path w="770254" h="492759">
                  <a:moveTo>
                    <a:pt x="743204" y="39585"/>
                  </a:moveTo>
                  <a:lnTo>
                    <a:pt x="739609" y="35763"/>
                  </a:lnTo>
                  <a:lnTo>
                    <a:pt x="737730" y="38100"/>
                  </a:lnTo>
                  <a:lnTo>
                    <a:pt x="737120" y="38874"/>
                  </a:lnTo>
                  <a:lnTo>
                    <a:pt x="736828" y="39408"/>
                  </a:lnTo>
                  <a:lnTo>
                    <a:pt x="736676" y="41338"/>
                  </a:lnTo>
                  <a:lnTo>
                    <a:pt x="737628" y="42202"/>
                  </a:lnTo>
                  <a:lnTo>
                    <a:pt x="739292" y="42164"/>
                  </a:lnTo>
                  <a:lnTo>
                    <a:pt x="739813" y="42024"/>
                  </a:lnTo>
                  <a:lnTo>
                    <a:pt x="743204" y="39585"/>
                  </a:lnTo>
                  <a:close/>
                </a:path>
                <a:path w="770254" h="492759">
                  <a:moveTo>
                    <a:pt x="749287" y="130314"/>
                  </a:moveTo>
                  <a:lnTo>
                    <a:pt x="749020" y="129540"/>
                  </a:lnTo>
                  <a:lnTo>
                    <a:pt x="748017" y="127254"/>
                  </a:lnTo>
                  <a:lnTo>
                    <a:pt x="746442" y="126961"/>
                  </a:lnTo>
                  <a:lnTo>
                    <a:pt x="744093" y="127355"/>
                  </a:lnTo>
                  <a:lnTo>
                    <a:pt x="740333" y="130479"/>
                  </a:lnTo>
                  <a:lnTo>
                    <a:pt x="741426" y="134023"/>
                  </a:lnTo>
                  <a:lnTo>
                    <a:pt x="743762" y="135001"/>
                  </a:lnTo>
                  <a:lnTo>
                    <a:pt x="746493" y="136156"/>
                  </a:lnTo>
                  <a:lnTo>
                    <a:pt x="748868" y="134137"/>
                  </a:lnTo>
                  <a:lnTo>
                    <a:pt x="749287" y="130314"/>
                  </a:lnTo>
                  <a:close/>
                </a:path>
                <a:path w="770254" h="492759">
                  <a:moveTo>
                    <a:pt x="750100" y="124015"/>
                  </a:moveTo>
                  <a:lnTo>
                    <a:pt x="749642" y="124015"/>
                  </a:lnTo>
                  <a:lnTo>
                    <a:pt x="749642" y="125310"/>
                  </a:lnTo>
                  <a:lnTo>
                    <a:pt x="750100" y="125310"/>
                  </a:lnTo>
                  <a:lnTo>
                    <a:pt x="750100" y="124307"/>
                  </a:lnTo>
                  <a:lnTo>
                    <a:pt x="750100" y="124015"/>
                  </a:lnTo>
                  <a:close/>
                </a:path>
                <a:path w="770254" h="492759">
                  <a:moveTo>
                    <a:pt x="753262" y="85229"/>
                  </a:moveTo>
                  <a:lnTo>
                    <a:pt x="753122" y="84328"/>
                  </a:lnTo>
                  <a:lnTo>
                    <a:pt x="752983" y="83439"/>
                  </a:lnTo>
                  <a:lnTo>
                    <a:pt x="752957" y="83235"/>
                  </a:lnTo>
                  <a:lnTo>
                    <a:pt x="752932" y="83108"/>
                  </a:lnTo>
                  <a:lnTo>
                    <a:pt x="752881" y="82702"/>
                  </a:lnTo>
                  <a:lnTo>
                    <a:pt x="752182" y="82499"/>
                  </a:lnTo>
                  <a:lnTo>
                    <a:pt x="751725" y="82702"/>
                  </a:lnTo>
                  <a:lnTo>
                    <a:pt x="751700" y="82270"/>
                  </a:lnTo>
                  <a:lnTo>
                    <a:pt x="752119" y="80505"/>
                  </a:lnTo>
                  <a:lnTo>
                    <a:pt x="751382" y="78752"/>
                  </a:lnTo>
                  <a:lnTo>
                    <a:pt x="751382" y="83108"/>
                  </a:lnTo>
                  <a:lnTo>
                    <a:pt x="751382" y="78752"/>
                  </a:lnTo>
                  <a:lnTo>
                    <a:pt x="751217" y="78346"/>
                  </a:lnTo>
                  <a:lnTo>
                    <a:pt x="747344" y="76250"/>
                  </a:lnTo>
                  <a:lnTo>
                    <a:pt x="744410" y="76301"/>
                  </a:lnTo>
                  <a:lnTo>
                    <a:pt x="740321" y="81165"/>
                  </a:lnTo>
                  <a:lnTo>
                    <a:pt x="740575" y="84899"/>
                  </a:lnTo>
                  <a:lnTo>
                    <a:pt x="746798" y="88874"/>
                  </a:lnTo>
                  <a:lnTo>
                    <a:pt x="750201" y="87109"/>
                  </a:lnTo>
                  <a:lnTo>
                    <a:pt x="751344" y="84328"/>
                  </a:lnTo>
                  <a:lnTo>
                    <a:pt x="751624" y="85318"/>
                  </a:lnTo>
                  <a:lnTo>
                    <a:pt x="753262" y="85229"/>
                  </a:lnTo>
                  <a:close/>
                </a:path>
                <a:path w="770254" h="492759">
                  <a:moveTo>
                    <a:pt x="759815" y="51549"/>
                  </a:moveTo>
                  <a:lnTo>
                    <a:pt x="756843" y="48971"/>
                  </a:lnTo>
                  <a:lnTo>
                    <a:pt x="751941" y="54356"/>
                  </a:lnTo>
                  <a:lnTo>
                    <a:pt x="750125" y="58242"/>
                  </a:lnTo>
                  <a:lnTo>
                    <a:pt x="750481" y="60553"/>
                  </a:lnTo>
                  <a:lnTo>
                    <a:pt x="752424" y="61683"/>
                  </a:lnTo>
                  <a:lnTo>
                    <a:pt x="754100" y="62661"/>
                  </a:lnTo>
                  <a:lnTo>
                    <a:pt x="756856" y="62191"/>
                  </a:lnTo>
                  <a:lnTo>
                    <a:pt x="758736" y="58178"/>
                  </a:lnTo>
                  <a:lnTo>
                    <a:pt x="759155" y="56349"/>
                  </a:lnTo>
                  <a:lnTo>
                    <a:pt x="759815" y="51549"/>
                  </a:lnTo>
                  <a:close/>
                </a:path>
                <a:path w="770254" h="492759">
                  <a:moveTo>
                    <a:pt x="764489" y="33718"/>
                  </a:moveTo>
                  <a:lnTo>
                    <a:pt x="761072" y="30340"/>
                  </a:lnTo>
                  <a:lnTo>
                    <a:pt x="760399" y="29057"/>
                  </a:lnTo>
                  <a:lnTo>
                    <a:pt x="758913" y="28359"/>
                  </a:lnTo>
                  <a:lnTo>
                    <a:pt x="757504" y="28625"/>
                  </a:lnTo>
                  <a:lnTo>
                    <a:pt x="754608" y="28321"/>
                  </a:lnTo>
                  <a:lnTo>
                    <a:pt x="751713" y="30162"/>
                  </a:lnTo>
                  <a:lnTo>
                    <a:pt x="749896" y="36753"/>
                  </a:lnTo>
                  <a:lnTo>
                    <a:pt x="752817" y="40957"/>
                  </a:lnTo>
                  <a:lnTo>
                    <a:pt x="762469" y="40563"/>
                  </a:lnTo>
                  <a:lnTo>
                    <a:pt x="764489" y="33718"/>
                  </a:lnTo>
                  <a:close/>
                </a:path>
                <a:path w="770254" h="492759">
                  <a:moveTo>
                    <a:pt x="770001" y="20815"/>
                  </a:moveTo>
                  <a:lnTo>
                    <a:pt x="769023" y="10350"/>
                  </a:lnTo>
                  <a:lnTo>
                    <a:pt x="766521" y="6324"/>
                  </a:lnTo>
                  <a:lnTo>
                    <a:pt x="762609" y="4953"/>
                  </a:lnTo>
                  <a:lnTo>
                    <a:pt x="762190" y="3924"/>
                  </a:lnTo>
                  <a:lnTo>
                    <a:pt x="761479" y="2997"/>
                  </a:lnTo>
                  <a:lnTo>
                    <a:pt x="760387" y="2324"/>
                  </a:lnTo>
                  <a:lnTo>
                    <a:pt x="756666" y="0"/>
                  </a:lnTo>
                  <a:lnTo>
                    <a:pt x="752652" y="1562"/>
                  </a:lnTo>
                  <a:lnTo>
                    <a:pt x="750760" y="6057"/>
                  </a:lnTo>
                  <a:lnTo>
                    <a:pt x="750735" y="7404"/>
                  </a:lnTo>
                  <a:lnTo>
                    <a:pt x="751116" y="8623"/>
                  </a:lnTo>
                  <a:lnTo>
                    <a:pt x="749757" y="10261"/>
                  </a:lnTo>
                  <a:lnTo>
                    <a:pt x="748969" y="12268"/>
                  </a:lnTo>
                  <a:lnTo>
                    <a:pt x="749719" y="17970"/>
                  </a:lnTo>
                  <a:lnTo>
                    <a:pt x="750227" y="20243"/>
                  </a:lnTo>
                  <a:lnTo>
                    <a:pt x="754037" y="24053"/>
                  </a:lnTo>
                  <a:lnTo>
                    <a:pt x="756907" y="25374"/>
                  </a:lnTo>
                  <a:lnTo>
                    <a:pt x="764451" y="25044"/>
                  </a:lnTo>
                  <a:lnTo>
                    <a:pt x="770001" y="20815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266452" y="7588738"/>
              <a:ext cx="608330" cy="521334"/>
            </a:xfrm>
            <a:custGeom>
              <a:avLst/>
              <a:gdLst/>
              <a:ahLst/>
              <a:cxnLst/>
              <a:rect l="l" t="t" r="r" b="b"/>
              <a:pathLst>
                <a:path w="608329" h="521334">
                  <a:moveTo>
                    <a:pt x="27686" y="509473"/>
                  </a:moveTo>
                  <a:lnTo>
                    <a:pt x="27647" y="508762"/>
                  </a:lnTo>
                  <a:lnTo>
                    <a:pt x="27559" y="507123"/>
                  </a:lnTo>
                  <a:lnTo>
                    <a:pt x="27457" y="505091"/>
                  </a:lnTo>
                  <a:lnTo>
                    <a:pt x="21043" y="497636"/>
                  </a:lnTo>
                  <a:lnTo>
                    <a:pt x="18440" y="497700"/>
                  </a:lnTo>
                  <a:lnTo>
                    <a:pt x="18440" y="509473"/>
                  </a:lnTo>
                  <a:lnTo>
                    <a:pt x="18415" y="509739"/>
                  </a:lnTo>
                  <a:lnTo>
                    <a:pt x="18440" y="509473"/>
                  </a:lnTo>
                  <a:lnTo>
                    <a:pt x="18440" y="497700"/>
                  </a:lnTo>
                  <a:lnTo>
                    <a:pt x="18275" y="497700"/>
                  </a:lnTo>
                  <a:lnTo>
                    <a:pt x="18275" y="507123"/>
                  </a:lnTo>
                  <a:lnTo>
                    <a:pt x="18275" y="497700"/>
                  </a:lnTo>
                  <a:lnTo>
                    <a:pt x="14820" y="497776"/>
                  </a:lnTo>
                  <a:lnTo>
                    <a:pt x="8788" y="503288"/>
                  </a:lnTo>
                  <a:lnTo>
                    <a:pt x="7683" y="506044"/>
                  </a:lnTo>
                  <a:lnTo>
                    <a:pt x="7734" y="508762"/>
                  </a:lnTo>
                  <a:lnTo>
                    <a:pt x="4940" y="507415"/>
                  </a:lnTo>
                  <a:lnTo>
                    <a:pt x="1841" y="509600"/>
                  </a:lnTo>
                  <a:lnTo>
                    <a:pt x="1752" y="509765"/>
                  </a:lnTo>
                  <a:lnTo>
                    <a:pt x="0" y="514464"/>
                  </a:lnTo>
                  <a:lnTo>
                    <a:pt x="1003" y="516763"/>
                  </a:lnTo>
                  <a:lnTo>
                    <a:pt x="4165" y="519125"/>
                  </a:lnTo>
                  <a:lnTo>
                    <a:pt x="6070" y="519087"/>
                  </a:lnTo>
                  <a:lnTo>
                    <a:pt x="9677" y="517461"/>
                  </a:lnTo>
                  <a:lnTo>
                    <a:pt x="10401" y="516458"/>
                  </a:lnTo>
                  <a:lnTo>
                    <a:pt x="10718" y="515302"/>
                  </a:lnTo>
                  <a:lnTo>
                    <a:pt x="13995" y="518210"/>
                  </a:lnTo>
                  <a:lnTo>
                    <a:pt x="19494" y="518871"/>
                  </a:lnTo>
                  <a:lnTo>
                    <a:pt x="24206" y="515454"/>
                  </a:lnTo>
                  <a:lnTo>
                    <a:pt x="24307" y="515302"/>
                  </a:lnTo>
                  <a:lnTo>
                    <a:pt x="25006" y="514362"/>
                  </a:lnTo>
                  <a:lnTo>
                    <a:pt x="25400" y="513168"/>
                  </a:lnTo>
                  <a:lnTo>
                    <a:pt x="27609" y="509765"/>
                  </a:lnTo>
                  <a:lnTo>
                    <a:pt x="27686" y="509473"/>
                  </a:lnTo>
                  <a:close/>
                </a:path>
                <a:path w="608329" h="521334">
                  <a:moveTo>
                    <a:pt x="36779" y="460044"/>
                  </a:moveTo>
                  <a:lnTo>
                    <a:pt x="32931" y="457479"/>
                  </a:lnTo>
                  <a:lnTo>
                    <a:pt x="25095" y="463473"/>
                  </a:lnTo>
                  <a:lnTo>
                    <a:pt x="24358" y="468261"/>
                  </a:lnTo>
                  <a:lnTo>
                    <a:pt x="31978" y="472706"/>
                  </a:lnTo>
                  <a:lnTo>
                    <a:pt x="36296" y="469887"/>
                  </a:lnTo>
                  <a:lnTo>
                    <a:pt x="36499" y="465797"/>
                  </a:lnTo>
                  <a:lnTo>
                    <a:pt x="36779" y="460044"/>
                  </a:lnTo>
                  <a:close/>
                </a:path>
                <a:path w="608329" h="521334">
                  <a:moveTo>
                    <a:pt x="38925" y="497992"/>
                  </a:moveTo>
                  <a:lnTo>
                    <a:pt x="36563" y="496443"/>
                  </a:lnTo>
                  <a:lnTo>
                    <a:pt x="35750" y="495871"/>
                  </a:lnTo>
                  <a:lnTo>
                    <a:pt x="34988" y="494614"/>
                  </a:lnTo>
                  <a:lnTo>
                    <a:pt x="33959" y="494004"/>
                  </a:lnTo>
                  <a:lnTo>
                    <a:pt x="30391" y="491337"/>
                  </a:lnTo>
                  <a:lnTo>
                    <a:pt x="27343" y="494017"/>
                  </a:lnTo>
                  <a:lnTo>
                    <a:pt x="27114" y="496620"/>
                  </a:lnTo>
                  <a:lnTo>
                    <a:pt x="26149" y="498005"/>
                  </a:lnTo>
                  <a:lnTo>
                    <a:pt x="26593" y="498640"/>
                  </a:lnTo>
                  <a:lnTo>
                    <a:pt x="27165" y="498792"/>
                  </a:lnTo>
                  <a:lnTo>
                    <a:pt x="27254" y="499567"/>
                  </a:lnTo>
                  <a:lnTo>
                    <a:pt x="28130" y="502424"/>
                  </a:lnTo>
                  <a:lnTo>
                    <a:pt x="30683" y="503974"/>
                  </a:lnTo>
                  <a:lnTo>
                    <a:pt x="36296" y="502424"/>
                  </a:lnTo>
                  <a:lnTo>
                    <a:pt x="38925" y="497992"/>
                  </a:lnTo>
                  <a:close/>
                </a:path>
                <a:path w="608329" h="521334">
                  <a:moveTo>
                    <a:pt x="56134" y="488835"/>
                  </a:moveTo>
                  <a:lnTo>
                    <a:pt x="55473" y="483895"/>
                  </a:lnTo>
                  <a:lnTo>
                    <a:pt x="53682" y="482803"/>
                  </a:lnTo>
                  <a:lnTo>
                    <a:pt x="51777" y="482574"/>
                  </a:lnTo>
                  <a:lnTo>
                    <a:pt x="53098" y="478878"/>
                  </a:lnTo>
                  <a:lnTo>
                    <a:pt x="47256" y="477304"/>
                  </a:lnTo>
                  <a:lnTo>
                    <a:pt x="45313" y="482727"/>
                  </a:lnTo>
                  <a:lnTo>
                    <a:pt x="45720" y="483946"/>
                  </a:lnTo>
                  <a:lnTo>
                    <a:pt x="46418" y="484670"/>
                  </a:lnTo>
                  <a:lnTo>
                    <a:pt x="44373" y="487235"/>
                  </a:lnTo>
                  <a:lnTo>
                    <a:pt x="45389" y="491667"/>
                  </a:lnTo>
                  <a:lnTo>
                    <a:pt x="48577" y="492950"/>
                  </a:lnTo>
                  <a:lnTo>
                    <a:pt x="50393" y="493674"/>
                  </a:lnTo>
                  <a:lnTo>
                    <a:pt x="52349" y="493458"/>
                  </a:lnTo>
                  <a:lnTo>
                    <a:pt x="55765" y="490816"/>
                  </a:lnTo>
                  <a:lnTo>
                    <a:pt x="56134" y="488835"/>
                  </a:lnTo>
                  <a:close/>
                </a:path>
                <a:path w="608329" h="521334">
                  <a:moveTo>
                    <a:pt x="58674" y="515061"/>
                  </a:moveTo>
                  <a:lnTo>
                    <a:pt x="57442" y="515061"/>
                  </a:lnTo>
                  <a:lnTo>
                    <a:pt x="56222" y="515061"/>
                  </a:lnTo>
                  <a:lnTo>
                    <a:pt x="56222" y="516953"/>
                  </a:lnTo>
                  <a:lnTo>
                    <a:pt x="58674" y="516953"/>
                  </a:lnTo>
                  <a:lnTo>
                    <a:pt x="58674" y="515061"/>
                  </a:lnTo>
                  <a:close/>
                </a:path>
                <a:path w="608329" h="521334">
                  <a:moveTo>
                    <a:pt x="59804" y="493776"/>
                  </a:moveTo>
                  <a:lnTo>
                    <a:pt x="55181" y="493776"/>
                  </a:lnTo>
                  <a:lnTo>
                    <a:pt x="50558" y="493776"/>
                  </a:lnTo>
                  <a:lnTo>
                    <a:pt x="50558" y="500938"/>
                  </a:lnTo>
                  <a:lnTo>
                    <a:pt x="59804" y="500938"/>
                  </a:lnTo>
                  <a:lnTo>
                    <a:pt x="59804" y="493776"/>
                  </a:lnTo>
                  <a:close/>
                </a:path>
                <a:path w="608329" h="521334">
                  <a:moveTo>
                    <a:pt x="117106" y="520509"/>
                  </a:moveTo>
                  <a:lnTo>
                    <a:pt x="116230" y="519468"/>
                  </a:lnTo>
                  <a:lnTo>
                    <a:pt x="115163" y="518947"/>
                  </a:lnTo>
                  <a:lnTo>
                    <a:pt x="114985" y="518871"/>
                  </a:lnTo>
                  <a:lnTo>
                    <a:pt x="113614" y="518947"/>
                  </a:lnTo>
                  <a:lnTo>
                    <a:pt x="113906" y="518858"/>
                  </a:lnTo>
                  <a:lnTo>
                    <a:pt x="115697" y="518769"/>
                  </a:lnTo>
                  <a:lnTo>
                    <a:pt x="112636" y="518756"/>
                  </a:lnTo>
                  <a:lnTo>
                    <a:pt x="112331" y="518718"/>
                  </a:lnTo>
                  <a:lnTo>
                    <a:pt x="112039" y="518668"/>
                  </a:lnTo>
                  <a:lnTo>
                    <a:pt x="111442" y="518642"/>
                  </a:lnTo>
                  <a:lnTo>
                    <a:pt x="110858" y="518718"/>
                  </a:lnTo>
                  <a:lnTo>
                    <a:pt x="110350" y="518121"/>
                  </a:lnTo>
                  <a:lnTo>
                    <a:pt x="109626" y="517702"/>
                  </a:lnTo>
                  <a:lnTo>
                    <a:pt x="106921" y="517918"/>
                  </a:lnTo>
                  <a:lnTo>
                    <a:pt x="105651" y="518248"/>
                  </a:lnTo>
                  <a:lnTo>
                    <a:pt x="103466" y="519684"/>
                  </a:lnTo>
                  <a:lnTo>
                    <a:pt x="103111" y="520090"/>
                  </a:lnTo>
                  <a:lnTo>
                    <a:pt x="102819" y="520509"/>
                  </a:lnTo>
                  <a:lnTo>
                    <a:pt x="117106" y="520509"/>
                  </a:lnTo>
                  <a:close/>
                </a:path>
                <a:path w="608329" h="521334">
                  <a:moveTo>
                    <a:pt x="141198" y="30213"/>
                  </a:moveTo>
                  <a:lnTo>
                    <a:pt x="140906" y="30213"/>
                  </a:lnTo>
                  <a:lnTo>
                    <a:pt x="140614" y="30213"/>
                  </a:lnTo>
                  <a:lnTo>
                    <a:pt x="140614" y="30670"/>
                  </a:lnTo>
                  <a:lnTo>
                    <a:pt x="141198" y="30670"/>
                  </a:lnTo>
                  <a:lnTo>
                    <a:pt x="141198" y="30213"/>
                  </a:lnTo>
                  <a:close/>
                </a:path>
                <a:path w="608329" h="521334">
                  <a:moveTo>
                    <a:pt x="149047" y="103200"/>
                  </a:moveTo>
                  <a:lnTo>
                    <a:pt x="145237" y="103200"/>
                  </a:lnTo>
                  <a:lnTo>
                    <a:pt x="145224" y="106146"/>
                  </a:lnTo>
                  <a:lnTo>
                    <a:pt x="147142" y="106146"/>
                  </a:lnTo>
                  <a:lnTo>
                    <a:pt x="149034" y="106146"/>
                  </a:lnTo>
                  <a:lnTo>
                    <a:pt x="149047" y="103200"/>
                  </a:lnTo>
                  <a:close/>
                </a:path>
                <a:path w="608329" h="521334">
                  <a:moveTo>
                    <a:pt x="155943" y="83210"/>
                  </a:moveTo>
                  <a:lnTo>
                    <a:pt x="151371" y="78193"/>
                  </a:lnTo>
                  <a:lnTo>
                    <a:pt x="148983" y="83870"/>
                  </a:lnTo>
                  <a:lnTo>
                    <a:pt x="150431" y="85178"/>
                  </a:lnTo>
                  <a:lnTo>
                    <a:pt x="151549" y="84785"/>
                  </a:lnTo>
                  <a:lnTo>
                    <a:pt x="155943" y="83210"/>
                  </a:lnTo>
                  <a:close/>
                </a:path>
                <a:path w="608329" h="521334">
                  <a:moveTo>
                    <a:pt x="163271" y="107696"/>
                  </a:moveTo>
                  <a:lnTo>
                    <a:pt x="162991" y="107696"/>
                  </a:lnTo>
                  <a:lnTo>
                    <a:pt x="162725" y="107696"/>
                  </a:lnTo>
                  <a:lnTo>
                    <a:pt x="162725" y="108115"/>
                  </a:lnTo>
                  <a:lnTo>
                    <a:pt x="163271" y="108115"/>
                  </a:lnTo>
                  <a:lnTo>
                    <a:pt x="163271" y="107696"/>
                  </a:lnTo>
                  <a:close/>
                </a:path>
                <a:path w="608329" h="521334">
                  <a:moveTo>
                    <a:pt x="163283" y="75946"/>
                  </a:moveTo>
                  <a:lnTo>
                    <a:pt x="162991" y="75946"/>
                  </a:lnTo>
                  <a:lnTo>
                    <a:pt x="162699" y="75946"/>
                  </a:lnTo>
                  <a:lnTo>
                    <a:pt x="162699" y="76390"/>
                  </a:lnTo>
                  <a:lnTo>
                    <a:pt x="163283" y="76390"/>
                  </a:lnTo>
                  <a:lnTo>
                    <a:pt x="163283" y="75946"/>
                  </a:lnTo>
                  <a:close/>
                </a:path>
                <a:path w="608329" h="521334">
                  <a:moveTo>
                    <a:pt x="167792" y="24384"/>
                  </a:moveTo>
                  <a:lnTo>
                    <a:pt x="166217" y="20624"/>
                  </a:lnTo>
                  <a:lnTo>
                    <a:pt x="162331" y="23926"/>
                  </a:lnTo>
                  <a:lnTo>
                    <a:pt x="163372" y="25260"/>
                  </a:lnTo>
                  <a:lnTo>
                    <a:pt x="164414" y="25057"/>
                  </a:lnTo>
                  <a:lnTo>
                    <a:pt x="167792" y="24384"/>
                  </a:lnTo>
                  <a:close/>
                </a:path>
                <a:path w="608329" h="521334">
                  <a:moveTo>
                    <a:pt x="169468" y="76669"/>
                  </a:moveTo>
                  <a:lnTo>
                    <a:pt x="161048" y="76669"/>
                  </a:lnTo>
                  <a:lnTo>
                    <a:pt x="161048" y="83197"/>
                  </a:lnTo>
                  <a:lnTo>
                    <a:pt x="165265" y="83197"/>
                  </a:lnTo>
                  <a:lnTo>
                    <a:pt x="169468" y="83197"/>
                  </a:lnTo>
                  <a:lnTo>
                    <a:pt x="169468" y="76669"/>
                  </a:lnTo>
                  <a:close/>
                </a:path>
                <a:path w="608329" h="521334">
                  <a:moveTo>
                    <a:pt x="178917" y="477964"/>
                  </a:moveTo>
                  <a:lnTo>
                    <a:pt x="178396" y="474091"/>
                  </a:lnTo>
                  <a:lnTo>
                    <a:pt x="177927" y="470662"/>
                  </a:lnTo>
                  <a:lnTo>
                    <a:pt x="174879" y="467360"/>
                  </a:lnTo>
                  <a:lnTo>
                    <a:pt x="171221" y="467347"/>
                  </a:lnTo>
                  <a:lnTo>
                    <a:pt x="170408" y="467106"/>
                  </a:lnTo>
                  <a:lnTo>
                    <a:pt x="169570" y="466979"/>
                  </a:lnTo>
                  <a:lnTo>
                    <a:pt x="168198" y="467055"/>
                  </a:lnTo>
                  <a:lnTo>
                    <a:pt x="167132" y="467258"/>
                  </a:lnTo>
                  <a:lnTo>
                    <a:pt x="167576" y="466928"/>
                  </a:lnTo>
                  <a:lnTo>
                    <a:pt x="167957" y="466483"/>
                  </a:lnTo>
                  <a:lnTo>
                    <a:pt x="168897" y="463829"/>
                  </a:lnTo>
                  <a:lnTo>
                    <a:pt x="168719" y="461454"/>
                  </a:lnTo>
                  <a:lnTo>
                    <a:pt x="168986" y="456399"/>
                  </a:lnTo>
                  <a:lnTo>
                    <a:pt x="164261" y="455714"/>
                  </a:lnTo>
                  <a:lnTo>
                    <a:pt x="163220" y="460717"/>
                  </a:lnTo>
                  <a:lnTo>
                    <a:pt x="162433" y="462965"/>
                  </a:lnTo>
                  <a:lnTo>
                    <a:pt x="162725" y="466813"/>
                  </a:lnTo>
                  <a:lnTo>
                    <a:pt x="164033" y="467766"/>
                  </a:lnTo>
                  <a:lnTo>
                    <a:pt x="165379" y="467817"/>
                  </a:lnTo>
                  <a:lnTo>
                    <a:pt x="163791" y="468464"/>
                  </a:lnTo>
                  <a:lnTo>
                    <a:pt x="162369" y="469493"/>
                  </a:lnTo>
                  <a:lnTo>
                    <a:pt x="160362" y="474116"/>
                  </a:lnTo>
                  <a:lnTo>
                    <a:pt x="160134" y="476719"/>
                  </a:lnTo>
                  <a:lnTo>
                    <a:pt x="161429" y="479183"/>
                  </a:lnTo>
                  <a:lnTo>
                    <a:pt x="159651" y="477964"/>
                  </a:lnTo>
                  <a:lnTo>
                    <a:pt x="157416" y="477418"/>
                  </a:lnTo>
                  <a:lnTo>
                    <a:pt x="155308" y="477862"/>
                  </a:lnTo>
                  <a:lnTo>
                    <a:pt x="153136" y="477215"/>
                  </a:lnTo>
                  <a:lnTo>
                    <a:pt x="150672" y="477723"/>
                  </a:lnTo>
                  <a:lnTo>
                    <a:pt x="148602" y="481482"/>
                  </a:lnTo>
                  <a:lnTo>
                    <a:pt x="148336" y="482828"/>
                  </a:lnTo>
                  <a:lnTo>
                    <a:pt x="148272" y="484174"/>
                  </a:lnTo>
                  <a:lnTo>
                    <a:pt x="147535" y="483768"/>
                  </a:lnTo>
                  <a:lnTo>
                    <a:pt x="146342" y="483463"/>
                  </a:lnTo>
                  <a:lnTo>
                    <a:pt x="145643" y="484238"/>
                  </a:lnTo>
                  <a:lnTo>
                    <a:pt x="146773" y="485940"/>
                  </a:lnTo>
                  <a:lnTo>
                    <a:pt x="147383" y="486359"/>
                  </a:lnTo>
                  <a:lnTo>
                    <a:pt x="148564" y="486918"/>
                  </a:lnTo>
                  <a:lnTo>
                    <a:pt x="148983" y="488403"/>
                  </a:lnTo>
                  <a:lnTo>
                    <a:pt x="149682" y="489813"/>
                  </a:lnTo>
                  <a:lnTo>
                    <a:pt x="154228" y="494030"/>
                  </a:lnTo>
                  <a:lnTo>
                    <a:pt x="159359" y="493737"/>
                  </a:lnTo>
                  <a:lnTo>
                    <a:pt x="164553" y="488175"/>
                  </a:lnTo>
                  <a:lnTo>
                    <a:pt x="165176" y="484886"/>
                  </a:lnTo>
                  <a:lnTo>
                    <a:pt x="164020" y="482168"/>
                  </a:lnTo>
                  <a:lnTo>
                    <a:pt x="165925" y="483463"/>
                  </a:lnTo>
                  <a:lnTo>
                    <a:pt x="168351" y="484022"/>
                  </a:lnTo>
                  <a:lnTo>
                    <a:pt x="176530" y="481482"/>
                  </a:lnTo>
                  <a:lnTo>
                    <a:pt x="178917" y="477964"/>
                  </a:lnTo>
                  <a:close/>
                </a:path>
                <a:path w="608329" h="521334">
                  <a:moveTo>
                    <a:pt x="180416" y="104838"/>
                  </a:moveTo>
                  <a:lnTo>
                    <a:pt x="179336" y="101549"/>
                  </a:lnTo>
                  <a:lnTo>
                    <a:pt x="174358" y="100190"/>
                  </a:lnTo>
                  <a:lnTo>
                    <a:pt x="172389" y="102590"/>
                  </a:lnTo>
                  <a:lnTo>
                    <a:pt x="173494" y="108445"/>
                  </a:lnTo>
                  <a:lnTo>
                    <a:pt x="176034" y="108737"/>
                  </a:lnTo>
                  <a:lnTo>
                    <a:pt x="177342" y="107569"/>
                  </a:lnTo>
                  <a:lnTo>
                    <a:pt x="180416" y="104838"/>
                  </a:lnTo>
                  <a:close/>
                </a:path>
                <a:path w="608329" h="521334">
                  <a:moveTo>
                    <a:pt x="180632" y="79908"/>
                  </a:moveTo>
                  <a:lnTo>
                    <a:pt x="179666" y="79578"/>
                  </a:lnTo>
                  <a:lnTo>
                    <a:pt x="178511" y="78473"/>
                  </a:lnTo>
                  <a:lnTo>
                    <a:pt x="177825" y="76504"/>
                  </a:lnTo>
                  <a:lnTo>
                    <a:pt x="174891" y="77990"/>
                  </a:lnTo>
                  <a:lnTo>
                    <a:pt x="176009" y="79540"/>
                  </a:lnTo>
                  <a:lnTo>
                    <a:pt x="176872" y="80772"/>
                  </a:lnTo>
                  <a:lnTo>
                    <a:pt x="177914" y="81368"/>
                  </a:lnTo>
                  <a:lnTo>
                    <a:pt x="180543" y="81495"/>
                  </a:lnTo>
                  <a:lnTo>
                    <a:pt x="180632" y="79908"/>
                  </a:lnTo>
                  <a:close/>
                </a:path>
                <a:path w="608329" h="521334">
                  <a:moveTo>
                    <a:pt x="182143" y="58737"/>
                  </a:moveTo>
                  <a:lnTo>
                    <a:pt x="175323" y="56845"/>
                  </a:lnTo>
                  <a:lnTo>
                    <a:pt x="172135" y="55968"/>
                  </a:lnTo>
                  <a:lnTo>
                    <a:pt x="168668" y="57924"/>
                  </a:lnTo>
                  <a:lnTo>
                    <a:pt x="166776" y="64833"/>
                  </a:lnTo>
                  <a:lnTo>
                    <a:pt x="169684" y="69024"/>
                  </a:lnTo>
                  <a:lnTo>
                    <a:pt x="180467" y="68592"/>
                  </a:lnTo>
                  <a:lnTo>
                    <a:pt x="182143" y="58737"/>
                  </a:lnTo>
                  <a:close/>
                </a:path>
                <a:path w="608329" h="521334">
                  <a:moveTo>
                    <a:pt x="184111" y="25336"/>
                  </a:moveTo>
                  <a:lnTo>
                    <a:pt x="181457" y="19380"/>
                  </a:lnTo>
                  <a:lnTo>
                    <a:pt x="177952" y="21488"/>
                  </a:lnTo>
                  <a:lnTo>
                    <a:pt x="177647" y="21704"/>
                  </a:lnTo>
                  <a:lnTo>
                    <a:pt x="177330" y="21882"/>
                  </a:lnTo>
                  <a:lnTo>
                    <a:pt x="176987" y="22034"/>
                  </a:lnTo>
                  <a:lnTo>
                    <a:pt x="175387" y="22809"/>
                  </a:lnTo>
                  <a:lnTo>
                    <a:pt x="175272" y="25666"/>
                  </a:lnTo>
                  <a:lnTo>
                    <a:pt x="176987" y="26403"/>
                  </a:lnTo>
                  <a:lnTo>
                    <a:pt x="178142" y="26911"/>
                  </a:lnTo>
                  <a:lnTo>
                    <a:pt x="178930" y="27114"/>
                  </a:lnTo>
                  <a:lnTo>
                    <a:pt x="184111" y="25336"/>
                  </a:lnTo>
                  <a:close/>
                </a:path>
                <a:path w="608329" h="521334">
                  <a:moveTo>
                    <a:pt x="194398" y="40703"/>
                  </a:moveTo>
                  <a:lnTo>
                    <a:pt x="186105" y="40703"/>
                  </a:lnTo>
                  <a:lnTo>
                    <a:pt x="185801" y="37350"/>
                  </a:lnTo>
                  <a:lnTo>
                    <a:pt x="182003" y="32232"/>
                  </a:lnTo>
                  <a:lnTo>
                    <a:pt x="171348" y="32715"/>
                  </a:lnTo>
                  <a:lnTo>
                    <a:pt x="165404" y="36982"/>
                  </a:lnTo>
                  <a:lnTo>
                    <a:pt x="166243" y="43357"/>
                  </a:lnTo>
                  <a:lnTo>
                    <a:pt x="165620" y="42697"/>
                  </a:lnTo>
                  <a:lnTo>
                    <a:pt x="164744" y="42240"/>
                  </a:lnTo>
                  <a:lnTo>
                    <a:pt x="158534" y="42240"/>
                  </a:lnTo>
                  <a:lnTo>
                    <a:pt x="158521" y="50038"/>
                  </a:lnTo>
                  <a:lnTo>
                    <a:pt x="163550" y="50038"/>
                  </a:lnTo>
                  <a:lnTo>
                    <a:pt x="165582" y="50038"/>
                  </a:lnTo>
                  <a:lnTo>
                    <a:pt x="166751" y="48755"/>
                  </a:lnTo>
                  <a:lnTo>
                    <a:pt x="167132" y="47218"/>
                  </a:lnTo>
                  <a:lnTo>
                    <a:pt x="167563" y="48336"/>
                  </a:lnTo>
                  <a:lnTo>
                    <a:pt x="168186" y="49390"/>
                  </a:lnTo>
                  <a:lnTo>
                    <a:pt x="170929" y="52133"/>
                  </a:lnTo>
                  <a:lnTo>
                    <a:pt x="173786" y="53441"/>
                  </a:lnTo>
                  <a:lnTo>
                    <a:pt x="181330" y="53098"/>
                  </a:lnTo>
                  <a:lnTo>
                    <a:pt x="186880" y="48882"/>
                  </a:lnTo>
                  <a:lnTo>
                    <a:pt x="186715" y="47231"/>
                  </a:lnTo>
                  <a:lnTo>
                    <a:pt x="190182" y="47231"/>
                  </a:lnTo>
                  <a:lnTo>
                    <a:pt x="194398" y="47231"/>
                  </a:lnTo>
                  <a:lnTo>
                    <a:pt x="194398" y="40703"/>
                  </a:lnTo>
                  <a:close/>
                </a:path>
                <a:path w="608329" h="521334">
                  <a:moveTo>
                    <a:pt x="194652" y="94221"/>
                  </a:moveTo>
                  <a:lnTo>
                    <a:pt x="194576" y="93027"/>
                  </a:lnTo>
                  <a:lnTo>
                    <a:pt x="194551" y="92849"/>
                  </a:lnTo>
                  <a:lnTo>
                    <a:pt x="194424" y="91059"/>
                  </a:lnTo>
                  <a:lnTo>
                    <a:pt x="192328" y="89992"/>
                  </a:lnTo>
                  <a:lnTo>
                    <a:pt x="189649" y="92659"/>
                  </a:lnTo>
                  <a:lnTo>
                    <a:pt x="190627" y="94919"/>
                  </a:lnTo>
                  <a:lnTo>
                    <a:pt x="192443" y="94945"/>
                  </a:lnTo>
                  <a:lnTo>
                    <a:pt x="192633" y="94945"/>
                  </a:lnTo>
                  <a:lnTo>
                    <a:pt x="192824" y="94957"/>
                  </a:lnTo>
                  <a:lnTo>
                    <a:pt x="193814" y="94970"/>
                  </a:lnTo>
                  <a:lnTo>
                    <a:pt x="194652" y="94221"/>
                  </a:lnTo>
                  <a:close/>
                </a:path>
                <a:path w="608329" h="521334">
                  <a:moveTo>
                    <a:pt x="199580" y="65646"/>
                  </a:moveTo>
                  <a:lnTo>
                    <a:pt x="197319" y="60261"/>
                  </a:lnTo>
                  <a:lnTo>
                    <a:pt x="193916" y="59563"/>
                  </a:lnTo>
                  <a:lnTo>
                    <a:pt x="191490" y="61963"/>
                  </a:lnTo>
                  <a:lnTo>
                    <a:pt x="189344" y="64096"/>
                  </a:lnTo>
                  <a:lnTo>
                    <a:pt x="190779" y="68834"/>
                  </a:lnTo>
                  <a:lnTo>
                    <a:pt x="197510" y="68084"/>
                  </a:lnTo>
                  <a:lnTo>
                    <a:pt x="199580" y="65646"/>
                  </a:lnTo>
                  <a:close/>
                </a:path>
                <a:path w="608329" h="521334">
                  <a:moveTo>
                    <a:pt x="207492" y="15582"/>
                  </a:moveTo>
                  <a:lnTo>
                    <a:pt x="195541" y="15582"/>
                  </a:lnTo>
                  <a:lnTo>
                    <a:pt x="195529" y="24853"/>
                  </a:lnTo>
                  <a:lnTo>
                    <a:pt x="201510" y="24853"/>
                  </a:lnTo>
                  <a:lnTo>
                    <a:pt x="207479" y="24853"/>
                  </a:lnTo>
                  <a:lnTo>
                    <a:pt x="207492" y="15582"/>
                  </a:lnTo>
                  <a:close/>
                </a:path>
                <a:path w="608329" h="521334">
                  <a:moveTo>
                    <a:pt x="210083" y="106362"/>
                  </a:moveTo>
                  <a:lnTo>
                    <a:pt x="203606" y="95300"/>
                  </a:lnTo>
                  <a:lnTo>
                    <a:pt x="195795" y="98310"/>
                  </a:lnTo>
                  <a:lnTo>
                    <a:pt x="197319" y="103860"/>
                  </a:lnTo>
                  <a:lnTo>
                    <a:pt x="199224" y="110756"/>
                  </a:lnTo>
                  <a:lnTo>
                    <a:pt x="210083" y="106362"/>
                  </a:lnTo>
                  <a:close/>
                </a:path>
                <a:path w="608329" h="521334">
                  <a:moveTo>
                    <a:pt x="210870" y="16230"/>
                  </a:moveTo>
                  <a:lnTo>
                    <a:pt x="210578" y="16230"/>
                  </a:lnTo>
                  <a:lnTo>
                    <a:pt x="210286" y="16230"/>
                  </a:lnTo>
                  <a:lnTo>
                    <a:pt x="210286" y="16675"/>
                  </a:lnTo>
                  <a:lnTo>
                    <a:pt x="210870" y="16675"/>
                  </a:lnTo>
                  <a:lnTo>
                    <a:pt x="210870" y="16230"/>
                  </a:lnTo>
                  <a:close/>
                </a:path>
                <a:path w="608329" h="521334">
                  <a:moveTo>
                    <a:pt x="211035" y="44805"/>
                  </a:moveTo>
                  <a:lnTo>
                    <a:pt x="204736" y="44704"/>
                  </a:lnTo>
                  <a:lnTo>
                    <a:pt x="204330" y="46189"/>
                  </a:lnTo>
                  <a:lnTo>
                    <a:pt x="205041" y="47066"/>
                  </a:lnTo>
                  <a:lnTo>
                    <a:pt x="207962" y="50596"/>
                  </a:lnTo>
                  <a:lnTo>
                    <a:pt x="211035" y="44805"/>
                  </a:lnTo>
                  <a:close/>
                </a:path>
                <a:path w="608329" h="521334">
                  <a:moveTo>
                    <a:pt x="217830" y="74383"/>
                  </a:moveTo>
                  <a:lnTo>
                    <a:pt x="217436" y="69684"/>
                  </a:lnTo>
                  <a:lnTo>
                    <a:pt x="215607" y="68503"/>
                  </a:lnTo>
                  <a:lnTo>
                    <a:pt x="213804" y="68376"/>
                  </a:lnTo>
                  <a:lnTo>
                    <a:pt x="213677" y="68364"/>
                  </a:lnTo>
                  <a:lnTo>
                    <a:pt x="212140" y="68313"/>
                  </a:lnTo>
                  <a:lnTo>
                    <a:pt x="210680" y="69037"/>
                  </a:lnTo>
                  <a:lnTo>
                    <a:pt x="210210" y="70573"/>
                  </a:lnTo>
                  <a:lnTo>
                    <a:pt x="209969" y="71043"/>
                  </a:lnTo>
                  <a:lnTo>
                    <a:pt x="209816" y="71564"/>
                  </a:lnTo>
                  <a:lnTo>
                    <a:pt x="209816" y="74028"/>
                  </a:lnTo>
                  <a:lnTo>
                    <a:pt x="211569" y="76212"/>
                  </a:lnTo>
                  <a:lnTo>
                    <a:pt x="213614" y="75958"/>
                  </a:lnTo>
                  <a:lnTo>
                    <a:pt x="215747" y="75717"/>
                  </a:lnTo>
                  <a:lnTo>
                    <a:pt x="217830" y="74383"/>
                  </a:lnTo>
                  <a:close/>
                </a:path>
                <a:path w="608329" h="521334">
                  <a:moveTo>
                    <a:pt x="223443" y="64020"/>
                  </a:moveTo>
                  <a:lnTo>
                    <a:pt x="223037" y="64020"/>
                  </a:lnTo>
                  <a:lnTo>
                    <a:pt x="222631" y="64020"/>
                  </a:lnTo>
                  <a:lnTo>
                    <a:pt x="222631" y="64643"/>
                  </a:lnTo>
                  <a:lnTo>
                    <a:pt x="223443" y="64643"/>
                  </a:lnTo>
                  <a:lnTo>
                    <a:pt x="223443" y="64020"/>
                  </a:lnTo>
                  <a:close/>
                </a:path>
                <a:path w="608329" h="521334">
                  <a:moveTo>
                    <a:pt x="223888" y="92151"/>
                  </a:moveTo>
                  <a:lnTo>
                    <a:pt x="222199" y="88150"/>
                  </a:lnTo>
                  <a:lnTo>
                    <a:pt x="221602" y="86753"/>
                  </a:lnTo>
                  <a:lnTo>
                    <a:pt x="219925" y="86753"/>
                  </a:lnTo>
                  <a:lnTo>
                    <a:pt x="217665" y="92138"/>
                  </a:lnTo>
                  <a:lnTo>
                    <a:pt x="223888" y="92151"/>
                  </a:lnTo>
                  <a:close/>
                </a:path>
                <a:path w="608329" h="521334">
                  <a:moveTo>
                    <a:pt x="225018" y="6337"/>
                  </a:moveTo>
                  <a:lnTo>
                    <a:pt x="224713" y="4826"/>
                  </a:lnTo>
                  <a:lnTo>
                    <a:pt x="221259" y="1371"/>
                  </a:lnTo>
                  <a:lnTo>
                    <a:pt x="217970" y="2184"/>
                  </a:lnTo>
                  <a:lnTo>
                    <a:pt x="214782" y="6489"/>
                  </a:lnTo>
                  <a:lnTo>
                    <a:pt x="215620" y="8826"/>
                  </a:lnTo>
                  <a:lnTo>
                    <a:pt x="216979" y="10515"/>
                  </a:lnTo>
                  <a:lnTo>
                    <a:pt x="218617" y="12573"/>
                  </a:lnTo>
                  <a:lnTo>
                    <a:pt x="221703" y="11950"/>
                  </a:lnTo>
                  <a:lnTo>
                    <a:pt x="224205" y="9880"/>
                  </a:lnTo>
                  <a:lnTo>
                    <a:pt x="224599" y="8813"/>
                  </a:lnTo>
                  <a:lnTo>
                    <a:pt x="224688" y="7747"/>
                  </a:lnTo>
                  <a:lnTo>
                    <a:pt x="225018" y="6337"/>
                  </a:lnTo>
                  <a:close/>
                </a:path>
                <a:path w="608329" h="521334">
                  <a:moveTo>
                    <a:pt x="225158" y="48615"/>
                  </a:moveTo>
                  <a:lnTo>
                    <a:pt x="224764" y="47066"/>
                  </a:lnTo>
                  <a:lnTo>
                    <a:pt x="223227" y="46139"/>
                  </a:lnTo>
                  <a:lnTo>
                    <a:pt x="218808" y="43434"/>
                  </a:lnTo>
                  <a:lnTo>
                    <a:pt x="214134" y="47688"/>
                  </a:lnTo>
                  <a:lnTo>
                    <a:pt x="216649" y="53416"/>
                  </a:lnTo>
                  <a:lnTo>
                    <a:pt x="218300" y="54610"/>
                  </a:lnTo>
                  <a:lnTo>
                    <a:pt x="222123" y="54610"/>
                  </a:lnTo>
                  <a:lnTo>
                    <a:pt x="224536" y="53162"/>
                  </a:lnTo>
                  <a:lnTo>
                    <a:pt x="225158" y="48615"/>
                  </a:lnTo>
                  <a:close/>
                </a:path>
                <a:path w="608329" h="521334">
                  <a:moveTo>
                    <a:pt x="229412" y="512648"/>
                  </a:moveTo>
                  <a:lnTo>
                    <a:pt x="228803" y="510400"/>
                  </a:lnTo>
                  <a:lnTo>
                    <a:pt x="228574" y="509549"/>
                  </a:lnTo>
                  <a:lnTo>
                    <a:pt x="224294" y="509524"/>
                  </a:lnTo>
                  <a:lnTo>
                    <a:pt x="223393" y="509524"/>
                  </a:lnTo>
                  <a:lnTo>
                    <a:pt x="222592" y="509866"/>
                  </a:lnTo>
                  <a:lnTo>
                    <a:pt x="221970" y="510400"/>
                  </a:lnTo>
                  <a:lnTo>
                    <a:pt x="221665" y="509968"/>
                  </a:lnTo>
                  <a:lnTo>
                    <a:pt x="221551" y="509828"/>
                  </a:lnTo>
                  <a:lnTo>
                    <a:pt x="219964" y="508038"/>
                  </a:lnTo>
                  <a:lnTo>
                    <a:pt x="216636" y="508088"/>
                  </a:lnTo>
                  <a:lnTo>
                    <a:pt x="215011" y="509854"/>
                  </a:lnTo>
                  <a:lnTo>
                    <a:pt x="214515" y="509397"/>
                  </a:lnTo>
                  <a:lnTo>
                    <a:pt x="214096" y="508850"/>
                  </a:lnTo>
                  <a:lnTo>
                    <a:pt x="209270" y="503872"/>
                  </a:lnTo>
                  <a:lnTo>
                    <a:pt x="201891" y="504520"/>
                  </a:lnTo>
                  <a:lnTo>
                    <a:pt x="195643" y="511670"/>
                  </a:lnTo>
                  <a:lnTo>
                    <a:pt x="194945" y="514959"/>
                  </a:lnTo>
                  <a:lnTo>
                    <a:pt x="195656" y="517944"/>
                  </a:lnTo>
                  <a:lnTo>
                    <a:pt x="194716" y="518566"/>
                  </a:lnTo>
                  <a:lnTo>
                    <a:pt x="194703" y="519709"/>
                  </a:lnTo>
                  <a:lnTo>
                    <a:pt x="195224" y="520509"/>
                  </a:lnTo>
                  <a:lnTo>
                    <a:pt x="220548" y="520509"/>
                  </a:lnTo>
                  <a:lnTo>
                    <a:pt x="220687" y="520382"/>
                  </a:lnTo>
                  <a:lnTo>
                    <a:pt x="220840" y="520306"/>
                  </a:lnTo>
                  <a:lnTo>
                    <a:pt x="221970" y="519074"/>
                  </a:lnTo>
                  <a:lnTo>
                    <a:pt x="222694" y="517867"/>
                  </a:lnTo>
                  <a:lnTo>
                    <a:pt x="223100" y="516623"/>
                  </a:lnTo>
                  <a:lnTo>
                    <a:pt x="224409" y="517156"/>
                  </a:lnTo>
                  <a:lnTo>
                    <a:pt x="225958" y="517042"/>
                  </a:lnTo>
                  <a:lnTo>
                    <a:pt x="226288" y="516623"/>
                  </a:lnTo>
                  <a:lnTo>
                    <a:pt x="229412" y="512648"/>
                  </a:lnTo>
                  <a:close/>
                </a:path>
                <a:path w="608329" h="521334">
                  <a:moveTo>
                    <a:pt x="234518" y="28371"/>
                  </a:moveTo>
                  <a:lnTo>
                    <a:pt x="228473" y="24498"/>
                  </a:lnTo>
                  <a:lnTo>
                    <a:pt x="226428" y="28740"/>
                  </a:lnTo>
                  <a:lnTo>
                    <a:pt x="229298" y="29679"/>
                  </a:lnTo>
                  <a:lnTo>
                    <a:pt x="233514" y="31064"/>
                  </a:lnTo>
                  <a:lnTo>
                    <a:pt x="234518" y="28371"/>
                  </a:lnTo>
                  <a:close/>
                </a:path>
                <a:path w="608329" h="521334">
                  <a:moveTo>
                    <a:pt x="251244" y="69265"/>
                  </a:moveTo>
                  <a:lnTo>
                    <a:pt x="239026" y="69265"/>
                  </a:lnTo>
                  <a:lnTo>
                    <a:pt x="239014" y="78295"/>
                  </a:lnTo>
                  <a:lnTo>
                    <a:pt x="231825" y="73266"/>
                  </a:lnTo>
                  <a:lnTo>
                    <a:pt x="226339" y="77050"/>
                  </a:lnTo>
                  <a:lnTo>
                    <a:pt x="226339" y="86042"/>
                  </a:lnTo>
                  <a:lnTo>
                    <a:pt x="231825" y="89827"/>
                  </a:lnTo>
                  <a:lnTo>
                    <a:pt x="235851" y="87007"/>
                  </a:lnTo>
                  <a:lnTo>
                    <a:pt x="240106" y="84035"/>
                  </a:lnTo>
                  <a:lnTo>
                    <a:pt x="240106" y="79044"/>
                  </a:lnTo>
                  <a:lnTo>
                    <a:pt x="239687" y="78752"/>
                  </a:lnTo>
                  <a:lnTo>
                    <a:pt x="245122" y="78752"/>
                  </a:lnTo>
                  <a:lnTo>
                    <a:pt x="251231" y="78752"/>
                  </a:lnTo>
                  <a:lnTo>
                    <a:pt x="251244" y="69265"/>
                  </a:lnTo>
                  <a:close/>
                </a:path>
                <a:path w="608329" h="521334">
                  <a:moveTo>
                    <a:pt x="254482" y="32372"/>
                  </a:moveTo>
                  <a:lnTo>
                    <a:pt x="254190" y="32372"/>
                  </a:lnTo>
                  <a:lnTo>
                    <a:pt x="253898" y="32372"/>
                  </a:lnTo>
                  <a:lnTo>
                    <a:pt x="253898" y="32816"/>
                  </a:lnTo>
                  <a:lnTo>
                    <a:pt x="254482" y="32816"/>
                  </a:lnTo>
                  <a:lnTo>
                    <a:pt x="254482" y="32372"/>
                  </a:lnTo>
                  <a:close/>
                </a:path>
                <a:path w="608329" h="521334">
                  <a:moveTo>
                    <a:pt x="257683" y="482854"/>
                  </a:moveTo>
                  <a:lnTo>
                    <a:pt x="252895" y="478091"/>
                  </a:lnTo>
                  <a:lnTo>
                    <a:pt x="250063" y="477329"/>
                  </a:lnTo>
                  <a:lnTo>
                    <a:pt x="247548" y="477862"/>
                  </a:lnTo>
                  <a:lnTo>
                    <a:pt x="245364" y="477215"/>
                  </a:lnTo>
                  <a:lnTo>
                    <a:pt x="242900" y="477723"/>
                  </a:lnTo>
                  <a:lnTo>
                    <a:pt x="239572" y="483781"/>
                  </a:lnTo>
                  <a:lnTo>
                    <a:pt x="240106" y="488162"/>
                  </a:lnTo>
                  <a:lnTo>
                    <a:pt x="246468" y="494030"/>
                  </a:lnTo>
                  <a:lnTo>
                    <a:pt x="251574" y="493737"/>
                  </a:lnTo>
                  <a:lnTo>
                    <a:pt x="254647" y="490448"/>
                  </a:lnTo>
                  <a:lnTo>
                    <a:pt x="257403" y="487502"/>
                  </a:lnTo>
                  <a:lnTo>
                    <a:pt x="257683" y="482854"/>
                  </a:lnTo>
                  <a:close/>
                </a:path>
                <a:path w="608329" h="521334">
                  <a:moveTo>
                    <a:pt x="258660" y="514553"/>
                  </a:moveTo>
                  <a:lnTo>
                    <a:pt x="257873" y="510298"/>
                  </a:lnTo>
                  <a:lnTo>
                    <a:pt x="255308" y="508711"/>
                  </a:lnTo>
                  <a:lnTo>
                    <a:pt x="254927" y="508317"/>
                  </a:lnTo>
                  <a:lnTo>
                    <a:pt x="254469" y="507987"/>
                  </a:lnTo>
                  <a:lnTo>
                    <a:pt x="252945" y="507746"/>
                  </a:lnTo>
                  <a:lnTo>
                    <a:pt x="252145" y="507682"/>
                  </a:lnTo>
                  <a:lnTo>
                    <a:pt x="249758" y="508330"/>
                  </a:lnTo>
                  <a:lnTo>
                    <a:pt x="248488" y="509511"/>
                  </a:lnTo>
                  <a:lnTo>
                    <a:pt x="247484" y="513829"/>
                  </a:lnTo>
                  <a:lnTo>
                    <a:pt x="248869" y="515912"/>
                  </a:lnTo>
                  <a:lnTo>
                    <a:pt x="251244" y="516826"/>
                  </a:lnTo>
                  <a:lnTo>
                    <a:pt x="252691" y="517385"/>
                  </a:lnTo>
                  <a:lnTo>
                    <a:pt x="254101" y="517067"/>
                  </a:lnTo>
                  <a:lnTo>
                    <a:pt x="258660" y="514553"/>
                  </a:lnTo>
                  <a:close/>
                </a:path>
                <a:path w="608329" h="521334">
                  <a:moveTo>
                    <a:pt x="269722" y="2413"/>
                  </a:moveTo>
                  <a:lnTo>
                    <a:pt x="266166" y="0"/>
                  </a:lnTo>
                  <a:lnTo>
                    <a:pt x="264896" y="2895"/>
                  </a:lnTo>
                  <a:lnTo>
                    <a:pt x="264566" y="3543"/>
                  </a:lnTo>
                  <a:lnTo>
                    <a:pt x="264261" y="5283"/>
                  </a:lnTo>
                  <a:lnTo>
                    <a:pt x="265201" y="6197"/>
                  </a:lnTo>
                  <a:lnTo>
                    <a:pt x="266128" y="5638"/>
                  </a:lnTo>
                  <a:lnTo>
                    <a:pt x="266801" y="5245"/>
                  </a:lnTo>
                  <a:lnTo>
                    <a:pt x="269722" y="2413"/>
                  </a:lnTo>
                  <a:close/>
                </a:path>
                <a:path w="608329" h="521334">
                  <a:moveTo>
                    <a:pt x="275437" y="10845"/>
                  </a:moveTo>
                  <a:lnTo>
                    <a:pt x="275145" y="10845"/>
                  </a:lnTo>
                  <a:lnTo>
                    <a:pt x="274853" y="10845"/>
                  </a:lnTo>
                  <a:lnTo>
                    <a:pt x="274853" y="11303"/>
                  </a:lnTo>
                  <a:lnTo>
                    <a:pt x="275437" y="11303"/>
                  </a:lnTo>
                  <a:lnTo>
                    <a:pt x="275437" y="10845"/>
                  </a:lnTo>
                  <a:close/>
                </a:path>
                <a:path w="608329" h="521334">
                  <a:moveTo>
                    <a:pt x="282346" y="29641"/>
                  </a:moveTo>
                  <a:lnTo>
                    <a:pt x="274739" y="29641"/>
                  </a:lnTo>
                  <a:lnTo>
                    <a:pt x="274739" y="35547"/>
                  </a:lnTo>
                  <a:lnTo>
                    <a:pt x="278549" y="35547"/>
                  </a:lnTo>
                  <a:lnTo>
                    <a:pt x="282346" y="35547"/>
                  </a:lnTo>
                  <a:lnTo>
                    <a:pt x="282346" y="29641"/>
                  </a:lnTo>
                  <a:close/>
                </a:path>
                <a:path w="608329" h="521334">
                  <a:moveTo>
                    <a:pt x="285369" y="58343"/>
                  </a:moveTo>
                  <a:lnTo>
                    <a:pt x="279654" y="58343"/>
                  </a:lnTo>
                  <a:lnTo>
                    <a:pt x="279654" y="62776"/>
                  </a:lnTo>
                  <a:lnTo>
                    <a:pt x="282511" y="62776"/>
                  </a:lnTo>
                  <a:lnTo>
                    <a:pt x="285356" y="62776"/>
                  </a:lnTo>
                  <a:lnTo>
                    <a:pt x="285369" y="58343"/>
                  </a:lnTo>
                  <a:close/>
                </a:path>
                <a:path w="608329" h="521334">
                  <a:moveTo>
                    <a:pt x="289001" y="509473"/>
                  </a:moveTo>
                  <a:lnTo>
                    <a:pt x="288963" y="508762"/>
                  </a:lnTo>
                  <a:lnTo>
                    <a:pt x="288874" y="507123"/>
                  </a:lnTo>
                  <a:lnTo>
                    <a:pt x="288772" y="505091"/>
                  </a:lnTo>
                  <a:lnTo>
                    <a:pt x="282359" y="497636"/>
                  </a:lnTo>
                  <a:lnTo>
                    <a:pt x="279755" y="497700"/>
                  </a:lnTo>
                  <a:lnTo>
                    <a:pt x="279755" y="509473"/>
                  </a:lnTo>
                  <a:lnTo>
                    <a:pt x="279730" y="509739"/>
                  </a:lnTo>
                  <a:lnTo>
                    <a:pt x="279755" y="509473"/>
                  </a:lnTo>
                  <a:lnTo>
                    <a:pt x="279755" y="497700"/>
                  </a:lnTo>
                  <a:lnTo>
                    <a:pt x="279590" y="497700"/>
                  </a:lnTo>
                  <a:lnTo>
                    <a:pt x="279590" y="507123"/>
                  </a:lnTo>
                  <a:lnTo>
                    <a:pt x="279590" y="497700"/>
                  </a:lnTo>
                  <a:lnTo>
                    <a:pt x="276136" y="497776"/>
                  </a:lnTo>
                  <a:lnTo>
                    <a:pt x="270116" y="503288"/>
                  </a:lnTo>
                  <a:lnTo>
                    <a:pt x="268998" y="506044"/>
                  </a:lnTo>
                  <a:lnTo>
                    <a:pt x="269036" y="508762"/>
                  </a:lnTo>
                  <a:lnTo>
                    <a:pt x="266255" y="507415"/>
                  </a:lnTo>
                  <a:lnTo>
                    <a:pt x="263156" y="509600"/>
                  </a:lnTo>
                  <a:lnTo>
                    <a:pt x="263067" y="509765"/>
                  </a:lnTo>
                  <a:lnTo>
                    <a:pt x="261315" y="514464"/>
                  </a:lnTo>
                  <a:lnTo>
                    <a:pt x="262318" y="516763"/>
                  </a:lnTo>
                  <a:lnTo>
                    <a:pt x="264756" y="518591"/>
                  </a:lnTo>
                  <a:lnTo>
                    <a:pt x="265823" y="518845"/>
                  </a:lnTo>
                  <a:lnTo>
                    <a:pt x="266890" y="518807"/>
                  </a:lnTo>
                  <a:lnTo>
                    <a:pt x="267347" y="520776"/>
                  </a:lnTo>
                  <a:lnTo>
                    <a:pt x="271094" y="520420"/>
                  </a:lnTo>
                  <a:lnTo>
                    <a:pt x="270675" y="518807"/>
                  </a:lnTo>
                  <a:lnTo>
                    <a:pt x="270408" y="517766"/>
                  </a:lnTo>
                  <a:lnTo>
                    <a:pt x="270357" y="517626"/>
                  </a:lnTo>
                  <a:lnTo>
                    <a:pt x="271221" y="517042"/>
                  </a:lnTo>
                  <a:lnTo>
                    <a:pt x="271780" y="516242"/>
                  </a:lnTo>
                  <a:lnTo>
                    <a:pt x="272021" y="515302"/>
                  </a:lnTo>
                  <a:lnTo>
                    <a:pt x="275310" y="518210"/>
                  </a:lnTo>
                  <a:lnTo>
                    <a:pt x="280809" y="518871"/>
                  </a:lnTo>
                  <a:lnTo>
                    <a:pt x="285508" y="515454"/>
                  </a:lnTo>
                  <a:lnTo>
                    <a:pt x="285623" y="515302"/>
                  </a:lnTo>
                  <a:lnTo>
                    <a:pt x="286321" y="514362"/>
                  </a:lnTo>
                  <a:lnTo>
                    <a:pt x="286715" y="513168"/>
                  </a:lnTo>
                  <a:lnTo>
                    <a:pt x="288925" y="509765"/>
                  </a:lnTo>
                  <a:lnTo>
                    <a:pt x="289001" y="509473"/>
                  </a:lnTo>
                  <a:close/>
                </a:path>
                <a:path w="608329" h="521334">
                  <a:moveTo>
                    <a:pt x="298094" y="460057"/>
                  </a:moveTo>
                  <a:lnTo>
                    <a:pt x="294259" y="457479"/>
                  </a:lnTo>
                  <a:lnTo>
                    <a:pt x="286410" y="463473"/>
                  </a:lnTo>
                  <a:lnTo>
                    <a:pt x="285673" y="468261"/>
                  </a:lnTo>
                  <a:lnTo>
                    <a:pt x="289560" y="470535"/>
                  </a:lnTo>
                  <a:lnTo>
                    <a:pt x="293293" y="472706"/>
                  </a:lnTo>
                  <a:lnTo>
                    <a:pt x="297611" y="469887"/>
                  </a:lnTo>
                  <a:lnTo>
                    <a:pt x="298094" y="460057"/>
                  </a:lnTo>
                  <a:close/>
                </a:path>
                <a:path w="608329" h="521334">
                  <a:moveTo>
                    <a:pt x="310794" y="518833"/>
                  </a:moveTo>
                  <a:lnTo>
                    <a:pt x="310502" y="518541"/>
                  </a:lnTo>
                  <a:lnTo>
                    <a:pt x="310299" y="518731"/>
                  </a:lnTo>
                  <a:lnTo>
                    <a:pt x="310057" y="518960"/>
                  </a:lnTo>
                  <a:lnTo>
                    <a:pt x="309549" y="519442"/>
                  </a:lnTo>
                  <a:lnTo>
                    <a:pt x="309346" y="519633"/>
                  </a:lnTo>
                  <a:lnTo>
                    <a:pt x="309651" y="519925"/>
                  </a:lnTo>
                  <a:lnTo>
                    <a:pt x="309841" y="519734"/>
                  </a:lnTo>
                  <a:lnTo>
                    <a:pt x="310108" y="519506"/>
                  </a:lnTo>
                  <a:lnTo>
                    <a:pt x="310603" y="519023"/>
                  </a:lnTo>
                  <a:lnTo>
                    <a:pt x="310794" y="518833"/>
                  </a:lnTo>
                  <a:close/>
                </a:path>
                <a:path w="608329" h="521334">
                  <a:moveTo>
                    <a:pt x="311772" y="44170"/>
                  </a:moveTo>
                  <a:lnTo>
                    <a:pt x="306666" y="39408"/>
                  </a:lnTo>
                  <a:lnTo>
                    <a:pt x="302044" y="44640"/>
                  </a:lnTo>
                  <a:lnTo>
                    <a:pt x="301866" y="46443"/>
                  </a:lnTo>
                  <a:lnTo>
                    <a:pt x="302869" y="48539"/>
                  </a:lnTo>
                  <a:lnTo>
                    <a:pt x="303568" y="49974"/>
                  </a:lnTo>
                  <a:lnTo>
                    <a:pt x="305638" y="50736"/>
                  </a:lnTo>
                  <a:lnTo>
                    <a:pt x="308597" y="49809"/>
                  </a:lnTo>
                  <a:lnTo>
                    <a:pt x="309562" y="48641"/>
                  </a:lnTo>
                  <a:lnTo>
                    <a:pt x="309943" y="47371"/>
                  </a:lnTo>
                  <a:lnTo>
                    <a:pt x="311772" y="44170"/>
                  </a:lnTo>
                  <a:close/>
                </a:path>
                <a:path w="608329" h="521334">
                  <a:moveTo>
                    <a:pt x="321119" y="493776"/>
                  </a:moveTo>
                  <a:lnTo>
                    <a:pt x="316496" y="493776"/>
                  </a:lnTo>
                  <a:lnTo>
                    <a:pt x="311873" y="493776"/>
                  </a:lnTo>
                  <a:lnTo>
                    <a:pt x="311873" y="500938"/>
                  </a:lnTo>
                  <a:lnTo>
                    <a:pt x="321119" y="500938"/>
                  </a:lnTo>
                  <a:lnTo>
                    <a:pt x="321119" y="493776"/>
                  </a:lnTo>
                  <a:close/>
                </a:path>
                <a:path w="608329" h="521334">
                  <a:moveTo>
                    <a:pt x="325285" y="44742"/>
                  </a:moveTo>
                  <a:lnTo>
                    <a:pt x="324993" y="44742"/>
                  </a:lnTo>
                  <a:lnTo>
                    <a:pt x="324700" y="44742"/>
                  </a:lnTo>
                  <a:lnTo>
                    <a:pt x="324700" y="45186"/>
                  </a:lnTo>
                  <a:lnTo>
                    <a:pt x="325285" y="45186"/>
                  </a:lnTo>
                  <a:lnTo>
                    <a:pt x="325285" y="44742"/>
                  </a:lnTo>
                  <a:close/>
                </a:path>
                <a:path w="608329" h="521334">
                  <a:moveTo>
                    <a:pt x="377888" y="504545"/>
                  </a:moveTo>
                  <a:lnTo>
                    <a:pt x="374345" y="501396"/>
                  </a:lnTo>
                  <a:lnTo>
                    <a:pt x="366293" y="503186"/>
                  </a:lnTo>
                  <a:lnTo>
                    <a:pt x="365201" y="508419"/>
                  </a:lnTo>
                  <a:lnTo>
                    <a:pt x="367893" y="511124"/>
                  </a:lnTo>
                  <a:lnTo>
                    <a:pt x="370700" y="513930"/>
                  </a:lnTo>
                  <a:lnTo>
                    <a:pt x="375653" y="512622"/>
                  </a:lnTo>
                  <a:lnTo>
                    <a:pt x="377888" y="504545"/>
                  </a:lnTo>
                  <a:close/>
                </a:path>
                <a:path w="608329" h="521334">
                  <a:moveTo>
                    <a:pt x="389636" y="513156"/>
                  </a:moveTo>
                  <a:lnTo>
                    <a:pt x="385978" y="513156"/>
                  </a:lnTo>
                  <a:lnTo>
                    <a:pt x="382308" y="513156"/>
                  </a:lnTo>
                  <a:lnTo>
                    <a:pt x="382308" y="518858"/>
                  </a:lnTo>
                  <a:lnTo>
                    <a:pt x="389636" y="518858"/>
                  </a:lnTo>
                  <a:lnTo>
                    <a:pt x="389636" y="513156"/>
                  </a:lnTo>
                  <a:close/>
                </a:path>
                <a:path w="608329" h="521334">
                  <a:moveTo>
                    <a:pt x="397141" y="470750"/>
                  </a:moveTo>
                  <a:lnTo>
                    <a:pt x="391439" y="470750"/>
                  </a:lnTo>
                  <a:lnTo>
                    <a:pt x="391426" y="475183"/>
                  </a:lnTo>
                  <a:lnTo>
                    <a:pt x="394284" y="475183"/>
                  </a:lnTo>
                  <a:lnTo>
                    <a:pt x="397129" y="475183"/>
                  </a:lnTo>
                  <a:lnTo>
                    <a:pt x="397141" y="470750"/>
                  </a:lnTo>
                  <a:close/>
                </a:path>
                <a:path w="608329" h="521334">
                  <a:moveTo>
                    <a:pt x="398424" y="505828"/>
                  </a:moveTo>
                  <a:lnTo>
                    <a:pt x="396951" y="500481"/>
                  </a:lnTo>
                  <a:lnTo>
                    <a:pt x="384962" y="500481"/>
                  </a:lnTo>
                  <a:lnTo>
                    <a:pt x="384949" y="511454"/>
                  </a:lnTo>
                  <a:lnTo>
                    <a:pt x="392010" y="511454"/>
                  </a:lnTo>
                  <a:lnTo>
                    <a:pt x="392277" y="511467"/>
                  </a:lnTo>
                  <a:lnTo>
                    <a:pt x="392404" y="511556"/>
                  </a:lnTo>
                  <a:lnTo>
                    <a:pt x="394614" y="511556"/>
                  </a:lnTo>
                  <a:lnTo>
                    <a:pt x="395859" y="510451"/>
                  </a:lnTo>
                  <a:lnTo>
                    <a:pt x="396468" y="509054"/>
                  </a:lnTo>
                  <a:lnTo>
                    <a:pt x="398424" y="505828"/>
                  </a:lnTo>
                  <a:close/>
                </a:path>
                <a:path w="608329" h="521334">
                  <a:moveTo>
                    <a:pt x="440232" y="520509"/>
                  </a:moveTo>
                  <a:lnTo>
                    <a:pt x="439508" y="519785"/>
                  </a:lnTo>
                  <a:lnTo>
                    <a:pt x="438683" y="519137"/>
                  </a:lnTo>
                  <a:lnTo>
                    <a:pt x="437692" y="518769"/>
                  </a:lnTo>
                  <a:lnTo>
                    <a:pt x="438581" y="515150"/>
                  </a:lnTo>
                  <a:lnTo>
                    <a:pt x="437730" y="511136"/>
                  </a:lnTo>
                  <a:lnTo>
                    <a:pt x="431927" y="505180"/>
                  </a:lnTo>
                  <a:lnTo>
                    <a:pt x="427355" y="504621"/>
                  </a:lnTo>
                  <a:lnTo>
                    <a:pt x="423519" y="506158"/>
                  </a:lnTo>
                  <a:lnTo>
                    <a:pt x="422935" y="505955"/>
                  </a:lnTo>
                  <a:lnTo>
                    <a:pt x="422300" y="505891"/>
                  </a:lnTo>
                  <a:lnTo>
                    <a:pt x="421627" y="506006"/>
                  </a:lnTo>
                  <a:lnTo>
                    <a:pt x="417741" y="505066"/>
                  </a:lnTo>
                  <a:lnTo>
                    <a:pt x="413715" y="507885"/>
                  </a:lnTo>
                  <a:lnTo>
                    <a:pt x="413905" y="511987"/>
                  </a:lnTo>
                  <a:lnTo>
                    <a:pt x="412140" y="511657"/>
                  </a:lnTo>
                  <a:lnTo>
                    <a:pt x="410641" y="512114"/>
                  </a:lnTo>
                  <a:lnTo>
                    <a:pt x="406311" y="514451"/>
                  </a:lnTo>
                  <a:lnTo>
                    <a:pt x="405879" y="518147"/>
                  </a:lnTo>
                  <a:lnTo>
                    <a:pt x="407644" y="520509"/>
                  </a:lnTo>
                  <a:lnTo>
                    <a:pt x="415759" y="520509"/>
                  </a:lnTo>
                  <a:lnTo>
                    <a:pt x="416280" y="519722"/>
                  </a:lnTo>
                  <a:lnTo>
                    <a:pt x="416318" y="520014"/>
                  </a:lnTo>
                  <a:lnTo>
                    <a:pt x="416585" y="520509"/>
                  </a:lnTo>
                  <a:lnTo>
                    <a:pt x="440232" y="520509"/>
                  </a:lnTo>
                  <a:close/>
                </a:path>
                <a:path w="608329" h="521334">
                  <a:moveTo>
                    <a:pt x="440232" y="477964"/>
                  </a:moveTo>
                  <a:lnTo>
                    <a:pt x="439712" y="474091"/>
                  </a:lnTo>
                  <a:lnTo>
                    <a:pt x="439242" y="470662"/>
                  </a:lnTo>
                  <a:lnTo>
                    <a:pt x="436194" y="467360"/>
                  </a:lnTo>
                  <a:lnTo>
                    <a:pt x="432536" y="467347"/>
                  </a:lnTo>
                  <a:lnTo>
                    <a:pt x="431723" y="467106"/>
                  </a:lnTo>
                  <a:lnTo>
                    <a:pt x="430885" y="466979"/>
                  </a:lnTo>
                  <a:lnTo>
                    <a:pt x="429514" y="467055"/>
                  </a:lnTo>
                  <a:lnTo>
                    <a:pt x="428447" y="467258"/>
                  </a:lnTo>
                  <a:lnTo>
                    <a:pt x="428891" y="466928"/>
                  </a:lnTo>
                  <a:lnTo>
                    <a:pt x="429272" y="466483"/>
                  </a:lnTo>
                  <a:lnTo>
                    <a:pt x="430212" y="463829"/>
                  </a:lnTo>
                  <a:lnTo>
                    <a:pt x="430034" y="461454"/>
                  </a:lnTo>
                  <a:lnTo>
                    <a:pt x="430301" y="456399"/>
                  </a:lnTo>
                  <a:lnTo>
                    <a:pt x="425577" y="455714"/>
                  </a:lnTo>
                  <a:lnTo>
                    <a:pt x="424535" y="460717"/>
                  </a:lnTo>
                  <a:lnTo>
                    <a:pt x="423748" y="462965"/>
                  </a:lnTo>
                  <a:lnTo>
                    <a:pt x="424040" y="466813"/>
                  </a:lnTo>
                  <a:lnTo>
                    <a:pt x="425348" y="467766"/>
                  </a:lnTo>
                  <a:lnTo>
                    <a:pt x="426694" y="467817"/>
                  </a:lnTo>
                  <a:lnTo>
                    <a:pt x="425107" y="468464"/>
                  </a:lnTo>
                  <a:lnTo>
                    <a:pt x="423684" y="469493"/>
                  </a:lnTo>
                  <a:lnTo>
                    <a:pt x="421487" y="474573"/>
                  </a:lnTo>
                  <a:lnTo>
                    <a:pt x="421271" y="477621"/>
                  </a:lnTo>
                  <a:lnTo>
                    <a:pt x="425361" y="482917"/>
                  </a:lnTo>
                  <a:lnTo>
                    <a:pt x="428828" y="484289"/>
                  </a:lnTo>
                  <a:lnTo>
                    <a:pt x="437845" y="481482"/>
                  </a:lnTo>
                  <a:lnTo>
                    <a:pt x="440232" y="477964"/>
                  </a:lnTo>
                  <a:close/>
                </a:path>
                <a:path w="608329" h="521334">
                  <a:moveTo>
                    <a:pt x="443992" y="498932"/>
                  </a:moveTo>
                  <a:lnTo>
                    <a:pt x="443153" y="498195"/>
                  </a:lnTo>
                  <a:lnTo>
                    <a:pt x="442010" y="498462"/>
                  </a:lnTo>
                  <a:lnTo>
                    <a:pt x="441706" y="498525"/>
                  </a:lnTo>
                  <a:lnTo>
                    <a:pt x="437984" y="499402"/>
                  </a:lnTo>
                  <a:lnTo>
                    <a:pt x="442455" y="504253"/>
                  </a:lnTo>
                  <a:lnTo>
                    <a:pt x="443484" y="500672"/>
                  </a:lnTo>
                  <a:lnTo>
                    <a:pt x="443992" y="498932"/>
                  </a:lnTo>
                  <a:close/>
                </a:path>
                <a:path w="608329" h="521334">
                  <a:moveTo>
                    <a:pt x="466318" y="511479"/>
                  </a:moveTo>
                  <a:lnTo>
                    <a:pt x="465734" y="511479"/>
                  </a:lnTo>
                  <a:lnTo>
                    <a:pt x="465734" y="511924"/>
                  </a:lnTo>
                  <a:lnTo>
                    <a:pt x="466026" y="511924"/>
                  </a:lnTo>
                  <a:lnTo>
                    <a:pt x="466318" y="511924"/>
                  </a:lnTo>
                  <a:lnTo>
                    <a:pt x="466318" y="511479"/>
                  </a:lnTo>
                  <a:close/>
                </a:path>
                <a:path w="608329" h="521334">
                  <a:moveTo>
                    <a:pt x="466801" y="479894"/>
                  </a:moveTo>
                  <a:lnTo>
                    <a:pt x="466775" y="477685"/>
                  </a:lnTo>
                  <a:lnTo>
                    <a:pt x="466648" y="472173"/>
                  </a:lnTo>
                  <a:lnTo>
                    <a:pt x="462775" y="470293"/>
                  </a:lnTo>
                  <a:lnTo>
                    <a:pt x="458927" y="474408"/>
                  </a:lnTo>
                  <a:lnTo>
                    <a:pt x="457377" y="476021"/>
                  </a:lnTo>
                  <a:lnTo>
                    <a:pt x="455104" y="481139"/>
                  </a:lnTo>
                  <a:lnTo>
                    <a:pt x="455752" y="484416"/>
                  </a:lnTo>
                  <a:lnTo>
                    <a:pt x="461873" y="486994"/>
                  </a:lnTo>
                  <a:lnTo>
                    <a:pt x="465061" y="485343"/>
                  </a:lnTo>
                  <a:lnTo>
                    <a:pt x="466026" y="482333"/>
                  </a:lnTo>
                  <a:lnTo>
                    <a:pt x="466801" y="479894"/>
                  </a:lnTo>
                  <a:close/>
                </a:path>
                <a:path w="608329" h="521334">
                  <a:moveTo>
                    <a:pt x="467080" y="504304"/>
                  </a:moveTo>
                  <a:lnTo>
                    <a:pt x="466496" y="504304"/>
                  </a:lnTo>
                  <a:lnTo>
                    <a:pt x="466496" y="504748"/>
                  </a:lnTo>
                  <a:lnTo>
                    <a:pt x="466788" y="504748"/>
                  </a:lnTo>
                  <a:lnTo>
                    <a:pt x="467080" y="504748"/>
                  </a:lnTo>
                  <a:lnTo>
                    <a:pt x="467080" y="504304"/>
                  </a:lnTo>
                  <a:close/>
                </a:path>
                <a:path w="608329" h="521334">
                  <a:moveTo>
                    <a:pt x="476745" y="509409"/>
                  </a:moveTo>
                  <a:lnTo>
                    <a:pt x="476351" y="509828"/>
                  </a:lnTo>
                  <a:lnTo>
                    <a:pt x="476643" y="509536"/>
                  </a:lnTo>
                  <a:lnTo>
                    <a:pt x="476745" y="509409"/>
                  </a:lnTo>
                  <a:close/>
                </a:path>
                <a:path w="608329" h="521334">
                  <a:moveTo>
                    <a:pt x="484441" y="462368"/>
                  </a:moveTo>
                  <a:lnTo>
                    <a:pt x="481533" y="459473"/>
                  </a:lnTo>
                  <a:lnTo>
                    <a:pt x="475907" y="459473"/>
                  </a:lnTo>
                  <a:lnTo>
                    <a:pt x="473925" y="460692"/>
                  </a:lnTo>
                  <a:lnTo>
                    <a:pt x="472782" y="462470"/>
                  </a:lnTo>
                  <a:lnTo>
                    <a:pt x="471919" y="461365"/>
                  </a:lnTo>
                  <a:lnTo>
                    <a:pt x="470484" y="460705"/>
                  </a:lnTo>
                  <a:lnTo>
                    <a:pt x="467067" y="461975"/>
                  </a:lnTo>
                  <a:lnTo>
                    <a:pt x="465975" y="463638"/>
                  </a:lnTo>
                  <a:lnTo>
                    <a:pt x="467029" y="468122"/>
                  </a:lnTo>
                  <a:lnTo>
                    <a:pt x="470382" y="469112"/>
                  </a:lnTo>
                  <a:lnTo>
                    <a:pt x="472109" y="467626"/>
                  </a:lnTo>
                  <a:lnTo>
                    <a:pt x="472909" y="470192"/>
                  </a:lnTo>
                  <a:lnTo>
                    <a:pt x="475322" y="472122"/>
                  </a:lnTo>
                  <a:lnTo>
                    <a:pt x="481533" y="472122"/>
                  </a:lnTo>
                  <a:lnTo>
                    <a:pt x="484441" y="469214"/>
                  </a:lnTo>
                  <a:lnTo>
                    <a:pt x="484441" y="465797"/>
                  </a:lnTo>
                  <a:lnTo>
                    <a:pt x="484441" y="462368"/>
                  </a:lnTo>
                  <a:close/>
                </a:path>
                <a:path w="608329" h="521334">
                  <a:moveTo>
                    <a:pt x="495223" y="501053"/>
                  </a:moveTo>
                  <a:lnTo>
                    <a:pt x="493090" y="495249"/>
                  </a:lnTo>
                  <a:lnTo>
                    <a:pt x="488683" y="494868"/>
                  </a:lnTo>
                  <a:lnTo>
                    <a:pt x="486803" y="494715"/>
                  </a:lnTo>
                  <a:lnTo>
                    <a:pt x="485648" y="495503"/>
                  </a:lnTo>
                  <a:lnTo>
                    <a:pt x="484466" y="497535"/>
                  </a:lnTo>
                  <a:lnTo>
                    <a:pt x="484276" y="498284"/>
                  </a:lnTo>
                  <a:lnTo>
                    <a:pt x="483730" y="497052"/>
                  </a:lnTo>
                  <a:lnTo>
                    <a:pt x="482638" y="496100"/>
                  </a:lnTo>
                  <a:lnTo>
                    <a:pt x="475830" y="496100"/>
                  </a:lnTo>
                  <a:lnTo>
                    <a:pt x="475818" y="503974"/>
                  </a:lnTo>
                  <a:lnTo>
                    <a:pt x="482904" y="503974"/>
                  </a:lnTo>
                  <a:lnTo>
                    <a:pt x="484085" y="502716"/>
                  </a:lnTo>
                  <a:lnTo>
                    <a:pt x="484492" y="501230"/>
                  </a:lnTo>
                  <a:lnTo>
                    <a:pt x="485533" y="503555"/>
                  </a:lnTo>
                  <a:lnTo>
                    <a:pt x="488391" y="505053"/>
                  </a:lnTo>
                  <a:lnTo>
                    <a:pt x="495223" y="501053"/>
                  </a:lnTo>
                  <a:close/>
                </a:path>
                <a:path w="608329" h="521334">
                  <a:moveTo>
                    <a:pt x="512965" y="465505"/>
                  </a:moveTo>
                  <a:lnTo>
                    <a:pt x="510997" y="463029"/>
                  </a:lnTo>
                  <a:lnTo>
                    <a:pt x="506349" y="461162"/>
                  </a:lnTo>
                  <a:lnTo>
                    <a:pt x="504012" y="461797"/>
                  </a:lnTo>
                  <a:lnTo>
                    <a:pt x="497636" y="467017"/>
                  </a:lnTo>
                  <a:lnTo>
                    <a:pt x="499554" y="473087"/>
                  </a:lnTo>
                  <a:lnTo>
                    <a:pt x="503491" y="474738"/>
                  </a:lnTo>
                  <a:lnTo>
                    <a:pt x="508076" y="476669"/>
                  </a:lnTo>
                  <a:lnTo>
                    <a:pt x="512305" y="473290"/>
                  </a:lnTo>
                  <a:lnTo>
                    <a:pt x="512965" y="465505"/>
                  </a:lnTo>
                  <a:close/>
                </a:path>
                <a:path w="608329" h="521334">
                  <a:moveTo>
                    <a:pt x="518998" y="482854"/>
                  </a:moveTo>
                  <a:lnTo>
                    <a:pt x="514210" y="478091"/>
                  </a:lnTo>
                  <a:lnTo>
                    <a:pt x="511378" y="477329"/>
                  </a:lnTo>
                  <a:lnTo>
                    <a:pt x="508863" y="477862"/>
                  </a:lnTo>
                  <a:lnTo>
                    <a:pt x="506679" y="477215"/>
                  </a:lnTo>
                  <a:lnTo>
                    <a:pt x="504215" y="477723"/>
                  </a:lnTo>
                  <a:lnTo>
                    <a:pt x="500888" y="483781"/>
                  </a:lnTo>
                  <a:lnTo>
                    <a:pt x="501421" y="488162"/>
                  </a:lnTo>
                  <a:lnTo>
                    <a:pt x="507784" y="494030"/>
                  </a:lnTo>
                  <a:lnTo>
                    <a:pt x="512889" y="493737"/>
                  </a:lnTo>
                  <a:lnTo>
                    <a:pt x="515962" y="490448"/>
                  </a:lnTo>
                  <a:lnTo>
                    <a:pt x="518718" y="487502"/>
                  </a:lnTo>
                  <a:lnTo>
                    <a:pt x="518998" y="482854"/>
                  </a:lnTo>
                  <a:close/>
                </a:path>
                <a:path w="608329" h="521334">
                  <a:moveTo>
                    <a:pt x="519976" y="514553"/>
                  </a:moveTo>
                  <a:lnTo>
                    <a:pt x="519188" y="510311"/>
                  </a:lnTo>
                  <a:lnTo>
                    <a:pt x="516623" y="508711"/>
                  </a:lnTo>
                  <a:lnTo>
                    <a:pt x="516242" y="508317"/>
                  </a:lnTo>
                  <a:lnTo>
                    <a:pt x="515785" y="507987"/>
                  </a:lnTo>
                  <a:lnTo>
                    <a:pt x="514261" y="507746"/>
                  </a:lnTo>
                  <a:lnTo>
                    <a:pt x="513448" y="507682"/>
                  </a:lnTo>
                  <a:lnTo>
                    <a:pt x="511060" y="508330"/>
                  </a:lnTo>
                  <a:lnTo>
                    <a:pt x="509803" y="509511"/>
                  </a:lnTo>
                  <a:lnTo>
                    <a:pt x="508800" y="513829"/>
                  </a:lnTo>
                  <a:lnTo>
                    <a:pt x="510184" y="515912"/>
                  </a:lnTo>
                  <a:lnTo>
                    <a:pt x="514007" y="517385"/>
                  </a:lnTo>
                  <a:lnTo>
                    <a:pt x="515416" y="517080"/>
                  </a:lnTo>
                  <a:lnTo>
                    <a:pt x="519976" y="514553"/>
                  </a:lnTo>
                  <a:close/>
                </a:path>
                <a:path w="608329" h="521334">
                  <a:moveTo>
                    <a:pt x="571004" y="516509"/>
                  </a:moveTo>
                  <a:lnTo>
                    <a:pt x="570331" y="511606"/>
                  </a:lnTo>
                  <a:lnTo>
                    <a:pt x="562813" y="503872"/>
                  </a:lnTo>
                  <a:lnTo>
                    <a:pt x="555434" y="504520"/>
                  </a:lnTo>
                  <a:lnTo>
                    <a:pt x="548513" y="512432"/>
                  </a:lnTo>
                  <a:lnTo>
                    <a:pt x="548132" y="517017"/>
                  </a:lnTo>
                  <a:lnTo>
                    <a:pt x="550202" y="520509"/>
                  </a:lnTo>
                  <a:lnTo>
                    <a:pt x="569290" y="520509"/>
                  </a:lnTo>
                  <a:lnTo>
                    <a:pt x="571004" y="516509"/>
                  </a:lnTo>
                  <a:close/>
                </a:path>
                <a:path w="608329" h="521334">
                  <a:moveTo>
                    <a:pt x="581037" y="477342"/>
                  </a:moveTo>
                  <a:lnTo>
                    <a:pt x="572947" y="479691"/>
                  </a:lnTo>
                  <a:lnTo>
                    <a:pt x="572947" y="483463"/>
                  </a:lnTo>
                  <a:lnTo>
                    <a:pt x="575564" y="484225"/>
                  </a:lnTo>
                  <a:lnTo>
                    <a:pt x="581012" y="485800"/>
                  </a:lnTo>
                  <a:lnTo>
                    <a:pt x="581037" y="477342"/>
                  </a:lnTo>
                  <a:close/>
                </a:path>
                <a:path w="608329" h="521334">
                  <a:moveTo>
                    <a:pt x="582942" y="512648"/>
                  </a:moveTo>
                  <a:lnTo>
                    <a:pt x="582117" y="509549"/>
                  </a:lnTo>
                  <a:lnTo>
                    <a:pt x="575208" y="509511"/>
                  </a:lnTo>
                  <a:lnTo>
                    <a:pt x="573468" y="512254"/>
                  </a:lnTo>
                  <a:lnTo>
                    <a:pt x="575373" y="516788"/>
                  </a:lnTo>
                  <a:lnTo>
                    <a:pt x="578789" y="517931"/>
                  </a:lnTo>
                  <a:lnTo>
                    <a:pt x="581431" y="514578"/>
                  </a:lnTo>
                  <a:lnTo>
                    <a:pt x="582942" y="512648"/>
                  </a:lnTo>
                  <a:close/>
                </a:path>
                <a:path w="608329" h="521334">
                  <a:moveTo>
                    <a:pt x="608228" y="480034"/>
                  </a:moveTo>
                  <a:lnTo>
                    <a:pt x="603478" y="480034"/>
                  </a:lnTo>
                  <a:lnTo>
                    <a:pt x="598728" y="480034"/>
                  </a:lnTo>
                  <a:lnTo>
                    <a:pt x="598728" y="487426"/>
                  </a:lnTo>
                  <a:lnTo>
                    <a:pt x="608228" y="487426"/>
                  </a:lnTo>
                  <a:lnTo>
                    <a:pt x="608228" y="480034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516604" y="7566538"/>
              <a:ext cx="331470" cy="521970"/>
            </a:xfrm>
            <a:custGeom>
              <a:avLst/>
              <a:gdLst/>
              <a:ahLst/>
              <a:cxnLst/>
              <a:rect l="l" t="t" r="r" b="b"/>
              <a:pathLst>
                <a:path w="331470" h="521970">
                  <a:moveTo>
                    <a:pt x="11620" y="57670"/>
                  </a:moveTo>
                  <a:lnTo>
                    <a:pt x="6832" y="57277"/>
                  </a:lnTo>
                  <a:lnTo>
                    <a:pt x="4749" y="60159"/>
                  </a:lnTo>
                  <a:lnTo>
                    <a:pt x="3746" y="60528"/>
                  </a:lnTo>
                  <a:lnTo>
                    <a:pt x="0" y="64617"/>
                  </a:lnTo>
                  <a:lnTo>
                    <a:pt x="5118" y="69710"/>
                  </a:lnTo>
                  <a:lnTo>
                    <a:pt x="8191" y="66776"/>
                  </a:lnTo>
                  <a:lnTo>
                    <a:pt x="10121" y="65620"/>
                  </a:lnTo>
                  <a:lnTo>
                    <a:pt x="10985" y="63665"/>
                  </a:lnTo>
                  <a:lnTo>
                    <a:pt x="11620" y="57670"/>
                  </a:lnTo>
                  <a:close/>
                </a:path>
                <a:path w="331470" h="521970">
                  <a:moveTo>
                    <a:pt x="42786" y="14185"/>
                  </a:moveTo>
                  <a:lnTo>
                    <a:pt x="41186" y="11734"/>
                  </a:lnTo>
                  <a:lnTo>
                    <a:pt x="35115" y="11036"/>
                  </a:lnTo>
                  <a:lnTo>
                    <a:pt x="33705" y="13906"/>
                  </a:lnTo>
                  <a:lnTo>
                    <a:pt x="35433" y="18008"/>
                  </a:lnTo>
                  <a:lnTo>
                    <a:pt x="38112" y="18415"/>
                  </a:lnTo>
                  <a:lnTo>
                    <a:pt x="39814" y="16878"/>
                  </a:lnTo>
                  <a:lnTo>
                    <a:pt x="42786" y="14185"/>
                  </a:lnTo>
                  <a:close/>
                </a:path>
                <a:path w="331470" h="521970">
                  <a:moveTo>
                    <a:pt x="52578" y="25971"/>
                  </a:moveTo>
                  <a:lnTo>
                    <a:pt x="50723" y="23736"/>
                  </a:lnTo>
                  <a:lnTo>
                    <a:pt x="50533" y="23520"/>
                  </a:lnTo>
                  <a:lnTo>
                    <a:pt x="47866" y="23431"/>
                  </a:lnTo>
                  <a:lnTo>
                    <a:pt x="47802" y="23736"/>
                  </a:lnTo>
                  <a:lnTo>
                    <a:pt x="47332" y="23520"/>
                  </a:lnTo>
                  <a:lnTo>
                    <a:pt x="47523" y="23596"/>
                  </a:lnTo>
                  <a:lnTo>
                    <a:pt x="47802" y="23736"/>
                  </a:lnTo>
                  <a:lnTo>
                    <a:pt x="47802" y="23431"/>
                  </a:lnTo>
                  <a:lnTo>
                    <a:pt x="46647" y="23291"/>
                  </a:lnTo>
                  <a:lnTo>
                    <a:pt x="46520" y="23291"/>
                  </a:lnTo>
                  <a:lnTo>
                    <a:pt x="45669" y="23228"/>
                  </a:lnTo>
                  <a:lnTo>
                    <a:pt x="44805" y="23431"/>
                  </a:lnTo>
                  <a:lnTo>
                    <a:pt x="42989" y="24333"/>
                  </a:lnTo>
                  <a:lnTo>
                    <a:pt x="42024" y="25603"/>
                  </a:lnTo>
                  <a:lnTo>
                    <a:pt x="41262" y="29768"/>
                  </a:lnTo>
                  <a:lnTo>
                    <a:pt x="42570" y="31953"/>
                  </a:lnTo>
                  <a:lnTo>
                    <a:pt x="46012" y="33312"/>
                  </a:lnTo>
                  <a:lnTo>
                    <a:pt x="46812" y="33413"/>
                  </a:lnTo>
                  <a:lnTo>
                    <a:pt x="50304" y="33121"/>
                  </a:lnTo>
                  <a:lnTo>
                    <a:pt x="52578" y="31229"/>
                  </a:lnTo>
                  <a:lnTo>
                    <a:pt x="52578" y="25971"/>
                  </a:lnTo>
                  <a:close/>
                </a:path>
                <a:path w="331470" h="521970">
                  <a:moveTo>
                    <a:pt x="67868" y="34137"/>
                  </a:moveTo>
                  <a:lnTo>
                    <a:pt x="65786" y="30988"/>
                  </a:lnTo>
                  <a:lnTo>
                    <a:pt x="61531" y="29806"/>
                  </a:lnTo>
                  <a:lnTo>
                    <a:pt x="60045" y="30175"/>
                  </a:lnTo>
                  <a:lnTo>
                    <a:pt x="58839" y="31000"/>
                  </a:lnTo>
                  <a:lnTo>
                    <a:pt x="57886" y="31419"/>
                  </a:lnTo>
                  <a:lnTo>
                    <a:pt x="57061" y="31978"/>
                  </a:lnTo>
                  <a:lnTo>
                    <a:pt x="55067" y="35712"/>
                  </a:lnTo>
                  <a:lnTo>
                    <a:pt x="55956" y="38569"/>
                  </a:lnTo>
                  <a:lnTo>
                    <a:pt x="58369" y="40246"/>
                  </a:lnTo>
                  <a:lnTo>
                    <a:pt x="61709" y="42545"/>
                  </a:lnTo>
                  <a:lnTo>
                    <a:pt x="65684" y="40271"/>
                  </a:lnTo>
                  <a:lnTo>
                    <a:pt x="67868" y="34137"/>
                  </a:lnTo>
                  <a:close/>
                </a:path>
                <a:path w="331470" h="521970">
                  <a:moveTo>
                    <a:pt x="75133" y="66941"/>
                  </a:moveTo>
                  <a:lnTo>
                    <a:pt x="74841" y="66941"/>
                  </a:lnTo>
                  <a:lnTo>
                    <a:pt x="74549" y="66941"/>
                  </a:lnTo>
                  <a:lnTo>
                    <a:pt x="74549" y="67386"/>
                  </a:lnTo>
                  <a:lnTo>
                    <a:pt x="75133" y="67386"/>
                  </a:lnTo>
                  <a:lnTo>
                    <a:pt x="75133" y="66941"/>
                  </a:lnTo>
                  <a:close/>
                </a:path>
                <a:path w="331470" h="521970">
                  <a:moveTo>
                    <a:pt x="77736" y="16700"/>
                  </a:moveTo>
                  <a:lnTo>
                    <a:pt x="76974" y="10350"/>
                  </a:lnTo>
                  <a:lnTo>
                    <a:pt x="69088" y="10350"/>
                  </a:lnTo>
                  <a:lnTo>
                    <a:pt x="67614" y="12573"/>
                  </a:lnTo>
                  <a:lnTo>
                    <a:pt x="67551" y="14833"/>
                  </a:lnTo>
                  <a:lnTo>
                    <a:pt x="63487" y="16827"/>
                  </a:lnTo>
                  <a:lnTo>
                    <a:pt x="64198" y="24244"/>
                  </a:lnTo>
                  <a:lnTo>
                    <a:pt x="69735" y="24244"/>
                  </a:lnTo>
                  <a:lnTo>
                    <a:pt x="73126" y="24244"/>
                  </a:lnTo>
                  <a:lnTo>
                    <a:pt x="74650" y="21475"/>
                  </a:lnTo>
                  <a:lnTo>
                    <a:pt x="74447" y="18859"/>
                  </a:lnTo>
                  <a:lnTo>
                    <a:pt x="77736" y="16700"/>
                  </a:lnTo>
                  <a:close/>
                </a:path>
                <a:path w="331470" h="521970">
                  <a:moveTo>
                    <a:pt x="83604" y="44627"/>
                  </a:moveTo>
                  <a:lnTo>
                    <a:pt x="81432" y="42722"/>
                  </a:lnTo>
                  <a:lnTo>
                    <a:pt x="71501" y="47129"/>
                  </a:lnTo>
                  <a:lnTo>
                    <a:pt x="78486" y="54775"/>
                  </a:lnTo>
                  <a:lnTo>
                    <a:pt x="81153" y="49504"/>
                  </a:lnTo>
                  <a:lnTo>
                    <a:pt x="83604" y="44627"/>
                  </a:lnTo>
                  <a:close/>
                </a:path>
                <a:path w="331470" h="521970">
                  <a:moveTo>
                    <a:pt x="85890" y="7226"/>
                  </a:moveTo>
                  <a:lnTo>
                    <a:pt x="85598" y="7226"/>
                  </a:lnTo>
                  <a:lnTo>
                    <a:pt x="85305" y="7226"/>
                  </a:lnTo>
                  <a:lnTo>
                    <a:pt x="85305" y="7683"/>
                  </a:lnTo>
                  <a:lnTo>
                    <a:pt x="85890" y="7683"/>
                  </a:lnTo>
                  <a:lnTo>
                    <a:pt x="85890" y="7226"/>
                  </a:lnTo>
                  <a:close/>
                </a:path>
                <a:path w="331470" h="521970">
                  <a:moveTo>
                    <a:pt x="95707" y="20294"/>
                  </a:moveTo>
                  <a:lnTo>
                    <a:pt x="91363" y="20294"/>
                  </a:lnTo>
                  <a:lnTo>
                    <a:pt x="91351" y="23660"/>
                  </a:lnTo>
                  <a:lnTo>
                    <a:pt x="93535" y="23660"/>
                  </a:lnTo>
                  <a:lnTo>
                    <a:pt x="95694" y="23660"/>
                  </a:lnTo>
                  <a:lnTo>
                    <a:pt x="95707" y="20294"/>
                  </a:lnTo>
                  <a:close/>
                </a:path>
                <a:path w="331470" h="521970">
                  <a:moveTo>
                    <a:pt x="105333" y="11379"/>
                  </a:moveTo>
                  <a:lnTo>
                    <a:pt x="105295" y="11188"/>
                  </a:lnTo>
                  <a:lnTo>
                    <a:pt x="100215" y="7556"/>
                  </a:lnTo>
                  <a:lnTo>
                    <a:pt x="96545" y="10756"/>
                  </a:lnTo>
                  <a:lnTo>
                    <a:pt x="96126" y="11277"/>
                  </a:lnTo>
                  <a:lnTo>
                    <a:pt x="95986" y="11379"/>
                  </a:lnTo>
                  <a:lnTo>
                    <a:pt x="95618" y="11963"/>
                  </a:lnTo>
                  <a:lnTo>
                    <a:pt x="95440" y="12179"/>
                  </a:lnTo>
                  <a:lnTo>
                    <a:pt x="95300" y="12547"/>
                  </a:lnTo>
                  <a:lnTo>
                    <a:pt x="95199" y="12865"/>
                  </a:lnTo>
                  <a:lnTo>
                    <a:pt x="95148" y="13093"/>
                  </a:lnTo>
                  <a:lnTo>
                    <a:pt x="95161" y="8940"/>
                  </a:lnTo>
                  <a:lnTo>
                    <a:pt x="85115" y="8940"/>
                  </a:lnTo>
                  <a:lnTo>
                    <a:pt x="85102" y="16738"/>
                  </a:lnTo>
                  <a:lnTo>
                    <a:pt x="90131" y="16738"/>
                  </a:lnTo>
                  <a:lnTo>
                    <a:pt x="95148" y="16738"/>
                  </a:lnTo>
                  <a:lnTo>
                    <a:pt x="95148" y="14681"/>
                  </a:lnTo>
                  <a:lnTo>
                    <a:pt x="96164" y="16916"/>
                  </a:lnTo>
                  <a:lnTo>
                    <a:pt x="97815" y="17881"/>
                  </a:lnTo>
                  <a:lnTo>
                    <a:pt x="100863" y="17551"/>
                  </a:lnTo>
                  <a:lnTo>
                    <a:pt x="102196" y="17018"/>
                  </a:lnTo>
                  <a:lnTo>
                    <a:pt x="104571" y="12763"/>
                  </a:lnTo>
                  <a:lnTo>
                    <a:pt x="105333" y="11379"/>
                  </a:lnTo>
                  <a:close/>
                </a:path>
                <a:path w="331470" h="521970">
                  <a:moveTo>
                    <a:pt x="107416" y="10452"/>
                  </a:moveTo>
                  <a:lnTo>
                    <a:pt x="107124" y="10452"/>
                  </a:lnTo>
                  <a:lnTo>
                    <a:pt x="106832" y="10452"/>
                  </a:lnTo>
                  <a:lnTo>
                    <a:pt x="106832" y="10909"/>
                  </a:lnTo>
                  <a:lnTo>
                    <a:pt x="107416" y="10909"/>
                  </a:lnTo>
                  <a:lnTo>
                    <a:pt x="107416" y="10452"/>
                  </a:lnTo>
                  <a:close/>
                </a:path>
                <a:path w="331470" h="521970">
                  <a:moveTo>
                    <a:pt x="109753" y="44450"/>
                  </a:moveTo>
                  <a:lnTo>
                    <a:pt x="108394" y="42379"/>
                  </a:lnTo>
                  <a:lnTo>
                    <a:pt x="103886" y="43002"/>
                  </a:lnTo>
                  <a:lnTo>
                    <a:pt x="102666" y="45415"/>
                  </a:lnTo>
                  <a:lnTo>
                    <a:pt x="103771" y="47320"/>
                  </a:lnTo>
                  <a:lnTo>
                    <a:pt x="103911" y="47561"/>
                  </a:lnTo>
                  <a:lnTo>
                    <a:pt x="103974" y="47688"/>
                  </a:lnTo>
                  <a:lnTo>
                    <a:pt x="105143" y="49695"/>
                  </a:lnTo>
                  <a:lnTo>
                    <a:pt x="108991" y="49593"/>
                  </a:lnTo>
                  <a:lnTo>
                    <a:pt x="109753" y="44450"/>
                  </a:lnTo>
                  <a:close/>
                </a:path>
                <a:path w="331470" h="521970">
                  <a:moveTo>
                    <a:pt x="126631" y="35267"/>
                  </a:moveTo>
                  <a:lnTo>
                    <a:pt x="124650" y="33528"/>
                  </a:lnTo>
                  <a:lnTo>
                    <a:pt x="116471" y="34696"/>
                  </a:lnTo>
                  <a:lnTo>
                    <a:pt x="115773" y="39712"/>
                  </a:lnTo>
                  <a:lnTo>
                    <a:pt x="120319" y="44259"/>
                  </a:lnTo>
                  <a:lnTo>
                    <a:pt x="125082" y="43395"/>
                  </a:lnTo>
                  <a:lnTo>
                    <a:pt x="125755" y="39890"/>
                  </a:lnTo>
                  <a:lnTo>
                    <a:pt x="126631" y="35267"/>
                  </a:lnTo>
                  <a:close/>
                </a:path>
                <a:path w="331470" h="521970">
                  <a:moveTo>
                    <a:pt x="130200" y="13550"/>
                  </a:moveTo>
                  <a:lnTo>
                    <a:pt x="129209" y="8470"/>
                  </a:lnTo>
                  <a:lnTo>
                    <a:pt x="129146" y="8153"/>
                  </a:lnTo>
                  <a:lnTo>
                    <a:pt x="128993" y="7391"/>
                  </a:lnTo>
                  <a:lnTo>
                    <a:pt x="128866" y="6718"/>
                  </a:lnTo>
                  <a:lnTo>
                    <a:pt x="123393" y="7200"/>
                  </a:lnTo>
                  <a:lnTo>
                    <a:pt x="123393" y="8356"/>
                  </a:lnTo>
                  <a:lnTo>
                    <a:pt x="123215" y="8267"/>
                  </a:lnTo>
                  <a:lnTo>
                    <a:pt x="123063" y="8153"/>
                  </a:lnTo>
                  <a:lnTo>
                    <a:pt x="123240" y="8204"/>
                  </a:lnTo>
                  <a:lnTo>
                    <a:pt x="123393" y="8356"/>
                  </a:lnTo>
                  <a:lnTo>
                    <a:pt x="123393" y="7200"/>
                  </a:lnTo>
                  <a:lnTo>
                    <a:pt x="121716" y="7340"/>
                  </a:lnTo>
                  <a:lnTo>
                    <a:pt x="121297" y="7391"/>
                  </a:lnTo>
                  <a:lnTo>
                    <a:pt x="120408" y="7226"/>
                  </a:lnTo>
                  <a:lnTo>
                    <a:pt x="119481" y="7340"/>
                  </a:lnTo>
                  <a:lnTo>
                    <a:pt x="117576" y="8801"/>
                  </a:lnTo>
                  <a:lnTo>
                    <a:pt x="116611" y="9766"/>
                  </a:lnTo>
                  <a:lnTo>
                    <a:pt x="115455" y="15151"/>
                  </a:lnTo>
                  <a:lnTo>
                    <a:pt x="118643" y="18580"/>
                  </a:lnTo>
                  <a:lnTo>
                    <a:pt x="124002" y="17246"/>
                  </a:lnTo>
                  <a:lnTo>
                    <a:pt x="125196" y="16510"/>
                  </a:lnTo>
                  <a:lnTo>
                    <a:pt x="130200" y="13550"/>
                  </a:lnTo>
                  <a:close/>
                </a:path>
                <a:path w="331470" h="521970">
                  <a:moveTo>
                    <a:pt x="142621" y="43027"/>
                  </a:moveTo>
                  <a:lnTo>
                    <a:pt x="142252" y="38671"/>
                  </a:lnTo>
                  <a:lnTo>
                    <a:pt x="140855" y="38125"/>
                  </a:lnTo>
                  <a:lnTo>
                    <a:pt x="139712" y="38569"/>
                  </a:lnTo>
                  <a:lnTo>
                    <a:pt x="137198" y="37465"/>
                  </a:lnTo>
                  <a:lnTo>
                    <a:pt x="134607" y="41656"/>
                  </a:lnTo>
                  <a:lnTo>
                    <a:pt x="137477" y="43040"/>
                  </a:lnTo>
                  <a:lnTo>
                    <a:pt x="139573" y="44043"/>
                  </a:lnTo>
                  <a:lnTo>
                    <a:pt x="142621" y="43027"/>
                  </a:lnTo>
                  <a:close/>
                </a:path>
                <a:path w="331470" h="521970">
                  <a:moveTo>
                    <a:pt x="145034" y="37109"/>
                  </a:moveTo>
                  <a:lnTo>
                    <a:pt x="144754" y="35750"/>
                  </a:lnTo>
                  <a:lnTo>
                    <a:pt x="144716" y="35572"/>
                  </a:lnTo>
                  <a:lnTo>
                    <a:pt x="144513" y="34531"/>
                  </a:lnTo>
                  <a:lnTo>
                    <a:pt x="143357" y="34531"/>
                  </a:lnTo>
                  <a:lnTo>
                    <a:pt x="143230" y="35229"/>
                  </a:lnTo>
                  <a:lnTo>
                    <a:pt x="143167" y="35572"/>
                  </a:lnTo>
                  <a:lnTo>
                    <a:pt x="143129" y="35750"/>
                  </a:lnTo>
                  <a:lnTo>
                    <a:pt x="142849" y="37096"/>
                  </a:lnTo>
                  <a:lnTo>
                    <a:pt x="145034" y="37109"/>
                  </a:lnTo>
                  <a:close/>
                </a:path>
                <a:path w="331470" h="521970">
                  <a:moveTo>
                    <a:pt x="146837" y="24396"/>
                  </a:moveTo>
                  <a:lnTo>
                    <a:pt x="142062" y="18389"/>
                  </a:lnTo>
                  <a:lnTo>
                    <a:pt x="136296" y="24726"/>
                  </a:lnTo>
                  <a:lnTo>
                    <a:pt x="139204" y="28790"/>
                  </a:lnTo>
                  <a:lnTo>
                    <a:pt x="142303" y="27012"/>
                  </a:lnTo>
                  <a:lnTo>
                    <a:pt x="146837" y="24396"/>
                  </a:lnTo>
                  <a:close/>
                </a:path>
                <a:path w="331470" h="521970">
                  <a:moveTo>
                    <a:pt x="149390" y="14808"/>
                  </a:moveTo>
                  <a:lnTo>
                    <a:pt x="148094" y="13017"/>
                  </a:lnTo>
                  <a:lnTo>
                    <a:pt x="146532" y="10845"/>
                  </a:lnTo>
                  <a:lnTo>
                    <a:pt x="144741" y="10845"/>
                  </a:lnTo>
                  <a:lnTo>
                    <a:pt x="141871" y="14808"/>
                  </a:lnTo>
                  <a:lnTo>
                    <a:pt x="143637" y="17297"/>
                  </a:lnTo>
                  <a:lnTo>
                    <a:pt x="147637" y="17297"/>
                  </a:lnTo>
                  <a:lnTo>
                    <a:pt x="149390" y="14808"/>
                  </a:lnTo>
                  <a:close/>
                </a:path>
                <a:path w="331470" h="521970">
                  <a:moveTo>
                    <a:pt x="151079" y="0"/>
                  </a:moveTo>
                  <a:lnTo>
                    <a:pt x="140220" y="0"/>
                  </a:lnTo>
                  <a:lnTo>
                    <a:pt x="140208" y="8445"/>
                  </a:lnTo>
                  <a:lnTo>
                    <a:pt x="145643" y="8445"/>
                  </a:lnTo>
                  <a:lnTo>
                    <a:pt x="151066" y="8445"/>
                  </a:lnTo>
                  <a:lnTo>
                    <a:pt x="151079" y="0"/>
                  </a:lnTo>
                  <a:close/>
                </a:path>
                <a:path w="331470" h="521970">
                  <a:moveTo>
                    <a:pt x="179628" y="387870"/>
                  </a:moveTo>
                  <a:lnTo>
                    <a:pt x="179349" y="386753"/>
                  </a:lnTo>
                  <a:lnTo>
                    <a:pt x="178269" y="386105"/>
                  </a:lnTo>
                  <a:lnTo>
                    <a:pt x="177126" y="385432"/>
                  </a:lnTo>
                  <a:lnTo>
                    <a:pt x="176212" y="385508"/>
                  </a:lnTo>
                  <a:lnTo>
                    <a:pt x="170040" y="386524"/>
                  </a:lnTo>
                  <a:lnTo>
                    <a:pt x="173710" y="395287"/>
                  </a:lnTo>
                  <a:lnTo>
                    <a:pt x="178854" y="390613"/>
                  </a:lnTo>
                  <a:lnTo>
                    <a:pt x="179324" y="389991"/>
                  </a:lnTo>
                  <a:lnTo>
                    <a:pt x="179628" y="387870"/>
                  </a:lnTo>
                  <a:close/>
                </a:path>
                <a:path w="331470" h="521970">
                  <a:moveTo>
                    <a:pt x="181457" y="404368"/>
                  </a:moveTo>
                  <a:lnTo>
                    <a:pt x="179476" y="403834"/>
                  </a:lnTo>
                  <a:lnTo>
                    <a:pt x="178663" y="404876"/>
                  </a:lnTo>
                  <a:lnTo>
                    <a:pt x="176707" y="407428"/>
                  </a:lnTo>
                  <a:lnTo>
                    <a:pt x="179908" y="409206"/>
                  </a:lnTo>
                  <a:lnTo>
                    <a:pt x="181457" y="404368"/>
                  </a:lnTo>
                  <a:close/>
                </a:path>
                <a:path w="331470" h="521970">
                  <a:moveTo>
                    <a:pt x="190550" y="372427"/>
                  </a:moveTo>
                  <a:lnTo>
                    <a:pt x="189636" y="369316"/>
                  </a:lnTo>
                  <a:lnTo>
                    <a:pt x="183705" y="369557"/>
                  </a:lnTo>
                  <a:lnTo>
                    <a:pt x="182130" y="371792"/>
                  </a:lnTo>
                  <a:lnTo>
                    <a:pt x="183032" y="373951"/>
                  </a:lnTo>
                  <a:lnTo>
                    <a:pt x="183870" y="375932"/>
                  </a:lnTo>
                  <a:lnTo>
                    <a:pt x="186740" y="376720"/>
                  </a:lnTo>
                  <a:lnTo>
                    <a:pt x="188277" y="374980"/>
                  </a:lnTo>
                  <a:lnTo>
                    <a:pt x="190550" y="372427"/>
                  </a:lnTo>
                  <a:close/>
                </a:path>
                <a:path w="331470" h="521970">
                  <a:moveTo>
                    <a:pt x="192900" y="352513"/>
                  </a:moveTo>
                  <a:lnTo>
                    <a:pt x="192862" y="352158"/>
                  </a:lnTo>
                  <a:lnTo>
                    <a:pt x="192760" y="351815"/>
                  </a:lnTo>
                  <a:lnTo>
                    <a:pt x="192722" y="350596"/>
                  </a:lnTo>
                  <a:lnTo>
                    <a:pt x="191808" y="349491"/>
                  </a:lnTo>
                  <a:lnTo>
                    <a:pt x="190614" y="349072"/>
                  </a:lnTo>
                  <a:lnTo>
                    <a:pt x="188887" y="348462"/>
                  </a:lnTo>
                  <a:lnTo>
                    <a:pt x="187299" y="349237"/>
                  </a:lnTo>
                  <a:lnTo>
                    <a:pt x="185140" y="352285"/>
                  </a:lnTo>
                  <a:lnTo>
                    <a:pt x="186334" y="354634"/>
                  </a:lnTo>
                  <a:lnTo>
                    <a:pt x="189992" y="355625"/>
                  </a:lnTo>
                  <a:lnTo>
                    <a:pt x="192405" y="355193"/>
                  </a:lnTo>
                  <a:lnTo>
                    <a:pt x="192900" y="352513"/>
                  </a:lnTo>
                  <a:close/>
                </a:path>
                <a:path w="331470" h="521970">
                  <a:moveTo>
                    <a:pt x="201015" y="357416"/>
                  </a:moveTo>
                  <a:lnTo>
                    <a:pt x="200431" y="357416"/>
                  </a:lnTo>
                  <a:lnTo>
                    <a:pt x="200431" y="357873"/>
                  </a:lnTo>
                  <a:lnTo>
                    <a:pt x="200723" y="357873"/>
                  </a:lnTo>
                  <a:lnTo>
                    <a:pt x="201015" y="357873"/>
                  </a:lnTo>
                  <a:lnTo>
                    <a:pt x="201015" y="357416"/>
                  </a:lnTo>
                  <a:close/>
                </a:path>
                <a:path w="331470" h="521970">
                  <a:moveTo>
                    <a:pt x="203746" y="418680"/>
                  </a:moveTo>
                  <a:lnTo>
                    <a:pt x="202158" y="419100"/>
                  </a:lnTo>
                  <a:lnTo>
                    <a:pt x="201803" y="419176"/>
                  </a:lnTo>
                  <a:lnTo>
                    <a:pt x="201625" y="419227"/>
                  </a:lnTo>
                  <a:lnTo>
                    <a:pt x="200825" y="419430"/>
                  </a:lnTo>
                  <a:lnTo>
                    <a:pt x="200825" y="420649"/>
                  </a:lnTo>
                  <a:lnTo>
                    <a:pt x="201625" y="420852"/>
                  </a:lnTo>
                  <a:lnTo>
                    <a:pt x="201803" y="420890"/>
                  </a:lnTo>
                  <a:lnTo>
                    <a:pt x="201980" y="420954"/>
                  </a:lnTo>
                  <a:lnTo>
                    <a:pt x="202158" y="420992"/>
                  </a:lnTo>
                  <a:lnTo>
                    <a:pt x="203733" y="421398"/>
                  </a:lnTo>
                  <a:lnTo>
                    <a:pt x="203746" y="418680"/>
                  </a:lnTo>
                  <a:close/>
                </a:path>
                <a:path w="331470" h="521970">
                  <a:moveTo>
                    <a:pt x="207149" y="376466"/>
                  </a:moveTo>
                  <a:lnTo>
                    <a:pt x="202984" y="376466"/>
                  </a:lnTo>
                  <a:lnTo>
                    <a:pt x="198831" y="376466"/>
                  </a:lnTo>
                  <a:lnTo>
                    <a:pt x="198818" y="382930"/>
                  </a:lnTo>
                  <a:lnTo>
                    <a:pt x="207137" y="382930"/>
                  </a:lnTo>
                  <a:lnTo>
                    <a:pt x="207149" y="376466"/>
                  </a:lnTo>
                  <a:close/>
                </a:path>
                <a:path w="331470" h="521970">
                  <a:moveTo>
                    <a:pt x="212877" y="330187"/>
                  </a:moveTo>
                  <a:lnTo>
                    <a:pt x="206730" y="328079"/>
                  </a:lnTo>
                  <a:lnTo>
                    <a:pt x="205701" y="334403"/>
                  </a:lnTo>
                  <a:lnTo>
                    <a:pt x="209346" y="336410"/>
                  </a:lnTo>
                  <a:lnTo>
                    <a:pt x="210896" y="333667"/>
                  </a:lnTo>
                  <a:lnTo>
                    <a:pt x="212877" y="330187"/>
                  </a:lnTo>
                  <a:close/>
                </a:path>
                <a:path w="331470" h="521970">
                  <a:moveTo>
                    <a:pt x="212902" y="345706"/>
                  </a:moveTo>
                  <a:lnTo>
                    <a:pt x="212712" y="344398"/>
                  </a:lnTo>
                  <a:lnTo>
                    <a:pt x="212623" y="343738"/>
                  </a:lnTo>
                  <a:lnTo>
                    <a:pt x="212509" y="343496"/>
                  </a:lnTo>
                  <a:lnTo>
                    <a:pt x="211251" y="341147"/>
                  </a:lnTo>
                  <a:lnTo>
                    <a:pt x="208584" y="342709"/>
                  </a:lnTo>
                  <a:lnTo>
                    <a:pt x="209829" y="345046"/>
                  </a:lnTo>
                  <a:lnTo>
                    <a:pt x="209994" y="345274"/>
                  </a:lnTo>
                  <a:lnTo>
                    <a:pt x="211543" y="346646"/>
                  </a:lnTo>
                  <a:lnTo>
                    <a:pt x="212902" y="345706"/>
                  </a:lnTo>
                  <a:close/>
                </a:path>
                <a:path w="331470" h="521970">
                  <a:moveTo>
                    <a:pt x="221018" y="397916"/>
                  </a:moveTo>
                  <a:lnTo>
                    <a:pt x="216674" y="397916"/>
                  </a:lnTo>
                  <a:lnTo>
                    <a:pt x="216662" y="401281"/>
                  </a:lnTo>
                  <a:lnTo>
                    <a:pt x="218846" y="401281"/>
                  </a:lnTo>
                  <a:lnTo>
                    <a:pt x="221005" y="401281"/>
                  </a:lnTo>
                  <a:lnTo>
                    <a:pt x="221018" y="397916"/>
                  </a:lnTo>
                  <a:close/>
                </a:path>
                <a:path w="331470" h="521970">
                  <a:moveTo>
                    <a:pt x="231114" y="361340"/>
                  </a:moveTo>
                  <a:lnTo>
                    <a:pt x="230847" y="361213"/>
                  </a:lnTo>
                  <a:lnTo>
                    <a:pt x="230022" y="360832"/>
                  </a:lnTo>
                  <a:lnTo>
                    <a:pt x="230276" y="360540"/>
                  </a:lnTo>
                  <a:lnTo>
                    <a:pt x="226441" y="357733"/>
                  </a:lnTo>
                  <a:lnTo>
                    <a:pt x="224345" y="361429"/>
                  </a:lnTo>
                  <a:lnTo>
                    <a:pt x="223862" y="362153"/>
                  </a:lnTo>
                  <a:lnTo>
                    <a:pt x="224383" y="364007"/>
                  </a:lnTo>
                  <a:lnTo>
                    <a:pt x="225005" y="364540"/>
                  </a:lnTo>
                  <a:lnTo>
                    <a:pt x="226491" y="364426"/>
                  </a:lnTo>
                  <a:lnTo>
                    <a:pt x="226999" y="364172"/>
                  </a:lnTo>
                  <a:lnTo>
                    <a:pt x="227482" y="363728"/>
                  </a:lnTo>
                  <a:lnTo>
                    <a:pt x="227418" y="364007"/>
                  </a:lnTo>
                  <a:lnTo>
                    <a:pt x="227330" y="364629"/>
                  </a:lnTo>
                  <a:lnTo>
                    <a:pt x="227711" y="365607"/>
                  </a:lnTo>
                  <a:lnTo>
                    <a:pt x="230136" y="364629"/>
                  </a:lnTo>
                  <a:lnTo>
                    <a:pt x="230149" y="363728"/>
                  </a:lnTo>
                  <a:lnTo>
                    <a:pt x="230149" y="363562"/>
                  </a:lnTo>
                  <a:lnTo>
                    <a:pt x="228574" y="362927"/>
                  </a:lnTo>
                  <a:lnTo>
                    <a:pt x="228231" y="362927"/>
                  </a:lnTo>
                  <a:lnTo>
                    <a:pt x="229717" y="361188"/>
                  </a:lnTo>
                  <a:lnTo>
                    <a:pt x="230886" y="361721"/>
                  </a:lnTo>
                  <a:lnTo>
                    <a:pt x="231114" y="361340"/>
                  </a:lnTo>
                  <a:close/>
                </a:path>
                <a:path w="331470" h="521970">
                  <a:moveTo>
                    <a:pt x="232803" y="467106"/>
                  </a:moveTo>
                  <a:lnTo>
                    <a:pt x="232041" y="465099"/>
                  </a:lnTo>
                  <a:lnTo>
                    <a:pt x="231863" y="464146"/>
                  </a:lnTo>
                  <a:lnTo>
                    <a:pt x="231838" y="462800"/>
                  </a:lnTo>
                  <a:lnTo>
                    <a:pt x="229946" y="461772"/>
                  </a:lnTo>
                  <a:lnTo>
                    <a:pt x="228981" y="462953"/>
                  </a:lnTo>
                  <a:lnTo>
                    <a:pt x="228549" y="463372"/>
                  </a:lnTo>
                  <a:lnTo>
                    <a:pt x="228333" y="463575"/>
                  </a:lnTo>
                  <a:lnTo>
                    <a:pt x="226568" y="464616"/>
                  </a:lnTo>
                  <a:lnTo>
                    <a:pt x="226758" y="467296"/>
                  </a:lnTo>
                  <a:lnTo>
                    <a:pt x="230378" y="468807"/>
                  </a:lnTo>
                  <a:lnTo>
                    <a:pt x="232803" y="467106"/>
                  </a:lnTo>
                  <a:close/>
                </a:path>
                <a:path w="331470" h="521970">
                  <a:moveTo>
                    <a:pt x="235394" y="401167"/>
                  </a:moveTo>
                  <a:lnTo>
                    <a:pt x="231876" y="401167"/>
                  </a:lnTo>
                  <a:lnTo>
                    <a:pt x="228346" y="401167"/>
                  </a:lnTo>
                  <a:lnTo>
                    <a:pt x="228346" y="406654"/>
                  </a:lnTo>
                  <a:lnTo>
                    <a:pt x="235394" y="406654"/>
                  </a:lnTo>
                  <a:lnTo>
                    <a:pt x="235394" y="401167"/>
                  </a:lnTo>
                  <a:close/>
                </a:path>
                <a:path w="331470" h="521970">
                  <a:moveTo>
                    <a:pt x="240093" y="431114"/>
                  </a:moveTo>
                  <a:lnTo>
                    <a:pt x="239509" y="431114"/>
                  </a:lnTo>
                  <a:lnTo>
                    <a:pt x="239509" y="431558"/>
                  </a:lnTo>
                  <a:lnTo>
                    <a:pt x="239801" y="431558"/>
                  </a:lnTo>
                  <a:lnTo>
                    <a:pt x="240093" y="431558"/>
                  </a:lnTo>
                  <a:lnTo>
                    <a:pt x="240093" y="431114"/>
                  </a:lnTo>
                  <a:close/>
                </a:path>
                <a:path w="331470" h="521970">
                  <a:moveTo>
                    <a:pt x="242608" y="483692"/>
                  </a:moveTo>
                  <a:lnTo>
                    <a:pt x="240893" y="482511"/>
                  </a:lnTo>
                  <a:lnTo>
                    <a:pt x="239953" y="483603"/>
                  </a:lnTo>
                  <a:lnTo>
                    <a:pt x="239331" y="484339"/>
                  </a:lnTo>
                  <a:lnTo>
                    <a:pt x="238785" y="485038"/>
                  </a:lnTo>
                  <a:lnTo>
                    <a:pt x="237337" y="487819"/>
                  </a:lnTo>
                  <a:lnTo>
                    <a:pt x="240233" y="489521"/>
                  </a:lnTo>
                  <a:lnTo>
                    <a:pt x="241261" y="487591"/>
                  </a:lnTo>
                  <a:lnTo>
                    <a:pt x="241719" y="486740"/>
                  </a:lnTo>
                  <a:lnTo>
                    <a:pt x="242023" y="485914"/>
                  </a:lnTo>
                  <a:lnTo>
                    <a:pt x="242608" y="483692"/>
                  </a:lnTo>
                  <a:close/>
                </a:path>
                <a:path w="331470" h="521970">
                  <a:moveTo>
                    <a:pt x="245643" y="304863"/>
                  </a:moveTo>
                  <a:lnTo>
                    <a:pt x="242125" y="300088"/>
                  </a:lnTo>
                  <a:lnTo>
                    <a:pt x="237985" y="300266"/>
                  </a:lnTo>
                  <a:lnTo>
                    <a:pt x="236575" y="304761"/>
                  </a:lnTo>
                  <a:lnTo>
                    <a:pt x="236905" y="305955"/>
                  </a:lnTo>
                  <a:lnTo>
                    <a:pt x="238569" y="307543"/>
                  </a:lnTo>
                  <a:lnTo>
                    <a:pt x="239636" y="307898"/>
                  </a:lnTo>
                  <a:lnTo>
                    <a:pt x="240233" y="307708"/>
                  </a:lnTo>
                  <a:lnTo>
                    <a:pt x="241820" y="307352"/>
                  </a:lnTo>
                  <a:lnTo>
                    <a:pt x="243827" y="307009"/>
                  </a:lnTo>
                  <a:lnTo>
                    <a:pt x="245643" y="304863"/>
                  </a:lnTo>
                  <a:close/>
                </a:path>
                <a:path w="331470" h="521970">
                  <a:moveTo>
                    <a:pt x="246976" y="335216"/>
                  </a:moveTo>
                  <a:lnTo>
                    <a:pt x="245732" y="334035"/>
                  </a:lnTo>
                  <a:lnTo>
                    <a:pt x="243687" y="334378"/>
                  </a:lnTo>
                  <a:lnTo>
                    <a:pt x="243103" y="334733"/>
                  </a:lnTo>
                  <a:lnTo>
                    <a:pt x="240296" y="336397"/>
                  </a:lnTo>
                  <a:lnTo>
                    <a:pt x="242328" y="339712"/>
                  </a:lnTo>
                  <a:lnTo>
                    <a:pt x="244195" y="338340"/>
                  </a:lnTo>
                  <a:lnTo>
                    <a:pt x="245021" y="337718"/>
                  </a:lnTo>
                  <a:lnTo>
                    <a:pt x="245668" y="337273"/>
                  </a:lnTo>
                  <a:lnTo>
                    <a:pt x="246976" y="335216"/>
                  </a:lnTo>
                  <a:close/>
                </a:path>
                <a:path w="331470" h="521970">
                  <a:moveTo>
                    <a:pt x="250418" y="453237"/>
                  </a:moveTo>
                  <a:lnTo>
                    <a:pt x="250024" y="448856"/>
                  </a:lnTo>
                  <a:lnTo>
                    <a:pt x="248234" y="447611"/>
                  </a:lnTo>
                  <a:lnTo>
                    <a:pt x="244360" y="449757"/>
                  </a:lnTo>
                  <a:lnTo>
                    <a:pt x="243497" y="451027"/>
                  </a:lnTo>
                  <a:lnTo>
                    <a:pt x="243979" y="455041"/>
                  </a:lnTo>
                  <a:lnTo>
                    <a:pt x="245960" y="456425"/>
                  </a:lnTo>
                  <a:lnTo>
                    <a:pt x="248056" y="455345"/>
                  </a:lnTo>
                  <a:lnTo>
                    <a:pt x="249618" y="454520"/>
                  </a:lnTo>
                  <a:lnTo>
                    <a:pt x="250418" y="453237"/>
                  </a:lnTo>
                  <a:close/>
                </a:path>
                <a:path w="331470" h="521970">
                  <a:moveTo>
                    <a:pt x="251421" y="383819"/>
                  </a:moveTo>
                  <a:lnTo>
                    <a:pt x="249326" y="381520"/>
                  </a:lnTo>
                  <a:lnTo>
                    <a:pt x="244995" y="381520"/>
                  </a:lnTo>
                  <a:lnTo>
                    <a:pt x="242912" y="383819"/>
                  </a:lnTo>
                  <a:lnTo>
                    <a:pt x="243738" y="386016"/>
                  </a:lnTo>
                  <a:lnTo>
                    <a:pt x="243916" y="386511"/>
                  </a:lnTo>
                  <a:lnTo>
                    <a:pt x="245097" y="389699"/>
                  </a:lnTo>
                  <a:lnTo>
                    <a:pt x="249224" y="389699"/>
                  </a:lnTo>
                  <a:lnTo>
                    <a:pt x="251421" y="383819"/>
                  </a:lnTo>
                  <a:close/>
                </a:path>
                <a:path w="331470" h="521970">
                  <a:moveTo>
                    <a:pt x="256959" y="362470"/>
                  </a:moveTo>
                  <a:lnTo>
                    <a:pt x="256387" y="361200"/>
                  </a:lnTo>
                  <a:lnTo>
                    <a:pt x="255155" y="360883"/>
                  </a:lnTo>
                  <a:lnTo>
                    <a:pt x="254787" y="360794"/>
                  </a:lnTo>
                  <a:lnTo>
                    <a:pt x="253987" y="360400"/>
                  </a:lnTo>
                  <a:lnTo>
                    <a:pt x="254431" y="360870"/>
                  </a:lnTo>
                  <a:lnTo>
                    <a:pt x="251421" y="357759"/>
                  </a:lnTo>
                  <a:lnTo>
                    <a:pt x="247065" y="363474"/>
                  </a:lnTo>
                  <a:lnTo>
                    <a:pt x="252907" y="366610"/>
                  </a:lnTo>
                  <a:lnTo>
                    <a:pt x="256159" y="366395"/>
                  </a:lnTo>
                  <a:lnTo>
                    <a:pt x="256959" y="362470"/>
                  </a:lnTo>
                  <a:close/>
                </a:path>
                <a:path w="331470" h="521970">
                  <a:moveTo>
                    <a:pt x="266890" y="326059"/>
                  </a:moveTo>
                  <a:lnTo>
                    <a:pt x="266217" y="325450"/>
                  </a:lnTo>
                  <a:lnTo>
                    <a:pt x="265201" y="325755"/>
                  </a:lnTo>
                  <a:lnTo>
                    <a:pt x="264972" y="325831"/>
                  </a:lnTo>
                  <a:lnTo>
                    <a:pt x="262648" y="326529"/>
                  </a:lnTo>
                  <a:lnTo>
                    <a:pt x="265569" y="329717"/>
                  </a:lnTo>
                  <a:lnTo>
                    <a:pt x="266446" y="327304"/>
                  </a:lnTo>
                  <a:lnTo>
                    <a:pt x="266585" y="326885"/>
                  </a:lnTo>
                  <a:lnTo>
                    <a:pt x="266674" y="326669"/>
                  </a:lnTo>
                  <a:lnTo>
                    <a:pt x="266890" y="326059"/>
                  </a:lnTo>
                  <a:close/>
                </a:path>
                <a:path w="331470" h="521970">
                  <a:moveTo>
                    <a:pt x="267157" y="295503"/>
                  </a:moveTo>
                  <a:lnTo>
                    <a:pt x="266382" y="292074"/>
                  </a:lnTo>
                  <a:lnTo>
                    <a:pt x="266725" y="290639"/>
                  </a:lnTo>
                  <a:lnTo>
                    <a:pt x="266293" y="289001"/>
                  </a:lnTo>
                  <a:lnTo>
                    <a:pt x="263817" y="287896"/>
                  </a:lnTo>
                  <a:lnTo>
                    <a:pt x="262470" y="287604"/>
                  </a:lnTo>
                  <a:lnTo>
                    <a:pt x="259372" y="289928"/>
                  </a:lnTo>
                  <a:lnTo>
                    <a:pt x="258851" y="291960"/>
                  </a:lnTo>
                  <a:lnTo>
                    <a:pt x="261696" y="297599"/>
                  </a:lnTo>
                  <a:lnTo>
                    <a:pt x="267157" y="295503"/>
                  </a:lnTo>
                  <a:close/>
                </a:path>
                <a:path w="331470" h="521970">
                  <a:moveTo>
                    <a:pt x="270827" y="519620"/>
                  </a:moveTo>
                  <a:lnTo>
                    <a:pt x="268770" y="517372"/>
                  </a:lnTo>
                  <a:lnTo>
                    <a:pt x="267703" y="518985"/>
                  </a:lnTo>
                  <a:lnTo>
                    <a:pt x="267423" y="519404"/>
                  </a:lnTo>
                  <a:lnTo>
                    <a:pt x="267284" y="519607"/>
                  </a:lnTo>
                  <a:lnTo>
                    <a:pt x="266738" y="520433"/>
                  </a:lnTo>
                  <a:lnTo>
                    <a:pt x="267804" y="521398"/>
                  </a:lnTo>
                  <a:lnTo>
                    <a:pt x="269036" y="520674"/>
                  </a:lnTo>
                  <a:lnTo>
                    <a:pt x="269265" y="520534"/>
                  </a:lnTo>
                  <a:lnTo>
                    <a:pt x="270827" y="519620"/>
                  </a:lnTo>
                  <a:close/>
                </a:path>
                <a:path w="331470" h="521970">
                  <a:moveTo>
                    <a:pt x="271132" y="504685"/>
                  </a:moveTo>
                  <a:lnTo>
                    <a:pt x="270725" y="503174"/>
                  </a:lnTo>
                  <a:lnTo>
                    <a:pt x="270675" y="503008"/>
                  </a:lnTo>
                  <a:lnTo>
                    <a:pt x="270624" y="502843"/>
                  </a:lnTo>
                  <a:lnTo>
                    <a:pt x="270586" y="502666"/>
                  </a:lnTo>
                  <a:lnTo>
                    <a:pt x="270383" y="501916"/>
                  </a:lnTo>
                  <a:lnTo>
                    <a:pt x="269265" y="501916"/>
                  </a:lnTo>
                  <a:lnTo>
                    <a:pt x="269049" y="502666"/>
                  </a:lnTo>
                  <a:lnTo>
                    <a:pt x="268973" y="503008"/>
                  </a:lnTo>
                  <a:lnTo>
                    <a:pt x="268922" y="503174"/>
                  </a:lnTo>
                  <a:lnTo>
                    <a:pt x="268516" y="504672"/>
                  </a:lnTo>
                  <a:lnTo>
                    <a:pt x="271132" y="504685"/>
                  </a:lnTo>
                  <a:close/>
                </a:path>
                <a:path w="331470" h="521970">
                  <a:moveTo>
                    <a:pt x="271907" y="260807"/>
                  </a:moveTo>
                  <a:lnTo>
                    <a:pt x="267741" y="260807"/>
                  </a:lnTo>
                  <a:lnTo>
                    <a:pt x="267741" y="264045"/>
                  </a:lnTo>
                  <a:lnTo>
                    <a:pt x="269824" y="264045"/>
                  </a:lnTo>
                  <a:lnTo>
                    <a:pt x="271907" y="264045"/>
                  </a:lnTo>
                  <a:lnTo>
                    <a:pt x="271907" y="260807"/>
                  </a:lnTo>
                  <a:close/>
                </a:path>
                <a:path w="331470" h="521970">
                  <a:moveTo>
                    <a:pt x="273697" y="391845"/>
                  </a:moveTo>
                  <a:lnTo>
                    <a:pt x="264820" y="391845"/>
                  </a:lnTo>
                  <a:lnTo>
                    <a:pt x="264820" y="398741"/>
                  </a:lnTo>
                  <a:lnTo>
                    <a:pt x="269252" y="398741"/>
                  </a:lnTo>
                  <a:lnTo>
                    <a:pt x="273685" y="398741"/>
                  </a:lnTo>
                  <a:lnTo>
                    <a:pt x="273697" y="391845"/>
                  </a:lnTo>
                  <a:close/>
                </a:path>
                <a:path w="331470" h="521970">
                  <a:moveTo>
                    <a:pt x="274878" y="279336"/>
                  </a:moveTo>
                  <a:lnTo>
                    <a:pt x="272694" y="279336"/>
                  </a:lnTo>
                  <a:lnTo>
                    <a:pt x="272694" y="281025"/>
                  </a:lnTo>
                  <a:lnTo>
                    <a:pt x="273786" y="281025"/>
                  </a:lnTo>
                  <a:lnTo>
                    <a:pt x="274878" y="281025"/>
                  </a:lnTo>
                  <a:lnTo>
                    <a:pt x="274878" y="279336"/>
                  </a:lnTo>
                  <a:close/>
                </a:path>
                <a:path w="331470" h="521970">
                  <a:moveTo>
                    <a:pt x="275043" y="414007"/>
                  </a:moveTo>
                  <a:lnTo>
                    <a:pt x="269227" y="408343"/>
                  </a:lnTo>
                  <a:lnTo>
                    <a:pt x="265137" y="414413"/>
                  </a:lnTo>
                  <a:lnTo>
                    <a:pt x="268897" y="416140"/>
                  </a:lnTo>
                  <a:lnTo>
                    <a:pt x="271780" y="417449"/>
                  </a:lnTo>
                  <a:lnTo>
                    <a:pt x="275043" y="414007"/>
                  </a:lnTo>
                  <a:close/>
                </a:path>
                <a:path w="331470" h="521970">
                  <a:moveTo>
                    <a:pt x="276593" y="467029"/>
                  </a:moveTo>
                  <a:lnTo>
                    <a:pt x="271297" y="465785"/>
                  </a:lnTo>
                  <a:lnTo>
                    <a:pt x="267195" y="464820"/>
                  </a:lnTo>
                  <a:lnTo>
                    <a:pt x="263575" y="467372"/>
                  </a:lnTo>
                  <a:lnTo>
                    <a:pt x="263575" y="474903"/>
                  </a:lnTo>
                  <a:lnTo>
                    <a:pt x="267182" y="477469"/>
                  </a:lnTo>
                  <a:lnTo>
                    <a:pt x="276580" y="475259"/>
                  </a:lnTo>
                  <a:lnTo>
                    <a:pt x="276593" y="467029"/>
                  </a:lnTo>
                  <a:close/>
                </a:path>
                <a:path w="331470" h="521970">
                  <a:moveTo>
                    <a:pt x="278345" y="446989"/>
                  </a:moveTo>
                  <a:lnTo>
                    <a:pt x="270510" y="444030"/>
                  </a:lnTo>
                  <a:lnTo>
                    <a:pt x="270484" y="453072"/>
                  </a:lnTo>
                  <a:lnTo>
                    <a:pt x="275120" y="451332"/>
                  </a:lnTo>
                  <a:lnTo>
                    <a:pt x="278320" y="450126"/>
                  </a:lnTo>
                  <a:lnTo>
                    <a:pt x="278345" y="446989"/>
                  </a:lnTo>
                  <a:close/>
                </a:path>
                <a:path w="331470" h="521970">
                  <a:moveTo>
                    <a:pt x="279717" y="369011"/>
                  </a:moveTo>
                  <a:lnTo>
                    <a:pt x="278612" y="366369"/>
                  </a:lnTo>
                  <a:lnTo>
                    <a:pt x="277596" y="363956"/>
                  </a:lnTo>
                  <a:lnTo>
                    <a:pt x="273977" y="362889"/>
                  </a:lnTo>
                  <a:lnTo>
                    <a:pt x="269722" y="367880"/>
                  </a:lnTo>
                  <a:lnTo>
                    <a:pt x="270916" y="372021"/>
                  </a:lnTo>
                  <a:lnTo>
                    <a:pt x="277774" y="371856"/>
                  </a:lnTo>
                  <a:lnTo>
                    <a:pt x="279717" y="369011"/>
                  </a:lnTo>
                  <a:close/>
                </a:path>
                <a:path w="331470" h="521970">
                  <a:moveTo>
                    <a:pt x="280873" y="460692"/>
                  </a:moveTo>
                  <a:lnTo>
                    <a:pt x="280581" y="460692"/>
                  </a:lnTo>
                  <a:lnTo>
                    <a:pt x="280289" y="460692"/>
                  </a:lnTo>
                  <a:lnTo>
                    <a:pt x="280289" y="461149"/>
                  </a:lnTo>
                  <a:lnTo>
                    <a:pt x="280873" y="461149"/>
                  </a:lnTo>
                  <a:lnTo>
                    <a:pt x="280873" y="460692"/>
                  </a:lnTo>
                  <a:close/>
                </a:path>
                <a:path w="331470" h="521970">
                  <a:moveTo>
                    <a:pt x="285584" y="466420"/>
                  </a:moveTo>
                  <a:lnTo>
                    <a:pt x="285026" y="465797"/>
                  </a:lnTo>
                  <a:lnTo>
                    <a:pt x="284848" y="465594"/>
                  </a:lnTo>
                  <a:lnTo>
                    <a:pt x="283629" y="464248"/>
                  </a:lnTo>
                  <a:lnTo>
                    <a:pt x="281520" y="465264"/>
                  </a:lnTo>
                  <a:lnTo>
                    <a:pt x="281520" y="466839"/>
                  </a:lnTo>
                  <a:lnTo>
                    <a:pt x="281520" y="468426"/>
                  </a:lnTo>
                  <a:lnTo>
                    <a:pt x="283629" y="469442"/>
                  </a:lnTo>
                  <a:lnTo>
                    <a:pt x="284746" y="468185"/>
                  </a:lnTo>
                  <a:lnTo>
                    <a:pt x="284937" y="467982"/>
                  </a:lnTo>
                  <a:lnTo>
                    <a:pt x="285584" y="467271"/>
                  </a:lnTo>
                  <a:lnTo>
                    <a:pt x="285584" y="466420"/>
                  </a:lnTo>
                  <a:close/>
                </a:path>
                <a:path w="331470" h="521970">
                  <a:moveTo>
                    <a:pt x="288315" y="287858"/>
                  </a:moveTo>
                  <a:lnTo>
                    <a:pt x="288061" y="286131"/>
                  </a:lnTo>
                  <a:lnTo>
                    <a:pt x="285864" y="285165"/>
                  </a:lnTo>
                  <a:lnTo>
                    <a:pt x="285076" y="284975"/>
                  </a:lnTo>
                  <a:lnTo>
                    <a:pt x="281597" y="284810"/>
                  </a:lnTo>
                  <a:lnTo>
                    <a:pt x="280085" y="287439"/>
                  </a:lnTo>
                  <a:lnTo>
                    <a:pt x="281914" y="291795"/>
                  </a:lnTo>
                  <a:lnTo>
                    <a:pt x="284530" y="291973"/>
                  </a:lnTo>
                  <a:lnTo>
                    <a:pt x="286969" y="290029"/>
                  </a:lnTo>
                  <a:lnTo>
                    <a:pt x="287312" y="289610"/>
                  </a:lnTo>
                  <a:lnTo>
                    <a:pt x="287731" y="288874"/>
                  </a:lnTo>
                  <a:lnTo>
                    <a:pt x="288315" y="287858"/>
                  </a:lnTo>
                  <a:close/>
                </a:path>
                <a:path w="331470" h="521970">
                  <a:moveTo>
                    <a:pt x="292201" y="383781"/>
                  </a:moveTo>
                  <a:lnTo>
                    <a:pt x="290487" y="383781"/>
                  </a:lnTo>
                  <a:lnTo>
                    <a:pt x="290487" y="384225"/>
                  </a:lnTo>
                  <a:lnTo>
                    <a:pt x="290779" y="384225"/>
                  </a:lnTo>
                  <a:lnTo>
                    <a:pt x="292201" y="384225"/>
                  </a:lnTo>
                  <a:lnTo>
                    <a:pt x="292201" y="383781"/>
                  </a:lnTo>
                  <a:close/>
                </a:path>
                <a:path w="331470" h="521970">
                  <a:moveTo>
                    <a:pt x="293484" y="320941"/>
                  </a:moveTo>
                  <a:lnTo>
                    <a:pt x="289445" y="318719"/>
                  </a:lnTo>
                  <a:lnTo>
                    <a:pt x="285534" y="325628"/>
                  </a:lnTo>
                  <a:lnTo>
                    <a:pt x="292354" y="327952"/>
                  </a:lnTo>
                  <a:lnTo>
                    <a:pt x="292989" y="323977"/>
                  </a:lnTo>
                  <a:lnTo>
                    <a:pt x="293484" y="320941"/>
                  </a:lnTo>
                  <a:close/>
                </a:path>
                <a:path w="331470" h="521970">
                  <a:moveTo>
                    <a:pt x="294170" y="251129"/>
                  </a:moveTo>
                  <a:lnTo>
                    <a:pt x="294144" y="248653"/>
                  </a:lnTo>
                  <a:lnTo>
                    <a:pt x="291706" y="247611"/>
                  </a:lnTo>
                  <a:lnTo>
                    <a:pt x="288988" y="250342"/>
                  </a:lnTo>
                  <a:lnTo>
                    <a:pt x="289928" y="252933"/>
                  </a:lnTo>
                  <a:lnTo>
                    <a:pt x="291909" y="252844"/>
                  </a:lnTo>
                  <a:lnTo>
                    <a:pt x="293382" y="252780"/>
                  </a:lnTo>
                  <a:lnTo>
                    <a:pt x="294170" y="252082"/>
                  </a:lnTo>
                  <a:lnTo>
                    <a:pt x="294170" y="251129"/>
                  </a:lnTo>
                  <a:close/>
                </a:path>
                <a:path w="331470" h="521970">
                  <a:moveTo>
                    <a:pt x="299199" y="376110"/>
                  </a:moveTo>
                  <a:lnTo>
                    <a:pt x="298297" y="373964"/>
                  </a:lnTo>
                  <a:lnTo>
                    <a:pt x="297649" y="372427"/>
                  </a:lnTo>
                  <a:lnTo>
                    <a:pt x="296367" y="372427"/>
                  </a:lnTo>
                  <a:lnTo>
                    <a:pt x="294817" y="376097"/>
                  </a:lnTo>
                  <a:lnTo>
                    <a:pt x="299199" y="376110"/>
                  </a:lnTo>
                  <a:close/>
                </a:path>
                <a:path w="331470" h="521970">
                  <a:moveTo>
                    <a:pt x="301040" y="452069"/>
                  </a:moveTo>
                  <a:lnTo>
                    <a:pt x="295871" y="452069"/>
                  </a:lnTo>
                  <a:lnTo>
                    <a:pt x="290728" y="452069"/>
                  </a:lnTo>
                  <a:lnTo>
                    <a:pt x="290715" y="460082"/>
                  </a:lnTo>
                  <a:lnTo>
                    <a:pt x="301028" y="460082"/>
                  </a:lnTo>
                  <a:lnTo>
                    <a:pt x="301040" y="452069"/>
                  </a:lnTo>
                  <a:close/>
                </a:path>
                <a:path w="331470" h="521970">
                  <a:moveTo>
                    <a:pt x="305777" y="414159"/>
                  </a:moveTo>
                  <a:lnTo>
                    <a:pt x="300977" y="414159"/>
                  </a:lnTo>
                  <a:lnTo>
                    <a:pt x="296176" y="414159"/>
                  </a:lnTo>
                  <a:lnTo>
                    <a:pt x="296164" y="421614"/>
                  </a:lnTo>
                  <a:lnTo>
                    <a:pt x="305765" y="421614"/>
                  </a:lnTo>
                  <a:lnTo>
                    <a:pt x="305777" y="414159"/>
                  </a:lnTo>
                  <a:close/>
                </a:path>
                <a:path w="331470" h="521970">
                  <a:moveTo>
                    <a:pt x="308457" y="334772"/>
                  </a:moveTo>
                  <a:lnTo>
                    <a:pt x="308152" y="333616"/>
                  </a:lnTo>
                  <a:lnTo>
                    <a:pt x="306133" y="332613"/>
                  </a:lnTo>
                  <a:lnTo>
                    <a:pt x="305371" y="332587"/>
                  </a:lnTo>
                  <a:lnTo>
                    <a:pt x="299986" y="333870"/>
                  </a:lnTo>
                  <a:lnTo>
                    <a:pt x="302983" y="340842"/>
                  </a:lnTo>
                  <a:lnTo>
                    <a:pt x="307009" y="337680"/>
                  </a:lnTo>
                  <a:lnTo>
                    <a:pt x="307708" y="337134"/>
                  </a:lnTo>
                  <a:lnTo>
                    <a:pt x="308089" y="336575"/>
                  </a:lnTo>
                  <a:lnTo>
                    <a:pt x="308457" y="334772"/>
                  </a:lnTo>
                  <a:close/>
                </a:path>
                <a:path w="331470" h="521970">
                  <a:moveTo>
                    <a:pt x="312026" y="374624"/>
                  </a:moveTo>
                  <a:lnTo>
                    <a:pt x="311442" y="374624"/>
                  </a:lnTo>
                  <a:lnTo>
                    <a:pt x="311442" y="375081"/>
                  </a:lnTo>
                  <a:lnTo>
                    <a:pt x="311734" y="375081"/>
                  </a:lnTo>
                  <a:lnTo>
                    <a:pt x="312026" y="375081"/>
                  </a:lnTo>
                  <a:lnTo>
                    <a:pt x="312026" y="374624"/>
                  </a:lnTo>
                  <a:close/>
                </a:path>
                <a:path w="331470" h="521970">
                  <a:moveTo>
                    <a:pt x="313690" y="254520"/>
                  </a:moveTo>
                  <a:lnTo>
                    <a:pt x="313321" y="253149"/>
                  </a:lnTo>
                  <a:lnTo>
                    <a:pt x="312140" y="252755"/>
                  </a:lnTo>
                  <a:lnTo>
                    <a:pt x="311721" y="252615"/>
                  </a:lnTo>
                  <a:lnTo>
                    <a:pt x="311251" y="252603"/>
                  </a:lnTo>
                  <a:lnTo>
                    <a:pt x="309473" y="251269"/>
                  </a:lnTo>
                  <a:lnTo>
                    <a:pt x="307517" y="253326"/>
                  </a:lnTo>
                  <a:lnTo>
                    <a:pt x="309511" y="256247"/>
                  </a:lnTo>
                  <a:lnTo>
                    <a:pt x="311454" y="257022"/>
                  </a:lnTo>
                  <a:lnTo>
                    <a:pt x="313690" y="254520"/>
                  </a:lnTo>
                  <a:close/>
                </a:path>
                <a:path w="331470" h="521970">
                  <a:moveTo>
                    <a:pt x="317512" y="364020"/>
                  </a:moveTo>
                  <a:lnTo>
                    <a:pt x="311111" y="357111"/>
                  </a:lnTo>
                  <a:lnTo>
                    <a:pt x="307327" y="362178"/>
                  </a:lnTo>
                  <a:lnTo>
                    <a:pt x="304660" y="365747"/>
                  </a:lnTo>
                  <a:lnTo>
                    <a:pt x="308952" y="369760"/>
                  </a:lnTo>
                  <a:lnTo>
                    <a:pt x="317512" y="364020"/>
                  </a:lnTo>
                  <a:close/>
                </a:path>
                <a:path w="331470" h="521970">
                  <a:moveTo>
                    <a:pt x="319824" y="295363"/>
                  </a:moveTo>
                  <a:lnTo>
                    <a:pt x="310896" y="292112"/>
                  </a:lnTo>
                  <a:lnTo>
                    <a:pt x="308267" y="296849"/>
                  </a:lnTo>
                  <a:lnTo>
                    <a:pt x="310781" y="299110"/>
                  </a:lnTo>
                  <a:lnTo>
                    <a:pt x="315137" y="303034"/>
                  </a:lnTo>
                  <a:lnTo>
                    <a:pt x="319824" y="295363"/>
                  </a:lnTo>
                  <a:close/>
                </a:path>
                <a:path w="331470" h="521970">
                  <a:moveTo>
                    <a:pt x="320014" y="399910"/>
                  </a:moveTo>
                  <a:lnTo>
                    <a:pt x="318630" y="397344"/>
                  </a:lnTo>
                  <a:lnTo>
                    <a:pt x="315036" y="397344"/>
                  </a:lnTo>
                  <a:lnTo>
                    <a:pt x="313664" y="399910"/>
                  </a:lnTo>
                  <a:lnTo>
                    <a:pt x="316382" y="402107"/>
                  </a:lnTo>
                  <a:lnTo>
                    <a:pt x="317284" y="402107"/>
                  </a:lnTo>
                  <a:lnTo>
                    <a:pt x="318223" y="401345"/>
                  </a:lnTo>
                  <a:lnTo>
                    <a:pt x="318427" y="401193"/>
                  </a:lnTo>
                  <a:lnTo>
                    <a:pt x="320014" y="399910"/>
                  </a:lnTo>
                  <a:close/>
                </a:path>
                <a:path w="331470" h="521970">
                  <a:moveTo>
                    <a:pt x="328460" y="262890"/>
                  </a:moveTo>
                  <a:lnTo>
                    <a:pt x="319951" y="262890"/>
                  </a:lnTo>
                  <a:lnTo>
                    <a:pt x="319938" y="269494"/>
                  </a:lnTo>
                  <a:lnTo>
                    <a:pt x="324192" y="269494"/>
                  </a:lnTo>
                  <a:lnTo>
                    <a:pt x="328447" y="269494"/>
                  </a:lnTo>
                  <a:lnTo>
                    <a:pt x="328460" y="262890"/>
                  </a:lnTo>
                  <a:close/>
                </a:path>
                <a:path w="331470" h="521970">
                  <a:moveTo>
                    <a:pt x="331292" y="220395"/>
                  </a:moveTo>
                  <a:lnTo>
                    <a:pt x="327025" y="220395"/>
                  </a:lnTo>
                  <a:lnTo>
                    <a:pt x="322783" y="220395"/>
                  </a:lnTo>
                  <a:lnTo>
                    <a:pt x="322770" y="226999"/>
                  </a:lnTo>
                  <a:lnTo>
                    <a:pt x="331279" y="226999"/>
                  </a:lnTo>
                  <a:lnTo>
                    <a:pt x="331292" y="220395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625177" y="7766347"/>
              <a:ext cx="269875" cy="343535"/>
            </a:xfrm>
            <a:custGeom>
              <a:avLst/>
              <a:gdLst/>
              <a:ahLst/>
              <a:cxnLst/>
              <a:rect l="l" t="t" r="r" b="b"/>
              <a:pathLst>
                <a:path w="269875" h="343534">
                  <a:moveTo>
                    <a:pt x="4165" y="332651"/>
                  </a:moveTo>
                  <a:lnTo>
                    <a:pt x="0" y="332651"/>
                  </a:lnTo>
                  <a:lnTo>
                    <a:pt x="0" y="335889"/>
                  </a:lnTo>
                  <a:lnTo>
                    <a:pt x="2082" y="335889"/>
                  </a:lnTo>
                  <a:lnTo>
                    <a:pt x="4165" y="335889"/>
                  </a:lnTo>
                  <a:lnTo>
                    <a:pt x="4165" y="332651"/>
                  </a:lnTo>
                  <a:close/>
                </a:path>
                <a:path w="269875" h="343534">
                  <a:moveTo>
                    <a:pt x="9182" y="311988"/>
                  </a:moveTo>
                  <a:lnTo>
                    <a:pt x="8585" y="311988"/>
                  </a:lnTo>
                  <a:lnTo>
                    <a:pt x="8585" y="312445"/>
                  </a:lnTo>
                  <a:lnTo>
                    <a:pt x="8890" y="312445"/>
                  </a:lnTo>
                  <a:lnTo>
                    <a:pt x="9182" y="312445"/>
                  </a:lnTo>
                  <a:lnTo>
                    <a:pt x="9182" y="311988"/>
                  </a:lnTo>
                  <a:close/>
                </a:path>
                <a:path w="269875" h="343534">
                  <a:moveTo>
                    <a:pt x="16687" y="316433"/>
                  </a:moveTo>
                  <a:lnTo>
                    <a:pt x="16319" y="316103"/>
                  </a:lnTo>
                  <a:lnTo>
                    <a:pt x="16052" y="316318"/>
                  </a:lnTo>
                  <a:lnTo>
                    <a:pt x="15633" y="316649"/>
                  </a:lnTo>
                  <a:lnTo>
                    <a:pt x="14401" y="317627"/>
                  </a:lnTo>
                  <a:lnTo>
                    <a:pt x="15049" y="318312"/>
                  </a:lnTo>
                  <a:lnTo>
                    <a:pt x="15417" y="317893"/>
                  </a:lnTo>
                  <a:lnTo>
                    <a:pt x="15760" y="317512"/>
                  </a:lnTo>
                  <a:lnTo>
                    <a:pt x="16103" y="317106"/>
                  </a:lnTo>
                  <a:lnTo>
                    <a:pt x="16446" y="316725"/>
                  </a:lnTo>
                  <a:lnTo>
                    <a:pt x="16687" y="316433"/>
                  </a:lnTo>
                  <a:close/>
                </a:path>
                <a:path w="269875" h="343534">
                  <a:moveTo>
                    <a:pt x="17780" y="282854"/>
                  </a:moveTo>
                  <a:lnTo>
                    <a:pt x="16268" y="280936"/>
                  </a:lnTo>
                  <a:lnTo>
                    <a:pt x="13881" y="281368"/>
                  </a:lnTo>
                  <a:lnTo>
                    <a:pt x="13944" y="284746"/>
                  </a:lnTo>
                  <a:lnTo>
                    <a:pt x="16116" y="285038"/>
                  </a:lnTo>
                  <a:lnTo>
                    <a:pt x="16662" y="283806"/>
                  </a:lnTo>
                  <a:lnTo>
                    <a:pt x="16649" y="283552"/>
                  </a:lnTo>
                  <a:lnTo>
                    <a:pt x="15697" y="283438"/>
                  </a:lnTo>
                  <a:lnTo>
                    <a:pt x="15557" y="283311"/>
                  </a:lnTo>
                  <a:lnTo>
                    <a:pt x="16243" y="283159"/>
                  </a:lnTo>
                  <a:lnTo>
                    <a:pt x="16649" y="283552"/>
                  </a:lnTo>
                  <a:lnTo>
                    <a:pt x="16916" y="283806"/>
                  </a:lnTo>
                  <a:lnTo>
                    <a:pt x="17170" y="283540"/>
                  </a:lnTo>
                  <a:lnTo>
                    <a:pt x="17513" y="283159"/>
                  </a:lnTo>
                  <a:lnTo>
                    <a:pt x="17780" y="282854"/>
                  </a:lnTo>
                  <a:close/>
                </a:path>
                <a:path w="269875" h="343534">
                  <a:moveTo>
                    <a:pt x="19215" y="273380"/>
                  </a:moveTo>
                  <a:lnTo>
                    <a:pt x="18732" y="273113"/>
                  </a:lnTo>
                  <a:lnTo>
                    <a:pt x="17627" y="272516"/>
                  </a:lnTo>
                  <a:lnTo>
                    <a:pt x="16929" y="272135"/>
                  </a:lnTo>
                  <a:lnTo>
                    <a:pt x="16433" y="273227"/>
                  </a:lnTo>
                  <a:lnTo>
                    <a:pt x="18872" y="274218"/>
                  </a:lnTo>
                  <a:lnTo>
                    <a:pt x="19215" y="273380"/>
                  </a:lnTo>
                  <a:close/>
                </a:path>
                <a:path w="269875" h="343534">
                  <a:moveTo>
                    <a:pt x="19697" y="342900"/>
                  </a:moveTo>
                  <a:lnTo>
                    <a:pt x="18821" y="341858"/>
                  </a:lnTo>
                  <a:lnTo>
                    <a:pt x="17576" y="341261"/>
                  </a:lnTo>
                  <a:lnTo>
                    <a:pt x="16167" y="341337"/>
                  </a:lnTo>
                  <a:lnTo>
                    <a:pt x="16497" y="341249"/>
                  </a:lnTo>
                  <a:lnTo>
                    <a:pt x="18288" y="341160"/>
                  </a:lnTo>
                  <a:lnTo>
                    <a:pt x="15227" y="341147"/>
                  </a:lnTo>
                  <a:lnTo>
                    <a:pt x="14630" y="341058"/>
                  </a:lnTo>
                  <a:lnTo>
                    <a:pt x="14033" y="341033"/>
                  </a:lnTo>
                  <a:lnTo>
                    <a:pt x="13449" y="341109"/>
                  </a:lnTo>
                  <a:lnTo>
                    <a:pt x="12941" y="340512"/>
                  </a:lnTo>
                  <a:lnTo>
                    <a:pt x="12217" y="340093"/>
                  </a:lnTo>
                  <a:lnTo>
                    <a:pt x="9512" y="340309"/>
                  </a:lnTo>
                  <a:lnTo>
                    <a:pt x="8242" y="340639"/>
                  </a:lnTo>
                  <a:lnTo>
                    <a:pt x="6057" y="342074"/>
                  </a:lnTo>
                  <a:lnTo>
                    <a:pt x="5702" y="342480"/>
                  </a:lnTo>
                  <a:lnTo>
                    <a:pt x="5397" y="342900"/>
                  </a:lnTo>
                  <a:lnTo>
                    <a:pt x="19697" y="342900"/>
                  </a:lnTo>
                  <a:close/>
                </a:path>
                <a:path w="269875" h="343534">
                  <a:moveTo>
                    <a:pt x="32931" y="244462"/>
                  </a:moveTo>
                  <a:lnTo>
                    <a:pt x="32118" y="243827"/>
                  </a:lnTo>
                  <a:lnTo>
                    <a:pt x="31064" y="243014"/>
                  </a:lnTo>
                  <a:lnTo>
                    <a:pt x="29362" y="243459"/>
                  </a:lnTo>
                  <a:lnTo>
                    <a:pt x="29362" y="246494"/>
                  </a:lnTo>
                  <a:lnTo>
                    <a:pt x="31064" y="246938"/>
                  </a:lnTo>
                  <a:lnTo>
                    <a:pt x="32435" y="245872"/>
                  </a:lnTo>
                  <a:lnTo>
                    <a:pt x="32931" y="245478"/>
                  </a:lnTo>
                  <a:lnTo>
                    <a:pt x="32931" y="244462"/>
                  </a:lnTo>
                  <a:close/>
                </a:path>
                <a:path w="269875" h="343534">
                  <a:moveTo>
                    <a:pt x="47307" y="291363"/>
                  </a:moveTo>
                  <a:lnTo>
                    <a:pt x="45161" y="289013"/>
                  </a:lnTo>
                  <a:lnTo>
                    <a:pt x="44157" y="290664"/>
                  </a:lnTo>
                  <a:lnTo>
                    <a:pt x="43789" y="291312"/>
                  </a:lnTo>
                  <a:lnTo>
                    <a:pt x="43294" y="292125"/>
                  </a:lnTo>
                  <a:lnTo>
                    <a:pt x="44246" y="292989"/>
                  </a:lnTo>
                  <a:lnTo>
                    <a:pt x="45034" y="292569"/>
                  </a:lnTo>
                  <a:lnTo>
                    <a:pt x="47307" y="291363"/>
                  </a:lnTo>
                  <a:close/>
                </a:path>
                <a:path w="269875" h="343534">
                  <a:moveTo>
                    <a:pt x="48412" y="215303"/>
                  </a:moveTo>
                  <a:lnTo>
                    <a:pt x="48044" y="214972"/>
                  </a:lnTo>
                  <a:lnTo>
                    <a:pt x="47561" y="215353"/>
                  </a:lnTo>
                  <a:lnTo>
                    <a:pt x="47358" y="215519"/>
                  </a:lnTo>
                  <a:lnTo>
                    <a:pt x="47155" y="215684"/>
                  </a:lnTo>
                  <a:lnTo>
                    <a:pt x="46799" y="215963"/>
                  </a:lnTo>
                  <a:lnTo>
                    <a:pt x="47345" y="216522"/>
                  </a:lnTo>
                  <a:lnTo>
                    <a:pt x="47650" y="216179"/>
                  </a:lnTo>
                  <a:lnTo>
                    <a:pt x="47815" y="215976"/>
                  </a:lnTo>
                  <a:lnTo>
                    <a:pt x="47993" y="215785"/>
                  </a:lnTo>
                  <a:lnTo>
                    <a:pt x="48158" y="215595"/>
                  </a:lnTo>
                  <a:lnTo>
                    <a:pt x="48412" y="215303"/>
                  </a:lnTo>
                  <a:close/>
                </a:path>
                <a:path w="269875" h="343534">
                  <a:moveTo>
                    <a:pt x="50025" y="295516"/>
                  </a:moveTo>
                  <a:lnTo>
                    <a:pt x="45135" y="295516"/>
                  </a:lnTo>
                  <a:lnTo>
                    <a:pt x="40259" y="295516"/>
                  </a:lnTo>
                  <a:lnTo>
                    <a:pt x="40246" y="303098"/>
                  </a:lnTo>
                  <a:lnTo>
                    <a:pt x="50012" y="303098"/>
                  </a:lnTo>
                  <a:lnTo>
                    <a:pt x="50025" y="295516"/>
                  </a:lnTo>
                  <a:close/>
                </a:path>
                <a:path w="269875" h="343534">
                  <a:moveTo>
                    <a:pt x="53594" y="319976"/>
                  </a:moveTo>
                  <a:lnTo>
                    <a:pt x="53378" y="314985"/>
                  </a:lnTo>
                  <a:lnTo>
                    <a:pt x="44958" y="315112"/>
                  </a:lnTo>
                  <a:lnTo>
                    <a:pt x="46355" y="322643"/>
                  </a:lnTo>
                  <a:lnTo>
                    <a:pt x="50482" y="321119"/>
                  </a:lnTo>
                  <a:lnTo>
                    <a:pt x="53594" y="319976"/>
                  </a:lnTo>
                  <a:close/>
                </a:path>
                <a:path w="269875" h="343534">
                  <a:moveTo>
                    <a:pt x="60198" y="245338"/>
                  </a:moveTo>
                  <a:lnTo>
                    <a:pt x="58813" y="243725"/>
                  </a:lnTo>
                  <a:lnTo>
                    <a:pt x="58191" y="241769"/>
                  </a:lnTo>
                  <a:lnTo>
                    <a:pt x="55880" y="241769"/>
                  </a:lnTo>
                  <a:lnTo>
                    <a:pt x="55232" y="243725"/>
                  </a:lnTo>
                  <a:lnTo>
                    <a:pt x="53860" y="245338"/>
                  </a:lnTo>
                  <a:lnTo>
                    <a:pt x="54711" y="248043"/>
                  </a:lnTo>
                  <a:lnTo>
                    <a:pt x="59347" y="248043"/>
                  </a:lnTo>
                  <a:lnTo>
                    <a:pt x="60198" y="245338"/>
                  </a:lnTo>
                  <a:close/>
                </a:path>
                <a:path w="269875" h="343534">
                  <a:moveTo>
                    <a:pt x="61074" y="270979"/>
                  </a:moveTo>
                  <a:lnTo>
                    <a:pt x="51841" y="270979"/>
                  </a:lnTo>
                  <a:lnTo>
                    <a:pt x="51841" y="278142"/>
                  </a:lnTo>
                  <a:lnTo>
                    <a:pt x="56464" y="278142"/>
                  </a:lnTo>
                  <a:lnTo>
                    <a:pt x="61074" y="278142"/>
                  </a:lnTo>
                  <a:lnTo>
                    <a:pt x="61074" y="270979"/>
                  </a:lnTo>
                  <a:close/>
                </a:path>
                <a:path w="269875" h="343534">
                  <a:moveTo>
                    <a:pt x="61391" y="209753"/>
                  </a:moveTo>
                  <a:lnTo>
                    <a:pt x="57594" y="209753"/>
                  </a:lnTo>
                  <a:lnTo>
                    <a:pt x="53797" y="209753"/>
                  </a:lnTo>
                  <a:lnTo>
                    <a:pt x="53797" y="215658"/>
                  </a:lnTo>
                  <a:lnTo>
                    <a:pt x="61391" y="215658"/>
                  </a:lnTo>
                  <a:lnTo>
                    <a:pt x="61391" y="209753"/>
                  </a:lnTo>
                  <a:close/>
                </a:path>
                <a:path w="269875" h="343534">
                  <a:moveTo>
                    <a:pt x="73583" y="311238"/>
                  </a:moveTo>
                  <a:lnTo>
                    <a:pt x="72326" y="311238"/>
                  </a:lnTo>
                  <a:lnTo>
                    <a:pt x="71056" y="311238"/>
                  </a:lnTo>
                  <a:lnTo>
                    <a:pt x="71056" y="313207"/>
                  </a:lnTo>
                  <a:lnTo>
                    <a:pt x="73583" y="313207"/>
                  </a:lnTo>
                  <a:lnTo>
                    <a:pt x="73583" y="311238"/>
                  </a:lnTo>
                  <a:close/>
                </a:path>
                <a:path w="269875" h="343534">
                  <a:moveTo>
                    <a:pt x="83350" y="283400"/>
                  </a:moveTo>
                  <a:lnTo>
                    <a:pt x="83058" y="281406"/>
                  </a:lnTo>
                  <a:lnTo>
                    <a:pt x="81800" y="281139"/>
                  </a:lnTo>
                  <a:lnTo>
                    <a:pt x="81368" y="281089"/>
                  </a:lnTo>
                  <a:lnTo>
                    <a:pt x="81026" y="280873"/>
                  </a:lnTo>
                  <a:lnTo>
                    <a:pt x="80797" y="280504"/>
                  </a:lnTo>
                  <a:lnTo>
                    <a:pt x="80721" y="277888"/>
                  </a:lnTo>
                  <a:lnTo>
                    <a:pt x="76644" y="277876"/>
                  </a:lnTo>
                  <a:lnTo>
                    <a:pt x="76822" y="283514"/>
                  </a:lnTo>
                  <a:lnTo>
                    <a:pt x="79413" y="285292"/>
                  </a:lnTo>
                  <a:lnTo>
                    <a:pt x="83350" y="283400"/>
                  </a:lnTo>
                  <a:close/>
                </a:path>
                <a:path w="269875" h="343534">
                  <a:moveTo>
                    <a:pt x="91871" y="318414"/>
                  </a:moveTo>
                  <a:lnTo>
                    <a:pt x="91503" y="316204"/>
                  </a:lnTo>
                  <a:lnTo>
                    <a:pt x="89865" y="315950"/>
                  </a:lnTo>
                  <a:lnTo>
                    <a:pt x="88226" y="316687"/>
                  </a:lnTo>
                  <a:lnTo>
                    <a:pt x="87934" y="316928"/>
                  </a:lnTo>
                  <a:lnTo>
                    <a:pt x="84874" y="320636"/>
                  </a:lnTo>
                  <a:lnTo>
                    <a:pt x="90500" y="323557"/>
                  </a:lnTo>
                  <a:lnTo>
                    <a:pt x="91630" y="319836"/>
                  </a:lnTo>
                  <a:lnTo>
                    <a:pt x="91871" y="319011"/>
                  </a:lnTo>
                  <a:lnTo>
                    <a:pt x="91871" y="318414"/>
                  </a:lnTo>
                  <a:close/>
                </a:path>
                <a:path w="269875" h="343534">
                  <a:moveTo>
                    <a:pt x="97243" y="244005"/>
                  </a:moveTo>
                  <a:lnTo>
                    <a:pt x="90449" y="244005"/>
                  </a:lnTo>
                  <a:lnTo>
                    <a:pt x="83667" y="244005"/>
                  </a:lnTo>
                  <a:lnTo>
                    <a:pt x="83654" y="254546"/>
                  </a:lnTo>
                  <a:lnTo>
                    <a:pt x="97231" y="254546"/>
                  </a:lnTo>
                  <a:lnTo>
                    <a:pt x="97243" y="244005"/>
                  </a:lnTo>
                  <a:close/>
                </a:path>
                <a:path w="269875" h="343534">
                  <a:moveTo>
                    <a:pt x="123520" y="234099"/>
                  </a:moveTo>
                  <a:lnTo>
                    <a:pt x="119900" y="234099"/>
                  </a:lnTo>
                  <a:lnTo>
                    <a:pt x="116293" y="234099"/>
                  </a:lnTo>
                  <a:lnTo>
                    <a:pt x="116281" y="239725"/>
                  </a:lnTo>
                  <a:lnTo>
                    <a:pt x="123520" y="239725"/>
                  </a:lnTo>
                  <a:lnTo>
                    <a:pt x="123520" y="234099"/>
                  </a:lnTo>
                  <a:close/>
                </a:path>
                <a:path w="269875" h="343534">
                  <a:moveTo>
                    <a:pt x="131521" y="231305"/>
                  </a:moveTo>
                  <a:lnTo>
                    <a:pt x="130937" y="231305"/>
                  </a:lnTo>
                  <a:lnTo>
                    <a:pt x="130937" y="231749"/>
                  </a:lnTo>
                  <a:lnTo>
                    <a:pt x="131229" y="231749"/>
                  </a:lnTo>
                  <a:lnTo>
                    <a:pt x="131521" y="231749"/>
                  </a:lnTo>
                  <a:lnTo>
                    <a:pt x="131521" y="231305"/>
                  </a:lnTo>
                  <a:close/>
                </a:path>
                <a:path w="269875" h="343534">
                  <a:moveTo>
                    <a:pt x="133845" y="343154"/>
                  </a:moveTo>
                  <a:lnTo>
                    <a:pt x="132930" y="339585"/>
                  </a:lnTo>
                  <a:lnTo>
                    <a:pt x="132727" y="339191"/>
                  </a:lnTo>
                  <a:lnTo>
                    <a:pt x="132270" y="338709"/>
                  </a:lnTo>
                  <a:lnTo>
                    <a:pt x="131800" y="338201"/>
                  </a:lnTo>
                  <a:lnTo>
                    <a:pt x="130860" y="338175"/>
                  </a:lnTo>
                  <a:lnTo>
                    <a:pt x="129933" y="339204"/>
                  </a:lnTo>
                  <a:lnTo>
                    <a:pt x="129730" y="339585"/>
                  </a:lnTo>
                  <a:lnTo>
                    <a:pt x="128879" y="343217"/>
                  </a:lnTo>
                  <a:lnTo>
                    <a:pt x="133845" y="343154"/>
                  </a:lnTo>
                  <a:close/>
                </a:path>
                <a:path w="269875" h="343534">
                  <a:moveTo>
                    <a:pt x="148564" y="228790"/>
                  </a:moveTo>
                  <a:lnTo>
                    <a:pt x="147866" y="224929"/>
                  </a:lnTo>
                  <a:lnTo>
                    <a:pt x="144907" y="224523"/>
                  </a:lnTo>
                  <a:lnTo>
                    <a:pt x="144221" y="224320"/>
                  </a:lnTo>
                  <a:lnTo>
                    <a:pt x="143738" y="224205"/>
                  </a:lnTo>
                  <a:lnTo>
                    <a:pt x="143040" y="224142"/>
                  </a:lnTo>
                  <a:lnTo>
                    <a:pt x="141033" y="224624"/>
                  </a:lnTo>
                  <a:lnTo>
                    <a:pt x="139979" y="225729"/>
                  </a:lnTo>
                  <a:lnTo>
                    <a:pt x="138925" y="229616"/>
                  </a:lnTo>
                  <a:lnTo>
                    <a:pt x="140817" y="232549"/>
                  </a:lnTo>
                  <a:lnTo>
                    <a:pt x="144792" y="232270"/>
                  </a:lnTo>
                  <a:lnTo>
                    <a:pt x="145986" y="231978"/>
                  </a:lnTo>
                  <a:lnTo>
                    <a:pt x="148564" y="228790"/>
                  </a:lnTo>
                  <a:close/>
                </a:path>
                <a:path w="269875" h="343534">
                  <a:moveTo>
                    <a:pt x="185280" y="301269"/>
                  </a:moveTo>
                  <a:lnTo>
                    <a:pt x="179438" y="299694"/>
                  </a:lnTo>
                  <a:lnTo>
                    <a:pt x="177482" y="305142"/>
                  </a:lnTo>
                  <a:lnTo>
                    <a:pt x="177888" y="306362"/>
                  </a:lnTo>
                  <a:lnTo>
                    <a:pt x="179222" y="307682"/>
                  </a:lnTo>
                  <a:lnTo>
                    <a:pt x="179870" y="308063"/>
                  </a:lnTo>
                  <a:lnTo>
                    <a:pt x="180746" y="307962"/>
                  </a:lnTo>
                  <a:lnTo>
                    <a:pt x="182181" y="307809"/>
                  </a:lnTo>
                  <a:lnTo>
                    <a:pt x="183172" y="307111"/>
                  </a:lnTo>
                  <a:lnTo>
                    <a:pt x="185280" y="301269"/>
                  </a:lnTo>
                  <a:close/>
                </a:path>
                <a:path w="269875" h="343534">
                  <a:moveTo>
                    <a:pt x="187261" y="284899"/>
                  </a:moveTo>
                  <a:lnTo>
                    <a:pt x="186944" y="281559"/>
                  </a:lnTo>
                  <a:lnTo>
                    <a:pt x="186867" y="280619"/>
                  </a:lnTo>
                  <a:lnTo>
                    <a:pt x="186143" y="279552"/>
                  </a:lnTo>
                  <a:lnTo>
                    <a:pt x="184467" y="279717"/>
                  </a:lnTo>
                  <a:lnTo>
                    <a:pt x="183921" y="279641"/>
                  </a:lnTo>
                  <a:lnTo>
                    <a:pt x="182727" y="279946"/>
                  </a:lnTo>
                  <a:lnTo>
                    <a:pt x="182232" y="280327"/>
                  </a:lnTo>
                  <a:lnTo>
                    <a:pt x="179730" y="281025"/>
                  </a:lnTo>
                  <a:lnTo>
                    <a:pt x="179616" y="283425"/>
                  </a:lnTo>
                  <a:lnTo>
                    <a:pt x="183578" y="286194"/>
                  </a:lnTo>
                  <a:lnTo>
                    <a:pt x="187261" y="284899"/>
                  </a:lnTo>
                  <a:close/>
                </a:path>
                <a:path w="269875" h="343534">
                  <a:moveTo>
                    <a:pt x="189293" y="283476"/>
                  </a:moveTo>
                  <a:lnTo>
                    <a:pt x="188709" y="283476"/>
                  </a:lnTo>
                  <a:lnTo>
                    <a:pt x="188709" y="283933"/>
                  </a:lnTo>
                  <a:lnTo>
                    <a:pt x="189001" y="283933"/>
                  </a:lnTo>
                  <a:lnTo>
                    <a:pt x="189293" y="283933"/>
                  </a:lnTo>
                  <a:lnTo>
                    <a:pt x="189293" y="283476"/>
                  </a:lnTo>
                  <a:close/>
                </a:path>
                <a:path w="269875" h="343534">
                  <a:moveTo>
                    <a:pt x="210362" y="315722"/>
                  </a:moveTo>
                  <a:lnTo>
                    <a:pt x="202755" y="315722"/>
                  </a:lnTo>
                  <a:lnTo>
                    <a:pt x="202755" y="321627"/>
                  </a:lnTo>
                  <a:lnTo>
                    <a:pt x="206565" y="321627"/>
                  </a:lnTo>
                  <a:lnTo>
                    <a:pt x="210362" y="321627"/>
                  </a:lnTo>
                  <a:lnTo>
                    <a:pt x="210362" y="315722"/>
                  </a:lnTo>
                  <a:close/>
                </a:path>
                <a:path w="269875" h="343534">
                  <a:moveTo>
                    <a:pt x="214833" y="253809"/>
                  </a:moveTo>
                  <a:lnTo>
                    <a:pt x="211658" y="253809"/>
                  </a:lnTo>
                  <a:lnTo>
                    <a:pt x="208495" y="253809"/>
                  </a:lnTo>
                  <a:lnTo>
                    <a:pt x="208483" y="258737"/>
                  </a:lnTo>
                  <a:lnTo>
                    <a:pt x="214820" y="258737"/>
                  </a:lnTo>
                  <a:lnTo>
                    <a:pt x="214833" y="253809"/>
                  </a:lnTo>
                  <a:close/>
                </a:path>
                <a:path w="269875" h="343534">
                  <a:moveTo>
                    <a:pt x="215379" y="234251"/>
                  </a:moveTo>
                  <a:lnTo>
                    <a:pt x="214045" y="233362"/>
                  </a:lnTo>
                  <a:lnTo>
                    <a:pt x="213233" y="234061"/>
                  </a:lnTo>
                  <a:lnTo>
                    <a:pt x="208927" y="237769"/>
                  </a:lnTo>
                  <a:lnTo>
                    <a:pt x="211785" y="240245"/>
                  </a:lnTo>
                  <a:lnTo>
                    <a:pt x="215379" y="234251"/>
                  </a:lnTo>
                  <a:close/>
                </a:path>
                <a:path w="269875" h="343534">
                  <a:moveTo>
                    <a:pt x="221322" y="127063"/>
                  </a:moveTo>
                  <a:lnTo>
                    <a:pt x="217017" y="126377"/>
                  </a:lnTo>
                  <a:lnTo>
                    <a:pt x="216966" y="129387"/>
                  </a:lnTo>
                  <a:lnTo>
                    <a:pt x="216954" y="130390"/>
                  </a:lnTo>
                  <a:lnTo>
                    <a:pt x="217360" y="131076"/>
                  </a:lnTo>
                  <a:lnTo>
                    <a:pt x="217982" y="131432"/>
                  </a:lnTo>
                  <a:lnTo>
                    <a:pt x="218262" y="131597"/>
                  </a:lnTo>
                  <a:lnTo>
                    <a:pt x="219608" y="132384"/>
                  </a:lnTo>
                  <a:lnTo>
                    <a:pt x="221145" y="131356"/>
                  </a:lnTo>
                  <a:lnTo>
                    <a:pt x="221234" y="129743"/>
                  </a:lnTo>
                  <a:lnTo>
                    <a:pt x="221145" y="129489"/>
                  </a:lnTo>
                  <a:lnTo>
                    <a:pt x="221322" y="127063"/>
                  </a:lnTo>
                  <a:close/>
                </a:path>
                <a:path w="269875" h="343534">
                  <a:moveTo>
                    <a:pt x="223837" y="91008"/>
                  </a:moveTo>
                  <a:lnTo>
                    <a:pt x="219227" y="87401"/>
                  </a:lnTo>
                  <a:lnTo>
                    <a:pt x="217055" y="91389"/>
                  </a:lnTo>
                  <a:lnTo>
                    <a:pt x="217131" y="92646"/>
                  </a:lnTo>
                  <a:lnTo>
                    <a:pt x="217373" y="94234"/>
                  </a:lnTo>
                  <a:lnTo>
                    <a:pt x="218897" y="94881"/>
                  </a:lnTo>
                  <a:lnTo>
                    <a:pt x="220446" y="94462"/>
                  </a:lnTo>
                  <a:lnTo>
                    <a:pt x="220802" y="94234"/>
                  </a:lnTo>
                  <a:lnTo>
                    <a:pt x="221475" y="93395"/>
                  </a:lnTo>
                  <a:lnTo>
                    <a:pt x="222046" y="92697"/>
                  </a:lnTo>
                  <a:lnTo>
                    <a:pt x="223837" y="91008"/>
                  </a:lnTo>
                  <a:close/>
                </a:path>
                <a:path w="269875" h="343534">
                  <a:moveTo>
                    <a:pt x="225386" y="149974"/>
                  </a:moveTo>
                  <a:lnTo>
                    <a:pt x="225272" y="147840"/>
                  </a:lnTo>
                  <a:lnTo>
                    <a:pt x="225221" y="147497"/>
                  </a:lnTo>
                  <a:lnTo>
                    <a:pt x="224421" y="144830"/>
                  </a:lnTo>
                  <a:lnTo>
                    <a:pt x="221424" y="145745"/>
                  </a:lnTo>
                  <a:lnTo>
                    <a:pt x="222135" y="147472"/>
                  </a:lnTo>
                  <a:lnTo>
                    <a:pt x="222580" y="148577"/>
                  </a:lnTo>
                  <a:lnTo>
                    <a:pt x="223723" y="150177"/>
                  </a:lnTo>
                  <a:lnTo>
                    <a:pt x="225386" y="149974"/>
                  </a:lnTo>
                  <a:close/>
                </a:path>
                <a:path w="269875" h="343534">
                  <a:moveTo>
                    <a:pt x="226148" y="111442"/>
                  </a:moveTo>
                  <a:lnTo>
                    <a:pt x="225348" y="110070"/>
                  </a:lnTo>
                  <a:lnTo>
                    <a:pt x="225209" y="109855"/>
                  </a:lnTo>
                  <a:lnTo>
                    <a:pt x="224104" y="108013"/>
                  </a:lnTo>
                  <a:lnTo>
                    <a:pt x="221665" y="110629"/>
                  </a:lnTo>
                  <a:lnTo>
                    <a:pt x="223481" y="111594"/>
                  </a:lnTo>
                  <a:lnTo>
                    <a:pt x="225056" y="112420"/>
                  </a:lnTo>
                  <a:lnTo>
                    <a:pt x="226148" y="111442"/>
                  </a:lnTo>
                  <a:close/>
                </a:path>
                <a:path w="269875" h="343534">
                  <a:moveTo>
                    <a:pt x="227431" y="294932"/>
                  </a:moveTo>
                  <a:lnTo>
                    <a:pt x="226771" y="293776"/>
                  </a:lnTo>
                  <a:lnTo>
                    <a:pt x="225996" y="294335"/>
                  </a:lnTo>
                  <a:lnTo>
                    <a:pt x="225577" y="294640"/>
                  </a:lnTo>
                  <a:lnTo>
                    <a:pt x="224751" y="295224"/>
                  </a:lnTo>
                  <a:lnTo>
                    <a:pt x="223520" y="296113"/>
                  </a:lnTo>
                  <a:lnTo>
                    <a:pt x="225107" y="297815"/>
                  </a:lnTo>
                  <a:lnTo>
                    <a:pt x="225945" y="296773"/>
                  </a:lnTo>
                  <a:lnTo>
                    <a:pt x="226275" y="296367"/>
                  </a:lnTo>
                  <a:lnTo>
                    <a:pt x="226606" y="295960"/>
                  </a:lnTo>
                  <a:lnTo>
                    <a:pt x="227431" y="294932"/>
                  </a:lnTo>
                  <a:close/>
                </a:path>
                <a:path w="269875" h="343534">
                  <a:moveTo>
                    <a:pt x="230073" y="209791"/>
                  </a:moveTo>
                  <a:lnTo>
                    <a:pt x="229781" y="209791"/>
                  </a:lnTo>
                  <a:lnTo>
                    <a:pt x="229489" y="209791"/>
                  </a:lnTo>
                  <a:lnTo>
                    <a:pt x="229489" y="210235"/>
                  </a:lnTo>
                  <a:lnTo>
                    <a:pt x="230073" y="210235"/>
                  </a:lnTo>
                  <a:lnTo>
                    <a:pt x="230073" y="209791"/>
                  </a:lnTo>
                  <a:close/>
                </a:path>
                <a:path w="269875" h="343534">
                  <a:moveTo>
                    <a:pt x="230162" y="34048"/>
                  </a:moveTo>
                  <a:lnTo>
                    <a:pt x="229565" y="32994"/>
                  </a:lnTo>
                  <a:lnTo>
                    <a:pt x="228866" y="33502"/>
                  </a:lnTo>
                  <a:lnTo>
                    <a:pt x="228447" y="33807"/>
                  </a:lnTo>
                  <a:lnTo>
                    <a:pt x="228041" y="34099"/>
                  </a:lnTo>
                  <a:lnTo>
                    <a:pt x="227622" y="34404"/>
                  </a:lnTo>
                  <a:lnTo>
                    <a:pt x="226479" y="35229"/>
                  </a:lnTo>
                  <a:lnTo>
                    <a:pt x="227952" y="36791"/>
                  </a:lnTo>
                  <a:lnTo>
                    <a:pt x="228727" y="35826"/>
                  </a:lnTo>
                  <a:lnTo>
                    <a:pt x="229057" y="35420"/>
                  </a:lnTo>
                  <a:lnTo>
                    <a:pt x="229387" y="35013"/>
                  </a:lnTo>
                  <a:lnTo>
                    <a:pt x="230162" y="34048"/>
                  </a:lnTo>
                  <a:close/>
                </a:path>
                <a:path w="269875" h="343534">
                  <a:moveTo>
                    <a:pt x="230174" y="280771"/>
                  </a:moveTo>
                  <a:lnTo>
                    <a:pt x="227736" y="278625"/>
                  </a:lnTo>
                  <a:lnTo>
                    <a:pt x="227152" y="278104"/>
                  </a:lnTo>
                  <a:lnTo>
                    <a:pt x="225755" y="276847"/>
                  </a:lnTo>
                  <a:lnTo>
                    <a:pt x="224332" y="277850"/>
                  </a:lnTo>
                  <a:lnTo>
                    <a:pt x="224510" y="279222"/>
                  </a:lnTo>
                  <a:lnTo>
                    <a:pt x="225107" y="283337"/>
                  </a:lnTo>
                  <a:lnTo>
                    <a:pt x="230174" y="280771"/>
                  </a:lnTo>
                  <a:close/>
                </a:path>
                <a:path w="269875" h="343534">
                  <a:moveTo>
                    <a:pt x="230644" y="319836"/>
                  </a:moveTo>
                  <a:lnTo>
                    <a:pt x="228409" y="317233"/>
                  </a:lnTo>
                  <a:lnTo>
                    <a:pt x="227863" y="316585"/>
                  </a:lnTo>
                  <a:lnTo>
                    <a:pt x="227177" y="316598"/>
                  </a:lnTo>
                  <a:lnTo>
                    <a:pt x="224396" y="319836"/>
                  </a:lnTo>
                  <a:lnTo>
                    <a:pt x="230644" y="319836"/>
                  </a:lnTo>
                  <a:close/>
                </a:path>
                <a:path w="269875" h="343534">
                  <a:moveTo>
                    <a:pt x="230644" y="169976"/>
                  </a:moveTo>
                  <a:lnTo>
                    <a:pt x="230352" y="169976"/>
                  </a:lnTo>
                  <a:lnTo>
                    <a:pt x="230060" y="169976"/>
                  </a:lnTo>
                  <a:lnTo>
                    <a:pt x="230060" y="170434"/>
                  </a:lnTo>
                  <a:lnTo>
                    <a:pt x="230644" y="170434"/>
                  </a:lnTo>
                  <a:lnTo>
                    <a:pt x="230644" y="169976"/>
                  </a:lnTo>
                  <a:close/>
                </a:path>
                <a:path w="269875" h="343534">
                  <a:moveTo>
                    <a:pt x="230784" y="212013"/>
                  </a:moveTo>
                  <a:lnTo>
                    <a:pt x="230314" y="211035"/>
                  </a:lnTo>
                  <a:lnTo>
                    <a:pt x="229349" y="211442"/>
                  </a:lnTo>
                  <a:lnTo>
                    <a:pt x="229133" y="211518"/>
                  </a:lnTo>
                  <a:lnTo>
                    <a:pt x="228917" y="211620"/>
                  </a:lnTo>
                  <a:lnTo>
                    <a:pt x="226745" y="212521"/>
                  </a:lnTo>
                  <a:lnTo>
                    <a:pt x="229400" y="214909"/>
                  </a:lnTo>
                  <a:lnTo>
                    <a:pt x="230187" y="213271"/>
                  </a:lnTo>
                  <a:lnTo>
                    <a:pt x="230301" y="213042"/>
                  </a:lnTo>
                  <a:lnTo>
                    <a:pt x="230784" y="212013"/>
                  </a:lnTo>
                  <a:close/>
                </a:path>
                <a:path w="269875" h="343534">
                  <a:moveTo>
                    <a:pt x="231546" y="226047"/>
                  </a:moveTo>
                  <a:lnTo>
                    <a:pt x="228650" y="226047"/>
                  </a:lnTo>
                  <a:lnTo>
                    <a:pt x="225755" y="226047"/>
                  </a:lnTo>
                  <a:lnTo>
                    <a:pt x="225755" y="230555"/>
                  </a:lnTo>
                  <a:lnTo>
                    <a:pt x="231546" y="230555"/>
                  </a:lnTo>
                  <a:lnTo>
                    <a:pt x="231546" y="226047"/>
                  </a:lnTo>
                  <a:close/>
                </a:path>
                <a:path w="269875" h="343534">
                  <a:moveTo>
                    <a:pt x="233464" y="178612"/>
                  </a:moveTo>
                  <a:close/>
                </a:path>
                <a:path w="269875" h="343534">
                  <a:moveTo>
                    <a:pt x="233908" y="55854"/>
                  </a:moveTo>
                  <a:lnTo>
                    <a:pt x="232968" y="53276"/>
                  </a:lnTo>
                  <a:lnTo>
                    <a:pt x="231495" y="54127"/>
                  </a:lnTo>
                  <a:lnTo>
                    <a:pt x="230593" y="54254"/>
                  </a:lnTo>
                  <a:lnTo>
                    <a:pt x="229654" y="54013"/>
                  </a:lnTo>
                  <a:lnTo>
                    <a:pt x="229133" y="55283"/>
                  </a:lnTo>
                  <a:lnTo>
                    <a:pt x="230784" y="56324"/>
                  </a:lnTo>
                  <a:lnTo>
                    <a:pt x="231406" y="56388"/>
                  </a:lnTo>
                  <a:lnTo>
                    <a:pt x="233908" y="55854"/>
                  </a:lnTo>
                  <a:close/>
                </a:path>
                <a:path w="269875" h="343534">
                  <a:moveTo>
                    <a:pt x="234454" y="250532"/>
                  </a:moveTo>
                  <a:lnTo>
                    <a:pt x="232892" y="248945"/>
                  </a:lnTo>
                  <a:lnTo>
                    <a:pt x="231394" y="247446"/>
                  </a:lnTo>
                  <a:lnTo>
                    <a:pt x="230378" y="248158"/>
                  </a:lnTo>
                  <a:lnTo>
                    <a:pt x="230619" y="249402"/>
                  </a:lnTo>
                  <a:lnTo>
                    <a:pt x="230708" y="249783"/>
                  </a:lnTo>
                  <a:lnTo>
                    <a:pt x="231165" y="252145"/>
                  </a:lnTo>
                  <a:lnTo>
                    <a:pt x="234454" y="250532"/>
                  </a:lnTo>
                  <a:close/>
                </a:path>
                <a:path w="269875" h="343534">
                  <a:moveTo>
                    <a:pt x="236359" y="234061"/>
                  </a:moveTo>
                  <a:lnTo>
                    <a:pt x="234543" y="234061"/>
                  </a:lnTo>
                  <a:lnTo>
                    <a:pt x="234543" y="235458"/>
                  </a:lnTo>
                  <a:lnTo>
                    <a:pt x="235445" y="235458"/>
                  </a:lnTo>
                  <a:lnTo>
                    <a:pt x="236347" y="235458"/>
                  </a:lnTo>
                  <a:lnTo>
                    <a:pt x="236359" y="234061"/>
                  </a:lnTo>
                  <a:close/>
                </a:path>
                <a:path w="269875" h="343534">
                  <a:moveTo>
                    <a:pt x="236918" y="182105"/>
                  </a:moveTo>
                  <a:lnTo>
                    <a:pt x="236715" y="180187"/>
                  </a:lnTo>
                  <a:lnTo>
                    <a:pt x="236689" y="180035"/>
                  </a:lnTo>
                  <a:lnTo>
                    <a:pt x="236537" y="178650"/>
                  </a:lnTo>
                  <a:lnTo>
                    <a:pt x="236512" y="178409"/>
                  </a:lnTo>
                  <a:lnTo>
                    <a:pt x="236347" y="176885"/>
                  </a:lnTo>
                  <a:lnTo>
                    <a:pt x="233502" y="177482"/>
                  </a:lnTo>
                  <a:lnTo>
                    <a:pt x="233502" y="178650"/>
                  </a:lnTo>
                  <a:lnTo>
                    <a:pt x="233362" y="178587"/>
                  </a:lnTo>
                  <a:lnTo>
                    <a:pt x="233502" y="178650"/>
                  </a:lnTo>
                  <a:lnTo>
                    <a:pt x="233502" y="177482"/>
                  </a:lnTo>
                  <a:lnTo>
                    <a:pt x="233197" y="177546"/>
                  </a:lnTo>
                  <a:lnTo>
                    <a:pt x="233197" y="178409"/>
                  </a:lnTo>
                  <a:lnTo>
                    <a:pt x="232968" y="178384"/>
                  </a:lnTo>
                  <a:lnTo>
                    <a:pt x="233197" y="178409"/>
                  </a:lnTo>
                  <a:lnTo>
                    <a:pt x="233197" y="177546"/>
                  </a:lnTo>
                  <a:lnTo>
                    <a:pt x="232854" y="177622"/>
                  </a:lnTo>
                  <a:lnTo>
                    <a:pt x="232854" y="180187"/>
                  </a:lnTo>
                  <a:lnTo>
                    <a:pt x="232651" y="180035"/>
                  </a:lnTo>
                  <a:lnTo>
                    <a:pt x="232854" y="180187"/>
                  </a:lnTo>
                  <a:lnTo>
                    <a:pt x="232854" y="177622"/>
                  </a:lnTo>
                  <a:lnTo>
                    <a:pt x="232244" y="177736"/>
                  </a:lnTo>
                  <a:lnTo>
                    <a:pt x="231952" y="178257"/>
                  </a:lnTo>
                  <a:lnTo>
                    <a:pt x="231927" y="178803"/>
                  </a:lnTo>
                  <a:lnTo>
                    <a:pt x="231495" y="179387"/>
                  </a:lnTo>
                  <a:lnTo>
                    <a:pt x="231406" y="180187"/>
                  </a:lnTo>
                  <a:lnTo>
                    <a:pt x="231863" y="181495"/>
                  </a:lnTo>
                  <a:lnTo>
                    <a:pt x="232524" y="182054"/>
                  </a:lnTo>
                  <a:lnTo>
                    <a:pt x="236918" y="182105"/>
                  </a:lnTo>
                  <a:close/>
                </a:path>
                <a:path w="269875" h="343534">
                  <a:moveTo>
                    <a:pt x="237121" y="19558"/>
                  </a:moveTo>
                  <a:lnTo>
                    <a:pt x="234315" y="19558"/>
                  </a:lnTo>
                  <a:lnTo>
                    <a:pt x="231508" y="19558"/>
                  </a:lnTo>
                  <a:lnTo>
                    <a:pt x="231508" y="23914"/>
                  </a:lnTo>
                  <a:lnTo>
                    <a:pt x="237121" y="23914"/>
                  </a:lnTo>
                  <a:lnTo>
                    <a:pt x="237121" y="19558"/>
                  </a:lnTo>
                  <a:close/>
                </a:path>
                <a:path w="269875" h="343534">
                  <a:moveTo>
                    <a:pt x="237401" y="294881"/>
                  </a:moveTo>
                  <a:lnTo>
                    <a:pt x="236613" y="290423"/>
                  </a:lnTo>
                  <a:lnTo>
                    <a:pt x="233641" y="290614"/>
                  </a:lnTo>
                  <a:lnTo>
                    <a:pt x="230466" y="290804"/>
                  </a:lnTo>
                  <a:lnTo>
                    <a:pt x="230047" y="295148"/>
                  </a:lnTo>
                  <a:lnTo>
                    <a:pt x="233730" y="296595"/>
                  </a:lnTo>
                  <a:lnTo>
                    <a:pt x="234378" y="295884"/>
                  </a:lnTo>
                  <a:lnTo>
                    <a:pt x="234467" y="295109"/>
                  </a:lnTo>
                  <a:lnTo>
                    <a:pt x="237401" y="294881"/>
                  </a:lnTo>
                  <a:close/>
                </a:path>
                <a:path w="269875" h="343534">
                  <a:moveTo>
                    <a:pt x="237782" y="148056"/>
                  </a:moveTo>
                  <a:lnTo>
                    <a:pt x="234886" y="148056"/>
                  </a:lnTo>
                  <a:lnTo>
                    <a:pt x="231990" y="148056"/>
                  </a:lnTo>
                  <a:lnTo>
                    <a:pt x="231978" y="152552"/>
                  </a:lnTo>
                  <a:lnTo>
                    <a:pt x="237769" y="152552"/>
                  </a:lnTo>
                  <a:lnTo>
                    <a:pt x="237782" y="148056"/>
                  </a:lnTo>
                  <a:close/>
                </a:path>
                <a:path w="269875" h="343534">
                  <a:moveTo>
                    <a:pt x="237896" y="45808"/>
                  </a:moveTo>
                  <a:lnTo>
                    <a:pt x="237540" y="45808"/>
                  </a:lnTo>
                  <a:lnTo>
                    <a:pt x="237540" y="46088"/>
                  </a:lnTo>
                  <a:lnTo>
                    <a:pt x="237718" y="46088"/>
                  </a:lnTo>
                  <a:lnTo>
                    <a:pt x="237896" y="46088"/>
                  </a:lnTo>
                  <a:lnTo>
                    <a:pt x="237896" y="45808"/>
                  </a:lnTo>
                  <a:close/>
                </a:path>
                <a:path w="269875" h="343534">
                  <a:moveTo>
                    <a:pt x="238480" y="201002"/>
                  </a:moveTo>
                  <a:lnTo>
                    <a:pt x="238417" y="200825"/>
                  </a:lnTo>
                  <a:lnTo>
                    <a:pt x="238023" y="199961"/>
                  </a:lnTo>
                  <a:lnTo>
                    <a:pt x="238010" y="199085"/>
                  </a:lnTo>
                  <a:lnTo>
                    <a:pt x="238353" y="198196"/>
                  </a:lnTo>
                  <a:lnTo>
                    <a:pt x="238213" y="198158"/>
                  </a:lnTo>
                  <a:lnTo>
                    <a:pt x="237883" y="199136"/>
                  </a:lnTo>
                  <a:lnTo>
                    <a:pt x="237858" y="199910"/>
                  </a:lnTo>
                  <a:lnTo>
                    <a:pt x="238201" y="201079"/>
                  </a:lnTo>
                  <a:lnTo>
                    <a:pt x="238480" y="201002"/>
                  </a:lnTo>
                  <a:close/>
                </a:path>
                <a:path w="269875" h="343534">
                  <a:moveTo>
                    <a:pt x="238836" y="9956"/>
                  </a:moveTo>
                  <a:lnTo>
                    <a:pt x="237248" y="9512"/>
                  </a:lnTo>
                  <a:lnTo>
                    <a:pt x="234823" y="14592"/>
                  </a:lnTo>
                  <a:lnTo>
                    <a:pt x="238467" y="15544"/>
                  </a:lnTo>
                  <a:lnTo>
                    <a:pt x="238620" y="13131"/>
                  </a:lnTo>
                  <a:lnTo>
                    <a:pt x="238836" y="9956"/>
                  </a:lnTo>
                  <a:close/>
                </a:path>
                <a:path w="269875" h="343534">
                  <a:moveTo>
                    <a:pt x="240969" y="119316"/>
                  </a:moveTo>
                  <a:lnTo>
                    <a:pt x="237350" y="117868"/>
                  </a:lnTo>
                  <a:lnTo>
                    <a:pt x="236664" y="120294"/>
                  </a:lnTo>
                  <a:lnTo>
                    <a:pt x="236194" y="121970"/>
                  </a:lnTo>
                  <a:lnTo>
                    <a:pt x="236918" y="123685"/>
                  </a:lnTo>
                  <a:lnTo>
                    <a:pt x="239737" y="123786"/>
                  </a:lnTo>
                  <a:lnTo>
                    <a:pt x="240220" y="122885"/>
                  </a:lnTo>
                  <a:lnTo>
                    <a:pt x="240080" y="122072"/>
                  </a:lnTo>
                  <a:lnTo>
                    <a:pt x="240157" y="121767"/>
                  </a:lnTo>
                  <a:lnTo>
                    <a:pt x="240093" y="121640"/>
                  </a:lnTo>
                  <a:lnTo>
                    <a:pt x="239877" y="121653"/>
                  </a:lnTo>
                  <a:lnTo>
                    <a:pt x="240969" y="119316"/>
                  </a:lnTo>
                  <a:close/>
                </a:path>
                <a:path w="269875" h="343534">
                  <a:moveTo>
                    <a:pt x="243090" y="102247"/>
                  </a:moveTo>
                  <a:lnTo>
                    <a:pt x="240360" y="99441"/>
                  </a:lnTo>
                  <a:lnTo>
                    <a:pt x="238721" y="101168"/>
                  </a:lnTo>
                  <a:lnTo>
                    <a:pt x="238137" y="101790"/>
                  </a:lnTo>
                  <a:lnTo>
                    <a:pt x="237934" y="102019"/>
                  </a:lnTo>
                  <a:lnTo>
                    <a:pt x="237147" y="103822"/>
                  </a:lnTo>
                  <a:lnTo>
                    <a:pt x="237921" y="105448"/>
                  </a:lnTo>
                  <a:lnTo>
                    <a:pt x="240131" y="104648"/>
                  </a:lnTo>
                  <a:lnTo>
                    <a:pt x="240601" y="104355"/>
                  </a:lnTo>
                  <a:lnTo>
                    <a:pt x="243090" y="102247"/>
                  </a:lnTo>
                  <a:close/>
                </a:path>
                <a:path w="269875" h="343534">
                  <a:moveTo>
                    <a:pt x="243103" y="0"/>
                  </a:moveTo>
                  <a:lnTo>
                    <a:pt x="242811" y="0"/>
                  </a:lnTo>
                  <a:lnTo>
                    <a:pt x="242519" y="0"/>
                  </a:lnTo>
                  <a:lnTo>
                    <a:pt x="242519" y="444"/>
                  </a:lnTo>
                  <a:lnTo>
                    <a:pt x="243103" y="444"/>
                  </a:lnTo>
                  <a:lnTo>
                    <a:pt x="243103" y="0"/>
                  </a:lnTo>
                  <a:close/>
                </a:path>
                <a:path w="269875" h="343534">
                  <a:moveTo>
                    <a:pt x="245567" y="262470"/>
                  </a:moveTo>
                  <a:lnTo>
                    <a:pt x="242620" y="261912"/>
                  </a:lnTo>
                  <a:lnTo>
                    <a:pt x="242163" y="261823"/>
                  </a:lnTo>
                  <a:lnTo>
                    <a:pt x="241935" y="261772"/>
                  </a:lnTo>
                  <a:lnTo>
                    <a:pt x="241211" y="261632"/>
                  </a:lnTo>
                  <a:lnTo>
                    <a:pt x="240550" y="262229"/>
                  </a:lnTo>
                  <a:lnTo>
                    <a:pt x="241642" y="266712"/>
                  </a:lnTo>
                  <a:lnTo>
                    <a:pt x="245567" y="262470"/>
                  </a:lnTo>
                  <a:close/>
                </a:path>
                <a:path w="269875" h="343534">
                  <a:moveTo>
                    <a:pt x="245630" y="328752"/>
                  </a:moveTo>
                  <a:lnTo>
                    <a:pt x="238861" y="328752"/>
                  </a:lnTo>
                  <a:lnTo>
                    <a:pt x="241033" y="332295"/>
                  </a:lnTo>
                  <a:lnTo>
                    <a:pt x="241592" y="333197"/>
                  </a:lnTo>
                  <a:lnTo>
                    <a:pt x="242900" y="333197"/>
                  </a:lnTo>
                  <a:lnTo>
                    <a:pt x="245630" y="328752"/>
                  </a:lnTo>
                  <a:close/>
                </a:path>
                <a:path w="269875" h="343534">
                  <a:moveTo>
                    <a:pt x="246405" y="71031"/>
                  </a:moveTo>
                  <a:lnTo>
                    <a:pt x="243166" y="66802"/>
                  </a:lnTo>
                  <a:lnTo>
                    <a:pt x="240017" y="67716"/>
                  </a:lnTo>
                  <a:lnTo>
                    <a:pt x="239141" y="67970"/>
                  </a:lnTo>
                  <a:lnTo>
                    <a:pt x="238747" y="68643"/>
                  </a:lnTo>
                  <a:lnTo>
                    <a:pt x="238671" y="69354"/>
                  </a:lnTo>
                  <a:lnTo>
                    <a:pt x="236677" y="72301"/>
                  </a:lnTo>
                  <a:lnTo>
                    <a:pt x="240982" y="75438"/>
                  </a:lnTo>
                  <a:lnTo>
                    <a:pt x="246405" y="71031"/>
                  </a:lnTo>
                  <a:close/>
                </a:path>
                <a:path w="269875" h="343534">
                  <a:moveTo>
                    <a:pt x="249745" y="222732"/>
                  </a:moveTo>
                  <a:lnTo>
                    <a:pt x="249008" y="221500"/>
                  </a:lnTo>
                  <a:lnTo>
                    <a:pt x="248881" y="221272"/>
                  </a:lnTo>
                  <a:lnTo>
                    <a:pt x="247891" y="219633"/>
                  </a:lnTo>
                  <a:lnTo>
                    <a:pt x="245745" y="221970"/>
                  </a:lnTo>
                  <a:lnTo>
                    <a:pt x="247345" y="222821"/>
                  </a:lnTo>
                  <a:lnTo>
                    <a:pt x="248793" y="223596"/>
                  </a:lnTo>
                  <a:lnTo>
                    <a:pt x="249745" y="222732"/>
                  </a:lnTo>
                  <a:close/>
                </a:path>
                <a:path w="269875" h="343534">
                  <a:moveTo>
                    <a:pt x="250063" y="165544"/>
                  </a:moveTo>
                  <a:lnTo>
                    <a:pt x="249605" y="165544"/>
                  </a:lnTo>
                  <a:lnTo>
                    <a:pt x="249161" y="165544"/>
                  </a:lnTo>
                  <a:lnTo>
                    <a:pt x="249161" y="166255"/>
                  </a:lnTo>
                  <a:lnTo>
                    <a:pt x="250063" y="166255"/>
                  </a:lnTo>
                  <a:lnTo>
                    <a:pt x="250063" y="165544"/>
                  </a:lnTo>
                  <a:close/>
                </a:path>
                <a:path w="269875" h="343534">
                  <a:moveTo>
                    <a:pt x="251548" y="115354"/>
                  </a:moveTo>
                  <a:lnTo>
                    <a:pt x="251409" y="115239"/>
                  </a:lnTo>
                  <a:lnTo>
                    <a:pt x="250837" y="114706"/>
                  </a:lnTo>
                  <a:lnTo>
                    <a:pt x="250710" y="114579"/>
                  </a:lnTo>
                  <a:lnTo>
                    <a:pt x="250507" y="114769"/>
                  </a:lnTo>
                  <a:lnTo>
                    <a:pt x="250647" y="114896"/>
                  </a:lnTo>
                  <a:lnTo>
                    <a:pt x="251206" y="115430"/>
                  </a:lnTo>
                  <a:lnTo>
                    <a:pt x="251345" y="115557"/>
                  </a:lnTo>
                  <a:lnTo>
                    <a:pt x="251548" y="115354"/>
                  </a:lnTo>
                  <a:close/>
                </a:path>
                <a:path w="269875" h="343534">
                  <a:moveTo>
                    <a:pt x="252107" y="254685"/>
                  </a:moveTo>
                  <a:lnTo>
                    <a:pt x="249377" y="254685"/>
                  </a:lnTo>
                  <a:lnTo>
                    <a:pt x="249377" y="256794"/>
                  </a:lnTo>
                  <a:lnTo>
                    <a:pt x="250736" y="256794"/>
                  </a:lnTo>
                  <a:lnTo>
                    <a:pt x="252107" y="256794"/>
                  </a:lnTo>
                  <a:lnTo>
                    <a:pt x="252107" y="254685"/>
                  </a:lnTo>
                  <a:close/>
                </a:path>
                <a:path w="269875" h="343534">
                  <a:moveTo>
                    <a:pt x="253072" y="289052"/>
                  </a:moveTo>
                  <a:lnTo>
                    <a:pt x="252133" y="288671"/>
                  </a:lnTo>
                  <a:lnTo>
                    <a:pt x="251625" y="288467"/>
                  </a:lnTo>
                  <a:lnTo>
                    <a:pt x="249720" y="287705"/>
                  </a:lnTo>
                  <a:lnTo>
                    <a:pt x="249694" y="291541"/>
                  </a:lnTo>
                  <a:lnTo>
                    <a:pt x="251625" y="290779"/>
                  </a:lnTo>
                  <a:lnTo>
                    <a:pt x="252133" y="290576"/>
                  </a:lnTo>
                  <a:lnTo>
                    <a:pt x="253060" y="290195"/>
                  </a:lnTo>
                  <a:lnTo>
                    <a:pt x="253072" y="289052"/>
                  </a:lnTo>
                  <a:close/>
                </a:path>
                <a:path w="269875" h="343534">
                  <a:moveTo>
                    <a:pt x="253758" y="182905"/>
                  </a:moveTo>
                  <a:lnTo>
                    <a:pt x="251142" y="181813"/>
                  </a:lnTo>
                  <a:lnTo>
                    <a:pt x="250710" y="181711"/>
                  </a:lnTo>
                  <a:lnTo>
                    <a:pt x="249758" y="181051"/>
                  </a:lnTo>
                  <a:lnTo>
                    <a:pt x="248310" y="181432"/>
                  </a:lnTo>
                  <a:lnTo>
                    <a:pt x="247789" y="183146"/>
                  </a:lnTo>
                  <a:lnTo>
                    <a:pt x="247662" y="184111"/>
                  </a:lnTo>
                  <a:lnTo>
                    <a:pt x="247484" y="185445"/>
                  </a:lnTo>
                  <a:lnTo>
                    <a:pt x="248958" y="186639"/>
                  </a:lnTo>
                  <a:lnTo>
                    <a:pt x="250355" y="186626"/>
                  </a:lnTo>
                  <a:lnTo>
                    <a:pt x="250748" y="186613"/>
                  </a:lnTo>
                  <a:lnTo>
                    <a:pt x="253619" y="186563"/>
                  </a:lnTo>
                  <a:lnTo>
                    <a:pt x="253758" y="182905"/>
                  </a:lnTo>
                  <a:close/>
                </a:path>
                <a:path w="269875" h="343534">
                  <a:moveTo>
                    <a:pt x="254495" y="313753"/>
                  </a:moveTo>
                  <a:lnTo>
                    <a:pt x="254228" y="312775"/>
                  </a:lnTo>
                  <a:lnTo>
                    <a:pt x="253733" y="310921"/>
                  </a:lnTo>
                  <a:lnTo>
                    <a:pt x="250901" y="310870"/>
                  </a:lnTo>
                  <a:lnTo>
                    <a:pt x="250190" y="313778"/>
                  </a:lnTo>
                  <a:lnTo>
                    <a:pt x="250228" y="314413"/>
                  </a:lnTo>
                  <a:lnTo>
                    <a:pt x="251472" y="316458"/>
                  </a:lnTo>
                  <a:lnTo>
                    <a:pt x="253225" y="316496"/>
                  </a:lnTo>
                  <a:lnTo>
                    <a:pt x="253923" y="315290"/>
                  </a:lnTo>
                  <a:lnTo>
                    <a:pt x="254444" y="314388"/>
                  </a:lnTo>
                  <a:lnTo>
                    <a:pt x="254495" y="313753"/>
                  </a:lnTo>
                  <a:close/>
                </a:path>
                <a:path w="269875" h="343534">
                  <a:moveTo>
                    <a:pt x="255612" y="100584"/>
                  </a:moveTo>
                  <a:lnTo>
                    <a:pt x="254876" y="97421"/>
                  </a:lnTo>
                  <a:lnTo>
                    <a:pt x="254215" y="94538"/>
                  </a:lnTo>
                  <a:lnTo>
                    <a:pt x="251815" y="94538"/>
                  </a:lnTo>
                  <a:lnTo>
                    <a:pt x="251129" y="97421"/>
                  </a:lnTo>
                  <a:lnTo>
                    <a:pt x="250405" y="100558"/>
                  </a:lnTo>
                  <a:lnTo>
                    <a:pt x="255612" y="100584"/>
                  </a:lnTo>
                  <a:close/>
                </a:path>
                <a:path w="269875" h="343534">
                  <a:moveTo>
                    <a:pt x="256463" y="57645"/>
                  </a:moveTo>
                  <a:lnTo>
                    <a:pt x="253199" y="55460"/>
                  </a:lnTo>
                  <a:lnTo>
                    <a:pt x="252323" y="56934"/>
                  </a:lnTo>
                  <a:lnTo>
                    <a:pt x="252069" y="57137"/>
                  </a:lnTo>
                  <a:lnTo>
                    <a:pt x="251866" y="57442"/>
                  </a:lnTo>
                  <a:lnTo>
                    <a:pt x="251968" y="58978"/>
                  </a:lnTo>
                  <a:lnTo>
                    <a:pt x="253111" y="59651"/>
                  </a:lnTo>
                  <a:lnTo>
                    <a:pt x="254177" y="59004"/>
                  </a:lnTo>
                  <a:lnTo>
                    <a:pt x="256463" y="57645"/>
                  </a:lnTo>
                  <a:close/>
                </a:path>
                <a:path w="269875" h="343534">
                  <a:moveTo>
                    <a:pt x="256654" y="195275"/>
                  </a:moveTo>
                  <a:lnTo>
                    <a:pt x="252349" y="190627"/>
                  </a:lnTo>
                  <a:lnTo>
                    <a:pt x="251510" y="194005"/>
                  </a:lnTo>
                  <a:lnTo>
                    <a:pt x="251142" y="195529"/>
                  </a:lnTo>
                  <a:lnTo>
                    <a:pt x="251904" y="196202"/>
                  </a:lnTo>
                  <a:lnTo>
                    <a:pt x="256654" y="195275"/>
                  </a:lnTo>
                  <a:close/>
                </a:path>
                <a:path w="269875" h="343534">
                  <a:moveTo>
                    <a:pt x="256768" y="156502"/>
                  </a:moveTo>
                  <a:lnTo>
                    <a:pt x="256400" y="156476"/>
                  </a:lnTo>
                  <a:lnTo>
                    <a:pt x="256032" y="156451"/>
                  </a:lnTo>
                  <a:lnTo>
                    <a:pt x="255270" y="156413"/>
                  </a:lnTo>
                  <a:lnTo>
                    <a:pt x="254825" y="156375"/>
                  </a:lnTo>
                  <a:lnTo>
                    <a:pt x="254825" y="157137"/>
                  </a:lnTo>
                  <a:lnTo>
                    <a:pt x="255270" y="157111"/>
                  </a:lnTo>
                  <a:lnTo>
                    <a:pt x="255651" y="157086"/>
                  </a:lnTo>
                  <a:lnTo>
                    <a:pt x="256032" y="157060"/>
                  </a:lnTo>
                  <a:lnTo>
                    <a:pt x="256768" y="157010"/>
                  </a:lnTo>
                  <a:lnTo>
                    <a:pt x="256768" y="156502"/>
                  </a:lnTo>
                  <a:close/>
                </a:path>
                <a:path w="269875" h="343534">
                  <a:moveTo>
                    <a:pt x="259270" y="91528"/>
                  </a:moveTo>
                  <a:lnTo>
                    <a:pt x="257467" y="88442"/>
                  </a:lnTo>
                  <a:lnTo>
                    <a:pt x="255460" y="89649"/>
                  </a:lnTo>
                  <a:lnTo>
                    <a:pt x="255282" y="89750"/>
                  </a:lnTo>
                  <a:lnTo>
                    <a:pt x="254381" y="90309"/>
                  </a:lnTo>
                  <a:lnTo>
                    <a:pt x="254228" y="91351"/>
                  </a:lnTo>
                  <a:lnTo>
                    <a:pt x="254685" y="92379"/>
                  </a:lnTo>
                  <a:lnTo>
                    <a:pt x="255231" y="93611"/>
                  </a:lnTo>
                  <a:lnTo>
                    <a:pt x="256565" y="93459"/>
                  </a:lnTo>
                  <a:lnTo>
                    <a:pt x="257365" y="92760"/>
                  </a:lnTo>
                  <a:lnTo>
                    <a:pt x="259270" y="91528"/>
                  </a:lnTo>
                  <a:close/>
                </a:path>
                <a:path w="269875" h="343534">
                  <a:moveTo>
                    <a:pt x="260096" y="242595"/>
                  </a:moveTo>
                  <a:lnTo>
                    <a:pt x="259803" y="242595"/>
                  </a:lnTo>
                  <a:lnTo>
                    <a:pt x="259511" y="242595"/>
                  </a:lnTo>
                  <a:lnTo>
                    <a:pt x="259511" y="243052"/>
                  </a:lnTo>
                  <a:lnTo>
                    <a:pt x="260096" y="243052"/>
                  </a:lnTo>
                  <a:lnTo>
                    <a:pt x="260096" y="242595"/>
                  </a:lnTo>
                  <a:close/>
                </a:path>
                <a:path w="269875" h="343534">
                  <a:moveTo>
                    <a:pt x="266407" y="282994"/>
                  </a:moveTo>
                  <a:lnTo>
                    <a:pt x="266103" y="279031"/>
                  </a:lnTo>
                  <a:lnTo>
                    <a:pt x="263207" y="279031"/>
                  </a:lnTo>
                  <a:lnTo>
                    <a:pt x="260718" y="279031"/>
                  </a:lnTo>
                  <a:lnTo>
                    <a:pt x="260146" y="281952"/>
                  </a:lnTo>
                  <a:lnTo>
                    <a:pt x="261442" y="283349"/>
                  </a:lnTo>
                  <a:lnTo>
                    <a:pt x="259207" y="284251"/>
                  </a:lnTo>
                  <a:lnTo>
                    <a:pt x="259511" y="288213"/>
                  </a:lnTo>
                  <a:lnTo>
                    <a:pt x="264883" y="288213"/>
                  </a:lnTo>
                  <a:lnTo>
                    <a:pt x="265468" y="285292"/>
                  </a:lnTo>
                  <a:lnTo>
                    <a:pt x="264160" y="283895"/>
                  </a:lnTo>
                  <a:lnTo>
                    <a:pt x="266407" y="282994"/>
                  </a:lnTo>
                  <a:close/>
                </a:path>
                <a:path w="269875" h="343534">
                  <a:moveTo>
                    <a:pt x="269557" y="148336"/>
                  </a:moveTo>
                  <a:lnTo>
                    <a:pt x="267716" y="147434"/>
                  </a:lnTo>
                  <a:lnTo>
                    <a:pt x="267423" y="147193"/>
                  </a:lnTo>
                  <a:lnTo>
                    <a:pt x="267449" y="145884"/>
                  </a:lnTo>
                  <a:lnTo>
                    <a:pt x="265785" y="144805"/>
                  </a:lnTo>
                  <a:lnTo>
                    <a:pt x="261670" y="147586"/>
                  </a:lnTo>
                  <a:lnTo>
                    <a:pt x="263410" y="152869"/>
                  </a:lnTo>
                  <a:lnTo>
                    <a:pt x="268782" y="150825"/>
                  </a:lnTo>
                  <a:lnTo>
                    <a:pt x="269557" y="148336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633482" y="7616805"/>
              <a:ext cx="266700" cy="459740"/>
            </a:xfrm>
            <a:custGeom>
              <a:avLst/>
              <a:gdLst/>
              <a:ahLst/>
              <a:cxnLst/>
              <a:rect l="l" t="t" r="r" b="b"/>
              <a:pathLst>
                <a:path w="266700" h="459740">
                  <a:moveTo>
                    <a:pt x="4927" y="458139"/>
                  </a:moveTo>
                  <a:lnTo>
                    <a:pt x="3225" y="456399"/>
                  </a:lnTo>
                  <a:lnTo>
                    <a:pt x="2603" y="455891"/>
                  </a:lnTo>
                  <a:lnTo>
                    <a:pt x="698" y="455396"/>
                  </a:lnTo>
                  <a:lnTo>
                    <a:pt x="0" y="456184"/>
                  </a:lnTo>
                  <a:lnTo>
                    <a:pt x="419" y="456806"/>
                  </a:lnTo>
                  <a:lnTo>
                    <a:pt x="1130" y="457873"/>
                  </a:lnTo>
                  <a:lnTo>
                    <a:pt x="1752" y="458292"/>
                  </a:lnTo>
                  <a:lnTo>
                    <a:pt x="3898" y="459308"/>
                  </a:lnTo>
                  <a:lnTo>
                    <a:pt x="4927" y="458139"/>
                  </a:lnTo>
                  <a:close/>
                </a:path>
                <a:path w="266700" h="459740">
                  <a:moveTo>
                    <a:pt x="24358" y="442683"/>
                  </a:moveTo>
                  <a:lnTo>
                    <a:pt x="21983" y="440639"/>
                  </a:lnTo>
                  <a:lnTo>
                    <a:pt x="21082" y="440626"/>
                  </a:lnTo>
                  <a:lnTo>
                    <a:pt x="20193" y="441413"/>
                  </a:lnTo>
                  <a:lnTo>
                    <a:pt x="18719" y="442683"/>
                  </a:lnTo>
                  <a:lnTo>
                    <a:pt x="19862" y="444969"/>
                  </a:lnTo>
                  <a:lnTo>
                    <a:pt x="21539" y="444969"/>
                  </a:lnTo>
                  <a:lnTo>
                    <a:pt x="23215" y="444969"/>
                  </a:lnTo>
                  <a:lnTo>
                    <a:pt x="24358" y="442683"/>
                  </a:lnTo>
                  <a:close/>
                </a:path>
                <a:path w="266700" h="459740">
                  <a:moveTo>
                    <a:pt x="27508" y="108102"/>
                  </a:moveTo>
                  <a:lnTo>
                    <a:pt x="25488" y="108089"/>
                  </a:lnTo>
                  <a:lnTo>
                    <a:pt x="25692" y="109461"/>
                  </a:lnTo>
                  <a:lnTo>
                    <a:pt x="25755" y="109931"/>
                  </a:lnTo>
                  <a:lnTo>
                    <a:pt x="25793" y="110159"/>
                  </a:lnTo>
                  <a:lnTo>
                    <a:pt x="25895" y="110858"/>
                  </a:lnTo>
                  <a:lnTo>
                    <a:pt x="27114" y="110858"/>
                  </a:lnTo>
                  <a:lnTo>
                    <a:pt x="27508" y="108102"/>
                  </a:lnTo>
                  <a:close/>
                </a:path>
                <a:path w="266700" h="459740">
                  <a:moveTo>
                    <a:pt x="28905" y="166268"/>
                  </a:moveTo>
                  <a:lnTo>
                    <a:pt x="21475" y="166268"/>
                  </a:lnTo>
                  <a:lnTo>
                    <a:pt x="21094" y="166420"/>
                  </a:lnTo>
                  <a:lnTo>
                    <a:pt x="20662" y="166535"/>
                  </a:lnTo>
                  <a:lnTo>
                    <a:pt x="20878" y="166344"/>
                  </a:lnTo>
                  <a:lnTo>
                    <a:pt x="21996" y="163677"/>
                  </a:lnTo>
                  <a:lnTo>
                    <a:pt x="17843" y="163664"/>
                  </a:lnTo>
                  <a:lnTo>
                    <a:pt x="19050" y="166535"/>
                  </a:lnTo>
                  <a:lnTo>
                    <a:pt x="19304" y="166712"/>
                  </a:lnTo>
                  <a:lnTo>
                    <a:pt x="19570" y="166827"/>
                  </a:lnTo>
                  <a:lnTo>
                    <a:pt x="15201" y="168986"/>
                  </a:lnTo>
                  <a:lnTo>
                    <a:pt x="15976" y="177025"/>
                  </a:lnTo>
                  <a:lnTo>
                    <a:pt x="28892" y="177025"/>
                  </a:lnTo>
                  <a:lnTo>
                    <a:pt x="28905" y="166268"/>
                  </a:lnTo>
                  <a:close/>
                </a:path>
                <a:path w="266700" h="459740">
                  <a:moveTo>
                    <a:pt x="30937" y="345528"/>
                  </a:moveTo>
                  <a:lnTo>
                    <a:pt x="30467" y="344474"/>
                  </a:lnTo>
                  <a:lnTo>
                    <a:pt x="29527" y="344601"/>
                  </a:lnTo>
                  <a:lnTo>
                    <a:pt x="29273" y="344614"/>
                  </a:lnTo>
                  <a:lnTo>
                    <a:pt x="29146" y="344639"/>
                  </a:lnTo>
                  <a:lnTo>
                    <a:pt x="27863" y="344779"/>
                  </a:lnTo>
                  <a:lnTo>
                    <a:pt x="26962" y="346138"/>
                  </a:lnTo>
                  <a:lnTo>
                    <a:pt x="28587" y="348246"/>
                  </a:lnTo>
                  <a:lnTo>
                    <a:pt x="30505" y="348094"/>
                  </a:lnTo>
                  <a:lnTo>
                    <a:pt x="30759" y="346570"/>
                  </a:lnTo>
                  <a:lnTo>
                    <a:pt x="30784" y="346430"/>
                  </a:lnTo>
                  <a:lnTo>
                    <a:pt x="30810" y="346278"/>
                  </a:lnTo>
                  <a:lnTo>
                    <a:pt x="30937" y="345528"/>
                  </a:lnTo>
                  <a:close/>
                </a:path>
                <a:path w="266700" h="459740">
                  <a:moveTo>
                    <a:pt x="34569" y="284810"/>
                  </a:moveTo>
                  <a:lnTo>
                    <a:pt x="33299" y="284695"/>
                  </a:lnTo>
                  <a:lnTo>
                    <a:pt x="32791" y="284645"/>
                  </a:lnTo>
                  <a:lnTo>
                    <a:pt x="32296" y="284607"/>
                  </a:lnTo>
                  <a:lnTo>
                    <a:pt x="30340" y="284416"/>
                  </a:lnTo>
                  <a:lnTo>
                    <a:pt x="30340" y="286943"/>
                  </a:lnTo>
                  <a:lnTo>
                    <a:pt x="31788" y="286804"/>
                  </a:lnTo>
                  <a:lnTo>
                    <a:pt x="32296" y="286766"/>
                  </a:lnTo>
                  <a:lnTo>
                    <a:pt x="32791" y="286715"/>
                  </a:lnTo>
                  <a:lnTo>
                    <a:pt x="33299" y="286664"/>
                  </a:lnTo>
                  <a:lnTo>
                    <a:pt x="34569" y="286537"/>
                  </a:lnTo>
                  <a:lnTo>
                    <a:pt x="34569" y="284810"/>
                  </a:lnTo>
                  <a:close/>
                </a:path>
                <a:path w="266700" h="459740">
                  <a:moveTo>
                    <a:pt x="36474" y="248678"/>
                  </a:moveTo>
                  <a:lnTo>
                    <a:pt x="35140" y="246316"/>
                  </a:lnTo>
                  <a:lnTo>
                    <a:pt x="34505" y="245186"/>
                  </a:lnTo>
                  <a:lnTo>
                    <a:pt x="33591" y="245186"/>
                  </a:lnTo>
                  <a:lnTo>
                    <a:pt x="33261" y="245770"/>
                  </a:lnTo>
                  <a:lnTo>
                    <a:pt x="33172" y="245960"/>
                  </a:lnTo>
                  <a:lnTo>
                    <a:pt x="32956" y="246316"/>
                  </a:lnTo>
                  <a:lnTo>
                    <a:pt x="31623" y="248678"/>
                  </a:lnTo>
                  <a:lnTo>
                    <a:pt x="36474" y="248678"/>
                  </a:lnTo>
                  <a:close/>
                </a:path>
                <a:path w="266700" h="459740">
                  <a:moveTo>
                    <a:pt x="38430" y="202463"/>
                  </a:moveTo>
                  <a:lnTo>
                    <a:pt x="31661" y="198755"/>
                  </a:lnTo>
                  <a:lnTo>
                    <a:pt x="29870" y="202844"/>
                  </a:lnTo>
                  <a:lnTo>
                    <a:pt x="27787" y="207606"/>
                  </a:lnTo>
                  <a:lnTo>
                    <a:pt x="33121" y="210997"/>
                  </a:lnTo>
                  <a:lnTo>
                    <a:pt x="38430" y="202463"/>
                  </a:lnTo>
                  <a:close/>
                </a:path>
                <a:path w="266700" h="459740">
                  <a:moveTo>
                    <a:pt x="38989" y="318846"/>
                  </a:moveTo>
                  <a:lnTo>
                    <a:pt x="38303" y="318211"/>
                  </a:lnTo>
                  <a:lnTo>
                    <a:pt x="36233" y="316280"/>
                  </a:lnTo>
                  <a:lnTo>
                    <a:pt x="33477" y="317792"/>
                  </a:lnTo>
                  <a:lnTo>
                    <a:pt x="32461" y="322084"/>
                  </a:lnTo>
                  <a:lnTo>
                    <a:pt x="34810" y="323773"/>
                  </a:lnTo>
                  <a:lnTo>
                    <a:pt x="36741" y="321564"/>
                  </a:lnTo>
                  <a:lnTo>
                    <a:pt x="37668" y="321297"/>
                  </a:lnTo>
                  <a:lnTo>
                    <a:pt x="38976" y="320065"/>
                  </a:lnTo>
                  <a:lnTo>
                    <a:pt x="38989" y="318846"/>
                  </a:lnTo>
                  <a:close/>
                </a:path>
                <a:path w="266700" h="459740">
                  <a:moveTo>
                    <a:pt x="41656" y="97409"/>
                  </a:moveTo>
                  <a:lnTo>
                    <a:pt x="38887" y="94627"/>
                  </a:lnTo>
                  <a:lnTo>
                    <a:pt x="36931" y="95504"/>
                  </a:lnTo>
                  <a:lnTo>
                    <a:pt x="36245" y="97116"/>
                  </a:lnTo>
                  <a:lnTo>
                    <a:pt x="35318" y="99339"/>
                  </a:lnTo>
                  <a:lnTo>
                    <a:pt x="37020" y="100888"/>
                  </a:lnTo>
                  <a:lnTo>
                    <a:pt x="40906" y="99504"/>
                  </a:lnTo>
                  <a:lnTo>
                    <a:pt x="41656" y="97409"/>
                  </a:lnTo>
                  <a:close/>
                </a:path>
                <a:path w="266700" h="459740">
                  <a:moveTo>
                    <a:pt x="43675" y="303199"/>
                  </a:moveTo>
                  <a:lnTo>
                    <a:pt x="43370" y="302895"/>
                  </a:lnTo>
                  <a:lnTo>
                    <a:pt x="43027" y="302907"/>
                  </a:lnTo>
                  <a:lnTo>
                    <a:pt x="41732" y="302907"/>
                  </a:lnTo>
                  <a:lnTo>
                    <a:pt x="41529" y="303517"/>
                  </a:lnTo>
                  <a:lnTo>
                    <a:pt x="40347" y="305257"/>
                  </a:lnTo>
                  <a:lnTo>
                    <a:pt x="41287" y="306171"/>
                  </a:lnTo>
                  <a:lnTo>
                    <a:pt x="41973" y="305714"/>
                  </a:lnTo>
                  <a:lnTo>
                    <a:pt x="43040" y="305015"/>
                  </a:lnTo>
                  <a:lnTo>
                    <a:pt x="43624" y="304825"/>
                  </a:lnTo>
                  <a:lnTo>
                    <a:pt x="43675" y="303199"/>
                  </a:lnTo>
                  <a:close/>
                </a:path>
                <a:path w="266700" h="459740">
                  <a:moveTo>
                    <a:pt x="44259" y="141376"/>
                  </a:moveTo>
                  <a:lnTo>
                    <a:pt x="42900" y="137426"/>
                  </a:lnTo>
                  <a:lnTo>
                    <a:pt x="40132" y="137718"/>
                  </a:lnTo>
                  <a:lnTo>
                    <a:pt x="37566" y="137998"/>
                  </a:lnTo>
                  <a:lnTo>
                    <a:pt x="35839" y="138849"/>
                  </a:lnTo>
                  <a:lnTo>
                    <a:pt x="33362" y="142963"/>
                  </a:lnTo>
                  <a:lnTo>
                    <a:pt x="33299" y="144729"/>
                  </a:lnTo>
                  <a:lnTo>
                    <a:pt x="34899" y="147383"/>
                  </a:lnTo>
                  <a:lnTo>
                    <a:pt x="35890" y="147586"/>
                  </a:lnTo>
                  <a:lnTo>
                    <a:pt x="38862" y="146113"/>
                  </a:lnTo>
                  <a:lnTo>
                    <a:pt x="40601" y="144767"/>
                  </a:lnTo>
                  <a:lnTo>
                    <a:pt x="44259" y="141376"/>
                  </a:lnTo>
                  <a:close/>
                </a:path>
                <a:path w="266700" h="459740">
                  <a:moveTo>
                    <a:pt x="47548" y="246697"/>
                  </a:moveTo>
                  <a:lnTo>
                    <a:pt x="46748" y="245110"/>
                  </a:lnTo>
                  <a:lnTo>
                    <a:pt x="46596" y="244805"/>
                  </a:lnTo>
                  <a:lnTo>
                    <a:pt x="45504" y="242620"/>
                  </a:lnTo>
                  <a:lnTo>
                    <a:pt x="42557" y="245783"/>
                  </a:lnTo>
                  <a:lnTo>
                    <a:pt x="44678" y="246722"/>
                  </a:lnTo>
                  <a:lnTo>
                    <a:pt x="46558" y="247561"/>
                  </a:lnTo>
                  <a:lnTo>
                    <a:pt x="47548" y="246697"/>
                  </a:lnTo>
                  <a:close/>
                </a:path>
                <a:path w="266700" h="459740">
                  <a:moveTo>
                    <a:pt x="49479" y="267627"/>
                  </a:moveTo>
                  <a:lnTo>
                    <a:pt x="46228" y="265874"/>
                  </a:lnTo>
                  <a:lnTo>
                    <a:pt x="45770" y="265925"/>
                  </a:lnTo>
                  <a:lnTo>
                    <a:pt x="45364" y="266115"/>
                  </a:lnTo>
                  <a:lnTo>
                    <a:pt x="45110" y="265938"/>
                  </a:lnTo>
                  <a:lnTo>
                    <a:pt x="44767" y="265874"/>
                  </a:lnTo>
                  <a:lnTo>
                    <a:pt x="41592" y="266903"/>
                  </a:lnTo>
                  <a:lnTo>
                    <a:pt x="41630" y="270967"/>
                  </a:lnTo>
                  <a:lnTo>
                    <a:pt x="44234" y="271919"/>
                  </a:lnTo>
                  <a:lnTo>
                    <a:pt x="44170" y="272288"/>
                  </a:lnTo>
                  <a:lnTo>
                    <a:pt x="44653" y="272554"/>
                  </a:lnTo>
                  <a:lnTo>
                    <a:pt x="44856" y="272199"/>
                  </a:lnTo>
                  <a:lnTo>
                    <a:pt x="48183" y="272554"/>
                  </a:lnTo>
                  <a:lnTo>
                    <a:pt x="49479" y="267627"/>
                  </a:lnTo>
                  <a:close/>
                </a:path>
                <a:path w="266700" h="459740">
                  <a:moveTo>
                    <a:pt x="49885" y="332130"/>
                  </a:moveTo>
                  <a:lnTo>
                    <a:pt x="43903" y="332130"/>
                  </a:lnTo>
                  <a:lnTo>
                    <a:pt x="43903" y="336765"/>
                  </a:lnTo>
                  <a:lnTo>
                    <a:pt x="46888" y="336765"/>
                  </a:lnTo>
                  <a:lnTo>
                    <a:pt x="49872" y="336765"/>
                  </a:lnTo>
                  <a:lnTo>
                    <a:pt x="49885" y="332130"/>
                  </a:lnTo>
                  <a:close/>
                </a:path>
                <a:path w="266700" h="459740">
                  <a:moveTo>
                    <a:pt x="55740" y="288518"/>
                  </a:moveTo>
                  <a:lnTo>
                    <a:pt x="52933" y="288518"/>
                  </a:lnTo>
                  <a:lnTo>
                    <a:pt x="50126" y="288518"/>
                  </a:lnTo>
                  <a:lnTo>
                    <a:pt x="50126" y="292874"/>
                  </a:lnTo>
                  <a:lnTo>
                    <a:pt x="55740" y="292874"/>
                  </a:lnTo>
                  <a:lnTo>
                    <a:pt x="55740" y="288518"/>
                  </a:lnTo>
                  <a:close/>
                </a:path>
                <a:path w="266700" h="459740">
                  <a:moveTo>
                    <a:pt x="56896" y="121691"/>
                  </a:moveTo>
                  <a:lnTo>
                    <a:pt x="54444" y="121691"/>
                  </a:lnTo>
                  <a:lnTo>
                    <a:pt x="52006" y="121691"/>
                  </a:lnTo>
                  <a:lnTo>
                    <a:pt x="51993" y="125488"/>
                  </a:lnTo>
                  <a:lnTo>
                    <a:pt x="56883" y="125488"/>
                  </a:lnTo>
                  <a:lnTo>
                    <a:pt x="56896" y="121691"/>
                  </a:lnTo>
                  <a:close/>
                </a:path>
                <a:path w="266700" h="459740">
                  <a:moveTo>
                    <a:pt x="59753" y="110528"/>
                  </a:moveTo>
                  <a:lnTo>
                    <a:pt x="56781" y="107784"/>
                  </a:lnTo>
                  <a:lnTo>
                    <a:pt x="47637" y="113461"/>
                  </a:lnTo>
                  <a:lnTo>
                    <a:pt x="53365" y="119710"/>
                  </a:lnTo>
                  <a:lnTo>
                    <a:pt x="56515" y="115189"/>
                  </a:lnTo>
                  <a:lnTo>
                    <a:pt x="59753" y="110528"/>
                  </a:lnTo>
                  <a:close/>
                </a:path>
                <a:path w="266700" h="459740">
                  <a:moveTo>
                    <a:pt x="60058" y="209740"/>
                  </a:moveTo>
                  <a:lnTo>
                    <a:pt x="56273" y="208826"/>
                  </a:lnTo>
                  <a:lnTo>
                    <a:pt x="54940" y="212191"/>
                  </a:lnTo>
                  <a:lnTo>
                    <a:pt x="54660" y="212839"/>
                  </a:lnTo>
                  <a:lnTo>
                    <a:pt x="54952" y="215353"/>
                  </a:lnTo>
                  <a:lnTo>
                    <a:pt x="56603" y="216293"/>
                  </a:lnTo>
                  <a:lnTo>
                    <a:pt x="57785" y="215138"/>
                  </a:lnTo>
                  <a:lnTo>
                    <a:pt x="58674" y="214274"/>
                  </a:lnTo>
                  <a:lnTo>
                    <a:pt x="58902" y="213461"/>
                  </a:lnTo>
                  <a:lnTo>
                    <a:pt x="60058" y="209740"/>
                  </a:lnTo>
                  <a:close/>
                </a:path>
                <a:path w="266700" h="459740">
                  <a:moveTo>
                    <a:pt x="61556" y="190588"/>
                  </a:moveTo>
                  <a:lnTo>
                    <a:pt x="59715" y="187502"/>
                  </a:lnTo>
                  <a:lnTo>
                    <a:pt x="57696" y="189687"/>
                  </a:lnTo>
                  <a:lnTo>
                    <a:pt x="60096" y="190957"/>
                  </a:lnTo>
                  <a:lnTo>
                    <a:pt x="60769" y="191312"/>
                  </a:lnTo>
                  <a:lnTo>
                    <a:pt x="61556" y="190588"/>
                  </a:lnTo>
                  <a:close/>
                </a:path>
                <a:path w="266700" h="459740">
                  <a:moveTo>
                    <a:pt x="61823" y="155232"/>
                  </a:moveTo>
                  <a:lnTo>
                    <a:pt x="59372" y="153619"/>
                  </a:lnTo>
                  <a:lnTo>
                    <a:pt x="57543" y="154838"/>
                  </a:lnTo>
                  <a:lnTo>
                    <a:pt x="55435" y="156248"/>
                  </a:lnTo>
                  <a:lnTo>
                    <a:pt x="55435" y="158343"/>
                  </a:lnTo>
                  <a:lnTo>
                    <a:pt x="57302" y="159600"/>
                  </a:lnTo>
                  <a:lnTo>
                    <a:pt x="54279" y="159600"/>
                  </a:lnTo>
                  <a:lnTo>
                    <a:pt x="53251" y="161823"/>
                  </a:lnTo>
                  <a:lnTo>
                    <a:pt x="54914" y="163360"/>
                  </a:lnTo>
                  <a:lnTo>
                    <a:pt x="55524" y="163918"/>
                  </a:lnTo>
                  <a:lnTo>
                    <a:pt x="56400" y="163918"/>
                  </a:lnTo>
                  <a:lnTo>
                    <a:pt x="58674" y="161810"/>
                  </a:lnTo>
                  <a:lnTo>
                    <a:pt x="57797" y="159931"/>
                  </a:lnTo>
                  <a:lnTo>
                    <a:pt x="59372" y="160985"/>
                  </a:lnTo>
                  <a:lnTo>
                    <a:pt x="61823" y="159346"/>
                  </a:lnTo>
                  <a:lnTo>
                    <a:pt x="61823" y="155232"/>
                  </a:lnTo>
                  <a:close/>
                </a:path>
                <a:path w="266700" h="459740">
                  <a:moveTo>
                    <a:pt x="67132" y="106362"/>
                  </a:moveTo>
                  <a:lnTo>
                    <a:pt x="65697" y="105054"/>
                  </a:lnTo>
                  <a:lnTo>
                    <a:pt x="64566" y="105460"/>
                  </a:lnTo>
                  <a:lnTo>
                    <a:pt x="59766" y="107188"/>
                  </a:lnTo>
                  <a:lnTo>
                    <a:pt x="64579" y="112458"/>
                  </a:lnTo>
                  <a:lnTo>
                    <a:pt x="66294" y="108369"/>
                  </a:lnTo>
                  <a:lnTo>
                    <a:pt x="67132" y="106362"/>
                  </a:lnTo>
                  <a:close/>
                </a:path>
                <a:path w="266700" h="459740">
                  <a:moveTo>
                    <a:pt x="77393" y="78892"/>
                  </a:moveTo>
                  <a:lnTo>
                    <a:pt x="76809" y="78892"/>
                  </a:lnTo>
                  <a:lnTo>
                    <a:pt x="76809" y="79336"/>
                  </a:lnTo>
                  <a:lnTo>
                    <a:pt x="77101" y="79336"/>
                  </a:lnTo>
                  <a:lnTo>
                    <a:pt x="77393" y="79336"/>
                  </a:lnTo>
                  <a:lnTo>
                    <a:pt x="77393" y="78892"/>
                  </a:lnTo>
                  <a:close/>
                </a:path>
                <a:path w="266700" h="459740">
                  <a:moveTo>
                    <a:pt x="80289" y="242303"/>
                  </a:moveTo>
                  <a:lnTo>
                    <a:pt x="79451" y="241541"/>
                  </a:lnTo>
                  <a:lnTo>
                    <a:pt x="79235" y="241338"/>
                  </a:lnTo>
                  <a:lnTo>
                    <a:pt x="79146" y="240893"/>
                  </a:lnTo>
                  <a:lnTo>
                    <a:pt x="77254" y="239953"/>
                  </a:lnTo>
                  <a:lnTo>
                    <a:pt x="76390" y="241947"/>
                  </a:lnTo>
                  <a:lnTo>
                    <a:pt x="77279" y="243852"/>
                  </a:lnTo>
                  <a:lnTo>
                    <a:pt x="78079" y="244068"/>
                  </a:lnTo>
                  <a:lnTo>
                    <a:pt x="79908" y="243624"/>
                  </a:lnTo>
                  <a:lnTo>
                    <a:pt x="80289" y="242303"/>
                  </a:lnTo>
                  <a:close/>
                </a:path>
                <a:path w="266700" h="459740">
                  <a:moveTo>
                    <a:pt x="80416" y="253174"/>
                  </a:moveTo>
                  <a:lnTo>
                    <a:pt x="79832" y="253174"/>
                  </a:lnTo>
                  <a:lnTo>
                    <a:pt x="79832" y="253631"/>
                  </a:lnTo>
                  <a:lnTo>
                    <a:pt x="80124" y="253631"/>
                  </a:lnTo>
                  <a:lnTo>
                    <a:pt x="80416" y="253631"/>
                  </a:lnTo>
                  <a:lnTo>
                    <a:pt x="80416" y="253174"/>
                  </a:lnTo>
                  <a:close/>
                </a:path>
                <a:path w="266700" h="459740">
                  <a:moveTo>
                    <a:pt x="82118" y="257124"/>
                  </a:moveTo>
                  <a:lnTo>
                    <a:pt x="80683" y="256514"/>
                  </a:lnTo>
                  <a:lnTo>
                    <a:pt x="78435" y="256857"/>
                  </a:lnTo>
                  <a:lnTo>
                    <a:pt x="77711" y="257238"/>
                  </a:lnTo>
                  <a:lnTo>
                    <a:pt x="74180" y="260337"/>
                  </a:lnTo>
                  <a:lnTo>
                    <a:pt x="78435" y="264477"/>
                  </a:lnTo>
                  <a:lnTo>
                    <a:pt x="80581" y="261823"/>
                  </a:lnTo>
                  <a:lnTo>
                    <a:pt x="81483" y="260705"/>
                  </a:lnTo>
                  <a:lnTo>
                    <a:pt x="81800" y="259867"/>
                  </a:lnTo>
                  <a:lnTo>
                    <a:pt x="82118" y="257124"/>
                  </a:lnTo>
                  <a:close/>
                </a:path>
                <a:path w="266700" h="459740">
                  <a:moveTo>
                    <a:pt x="83286" y="168503"/>
                  </a:moveTo>
                  <a:lnTo>
                    <a:pt x="80454" y="165620"/>
                  </a:lnTo>
                  <a:lnTo>
                    <a:pt x="78778" y="167424"/>
                  </a:lnTo>
                  <a:lnTo>
                    <a:pt x="76898" y="169443"/>
                  </a:lnTo>
                  <a:lnTo>
                    <a:pt x="77774" y="173202"/>
                  </a:lnTo>
                  <a:lnTo>
                    <a:pt x="82397" y="173024"/>
                  </a:lnTo>
                  <a:lnTo>
                    <a:pt x="82816" y="171157"/>
                  </a:lnTo>
                  <a:lnTo>
                    <a:pt x="81622" y="170332"/>
                  </a:lnTo>
                  <a:lnTo>
                    <a:pt x="81470" y="170243"/>
                  </a:lnTo>
                  <a:lnTo>
                    <a:pt x="81457" y="170103"/>
                  </a:lnTo>
                  <a:lnTo>
                    <a:pt x="83286" y="168503"/>
                  </a:lnTo>
                  <a:close/>
                </a:path>
                <a:path w="266700" h="459740">
                  <a:moveTo>
                    <a:pt x="84099" y="209994"/>
                  </a:moveTo>
                  <a:lnTo>
                    <a:pt x="82054" y="210591"/>
                  </a:lnTo>
                  <a:lnTo>
                    <a:pt x="81826" y="210654"/>
                  </a:lnTo>
                  <a:lnTo>
                    <a:pt x="81356" y="210781"/>
                  </a:lnTo>
                  <a:lnTo>
                    <a:pt x="80352" y="211074"/>
                  </a:lnTo>
                  <a:lnTo>
                    <a:pt x="80340" y="212534"/>
                  </a:lnTo>
                  <a:lnTo>
                    <a:pt x="81356" y="212826"/>
                  </a:lnTo>
                  <a:lnTo>
                    <a:pt x="81597" y="212890"/>
                  </a:lnTo>
                  <a:lnTo>
                    <a:pt x="81826" y="212966"/>
                  </a:lnTo>
                  <a:lnTo>
                    <a:pt x="82054" y="213029"/>
                  </a:lnTo>
                  <a:lnTo>
                    <a:pt x="84086" y="213626"/>
                  </a:lnTo>
                  <a:lnTo>
                    <a:pt x="84099" y="209994"/>
                  </a:lnTo>
                  <a:close/>
                </a:path>
                <a:path w="266700" h="459740">
                  <a:moveTo>
                    <a:pt x="85102" y="88684"/>
                  </a:moveTo>
                  <a:lnTo>
                    <a:pt x="83375" y="84607"/>
                  </a:lnTo>
                  <a:lnTo>
                    <a:pt x="78917" y="83134"/>
                  </a:lnTo>
                  <a:lnTo>
                    <a:pt x="77304" y="82969"/>
                  </a:lnTo>
                  <a:lnTo>
                    <a:pt x="72415" y="82664"/>
                  </a:lnTo>
                  <a:lnTo>
                    <a:pt x="70002" y="85610"/>
                  </a:lnTo>
                  <a:lnTo>
                    <a:pt x="69964" y="88595"/>
                  </a:lnTo>
                  <a:lnTo>
                    <a:pt x="69240" y="89801"/>
                  </a:lnTo>
                  <a:lnTo>
                    <a:pt x="69634" y="91630"/>
                  </a:lnTo>
                  <a:lnTo>
                    <a:pt x="71158" y="92062"/>
                  </a:lnTo>
                  <a:lnTo>
                    <a:pt x="72847" y="94170"/>
                  </a:lnTo>
                  <a:lnTo>
                    <a:pt x="75895" y="94703"/>
                  </a:lnTo>
                  <a:lnTo>
                    <a:pt x="79984" y="92773"/>
                  </a:lnTo>
                  <a:lnTo>
                    <a:pt x="81178" y="91960"/>
                  </a:lnTo>
                  <a:lnTo>
                    <a:pt x="85102" y="88684"/>
                  </a:lnTo>
                  <a:close/>
                </a:path>
                <a:path w="266700" h="459740">
                  <a:moveTo>
                    <a:pt x="88811" y="127431"/>
                  </a:moveTo>
                  <a:lnTo>
                    <a:pt x="87642" y="123685"/>
                  </a:lnTo>
                  <a:lnTo>
                    <a:pt x="87439" y="123012"/>
                  </a:lnTo>
                  <a:lnTo>
                    <a:pt x="87274" y="122593"/>
                  </a:lnTo>
                  <a:lnTo>
                    <a:pt x="86093" y="120929"/>
                  </a:lnTo>
                  <a:lnTo>
                    <a:pt x="84721" y="120929"/>
                  </a:lnTo>
                  <a:lnTo>
                    <a:pt x="83540" y="122593"/>
                  </a:lnTo>
                  <a:lnTo>
                    <a:pt x="83388" y="123012"/>
                  </a:lnTo>
                  <a:lnTo>
                    <a:pt x="82016" y="127419"/>
                  </a:lnTo>
                  <a:lnTo>
                    <a:pt x="88811" y="127431"/>
                  </a:lnTo>
                  <a:close/>
                </a:path>
                <a:path w="266700" h="459740">
                  <a:moveTo>
                    <a:pt x="94272" y="312737"/>
                  </a:moveTo>
                  <a:lnTo>
                    <a:pt x="93941" y="311416"/>
                  </a:lnTo>
                  <a:lnTo>
                    <a:pt x="92506" y="311111"/>
                  </a:lnTo>
                  <a:lnTo>
                    <a:pt x="89954" y="310565"/>
                  </a:lnTo>
                  <a:lnTo>
                    <a:pt x="88176" y="312369"/>
                  </a:lnTo>
                  <a:lnTo>
                    <a:pt x="89700" y="316001"/>
                  </a:lnTo>
                  <a:lnTo>
                    <a:pt x="92456" y="316420"/>
                  </a:lnTo>
                  <a:lnTo>
                    <a:pt x="93357" y="314591"/>
                  </a:lnTo>
                  <a:lnTo>
                    <a:pt x="93662" y="313969"/>
                  </a:lnTo>
                  <a:lnTo>
                    <a:pt x="94272" y="312737"/>
                  </a:lnTo>
                  <a:close/>
                </a:path>
                <a:path w="266700" h="459740">
                  <a:moveTo>
                    <a:pt x="95034" y="86842"/>
                  </a:moveTo>
                  <a:lnTo>
                    <a:pt x="90893" y="86842"/>
                  </a:lnTo>
                  <a:lnTo>
                    <a:pt x="91960" y="89027"/>
                  </a:lnTo>
                  <a:lnTo>
                    <a:pt x="92062" y="89204"/>
                  </a:lnTo>
                  <a:lnTo>
                    <a:pt x="92138" y="89395"/>
                  </a:lnTo>
                  <a:lnTo>
                    <a:pt x="92506" y="90144"/>
                  </a:lnTo>
                  <a:lnTo>
                    <a:pt x="93421" y="90144"/>
                  </a:lnTo>
                  <a:lnTo>
                    <a:pt x="93687" y="89585"/>
                  </a:lnTo>
                  <a:lnTo>
                    <a:pt x="93789" y="89395"/>
                  </a:lnTo>
                  <a:lnTo>
                    <a:pt x="93865" y="89204"/>
                  </a:lnTo>
                  <a:lnTo>
                    <a:pt x="93967" y="89027"/>
                  </a:lnTo>
                  <a:lnTo>
                    <a:pt x="95034" y="86842"/>
                  </a:lnTo>
                  <a:close/>
                </a:path>
                <a:path w="266700" h="459740">
                  <a:moveTo>
                    <a:pt x="98272" y="99834"/>
                  </a:moveTo>
                  <a:lnTo>
                    <a:pt x="94475" y="99834"/>
                  </a:lnTo>
                  <a:lnTo>
                    <a:pt x="90665" y="99834"/>
                  </a:lnTo>
                  <a:lnTo>
                    <a:pt x="90665" y="105740"/>
                  </a:lnTo>
                  <a:lnTo>
                    <a:pt x="98272" y="105740"/>
                  </a:lnTo>
                  <a:lnTo>
                    <a:pt x="98272" y="99834"/>
                  </a:lnTo>
                  <a:close/>
                </a:path>
                <a:path w="266700" h="459740">
                  <a:moveTo>
                    <a:pt x="101231" y="247103"/>
                  </a:moveTo>
                  <a:lnTo>
                    <a:pt x="99796" y="247103"/>
                  </a:lnTo>
                  <a:lnTo>
                    <a:pt x="99796" y="248234"/>
                  </a:lnTo>
                  <a:lnTo>
                    <a:pt x="100507" y="248234"/>
                  </a:lnTo>
                  <a:lnTo>
                    <a:pt x="101231" y="248234"/>
                  </a:lnTo>
                  <a:lnTo>
                    <a:pt x="101231" y="247103"/>
                  </a:lnTo>
                  <a:close/>
                </a:path>
                <a:path w="266700" h="459740">
                  <a:moveTo>
                    <a:pt x="103708" y="180289"/>
                  </a:moveTo>
                  <a:lnTo>
                    <a:pt x="102730" y="177787"/>
                  </a:lnTo>
                  <a:lnTo>
                    <a:pt x="99555" y="178828"/>
                  </a:lnTo>
                  <a:lnTo>
                    <a:pt x="98983" y="179565"/>
                  </a:lnTo>
                  <a:lnTo>
                    <a:pt x="98933" y="181203"/>
                  </a:lnTo>
                  <a:lnTo>
                    <a:pt x="99136" y="181838"/>
                  </a:lnTo>
                  <a:lnTo>
                    <a:pt x="100761" y="183121"/>
                  </a:lnTo>
                  <a:lnTo>
                    <a:pt x="102222" y="182791"/>
                  </a:lnTo>
                  <a:lnTo>
                    <a:pt x="102692" y="181648"/>
                  </a:lnTo>
                  <a:lnTo>
                    <a:pt x="103149" y="181025"/>
                  </a:lnTo>
                  <a:lnTo>
                    <a:pt x="103708" y="180289"/>
                  </a:lnTo>
                  <a:close/>
                </a:path>
                <a:path w="266700" h="459740">
                  <a:moveTo>
                    <a:pt x="104711" y="263525"/>
                  </a:moveTo>
                  <a:lnTo>
                    <a:pt x="103695" y="262191"/>
                  </a:lnTo>
                  <a:lnTo>
                    <a:pt x="101536" y="261518"/>
                  </a:lnTo>
                  <a:lnTo>
                    <a:pt x="100749" y="261620"/>
                  </a:lnTo>
                  <a:lnTo>
                    <a:pt x="95135" y="262724"/>
                  </a:lnTo>
                  <a:lnTo>
                    <a:pt x="98361" y="270586"/>
                  </a:lnTo>
                  <a:lnTo>
                    <a:pt x="102666" y="267004"/>
                  </a:lnTo>
                  <a:lnTo>
                    <a:pt x="103492" y="266306"/>
                  </a:lnTo>
                  <a:lnTo>
                    <a:pt x="103822" y="265684"/>
                  </a:lnTo>
                  <a:lnTo>
                    <a:pt x="104711" y="263525"/>
                  </a:lnTo>
                  <a:close/>
                </a:path>
                <a:path w="266700" h="459740">
                  <a:moveTo>
                    <a:pt x="110121" y="140957"/>
                  </a:moveTo>
                  <a:lnTo>
                    <a:pt x="106718" y="138963"/>
                  </a:lnTo>
                  <a:lnTo>
                    <a:pt x="105537" y="141211"/>
                  </a:lnTo>
                  <a:lnTo>
                    <a:pt x="105067" y="142100"/>
                  </a:lnTo>
                  <a:lnTo>
                    <a:pt x="104902" y="142633"/>
                  </a:lnTo>
                  <a:lnTo>
                    <a:pt x="104813" y="144780"/>
                  </a:lnTo>
                  <a:lnTo>
                    <a:pt x="106299" y="145757"/>
                  </a:lnTo>
                  <a:lnTo>
                    <a:pt x="108089" y="144437"/>
                  </a:lnTo>
                  <a:lnTo>
                    <a:pt x="108470" y="144068"/>
                  </a:lnTo>
                  <a:lnTo>
                    <a:pt x="110121" y="140957"/>
                  </a:lnTo>
                  <a:close/>
                </a:path>
                <a:path w="266700" h="459740">
                  <a:moveTo>
                    <a:pt x="115976" y="96126"/>
                  </a:moveTo>
                  <a:lnTo>
                    <a:pt x="106210" y="96126"/>
                  </a:lnTo>
                  <a:lnTo>
                    <a:pt x="106197" y="103708"/>
                  </a:lnTo>
                  <a:lnTo>
                    <a:pt x="111086" y="103708"/>
                  </a:lnTo>
                  <a:lnTo>
                    <a:pt x="115976" y="103708"/>
                  </a:lnTo>
                  <a:lnTo>
                    <a:pt x="115976" y="96126"/>
                  </a:lnTo>
                  <a:close/>
                </a:path>
                <a:path w="266700" h="459740">
                  <a:moveTo>
                    <a:pt x="118681" y="127876"/>
                  </a:moveTo>
                  <a:lnTo>
                    <a:pt x="117894" y="125323"/>
                  </a:lnTo>
                  <a:lnTo>
                    <a:pt x="117830" y="125095"/>
                  </a:lnTo>
                  <a:lnTo>
                    <a:pt x="117767" y="124879"/>
                  </a:lnTo>
                  <a:lnTo>
                    <a:pt x="117703" y="124663"/>
                  </a:lnTo>
                  <a:lnTo>
                    <a:pt x="117297" y="123355"/>
                  </a:lnTo>
                  <a:lnTo>
                    <a:pt x="115443" y="123355"/>
                  </a:lnTo>
                  <a:lnTo>
                    <a:pt x="114985" y="124879"/>
                  </a:lnTo>
                  <a:lnTo>
                    <a:pt x="114909" y="125095"/>
                  </a:lnTo>
                  <a:lnTo>
                    <a:pt x="114071" y="127863"/>
                  </a:lnTo>
                  <a:lnTo>
                    <a:pt x="118681" y="127876"/>
                  </a:lnTo>
                  <a:close/>
                </a:path>
                <a:path w="266700" h="459740">
                  <a:moveTo>
                    <a:pt x="121170" y="72885"/>
                  </a:moveTo>
                  <a:lnTo>
                    <a:pt x="120992" y="71945"/>
                  </a:lnTo>
                  <a:lnTo>
                    <a:pt x="120370" y="69469"/>
                  </a:lnTo>
                  <a:lnTo>
                    <a:pt x="118668" y="68567"/>
                  </a:lnTo>
                  <a:lnTo>
                    <a:pt x="117576" y="69405"/>
                  </a:lnTo>
                  <a:lnTo>
                    <a:pt x="116293" y="70383"/>
                  </a:lnTo>
                  <a:lnTo>
                    <a:pt x="115595" y="71031"/>
                  </a:lnTo>
                  <a:lnTo>
                    <a:pt x="113766" y="76174"/>
                  </a:lnTo>
                  <a:lnTo>
                    <a:pt x="119494" y="77749"/>
                  </a:lnTo>
                  <a:lnTo>
                    <a:pt x="121170" y="72885"/>
                  </a:lnTo>
                  <a:close/>
                </a:path>
                <a:path w="266700" h="459740">
                  <a:moveTo>
                    <a:pt x="122212" y="220967"/>
                  </a:moveTo>
                  <a:lnTo>
                    <a:pt x="121805" y="219290"/>
                  </a:lnTo>
                  <a:lnTo>
                    <a:pt x="120738" y="218389"/>
                  </a:lnTo>
                  <a:lnTo>
                    <a:pt x="120434" y="217906"/>
                  </a:lnTo>
                  <a:lnTo>
                    <a:pt x="120040" y="217487"/>
                  </a:lnTo>
                  <a:lnTo>
                    <a:pt x="118516" y="217220"/>
                  </a:lnTo>
                  <a:lnTo>
                    <a:pt x="117754" y="217195"/>
                  </a:lnTo>
                  <a:lnTo>
                    <a:pt x="116039" y="218376"/>
                  </a:lnTo>
                  <a:lnTo>
                    <a:pt x="115303" y="219608"/>
                  </a:lnTo>
                  <a:lnTo>
                    <a:pt x="116281" y="222250"/>
                  </a:lnTo>
                  <a:lnTo>
                    <a:pt x="117195" y="223037"/>
                  </a:lnTo>
                  <a:lnTo>
                    <a:pt x="119519" y="223100"/>
                  </a:lnTo>
                  <a:lnTo>
                    <a:pt x="120205" y="222758"/>
                  </a:lnTo>
                  <a:lnTo>
                    <a:pt x="120967" y="222084"/>
                  </a:lnTo>
                  <a:lnTo>
                    <a:pt x="122212" y="220967"/>
                  </a:lnTo>
                  <a:close/>
                </a:path>
                <a:path w="266700" h="459740">
                  <a:moveTo>
                    <a:pt x="124218" y="112598"/>
                  </a:moveTo>
                  <a:lnTo>
                    <a:pt x="123634" y="112598"/>
                  </a:lnTo>
                  <a:lnTo>
                    <a:pt x="123634" y="113055"/>
                  </a:lnTo>
                  <a:lnTo>
                    <a:pt x="123926" y="113055"/>
                  </a:lnTo>
                  <a:lnTo>
                    <a:pt x="124218" y="113055"/>
                  </a:lnTo>
                  <a:lnTo>
                    <a:pt x="124218" y="112598"/>
                  </a:lnTo>
                  <a:close/>
                </a:path>
                <a:path w="266700" h="459740">
                  <a:moveTo>
                    <a:pt x="138099" y="156997"/>
                  </a:moveTo>
                  <a:lnTo>
                    <a:pt x="133184" y="154139"/>
                  </a:lnTo>
                  <a:lnTo>
                    <a:pt x="130530" y="158597"/>
                  </a:lnTo>
                  <a:lnTo>
                    <a:pt x="130479" y="159689"/>
                  </a:lnTo>
                  <a:lnTo>
                    <a:pt x="130873" y="162420"/>
                  </a:lnTo>
                  <a:lnTo>
                    <a:pt x="132308" y="163207"/>
                  </a:lnTo>
                  <a:lnTo>
                    <a:pt x="133743" y="163271"/>
                  </a:lnTo>
                  <a:lnTo>
                    <a:pt x="134581" y="163322"/>
                  </a:lnTo>
                  <a:lnTo>
                    <a:pt x="135382" y="162788"/>
                  </a:lnTo>
                  <a:lnTo>
                    <a:pt x="136055" y="161671"/>
                  </a:lnTo>
                  <a:lnTo>
                    <a:pt x="136232" y="161251"/>
                  </a:lnTo>
                  <a:lnTo>
                    <a:pt x="136309" y="160756"/>
                  </a:lnTo>
                  <a:lnTo>
                    <a:pt x="136359" y="160566"/>
                  </a:lnTo>
                  <a:lnTo>
                    <a:pt x="136309" y="160159"/>
                  </a:lnTo>
                  <a:lnTo>
                    <a:pt x="138099" y="156997"/>
                  </a:lnTo>
                  <a:close/>
                </a:path>
                <a:path w="266700" h="459740">
                  <a:moveTo>
                    <a:pt x="143141" y="51015"/>
                  </a:moveTo>
                  <a:lnTo>
                    <a:pt x="142049" y="51015"/>
                  </a:lnTo>
                  <a:lnTo>
                    <a:pt x="140957" y="51015"/>
                  </a:lnTo>
                  <a:lnTo>
                    <a:pt x="140957" y="52705"/>
                  </a:lnTo>
                  <a:lnTo>
                    <a:pt x="143141" y="52705"/>
                  </a:lnTo>
                  <a:lnTo>
                    <a:pt x="143141" y="51015"/>
                  </a:lnTo>
                  <a:close/>
                </a:path>
                <a:path w="266700" h="459740">
                  <a:moveTo>
                    <a:pt x="158635" y="46088"/>
                  </a:moveTo>
                  <a:lnTo>
                    <a:pt x="156349" y="44005"/>
                  </a:lnTo>
                  <a:lnTo>
                    <a:pt x="154584" y="45021"/>
                  </a:lnTo>
                  <a:lnTo>
                    <a:pt x="153695" y="45529"/>
                  </a:lnTo>
                  <a:lnTo>
                    <a:pt x="152869" y="46101"/>
                  </a:lnTo>
                  <a:lnTo>
                    <a:pt x="148818" y="49123"/>
                  </a:lnTo>
                  <a:lnTo>
                    <a:pt x="152933" y="53632"/>
                  </a:lnTo>
                  <a:lnTo>
                    <a:pt x="156032" y="49898"/>
                  </a:lnTo>
                  <a:lnTo>
                    <a:pt x="156794" y="48958"/>
                  </a:lnTo>
                  <a:lnTo>
                    <a:pt x="158635" y="46088"/>
                  </a:lnTo>
                  <a:close/>
                </a:path>
                <a:path w="266700" h="459740">
                  <a:moveTo>
                    <a:pt x="166509" y="48768"/>
                  </a:moveTo>
                  <a:lnTo>
                    <a:pt x="166217" y="48768"/>
                  </a:lnTo>
                  <a:lnTo>
                    <a:pt x="165925" y="48768"/>
                  </a:lnTo>
                  <a:lnTo>
                    <a:pt x="165925" y="49225"/>
                  </a:lnTo>
                  <a:lnTo>
                    <a:pt x="166509" y="49225"/>
                  </a:lnTo>
                  <a:lnTo>
                    <a:pt x="166509" y="48768"/>
                  </a:lnTo>
                  <a:close/>
                </a:path>
                <a:path w="266700" h="459740">
                  <a:moveTo>
                    <a:pt x="185610" y="32359"/>
                  </a:moveTo>
                  <a:lnTo>
                    <a:pt x="179933" y="23114"/>
                  </a:lnTo>
                  <a:lnTo>
                    <a:pt x="170891" y="26885"/>
                  </a:lnTo>
                  <a:lnTo>
                    <a:pt x="171399" y="32499"/>
                  </a:lnTo>
                  <a:lnTo>
                    <a:pt x="171627" y="35013"/>
                  </a:lnTo>
                  <a:lnTo>
                    <a:pt x="173342" y="37122"/>
                  </a:lnTo>
                  <a:lnTo>
                    <a:pt x="179895" y="37172"/>
                  </a:lnTo>
                  <a:lnTo>
                    <a:pt x="185610" y="32359"/>
                  </a:lnTo>
                  <a:close/>
                </a:path>
                <a:path w="266700" h="459740">
                  <a:moveTo>
                    <a:pt x="195872" y="184162"/>
                  </a:moveTo>
                  <a:lnTo>
                    <a:pt x="195351" y="183362"/>
                  </a:lnTo>
                  <a:lnTo>
                    <a:pt x="195491" y="182283"/>
                  </a:lnTo>
                  <a:lnTo>
                    <a:pt x="194398" y="181063"/>
                  </a:lnTo>
                  <a:lnTo>
                    <a:pt x="193294" y="181508"/>
                  </a:lnTo>
                  <a:lnTo>
                    <a:pt x="192087" y="181965"/>
                  </a:lnTo>
                  <a:lnTo>
                    <a:pt x="191084" y="182511"/>
                  </a:lnTo>
                  <a:lnTo>
                    <a:pt x="188976" y="185140"/>
                  </a:lnTo>
                  <a:lnTo>
                    <a:pt x="189725" y="187617"/>
                  </a:lnTo>
                  <a:lnTo>
                    <a:pt x="191985" y="187680"/>
                  </a:lnTo>
                  <a:lnTo>
                    <a:pt x="193319" y="187731"/>
                  </a:lnTo>
                  <a:lnTo>
                    <a:pt x="194360" y="187274"/>
                  </a:lnTo>
                  <a:lnTo>
                    <a:pt x="195808" y="185432"/>
                  </a:lnTo>
                  <a:lnTo>
                    <a:pt x="195872" y="184162"/>
                  </a:lnTo>
                  <a:close/>
                </a:path>
                <a:path w="266700" h="459740">
                  <a:moveTo>
                    <a:pt x="209016" y="23304"/>
                  </a:moveTo>
                  <a:lnTo>
                    <a:pt x="205486" y="23304"/>
                  </a:lnTo>
                  <a:lnTo>
                    <a:pt x="201955" y="23304"/>
                  </a:lnTo>
                  <a:lnTo>
                    <a:pt x="201955" y="28790"/>
                  </a:lnTo>
                  <a:lnTo>
                    <a:pt x="209016" y="28790"/>
                  </a:lnTo>
                  <a:lnTo>
                    <a:pt x="209016" y="23304"/>
                  </a:lnTo>
                  <a:close/>
                </a:path>
                <a:path w="266700" h="459740">
                  <a:moveTo>
                    <a:pt x="211264" y="192887"/>
                  </a:moveTo>
                  <a:lnTo>
                    <a:pt x="210807" y="191465"/>
                  </a:lnTo>
                  <a:lnTo>
                    <a:pt x="208368" y="191465"/>
                  </a:lnTo>
                  <a:lnTo>
                    <a:pt x="207899" y="192887"/>
                  </a:lnTo>
                  <a:lnTo>
                    <a:pt x="208635" y="193738"/>
                  </a:lnTo>
                  <a:lnTo>
                    <a:pt x="209207" y="194411"/>
                  </a:lnTo>
                  <a:lnTo>
                    <a:pt x="209956" y="194411"/>
                  </a:lnTo>
                  <a:lnTo>
                    <a:pt x="210273" y="194030"/>
                  </a:lnTo>
                  <a:lnTo>
                    <a:pt x="210451" y="193840"/>
                  </a:lnTo>
                  <a:lnTo>
                    <a:pt x="211264" y="192887"/>
                  </a:lnTo>
                  <a:close/>
                </a:path>
                <a:path w="266700" h="459740">
                  <a:moveTo>
                    <a:pt x="211556" y="195846"/>
                  </a:moveTo>
                  <a:lnTo>
                    <a:pt x="211277" y="195821"/>
                  </a:lnTo>
                  <a:lnTo>
                    <a:pt x="209016" y="195605"/>
                  </a:lnTo>
                  <a:lnTo>
                    <a:pt x="208470" y="195554"/>
                  </a:lnTo>
                  <a:lnTo>
                    <a:pt x="208470" y="196507"/>
                  </a:lnTo>
                  <a:lnTo>
                    <a:pt x="209016" y="196443"/>
                  </a:lnTo>
                  <a:lnTo>
                    <a:pt x="209765" y="196380"/>
                  </a:lnTo>
                  <a:lnTo>
                    <a:pt x="210527" y="196316"/>
                  </a:lnTo>
                  <a:lnTo>
                    <a:pt x="211277" y="196240"/>
                  </a:lnTo>
                  <a:lnTo>
                    <a:pt x="211556" y="196202"/>
                  </a:lnTo>
                  <a:lnTo>
                    <a:pt x="211556" y="195846"/>
                  </a:lnTo>
                  <a:close/>
                </a:path>
                <a:path w="266700" h="459740">
                  <a:moveTo>
                    <a:pt x="215519" y="160845"/>
                  </a:moveTo>
                  <a:lnTo>
                    <a:pt x="215252" y="160845"/>
                  </a:lnTo>
                  <a:lnTo>
                    <a:pt x="214972" y="160845"/>
                  </a:lnTo>
                  <a:lnTo>
                    <a:pt x="214972" y="161264"/>
                  </a:lnTo>
                  <a:lnTo>
                    <a:pt x="215519" y="161264"/>
                  </a:lnTo>
                  <a:lnTo>
                    <a:pt x="215519" y="160845"/>
                  </a:lnTo>
                  <a:close/>
                </a:path>
                <a:path w="266700" h="459740">
                  <a:moveTo>
                    <a:pt x="218592" y="18884"/>
                  </a:moveTo>
                  <a:lnTo>
                    <a:pt x="217551" y="18745"/>
                  </a:lnTo>
                  <a:lnTo>
                    <a:pt x="217309" y="18707"/>
                  </a:lnTo>
                  <a:lnTo>
                    <a:pt x="215544" y="18465"/>
                  </a:lnTo>
                  <a:lnTo>
                    <a:pt x="215531" y="20726"/>
                  </a:lnTo>
                  <a:lnTo>
                    <a:pt x="217068" y="20497"/>
                  </a:lnTo>
                  <a:lnTo>
                    <a:pt x="217309" y="20472"/>
                  </a:lnTo>
                  <a:lnTo>
                    <a:pt x="217551" y="20434"/>
                  </a:lnTo>
                  <a:lnTo>
                    <a:pt x="218592" y="20281"/>
                  </a:lnTo>
                  <a:lnTo>
                    <a:pt x="218592" y="18884"/>
                  </a:lnTo>
                  <a:close/>
                </a:path>
                <a:path w="266700" h="459740">
                  <a:moveTo>
                    <a:pt x="225602" y="205397"/>
                  </a:moveTo>
                  <a:lnTo>
                    <a:pt x="224663" y="202819"/>
                  </a:lnTo>
                  <a:lnTo>
                    <a:pt x="223189" y="203669"/>
                  </a:lnTo>
                  <a:lnTo>
                    <a:pt x="222288" y="203796"/>
                  </a:lnTo>
                  <a:lnTo>
                    <a:pt x="221348" y="203555"/>
                  </a:lnTo>
                  <a:lnTo>
                    <a:pt x="220827" y="204825"/>
                  </a:lnTo>
                  <a:lnTo>
                    <a:pt x="222478" y="205867"/>
                  </a:lnTo>
                  <a:lnTo>
                    <a:pt x="223100" y="205930"/>
                  </a:lnTo>
                  <a:lnTo>
                    <a:pt x="225602" y="205397"/>
                  </a:lnTo>
                  <a:close/>
                </a:path>
                <a:path w="266700" h="459740">
                  <a:moveTo>
                    <a:pt x="228815" y="153987"/>
                  </a:moveTo>
                  <a:lnTo>
                    <a:pt x="228041" y="153403"/>
                  </a:lnTo>
                  <a:lnTo>
                    <a:pt x="227228" y="153758"/>
                  </a:lnTo>
                  <a:lnTo>
                    <a:pt x="227037" y="153924"/>
                  </a:lnTo>
                  <a:lnTo>
                    <a:pt x="226822" y="153962"/>
                  </a:lnTo>
                  <a:lnTo>
                    <a:pt x="226606" y="153898"/>
                  </a:lnTo>
                  <a:lnTo>
                    <a:pt x="225056" y="153771"/>
                  </a:lnTo>
                  <a:lnTo>
                    <a:pt x="225069" y="156159"/>
                  </a:lnTo>
                  <a:lnTo>
                    <a:pt x="226606" y="156286"/>
                  </a:lnTo>
                  <a:lnTo>
                    <a:pt x="227647" y="156375"/>
                  </a:lnTo>
                  <a:lnTo>
                    <a:pt x="228498" y="155956"/>
                  </a:lnTo>
                  <a:lnTo>
                    <a:pt x="228815" y="153987"/>
                  </a:lnTo>
                  <a:close/>
                </a:path>
                <a:path w="266700" h="459740">
                  <a:moveTo>
                    <a:pt x="232968" y="61683"/>
                  </a:moveTo>
                  <a:lnTo>
                    <a:pt x="232676" y="61683"/>
                  </a:lnTo>
                  <a:lnTo>
                    <a:pt x="232384" y="61683"/>
                  </a:lnTo>
                  <a:lnTo>
                    <a:pt x="232384" y="62128"/>
                  </a:lnTo>
                  <a:lnTo>
                    <a:pt x="232968" y="62128"/>
                  </a:lnTo>
                  <a:lnTo>
                    <a:pt x="232968" y="61683"/>
                  </a:lnTo>
                  <a:close/>
                </a:path>
                <a:path w="266700" h="459740">
                  <a:moveTo>
                    <a:pt x="234226" y="13868"/>
                  </a:moveTo>
                  <a:lnTo>
                    <a:pt x="231394" y="11112"/>
                  </a:lnTo>
                  <a:lnTo>
                    <a:pt x="228523" y="12268"/>
                  </a:lnTo>
                  <a:lnTo>
                    <a:pt x="228523" y="14566"/>
                  </a:lnTo>
                  <a:lnTo>
                    <a:pt x="228523" y="16865"/>
                  </a:lnTo>
                  <a:lnTo>
                    <a:pt x="231394" y="18021"/>
                  </a:lnTo>
                  <a:lnTo>
                    <a:pt x="234213" y="15265"/>
                  </a:lnTo>
                  <a:lnTo>
                    <a:pt x="234226" y="13868"/>
                  </a:lnTo>
                  <a:close/>
                </a:path>
                <a:path w="266700" h="459740">
                  <a:moveTo>
                    <a:pt x="236829" y="103657"/>
                  </a:moveTo>
                  <a:lnTo>
                    <a:pt x="234556" y="103657"/>
                  </a:lnTo>
                  <a:lnTo>
                    <a:pt x="234784" y="105194"/>
                  </a:lnTo>
                  <a:lnTo>
                    <a:pt x="234848" y="105651"/>
                  </a:lnTo>
                  <a:lnTo>
                    <a:pt x="234886" y="105879"/>
                  </a:lnTo>
                  <a:lnTo>
                    <a:pt x="235000" y="106692"/>
                  </a:lnTo>
                  <a:lnTo>
                    <a:pt x="236397" y="106692"/>
                  </a:lnTo>
                  <a:lnTo>
                    <a:pt x="236537" y="105651"/>
                  </a:lnTo>
                  <a:lnTo>
                    <a:pt x="236588" y="105422"/>
                  </a:lnTo>
                  <a:lnTo>
                    <a:pt x="236829" y="103657"/>
                  </a:lnTo>
                  <a:close/>
                </a:path>
                <a:path w="266700" h="459740">
                  <a:moveTo>
                    <a:pt x="237871" y="98958"/>
                  </a:moveTo>
                  <a:lnTo>
                    <a:pt x="236766" y="98793"/>
                  </a:lnTo>
                  <a:lnTo>
                    <a:pt x="236283" y="98742"/>
                  </a:lnTo>
                  <a:lnTo>
                    <a:pt x="236042" y="98691"/>
                  </a:lnTo>
                  <a:lnTo>
                    <a:pt x="233997" y="98412"/>
                  </a:lnTo>
                  <a:lnTo>
                    <a:pt x="233972" y="101422"/>
                  </a:lnTo>
                  <a:lnTo>
                    <a:pt x="237871" y="100888"/>
                  </a:lnTo>
                  <a:lnTo>
                    <a:pt x="237871" y="98958"/>
                  </a:lnTo>
                  <a:close/>
                </a:path>
                <a:path w="266700" h="459740">
                  <a:moveTo>
                    <a:pt x="241909" y="130302"/>
                  </a:moveTo>
                  <a:lnTo>
                    <a:pt x="241642" y="129540"/>
                  </a:lnTo>
                  <a:lnTo>
                    <a:pt x="240639" y="127241"/>
                  </a:lnTo>
                  <a:lnTo>
                    <a:pt x="239052" y="126949"/>
                  </a:lnTo>
                  <a:lnTo>
                    <a:pt x="236715" y="127355"/>
                  </a:lnTo>
                  <a:lnTo>
                    <a:pt x="232956" y="130467"/>
                  </a:lnTo>
                  <a:lnTo>
                    <a:pt x="234048" y="134023"/>
                  </a:lnTo>
                  <a:lnTo>
                    <a:pt x="239115" y="136144"/>
                  </a:lnTo>
                  <a:lnTo>
                    <a:pt x="241490" y="134124"/>
                  </a:lnTo>
                  <a:lnTo>
                    <a:pt x="241782" y="131432"/>
                  </a:lnTo>
                  <a:lnTo>
                    <a:pt x="241909" y="130302"/>
                  </a:lnTo>
                  <a:close/>
                </a:path>
                <a:path w="266700" h="459740">
                  <a:moveTo>
                    <a:pt x="242163" y="180467"/>
                  </a:moveTo>
                  <a:lnTo>
                    <a:pt x="240639" y="179070"/>
                  </a:lnTo>
                  <a:lnTo>
                    <a:pt x="238379" y="180378"/>
                  </a:lnTo>
                  <a:lnTo>
                    <a:pt x="238048" y="180784"/>
                  </a:lnTo>
                  <a:lnTo>
                    <a:pt x="237947" y="182613"/>
                  </a:lnTo>
                  <a:lnTo>
                    <a:pt x="238493" y="183095"/>
                  </a:lnTo>
                  <a:lnTo>
                    <a:pt x="239039" y="183095"/>
                  </a:lnTo>
                  <a:lnTo>
                    <a:pt x="240309" y="183095"/>
                  </a:lnTo>
                  <a:lnTo>
                    <a:pt x="240703" y="182727"/>
                  </a:lnTo>
                  <a:lnTo>
                    <a:pt x="242163" y="180467"/>
                  </a:lnTo>
                  <a:close/>
                </a:path>
                <a:path w="266700" h="459740">
                  <a:moveTo>
                    <a:pt x="242722" y="124015"/>
                  </a:moveTo>
                  <a:lnTo>
                    <a:pt x="242265" y="124015"/>
                  </a:lnTo>
                  <a:lnTo>
                    <a:pt x="242265" y="125310"/>
                  </a:lnTo>
                  <a:lnTo>
                    <a:pt x="242722" y="125310"/>
                  </a:lnTo>
                  <a:lnTo>
                    <a:pt x="242722" y="124307"/>
                  </a:lnTo>
                  <a:lnTo>
                    <a:pt x="242722" y="124015"/>
                  </a:lnTo>
                  <a:close/>
                </a:path>
                <a:path w="266700" h="459740">
                  <a:moveTo>
                    <a:pt x="243370" y="163677"/>
                  </a:moveTo>
                  <a:lnTo>
                    <a:pt x="239229" y="163664"/>
                  </a:lnTo>
                  <a:lnTo>
                    <a:pt x="240080" y="165696"/>
                  </a:lnTo>
                  <a:lnTo>
                    <a:pt x="240703" y="167182"/>
                  </a:lnTo>
                  <a:lnTo>
                    <a:pt x="241909" y="167182"/>
                  </a:lnTo>
                  <a:lnTo>
                    <a:pt x="243370" y="163677"/>
                  </a:lnTo>
                  <a:close/>
                </a:path>
                <a:path w="266700" h="459740">
                  <a:moveTo>
                    <a:pt x="244690" y="143929"/>
                  </a:moveTo>
                  <a:lnTo>
                    <a:pt x="243471" y="142849"/>
                  </a:lnTo>
                  <a:lnTo>
                    <a:pt x="242887" y="142316"/>
                  </a:lnTo>
                  <a:lnTo>
                    <a:pt x="240880" y="140538"/>
                  </a:lnTo>
                  <a:lnTo>
                    <a:pt x="239255" y="144424"/>
                  </a:lnTo>
                  <a:lnTo>
                    <a:pt x="241452" y="144780"/>
                  </a:lnTo>
                  <a:lnTo>
                    <a:pt x="243674" y="145148"/>
                  </a:lnTo>
                  <a:lnTo>
                    <a:pt x="244690" y="143929"/>
                  </a:lnTo>
                  <a:close/>
                </a:path>
                <a:path w="266700" h="459740">
                  <a:moveTo>
                    <a:pt x="247294" y="154178"/>
                  </a:moveTo>
                  <a:lnTo>
                    <a:pt x="244906" y="149517"/>
                  </a:lnTo>
                  <a:lnTo>
                    <a:pt x="244386" y="148513"/>
                  </a:lnTo>
                  <a:lnTo>
                    <a:pt x="242747" y="148513"/>
                  </a:lnTo>
                  <a:lnTo>
                    <a:pt x="239852" y="154178"/>
                  </a:lnTo>
                  <a:lnTo>
                    <a:pt x="247294" y="154178"/>
                  </a:lnTo>
                  <a:close/>
                </a:path>
                <a:path w="266700" h="459740">
                  <a:moveTo>
                    <a:pt x="251345" y="16294"/>
                  </a:moveTo>
                  <a:lnTo>
                    <a:pt x="250799" y="16294"/>
                  </a:lnTo>
                  <a:lnTo>
                    <a:pt x="250253" y="16294"/>
                  </a:lnTo>
                  <a:lnTo>
                    <a:pt x="250253" y="17145"/>
                  </a:lnTo>
                  <a:lnTo>
                    <a:pt x="251345" y="17145"/>
                  </a:lnTo>
                  <a:lnTo>
                    <a:pt x="251345" y="16294"/>
                  </a:lnTo>
                  <a:close/>
                </a:path>
                <a:path w="266700" h="459740">
                  <a:moveTo>
                    <a:pt x="252425" y="51549"/>
                  </a:moveTo>
                  <a:lnTo>
                    <a:pt x="249466" y="48971"/>
                  </a:lnTo>
                  <a:lnTo>
                    <a:pt x="245859" y="52920"/>
                  </a:lnTo>
                  <a:lnTo>
                    <a:pt x="244563" y="54356"/>
                  </a:lnTo>
                  <a:lnTo>
                    <a:pt x="242747" y="58242"/>
                  </a:lnTo>
                  <a:lnTo>
                    <a:pt x="243103" y="60553"/>
                  </a:lnTo>
                  <a:lnTo>
                    <a:pt x="245033" y="61683"/>
                  </a:lnTo>
                  <a:lnTo>
                    <a:pt x="246722" y="62661"/>
                  </a:lnTo>
                  <a:lnTo>
                    <a:pt x="249478" y="62191"/>
                  </a:lnTo>
                  <a:lnTo>
                    <a:pt x="251358" y="58178"/>
                  </a:lnTo>
                  <a:lnTo>
                    <a:pt x="251777" y="56349"/>
                  </a:lnTo>
                  <a:lnTo>
                    <a:pt x="252425" y="51549"/>
                  </a:lnTo>
                  <a:close/>
                </a:path>
                <a:path w="266700" h="459740">
                  <a:moveTo>
                    <a:pt x="254063" y="28930"/>
                  </a:moveTo>
                  <a:lnTo>
                    <a:pt x="250520" y="27495"/>
                  </a:lnTo>
                  <a:lnTo>
                    <a:pt x="248107" y="29845"/>
                  </a:lnTo>
                  <a:lnTo>
                    <a:pt x="247065" y="30873"/>
                  </a:lnTo>
                  <a:lnTo>
                    <a:pt x="247065" y="32689"/>
                  </a:lnTo>
                  <a:lnTo>
                    <a:pt x="250520" y="36068"/>
                  </a:lnTo>
                  <a:lnTo>
                    <a:pt x="254063" y="34632"/>
                  </a:lnTo>
                  <a:lnTo>
                    <a:pt x="254063" y="28930"/>
                  </a:lnTo>
                  <a:close/>
                </a:path>
                <a:path w="266700" h="459740">
                  <a:moveTo>
                    <a:pt x="256044" y="159512"/>
                  </a:moveTo>
                  <a:lnTo>
                    <a:pt x="255714" y="159194"/>
                  </a:lnTo>
                  <a:lnTo>
                    <a:pt x="255511" y="159016"/>
                  </a:lnTo>
                  <a:lnTo>
                    <a:pt x="255143" y="158661"/>
                  </a:lnTo>
                  <a:lnTo>
                    <a:pt x="254812" y="158356"/>
                  </a:lnTo>
                  <a:lnTo>
                    <a:pt x="254317" y="158838"/>
                  </a:lnTo>
                  <a:lnTo>
                    <a:pt x="254647" y="159156"/>
                  </a:lnTo>
                  <a:lnTo>
                    <a:pt x="255219" y="159689"/>
                  </a:lnTo>
                  <a:lnTo>
                    <a:pt x="255536" y="160007"/>
                  </a:lnTo>
                  <a:lnTo>
                    <a:pt x="256044" y="159512"/>
                  </a:lnTo>
                  <a:close/>
                </a:path>
                <a:path w="266700" h="459740">
                  <a:moveTo>
                    <a:pt x="266700" y="8102"/>
                  </a:moveTo>
                  <a:lnTo>
                    <a:pt x="263944" y="1562"/>
                  </a:lnTo>
                  <a:lnTo>
                    <a:pt x="259943" y="0"/>
                  </a:lnTo>
                  <a:lnTo>
                    <a:pt x="255562" y="2717"/>
                  </a:lnTo>
                  <a:lnTo>
                    <a:pt x="255028" y="3225"/>
                  </a:lnTo>
                  <a:lnTo>
                    <a:pt x="254596" y="3784"/>
                  </a:lnTo>
                  <a:lnTo>
                    <a:pt x="254190" y="3225"/>
                  </a:lnTo>
                  <a:lnTo>
                    <a:pt x="253669" y="2730"/>
                  </a:lnTo>
                  <a:lnTo>
                    <a:pt x="253009" y="2324"/>
                  </a:lnTo>
                  <a:lnTo>
                    <a:pt x="249288" y="0"/>
                  </a:lnTo>
                  <a:lnTo>
                    <a:pt x="245275" y="1562"/>
                  </a:lnTo>
                  <a:lnTo>
                    <a:pt x="242519" y="8077"/>
                  </a:lnTo>
                  <a:lnTo>
                    <a:pt x="244424" y="11480"/>
                  </a:lnTo>
                  <a:lnTo>
                    <a:pt x="251231" y="13843"/>
                  </a:lnTo>
                  <a:lnTo>
                    <a:pt x="253390" y="12712"/>
                  </a:lnTo>
                  <a:lnTo>
                    <a:pt x="254609" y="10820"/>
                  </a:lnTo>
                  <a:lnTo>
                    <a:pt x="256019" y="12611"/>
                  </a:lnTo>
                  <a:lnTo>
                    <a:pt x="258394" y="13716"/>
                  </a:lnTo>
                  <a:lnTo>
                    <a:pt x="264769" y="11493"/>
                  </a:lnTo>
                  <a:lnTo>
                    <a:pt x="266700" y="8102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660229" y="7588738"/>
              <a:ext cx="240029" cy="518159"/>
            </a:xfrm>
            <a:custGeom>
              <a:avLst/>
              <a:gdLst/>
              <a:ahLst/>
              <a:cxnLst/>
              <a:rect l="l" t="t" r="r" b="b"/>
              <a:pathLst>
                <a:path w="240029" h="518159">
                  <a:moveTo>
                    <a:pt x="8026" y="104838"/>
                  </a:moveTo>
                  <a:lnTo>
                    <a:pt x="6959" y="101549"/>
                  </a:lnTo>
                  <a:lnTo>
                    <a:pt x="4610" y="100914"/>
                  </a:lnTo>
                  <a:lnTo>
                    <a:pt x="1968" y="100190"/>
                  </a:lnTo>
                  <a:lnTo>
                    <a:pt x="0" y="102590"/>
                  </a:lnTo>
                  <a:lnTo>
                    <a:pt x="1092" y="108445"/>
                  </a:lnTo>
                  <a:lnTo>
                    <a:pt x="3644" y="108724"/>
                  </a:lnTo>
                  <a:lnTo>
                    <a:pt x="8026" y="104838"/>
                  </a:lnTo>
                  <a:close/>
                </a:path>
                <a:path w="240029" h="518159">
                  <a:moveTo>
                    <a:pt x="8242" y="79908"/>
                  </a:moveTo>
                  <a:lnTo>
                    <a:pt x="7277" y="79578"/>
                  </a:lnTo>
                  <a:lnTo>
                    <a:pt x="6121" y="78473"/>
                  </a:lnTo>
                  <a:lnTo>
                    <a:pt x="5435" y="76504"/>
                  </a:lnTo>
                  <a:lnTo>
                    <a:pt x="2501" y="77990"/>
                  </a:lnTo>
                  <a:lnTo>
                    <a:pt x="3619" y="79540"/>
                  </a:lnTo>
                  <a:lnTo>
                    <a:pt x="4483" y="80772"/>
                  </a:lnTo>
                  <a:lnTo>
                    <a:pt x="5524" y="81368"/>
                  </a:lnTo>
                  <a:lnTo>
                    <a:pt x="8153" y="81495"/>
                  </a:lnTo>
                  <a:lnTo>
                    <a:pt x="8242" y="79908"/>
                  </a:lnTo>
                  <a:close/>
                </a:path>
                <a:path w="240029" h="518159">
                  <a:moveTo>
                    <a:pt x="11722" y="25336"/>
                  </a:moveTo>
                  <a:lnTo>
                    <a:pt x="9067" y="19380"/>
                  </a:lnTo>
                  <a:lnTo>
                    <a:pt x="5562" y="21488"/>
                  </a:lnTo>
                  <a:lnTo>
                    <a:pt x="5257" y="21704"/>
                  </a:lnTo>
                  <a:lnTo>
                    <a:pt x="4927" y="21882"/>
                  </a:lnTo>
                  <a:lnTo>
                    <a:pt x="4597" y="22034"/>
                  </a:lnTo>
                  <a:lnTo>
                    <a:pt x="2997" y="22809"/>
                  </a:lnTo>
                  <a:lnTo>
                    <a:pt x="2870" y="25666"/>
                  </a:lnTo>
                  <a:lnTo>
                    <a:pt x="5753" y="26911"/>
                  </a:lnTo>
                  <a:lnTo>
                    <a:pt x="6540" y="27114"/>
                  </a:lnTo>
                  <a:lnTo>
                    <a:pt x="11722" y="25336"/>
                  </a:lnTo>
                  <a:close/>
                </a:path>
                <a:path w="240029" h="518159">
                  <a:moveTo>
                    <a:pt x="21996" y="40703"/>
                  </a:moveTo>
                  <a:lnTo>
                    <a:pt x="13589" y="40703"/>
                  </a:lnTo>
                  <a:lnTo>
                    <a:pt x="13589" y="47231"/>
                  </a:lnTo>
                  <a:lnTo>
                    <a:pt x="17792" y="47231"/>
                  </a:lnTo>
                  <a:lnTo>
                    <a:pt x="21996" y="47231"/>
                  </a:lnTo>
                  <a:lnTo>
                    <a:pt x="21996" y="40703"/>
                  </a:lnTo>
                  <a:close/>
                </a:path>
                <a:path w="240029" h="518159">
                  <a:moveTo>
                    <a:pt x="22263" y="94221"/>
                  </a:moveTo>
                  <a:lnTo>
                    <a:pt x="22186" y="93027"/>
                  </a:lnTo>
                  <a:lnTo>
                    <a:pt x="22161" y="92849"/>
                  </a:lnTo>
                  <a:lnTo>
                    <a:pt x="22034" y="91059"/>
                  </a:lnTo>
                  <a:lnTo>
                    <a:pt x="19926" y="89992"/>
                  </a:lnTo>
                  <a:lnTo>
                    <a:pt x="17259" y="92659"/>
                  </a:lnTo>
                  <a:lnTo>
                    <a:pt x="18249" y="94919"/>
                  </a:lnTo>
                  <a:lnTo>
                    <a:pt x="20053" y="94945"/>
                  </a:lnTo>
                  <a:lnTo>
                    <a:pt x="21424" y="94970"/>
                  </a:lnTo>
                  <a:lnTo>
                    <a:pt x="22263" y="94221"/>
                  </a:lnTo>
                  <a:close/>
                </a:path>
                <a:path w="240029" h="518159">
                  <a:moveTo>
                    <a:pt x="27190" y="65646"/>
                  </a:moveTo>
                  <a:lnTo>
                    <a:pt x="24930" y="60261"/>
                  </a:lnTo>
                  <a:lnTo>
                    <a:pt x="21526" y="59563"/>
                  </a:lnTo>
                  <a:lnTo>
                    <a:pt x="19100" y="61963"/>
                  </a:lnTo>
                  <a:lnTo>
                    <a:pt x="16954" y="64096"/>
                  </a:lnTo>
                  <a:lnTo>
                    <a:pt x="18389" y="68834"/>
                  </a:lnTo>
                  <a:lnTo>
                    <a:pt x="25120" y="68084"/>
                  </a:lnTo>
                  <a:lnTo>
                    <a:pt x="27190" y="65646"/>
                  </a:lnTo>
                  <a:close/>
                </a:path>
                <a:path w="240029" h="518159">
                  <a:moveTo>
                    <a:pt x="35102" y="15582"/>
                  </a:moveTo>
                  <a:lnTo>
                    <a:pt x="23152" y="15582"/>
                  </a:lnTo>
                  <a:lnTo>
                    <a:pt x="23139" y="24853"/>
                  </a:lnTo>
                  <a:lnTo>
                    <a:pt x="29121" y="24853"/>
                  </a:lnTo>
                  <a:lnTo>
                    <a:pt x="35090" y="24853"/>
                  </a:lnTo>
                  <a:lnTo>
                    <a:pt x="35102" y="15582"/>
                  </a:lnTo>
                  <a:close/>
                </a:path>
                <a:path w="240029" h="518159">
                  <a:moveTo>
                    <a:pt x="37693" y="106362"/>
                  </a:moveTo>
                  <a:lnTo>
                    <a:pt x="31216" y="95300"/>
                  </a:lnTo>
                  <a:lnTo>
                    <a:pt x="23406" y="98310"/>
                  </a:lnTo>
                  <a:lnTo>
                    <a:pt x="24930" y="103860"/>
                  </a:lnTo>
                  <a:lnTo>
                    <a:pt x="26822" y="110756"/>
                  </a:lnTo>
                  <a:lnTo>
                    <a:pt x="37693" y="106362"/>
                  </a:lnTo>
                  <a:close/>
                </a:path>
                <a:path w="240029" h="518159">
                  <a:moveTo>
                    <a:pt x="38481" y="16230"/>
                  </a:moveTo>
                  <a:lnTo>
                    <a:pt x="38188" y="16230"/>
                  </a:lnTo>
                  <a:lnTo>
                    <a:pt x="37884" y="16230"/>
                  </a:lnTo>
                  <a:lnTo>
                    <a:pt x="37884" y="16675"/>
                  </a:lnTo>
                  <a:lnTo>
                    <a:pt x="38481" y="16675"/>
                  </a:lnTo>
                  <a:lnTo>
                    <a:pt x="38481" y="16230"/>
                  </a:lnTo>
                  <a:close/>
                </a:path>
                <a:path w="240029" h="518159">
                  <a:moveTo>
                    <a:pt x="38646" y="44805"/>
                  </a:moveTo>
                  <a:lnTo>
                    <a:pt x="32346" y="44704"/>
                  </a:lnTo>
                  <a:lnTo>
                    <a:pt x="31940" y="46189"/>
                  </a:lnTo>
                  <a:lnTo>
                    <a:pt x="32651" y="47066"/>
                  </a:lnTo>
                  <a:lnTo>
                    <a:pt x="35572" y="50596"/>
                  </a:lnTo>
                  <a:lnTo>
                    <a:pt x="38646" y="44805"/>
                  </a:lnTo>
                  <a:close/>
                </a:path>
                <a:path w="240029" h="518159">
                  <a:moveTo>
                    <a:pt x="45440" y="74383"/>
                  </a:moveTo>
                  <a:lnTo>
                    <a:pt x="45034" y="69684"/>
                  </a:lnTo>
                  <a:lnTo>
                    <a:pt x="43218" y="68503"/>
                  </a:lnTo>
                  <a:lnTo>
                    <a:pt x="41414" y="68376"/>
                  </a:lnTo>
                  <a:lnTo>
                    <a:pt x="41287" y="68364"/>
                  </a:lnTo>
                  <a:lnTo>
                    <a:pt x="39751" y="68313"/>
                  </a:lnTo>
                  <a:lnTo>
                    <a:pt x="38290" y="69037"/>
                  </a:lnTo>
                  <a:lnTo>
                    <a:pt x="37807" y="70573"/>
                  </a:lnTo>
                  <a:lnTo>
                    <a:pt x="37579" y="71043"/>
                  </a:lnTo>
                  <a:lnTo>
                    <a:pt x="37439" y="71564"/>
                  </a:lnTo>
                  <a:lnTo>
                    <a:pt x="37439" y="74028"/>
                  </a:lnTo>
                  <a:lnTo>
                    <a:pt x="39179" y="76212"/>
                  </a:lnTo>
                  <a:lnTo>
                    <a:pt x="41224" y="75958"/>
                  </a:lnTo>
                  <a:lnTo>
                    <a:pt x="43357" y="75717"/>
                  </a:lnTo>
                  <a:lnTo>
                    <a:pt x="45440" y="74383"/>
                  </a:lnTo>
                  <a:close/>
                </a:path>
                <a:path w="240029" h="518159">
                  <a:moveTo>
                    <a:pt x="51054" y="64020"/>
                  </a:moveTo>
                  <a:lnTo>
                    <a:pt x="50647" y="64020"/>
                  </a:lnTo>
                  <a:lnTo>
                    <a:pt x="50241" y="64020"/>
                  </a:lnTo>
                  <a:lnTo>
                    <a:pt x="50241" y="64643"/>
                  </a:lnTo>
                  <a:lnTo>
                    <a:pt x="51054" y="64643"/>
                  </a:lnTo>
                  <a:lnTo>
                    <a:pt x="51054" y="64020"/>
                  </a:lnTo>
                  <a:close/>
                </a:path>
                <a:path w="240029" h="518159">
                  <a:moveTo>
                    <a:pt x="51498" y="92151"/>
                  </a:moveTo>
                  <a:lnTo>
                    <a:pt x="49796" y="88150"/>
                  </a:lnTo>
                  <a:lnTo>
                    <a:pt x="49212" y="86753"/>
                  </a:lnTo>
                  <a:lnTo>
                    <a:pt x="47536" y="86753"/>
                  </a:lnTo>
                  <a:lnTo>
                    <a:pt x="45262" y="92138"/>
                  </a:lnTo>
                  <a:lnTo>
                    <a:pt x="51498" y="92151"/>
                  </a:lnTo>
                  <a:close/>
                </a:path>
                <a:path w="240029" h="518159">
                  <a:moveTo>
                    <a:pt x="52628" y="6337"/>
                  </a:moveTo>
                  <a:lnTo>
                    <a:pt x="52324" y="4826"/>
                  </a:lnTo>
                  <a:lnTo>
                    <a:pt x="48869" y="1371"/>
                  </a:lnTo>
                  <a:lnTo>
                    <a:pt x="45580" y="2184"/>
                  </a:lnTo>
                  <a:lnTo>
                    <a:pt x="42392" y="6489"/>
                  </a:lnTo>
                  <a:lnTo>
                    <a:pt x="43218" y="8826"/>
                  </a:lnTo>
                  <a:lnTo>
                    <a:pt x="44589" y="10515"/>
                  </a:lnTo>
                  <a:lnTo>
                    <a:pt x="46228" y="12573"/>
                  </a:lnTo>
                  <a:lnTo>
                    <a:pt x="49301" y="11950"/>
                  </a:lnTo>
                  <a:lnTo>
                    <a:pt x="51816" y="9880"/>
                  </a:lnTo>
                  <a:lnTo>
                    <a:pt x="52209" y="8813"/>
                  </a:lnTo>
                  <a:lnTo>
                    <a:pt x="52298" y="7747"/>
                  </a:lnTo>
                  <a:lnTo>
                    <a:pt x="52628" y="6337"/>
                  </a:lnTo>
                  <a:close/>
                </a:path>
                <a:path w="240029" h="518159">
                  <a:moveTo>
                    <a:pt x="52755" y="48615"/>
                  </a:moveTo>
                  <a:lnTo>
                    <a:pt x="52374" y="47066"/>
                  </a:lnTo>
                  <a:lnTo>
                    <a:pt x="50838" y="46139"/>
                  </a:lnTo>
                  <a:lnTo>
                    <a:pt x="46418" y="43434"/>
                  </a:lnTo>
                  <a:lnTo>
                    <a:pt x="41744" y="47688"/>
                  </a:lnTo>
                  <a:lnTo>
                    <a:pt x="44259" y="53416"/>
                  </a:lnTo>
                  <a:lnTo>
                    <a:pt x="45910" y="54610"/>
                  </a:lnTo>
                  <a:lnTo>
                    <a:pt x="49733" y="54610"/>
                  </a:lnTo>
                  <a:lnTo>
                    <a:pt x="52146" y="53162"/>
                  </a:lnTo>
                  <a:lnTo>
                    <a:pt x="52755" y="48615"/>
                  </a:lnTo>
                  <a:close/>
                </a:path>
                <a:path w="240029" h="518159">
                  <a:moveTo>
                    <a:pt x="55105" y="477342"/>
                  </a:moveTo>
                  <a:lnTo>
                    <a:pt x="50330" y="478726"/>
                  </a:lnTo>
                  <a:lnTo>
                    <a:pt x="47015" y="479691"/>
                  </a:lnTo>
                  <a:lnTo>
                    <a:pt x="47015" y="483463"/>
                  </a:lnTo>
                  <a:lnTo>
                    <a:pt x="55067" y="485813"/>
                  </a:lnTo>
                  <a:lnTo>
                    <a:pt x="55105" y="477342"/>
                  </a:lnTo>
                  <a:close/>
                </a:path>
                <a:path w="240029" h="518159">
                  <a:moveTo>
                    <a:pt x="57010" y="512648"/>
                  </a:moveTo>
                  <a:lnTo>
                    <a:pt x="56184" y="509549"/>
                  </a:lnTo>
                  <a:lnTo>
                    <a:pt x="49276" y="509511"/>
                  </a:lnTo>
                  <a:lnTo>
                    <a:pt x="47536" y="512267"/>
                  </a:lnTo>
                  <a:lnTo>
                    <a:pt x="49441" y="516788"/>
                  </a:lnTo>
                  <a:lnTo>
                    <a:pt x="52857" y="517931"/>
                  </a:lnTo>
                  <a:lnTo>
                    <a:pt x="54521" y="515823"/>
                  </a:lnTo>
                  <a:lnTo>
                    <a:pt x="57010" y="512648"/>
                  </a:lnTo>
                  <a:close/>
                </a:path>
                <a:path w="240029" h="518159">
                  <a:moveTo>
                    <a:pt x="60452" y="100761"/>
                  </a:moveTo>
                  <a:lnTo>
                    <a:pt x="58039" y="98145"/>
                  </a:lnTo>
                  <a:lnTo>
                    <a:pt x="56540" y="100304"/>
                  </a:lnTo>
                  <a:lnTo>
                    <a:pt x="56337" y="100584"/>
                  </a:lnTo>
                  <a:lnTo>
                    <a:pt x="56146" y="100863"/>
                  </a:lnTo>
                  <a:lnTo>
                    <a:pt x="55473" y="101828"/>
                  </a:lnTo>
                  <a:lnTo>
                    <a:pt x="56794" y="103035"/>
                  </a:lnTo>
                  <a:lnTo>
                    <a:pt x="58597" y="101917"/>
                  </a:lnTo>
                  <a:lnTo>
                    <a:pt x="60452" y="100761"/>
                  </a:lnTo>
                  <a:close/>
                </a:path>
                <a:path w="240029" h="518159">
                  <a:moveTo>
                    <a:pt x="62128" y="28371"/>
                  </a:moveTo>
                  <a:lnTo>
                    <a:pt x="56083" y="24498"/>
                  </a:lnTo>
                  <a:lnTo>
                    <a:pt x="54038" y="28740"/>
                  </a:lnTo>
                  <a:lnTo>
                    <a:pt x="56908" y="29679"/>
                  </a:lnTo>
                  <a:lnTo>
                    <a:pt x="61125" y="31064"/>
                  </a:lnTo>
                  <a:lnTo>
                    <a:pt x="62128" y="28371"/>
                  </a:lnTo>
                  <a:close/>
                </a:path>
                <a:path w="240029" h="518159">
                  <a:moveTo>
                    <a:pt x="63436" y="102984"/>
                  </a:moveTo>
                  <a:lnTo>
                    <a:pt x="58902" y="103314"/>
                  </a:lnTo>
                  <a:lnTo>
                    <a:pt x="58242" y="103555"/>
                  </a:lnTo>
                  <a:lnTo>
                    <a:pt x="56464" y="104952"/>
                  </a:lnTo>
                  <a:lnTo>
                    <a:pt x="56464" y="106553"/>
                  </a:lnTo>
                  <a:lnTo>
                    <a:pt x="58254" y="107962"/>
                  </a:lnTo>
                  <a:lnTo>
                    <a:pt x="58889" y="108191"/>
                  </a:lnTo>
                  <a:lnTo>
                    <a:pt x="60172" y="108280"/>
                  </a:lnTo>
                  <a:lnTo>
                    <a:pt x="63436" y="108521"/>
                  </a:lnTo>
                  <a:lnTo>
                    <a:pt x="63436" y="102984"/>
                  </a:lnTo>
                  <a:close/>
                </a:path>
                <a:path w="240029" h="518159">
                  <a:moveTo>
                    <a:pt x="73736" y="106654"/>
                  </a:moveTo>
                  <a:lnTo>
                    <a:pt x="69964" y="104635"/>
                  </a:lnTo>
                  <a:lnTo>
                    <a:pt x="67094" y="103098"/>
                  </a:lnTo>
                  <a:lnTo>
                    <a:pt x="63906" y="106845"/>
                  </a:lnTo>
                  <a:lnTo>
                    <a:pt x="69519" y="112306"/>
                  </a:lnTo>
                  <a:lnTo>
                    <a:pt x="73736" y="106654"/>
                  </a:lnTo>
                  <a:close/>
                </a:path>
                <a:path w="240029" h="518159">
                  <a:moveTo>
                    <a:pt x="78854" y="69265"/>
                  </a:moveTo>
                  <a:lnTo>
                    <a:pt x="72732" y="69265"/>
                  </a:lnTo>
                  <a:lnTo>
                    <a:pt x="66624" y="69265"/>
                  </a:lnTo>
                  <a:lnTo>
                    <a:pt x="66624" y="78282"/>
                  </a:lnTo>
                  <a:lnTo>
                    <a:pt x="59436" y="73266"/>
                  </a:lnTo>
                  <a:lnTo>
                    <a:pt x="53949" y="77050"/>
                  </a:lnTo>
                  <a:lnTo>
                    <a:pt x="53949" y="86042"/>
                  </a:lnTo>
                  <a:lnTo>
                    <a:pt x="59436" y="89827"/>
                  </a:lnTo>
                  <a:lnTo>
                    <a:pt x="63461" y="87007"/>
                  </a:lnTo>
                  <a:lnTo>
                    <a:pt x="67716" y="84035"/>
                  </a:lnTo>
                  <a:lnTo>
                    <a:pt x="67716" y="79044"/>
                  </a:lnTo>
                  <a:lnTo>
                    <a:pt x="67297" y="78752"/>
                  </a:lnTo>
                  <a:lnTo>
                    <a:pt x="78841" y="78752"/>
                  </a:lnTo>
                  <a:lnTo>
                    <a:pt x="78854" y="69265"/>
                  </a:lnTo>
                  <a:close/>
                </a:path>
                <a:path w="240029" h="518159">
                  <a:moveTo>
                    <a:pt x="80810" y="217652"/>
                  </a:moveTo>
                  <a:lnTo>
                    <a:pt x="77254" y="216230"/>
                  </a:lnTo>
                  <a:lnTo>
                    <a:pt x="75234" y="218198"/>
                  </a:lnTo>
                  <a:lnTo>
                    <a:pt x="73799" y="219583"/>
                  </a:lnTo>
                  <a:lnTo>
                    <a:pt x="73799" y="221424"/>
                  </a:lnTo>
                  <a:lnTo>
                    <a:pt x="77254" y="224790"/>
                  </a:lnTo>
                  <a:lnTo>
                    <a:pt x="80810" y="223367"/>
                  </a:lnTo>
                  <a:lnTo>
                    <a:pt x="80810" y="217652"/>
                  </a:lnTo>
                  <a:close/>
                </a:path>
                <a:path w="240029" h="518159">
                  <a:moveTo>
                    <a:pt x="82092" y="32372"/>
                  </a:moveTo>
                  <a:lnTo>
                    <a:pt x="81800" y="32372"/>
                  </a:lnTo>
                  <a:lnTo>
                    <a:pt x="81508" y="32372"/>
                  </a:lnTo>
                  <a:lnTo>
                    <a:pt x="81508" y="32816"/>
                  </a:lnTo>
                  <a:lnTo>
                    <a:pt x="82092" y="32816"/>
                  </a:lnTo>
                  <a:lnTo>
                    <a:pt x="82092" y="32372"/>
                  </a:lnTo>
                  <a:close/>
                </a:path>
                <a:path w="240029" h="518159">
                  <a:moveTo>
                    <a:pt x="82296" y="480034"/>
                  </a:moveTo>
                  <a:lnTo>
                    <a:pt x="72796" y="480034"/>
                  </a:lnTo>
                  <a:lnTo>
                    <a:pt x="72783" y="487426"/>
                  </a:lnTo>
                  <a:lnTo>
                    <a:pt x="77546" y="487426"/>
                  </a:lnTo>
                  <a:lnTo>
                    <a:pt x="82296" y="487426"/>
                  </a:lnTo>
                  <a:lnTo>
                    <a:pt x="82296" y="480034"/>
                  </a:lnTo>
                  <a:close/>
                </a:path>
                <a:path w="240029" h="518159">
                  <a:moveTo>
                    <a:pt x="83121" y="99783"/>
                  </a:moveTo>
                  <a:lnTo>
                    <a:pt x="82829" y="99783"/>
                  </a:lnTo>
                  <a:lnTo>
                    <a:pt x="82537" y="99783"/>
                  </a:lnTo>
                  <a:lnTo>
                    <a:pt x="82537" y="100241"/>
                  </a:lnTo>
                  <a:lnTo>
                    <a:pt x="83121" y="100241"/>
                  </a:lnTo>
                  <a:lnTo>
                    <a:pt x="83121" y="99783"/>
                  </a:lnTo>
                  <a:close/>
                </a:path>
                <a:path w="240029" h="518159">
                  <a:moveTo>
                    <a:pt x="89382" y="35471"/>
                  </a:moveTo>
                  <a:lnTo>
                    <a:pt x="84594" y="35077"/>
                  </a:lnTo>
                  <a:lnTo>
                    <a:pt x="82499" y="37960"/>
                  </a:lnTo>
                  <a:lnTo>
                    <a:pt x="81495" y="38328"/>
                  </a:lnTo>
                  <a:lnTo>
                    <a:pt x="77762" y="42418"/>
                  </a:lnTo>
                  <a:lnTo>
                    <a:pt x="82880" y="47510"/>
                  </a:lnTo>
                  <a:lnTo>
                    <a:pt x="85953" y="44577"/>
                  </a:lnTo>
                  <a:lnTo>
                    <a:pt x="87871" y="43421"/>
                  </a:lnTo>
                  <a:lnTo>
                    <a:pt x="88747" y="41465"/>
                  </a:lnTo>
                  <a:lnTo>
                    <a:pt x="89382" y="35471"/>
                  </a:lnTo>
                  <a:close/>
                </a:path>
                <a:path w="240029" h="518159">
                  <a:moveTo>
                    <a:pt x="91795" y="226225"/>
                  </a:moveTo>
                  <a:lnTo>
                    <a:pt x="88582" y="224231"/>
                  </a:lnTo>
                  <a:lnTo>
                    <a:pt x="87503" y="225209"/>
                  </a:lnTo>
                  <a:lnTo>
                    <a:pt x="88049" y="226009"/>
                  </a:lnTo>
                  <a:lnTo>
                    <a:pt x="89725" y="228422"/>
                  </a:lnTo>
                  <a:lnTo>
                    <a:pt x="91795" y="226225"/>
                  </a:lnTo>
                  <a:close/>
                </a:path>
                <a:path w="240029" h="518159">
                  <a:moveTo>
                    <a:pt x="97320" y="2413"/>
                  </a:moveTo>
                  <a:lnTo>
                    <a:pt x="93776" y="0"/>
                  </a:lnTo>
                  <a:lnTo>
                    <a:pt x="92824" y="2171"/>
                  </a:lnTo>
                  <a:lnTo>
                    <a:pt x="92506" y="2895"/>
                  </a:lnTo>
                  <a:lnTo>
                    <a:pt x="92189" y="3556"/>
                  </a:lnTo>
                  <a:lnTo>
                    <a:pt x="91859" y="5295"/>
                  </a:lnTo>
                  <a:lnTo>
                    <a:pt x="92811" y="6184"/>
                  </a:lnTo>
                  <a:lnTo>
                    <a:pt x="93738" y="5651"/>
                  </a:lnTo>
                  <a:lnTo>
                    <a:pt x="94411" y="5232"/>
                  </a:lnTo>
                  <a:lnTo>
                    <a:pt x="97320" y="2413"/>
                  </a:lnTo>
                  <a:close/>
                </a:path>
                <a:path w="240029" h="518159">
                  <a:moveTo>
                    <a:pt x="102704" y="99339"/>
                  </a:moveTo>
                  <a:lnTo>
                    <a:pt x="100139" y="94970"/>
                  </a:lnTo>
                  <a:lnTo>
                    <a:pt x="97218" y="95161"/>
                  </a:lnTo>
                  <a:lnTo>
                    <a:pt x="95935" y="97104"/>
                  </a:lnTo>
                  <a:lnTo>
                    <a:pt x="94589" y="99123"/>
                  </a:lnTo>
                  <a:lnTo>
                    <a:pt x="96151" y="102108"/>
                  </a:lnTo>
                  <a:lnTo>
                    <a:pt x="100977" y="101638"/>
                  </a:lnTo>
                  <a:lnTo>
                    <a:pt x="102704" y="99339"/>
                  </a:lnTo>
                  <a:close/>
                </a:path>
                <a:path w="240029" h="518159">
                  <a:moveTo>
                    <a:pt x="103047" y="10845"/>
                  </a:moveTo>
                  <a:lnTo>
                    <a:pt x="102755" y="10845"/>
                  </a:lnTo>
                  <a:lnTo>
                    <a:pt x="102463" y="10845"/>
                  </a:lnTo>
                  <a:lnTo>
                    <a:pt x="102463" y="11303"/>
                  </a:lnTo>
                  <a:lnTo>
                    <a:pt x="103047" y="11303"/>
                  </a:lnTo>
                  <a:lnTo>
                    <a:pt x="103047" y="10845"/>
                  </a:lnTo>
                  <a:close/>
                </a:path>
                <a:path w="240029" h="518159">
                  <a:moveTo>
                    <a:pt x="105537" y="205168"/>
                  </a:moveTo>
                  <a:lnTo>
                    <a:pt x="104965" y="201701"/>
                  </a:lnTo>
                  <a:lnTo>
                    <a:pt x="102501" y="201510"/>
                  </a:lnTo>
                  <a:lnTo>
                    <a:pt x="101561" y="202730"/>
                  </a:lnTo>
                  <a:lnTo>
                    <a:pt x="100444" y="204190"/>
                  </a:lnTo>
                  <a:lnTo>
                    <a:pt x="101574" y="205943"/>
                  </a:lnTo>
                  <a:lnTo>
                    <a:pt x="105016" y="206324"/>
                  </a:lnTo>
                  <a:lnTo>
                    <a:pt x="105537" y="205168"/>
                  </a:lnTo>
                  <a:close/>
                </a:path>
                <a:path w="240029" h="518159">
                  <a:moveTo>
                    <a:pt x="106057" y="135851"/>
                  </a:moveTo>
                  <a:lnTo>
                    <a:pt x="105676" y="126822"/>
                  </a:lnTo>
                  <a:lnTo>
                    <a:pt x="101269" y="124396"/>
                  </a:lnTo>
                  <a:lnTo>
                    <a:pt x="98806" y="127228"/>
                  </a:lnTo>
                  <a:lnTo>
                    <a:pt x="95186" y="131381"/>
                  </a:lnTo>
                  <a:lnTo>
                    <a:pt x="95707" y="135407"/>
                  </a:lnTo>
                  <a:lnTo>
                    <a:pt x="102146" y="138125"/>
                  </a:lnTo>
                  <a:lnTo>
                    <a:pt x="106057" y="135851"/>
                  </a:lnTo>
                  <a:close/>
                </a:path>
                <a:path w="240029" h="518159">
                  <a:moveTo>
                    <a:pt x="109956" y="29641"/>
                  </a:moveTo>
                  <a:lnTo>
                    <a:pt x="102349" y="29641"/>
                  </a:lnTo>
                  <a:lnTo>
                    <a:pt x="102349" y="35547"/>
                  </a:lnTo>
                  <a:lnTo>
                    <a:pt x="106146" y="35547"/>
                  </a:lnTo>
                  <a:lnTo>
                    <a:pt x="109956" y="35547"/>
                  </a:lnTo>
                  <a:lnTo>
                    <a:pt x="109956" y="29641"/>
                  </a:lnTo>
                  <a:close/>
                </a:path>
                <a:path w="240029" h="518159">
                  <a:moveTo>
                    <a:pt x="112979" y="58343"/>
                  </a:moveTo>
                  <a:lnTo>
                    <a:pt x="107264" y="58343"/>
                  </a:lnTo>
                  <a:lnTo>
                    <a:pt x="107264" y="62776"/>
                  </a:lnTo>
                  <a:lnTo>
                    <a:pt x="110121" y="62776"/>
                  </a:lnTo>
                  <a:lnTo>
                    <a:pt x="112966" y="62776"/>
                  </a:lnTo>
                  <a:lnTo>
                    <a:pt x="112979" y="58343"/>
                  </a:lnTo>
                  <a:close/>
                </a:path>
                <a:path w="240029" h="518159">
                  <a:moveTo>
                    <a:pt x="113588" y="111061"/>
                  </a:moveTo>
                  <a:lnTo>
                    <a:pt x="112242" y="108140"/>
                  </a:lnTo>
                  <a:lnTo>
                    <a:pt x="110020" y="108140"/>
                  </a:lnTo>
                  <a:lnTo>
                    <a:pt x="107797" y="108140"/>
                  </a:lnTo>
                  <a:lnTo>
                    <a:pt x="106451" y="111061"/>
                  </a:lnTo>
                  <a:lnTo>
                    <a:pt x="109385" y="113779"/>
                  </a:lnTo>
                  <a:lnTo>
                    <a:pt x="110642" y="113779"/>
                  </a:lnTo>
                  <a:lnTo>
                    <a:pt x="113588" y="111061"/>
                  </a:lnTo>
                  <a:close/>
                </a:path>
                <a:path w="240029" h="518159">
                  <a:moveTo>
                    <a:pt x="114312" y="154470"/>
                  </a:moveTo>
                  <a:lnTo>
                    <a:pt x="112547" y="147193"/>
                  </a:lnTo>
                  <a:lnTo>
                    <a:pt x="104686" y="149288"/>
                  </a:lnTo>
                  <a:lnTo>
                    <a:pt x="103276" y="150456"/>
                  </a:lnTo>
                  <a:lnTo>
                    <a:pt x="103073" y="151815"/>
                  </a:lnTo>
                  <a:lnTo>
                    <a:pt x="102831" y="153428"/>
                  </a:lnTo>
                  <a:lnTo>
                    <a:pt x="102958" y="154559"/>
                  </a:lnTo>
                  <a:lnTo>
                    <a:pt x="105054" y="156768"/>
                  </a:lnTo>
                  <a:lnTo>
                    <a:pt x="106794" y="157340"/>
                  </a:lnTo>
                  <a:lnTo>
                    <a:pt x="114312" y="154470"/>
                  </a:lnTo>
                  <a:close/>
                </a:path>
                <a:path w="240029" h="518159">
                  <a:moveTo>
                    <a:pt x="121119" y="198132"/>
                  </a:moveTo>
                  <a:lnTo>
                    <a:pt x="117043" y="198132"/>
                  </a:lnTo>
                  <a:lnTo>
                    <a:pt x="117043" y="201295"/>
                  </a:lnTo>
                  <a:lnTo>
                    <a:pt x="119075" y="201295"/>
                  </a:lnTo>
                  <a:lnTo>
                    <a:pt x="121107" y="201295"/>
                  </a:lnTo>
                  <a:lnTo>
                    <a:pt x="121119" y="198132"/>
                  </a:lnTo>
                  <a:close/>
                </a:path>
                <a:path w="240029" h="518159">
                  <a:moveTo>
                    <a:pt x="125006" y="96748"/>
                  </a:moveTo>
                  <a:lnTo>
                    <a:pt x="119595" y="91478"/>
                  </a:lnTo>
                  <a:lnTo>
                    <a:pt x="115519" y="96939"/>
                  </a:lnTo>
                  <a:lnTo>
                    <a:pt x="119151" y="98882"/>
                  </a:lnTo>
                  <a:lnTo>
                    <a:pt x="121932" y="100368"/>
                  </a:lnTo>
                  <a:lnTo>
                    <a:pt x="125006" y="96748"/>
                  </a:lnTo>
                  <a:close/>
                </a:path>
                <a:path w="240029" h="518159">
                  <a:moveTo>
                    <a:pt x="125412" y="179400"/>
                  </a:moveTo>
                  <a:lnTo>
                    <a:pt x="125120" y="179400"/>
                  </a:lnTo>
                  <a:lnTo>
                    <a:pt x="124828" y="179400"/>
                  </a:lnTo>
                  <a:lnTo>
                    <a:pt x="124828" y="179844"/>
                  </a:lnTo>
                  <a:lnTo>
                    <a:pt x="125412" y="179844"/>
                  </a:lnTo>
                  <a:lnTo>
                    <a:pt x="125412" y="179400"/>
                  </a:lnTo>
                  <a:close/>
                </a:path>
                <a:path w="240029" h="518159">
                  <a:moveTo>
                    <a:pt x="130340" y="3771"/>
                  </a:moveTo>
                  <a:lnTo>
                    <a:pt x="128485" y="1536"/>
                  </a:lnTo>
                  <a:lnTo>
                    <a:pt x="128308" y="1320"/>
                  </a:lnTo>
                  <a:lnTo>
                    <a:pt x="125628" y="1231"/>
                  </a:lnTo>
                  <a:lnTo>
                    <a:pt x="125564" y="1536"/>
                  </a:lnTo>
                  <a:lnTo>
                    <a:pt x="125095" y="1320"/>
                  </a:lnTo>
                  <a:lnTo>
                    <a:pt x="125285" y="1397"/>
                  </a:lnTo>
                  <a:lnTo>
                    <a:pt x="125564" y="1536"/>
                  </a:lnTo>
                  <a:lnTo>
                    <a:pt x="125564" y="1231"/>
                  </a:lnTo>
                  <a:lnTo>
                    <a:pt x="124409" y="1092"/>
                  </a:lnTo>
                  <a:lnTo>
                    <a:pt x="124282" y="1092"/>
                  </a:lnTo>
                  <a:lnTo>
                    <a:pt x="123431" y="1028"/>
                  </a:lnTo>
                  <a:lnTo>
                    <a:pt x="122567" y="1231"/>
                  </a:lnTo>
                  <a:lnTo>
                    <a:pt x="120751" y="2133"/>
                  </a:lnTo>
                  <a:lnTo>
                    <a:pt x="119786" y="3403"/>
                  </a:lnTo>
                  <a:lnTo>
                    <a:pt x="119024" y="7569"/>
                  </a:lnTo>
                  <a:lnTo>
                    <a:pt x="120332" y="9753"/>
                  </a:lnTo>
                  <a:lnTo>
                    <a:pt x="123774" y="11112"/>
                  </a:lnTo>
                  <a:lnTo>
                    <a:pt x="124574" y="11214"/>
                  </a:lnTo>
                  <a:lnTo>
                    <a:pt x="128066" y="10922"/>
                  </a:lnTo>
                  <a:lnTo>
                    <a:pt x="130340" y="9029"/>
                  </a:lnTo>
                  <a:lnTo>
                    <a:pt x="130340" y="3771"/>
                  </a:lnTo>
                  <a:close/>
                </a:path>
                <a:path w="240029" h="518159">
                  <a:moveTo>
                    <a:pt x="132969" y="208089"/>
                  </a:moveTo>
                  <a:lnTo>
                    <a:pt x="132384" y="208089"/>
                  </a:lnTo>
                  <a:lnTo>
                    <a:pt x="132384" y="208534"/>
                  </a:lnTo>
                  <a:lnTo>
                    <a:pt x="132676" y="208534"/>
                  </a:lnTo>
                  <a:lnTo>
                    <a:pt x="132969" y="208534"/>
                  </a:lnTo>
                  <a:lnTo>
                    <a:pt x="132969" y="208089"/>
                  </a:lnTo>
                  <a:close/>
                </a:path>
                <a:path w="240029" h="518159">
                  <a:moveTo>
                    <a:pt x="139382" y="44170"/>
                  </a:moveTo>
                  <a:lnTo>
                    <a:pt x="134264" y="39408"/>
                  </a:lnTo>
                  <a:lnTo>
                    <a:pt x="131203" y="42875"/>
                  </a:lnTo>
                  <a:lnTo>
                    <a:pt x="129654" y="44640"/>
                  </a:lnTo>
                  <a:lnTo>
                    <a:pt x="129476" y="46456"/>
                  </a:lnTo>
                  <a:lnTo>
                    <a:pt x="131178" y="49987"/>
                  </a:lnTo>
                  <a:lnTo>
                    <a:pt x="133235" y="50749"/>
                  </a:lnTo>
                  <a:lnTo>
                    <a:pt x="136207" y="49809"/>
                  </a:lnTo>
                  <a:lnTo>
                    <a:pt x="137172" y="48641"/>
                  </a:lnTo>
                  <a:lnTo>
                    <a:pt x="137553" y="47371"/>
                  </a:lnTo>
                  <a:lnTo>
                    <a:pt x="139382" y="44170"/>
                  </a:lnTo>
                  <a:close/>
                </a:path>
                <a:path w="240029" h="518159">
                  <a:moveTo>
                    <a:pt x="144106" y="200748"/>
                  </a:moveTo>
                  <a:lnTo>
                    <a:pt x="143700" y="197510"/>
                  </a:lnTo>
                  <a:lnTo>
                    <a:pt x="139801" y="195237"/>
                  </a:lnTo>
                  <a:lnTo>
                    <a:pt x="138163" y="195554"/>
                  </a:lnTo>
                  <a:lnTo>
                    <a:pt x="136931" y="196557"/>
                  </a:lnTo>
                  <a:lnTo>
                    <a:pt x="134200" y="197878"/>
                  </a:lnTo>
                  <a:lnTo>
                    <a:pt x="134493" y="201930"/>
                  </a:lnTo>
                  <a:lnTo>
                    <a:pt x="136880" y="203314"/>
                  </a:lnTo>
                  <a:lnTo>
                    <a:pt x="138696" y="204355"/>
                  </a:lnTo>
                  <a:lnTo>
                    <a:pt x="140792" y="204114"/>
                  </a:lnTo>
                  <a:lnTo>
                    <a:pt x="144106" y="200748"/>
                  </a:lnTo>
                  <a:close/>
                </a:path>
                <a:path w="240029" h="518159">
                  <a:moveTo>
                    <a:pt x="144665" y="130721"/>
                  </a:moveTo>
                  <a:lnTo>
                    <a:pt x="143090" y="128943"/>
                  </a:lnTo>
                  <a:lnTo>
                    <a:pt x="140284" y="130390"/>
                  </a:lnTo>
                  <a:lnTo>
                    <a:pt x="138455" y="130759"/>
                  </a:lnTo>
                  <a:lnTo>
                    <a:pt x="135585" y="131483"/>
                  </a:lnTo>
                  <a:lnTo>
                    <a:pt x="135483" y="133565"/>
                  </a:lnTo>
                  <a:lnTo>
                    <a:pt x="136842" y="133807"/>
                  </a:lnTo>
                  <a:lnTo>
                    <a:pt x="139534" y="134315"/>
                  </a:lnTo>
                  <a:lnTo>
                    <a:pt x="141363" y="133540"/>
                  </a:lnTo>
                  <a:lnTo>
                    <a:pt x="144665" y="130721"/>
                  </a:lnTo>
                  <a:close/>
                </a:path>
                <a:path w="240029" h="518159">
                  <a:moveTo>
                    <a:pt x="145630" y="11925"/>
                  </a:moveTo>
                  <a:lnTo>
                    <a:pt x="143548" y="8775"/>
                  </a:lnTo>
                  <a:lnTo>
                    <a:pt x="139293" y="7620"/>
                  </a:lnTo>
                  <a:lnTo>
                    <a:pt x="137807" y="7975"/>
                  </a:lnTo>
                  <a:lnTo>
                    <a:pt x="136601" y="8813"/>
                  </a:lnTo>
                  <a:lnTo>
                    <a:pt x="135648" y="9232"/>
                  </a:lnTo>
                  <a:lnTo>
                    <a:pt x="134823" y="9779"/>
                  </a:lnTo>
                  <a:lnTo>
                    <a:pt x="132829" y="13512"/>
                  </a:lnTo>
                  <a:lnTo>
                    <a:pt x="133718" y="16383"/>
                  </a:lnTo>
                  <a:lnTo>
                    <a:pt x="139471" y="20345"/>
                  </a:lnTo>
                  <a:lnTo>
                    <a:pt x="143433" y="18072"/>
                  </a:lnTo>
                  <a:lnTo>
                    <a:pt x="145630" y="11925"/>
                  </a:lnTo>
                  <a:close/>
                </a:path>
                <a:path w="240029" h="518159">
                  <a:moveTo>
                    <a:pt x="148005" y="144373"/>
                  </a:moveTo>
                  <a:lnTo>
                    <a:pt x="143243" y="144373"/>
                  </a:lnTo>
                  <a:lnTo>
                    <a:pt x="138493" y="144373"/>
                  </a:lnTo>
                  <a:lnTo>
                    <a:pt x="138493" y="151752"/>
                  </a:lnTo>
                  <a:lnTo>
                    <a:pt x="147993" y="151752"/>
                  </a:lnTo>
                  <a:lnTo>
                    <a:pt x="148005" y="144373"/>
                  </a:lnTo>
                  <a:close/>
                </a:path>
                <a:path w="240029" h="518159">
                  <a:moveTo>
                    <a:pt x="150888" y="103149"/>
                  </a:moveTo>
                  <a:lnTo>
                    <a:pt x="144068" y="101155"/>
                  </a:lnTo>
                  <a:lnTo>
                    <a:pt x="141503" y="103187"/>
                  </a:lnTo>
                  <a:lnTo>
                    <a:pt x="141503" y="105752"/>
                  </a:lnTo>
                  <a:lnTo>
                    <a:pt x="141503" y="108318"/>
                  </a:lnTo>
                  <a:lnTo>
                    <a:pt x="144068" y="110350"/>
                  </a:lnTo>
                  <a:lnTo>
                    <a:pt x="150888" y="108356"/>
                  </a:lnTo>
                  <a:lnTo>
                    <a:pt x="150888" y="103149"/>
                  </a:lnTo>
                  <a:close/>
                </a:path>
                <a:path w="240029" h="518159">
                  <a:moveTo>
                    <a:pt x="152895" y="44742"/>
                  </a:moveTo>
                  <a:lnTo>
                    <a:pt x="152298" y="44742"/>
                  </a:lnTo>
                  <a:lnTo>
                    <a:pt x="152298" y="45186"/>
                  </a:lnTo>
                  <a:lnTo>
                    <a:pt x="152603" y="45186"/>
                  </a:lnTo>
                  <a:lnTo>
                    <a:pt x="152895" y="45186"/>
                  </a:lnTo>
                  <a:lnTo>
                    <a:pt x="152895" y="44742"/>
                  </a:lnTo>
                  <a:close/>
                </a:path>
                <a:path w="240029" h="518159">
                  <a:moveTo>
                    <a:pt x="153466" y="160210"/>
                  </a:moveTo>
                  <a:lnTo>
                    <a:pt x="153085" y="159169"/>
                  </a:lnTo>
                  <a:lnTo>
                    <a:pt x="152361" y="158623"/>
                  </a:lnTo>
                  <a:lnTo>
                    <a:pt x="151422" y="156768"/>
                  </a:lnTo>
                  <a:lnTo>
                    <a:pt x="147574" y="156616"/>
                  </a:lnTo>
                  <a:lnTo>
                    <a:pt x="147802" y="162293"/>
                  </a:lnTo>
                  <a:lnTo>
                    <a:pt x="151574" y="163855"/>
                  </a:lnTo>
                  <a:lnTo>
                    <a:pt x="152984" y="161137"/>
                  </a:lnTo>
                  <a:lnTo>
                    <a:pt x="153466" y="160210"/>
                  </a:lnTo>
                  <a:close/>
                </a:path>
                <a:path w="240029" h="518159">
                  <a:moveTo>
                    <a:pt x="161366" y="22428"/>
                  </a:moveTo>
                  <a:lnTo>
                    <a:pt x="159194" y="20523"/>
                  </a:lnTo>
                  <a:lnTo>
                    <a:pt x="149250" y="24930"/>
                  </a:lnTo>
                  <a:lnTo>
                    <a:pt x="156248" y="32575"/>
                  </a:lnTo>
                  <a:lnTo>
                    <a:pt x="158915" y="27305"/>
                  </a:lnTo>
                  <a:lnTo>
                    <a:pt x="161366" y="22428"/>
                  </a:lnTo>
                  <a:close/>
                </a:path>
                <a:path w="240029" h="518159">
                  <a:moveTo>
                    <a:pt x="165303" y="151892"/>
                  </a:moveTo>
                  <a:lnTo>
                    <a:pt x="161950" y="150088"/>
                  </a:lnTo>
                  <a:lnTo>
                    <a:pt x="159385" y="148717"/>
                  </a:lnTo>
                  <a:lnTo>
                    <a:pt x="156527" y="152057"/>
                  </a:lnTo>
                  <a:lnTo>
                    <a:pt x="161544" y="156959"/>
                  </a:lnTo>
                  <a:lnTo>
                    <a:pt x="165303" y="151892"/>
                  </a:lnTo>
                  <a:close/>
                </a:path>
                <a:path w="240029" h="518159">
                  <a:moveTo>
                    <a:pt x="166954" y="120434"/>
                  </a:moveTo>
                  <a:lnTo>
                    <a:pt x="161036" y="117614"/>
                  </a:lnTo>
                  <a:lnTo>
                    <a:pt x="158673" y="121653"/>
                  </a:lnTo>
                  <a:lnTo>
                    <a:pt x="155663" y="126784"/>
                  </a:lnTo>
                  <a:lnTo>
                    <a:pt x="164731" y="130416"/>
                  </a:lnTo>
                  <a:lnTo>
                    <a:pt x="166954" y="120434"/>
                  </a:lnTo>
                  <a:close/>
                </a:path>
                <a:path w="240029" h="518159">
                  <a:moveTo>
                    <a:pt x="166954" y="101219"/>
                  </a:moveTo>
                  <a:lnTo>
                    <a:pt x="166662" y="101219"/>
                  </a:lnTo>
                  <a:lnTo>
                    <a:pt x="166370" y="101219"/>
                  </a:lnTo>
                  <a:lnTo>
                    <a:pt x="166370" y="101676"/>
                  </a:lnTo>
                  <a:lnTo>
                    <a:pt x="166954" y="101676"/>
                  </a:lnTo>
                  <a:lnTo>
                    <a:pt x="166954" y="101219"/>
                  </a:lnTo>
                  <a:close/>
                </a:path>
                <a:path w="240029" h="518159">
                  <a:moveTo>
                    <a:pt x="168986" y="184010"/>
                  </a:moveTo>
                  <a:lnTo>
                    <a:pt x="167347" y="184010"/>
                  </a:lnTo>
                  <a:lnTo>
                    <a:pt x="167347" y="185280"/>
                  </a:lnTo>
                  <a:lnTo>
                    <a:pt x="168173" y="185280"/>
                  </a:lnTo>
                  <a:lnTo>
                    <a:pt x="168986" y="185280"/>
                  </a:lnTo>
                  <a:lnTo>
                    <a:pt x="168986" y="184010"/>
                  </a:lnTo>
                  <a:close/>
                </a:path>
                <a:path w="240029" h="518159">
                  <a:moveTo>
                    <a:pt x="177215" y="83756"/>
                  </a:moveTo>
                  <a:lnTo>
                    <a:pt x="176364" y="80543"/>
                  </a:lnTo>
                  <a:lnTo>
                    <a:pt x="173494" y="80530"/>
                  </a:lnTo>
                  <a:lnTo>
                    <a:pt x="169278" y="80492"/>
                  </a:lnTo>
                  <a:lnTo>
                    <a:pt x="167487" y="83337"/>
                  </a:lnTo>
                  <a:lnTo>
                    <a:pt x="169456" y="87985"/>
                  </a:lnTo>
                  <a:lnTo>
                    <a:pt x="172974" y="89166"/>
                  </a:lnTo>
                  <a:lnTo>
                    <a:pt x="177215" y="83756"/>
                  </a:lnTo>
                  <a:close/>
                </a:path>
                <a:path w="240029" h="518159">
                  <a:moveTo>
                    <a:pt x="178396" y="154927"/>
                  </a:moveTo>
                  <a:lnTo>
                    <a:pt x="177584" y="154927"/>
                  </a:lnTo>
                  <a:lnTo>
                    <a:pt x="177584" y="155562"/>
                  </a:lnTo>
                  <a:lnTo>
                    <a:pt x="177990" y="155562"/>
                  </a:lnTo>
                  <a:lnTo>
                    <a:pt x="178396" y="155562"/>
                  </a:lnTo>
                  <a:lnTo>
                    <a:pt x="178396" y="154927"/>
                  </a:lnTo>
                  <a:close/>
                </a:path>
                <a:path w="240029" h="518159">
                  <a:moveTo>
                    <a:pt x="184416" y="70002"/>
                  </a:moveTo>
                  <a:lnTo>
                    <a:pt x="179514" y="63893"/>
                  </a:lnTo>
                  <a:lnTo>
                    <a:pt x="176872" y="63804"/>
                  </a:lnTo>
                  <a:lnTo>
                    <a:pt x="176872" y="71907"/>
                  </a:lnTo>
                  <a:lnTo>
                    <a:pt x="176707" y="71882"/>
                  </a:lnTo>
                  <a:lnTo>
                    <a:pt x="176555" y="71818"/>
                  </a:lnTo>
                  <a:lnTo>
                    <a:pt x="176809" y="71678"/>
                  </a:lnTo>
                  <a:lnTo>
                    <a:pt x="176872" y="71907"/>
                  </a:lnTo>
                  <a:lnTo>
                    <a:pt x="176872" y="63804"/>
                  </a:lnTo>
                  <a:lnTo>
                    <a:pt x="174853" y="63715"/>
                  </a:lnTo>
                  <a:lnTo>
                    <a:pt x="168732" y="68732"/>
                  </a:lnTo>
                  <a:lnTo>
                    <a:pt x="167830" y="73253"/>
                  </a:lnTo>
                  <a:lnTo>
                    <a:pt x="173062" y="78854"/>
                  </a:lnTo>
                  <a:lnTo>
                    <a:pt x="177266" y="79514"/>
                  </a:lnTo>
                  <a:lnTo>
                    <a:pt x="180352" y="77546"/>
                  </a:lnTo>
                  <a:lnTo>
                    <a:pt x="180949" y="77330"/>
                  </a:lnTo>
                  <a:lnTo>
                    <a:pt x="181457" y="77089"/>
                  </a:lnTo>
                  <a:lnTo>
                    <a:pt x="184188" y="73787"/>
                  </a:lnTo>
                  <a:lnTo>
                    <a:pt x="184302" y="71907"/>
                  </a:lnTo>
                  <a:lnTo>
                    <a:pt x="184315" y="71678"/>
                  </a:lnTo>
                  <a:lnTo>
                    <a:pt x="184416" y="70002"/>
                  </a:lnTo>
                  <a:close/>
                </a:path>
                <a:path w="240029" h="518159">
                  <a:moveTo>
                    <a:pt x="186499" y="161150"/>
                  </a:moveTo>
                  <a:lnTo>
                    <a:pt x="174015" y="161150"/>
                  </a:lnTo>
                  <a:lnTo>
                    <a:pt x="174002" y="170853"/>
                  </a:lnTo>
                  <a:lnTo>
                    <a:pt x="180251" y="170853"/>
                  </a:lnTo>
                  <a:lnTo>
                    <a:pt x="186486" y="170853"/>
                  </a:lnTo>
                  <a:lnTo>
                    <a:pt x="186499" y="161150"/>
                  </a:lnTo>
                  <a:close/>
                </a:path>
                <a:path w="240029" h="518159">
                  <a:moveTo>
                    <a:pt x="187515" y="22250"/>
                  </a:moveTo>
                  <a:lnTo>
                    <a:pt x="186156" y="20180"/>
                  </a:lnTo>
                  <a:lnTo>
                    <a:pt x="181648" y="20802"/>
                  </a:lnTo>
                  <a:lnTo>
                    <a:pt x="180428" y="23215"/>
                  </a:lnTo>
                  <a:lnTo>
                    <a:pt x="181533" y="25120"/>
                  </a:lnTo>
                  <a:lnTo>
                    <a:pt x="181673" y="25361"/>
                  </a:lnTo>
                  <a:lnTo>
                    <a:pt x="181737" y="25488"/>
                  </a:lnTo>
                  <a:lnTo>
                    <a:pt x="182905" y="27495"/>
                  </a:lnTo>
                  <a:lnTo>
                    <a:pt x="186753" y="27393"/>
                  </a:lnTo>
                  <a:lnTo>
                    <a:pt x="187515" y="22250"/>
                  </a:lnTo>
                  <a:close/>
                </a:path>
                <a:path w="240029" h="518159">
                  <a:moveTo>
                    <a:pt x="187693" y="145910"/>
                  </a:moveTo>
                  <a:lnTo>
                    <a:pt x="187210" y="143751"/>
                  </a:lnTo>
                  <a:lnTo>
                    <a:pt x="187109" y="143294"/>
                  </a:lnTo>
                  <a:lnTo>
                    <a:pt x="186855" y="142151"/>
                  </a:lnTo>
                  <a:lnTo>
                    <a:pt x="185737" y="142151"/>
                  </a:lnTo>
                  <a:lnTo>
                    <a:pt x="185585" y="142849"/>
                  </a:lnTo>
                  <a:lnTo>
                    <a:pt x="185483" y="143294"/>
                  </a:lnTo>
                  <a:lnTo>
                    <a:pt x="185381" y="143751"/>
                  </a:lnTo>
                  <a:lnTo>
                    <a:pt x="184886" y="145897"/>
                  </a:lnTo>
                  <a:lnTo>
                    <a:pt x="187693" y="145910"/>
                  </a:lnTo>
                  <a:close/>
                </a:path>
                <a:path w="240029" h="518159">
                  <a:moveTo>
                    <a:pt x="190360" y="129908"/>
                  </a:moveTo>
                  <a:lnTo>
                    <a:pt x="189776" y="129908"/>
                  </a:lnTo>
                  <a:lnTo>
                    <a:pt x="189776" y="130365"/>
                  </a:lnTo>
                  <a:lnTo>
                    <a:pt x="190068" y="130365"/>
                  </a:lnTo>
                  <a:lnTo>
                    <a:pt x="190360" y="130365"/>
                  </a:lnTo>
                  <a:lnTo>
                    <a:pt x="190360" y="129908"/>
                  </a:lnTo>
                  <a:close/>
                </a:path>
                <a:path w="240029" h="518159">
                  <a:moveTo>
                    <a:pt x="194068" y="103898"/>
                  </a:moveTo>
                  <a:lnTo>
                    <a:pt x="191249" y="102095"/>
                  </a:lnTo>
                  <a:lnTo>
                    <a:pt x="188607" y="106680"/>
                  </a:lnTo>
                  <a:lnTo>
                    <a:pt x="187909" y="110540"/>
                  </a:lnTo>
                  <a:lnTo>
                    <a:pt x="191274" y="113817"/>
                  </a:lnTo>
                  <a:lnTo>
                    <a:pt x="193395" y="113131"/>
                  </a:lnTo>
                  <a:lnTo>
                    <a:pt x="193294" y="111531"/>
                  </a:lnTo>
                  <a:lnTo>
                    <a:pt x="193167" y="109550"/>
                  </a:lnTo>
                  <a:lnTo>
                    <a:pt x="192290" y="107924"/>
                  </a:lnTo>
                  <a:lnTo>
                    <a:pt x="194068" y="103898"/>
                  </a:lnTo>
                  <a:close/>
                </a:path>
                <a:path w="240029" h="518159">
                  <a:moveTo>
                    <a:pt x="201536" y="82689"/>
                  </a:moveTo>
                  <a:lnTo>
                    <a:pt x="201396" y="82689"/>
                  </a:lnTo>
                  <a:lnTo>
                    <a:pt x="201256" y="82689"/>
                  </a:lnTo>
                  <a:lnTo>
                    <a:pt x="201256" y="82905"/>
                  </a:lnTo>
                  <a:lnTo>
                    <a:pt x="201536" y="82905"/>
                  </a:lnTo>
                  <a:lnTo>
                    <a:pt x="201536" y="82689"/>
                  </a:lnTo>
                  <a:close/>
                </a:path>
                <a:path w="240029" h="518159">
                  <a:moveTo>
                    <a:pt x="204393" y="13068"/>
                  </a:moveTo>
                  <a:lnTo>
                    <a:pt x="202412" y="11328"/>
                  </a:lnTo>
                  <a:lnTo>
                    <a:pt x="194233" y="12496"/>
                  </a:lnTo>
                  <a:lnTo>
                    <a:pt x="193535" y="17513"/>
                  </a:lnTo>
                  <a:lnTo>
                    <a:pt x="198081" y="22059"/>
                  </a:lnTo>
                  <a:lnTo>
                    <a:pt x="202844" y="21196"/>
                  </a:lnTo>
                  <a:lnTo>
                    <a:pt x="203517" y="17691"/>
                  </a:lnTo>
                  <a:lnTo>
                    <a:pt x="204393" y="13068"/>
                  </a:lnTo>
                  <a:close/>
                </a:path>
                <a:path w="240029" h="518159">
                  <a:moveTo>
                    <a:pt x="206222" y="93332"/>
                  </a:moveTo>
                  <a:lnTo>
                    <a:pt x="205638" y="93332"/>
                  </a:lnTo>
                  <a:lnTo>
                    <a:pt x="205638" y="93776"/>
                  </a:lnTo>
                  <a:lnTo>
                    <a:pt x="205930" y="93776"/>
                  </a:lnTo>
                  <a:lnTo>
                    <a:pt x="206222" y="93776"/>
                  </a:lnTo>
                  <a:lnTo>
                    <a:pt x="206222" y="93332"/>
                  </a:lnTo>
                  <a:close/>
                </a:path>
                <a:path w="240029" h="518159">
                  <a:moveTo>
                    <a:pt x="209080" y="67652"/>
                  </a:moveTo>
                  <a:lnTo>
                    <a:pt x="205486" y="63830"/>
                  </a:lnTo>
                  <a:lnTo>
                    <a:pt x="203606" y="66167"/>
                  </a:lnTo>
                  <a:lnTo>
                    <a:pt x="202996" y="66941"/>
                  </a:lnTo>
                  <a:lnTo>
                    <a:pt x="202704" y="67475"/>
                  </a:lnTo>
                  <a:lnTo>
                    <a:pt x="202552" y="69405"/>
                  </a:lnTo>
                  <a:lnTo>
                    <a:pt x="203504" y="70269"/>
                  </a:lnTo>
                  <a:lnTo>
                    <a:pt x="205168" y="70231"/>
                  </a:lnTo>
                  <a:lnTo>
                    <a:pt x="205676" y="70091"/>
                  </a:lnTo>
                  <a:lnTo>
                    <a:pt x="209080" y="67652"/>
                  </a:lnTo>
                  <a:close/>
                </a:path>
                <a:path w="240029" h="518159">
                  <a:moveTo>
                    <a:pt x="219125" y="113296"/>
                  </a:moveTo>
                  <a:lnTo>
                    <a:pt x="218998" y="112395"/>
                  </a:lnTo>
                  <a:lnTo>
                    <a:pt x="218859" y="111506"/>
                  </a:lnTo>
                  <a:lnTo>
                    <a:pt x="218833" y="111302"/>
                  </a:lnTo>
                  <a:lnTo>
                    <a:pt x="218808" y="111150"/>
                  </a:lnTo>
                  <a:lnTo>
                    <a:pt x="218757" y="110769"/>
                  </a:lnTo>
                  <a:lnTo>
                    <a:pt x="218059" y="110566"/>
                  </a:lnTo>
                  <a:lnTo>
                    <a:pt x="217601" y="110769"/>
                  </a:lnTo>
                  <a:lnTo>
                    <a:pt x="217576" y="110350"/>
                  </a:lnTo>
                  <a:lnTo>
                    <a:pt x="217982" y="108572"/>
                  </a:lnTo>
                  <a:lnTo>
                    <a:pt x="217093" y="106413"/>
                  </a:lnTo>
                  <a:lnTo>
                    <a:pt x="213220" y="104330"/>
                  </a:lnTo>
                  <a:lnTo>
                    <a:pt x="210299" y="104368"/>
                  </a:lnTo>
                  <a:lnTo>
                    <a:pt x="206197" y="109232"/>
                  </a:lnTo>
                  <a:lnTo>
                    <a:pt x="206451" y="112979"/>
                  </a:lnTo>
                  <a:lnTo>
                    <a:pt x="212674" y="116941"/>
                  </a:lnTo>
                  <a:lnTo>
                    <a:pt x="216077" y="115163"/>
                  </a:lnTo>
                  <a:lnTo>
                    <a:pt x="217208" y="112395"/>
                  </a:lnTo>
                  <a:lnTo>
                    <a:pt x="217500" y="113398"/>
                  </a:lnTo>
                  <a:lnTo>
                    <a:pt x="219125" y="113296"/>
                  </a:lnTo>
                  <a:close/>
                </a:path>
                <a:path w="240029" h="518159">
                  <a:moveTo>
                    <a:pt x="220383" y="20828"/>
                  </a:moveTo>
                  <a:lnTo>
                    <a:pt x="220014" y="16471"/>
                  </a:lnTo>
                  <a:lnTo>
                    <a:pt x="218617" y="15925"/>
                  </a:lnTo>
                  <a:lnTo>
                    <a:pt x="217474" y="16370"/>
                  </a:lnTo>
                  <a:lnTo>
                    <a:pt x="214960" y="15265"/>
                  </a:lnTo>
                  <a:lnTo>
                    <a:pt x="212369" y="19456"/>
                  </a:lnTo>
                  <a:lnTo>
                    <a:pt x="215239" y="20840"/>
                  </a:lnTo>
                  <a:lnTo>
                    <a:pt x="217322" y="21844"/>
                  </a:lnTo>
                  <a:lnTo>
                    <a:pt x="220383" y="20828"/>
                  </a:lnTo>
                  <a:close/>
                </a:path>
                <a:path w="240029" h="518159">
                  <a:moveTo>
                    <a:pt x="239953" y="36169"/>
                  </a:moveTo>
                  <a:lnTo>
                    <a:pt x="237197" y="29629"/>
                  </a:lnTo>
                  <a:lnTo>
                    <a:pt x="233197" y="28067"/>
                  </a:lnTo>
                  <a:lnTo>
                    <a:pt x="228815" y="30784"/>
                  </a:lnTo>
                  <a:lnTo>
                    <a:pt x="228282" y="31292"/>
                  </a:lnTo>
                  <a:lnTo>
                    <a:pt x="227850" y="31851"/>
                  </a:lnTo>
                  <a:lnTo>
                    <a:pt x="227444" y="31292"/>
                  </a:lnTo>
                  <a:lnTo>
                    <a:pt x="226923" y="30797"/>
                  </a:lnTo>
                  <a:lnTo>
                    <a:pt x="226263" y="30391"/>
                  </a:lnTo>
                  <a:lnTo>
                    <a:pt x="222542" y="28067"/>
                  </a:lnTo>
                  <a:lnTo>
                    <a:pt x="218528" y="29629"/>
                  </a:lnTo>
                  <a:lnTo>
                    <a:pt x="215773" y="36144"/>
                  </a:lnTo>
                  <a:lnTo>
                    <a:pt x="217678" y="39547"/>
                  </a:lnTo>
                  <a:lnTo>
                    <a:pt x="224485" y="41910"/>
                  </a:lnTo>
                  <a:lnTo>
                    <a:pt x="226644" y="40779"/>
                  </a:lnTo>
                  <a:lnTo>
                    <a:pt x="227863" y="38887"/>
                  </a:lnTo>
                  <a:lnTo>
                    <a:pt x="229273" y="40678"/>
                  </a:lnTo>
                  <a:lnTo>
                    <a:pt x="231648" y="41783"/>
                  </a:lnTo>
                  <a:lnTo>
                    <a:pt x="238023" y="39560"/>
                  </a:lnTo>
                  <a:lnTo>
                    <a:pt x="239953" y="36169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678796" y="7550943"/>
              <a:ext cx="1098550" cy="544830"/>
            </a:xfrm>
            <a:custGeom>
              <a:avLst/>
              <a:gdLst/>
              <a:ahLst/>
              <a:cxnLst/>
              <a:rect l="l" t="t" r="r" b="b"/>
              <a:pathLst>
                <a:path w="1098550" h="544829">
                  <a:moveTo>
                    <a:pt x="4673" y="29451"/>
                  </a:moveTo>
                  <a:lnTo>
                    <a:pt x="3378" y="28854"/>
                  </a:lnTo>
                  <a:lnTo>
                    <a:pt x="3175" y="28765"/>
                  </a:lnTo>
                  <a:lnTo>
                    <a:pt x="0" y="27305"/>
                  </a:lnTo>
                  <a:lnTo>
                    <a:pt x="0" y="33134"/>
                  </a:lnTo>
                  <a:lnTo>
                    <a:pt x="3175" y="31673"/>
                  </a:lnTo>
                  <a:lnTo>
                    <a:pt x="4673" y="31000"/>
                  </a:lnTo>
                  <a:lnTo>
                    <a:pt x="4673" y="29451"/>
                  </a:lnTo>
                  <a:close/>
                </a:path>
                <a:path w="1098550" h="544829">
                  <a:moveTo>
                    <a:pt x="10909" y="18364"/>
                  </a:moveTo>
                  <a:lnTo>
                    <a:pt x="8191" y="17043"/>
                  </a:lnTo>
                  <a:lnTo>
                    <a:pt x="6972" y="16446"/>
                  </a:lnTo>
                  <a:lnTo>
                    <a:pt x="5905" y="18275"/>
                  </a:lnTo>
                  <a:lnTo>
                    <a:pt x="7124" y="18859"/>
                  </a:lnTo>
                  <a:lnTo>
                    <a:pt x="8623" y="19596"/>
                  </a:lnTo>
                  <a:lnTo>
                    <a:pt x="9842" y="20180"/>
                  </a:lnTo>
                  <a:lnTo>
                    <a:pt x="10909" y="18364"/>
                  </a:lnTo>
                  <a:close/>
                </a:path>
                <a:path w="1098550" h="544829">
                  <a:moveTo>
                    <a:pt x="34099" y="19824"/>
                  </a:moveTo>
                  <a:lnTo>
                    <a:pt x="29476" y="19824"/>
                  </a:lnTo>
                  <a:lnTo>
                    <a:pt x="29464" y="23406"/>
                  </a:lnTo>
                  <a:lnTo>
                    <a:pt x="31775" y="23406"/>
                  </a:lnTo>
                  <a:lnTo>
                    <a:pt x="34086" y="23406"/>
                  </a:lnTo>
                  <a:lnTo>
                    <a:pt x="34099" y="19824"/>
                  </a:lnTo>
                  <a:close/>
                </a:path>
                <a:path w="1098550" h="544829">
                  <a:moveTo>
                    <a:pt x="45059" y="9194"/>
                  </a:moveTo>
                  <a:lnTo>
                    <a:pt x="39585" y="6680"/>
                  </a:lnTo>
                  <a:lnTo>
                    <a:pt x="39585" y="13601"/>
                  </a:lnTo>
                  <a:lnTo>
                    <a:pt x="43370" y="11874"/>
                  </a:lnTo>
                  <a:lnTo>
                    <a:pt x="45059" y="11099"/>
                  </a:lnTo>
                  <a:lnTo>
                    <a:pt x="45059" y="9194"/>
                  </a:lnTo>
                  <a:close/>
                </a:path>
                <a:path w="1098550" h="544829">
                  <a:moveTo>
                    <a:pt x="61836" y="38188"/>
                  </a:moveTo>
                  <a:lnTo>
                    <a:pt x="56146" y="34366"/>
                  </a:lnTo>
                  <a:lnTo>
                    <a:pt x="52692" y="36652"/>
                  </a:lnTo>
                  <a:lnTo>
                    <a:pt x="52692" y="39547"/>
                  </a:lnTo>
                  <a:lnTo>
                    <a:pt x="52692" y="42443"/>
                  </a:lnTo>
                  <a:lnTo>
                    <a:pt x="56146" y="44729"/>
                  </a:lnTo>
                  <a:lnTo>
                    <a:pt x="61836" y="40906"/>
                  </a:lnTo>
                  <a:lnTo>
                    <a:pt x="61836" y="38188"/>
                  </a:lnTo>
                  <a:close/>
                </a:path>
                <a:path w="1098550" h="544829">
                  <a:moveTo>
                    <a:pt x="62306" y="26289"/>
                  </a:moveTo>
                  <a:lnTo>
                    <a:pt x="52628" y="17094"/>
                  </a:lnTo>
                  <a:lnTo>
                    <a:pt x="46062" y="23647"/>
                  </a:lnTo>
                  <a:lnTo>
                    <a:pt x="51409" y="28727"/>
                  </a:lnTo>
                  <a:lnTo>
                    <a:pt x="55727" y="32842"/>
                  </a:lnTo>
                  <a:lnTo>
                    <a:pt x="62306" y="26289"/>
                  </a:lnTo>
                  <a:close/>
                </a:path>
                <a:path w="1098550" h="544829">
                  <a:moveTo>
                    <a:pt x="82804" y="24282"/>
                  </a:moveTo>
                  <a:lnTo>
                    <a:pt x="77355" y="16052"/>
                  </a:lnTo>
                  <a:lnTo>
                    <a:pt x="73113" y="15252"/>
                  </a:lnTo>
                  <a:lnTo>
                    <a:pt x="67830" y="20523"/>
                  </a:lnTo>
                  <a:lnTo>
                    <a:pt x="68402" y="25044"/>
                  </a:lnTo>
                  <a:lnTo>
                    <a:pt x="71577" y="26898"/>
                  </a:lnTo>
                  <a:lnTo>
                    <a:pt x="76657" y="29895"/>
                  </a:lnTo>
                  <a:lnTo>
                    <a:pt x="82804" y="24282"/>
                  </a:lnTo>
                  <a:close/>
                </a:path>
                <a:path w="1098550" h="544829">
                  <a:moveTo>
                    <a:pt x="85890" y="12319"/>
                  </a:moveTo>
                  <a:lnTo>
                    <a:pt x="84124" y="8191"/>
                  </a:lnTo>
                  <a:lnTo>
                    <a:pt x="82969" y="7226"/>
                  </a:lnTo>
                  <a:lnTo>
                    <a:pt x="76746" y="3289"/>
                  </a:lnTo>
                  <a:lnTo>
                    <a:pt x="72301" y="10947"/>
                  </a:lnTo>
                  <a:lnTo>
                    <a:pt x="77101" y="13995"/>
                  </a:lnTo>
                  <a:lnTo>
                    <a:pt x="78511" y="14884"/>
                  </a:lnTo>
                  <a:lnTo>
                    <a:pt x="79933" y="15379"/>
                  </a:lnTo>
                  <a:lnTo>
                    <a:pt x="84632" y="15163"/>
                  </a:lnTo>
                  <a:lnTo>
                    <a:pt x="85890" y="12319"/>
                  </a:lnTo>
                  <a:close/>
                </a:path>
                <a:path w="1098550" h="544829">
                  <a:moveTo>
                    <a:pt x="101981" y="29781"/>
                  </a:moveTo>
                  <a:lnTo>
                    <a:pt x="100380" y="27330"/>
                  </a:lnTo>
                  <a:lnTo>
                    <a:pt x="94310" y="26631"/>
                  </a:lnTo>
                  <a:lnTo>
                    <a:pt x="92900" y="29502"/>
                  </a:lnTo>
                  <a:lnTo>
                    <a:pt x="94627" y="33604"/>
                  </a:lnTo>
                  <a:lnTo>
                    <a:pt x="97307" y="34010"/>
                  </a:lnTo>
                  <a:lnTo>
                    <a:pt x="98996" y="32473"/>
                  </a:lnTo>
                  <a:lnTo>
                    <a:pt x="101981" y="29781"/>
                  </a:lnTo>
                  <a:close/>
                </a:path>
                <a:path w="1098550" h="544829">
                  <a:moveTo>
                    <a:pt x="118592" y="13436"/>
                  </a:moveTo>
                  <a:lnTo>
                    <a:pt x="113499" y="10972"/>
                  </a:lnTo>
                  <a:lnTo>
                    <a:pt x="111937" y="12357"/>
                  </a:lnTo>
                  <a:lnTo>
                    <a:pt x="113220" y="14681"/>
                  </a:lnTo>
                  <a:lnTo>
                    <a:pt x="114782" y="17538"/>
                  </a:lnTo>
                  <a:lnTo>
                    <a:pt x="118592" y="13436"/>
                  </a:lnTo>
                  <a:close/>
                </a:path>
                <a:path w="1098550" h="544829">
                  <a:moveTo>
                    <a:pt x="120548" y="10541"/>
                  </a:moveTo>
                  <a:lnTo>
                    <a:pt x="120142" y="10541"/>
                  </a:lnTo>
                  <a:lnTo>
                    <a:pt x="119735" y="10541"/>
                  </a:lnTo>
                  <a:lnTo>
                    <a:pt x="119735" y="11176"/>
                  </a:lnTo>
                  <a:lnTo>
                    <a:pt x="120548" y="11176"/>
                  </a:lnTo>
                  <a:lnTo>
                    <a:pt x="120548" y="10541"/>
                  </a:lnTo>
                  <a:close/>
                </a:path>
                <a:path w="1098550" h="544829">
                  <a:moveTo>
                    <a:pt x="136931" y="32296"/>
                  </a:moveTo>
                  <a:lnTo>
                    <a:pt x="136169" y="25946"/>
                  </a:lnTo>
                  <a:lnTo>
                    <a:pt x="128282" y="25946"/>
                  </a:lnTo>
                  <a:lnTo>
                    <a:pt x="126809" y="28168"/>
                  </a:lnTo>
                  <a:lnTo>
                    <a:pt x="126746" y="30429"/>
                  </a:lnTo>
                  <a:lnTo>
                    <a:pt x="122682" y="32423"/>
                  </a:lnTo>
                  <a:lnTo>
                    <a:pt x="123393" y="39839"/>
                  </a:lnTo>
                  <a:lnTo>
                    <a:pt x="128930" y="39839"/>
                  </a:lnTo>
                  <a:lnTo>
                    <a:pt x="132308" y="39839"/>
                  </a:lnTo>
                  <a:lnTo>
                    <a:pt x="133845" y="37071"/>
                  </a:lnTo>
                  <a:lnTo>
                    <a:pt x="133642" y="34455"/>
                  </a:lnTo>
                  <a:lnTo>
                    <a:pt x="136931" y="32296"/>
                  </a:lnTo>
                  <a:close/>
                </a:path>
                <a:path w="1098550" h="544829">
                  <a:moveTo>
                    <a:pt x="141617" y="13830"/>
                  </a:moveTo>
                  <a:lnTo>
                    <a:pt x="138633" y="8724"/>
                  </a:lnTo>
                  <a:lnTo>
                    <a:pt x="134175" y="10883"/>
                  </a:lnTo>
                  <a:lnTo>
                    <a:pt x="133616" y="11379"/>
                  </a:lnTo>
                  <a:lnTo>
                    <a:pt x="132486" y="13792"/>
                  </a:lnTo>
                  <a:lnTo>
                    <a:pt x="132930" y="15608"/>
                  </a:lnTo>
                  <a:lnTo>
                    <a:pt x="134569" y="16002"/>
                  </a:lnTo>
                  <a:lnTo>
                    <a:pt x="136042" y="16344"/>
                  </a:lnTo>
                  <a:lnTo>
                    <a:pt x="136867" y="16129"/>
                  </a:lnTo>
                  <a:lnTo>
                    <a:pt x="141617" y="13830"/>
                  </a:lnTo>
                  <a:close/>
                </a:path>
                <a:path w="1098550" h="544829">
                  <a:moveTo>
                    <a:pt x="143383" y="5334"/>
                  </a:moveTo>
                  <a:lnTo>
                    <a:pt x="142709" y="4813"/>
                  </a:lnTo>
                  <a:lnTo>
                    <a:pt x="142087" y="4330"/>
                  </a:lnTo>
                  <a:lnTo>
                    <a:pt x="142138" y="4813"/>
                  </a:lnTo>
                  <a:lnTo>
                    <a:pt x="142074" y="4279"/>
                  </a:lnTo>
                  <a:lnTo>
                    <a:pt x="142074" y="3733"/>
                  </a:lnTo>
                  <a:lnTo>
                    <a:pt x="142494" y="228"/>
                  </a:lnTo>
                  <a:lnTo>
                    <a:pt x="137312" y="0"/>
                  </a:lnTo>
                  <a:lnTo>
                    <a:pt x="135128" y="6197"/>
                  </a:lnTo>
                  <a:lnTo>
                    <a:pt x="138023" y="8636"/>
                  </a:lnTo>
                  <a:lnTo>
                    <a:pt x="142646" y="7721"/>
                  </a:lnTo>
                  <a:lnTo>
                    <a:pt x="143383" y="5334"/>
                  </a:lnTo>
                  <a:close/>
                </a:path>
                <a:path w="1098550" h="544829">
                  <a:moveTo>
                    <a:pt x="145084" y="22821"/>
                  </a:moveTo>
                  <a:lnTo>
                    <a:pt x="144500" y="22821"/>
                  </a:lnTo>
                  <a:lnTo>
                    <a:pt x="144500" y="23279"/>
                  </a:lnTo>
                  <a:lnTo>
                    <a:pt x="144792" y="23279"/>
                  </a:lnTo>
                  <a:lnTo>
                    <a:pt x="145084" y="23279"/>
                  </a:lnTo>
                  <a:lnTo>
                    <a:pt x="145084" y="22821"/>
                  </a:lnTo>
                  <a:close/>
                </a:path>
                <a:path w="1098550" h="544829">
                  <a:moveTo>
                    <a:pt x="154863" y="7734"/>
                  </a:moveTo>
                  <a:lnTo>
                    <a:pt x="152501" y="6070"/>
                  </a:lnTo>
                  <a:lnTo>
                    <a:pt x="150609" y="6629"/>
                  </a:lnTo>
                  <a:lnTo>
                    <a:pt x="150037" y="6350"/>
                  </a:lnTo>
                  <a:lnTo>
                    <a:pt x="149364" y="6375"/>
                  </a:lnTo>
                  <a:lnTo>
                    <a:pt x="147332" y="6146"/>
                  </a:lnTo>
                  <a:lnTo>
                    <a:pt x="145846" y="7251"/>
                  </a:lnTo>
                  <a:lnTo>
                    <a:pt x="144564" y="9309"/>
                  </a:lnTo>
                  <a:lnTo>
                    <a:pt x="144399" y="10147"/>
                  </a:lnTo>
                  <a:lnTo>
                    <a:pt x="144119" y="14490"/>
                  </a:lnTo>
                  <a:lnTo>
                    <a:pt x="147789" y="15684"/>
                  </a:lnTo>
                  <a:lnTo>
                    <a:pt x="149428" y="14973"/>
                  </a:lnTo>
                  <a:lnTo>
                    <a:pt x="151472" y="14135"/>
                  </a:lnTo>
                  <a:lnTo>
                    <a:pt x="152171" y="13931"/>
                  </a:lnTo>
                  <a:lnTo>
                    <a:pt x="154139" y="12700"/>
                  </a:lnTo>
                  <a:lnTo>
                    <a:pt x="154863" y="11417"/>
                  </a:lnTo>
                  <a:lnTo>
                    <a:pt x="154863" y="7734"/>
                  </a:lnTo>
                  <a:close/>
                </a:path>
                <a:path w="1098550" h="544829">
                  <a:moveTo>
                    <a:pt x="154901" y="35890"/>
                  </a:moveTo>
                  <a:lnTo>
                    <a:pt x="152717" y="35890"/>
                  </a:lnTo>
                  <a:lnTo>
                    <a:pt x="150558" y="35890"/>
                  </a:lnTo>
                  <a:lnTo>
                    <a:pt x="150545" y="39255"/>
                  </a:lnTo>
                  <a:lnTo>
                    <a:pt x="154889" y="39255"/>
                  </a:lnTo>
                  <a:lnTo>
                    <a:pt x="154901" y="35890"/>
                  </a:lnTo>
                  <a:close/>
                </a:path>
                <a:path w="1098550" h="544829">
                  <a:moveTo>
                    <a:pt x="164490" y="26797"/>
                  </a:moveTo>
                  <a:lnTo>
                    <a:pt x="159410" y="23152"/>
                  </a:lnTo>
                  <a:lnTo>
                    <a:pt x="155740" y="26339"/>
                  </a:lnTo>
                  <a:lnTo>
                    <a:pt x="155321" y="26873"/>
                  </a:lnTo>
                  <a:lnTo>
                    <a:pt x="155143" y="27063"/>
                  </a:lnTo>
                  <a:lnTo>
                    <a:pt x="154635" y="27774"/>
                  </a:lnTo>
                  <a:lnTo>
                    <a:pt x="154495" y="28130"/>
                  </a:lnTo>
                  <a:lnTo>
                    <a:pt x="154444" y="28371"/>
                  </a:lnTo>
                  <a:lnTo>
                    <a:pt x="154343" y="28702"/>
                  </a:lnTo>
                  <a:lnTo>
                    <a:pt x="154355" y="24523"/>
                  </a:lnTo>
                  <a:lnTo>
                    <a:pt x="149326" y="24523"/>
                  </a:lnTo>
                  <a:lnTo>
                    <a:pt x="144310" y="24523"/>
                  </a:lnTo>
                  <a:lnTo>
                    <a:pt x="144297" y="32334"/>
                  </a:lnTo>
                  <a:lnTo>
                    <a:pt x="154343" y="32334"/>
                  </a:lnTo>
                  <a:lnTo>
                    <a:pt x="154343" y="30289"/>
                  </a:lnTo>
                  <a:lnTo>
                    <a:pt x="155359" y="32512"/>
                  </a:lnTo>
                  <a:lnTo>
                    <a:pt x="157010" y="33489"/>
                  </a:lnTo>
                  <a:lnTo>
                    <a:pt x="160058" y="33134"/>
                  </a:lnTo>
                  <a:lnTo>
                    <a:pt x="161391" y="32613"/>
                  </a:lnTo>
                  <a:lnTo>
                    <a:pt x="163766" y="28359"/>
                  </a:lnTo>
                  <a:lnTo>
                    <a:pt x="164490" y="27063"/>
                  </a:lnTo>
                  <a:lnTo>
                    <a:pt x="164490" y="26797"/>
                  </a:lnTo>
                  <a:close/>
                </a:path>
                <a:path w="1098550" h="544829">
                  <a:moveTo>
                    <a:pt x="166611" y="26047"/>
                  </a:moveTo>
                  <a:lnTo>
                    <a:pt x="166319" y="26047"/>
                  </a:lnTo>
                  <a:lnTo>
                    <a:pt x="166027" y="26047"/>
                  </a:lnTo>
                  <a:lnTo>
                    <a:pt x="166027" y="26504"/>
                  </a:lnTo>
                  <a:lnTo>
                    <a:pt x="166611" y="26504"/>
                  </a:lnTo>
                  <a:lnTo>
                    <a:pt x="166611" y="26047"/>
                  </a:lnTo>
                  <a:close/>
                </a:path>
                <a:path w="1098550" h="544829">
                  <a:moveTo>
                    <a:pt x="168008" y="8483"/>
                  </a:moveTo>
                  <a:lnTo>
                    <a:pt x="167716" y="8483"/>
                  </a:lnTo>
                  <a:lnTo>
                    <a:pt x="167424" y="8483"/>
                  </a:lnTo>
                  <a:lnTo>
                    <a:pt x="167424" y="8928"/>
                  </a:lnTo>
                  <a:lnTo>
                    <a:pt x="168008" y="8928"/>
                  </a:lnTo>
                  <a:lnTo>
                    <a:pt x="168008" y="8483"/>
                  </a:lnTo>
                  <a:close/>
                </a:path>
                <a:path w="1098550" h="544829">
                  <a:moveTo>
                    <a:pt x="183311" y="17576"/>
                  </a:moveTo>
                  <a:lnTo>
                    <a:pt x="182613" y="15379"/>
                  </a:lnTo>
                  <a:lnTo>
                    <a:pt x="176644" y="16929"/>
                  </a:lnTo>
                  <a:lnTo>
                    <a:pt x="178612" y="21018"/>
                  </a:lnTo>
                  <a:lnTo>
                    <a:pt x="180670" y="19507"/>
                  </a:lnTo>
                  <a:lnTo>
                    <a:pt x="183311" y="17576"/>
                  </a:lnTo>
                  <a:close/>
                </a:path>
                <a:path w="1098550" h="544829">
                  <a:moveTo>
                    <a:pt x="189395" y="29146"/>
                  </a:moveTo>
                  <a:lnTo>
                    <a:pt x="188404" y="24066"/>
                  </a:lnTo>
                  <a:lnTo>
                    <a:pt x="188341" y="23749"/>
                  </a:lnTo>
                  <a:lnTo>
                    <a:pt x="188188" y="22987"/>
                  </a:lnTo>
                  <a:lnTo>
                    <a:pt x="188061" y="22313"/>
                  </a:lnTo>
                  <a:lnTo>
                    <a:pt x="182587" y="22796"/>
                  </a:lnTo>
                  <a:lnTo>
                    <a:pt x="182587" y="23952"/>
                  </a:lnTo>
                  <a:lnTo>
                    <a:pt x="182410" y="23863"/>
                  </a:lnTo>
                  <a:lnTo>
                    <a:pt x="182257" y="23749"/>
                  </a:lnTo>
                  <a:lnTo>
                    <a:pt x="182435" y="23799"/>
                  </a:lnTo>
                  <a:lnTo>
                    <a:pt x="182587" y="23952"/>
                  </a:lnTo>
                  <a:lnTo>
                    <a:pt x="182587" y="22796"/>
                  </a:lnTo>
                  <a:lnTo>
                    <a:pt x="180911" y="22936"/>
                  </a:lnTo>
                  <a:lnTo>
                    <a:pt x="180492" y="22987"/>
                  </a:lnTo>
                  <a:lnTo>
                    <a:pt x="179603" y="22821"/>
                  </a:lnTo>
                  <a:lnTo>
                    <a:pt x="178676" y="22936"/>
                  </a:lnTo>
                  <a:lnTo>
                    <a:pt x="176758" y="24396"/>
                  </a:lnTo>
                  <a:lnTo>
                    <a:pt x="175806" y="25361"/>
                  </a:lnTo>
                  <a:lnTo>
                    <a:pt x="174650" y="30746"/>
                  </a:lnTo>
                  <a:lnTo>
                    <a:pt x="177838" y="34175"/>
                  </a:lnTo>
                  <a:lnTo>
                    <a:pt x="183197" y="32842"/>
                  </a:lnTo>
                  <a:lnTo>
                    <a:pt x="184378" y="32105"/>
                  </a:lnTo>
                  <a:lnTo>
                    <a:pt x="189395" y="29146"/>
                  </a:lnTo>
                  <a:close/>
                </a:path>
                <a:path w="1098550" h="544829">
                  <a:moveTo>
                    <a:pt x="201815" y="58623"/>
                  </a:moveTo>
                  <a:lnTo>
                    <a:pt x="201447" y="54267"/>
                  </a:lnTo>
                  <a:lnTo>
                    <a:pt x="200050" y="53721"/>
                  </a:lnTo>
                  <a:lnTo>
                    <a:pt x="198907" y="54165"/>
                  </a:lnTo>
                  <a:lnTo>
                    <a:pt x="196392" y="53060"/>
                  </a:lnTo>
                  <a:lnTo>
                    <a:pt x="193802" y="57251"/>
                  </a:lnTo>
                  <a:lnTo>
                    <a:pt x="196672" y="58635"/>
                  </a:lnTo>
                  <a:lnTo>
                    <a:pt x="198755" y="59639"/>
                  </a:lnTo>
                  <a:lnTo>
                    <a:pt x="201815" y="58623"/>
                  </a:lnTo>
                  <a:close/>
                </a:path>
                <a:path w="1098550" h="544829">
                  <a:moveTo>
                    <a:pt x="204216" y="52705"/>
                  </a:moveTo>
                  <a:lnTo>
                    <a:pt x="203949" y="51346"/>
                  </a:lnTo>
                  <a:lnTo>
                    <a:pt x="203911" y="51168"/>
                  </a:lnTo>
                  <a:lnTo>
                    <a:pt x="203708" y="50126"/>
                  </a:lnTo>
                  <a:lnTo>
                    <a:pt x="202552" y="50126"/>
                  </a:lnTo>
                  <a:lnTo>
                    <a:pt x="202425" y="50825"/>
                  </a:lnTo>
                  <a:lnTo>
                    <a:pt x="202361" y="51168"/>
                  </a:lnTo>
                  <a:lnTo>
                    <a:pt x="202311" y="51346"/>
                  </a:lnTo>
                  <a:lnTo>
                    <a:pt x="202044" y="52692"/>
                  </a:lnTo>
                  <a:lnTo>
                    <a:pt x="204216" y="52705"/>
                  </a:lnTo>
                  <a:close/>
                </a:path>
                <a:path w="1098550" h="544829">
                  <a:moveTo>
                    <a:pt x="206032" y="39992"/>
                  </a:moveTo>
                  <a:lnTo>
                    <a:pt x="201256" y="33985"/>
                  </a:lnTo>
                  <a:lnTo>
                    <a:pt x="195491" y="40322"/>
                  </a:lnTo>
                  <a:lnTo>
                    <a:pt x="198386" y="44386"/>
                  </a:lnTo>
                  <a:lnTo>
                    <a:pt x="201485" y="42608"/>
                  </a:lnTo>
                  <a:lnTo>
                    <a:pt x="206032" y="39992"/>
                  </a:lnTo>
                  <a:close/>
                </a:path>
                <a:path w="1098550" h="544829">
                  <a:moveTo>
                    <a:pt x="208584" y="30403"/>
                  </a:moveTo>
                  <a:lnTo>
                    <a:pt x="207289" y="28613"/>
                  </a:lnTo>
                  <a:lnTo>
                    <a:pt x="205714" y="26441"/>
                  </a:lnTo>
                  <a:lnTo>
                    <a:pt x="203936" y="26441"/>
                  </a:lnTo>
                  <a:lnTo>
                    <a:pt x="201066" y="30403"/>
                  </a:lnTo>
                  <a:lnTo>
                    <a:pt x="202831" y="32893"/>
                  </a:lnTo>
                  <a:lnTo>
                    <a:pt x="206832" y="32893"/>
                  </a:lnTo>
                  <a:lnTo>
                    <a:pt x="208584" y="30403"/>
                  </a:lnTo>
                  <a:close/>
                </a:path>
                <a:path w="1098550" h="544829">
                  <a:moveTo>
                    <a:pt x="210261" y="15595"/>
                  </a:moveTo>
                  <a:lnTo>
                    <a:pt x="199402" y="15595"/>
                  </a:lnTo>
                  <a:lnTo>
                    <a:pt x="199402" y="24041"/>
                  </a:lnTo>
                  <a:lnTo>
                    <a:pt x="204838" y="24041"/>
                  </a:lnTo>
                  <a:lnTo>
                    <a:pt x="210261" y="24041"/>
                  </a:lnTo>
                  <a:lnTo>
                    <a:pt x="210261" y="15595"/>
                  </a:lnTo>
                  <a:close/>
                </a:path>
                <a:path w="1098550" h="544829">
                  <a:moveTo>
                    <a:pt x="973315" y="330530"/>
                  </a:moveTo>
                  <a:lnTo>
                    <a:pt x="972553" y="328676"/>
                  </a:lnTo>
                  <a:lnTo>
                    <a:pt x="972273" y="328218"/>
                  </a:lnTo>
                  <a:lnTo>
                    <a:pt x="970026" y="325843"/>
                  </a:lnTo>
                  <a:lnTo>
                    <a:pt x="967295" y="328650"/>
                  </a:lnTo>
                  <a:lnTo>
                    <a:pt x="969759" y="330733"/>
                  </a:lnTo>
                  <a:lnTo>
                    <a:pt x="970229" y="331025"/>
                  </a:lnTo>
                  <a:lnTo>
                    <a:pt x="971067" y="331317"/>
                  </a:lnTo>
                  <a:lnTo>
                    <a:pt x="972058" y="331660"/>
                  </a:lnTo>
                  <a:lnTo>
                    <a:pt x="973315" y="330530"/>
                  </a:lnTo>
                  <a:close/>
                </a:path>
                <a:path w="1098550" h="544829">
                  <a:moveTo>
                    <a:pt x="974115" y="347611"/>
                  </a:moveTo>
                  <a:lnTo>
                    <a:pt x="972985" y="343611"/>
                  </a:lnTo>
                  <a:lnTo>
                    <a:pt x="969327" y="344982"/>
                  </a:lnTo>
                  <a:lnTo>
                    <a:pt x="970445" y="347357"/>
                  </a:lnTo>
                  <a:lnTo>
                    <a:pt x="970229" y="347243"/>
                  </a:lnTo>
                  <a:lnTo>
                    <a:pt x="970165" y="347370"/>
                  </a:lnTo>
                  <a:lnTo>
                    <a:pt x="970254" y="347713"/>
                  </a:lnTo>
                  <a:lnTo>
                    <a:pt x="970140" y="348551"/>
                  </a:lnTo>
                  <a:lnTo>
                    <a:pt x="970584" y="349389"/>
                  </a:lnTo>
                  <a:lnTo>
                    <a:pt x="973391" y="349389"/>
                  </a:lnTo>
                  <a:lnTo>
                    <a:pt x="974115" y="347611"/>
                  </a:lnTo>
                  <a:close/>
                </a:path>
                <a:path w="1098550" h="544829">
                  <a:moveTo>
                    <a:pt x="978204" y="372618"/>
                  </a:moveTo>
                  <a:lnTo>
                    <a:pt x="972413" y="372618"/>
                  </a:lnTo>
                  <a:lnTo>
                    <a:pt x="972400" y="377126"/>
                  </a:lnTo>
                  <a:lnTo>
                    <a:pt x="975309" y="377126"/>
                  </a:lnTo>
                  <a:lnTo>
                    <a:pt x="978192" y="377126"/>
                  </a:lnTo>
                  <a:lnTo>
                    <a:pt x="978204" y="372618"/>
                  </a:lnTo>
                  <a:close/>
                </a:path>
                <a:path w="1098550" h="544829">
                  <a:moveTo>
                    <a:pt x="979106" y="403402"/>
                  </a:moveTo>
                  <a:lnTo>
                    <a:pt x="978255" y="402310"/>
                  </a:lnTo>
                  <a:lnTo>
                    <a:pt x="978166" y="401726"/>
                  </a:lnTo>
                  <a:lnTo>
                    <a:pt x="977861" y="401218"/>
                  </a:lnTo>
                  <a:lnTo>
                    <a:pt x="974445" y="400469"/>
                  </a:lnTo>
                  <a:lnTo>
                    <a:pt x="973493" y="403402"/>
                  </a:lnTo>
                  <a:lnTo>
                    <a:pt x="973429" y="403656"/>
                  </a:lnTo>
                  <a:lnTo>
                    <a:pt x="976045" y="405650"/>
                  </a:lnTo>
                  <a:lnTo>
                    <a:pt x="976896" y="405574"/>
                  </a:lnTo>
                  <a:lnTo>
                    <a:pt x="978484" y="404647"/>
                  </a:lnTo>
                  <a:lnTo>
                    <a:pt x="978979" y="403656"/>
                  </a:lnTo>
                  <a:lnTo>
                    <a:pt x="979068" y="403479"/>
                  </a:lnTo>
                  <a:close/>
                </a:path>
                <a:path w="1098550" h="544829">
                  <a:moveTo>
                    <a:pt x="979665" y="468947"/>
                  </a:moveTo>
                  <a:lnTo>
                    <a:pt x="978674" y="468236"/>
                  </a:lnTo>
                  <a:lnTo>
                    <a:pt x="977976" y="468922"/>
                  </a:lnTo>
                  <a:lnTo>
                    <a:pt x="975601" y="471258"/>
                  </a:lnTo>
                  <a:lnTo>
                    <a:pt x="978941" y="472922"/>
                  </a:lnTo>
                  <a:lnTo>
                    <a:pt x="979373" y="470560"/>
                  </a:lnTo>
                  <a:lnTo>
                    <a:pt x="979436" y="470192"/>
                  </a:lnTo>
                  <a:lnTo>
                    <a:pt x="979665" y="468947"/>
                  </a:lnTo>
                  <a:close/>
                </a:path>
                <a:path w="1098550" h="544829">
                  <a:moveTo>
                    <a:pt x="980503" y="432066"/>
                  </a:moveTo>
                  <a:lnTo>
                    <a:pt x="980211" y="432066"/>
                  </a:lnTo>
                  <a:lnTo>
                    <a:pt x="979919" y="432066"/>
                  </a:lnTo>
                  <a:lnTo>
                    <a:pt x="979919" y="432523"/>
                  </a:lnTo>
                  <a:lnTo>
                    <a:pt x="980503" y="432523"/>
                  </a:lnTo>
                  <a:lnTo>
                    <a:pt x="980503" y="432066"/>
                  </a:lnTo>
                  <a:close/>
                </a:path>
                <a:path w="1098550" h="544829">
                  <a:moveTo>
                    <a:pt x="984021" y="536168"/>
                  </a:moveTo>
                  <a:lnTo>
                    <a:pt x="983272" y="535381"/>
                  </a:lnTo>
                  <a:lnTo>
                    <a:pt x="982713" y="534746"/>
                  </a:lnTo>
                  <a:lnTo>
                    <a:pt x="982065" y="534746"/>
                  </a:lnTo>
                  <a:lnTo>
                    <a:pt x="981659" y="535203"/>
                  </a:lnTo>
                  <a:lnTo>
                    <a:pt x="981494" y="535381"/>
                  </a:lnTo>
                  <a:lnTo>
                    <a:pt x="980757" y="536168"/>
                  </a:lnTo>
                  <a:lnTo>
                    <a:pt x="981252" y="537540"/>
                  </a:lnTo>
                  <a:lnTo>
                    <a:pt x="982383" y="537540"/>
                  </a:lnTo>
                  <a:lnTo>
                    <a:pt x="983513" y="537540"/>
                  </a:lnTo>
                  <a:lnTo>
                    <a:pt x="984021" y="536168"/>
                  </a:lnTo>
                  <a:close/>
                </a:path>
                <a:path w="1098550" h="544829">
                  <a:moveTo>
                    <a:pt x="984199" y="447624"/>
                  </a:moveTo>
                  <a:lnTo>
                    <a:pt x="978408" y="447624"/>
                  </a:lnTo>
                  <a:lnTo>
                    <a:pt x="978395" y="452132"/>
                  </a:lnTo>
                  <a:lnTo>
                    <a:pt x="981303" y="452132"/>
                  </a:lnTo>
                  <a:lnTo>
                    <a:pt x="984186" y="452132"/>
                  </a:lnTo>
                  <a:lnTo>
                    <a:pt x="984199" y="447624"/>
                  </a:lnTo>
                  <a:close/>
                </a:path>
                <a:path w="1098550" h="544829">
                  <a:moveTo>
                    <a:pt x="985545" y="497154"/>
                  </a:moveTo>
                  <a:lnTo>
                    <a:pt x="983792" y="496785"/>
                  </a:lnTo>
                  <a:lnTo>
                    <a:pt x="979855" y="500176"/>
                  </a:lnTo>
                  <a:lnTo>
                    <a:pt x="984758" y="503313"/>
                  </a:lnTo>
                  <a:lnTo>
                    <a:pt x="985240" y="499516"/>
                  </a:lnTo>
                  <a:lnTo>
                    <a:pt x="985329" y="498817"/>
                  </a:lnTo>
                  <a:lnTo>
                    <a:pt x="985380" y="498487"/>
                  </a:lnTo>
                  <a:lnTo>
                    <a:pt x="985545" y="497154"/>
                  </a:lnTo>
                  <a:close/>
                </a:path>
                <a:path w="1098550" h="544829">
                  <a:moveTo>
                    <a:pt x="988098" y="336753"/>
                  </a:moveTo>
                  <a:lnTo>
                    <a:pt x="985647" y="334073"/>
                  </a:lnTo>
                  <a:lnTo>
                    <a:pt x="984199" y="336575"/>
                  </a:lnTo>
                  <a:lnTo>
                    <a:pt x="983653" y="337527"/>
                  </a:lnTo>
                  <a:lnTo>
                    <a:pt x="984732" y="338493"/>
                  </a:lnTo>
                  <a:lnTo>
                    <a:pt x="985647" y="338023"/>
                  </a:lnTo>
                  <a:lnTo>
                    <a:pt x="988098" y="336753"/>
                  </a:lnTo>
                  <a:close/>
                </a:path>
                <a:path w="1098550" h="544829">
                  <a:moveTo>
                    <a:pt x="1000404" y="459003"/>
                  </a:moveTo>
                  <a:lnTo>
                    <a:pt x="995337" y="454698"/>
                  </a:lnTo>
                  <a:lnTo>
                    <a:pt x="994016" y="455574"/>
                  </a:lnTo>
                  <a:lnTo>
                    <a:pt x="996302" y="459460"/>
                  </a:lnTo>
                  <a:lnTo>
                    <a:pt x="997483" y="461467"/>
                  </a:lnTo>
                  <a:lnTo>
                    <a:pt x="1000404" y="459003"/>
                  </a:lnTo>
                  <a:close/>
                </a:path>
                <a:path w="1098550" h="544829">
                  <a:moveTo>
                    <a:pt x="1000760" y="478561"/>
                  </a:moveTo>
                  <a:lnTo>
                    <a:pt x="1000607" y="474319"/>
                  </a:lnTo>
                  <a:lnTo>
                    <a:pt x="997635" y="474319"/>
                  </a:lnTo>
                  <a:lnTo>
                    <a:pt x="995108" y="474319"/>
                  </a:lnTo>
                  <a:lnTo>
                    <a:pt x="994638" y="477431"/>
                  </a:lnTo>
                  <a:lnTo>
                    <a:pt x="996149" y="478701"/>
                  </a:lnTo>
                  <a:lnTo>
                    <a:pt x="995832" y="479374"/>
                  </a:lnTo>
                  <a:lnTo>
                    <a:pt x="996111" y="480352"/>
                  </a:lnTo>
                  <a:lnTo>
                    <a:pt x="997864" y="480352"/>
                  </a:lnTo>
                  <a:lnTo>
                    <a:pt x="998220" y="479729"/>
                  </a:lnTo>
                  <a:lnTo>
                    <a:pt x="998194" y="479132"/>
                  </a:lnTo>
                  <a:lnTo>
                    <a:pt x="1000760" y="478561"/>
                  </a:lnTo>
                  <a:close/>
                </a:path>
                <a:path w="1098550" h="544829">
                  <a:moveTo>
                    <a:pt x="1003769" y="423164"/>
                  </a:moveTo>
                  <a:lnTo>
                    <a:pt x="1003274" y="420217"/>
                  </a:lnTo>
                  <a:lnTo>
                    <a:pt x="998537" y="420217"/>
                  </a:lnTo>
                  <a:lnTo>
                    <a:pt x="998042" y="423164"/>
                  </a:lnTo>
                  <a:lnTo>
                    <a:pt x="999769" y="424408"/>
                  </a:lnTo>
                  <a:lnTo>
                    <a:pt x="1000467" y="424903"/>
                  </a:lnTo>
                  <a:lnTo>
                    <a:pt x="1001356" y="424903"/>
                  </a:lnTo>
                  <a:lnTo>
                    <a:pt x="1003769" y="423164"/>
                  </a:lnTo>
                  <a:close/>
                </a:path>
                <a:path w="1098550" h="544829">
                  <a:moveTo>
                    <a:pt x="1006106" y="398449"/>
                  </a:moveTo>
                  <a:lnTo>
                    <a:pt x="1005814" y="398449"/>
                  </a:lnTo>
                  <a:lnTo>
                    <a:pt x="1005509" y="398449"/>
                  </a:lnTo>
                  <a:lnTo>
                    <a:pt x="1005509" y="398894"/>
                  </a:lnTo>
                  <a:lnTo>
                    <a:pt x="1006106" y="398894"/>
                  </a:lnTo>
                  <a:lnTo>
                    <a:pt x="1006106" y="398449"/>
                  </a:lnTo>
                  <a:close/>
                </a:path>
                <a:path w="1098550" h="544829">
                  <a:moveTo>
                    <a:pt x="1006335" y="533831"/>
                  </a:moveTo>
                  <a:lnTo>
                    <a:pt x="1002538" y="533831"/>
                  </a:lnTo>
                  <a:lnTo>
                    <a:pt x="998740" y="533831"/>
                  </a:lnTo>
                  <a:lnTo>
                    <a:pt x="998740" y="539737"/>
                  </a:lnTo>
                  <a:lnTo>
                    <a:pt x="1006335" y="539737"/>
                  </a:lnTo>
                  <a:lnTo>
                    <a:pt x="1006335" y="533831"/>
                  </a:lnTo>
                  <a:close/>
                </a:path>
                <a:path w="1098550" h="544829">
                  <a:moveTo>
                    <a:pt x="1012799" y="389966"/>
                  </a:moveTo>
                  <a:lnTo>
                    <a:pt x="1006436" y="381342"/>
                  </a:lnTo>
                  <a:lnTo>
                    <a:pt x="999921" y="388264"/>
                  </a:lnTo>
                  <a:lnTo>
                    <a:pt x="1004976" y="391604"/>
                  </a:lnTo>
                  <a:lnTo>
                    <a:pt x="1008532" y="393941"/>
                  </a:lnTo>
                  <a:lnTo>
                    <a:pt x="1012799" y="389966"/>
                  </a:lnTo>
                  <a:close/>
                </a:path>
                <a:path w="1098550" h="544829">
                  <a:moveTo>
                    <a:pt x="1017320" y="359156"/>
                  </a:moveTo>
                  <a:lnTo>
                    <a:pt x="1011948" y="357924"/>
                  </a:lnTo>
                  <a:lnTo>
                    <a:pt x="1011097" y="357911"/>
                  </a:lnTo>
                  <a:lnTo>
                    <a:pt x="1009154" y="359029"/>
                  </a:lnTo>
                  <a:lnTo>
                    <a:pt x="1008900" y="360032"/>
                  </a:lnTo>
                  <a:lnTo>
                    <a:pt x="1009192" y="361899"/>
                  </a:lnTo>
                  <a:lnTo>
                    <a:pt x="1009611" y="362458"/>
                  </a:lnTo>
                  <a:lnTo>
                    <a:pt x="1010272" y="363004"/>
                  </a:lnTo>
                  <a:lnTo>
                    <a:pt x="1014260" y="366191"/>
                  </a:lnTo>
                  <a:lnTo>
                    <a:pt x="1017320" y="359156"/>
                  </a:lnTo>
                  <a:close/>
                </a:path>
                <a:path w="1098550" h="544829">
                  <a:moveTo>
                    <a:pt x="1019721" y="502932"/>
                  </a:moveTo>
                  <a:lnTo>
                    <a:pt x="1019136" y="502932"/>
                  </a:lnTo>
                  <a:lnTo>
                    <a:pt x="1019136" y="503389"/>
                  </a:lnTo>
                  <a:lnTo>
                    <a:pt x="1019429" y="503389"/>
                  </a:lnTo>
                  <a:lnTo>
                    <a:pt x="1019721" y="503389"/>
                  </a:lnTo>
                  <a:lnTo>
                    <a:pt x="1019721" y="502932"/>
                  </a:lnTo>
                  <a:close/>
                </a:path>
                <a:path w="1098550" h="544829">
                  <a:moveTo>
                    <a:pt x="1020965" y="436321"/>
                  </a:moveTo>
                  <a:lnTo>
                    <a:pt x="1011364" y="436321"/>
                  </a:lnTo>
                  <a:lnTo>
                    <a:pt x="1011351" y="443776"/>
                  </a:lnTo>
                  <a:lnTo>
                    <a:pt x="1016152" y="443776"/>
                  </a:lnTo>
                  <a:lnTo>
                    <a:pt x="1020953" y="443776"/>
                  </a:lnTo>
                  <a:lnTo>
                    <a:pt x="1020965" y="436321"/>
                  </a:lnTo>
                  <a:close/>
                </a:path>
                <a:path w="1098550" h="544829">
                  <a:moveTo>
                    <a:pt x="1022248" y="399999"/>
                  </a:moveTo>
                  <a:lnTo>
                    <a:pt x="1021118" y="397471"/>
                  </a:lnTo>
                  <a:lnTo>
                    <a:pt x="1021003" y="397205"/>
                  </a:lnTo>
                  <a:lnTo>
                    <a:pt x="1020940" y="397065"/>
                  </a:lnTo>
                  <a:lnTo>
                    <a:pt x="1020610" y="396328"/>
                  </a:lnTo>
                  <a:lnTo>
                    <a:pt x="1019327" y="396328"/>
                  </a:lnTo>
                  <a:lnTo>
                    <a:pt x="1018933" y="397205"/>
                  </a:lnTo>
                  <a:lnTo>
                    <a:pt x="1018882" y="397344"/>
                  </a:lnTo>
                  <a:lnTo>
                    <a:pt x="1017701" y="399999"/>
                  </a:lnTo>
                  <a:lnTo>
                    <a:pt x="1022248" y="399999"/>
                  </a:lnTo>
                  <a:close/>
                </a:path>
                <a:path w="1098550" h="544829">
                  <a:moveTo>
                    <a:pt x="1026223" y="472770"/>
                  </a:moveTo>
                  <a:lnTo>
                    <a:pt x="1021054" y="472770"/>
                  </a:lnTo>
                  <a:lnTo>
                    <a:pt x="1015911" y="472770"/>
                  </a:lnTo>
                  <a:lnTo>
                    <a:pt x="1015898" y="480783"/>
                  </a:lnTo>
                  <a:lnTo>
                    <a:pt x="1026210" y="480783"/>
                  </a:lnTo>
                  <a:lnTo>
                    <a:pt x="1026223" y="472770"/>
                  </a:lnTo>
                  <a:close/>
                </a:path>
                <a:path w="1098550" h="544829">
                  <a:moveTo>
                    <a:pt x="1026248" y="407238"/>
                  </a:moveTo>
                  <a:lnTo>
                    <a:pt x="1024585" y="407238"/>
                  </a:lnTo>
                  <a:lnTo>
                    <a:pt x="1024585" y="407682"/>
                  </a:lnTo>
                  <a:lnTo>
                    <a:pt x="1024877" y="407682"/>
                  </a:lnTo>
                  <a:lnTo>
                    <a:pt x="1026248" y="407682"/>
                  </a:lnTo>
                  <a:lnTo>
                    <a:pt x="1026248" y="407238"/>
                  </a:lnTo>
                  <a:close/>
                </a:path>
                <a:path w="1098550" h="544829">
                  <a:moveTo>
                    <a:pt x="1028598" y="502894"/>
                  </a:moveTo>
                  <a:lnTo>
                    <a:pt x="1028382" y="500595"/>
                  </a:lnTo>
                  <a:lnTo>
                    <a:pt x="1025321" y="499592"/>
                  </a:lnTo>
                  <a:lnTo>
                    <a:pt x="1024521" y="499237"/>
                  </a:lnTo>
                  <a:lnTo>
                    <a:pt x="1023226" y="499211"/>
                  </a:lnTo>
                  <a:lnTo>
                    <a:pt x="1022121" y="499173"/>
                  </a:lnTo>
                  <a:lnTo>
                    <a:pt x="1021435" y="500113"/>
                  </a:lnTo>
                  <a:lnTo>
                    <a:pt x="1020965" y="504380"/>
                  </a:lnTo>
                  <a:lnTo>
                    <a:pt x="1024661" y="505625"/>
                  </a:lnTo>
                  <a:lnTo>
                    <a:pt x="1027049" y="503974"/>
                  </a:lnTo>
                  <a:lnTo>
                    <a:pt x="1028598" y="502894"/>
                  </a:lnTo>
                  <a:close/>
                </a:path>
                <a:path w="1098550" h="544829">
                  <a:moveTo>
                    <a:pt x="1030224" y="346125"/>
                  </a:moveTo>
                  <a:lnTo>
                    <a:pt x="1022794" y="346125"/>
                  </a:lnTo>
                  <a:lnTo>
                    <a:pt x="1022794" y="351891"/>
                  </a:lnTo>
                  <a:lnTo>
                    <a:pt x="1026502" y="351891"/>
                  </a:lnTo>
                  <a:lnTo>
                    <a:pt x="1030211" y="351891"/>
                  </a:lnTo>
                  <a:lnTo>
                    <a:pt x="1030224" y="346125"/>
                  </a:lnTo>
                  <a:close/>
                </a:path>
                <a:path w="1098550" h="544829">
                  <a:moveTo>
                    <a:pt x="1030605" y="523709"/>
                  </a:moveTo>
                  <a:lnTo>
                    <a:pt x="1030173" y="522528"/>
                  </a:lnTo>
                  <a:lnTo>
                    <a:pt x="1028687" y="518363"/>
                  </a:lnTo>
                  <a:lnTo>
                    <a:pt x="1022845" y="519938"/>
                  </a:lnTo>
                  <a:lnTo>
                    <a:pt x="1024166" y="523608"/>
                  </a:lnTo>
                  <a:lnTo>
                    <a:pt x="1024902" y="525653"/>
                  </a:lnTo>
                  <a:lnTo>
                    <a:pt x="1025956" y="526592"/>
                  </a:lnTo>
                  <a:lnTo>
                    <a:pt x="1028280" y="526605"/>
                  </a:lnTo>
                  <a:lnTo>
                    <a:pt x="1028827" y="526288"/>
                  </a:lnTo>
                  <a:lnTo>
                    <a:pt x="1030249" y="525081"/>
                  </a:lnTo>
                  <a:lnTo>
                    <a:pt x="1030605" y="523709"/>
                  </a:lnTo>
                  <a:close/>
                </a:path>
                <a:path w="1098550" h="544829">
                  <a:moveTo>
                    <a:pt x="1034935" y="485584"/>
                  </a:moveTo>
                  <a:lnTo>
                    <a:pt x="1032789" y="484466"/>
                  </a:lnTo>
                  <a:lnTo>
                    <a:pt x="1030909" y="486740"/>
                  </a:lnTo>
                  <a:lnTo>
                    <a:pt x="1030909" y="487502"/>
                  </a:lnTo>
                  <a:lnTo>
                    <a:pt x="1031697" y="488467"/>
                  </a:lnTo>
                  <a:lnTo>
                    <a:pt x="1032789" y="489788"/>
                  </a:lnTo>
                  <a:lnTo>
                    <a:pt x="1034935" y="488657"/>
                  </a:lnTo>
                  <a:lnTo>
                    <a:pt x="1034935" y="485584"/>
                  </a:lnTo>
                  <a:close/>
                </a:path>
                <a:path w="1098550" h="544829">
                  <a:moveTo>
                    <a:pt x="1036066" y="481215"/>
                  </a:moveTo>
                  <a:lnTo>
                    <a:pt x="1035761" y="481215"/>
                  </a:lnTo>
                  <a:lnTo>
                    <a:pt x="1035469" y="481215"/>
                  </a:lnTo>
                  <a:lnTo>
                    <a:pt x="1035469" y="481660"/>
                  </a:lnTo>
                  <a:lnTo>
                    <a:pt x="1036066" y="481660"/>
                  </a:lnTo>
                  <a:lnTo>
                    <a:pt x="1036066" y="481215"/>
                  </a:lnTo>
                  <a:close/>
                </a:path>
                <a:path w="1098550" h="544829">
                  <a:moveTo>
                    <a:pt x="1045629" y="464921"/>
                  </a:moveTo>
                  <a:lnTo>
                    <a:pt x="1040993" y="466763"/>
                  </a:lnTo>
                  <a:lnTo>
                    <a:pt x="1037844" y="468007"/>
                  </a:lnTo>
                  <a:lnTo>
                    <a:pt x="1037818" y="471068"/>
                  </a:lnTo>
                  <a:lnTo>
                    <a:pt x="1045603" y="474129"/>
                  </a:lnTo>
                  <a:lnTo>
                    <a:pt x="1045629" y="464921"/>
                  </a:lnTo>
                  <a:close/>
                </a:path>
                <a:path w="1098550" h="544829">
                  <a:moveTo>
                    <a:pt x="1046353" y="391998"/>
                  </a:moveTo>
                  <a:lnTo>
                    <a:pt x="1042187" y="386918"/>
                  </a:lnTo>
                  <a:lnTo>
                    <a:pt x="1038529" y="388073"/>
                  </a:lnTo>
                  <a:lnTo>
                    <a:pt x="1036434" y="393052"/>
                  </a:lnTo>
                  <a:lnTo>
                    <a:pt x="1038339" y="395986"/>
                  </a:lnTo>
                  <a:lnTo>
                    <a:pt x="1041184" y="395998"/>
                  </a:lnTo>
                  <a:lnTo>
                    <a:pt x="1045235" y="396024"/>
                  </a:lnTo>
                  <a:lnTo>
                    <a:pt x="1046353" y="391998"/>
                  </a:lnTo>
                  <a:close/>
                </a:path>
                <a:path w="1098550" h="544829">
                  <a:moveTo>
                    <a:pt x="1047445" y="523570"/>
                  </a:moveTo>
                  <a:lnTo>
                    <a:pt x="1046975" y="521906"/>
                  </a:lnTo>
                  <a:lnTo>
                    <a:pt x="1046924" y="521728"/>
                  </a:lnTo>
                  <a:lnTo>
                    <a:pt x="1046873" y="521576"/>
                  </a:lnTo>
                  <a:lnTo>
                    <a:pt x="1046670" y="520827"/>
                  </a:lnTo>
                  <a:lnTo>
                    <a:pt x="1045565" y="520827"/>
                  </a:lnTo>
                  <a:lnTo>
                    <a:pt x="1045349" y="521576"/>
                  </a:lnTo>
                  <a:lnTo>
                    <a:pt x="1045260" y="521906"/>
                  </a:lnTo>
                  <a:lnTo>
                    <a:pt x="1045210" y="522058"/>
                  </a:lnTo>
                  <a:lnTo>
                    <a:pt x="1044790" y="523557"/>
                  </a:lnTo>
                  <a:lnTo>
                    <a:pt x="1047445" y="523570"/>
                  </a:lnTo>
                  <a:close/>
                </a:path>
                <a:path w="1098550" h="544829">
                  <a:moveTo>
                    <a:pt x="1049121" y="538683"/>
                  </a:moveTo>
                  <a:lnTo>
                    <a:pt x="1048321" y="537451"/>
                  </a:lnTo>
                  <a:lnTo>
                    <a:pt x="1048194" y="537248"/>
                  </a:lnTo>
                  <a:lnTo>
                    <a:pt x="1047140" y="535622"/>
                  </a:lnTo>
                  <a:lnTo>
                    <a:pt x="1045032" y="537883"/>
                  </a:lnTo>
                  <a:lnTo>
                    <a:pt x="1046632" y="538810"/>
                  </a:lnTo>
                  <a:lnTo>
                    <a:pt x="1046835" y="538937"/>
                  </a:lnTo>
                  <a:lnTo>
                    <a:pt x="1047051" y="539051"/>
                  </a:lnTo>
                  <a:lnTo>
                    <a:pt x="1048080" y="539648"/>
                  </a:lnTo>
                  <a:lnTo>
                    <a:pt x="1049121" y="538683"/>
                  </a:lnTo>
                  <a:close/>
                </a:path>
                <a:path w="1098550" h="544829">
                  <a:moveTo>
                    <a:pt x="1049959" y="435013"/>
                  </a:moveTo>
                  <a:lnTo>
                    <a:pt x="1047064" y="433362"/>
                  </a:lnTo>
                  <a:lnTo>
                    <a:pt x="1043381" y="431279"/>
                  </a:lnTo>
                  <a:lnTo>
                    <a:pt x="1040625" y="437400"/>
                  </a:lnTo>
                  <a:lnTo>
                    <a:pt x="1047940" y="439788"/>
                  </a:lnTo>
                  <a:lnTo>
                    <a:pt x="1049959" y="435013"/>
                  </a:lnTo>
                  <a:close/>
                </a:path>
                <a:path w="1098550" h="544829">
                  <a:moveTo>
                    <a:pt x="1051102" y="414883"/>
                  </a:moveTo>
                  <a:lnTo>
                    <a:pt x="1042238" y="414883"/>
                  </a:lnTo>
                  <a:lnTo>
                    <a:pt x="1042225" y="421767"/>
                  </a:lnTo>
                  <a:lnTo>
                    <a:pt x="1046657" y="421767"/>
                  </a:lnTo>
                  <a:lnTo>
                    <a:pt x="1051090" y="421767"/>
                  </a:lnTo>
                  <a:lnTo>
                    <a:pt x="1051102" y="414883"/>
                  </a:lnTo>
                  <a:close/>
                </a:path>
                <a:path w="1098550" h="544829">
                  <a:moveTo>
                    <a:pt x="1052347" y="487540"/>
                  </a:moveTo>
                  <a:lnTo>
                    <a:pt x="1048715" y="484911"/>
                  </a:lnTo>
                  <a:lnTo>
                    <a:pt x="1045146" y="485787"/>
                  </a:lnTo>
                  <a:lnTo>
                    <a:pt x="1039355" y="487210"/>
                  </a:lnTo>
                  <a:lnTo>
                    <a:pt x="1039355" y="495312"/>
                  </a:lnTo>
                  <a:lnTo>
                    <a:pt x="1048715" y="497624"/>
                  </a:lnTo>
                  <a:lnTo>
                    <a:pt x="1052347" y="495007"/>
                  </a:lnTo>
                  <a:lnTo>
                    <a:pt x="1052347" y="487540"/>
                  </a:lnTo>
                  <a:close/>
                </a:path>
                <a:path w="1098550" h="544829">
                  <a:moveTo>
                    <a:pt x="1067854" y="451167"/>
                  </a:moveTo>
                  <a:lnTo>
                    <a:pt x="1066660" y="447357"/>
                  </a:lnTo>
                  <a:lnTo>
                    <a:pt x="1065682" y="446176"/>
                  </a:lnTo>
                  <a:lnTo>
                    <a:pt x="1063637" y="445757"/>
                  </a:lnTo>
                  <a:lnTo>
                    <a:pt x="1062913" y="445833"/>
                  </a:lnTo>
                  <a:lnTo>
                    <a:pt x="1062240" y="445998"/>
                  </a:lnTo>
                  <a:lnTo>
                    <a:pt x="1062075" y="446036"/>
                  </a:lnTo>
                  <a:lnTo>
                    <a:pt x="1061897" y="446100"/>
                  </a:lnTo>
                  <a:lnTo>
                    <a:pt x="1058837" y="446481"/>
                  </a:lnTo>
                  <a:lnTo>
                    <a:pt x="1058138" y="450291"/>
                  </a:lnTo>
                  <a:lnTo>
                    <a:pt x="1060704" y="453593"/>
                  </a:lnTo>
                  <a:lnTo>
                    <a:pt x="1061910" y="453834"/>
                  </a:lnTo>
                  <a:lnTo>
                    <a:pt x="1065796" y="454164"/>
                  </a:lnTo>
                  <a:lnTo>
                    <a:pt x="1067854" y="451167"/>
                  </a:lnTo>
                  <a:close/>
                </a:path>
                <a:path w="1098550" h="544829">
                  <a:moveTo>
                    <a:pt x="1071524" y="472440"/>
                  </a:moveTo>
                  <a:lnTo>
                    <a:pt x="1071181" y="470827"/>
                  </a:lnTo>
                  <a:lnTo>
                    <a:pt x="1066812" y="468553"/>
                  </a:lnTo>
                  <a:lnTo>
                    <a:pt x="1065123" y="469747"/>
                  </a:lnTo>
                  <a:lnTo>
                    <a:pt x="1064895" y="471601"/>
                  </a:lnTo>
                  <a:lnTo>
                    <a:pt x="1064615" y="474052"/>
                  </a:lnTo>
                  <a:lnTo>
                    <a:pt x="1065441" y="475424"/>
                  </a:lnTo>
                  <a:lnTo>
                    <a:pt x="1068463" y="476872"/>
                  </a:lnTo>
                  <a:lnTo>
                    <a:pt x="1070927" y="476440"/>
                  </a:lnTo>
                  <a:lnTo>
                    <a:pt x="1071524" y="472440"/>
                  </a:lnTo>
                  <a:close/>
                </a:path>
                <a:path w="1098550" h="544829">
                  <a:moveTo>
                    <a:pt x="1075283" y="452755"/>
                  </a:moveTo>
                  <a:lnTo>
                    <a:pt x="1074991" y="452755"/>
                  </a:lnTo>
                  <a:lnTo>
                    <a:pt x="1074686" y="452755"/>
                  </a:lnTo>
                  <a:lnTo>
                    <a:pt x="1074686" y="453212"/>
                  </a:lnTo>
                  <a:lnTo>
                    <a:pt x="1075283" y="453212"/>
                  </a:lnTo>
                  <a:lnTo>
                    <a:pt x="1075283" y="452755"/>
                  </a:lnTo>
                  <a:close/>
                </a:path>
                <a:path w="1098550" h="544829">
                  <a:moveTo>
                    <a:pt x="1077442" y="507339"/>
                  </a:moveTo>
                  <a:lnTo>
                    <a:pt x="1076439" y="505421"/>
                  </a:lnTo>
                  <a:lnTo>
                    <a:pt x="1076007" y="504583"/>
                  </a:lnTo>
                  <a:lnTo>
                    <a:pt x="1075486" y="503910"/>
                  </a:lnTo>
                  <a:lnTo>
                    <a:pt x="1073924" y="502132"/>
                  </a:lnTo>
                  <a:lnTo>
                    <a:pt x="1072235" y="503288"/>
                  </a:lnTo>
                  <a:lnTo>
                    <a:pt x="1072781" y="505485"/>
                  </a:lnTo>
                  <a:lnTo>
                    <a:pt x="1073086" y="506285"/>
                  </a:lnTo>
                  <a:lnTo>
                    <a:pt x="1074547" y="509041"/>
                  </a:lnTo>
                  <a:lnTo>
                    <a:pt x="1077442" y="507339"/>
                  </a:lnTo>
                  <a:close/>
                </a:path>
                <a:path w="1098550" h="544829">
                  <a:moveTo>
                    <a:pt x="1087894" y="484898"/>
                  </a:moveTo>
                  <a:lnTo>
                    <a:pt x="1086065" y="483908"/>
                  </a:lnTo>
                  <a:lnTo>
                    <a:pt x="1085443" y="483349"/>
                  </a:lnTo>
                  <a:lnTo>
                    <a:pt x="1084440" y="482168"/>
                  </a:lnTo>
                  <a:lnTo>
                    <a:pt x="1082586" y="483184"/>
                  </a:lnTo>
                  <a:lnTo>
                    <a:pt x="1082560" y="484543"/>
                  </a:lnTo>
                  <a:lnTo>
                    <a:pt x="1082344" y="485419"/>
                  </a:lnTo>
                  <a:lnTo>
                    <a:pt x="1081519" y="487426"/>
                  </a:lnTo>
                  <a:lnTo>
                    <a:pt x="1084059" y="489127"/>
                  </a:lnTo>
                  <a:lnTo>
                    <a:pt x="1085761" y="488403"/>
                  </a:lnTo>
                  <a:lnTo>
                    <a:pt x="1087589" y="487641"/>
                  </a:lnTo>
                  <a:lnTo>
                    <a:pt x="1087894" y="484898"/>
                  </a:lnTo>
                  <a:close/>
                </a:path>
                <a:path w="1098550" h="544829">
                  <a:moveTo>
                    <a:pt x="1088783" y="536473"/>
                  </a:moveTo>
                  <a:lnTo>
                    <a:pt x="1078636" y="536473"/>
                  </a:lnTo>
                  <a:lnTo>
                    <a:pt x="1078623" y="544347"/>
                  </a:lnTo>
                  <a:lnTo>
                    <a:pt x="1083703" y="544347"/>
                  </a:lnTo>
                  <a:lnTo>
                    <a:pt x="1088771" y="544347"/>
                  </a:lnTo>
                  <a:lnTo>
                    <a:pt x="1088783" y="536473"/>
                  </a:lnTo>
                  <a:close/>
                </a:path>
                <a:path w="1098550" h="544829">
                  <a:moveTo>
                    <a:pt x="1089507" y="455345"/>
                  </a:moveTo>
                  <a:lnTo>
                    <a:pt x="1082255" y="455345"/>
                  </a:lnTo>
                  <a:lnTo>
                    <a:pt x="1082255" y="460971"/>
                  </a:lnTo>
                  <a:lnTo>
                    <a:pt x="1085875" y="460971"/>
                  </a:lnTo>
                  <a:lnTo>
                    <a:pt x="1089507" y="460971"/>
                  </a:lnTo>
                  <a:lnTo>
                    <a:pt x="1089507" y="455345"/>
                  </a:lnTo>
                  <a:close/>
                </a:path>
                <a:path w="1098550" h="544829">
                  <a:moveTo>
                    <a:pt x="1098219" y="505358"/>
                  </a:moveTo>
                  <a:lnTo>
                    <a:pt x="1097076" y="503707"/>
                  </a:lnTo>
                  <a:lnTo>
                    <a:pt x="1092885" y="502107"/>
                  </a:lnTo>
                  <a:lnTo>
                    <a:pt x="1090561" y="504253"/>
                  </a:lnTo>
                  <a:lnTo>
                    <a:pt x="1090561" y="507377"/>
                  </a:lnTo>
                  <a:lnTo>
                    <a:pt x="1091044" y="508241"/>
                  </a:lnTo>
                  <a:lnTo>
                    <a:pt x="1091704" y="508901"/>
                  </a:lnTo>
                  <a:lnTo>
                    <a:pt x="1093254" y="510959"/>
                  </a:lnTo>
                  <a:lnTo>
                    <a:pt x="1097064" y="510044"/>
                  </a:lnTo>
                  <a:lnTo>
                    <a:pt x="1097673" y="507542"/>
                  </a:lnTo>
                  <a:lnTo>
                    <a:pt x="1098219" y="505358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4398429" y="7800942"/>
              <a:ext cx="273050" cy="300990"/>
            </a:xfrm>
            <a:custGeom>
              <a:avLst/>
              <a:gdLst/>
              <a:ahLst/>
              <a:cxnLst/>
              <a:rect l="l" t="t" r="r" b="b"/>
              <a:pathLst>
                <a:path w="273050" h="300990">
                  <a:moveTo>
                    <a:pt x="8521" y="0"/>
                  </a:moveTo>
                  <a:lnTo>
                    <a:pt x="4267" y="0"/>
                  </a:lnTo>
                  <a:lnTo>
                    <a:pt x="12" y="0"/>
                  </a:lnTo>
                  <a:lnTo>
                    <a:pt x="0" y="6616"/>
                  </a:lnTo>
                  <a:lnTo>
                    <a:pt x="8509" y="6616"/>
                  </a:lnTo>
                  <a:lnTo>
                    <a:pt x="8521" y="0"/>
                  </a:lnTo>
                  <a:close/>
                </a:path>
                <a:path w="273050" h="300990">
                  <a:moveTo>
                    <a:pt x="11252" y="40868"/>
                  </a:moveTo>
                  <a:lnTo>
                    <a:pt x="6985" y="40868"/>
                  </a:lnTo>
                  <a:lnTo>
                    <a:pt x="2730" y="40868"/>
                  </a:lnTo>
                  <a:lnTo>
                    <a:pt x="2717" y="47472"/>
                  </a:lnTo>
                  <a:lnTo>
                    <a:pt x="11239" y="47472"/>
                  </a:lnTo>
                  <a:lnTo>
                    <a:pt x="11252" y="40868"/>
                  </a:lnTo>
                  <a:close/>
                </a:path>
                <a:path w="273050" h="300990">
                  <a:moveTo>
                    <a:pt x="16929" y="173164"/>
                  </a:moveTo>
                  <a:lnTo>
                    <a:pt x="16433" y="170218"/>
                  </a:lnTo>
                  <a:lnTo>
                    <a:pt x="11696" y="170218"/>
                  </a:lnTo>
                  <a:lnTo>
                    <a:pt x="11201" y="173164"/>
                  </a:lnTo>
                  <a:lnTo>
                    <a:pt x="12928" y="174409"/>
                  </a:lnTo>
                  <a:lnTo>
                    <a:pt x="13627" y="174904"/>
                  </a:lnTo>
                  <a:lnTo>
                    <a:pt x="14516" y="174904"/>
                  </a:lnTo>
                  <a:lnTo>
                    <a:pt x="16929" y="173164"/>
                  </a:lnTo>
                  <a:close/>
                </a:path>
                <a:path w="273050" h="300990">
                  <a:moveTo>
                    <a:pt x="19265" y="148437"/>
                  </a:moveTo>
                  <a:lnTo>
                    <a:pt x="18669" y="148437"/>
                  </a:lnTo>
                  <a:lnTo>
                    <a:pt x="18669" y="148894"/>
                  </a:lnTo>
                  <a:lnTo>
                    <a:pt x="18961" y="148894"/>
                  </a:lnTo>
                  <a:lnTo>
                    <a:pt x="19265" y="148894"/>
                  </a:lnTo>
                  <a:lnTo>
                    <a:pt x="19265" y="148437"/>
                  </a:lnTo>
                  <a:close/>
                </a:path>
                <a:path w="273050" h="300990">
                  <a:moveTo>
                    <a:pt x="22466" y="73634"/>
                  </a:moveTo>
                  <a:lnTo>
                    <a:pt x="19875" y="68961"/>
                  </a:lnTo>
                  <a:lnTo>
                    <a:pt x="16421" y="70180"/>
                  </a:lnTo>
                  <a:lnTo>
                    <a:pt x="10947" y="72123"/>
                  </a:lnTo>
                  <a:lnTo>
                    <a:pt x="15633" y="79908"/>
                  </a:lnTo>
                  <a:lnTo>
                    <a:pt x="22466" y="73634"/>
                  </a:lnTo>
                  <a:close/>
                </a:path>
                <a:path w="273050" h="300990">
                  <a:moveTo>
                    <a:pt x="23101" y="31775"/>
                  </a:moveTo>
                  <a:lnTo>
                    <a:pt x="21170" y="29730"/>
                  </a:lnTo>
                  <a:lnTo>
                    <a:pt x="19405" y="31038"/>
                  </a:lnTo>
                  <a:lnTo>
                    <a:pt x="18961" y="31038"/>
                  </a:lnTo>
                  <a:lnTo>
                    <a:pt x="17373" y="31635"/>
                  </a:lnTo>
                  <a:lnTo>
                    <a:pt x="17030" y="32918"/>
                  </a:lnTo>
                  <a:lnTo>
                    <a:pt x="17843" y="33896"/>
                  </a:lnTo>
                  <a:lnTo>
                    <a:pt x="19189" y="35471"/>
                  </a:lnTo>
                  <a:lnTo>
                    <a:pt x="21170" y="34658"/>
                  </a:lnTo>
                  <a:lnTo>
                    <a:pt x="23101" y="31775"/>
                  </a:lnTo>
                  <a:close/>
                </a:path>
                <a:path w="273050" h="300990">
                  <a:moveTo>
                    <a:pt x="25946" y="139966"/>
                  </a:moveTo>
                  <a:lnTo>
                    <a:pt x="23761" y="136994"/>
                  </a:lnTo>
                  <a:lnTo>
                    <a:pt x="19596" y="131330"/>
                  </a:lnTo>
                  <a:lnTo>
                    <a:pt x="13081" y="138264"/>
                  </a:lnTo>
                  <a:lnTo>
                    <a:pt x="21691" y="143941"/>
                  </a:lnTo>
                  <a:lnTo>
                    <a:pt x="25946" y="139966"/>
                  </a:lnTo>
                  <a:close/>
                </a:path>
                <a:path w="273050" h="300990">
                  <a:moveTo>
                    <a:pt x="30480" y="109143"/>
                  </a:moveTo>
                  <a:lnTo>
                    <a:pt x="26238" y="108178"/>
                  </a:lnTo>
                  <a:lnTo>
                    <a:pt x="25107" y="107924"/>
                  </a:lnTo>
                  <a:lnTo>
                    <a:pt x="24269" y="107911"/>
                  </a:lnTo>
                  <a:lnTo>
                    <a:pt x="22313" y="109029"/>
                  </a:lnTo>
                  <a:lnTo>
                    <a:pt x="22059" y="110032"/>
                  </a:lnTo>
                  <a:lnTo>
                    <a:pt x="22352" y="111899"/>
                  </a:lnTo>
                  <a:lnTo>
                    <a:pt x="22758" y="112458"/>
                  </a:lnTo>
                  <a:lnTo>
                    <a:pt x="27406" y="116192"/>
                  </a:lnTo>
                  <a:lnTo>
                    <a:pt x="30480" y="109143"/>
                  </a:lnTo>
                  <a:close/>
                </a:path>
                <a:path w="273050" h="300990">
                  <a:moveTo>
                    <a:pt x="34124" y="186321"/>
                  </a:moveTo>
                  <a:lnTo>
                    <a:pt x="29311" y="186321"/>
                  </a:lnTo>
                  <a:lnTo>
                    <a:pt x="24523" y="186321"/>
                  </a:lnTo>
                  <a:lnTo>
                    <a:pt x="24511" y="193789"/>
                  </a:lnTo>
                  <a:lnTo>
                    <a:pt x="34112" y="193789"/>
                  </a:lnTo>
                  <a:lnTo>
                    <a:pt x="34124" y="186321"/>
                  </a:lnTo>
                  <a:close/>
                </a:path>
                <a:path w="273050" h="300990">
                  <a:moveTo>
                    <a:pt x="35407" y="149999"/>
                  </a:moveTo>
                  <a:lnTo>
                    <a:pt x="34277" y="147472"/>
                  </a:lnTo>
                  <a:lnTo>
                    <a:pt x="34163" y="147205"/>
                  </a:lnTo>
                  <a:lnTo>
                    <a:pt x="34099" y="147066"/>
                  </a:lnTo>
                  <a:lnTo>
                    <a:pt x="33769" y="146329"/>
                  </a:lnTo>
                  <a:lnTo>
                    <a:pt x="32486" y="146329"/>
                  </a:lnTo>
                  <a:lnTo>
                    <a:pt x="32092" y="147205"/>
                  </a:lnTo>
                  <a:lnTo>
                    <a:pt x="32042" y="147345"/>
                  </a:lnTo>
                  <a:lnTo>
                    <a:pt x="30861" y="149999"/>
                  </a:lnTo>
                  <a:lnTo>
                    <a:pt x="35407" y="149999"/>
                  </a:lnTo>
                  <a:close/>
                </a:path>
                <a:path w="273050" h="300990">
                  <a:moveTo>
                    <a:pt x="39382" y="222783"/>
                  </a:moveTo>
                  <a:lnTo>
                    <a:pt x="29070" y="222783"/>
                  </a:lnTo>
                  <a:lnTo>
                    <a:pt x="29057" y="230784"/>
                  </a:lnTo>
                  <a:lnTo>
                    <a:pt x="34213" y="230784"/>
                  </a:lnTo>
                  <a:lnTo>
                    <a:pt x="39370" y="230784"/>
                  </a:lnTo>
                  <a:lnTo>
                    <a:pt x="39382" y="222783"/>
                  </a:lnTo>
                  <a:close/>
                </a:path>
                <a:path w="273050" h="300990">
                  <a:moveTo>
                    <a:pt x="39408" y="157238"/>
                  </a:moveTo>
                  <a:lnTo>
                    <a:pt x="38036" y="157238"/>
                  </a:lnTo>
                  <a:lnTo>
                    <a:pt x="37744" y="157238"/>
                  </a:lnTo>
                  <a:lnTo>
                    <a:pt x="37744" y="157683"/>
                  </a:lnTo>
                  <a:lnTo>
                    <a:pt x="39408" y="157683"/>
                  </a:lnTo>
                  <a:lnTo>
                    <a:pt x="39408" y="157238"/>
                  </a:lnTo>
                  <a:close/>
                </a:path>
                <a:path w="273050" h="300990">
                  <a:moveTo>
                    <a:pt x="40919" y="28879"/>
                  </a:moveTo>
                  <a:lnTo>
                    <a:pt x="39624" y="27584"/>
                  </a:lnTo>
                  <a:lnTo>
                    <a:pt x="38277" y="26238"/>
                  </a:lnTo>
                  <a:lnTo>
                    <a:pt x="35725" y="27190"/>
                  </a:lnTo>
                  <a:lnTo>
                    <a:pt x="35788" y="29171"/>
                  </a:lnTo>
                  <a:lnTo>
                    <a:pt x="35839" y="30657"/>
                  </a:lnTo>
                  <a:lnTo>
                    <a:pt x="36550" y="31292"/>
                  </a:lnTo>
                  <a:lnTo>
                    <a:pt x="40043" y="31584"/>
                  </a:lnTo>
                  <a:lnTo>
                    <a:pt x="40919" y="28879"/>
                  </a:lnTo>
                  <a:close/>
                </a:path>
                <a:path w="273050" h="300990">
                  <a:moveTo>
                    <a:pt x="43383" y="96126"/>
                  </a:moveTo>
                  <a:lnTo>
                    <a:pt x="39662" y="96126"/>
                  </a:lnTo>
                  <a:lnTo>
                    <a:pt x="35953" y="96126"/>
                  </a:lnTo>
                  <a:lnTo>
                    <a:pt x="35953" y="101879"/>
                  </a:lnTo>
                  <a:lnTo>
                    <a:pt x="43370" y="101879"/>
                  </a:lnTo>
                  <a:lnTo>
                    <a:pt x="43383" y="96126"/>
                  </a:lnTo>
                  <a:close/>
                </a:path>
                <a:path w="273050" h="300990">
                  <a:moveTo>
                    <a:pt x="48094" y="235585"/>
                  </a:moveTo>
                  <a:lnTo>
                    <a:pt x="45948" y="234467"/>
                  </a:lnTo>
                  <a:lnTo>
                    <a:pt x="44856" y="235788"/>
                  </a:lnTo>
                  <a:lnTo>
                    <a:pt x="44615" y="236080"/>
                  </a:lnTo>
                  <a:lnTo>
                    <a:pt x="44069" y="236753"/>
                  </a:lnTo>
                  <a:lnTo>
                    <a:pt x="44069" y="237502"/>
                  </a:lnTo>
                  <a:lnTo>
                    <a:pt x="45948" y="239788"/>
                  </a:lnTo>
                  <a:lnTo>
                    <a:pt x="48094" y="238658"/>
                  </a:lnTo>
                  <a:lnTo>
                    <a:pt x="48094" y="235585"/>
                  </a:lnTo>
                  <a:close/>
                </a:path>
                <a:path w="273050" h="300990">
                  <a:moveTo>
                    <a:pt x="49212" y="231216"/>
                  </a:moveTo>
                  <a:lnTo>
                    <a:pt x="48920" y="231216"/>
                  </a:lnTo>
                  <a:lnTo>
                    <a:pt x="48628" y="231216"/>
                  </a:lnTo>
                  <a:lnTo>
                    <a:pt x="48628" y="231660"/>
                  </a:lnTo>
                  <a:lnTo>
                    <a:pt x="49212" y="231660"/>
                  </a:lnTo>
                  <a:lnTo>
                    <a:pt x="49212" y="231216"/>
                  </a:lnTo>
                  <a:close/>
                </a:path>
                <a:path w="273050" h="300990">
                  <a:moveTo>
                    <a:pt x="49542" y="64592"/>
                  </a:moveTo>
                  <a:lnTo>
                    <a:pt x="48056" y="61899"/>
                  </a:lnTo>
                  <a:lnTo>
                    <a:pt x="45669" y="62052"/>
                  </a:lnTo>
                  <a:lnTo>
                    <a:pt x="44589" y="62115"/>
                  </a:lnTo>
                  <a:lnTo>
                    <a:pt x="43802" y="62280"/>
                  </a:lnTo>
                  <a:lnTo>
                    <a:pt x="41630" y="63347"/>
                  </a:lnTo>
                  <a:lnTo>
                    <a:pt x="41402" y="64947"/>
                  </a:lnTo>
                  <a:lnTo>
                    <a:pt x="42354" y="66751"/>
                  </a:lnTo>
                  <a:lnTo>
                    <a:pt x="42697" y="67170"/>
                  </a:lnTo>
                  <a:lnTo>
                    <a:pt x="45097" y="69138"/>
                  </a:lnTo>
                  <a:lnTo>
                    <a:pt x="47726" y="68897"/>
                  </a:lnTo>
                  <a:lnTo>
                    <a:pt x="49542" y="64592"/>
                  </a:lnTo>
                  <a:close/>
                </a:path>
                <a:path w="273050" h="300990">
                  <a:moveTo>
                    <a:pt x="56553" y="56781"/>
                  </a:moveTo>
                  <a:lnTo>
                    <a:pt x="54368" y="56781"/>
                  </a:lnTo>
                  <a:lnTo>
                    <a:pt x="54368" y="58470"/>
                  </a:lnTo>
                  <a:lnTo>
                    <a:pt x="55460" y="58470"/>
                  </a:lnTo>
                  <a:lnTo>
                    <a:pt x="56553" y="58470"/>
                  </a:lnTo>
                  <a:lnTo>
                    <a:pt x="56553" y="56781"/>
                  </a:lnTo>
                  <a:close/>
                </a:path>
                <a:path w="273050" h="300990">
                  <a:moveTo>
                    <a:pt x="58788" y="214922"/>
                  </a:moveTo>
                  <a:lnTo>
                    <a:pt x="54152" y="216763"/>
                  </a:lnTo>
                  <a:lnTo>
                    <a:pt x="51003" y="218008"/>
                  </a:lnTo>
                  <a:lnTo>
                    <a:pt x="50977" y="221068"/>
                  </a:lnTo>
                  <a:lnTo>
                    <a:pt x="58762" y="224129"/>
                  </a:lnTo>
                  <a:lnTo>
                    <a:pt x="58788" y="214922"/>
                  </a:lnTo>
                  <a:close/>
                </a:path>
                <a:path w="273050" h="300990">
                  <a:moveTo>
                    <a:pt x="59512" y="141998"/>
                  </a:moveTo>
                  <a:lnTo>
                    <a:pt x="55346" y="136918"/>
                  </a:lnTo>
                  <a:lnTo>
                    <a:pt x="51689" y="138074"/>
                  </a:lnTo>
                  <a:lnTo>
                    <a:pt x="49593" y="143052"/>
                  </a:lnTo>
                  <a:lnTo>
                    <a:pt x="51498" y="145986"/>
                  </a:lnTo>
                  <a:lnTo>
                    <a:pt x="54343" y="145999"/>
                  </a:lnTo>
                  <a:lnTo>
                    <a:pt x="58381" y="146024"/>
                  </a:lnTo>
                  <a:lnTo>
                    <a:pt x="59512" y="141998"/>
                  </a:lnTo>
                  <a:close/>
                </a:path>
                <a:path w="273050" h="300990">
                  <a:moveTo>
                    <a:pt x="60604" y="273570"/>
                  </a:moveTo>
                  <a:lnTo>
                    <a:pt x="60134" y="271907"/>
                  </a:lnTo>
                  <a:lnTo>
                    <a:pt x="60083" y="271729"/>
                  </a:lnTo>
                  <a:lnTo>
                    <a:pt x="60032" y="271576"/>
                  </a:lnTo>
                  <a:lnTo>
                    <a:pt x="59829" y="270827"/>
                  </a:lnTo>
                  <a:lnTo>
                    <a:pt x="58724" y="270827"/>
                  </a:lnTo>
                  <a:lnTo>
                    <a:pt x="58508" y="271576"/>
                  </a:lnTo>
                  <a:lnTo>
                    <a:pt x="58420" y="271907"/>
                  </a:lnTo>
                  <a:lnTo>
                    <a:pt x="58369" y="272059"/>
                  </a:lnTo>
                  <a:lnTo>
                    <a:pt x="57950" y="273558"/>
                  </a:lnTo>
                  <a:lnTo>
                    <a:pt x="60604" y="273570"/>
                  </a:lnTo>
                  <a:close/>
                </a:path>
                <a:path w="273050" h="300990">
                  <a:moveTo>
                    <a:pt x="61353" y="38938"/>
                  </a:moveTo>
                  <a:lnTo>
                    <a:pt x="57188" y="38938"/>
                  </a:lnTo>
                  <a:lnTo>
                    <a:pt x="57188" y="42164"/>
                  </a:lnTo>
                  <a:lnTo>
                    <a:pt x="59270" y="42164"/>
                  </a:lnTo>
                  <a:lnTo>
                    <a:pt x="61353" y="42164"/>
                  </a:lnTo>
                  <a:lnTo>
                    <a:pt x="61353" y="38938"/>
                  </a:lnTo>
                  <a:close/>
                </a:path>
                <a:path w="273050" h="300990">
                  <a:moveTo>
                    <a:pt x="63119" y="185013"/>
                  </a:moveTo>
                  <a:lnTo>
                    <a:pt x="56540" y="181279"/>
                  </a:lnTo>
                  <a:lnTo>
                    <a:pt x="53771" y="187401"/>
                  </a:lnTo>
                  <a:lnTo>
                    <a:pt x="57950" y="188760"/>
                  </a:lnTo>
                  <a:lnTo>
                    <a:pt x="61112" y="189801"/>
                  </a:lnTo>
                  <a:lnTo>
                    <a:pt x="63119" y="185013"/>
                  </a:lnTo>
                  <a:close/>
                </a:path>
                <a:path w="273050" h="300990">
                  <a:moveTo>
                    <a:pt x="64262" y="164884"/>
                  </a:moveTo>
                  <a:lnTo>
                    <a:pt x="59817" y="164884"/>
                  </a:lnTo>
                  <a:lnTo>
                    <a:pt x="55384" y="164884"/>
                  </a:lnTo>
                  <a:lnTo>
                    <a:pt x="55384" y="171767"/>
                  </a:lnTo>
                  <a:lnTo>
                    <a:pt x="64249" y="171767"/>
                  </a:lnTo>
                  <a:lnTo>
                    <a:pt x="64262" y="164884"/>
                  </a:lnTo>
                  <a:close/>
                </a:path>
                <a:path w="273050" h="300990">
                  <a:moveTo>
                    <a:pt x="65506" y="237540"/>
                  </a:moveTo>
                  <a:lnTo>
                    <a:pt x="61874" y="234911"/>
                  </a:lnTo>
                  <a:lnTo>
                    <a:pt x="58305" y="235788"/>
                  </a:lnTo>
                  <a:lnTo>
                    <a:pt x="52501" y="237210"/>
                  </a:lnTo>
                  <a:lnTo>
                    <a:pt x="52501" y="245313"/>
                  </a:lnTo>
                  <a:lnTo>
                    <a:pt x="61874" y="247624"/>
                  </a:lnTo>
                  <a:lnTo>
                    <a:pt x="65506" y="245008"/>
                  </a:lnTo>
                  <a:lnTo>
                    <a:pt x="65506" y="237540"/>
                  </a:lnTo>
                  <a:close/>
                </a:path>
                <a:path w="273050" h="300990">
                  <a:moveTo>
                    <a:pt x="66306" y="102146"/>
                  </a:moveTo>
                  <a:lnTo>
                    <a:pt x="63525" y="101358"/>
                  </a:lnTo>
                  <a:lnTo>
                    <a:pt x="63309" y="101307"/>
                  </a:lnTo>
                  <a:lnTo>
                    <a:pt x="62725" y="101130"/>
                  </a:lnTo>
                  <a:lnTo>
                    <a:pt x="62064" y="101727"/>
                  </a:lnTo>
                  <a:lnTo>
                    <a:pt x="62344" y="102539"/>
                  </a:lnTo>
                  <a:lnTo>
                    <a:pt x="62407" y="102743"/>
                  </a:lnTo>
                  <a:lnTo>
                    <a:pt x="62484" y="102946"/>
                  </a:lnTo>
                  <a:lnTo>
                    <a:pt x="63309" y="105397"/>
                  </a:lnTo>
                  <a:lnTo>
                    <a:pt x="66306" y="102146"/>
                  </a:lnTo>
                  <a:close/>
                </a:path>
                <a:path w="273050" h="300990">
                  <a:moveTo>
                    <a:pt x="69989" y="68935"/>
                  </a:moveTo>
                  <a:lnTo>
                    <a:pt x="69456" y="66890"/>
                  </a:lnTo>
                  <a:lnTo>
                    <a:pt x="66395" y="64655"/>
                  </a:lnTo>
                  <a:lnTo>
                    <a:pt x="64998" y="64858"/>
                  </a:lnTo>
                  <a:lnTo>
                    <a:pt x="62534" y="66128"/>
                  </a:lnTo>
                  <a:lnTo>
                    <a:pt x="62179" y="67576"/>
                  </a:lnTo>
                  <a:lnTo>
                    <a:pt x="62445" y="69024"/>
                  </a:lnTo>
                  <a:lnTo>
                    <a:pt x="61683" y="72440"/>
                  </a:lnTo>
                  <a:lnTo>
                    <a:pt x="67106" y="74599"/>
                  </a:lnTo>
                  <a:lnTo>
                    <a:pt x="68808" y="71272"/>
                  </a:lnTo>
                  <a:lnTo>
                    <a:pt x="69989" y="68935"/>
                  </a:lnTo>
                  <a:close/>
                </a:path>
                <a:path w="273050" h="300990">
                  <a:moveTo>
                    <a:pt x="81153" y="138061"/>
                  </a:moveTo>
                  <a:lnTo>
                    <a:pt x="77495" y="132410"/>
                  </a:lnTo>
                  <a:lnTo>
                    <a:pt x="74282" y="134950"/>
                  </a:lnTo>
                  <a:lnTo>
                    <a:pt x="73850" y="134988"/>
                  </a:lnTo>
                  <a:lnTo>
                    <a:pt x="73596" y="135039"/>
                  </a:lnTo>
                  <a:lnTo>
                    <a:pt x="73355" y="135153"/>
                  </a:lnTo>
                  <a:lnTo>
                    <a:pt x="72161" y="135534"/>
                  </a:lnTo>
                  <a:lnTo>
                    <a:pt x="71501" y="136690"/>
                  </a:lnTo>
                  <a:lnTo>
                    <a:pt x="71882" y="138315"/>
                  </a:lnTo>
                  <a:lnTo>
                    <a:pt x="72085" y="139217"/>
                  </a:lnTo>
                  <a:lnTo>
                    <a:pt x="72872" y="139928"/>
                  </a:lnTo>
                  <a:lnTo>
                    <a:pt x="75158" y="140601"/>
                  </a:lnTo>
                  <a:lnTo>
                    <a:pt x="76263" y="140398"/>
                  </a:lnTo>
                  <a:lnTo>
                    <a:pt x="81153" y="138061"/>
                  </a:lnTo>
                  <a:close/>
                </a:path>
                <a:path w="273050" h="300990">
                  <a:moveTo>
                    <a:pt x="84683" y="222440"/>
                  </a:moveTo>
                  <a:lnTo>
                    <a:pt x="84340" y="220840"/>
                  </a:lnTo>
                  <a:lnTo>
                    <a:pt x="79971" y="218541"/>
                  </a:lnTo>
                  <a:lnTo>
                    <a:pt x="78282" y="219748"/>
                  </a:lnTo>
                  <a:lnTo>
                    <a:pt x="77774" y="224053"/>
                  </a:lnTo>
                  <a:lnTo>
                    <a:pt x="78600" y="225412"/>
                  </a:lnTo>
                  <a:lnTo>
                    <a:pt x="79552" y="225882"/>
                  </a:lnTo>
                  <a:lnTo>
                    <a:pt x="81622" y="226885"/>
                  </a:lnTo>
                  <a:lnTo>
                    <a:pt x="84086" y="226428"/>
                  </a:lnTo>
                  <a:lnTo>
                    <a:pt x="84683" y="222440"/>
                  </a:lnTo>
                  <a:close/>
                </a:path>
                <a:path w="273050" h="300990">
                  <a:moveTo>
                    <a:pt x="85344" y="157238"/>
                  </a:moveTo>
                  <a:lnTo>
                    <a:pt x="83197" y="154940"/>
                  </a:lnTo>
                  <a:lnTo>
                    <a:pt x="81064" y="154940"/>
                  </a:lnTo>
                  <a:lnTo>
                    <a:pt x="78917" y="154940"/>
                  </a:lnTo>
                  <a:lnTo>
                    <a:pt x="76784" y="157251"/>
                  </a:lnTo>
                  <a:lnTo>
                    <a:pt x="79044" y="163106"/>
                  </a:lnTo>
                  <a:lnTo>
                    <a:pt x="83083" y="163106"/>
                  </a:lnTo>
                  <a:lnTo>
                    <a:pt x="85344" y="157238"/>
                  </a:lnTo>
                  <a:close/>
                </a:path>
                <a:path w="273050" h="300990">
                  <a:moveTo>
                    <a:pt x="87795" y="111658"/>
                  </a:moveTo>
                  <a:lnTo>
                    <a:pt x="85725" y="110464"/>
                  </a:lnTo>
                  <a:lnTo>
                    <a:pt x="84988" y="110032"/>
                  </a:lnTo>
                  <a:lnTo>
                    <a:pt x="84429" y="109677"/>
                  </a:lnTo>
                  <a:lnTo>
                    <a:pt x="82397" y="109385"/>
                  </a:lnTo>
                  <a:lnTo>
                    <a:pt x="81178" y="110515"/>
                  </a:lnTo>
                  <a:lnTo>
                    <a:pt x="82435" y="112572"/>
                  </a:lnTo>
                  <a:lnTo>
                    <a:pt x="83083" y="113030"/>
                  </a:lnTo>
                  <a:lnTo>
                    <a:pt x="85737" y="114998"/>
                  </a:lnTo>
                  <a:lnTo>
                    <a:pt x="87795" y="111658"/>
                  </a:lnTo>
                  <a:close/>
                </a:path>
                <a:path w="273050" h="300990">
                  <a:moveTo>
                    <a:pt x="90601" y="257340"/>
                  </a:moveTo>
                  <a:lnTo>
                    <a:pt x="89598" y="255422"/>
                  </a:lnTo>
                  <a:lnTo>
                    <a:pt x="89166" y="254584"/>
                  </a:lnTo>
                  <a:lnTo>
                    <a:pt x="88646" y="253911"/>
                  </a:lnTo>
                  <a:lnTo>
                    <a:pt x="87083" y="252133"/>
                  </a:lnTo>
                  <a:lnTo>
                    <a:pt x="85394" y="253288"/>
                  </a:lnTo>
                  <a:lnTo>
                    <a:pt x="85940" y="255485"/>
                  </a:lnTo>
                  <a:lnTo>
                    <a:pt x="86245" y="256286"/>
                  </a:lnTo>
                  <a:lnTo>
                    <a:pt x="87706" y="259041"/>
                  </a:lnTo>
                  <a:lnTo>
                    <a:pt x="90601" y="257340"/>
                  </a:lnTo>
                  <a:close/>
                </a:path>
                <a:path w="273050" h="300990">
                  <a:moveTo>
                    <a:pt x="91351" y="81254"/>
                  </a:moveTo>
                  <a:lnTo>
                    <a:pt x="89966" y="76784"/>
                  </a:lnTo>
                  <a:lnTo>
                    <a:pt x="85864" y="76631"/>
                  </a:lnTo>
                  <a:lnTo>
                    <a:pt x="82232" y="81559"/>
                  </a:lnTo>
                  <a:lnTo>
                    <a:pt x="84518" y="83896"/>
                  </a:lnTo>
                  <a:lnTo>
                    <a:pt x="86741" y="83896"/>
                  </a:lnTo>
                  <a:lnTo>
                    <a:pt x="87198" y="84010"/>
                  </a:lnTo>
                  <a:lnTo>
                    <a:pt x="88290" y="84455"/>
                  </a:lnTo>
                  <a:lnTo>
                    <a:pt x="89408" y="83985"/>
                  </a:lnTo>
                  <a:lnTo>
                    <a:pt x="90297" y="83172"/>
                  </a:lnTo>
                  <a:lnTo>
                    <a:pt x="91046" y="82473"/>
                  </a:lnTo>
                  <a:lnTo>
                    <a:pt x="91351" y="81254"/>
                  </a:lnTo>
                  <a:close/>
                </a:path>
                <a:path w="273050" h="300990">
                  <a:moveTo>
                    <a:pt x="99301" y="173863"/>
                  </a:moveTo>
                  <a:lnTo>
                    <a:pt x="95770" y="173863"/>
                  </a:lnTo>
                  <a:lnTo>
                    <a:pt x="92240" y="173863"/>
                  </a:lnTo>
                  <a:lnTo>
                    <a:pt x="92240" y="179349"/>
                  </a:lnTo>
                  <a:lnTo>
                    <a:pt x="99301" y="179349"/>
                  </a:lnTo>
                  <a:lnTo>
                    <a:pt x="99301" y="173863"/>
                  </a:lnTo>
                  <a:close/>
                </a:path>
                <a:path w="273050" h="300990">
                  <a:moveTo>
                    <a:pt x="103593" y="136474"/>
                  </a:moveTo>
                  <a:lnTo>
                    <a:pt x="103085" y="135712"/>
                  </a:lnTo>
                  <a:lnTo>
                    <a:pt x="101041" y="132105"/>
                  </a:lnTo>
                  <a:lnTo>
                    <a:pt x="97205" y="134797"/>
                  </a:lnTo>
                  <a:lnTo>
                    <a:pt x="97510" y="135178"/>
                  </a:lnTo>
                  <a:lnTo>
                    <a:pt x="97104" y="135369"/>
                  </a:lnTo>
                  <a:lnTo>
                    <a:pt x="96748" y="135534"/>
                  </a:lnTo>
                  <a:lnTo>
                    <a:pt x="96481" y="135661"/>
                  </a:lnTo>
                  <a:lnTo>
                    <a:pt x="96710" y="136055"/>
                  </a:lnTo>
                  <a:lnTo>
                    <a:pt x="96977" y="135928"/>
                  </a:lnTo>
                  <a:lnTo>
                    <a:pt x="97345" y="135763"/>
                  </a:lnTo>
                  <a:lnTo>
                    <a:pt x="97701" y="135585"/>
                  </a:lnTo>
                  <a:lnTo>
                    <a:pt x="99148" y="137172"/>
                  </a:lnTo>
                  <a:lnTo>
                    <a:pt x="99021" y="137185"/>
                  </a:lnTo>
                  <a:lnTo>
                    <a:pt x="98894" y="137172"/>
                  </a:lnTo>
                  <a:lnTo>
                    <a:pt x="98247" y="137439"/>
                  </a:lnTo>
                  <a:lnTo>
                    <a:pt x="97396" y="137795"/>
                  </a:lnTo>
                  <a:lnTo>
                    <a:pt x="97396" y="138849"/>
                  </a:lnTo>
                  <a:lnTo>
                    <a:pt x="99720" y="139814"/>
                  </a:lnTo>
                  <a:lnTo>
                    <a:pt x="100139" y="138912"/>
                  </a:lnTo>
                  <a:lnTo>
                    <a:pt x="100063" y="138137"/>
                  </a:lnTo>
                  <a:lnTo>
                    <a:pt x="100495" y="138506"/>
                  </a:lnTo>
                  <a:lnTo>
                    <a:pt x="100990" y="138747"/>
                  </a:lnTo>
                  <a:lnTo>
                    <a:pt x="102438" y="138772"/>
                  </a:lnTo>
                  <a:lnTo>
                    <a:pt x="102971" y="138290"/>
                  </a:lnTo>
                  <a:lnTo>
                    <a:pt x="103593" y="136474"/>
                  </a:lnTo>
                  <a:close/>
                </a:path>
                <a:path w="273050" h="300990">
                  <a:moveTo>
                    <a:pt x="110477" y="170776"/>
                  </a:moveTo>
                  <a:lnTo>
                    <a:pt x="108292" y="170776"/>
                  </a:lnTo>
                  <a:lnTo>
                    <a:pt x="106133" y="170776"/>
                  </a:lnTo>
                  <a:lnTo>
                    <a:pt x="106121" y="174155"/>
                  </a:lnTo>
                  <a:lnTo>
                    <a:pt x="110464" y="174155"/>
                  </a:lnTo>
                  <a:lnTo>
                    <a:pt x="110477" y="170776"/>
                  </a:lnTo>
                  <a:close/>
                </a:path>
                <a:path w="273050" h="300990">
                  <a:moveTo>
                    <a:pt x="118262" y="117716"/>
                  </a:moveTo>
                  <a:lnTo>
                    <a:pt x="115595" y="116154"/>
                  </a:lnTo>
                  <a:lnTo>
                    <a:pt x="114300" y="118554"/>
                  </a:lnTo>
                  <a:lnTo>
                    <a:pt x="114185" y="118999"/>
                  </a:lnTo>
                  <a:lnTo>
                    <a:pt x="113931" y="120980"/>
                  </a:lnTo>
                  <a:lnTo>
                    <a:pt x="115595" y="121323"/>
                  </a:lnTo>
                  <a:lnTo>
                    <a:pt x="116370" y="120675"/>
                  </a:lnTo>
                  <a:lnTo>
                    <a:pt x="116852" y="120256"/>
                  </a:lnTo>
                  <a:lnTo>
                    <a:pt x="117017" y="120040"/>
                  </a:lnTo>
                  <a:lnTo>
                    <a:pt x="118262" y="117716"/>
                  </a:lnTo>
                  <a:close/>
                </a:path>
                <a:path w="273050" h="300990">
                  <a:moveTo>
                    <a:pt x="121450" y="105194"/>
                  </a:moveTo>
                  <a:lnTo>
                    <a:pt x="114757" y="105194"/>
                  </a:lnTo>
                  <a:lnTo>
                    <a:pt x="114757" y="110401"/>
                  </a:lnTo>
                  <a:lnTo>
                    <a:pt x="118097" y="110401"/>
                  </a:lnTo>
                  <a:lnTo>
                    <a:pt x="121450" y="110401"/>
                  </a:lnTo>
                  <a:lnTo>
                    <a:pt x="121450" y="105194"/>
                  </a:lnTo>
                  <a:close/>
                </a:path>
                <a:path w="273050" h="300990">
                  <a:moveTo>
                    <a:pt x="125666" y="191516"/>
                  </a:moveTo>
                  <a:lnTo>
                    <a:pt x="124853" y="191312"/>
                  </a:lnTo>
                  <a:lnTo>
                    <a:pt x="124688" y="191262"/>
                  </a:lnTo>
                  <a:lnTo>
                    <a:pt x="124358" y="191173"/>
                  </a:lnTo>
                  <a:lnTo>
                    <a:pt x="122770" y="190741"/>
                  </a:lnTo>
                  <a:lnTo>
                    <a:pt x="122758" y="193497"/>
                  </a:lnTo>
                  <a:lnTo>
                    <a:pt x="124358" y="193065"/>
                  </a:lnTo>
                  <a:lnTo>
                    <a:pt x="124523" y="193027"/>
                  </a:lnTo>
                  <a:lnTo>
                    <a:pt x="124688" y="192976"/>
                  </a:lnTo>
                  <a:lnTo>
                    <a:pt x="125666" y="192722"/>
                  </a:lnTo>
                  <a:lnTo>
                    <a:pt x="125666" y="191516"/>
                  </a:lnTo>
                  <a:close/>
                </a:path>
                <a:path w="273050" h="300990">
                  <a:moveTo>
                    <a:pt x="126022" y="131889"/>
                  </a:moveTo>
                  <a:lnTo>
                    <a:pt x="125437" y="131889"/>
                  </a:lnTo>
                  <a:lnTo>
                    <a:pt x="125437" y="132346"/>
                  </a:lnTo>
                  <a:lnTo>
                    <a:pt x="125730" y="132346"/>
                  </a:lnTo>
                  <a:lnTo>
                    <a:pt x="126022" y="132346"/>
                  </a:lnTo>
                  <a:lnTo>
                    <a:pt x="126022" y="131889"/>
                  </a:lnTo>
                  <a:close/>
                </a:path>
                <a:path w="273050" h="300990">
                  <a:moveTo>
                    <a:pt x="127711" y="150088"/>
                  </a:moveTo>
                  <a:lnTo>
                    <a:pt x="119392" y="150088"/>
                  </a:lnTo>
                  <a:lnTo>
                    <a:pt x="119380" y="156552"/>
                  </a:lnTo>
                  <a:lnTo>
                    <a:pt x="123545" y="156552"/>
                  </a:lnTo>
                  <a:lnTo>
                    <a:pt x="127711" y="156552"/>
                  </a:lnTo>
                  <a:lnTo>
                    <a:pt x="127711" y="150088"/>
                  </a:lnTo>
                  <a:close/>
                </a:path>
                <a:path w="273050" h="300990">
                  <a:moveTo>
                    <a:pt x="140474" y="126288"/>
                  </a:moveTo>
                  <a:lnTo>
                    <a:pt x="137452" y="122529"/>
                  </a:lnTo>
                  <a:lnTo>
                    <a:pt x="133337" y="123786"/>
                  </a:lnTo>
                  <a:lnTo>
                    <a:pt x="133261" y="126428"/>
                  </a:lnTo>
                  <a:lnTo>
                    <a:pt x="133172" y="126784"/>
                  </a:lnTo>
                  <a:lnTo>
                    <a:pt x="133134" y="127165"/>
                  </a:lnTo>
                  <a:lnTo>
                    <a:pt x="133781" y="129971"/>
                  </a:lnTo>
                  <a:lnTo>
                    <a:pt x="135928" y="130098"/>
                  </a:lnTo>
                  <a:lnTo>
                    <a:pt x="140398" y="129425"/>
                  </a:lnTo>
                  <a:lnTo>
                    <a:pt x="140474" y="126288"/>
                  </a:lnTo>
                  <a:close/>
                </a:path>
                <a:path w="273050" h="300990">
                  <a:moveTo>
                    <a:pt x="143738" y="145719"/>
                  </a:moveTo>
                  <a:lnTo>
                    <a:pt x="142176" y="143421"/>
                  </a:lnTo>
                  <a:lnTo>
                    <a:pt x="139890" y="143357"/>
                  </a:lnTo>
                  <a:lnTo>
                    <a:pt x="138798" y="143344"/>
                  </a:lnTo>
                  <a:lnTo>
                    <a:pt x="136271" y="143281"/>
                  </a:lnTo>
                  <a:lnTo>
                    <a:pt x="135382" y="146304"/>
                  </a:lnTo>
                  <a:lnTo>
                    <a:pt x="139115" y="150647"/>
                  </a:lnTo>
                  <a:lnTo>
                    <a:pt x="142024" y="149796"/>
                  </a:lnTo>
                  <a:lnTo>
                    <a:pt x="143738" y="145719"/>
                  </a:lnTo>
                  <a:close/>
                </a:path>
                <a:path w="273050" h="300990">
                  <a:moveTo>
                    <a:pt x="149021" y="180124"/>
                  </a:moveTo>
                  <a:lnTo>
                    <a:pt x="147472" y="178142"/>
                  </a:lnTo>
                  <a:lnTo>
                    <a:pt x="145986" y="176237"/>
                  </a:lnTo>
                  <a:lnTo>
                    <a:pt x="144310" y="177355"/>
                  </a:lnTo>
                  <a:lnTo>
                    <a:pt x="145694" y="181775"/>
                  </a:lnTo>
                  <a:lnTo>
                    <a:pt x="149021" y="180124"/>
                  </a:lnTo>
                  <a:close/>
                </a:path>
                <a:path w="273050" h="300990">
                  <a:moveTo>
                    <a:pt x="155511" y="159740"/>
                  </a:moveTo>
                  <a:lnTo>
                    <a:pt x="150545" y="158991"/>
                  </a:lnTo>
                  <a:lnTo>
                    <a:pt x="148996" y="158750"/>
                  </a:lnTo>
                  <a:lnTo>
                    <a:pt x="147218" y="158775"/>
                  </a:lnTo>
                  <a:lnTo>
                    <a:pt x="145503" y="161798"/>
                  </a:lnTo>
                  <a:lnTo>
                    <a:pt x="146202" y="163461"/>
                  </a:lnTo>
                  <a:lnTo>
                    <a:pt x="151714" y="168617"/>
                  </a:lnTo>
                  <a:lnTo>
                    <a:pt x="155511" y="159740"/>
                  </a:lnTo>
                  <a:close/>
                </a:path>
                <a:path w="273050" h="300990">
                  <a:moveTo>
                    <a:pt x="229006" y="123228"/>
                  </a:moveTo>
                  <a:lnTo>
                    <a:pt x="228828" y="121412"/>
                  </a:lnTo>
                  <a:lnTo>
                    <a:pt x="225971" y="119519"/>
                  </a:lnTo>
                  <a:lnTo>
                    <a:pt x="224358" y="120535"/>
                  </a:lnTo>
                  <a:lnTo>
                    <a:pt x="224307" y="121831"/>
                  </a:lnTo>
                  <a:lnTo>
                    <a:pt x="224129" y="121970"/>
                  </a:lnTo>
                  <a:lnTo>
                    <a:pt x="222211" y="122986"/>
                  </a:lnTo>
                  <a:lnTo>
                    <a:pt x="222986" y="125399"/>
                  </a:lnTo>
                  <a:lnTo>
                    <a:pt x="225031" y="126212"/>
                  </a:lnTo>
                  <a:lnTo>
                    <a:pt x="225450" y="126263"/>
                  </a:lnTo>
                  <a:lnTo>
                    <a:pt x="226796" y="126212"/>
                  </a:lnTo>
                  <a:lnTo>
                    <a:pt x="227749" y="125806"/>
                  </a:lnTo>
                  <a:lnTo>
                    <a:pt x="229006" y="123228"/>
                  </a:lnTo>
                  <a:close/>
                </a:path>
                <a:path w="273050" h="300990">
                  <a:moveTo>
                    <a:pt x="232003" y="213626"/>
                  </a:moveTo>
                  <a:lnTo>
                    <a:pt x="231711" y="213626"/>
                  </a:lnTo>
                  <a:lnTo>
                    <a:pt x="231419" y="213626"/>
                  </a:lnTo>
                  <a:lnTo>
                    <a:pt x="231419" y="214071"/>
                  </a:lnTo>
                  <a:lnTo>
                    <a:pt x="232003" y="214071"/>
                  </a:lnTo>
                  <a:lnTo>
                    <a:pt x="232003" y="213626"/>
                  </a:lnTo>
                  <a:close/>
                </a:path>
                <a:path w="273050" h="300990">
                  <a:moveTo>
                    <a:pt x="236512" y="130695"/>
                  </a:moveTo>
                  <a:lnTo>
                    <a:pt x="236067" y="130733"/>
                  </a:lnTo>
                  <a:lnTo>
                    <a:pt x="234975" y="130797"/>
                  </a:lnTo>
                  <a:lnTo>
                    <a:pt x="234607" y="130822"/>
                  </a:lnTo>
                  <a:lnTo>
                    <a:pt x="234607" y="131330"/>
                  </a:lnTo>
                  <a:lnTo>
                    <a:pt x="234975" y="131356"/>
                  </a:lnTo>
                  <a:lnTo>
                    <a:pt x="235343" y="131394"/>
                  </a:lnTo>
                  <a:lnTo>
                    <a:pt x="236067" y="131432"/>
                  </a:lnTo>
                  <a:lnTo>
                    <a:pt x="236512" y="131457"/>
                  </a:lnTo>
                  <a:lnTo>
                    <a:pt x="236512" y="130695"/>
                  </a:lnTo>
                  <a:close/>
                </a:path>
                <a:path w="273050" h="300990">
                  <a:moveTo>
                    <a:pt x="237159" y="68173"/>
                  </a:moveTo>
                  <a:lnTo>
                    <a:pt x="236994" y="67132"/>
                  </a:lnTo>
                  <a:lnTo>
                    <a:pt x="233895" y="65265"/>
                  </a:lnTo>
                  <a:lnTo>
                    <a:pt x="232079" y="68402"/>
                  </a:lnTo>
                  <a:lnTo>
                    <a:pt x="234238" y="69735"/>
                  </a:lnTo>
                  <a:lnTo>
                    <a:pt x="235026" y="70269"/>
                  </a:lnTo>
                  <a:lnTo>
                    <a:pt x="236169" y="70319"/>
                  </a:lnTo>
                  <a:lnTo>
                    <a:pt x="236448" y="69723"/>
                  </a:lnTo>
                  <a:lnTo>
                    <a:pt x="237159" y="68173"/>
                  </a:lnTo>
                  <a:close/>
                </a:path>
                <a:path w="273050" h="300990">
                  <a:moveTo>
                    <a:pt x="239382" y="35534"/>
                  </a:moveTo>
                  <a:lnTo>
                    <a:pt x="239179" y="35242"/>
                  </a:lnTo>
                  <a:lnTo>
                    <a:pt x="238899" y="35039"/>
                  </a:lnTo>
                  <a:lnTo>
                    <a:pt x="237693" y="33693"/>
                  </a:lnTo>
                  <a:lnTo>
                    <a:pt x="235089" y="35991"/>
                  </a:lnTo>
                  <a:lnTo>
                    <a:pt x="237083" y="37122"/>
                  </a:lnTo>
                  <a:lnTo>
                    <a:pt x="238137" y="37731"/>
                  </a:lnTo>
                  <a:lnTo>
                    <a:pt x="239293" y="37096"/>
                  </a:lnTo>
                  <a:lnTo>
                    <a:pt x="239369" y="35902"/>
                  </a:lnTo>
                  <a:lnTo>
                    <a:pt x="239382" y="35534"/>
                  </a:lnTo>
                  <a:close/>
                </a:path>
                <a:path w="273050" h="300990">
                  <a:moveTo>
                    <a:pt x="240068" y="168402"/>
                  </a:moveTo>
                  <a:lnTo>
                    <a:pt x="238975" y="163449"/>
                  </a:lnTo>
                  <a:lnTo>
                    <a:pt x="234543" y="168224"/>
                  </a:lnTo>
                  <a:lnTo>
                    <a:pt x="238493" y="168897"/>
                  </a:lnTo>
                  <a:lnTo>
                    <a:pt x="239344" y="169037"/>
                  </a:lnTo>
                  <a:lnTo>
                    <a:pt x="240068" y="168402"/>
                  </a:lnTo>
                  <a:close/>
                </a:path>
                <a:path w="273050" h="300990">
                  <a:moveTo>
                    <a:pt x="240652" y="90703"/>
                  </a:moveTo>
                  <a:lnTo>
                    <a:pt x="240461" y="90512"/>
                  </a:lnTo>
                  <a:lnTo>
                    <a:pt x="240322" y="90639"/>
                  </a:lnTo>
                  <a:lnTo>
                    <a:pt x="239776" y="91147"/>
                  </a:lnTo>
                  <a:lnTo>
                    <a:pt x="239636" y="91274"/>
                  </a:lnTo>
                  <a:lnTo>
                    <a:pt x="239852" y="91478"/>
                  </a:lnTo>
                  <a:lnTo>
                    <a:pt x="239979" y="91351"/>
                  </a:lnTo>
                  <a:lnTo>
                    <a:pt x="240525" y="90830"/>
                  </a:lnTo>
                  <a:lnTo>
                    <a:pt x="240652" y="90703"/>
                  </a:lnTo>
                  <a:close/>
                </a:path>
                <a:path w="273050" h="300990">
                  <a:moveTo>
                    <a:pt x="240880" y="77152"/>
                  </a:moveTo>
                  <a:lnTo>
                    <a:pt x="239433" y="71170"/>
                  </a:lnTo>
                  <a:lnTo>
                    <a:pt x="237058" y="71170"/>
                  </a:lnTo>
                  <a:lnTo>
                    <a:pt x="236689" y="72707"/>
                  </a:lnTo>
                  <a:lnTo>
                    <a:pt x="235610" y="77127"/>
                  </a:lnTo>
                  <a:lnTo>
                    <a:pt x="240880" y="77152"/>
                  </a:lnTo>
                  <a:close/>
                </a:path>
                <a:path w="273050" h="300990">
                  <a:moveTo>
                    <a:pt x="241033" y="282054"/>
                  </a:moveTo>
                  <a:lnTo>
                    <a:pt x="240792" y="281089"/>
                  </a:lnTo>
                  <a:lnTo>
                    <a:pt x="240296" y="279196"/>
                  </a:lnTo>
                  <a:lnTo>
                    <a:pt x="237502" y="279247"/>
                  </a:lnTo>
                  <a:lnTo>
                    <a:pt x="236715" y="282067"/>
                  </a:lnTo>
                  <a:lnTo>
                    <a:pt x="236778" y="282714"/>
                  </a:lnTo>
                  <a:lnTo>
                    <a:pt x="238036" y="284772"/>
                  </a:lnTo>
                  <a:lnTo>
                    <a:pt x="239712" y="284734"/>
                  </a:lnTo>
                  <a:lnTo>
                    <a:pt x="240461" y="283578"/>
                  </a:lnTo>
                  <a:lnTo>
                    <a:pt x="241007" y="282714"/>
                  </a:lnTo>
                  <a:lnTo>
                    <a:pt x="241033" y="282054"/>
                  </a:lnTo>
                  <a:close/>
                </a:path>
                <a:path w="273050" h="300990">
                  <a:moveTo>
                    <a:pt x="241477" y="256908"/>
                  </a:moveTo>
                  <a:lnTo>
                    <a:pt x="238137" y="258292"/>
                  </a:lnTo>
                  <a:lnTo>
                    <a:pt x="238137" y="259410"/>
                  </a:lnTo>
                  <a:lnTo>
                    <a:pt x="239064" y="259803"/>
                  </a:lnTo>
                  <a:lnTo>
                    <a:pt x="239242" y="259867"/>
                  </a:lnTo>
                  <a:lnTo>
                    <a:pt x="239395" y="259943"/>
                  </a:lnTo>
                  <a:lnTo>
                    <a:pt x="239560" y="260007"/>
                  </a:lnTo>
                  <a:lnTo>
                    <a:pt x="241465" y="260794"/>
                  </a:lnTo>
                  <a:lnTo>
                    <a:pt x="241477" y="256908"/>
                  </a:lnTo>
                  <a:close/>
                </a:path>
                <a:path w="273050" h="300990">
                  <a:moveTo>
                    <a:pt x="241782" y="225209"/>
                  </a:moveTo>
                  <a:lnTo>
                    <a:pt x="240423" y="225209"/>
                  </a:lnTo>
                  <a:lnTo>
                    <a:pt x="239064" y="225209"/>
                  </a:lnTo>
                  <a:lnTo>
                    <a:pt x="239064" y="227317"/>
                  </a:lnTo>
                  <a:lnTo>
                    <a:pt x="241782" y="227317"/>
                  </a:lnTo>
                  <a:lnTo>
                    <a:pt x="241782" y="225209"/>
                  </a:lnTo>
                  <a:close/>
                </a:path>
                <a:path w="273050" h="300990">
                  <a:moveTo>
                    <a:pt x="241960" y="139522"/>
                  </a:moveTo>
                  <a:lnTo>
                    <a:pt x="241058" y="139522"/>
                  </a:lnTo>
                  <a:lnTo>
                    <a:pt x="241058" y="140220"/>
                  </a:lnTo>
                  <a:lnTo>
                    <a:pt x="241515" y="140220"/>
                  </a:lnTo>
                  <a:lnTo>
                    <a:pt x="241960" y="140220"/>
                  </a:lnTo>
                  <a:lnTo>
                    <a:pt x="241960" y="139522"/>
                  </a:lnTo>
                  <a:close/>
                </a:path>
                <a:path w="273050" h="300990">
                  <a:moveTo>
                    <a:pt x="243687" y="158267"/>
                  </a:moveTo>
                  <a:lnTo>
                    <a:pt x="243382" y="156718"/>
                  </a:lnTo>
                  <a:lnTo>
                    <a:pt x="243357" y="156464"/>
                  </a:lnTo>
                  <a:lnTo>
                    <a:pt x="243281" y="156210"/>
                  </a:lnTo>
                  <a:lnTo>
                    <a:pt x="243179" y="155956"/>
                  </a:lnTo>
                  <a:lnTo>
                    <a:pt x="242785" y="154724"/>
                  </a:lnTo>
                  <a:lnTo>
                    <a:pt x="241350" y="154355"/>
                  </a:lnTo>
                  <a:lnTo>
                    <a:pt x="240385" y="155041"/>
                  </a:lnTo>
                  <a:lnTo>
                    <a:pt x="240017" y="155130"/>
                  </a:lnTo>
                  <a:lnTo>
                    <a:pt x="239661" y="155244"/>
                  </a:lnTo>
                  <a:lnTo>
                    <a:pt x="236893" y="156413"/>
                  </a:lnTo>
                  <a:lnTo>
                    <a:pt x="238252" y="159829"/>
                  </a:lnTo>
                  <a:lnTo>
                    <a:pt x="242697" y="159943"/>
                  </a:lnTo>
                  <a:lnTo>
                    <a:pt x="243687" y="158267"/>
                  </a:lnTo>
                  <a:close/>
                </a:path>
                <a:path w="273050" h="300990">
                  <a:moveTo>
                    <a:pt x="245325" y="193814"/>
                  </a:moveTo>
                  <a:lnTo>
                    <a:pt x="243154" y="191427"/>
                  </a:lnTo>
                  <a:lnTo>
                    <a:pt x="242176" y="193103"/>
                  </a:lnTo>
                  <a:lnTo>
                    <a:pt x="242049" y="193319"/>
                  </a:lnTo>
                  <a:lnTo>
                    <a:pt x="241935" y="193522"/>
                  </a:lnTo>
                  <a:lnTo>
                    <a:pt x="241338" y="194551"/>
                  </a:lnTo>
                  <a:lnTo>
                    <a:pt x="242265" y="195389"/>
                  </a:lnTo>
                  <a:lnTo>
                    <a:pt x="243065" y="194983"/>
                  </a:lnTo>
                  <a:lnTo>
                    <a:pt x="243268" y="194868"/>
                  </a:lnTo>
                  <a:lnTo>
                    <a:pt x="243497" y="194767"/>
                  </a:lnTo>
                  <a:lnTo>
                    <a:pt x="245325" y="193814"/>
                  </a:lnTo>
                  <a:close/>
                </a:path>
                <a:path w="273050" h="300990">
                  <a:moveTo>
                    <a:pt x="250266" y="232460"/>
                  </a:moveTo>
                  <a:lnTo>
                    <a:pt x="249618" y="231914"/>
                  </a:lnTo>
                  <a:lnTo>
                    <a:pt x="248666" y="232079"/>
                  </a:lnTo>
                  <a:lnTo>
                    <a:pt x="248437" y="232105"/>
                  </a:lnTo>
                  <a:lnTo>
                    <a:pt x="245224" y="232651"/>
                  </a:lnTo>
                  <a:lnTo>
                    <a:pt x="249262" y="236994"/>
                  </a:lnTo>
                  <a:lnTo>
                    <a:pt x="249948" y="233883"/>
                  </a:lnTo>
                  <a:lnTo>
                    <a:pt x="249986" y="233667"/>
                  </a:lnTo>
                  <a:lnTo>
                    <a:pt x="250037" y="233464"/>
                  </a:lnTo>
                  <a:lnTo>
                    <a:pt x="250266" y="232460"/>
                  </a:lnTo>
                  <a:close/>
                </a:path>
                <a:path w="273050" h="300990">
                  <a:moveTo>
                    <a:pt x="252082" y="296405"/>
                  </a:moveTo>
                  <a:lnTo>
                    <a:pt x="245110" y="296405"/>
                  </a:lnTo>
                  <a:lnTo>
                    <a:pt x="247129" y="299542"/>
                  </a:lnTo>
                  <a:lnTo>
                    <a:pt x="247967" y="300812"/>
                  </a:lnTo>
                  <a:lnTo>
                    <a:pt x="249224" y="300812"/>
                  </a:lnTo>
                  <a:lnTo>
                    <a:pt x="252082" y="296405"/>
                  </a:lnTo>
                  <a:close/>
                </a:path>
                <a:path w="273050" h="300990">
                  <a:moveTo>
                    <a:pt x="252806" y="172580"/>
                  </a:moveTo>
                  <a:lnTo>
                    <a:pt x="252793" y="171831"/>
                  </a:lnTo>
                  <a:lnTo>
                    <a:pt x="252463" y="170903"/>
                  </a:lnTo>
                  <a:lnTo>
                    <a:pt x="252310" y="170840"/>
                  </a:lnTo>
                  <a:lnTo>
                    <a:pt x="252666" y="171792"/>
                  </a:lnTo>
                  <a:lnTo>
                    <a:pt x="252641" y="172631"/>
                  </a:lnTo>
                  <a:lnTo>
                    <a:pt x="252260" y="173469"/>
                  </a:lnTo>
                  <a:lnTo>
                    <a:pt x="252209" y="173634"/>
                  </a:lnTo>
                  <a:lnTo>
                    <a:pt x="252488" y="173710"/>
                  </a:lnTo>
                  <a:lnTo>
                    <a:pt x="252539" y="173532"/>
                  </a:lnTo>
                  <a:lnTo>
                    <a:pt x="252806" y="172580"/>
                  </a:lnTo>
                  <a:close/>
                </a:path>
                <a:path w="273050" h="300990">
                  <a:moveTo>
                    <a:pt x="256044" y="205384"/>
                  </a:moveTo>
                  <a:lnTo>
                    <a:pt x="254228" y="205384"/>
                  </a:lnTo>
                  <a:lnTo>
                    <a:pt x="254215" y="206794"/>
                  </a:lnTo>
                  <a:lnTo>
                    <a:pt x="255130" y="206794"/>
                  </a:lnTo>
                  <a:lnTo>
                    <a:pt x="256032" y="206794"/>
                  </a:lnTo>
                  <a:lnTo>
                    <a:pt x="256044" y="205384"/>
                  </a:lnTo>
                  <a:close/>
                </a:path>
                <a:path w="273050" h="300990">
                  <a:moveTo>
                    <a:pt x="260286" y="264172"/>
                  </a:moveTo>
                  <a:lnTo>
                    <a:pt x="260070" y="260235"/>
                  </a:lnTo>
                  <a:lnTo>
                    <a:pt x="257086" y="259765"/>
                  </a:lnTo>
                  <a:lnTo>
                    <a:pt x="254088" y="259295"/>
                  </a:lnTo>
                  <a:lnTo>
                    <a:pt x="253060" y="263906"/>
                  </a:lnTo>
                  <a:lnTo>
                    <a:pt x="256044" y="264134"/>
                  </a:lnTo>
                  <a:lnTo>
                    <a:pt x="256108" y="264934"/>
                  </a:lnTo>
                  <a:lnTo>
                    <a:pt x="256730" y="265645"/>
                  </a:lnTo>
                  <a:lnTo>
                    <a:pt x="260286" y="264172"/>
                  </a:lnTo>
                  <a:close/>
                </a:path>
                <a:path w="273050" h="300990">
                  <a:moveTo>
                    <a:pt x="260324" y="143789"/>
                  </a:moveTo>
                  <a:lnTo>
                    <a:pt x="260032" y="143789"/>
                  </a:lnTo>
                  <a:lnTo>
                    <a:pt x="259740" y="143789"/>
                  </a:lnTo>
                  <a:lnTo>
                    <a:pt x="259740" y="144233"/>
                  </a:lnTo>
                  <a:lnTo>
                    <a:pt x="260324" y="144233"/>
                  </a:lnTo>
                  <a:lnTo>
                    <a:pt x="260324" y="143789"/>
                  </a:lnTo>
                  <a:close/>
                </a:path>
                <a:path w="273050" h="300990">
                  <a:moveTo>
                    <a:pt x="263626" y="184670"/>
                  </a:moveTo>
                  <a:lnTo>
                    <a:pt x="261213" y="183705"/>
                  </a:lnTo>
                  <a:lnTo>
                    <a:pt x="261010" y="183642"/>
                  </a:lnTo>
                  <a:lnTo>
                    <a:pt x="260032" y="183248"/>
                  </a:lnTo>
                  <a:lnTo>
                    <a:pt x="259588" y="184200"/>
                  </a:lnTo>
                  <a:lnTo>
                    <a:pt x="259842" y="184785"/>
                  </a:lnTo>
                  <a:lnTo>
                    <a:pt x="259943" y="185013"/>
                  </a:lnTo>
                  <a:lnTo>
                    <a:pt x="260045" y="185229"/>
                  </a:lnTo>
                  <a:lnTo>
                    <a:pt x="260146" y="185445"/>
                  </a:lnTo>
                  <a:lnTo>
                    <a:pt x="260908" y="187109"/>
                  </a:lnTo>
                  <a:lnTo>
                    <a:pt x="263626" y="184670"/>
                  </a:lnTo>
                  <a:close/>
                </a:path>
                <a:path w="273050" h="300990">
                  <a:moveTo>
                    <a:pt x="268465" y="86753"/>
                  </a:moveTo>
                  <a:lnTo>
                    <a:pt x="266014" y="84074"/>
                  </a:lnTo>
                  <a:lnTo>
                    <a:pt x="264566" y="86575"/>
                  </a:lnTo>
                  <a:lnTo>
                    <a:pt x="264020" y="87528"/>
                  </a:lnTo>
                  <a:lnTo>
                    <a:pt x="265099" y="88493"/>
                  </a:lnTo>
                  <a:lnTo>
                    <a:pt x="266014" y="88023"/>
                  </a:lnTo>
                  <a:lnTo>
                    <a:pt x="268465" y="86753"/>
                  </a:lnTo>
                  <a:close/>
                </a:path>
                <a:path w="273050" h="300990">
                  <a:moveTo>
                    <a:pt x="268693" y="120434"/>
                  </a:moveTo>
                  <a:lnTo>
                    <a:pt x="264782" y="124612"/>
                  </a:lnTo>
                  <a:lnTo>
                    <a:pt x="266407" y="124802"/>
                  </a:lnTo>
                  <a:lnTo>
                    <a:pt x="267550" y="123240"/>
                  </a:lnTo>
                  <a:lnTo>
                    <a:pt x="268693" y="120434"/>
                  </a:lnTo>
                  <a:close/>
                </a:path>
                <a:path w="273050" h="300990">
                  <a:moveTo>
                    <a:pt x="272897" y="68186"/>
                  </a:moveTo>
                  <a:lnTo>
                    <a:pt x="270776" y="64236"/>
                  </a:lnTo>
                  <a:lnTo>
                    <a:pt x="266090" y="67818"/>
                  </a:lnTo>
                  <a:lnTo>
                    <a:pt x="267843" y="69443"/>
                  </a:lnTo>
                  <a:lnTo>
                    <a:pt x="269201" y="71031"/>
                  </a:lnTo>
                  <a:lnTo>
                    <a:pt x="269519" y="71208"/>
                  </a:lnTo>
                  <a:lnTo>
                    <a:pt x="271056" y="71780"/>
                  </a:lnTo>
                  <a:lnTo>
                    <a:pt x="272592" y="70929"/>
                  </a:lnTo>
                  <a:lnTo>
                    <a:pt x="272707" y="70205"/>
                  </a:lnTo>
                  <a:lnTo>
                    <a:pt x="272834" y="69443"/>
                  </a:lnTo>
                  <a:lnTo>
                    <a:pt x="272897" y="68186"/>
                  </a:lnTo>
                  <a:close/>
                </a:path>
                <a:path w="273050" h="300990">
                  <a:moveTo>
                    <a:pt x="272986" y="105740"/>
                  </a:moveTo>
                  <a:lnTo>
                    <a:pt x="272973" y="101701"/>
                  </a:lnTo>
                  <a:lnTo>
                    <a:pt x="268465" y="102450"/>
                  </a:lnTo>
                  <a:lnTo>
                    <a:pt x="268820" y="104990"/>
                  </a:lnTo>
                  <a:lnTo>
                    <a:pt x="268732" y="105143"/>
                  </a:lnTo>
                  <a:lnTo>
                    <a:pt x="268566" y="106794"/>
                  </a:lnTo>
                  <a:lnTo>
                    <a:pt x="270510" y="107632"/>
                  </a:lnTo>
                  <a:lnTo>
                    <a:pt x="272592" y="106451"/>
                  </a:lnTo>
                  <a:lnTo>
                    <a:pt x="272986" y="10574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4353433" y="7781270"/>
              <a:ext cx="259715" cy="328295"/>
            </a:xfrm>
            <a:custGeom>
              <a:avLst/>
              <a:gdLst/>
              <a:ahLst/>
              <a:cxnLst/>
              <a:rect l="l" t="t" r="r" b="b"/>
              <a:pathLst>
                <a:path w="259714" h="328295">
                  <a:moveTo>
                    <a:pt x="6794" y="142887"/>
                  </a:moveTo>
                  <a:lnTo>
                    <a:pt x="6616" y="141071"/>
                  </a:lnTo>
                  <a:lnTo>
                    <a:pt x="4889" y="139941"/>
                  </a:lnTo>
                  <a:lnTo>
                    <a:pt x="3746" y="139192"/>
                  </a:lnTo>
                  <a:lnTo>
                    <a:pt x="2133" y="140208"/>
                  </a:lnTo>
                  <a:lnTo>
                    <a:pt x="2095" y="141503"/>
                  </a:lnTo>
                  <a:lnTo>
                    <a:pt x="1841" y="141719"/>
                  </a:lnTo>
                  <a:lnTo>
                    <a:pt x="0" y="142659"/>
                  </a:lnTo>
                  <a:lnTo>
                    <a:pt x="774" y="145059"/>
                  </a:lnTo>
                  <a:lnTo>
                    <a:pt x="2362" y="145707"/>
                  </a:lnTo>
                  <a:lnTo>
                    <a:pt x="2819" y="145897"/>
                  </a:lnTo>
                  <a:lnTo>
                    <a:pt x="3238" y="145948"/>
                  </a:lnTo>
                  <a:lnTo>
                    <a:pt x="4584" y="145897"/>
                  </a:lnTo>
                  <a:lnTo>
                    <a:pt x="5537" y="145478"/>
                  </a:lnTo>
                  <a:lnTo>
                    <a:pt x="5918" y="144665"/>
                  </a:lnTo>
                  <a:lnTo>
                    <a:pt x="6794" y="142887"/>
                  </a:lnTo>
                  <a:close/>
                </a:path>
                <a:path w="259714" h="328295">
                  <a:moveTo>
                    <a:pt x="9486" y="268236"/>
                  </a:moveTo>
                  <a:lnTo>
                    <a:pt x="2971" y="268236"/>
                  </a:lnTo>
                  <a:lnTo>
                    <a:pt x="2959" y="273291"/>
                  </a:lnTo>
                  <a:lnTo>
                    <a:pt x="6223" y="273291"/>
                  </a:lnTo>
                  <a:lnTo>
                    <a:pt x="9486" y="273291"/>
                  </a:lnTo>
                  <a:lnTo>
                    <a:pt x="9486" y="268236"/>
                  </a:lnTo>
                  <a:close/>
                </a:path>
                <a:path w="259714" h="328295">
                  <a:moveTo>
                    <a:pt x="9791" y="233299"/>
                  </a:moveTo>
                  <a:lnTo>
                    <a:pt x="9499" y="233299"/>
                  </a:lnTo>
                  <a:lnTo>
                    <a:pt x="9194" y="233299"/>
                  </a:lnTo>
                  <a:lnTo>
                    <a:pt x="9194" y="233743"/>
                  </a:lnTo>
                  <a:lnTo>
                    <a:pt x="9791" y="233743"/>
                  </a:lnTo>
                  <a:lnTo>
                    <a:pt x="9791" y="233299"/>
                  </a:lnTo>
                  <a:close/>
                </a:path>
                <a:path w="259714" h="328295">
                  <a:moveTo>
                    <a:pt x="14300" y="150368"/>
                  </a:moveTo>
                  <a:lnTo>
                    <a:pt x="13855" y="150406"/>
                  </a:lnTo>
                  <a:lnTo>
                    <a:pt x="13131" y="150444"/>
                  </a:lnTo>
                  <a:lnTo>
                    <a:pt x="12763" y="150469"/>
                  </a:lnTo>
                  <a:lnTo>
                    <a:pt x="12395" y="150495"/>
                  </a:lnTo>
                  <a:lnTo>
                    <a:pt x="12395" y="151003"/>
                  </a:lnTo>
                  <a:lnTo>
                    <a:pt x="12763" y="151028"/>
                  </a:lnTo>
                  <a:lnTo>
                    <a:pt x="13131" y="151066"/>
                  </a:lnTo>
                  <a:lnTo>
                    <a:pt x="13855" y="151104"/>
                  </a:lnTo>
                  <a:lnTo>
                    <a:pt x="14300" y="151130"/>
                  </a:lnTo>
                  <a:lnTo>
                    <a:pt x="14300" y="150368"/>
                  </a:lnTo>
                  <a:close/>
                </a:path>
                <a:path w="259714" h="328295">
                  <a:moveTo>
                    <a:pt x="14947" y="87845"/>
                  </a:moveTo>
                  <a:lnTo>
                    <a:pt x="14795" y="86804"/>
                  </a:lnTo>
                  <a:lnTo>
                    <a:pt x="11696" y="84937"/>
                  </a:lnTo>
                  <a:lnTo>
                    <a:pt x="9855" y="88074"/>
                  </a:lnTo>
                  <a:lnTo>
                    <a:pt x="12026" y="89408"/>
                  </a:lnTo>
                  <a:lnTo>
                    <a:pt x="12827" y="89941"/>
                  </a:lnTo>
                  <a:lnTo>
                    <a:pt x="13957" y="89992"/>
                  </a:lnTo>
                  <a:lnTo>
                    <a:pt x="14224" y="89395"/>
                  </a:lnTo>
                  <a:lnTo>
                    <a:pt x="14947" y="87845"/>
                  </a:lnTo>
                  <a:close/>
                </a:path>
                <a:path w="259714" h="328295">
                  <a:moveTo>
                    <a:pt x="17856" y="188074"/>
                  </a:moveTo>
                  <a:lnTo>
                    <a:pt x="16776" y="183121"/>
                  </a:lnTo>
                  <a:lnTo>
                    <a:pt x="12319" y="187896"/>
                  </a:lnTo>
                  <a:lnTo>
                    <a:pt x="15621" y="188455"/>
                  </a:lnTo>
                  <a:lnTo>
                    <a:pt x="17132" y="188709"/>
                  </a:lnTo>
                  <a:lnTo>
                    <a:pt x="17856" y="188074"/>
                  </a:lnTo>
                  <a:close/>
                </a:path>
                <a:path w="259714" h="328295">
                  <a:moveTo>
                    <a:pt x="18440" y="110375"/>
                  </a:moveTo>
                  <a:lnTo>
                    <a:pt x="18249" y="110185"/>
                  </a:lnTo>
                  <a:lnTo>
                    <a:pt x="18110" y="110312"/>
                  </a:lnTo>
                  <a:lnTo>
                    <a:pt x="17564" y="110820"/>
                  </a:lnTo>
                  <a:lnTo>
                    <a:pt x="17424" y="110947"/>
                  </a:lnTo>
                  <a:lnTo>
                    <a:pt x="17627" y="111150"/>
                  </a:lnTo>
                  <a:lnTo>
                    <a:pt x="17767" y="111023"/>
                  </a:lnTo>
                  <a:lnTo>
                    <a:pt x="18313" y="110502"/>
                  </a:lnTo>
                  <a:lnTo>
                    <a:pt x="18440" y="110375"/>
                  </a:lnTo>
                  <a:close/>
                </a:path>
                <a:path w="259714" h="328295">
                  <a:moveTo>
                    <a:pt x="18669" y="96824"/>
                  </a:moveTo>
                  <a:lnTo>
                    <a:pt x="17907" y="93675"/>
                  </a:lnTo>
                  <a:lnTo>
                    <a:pt x="17208" y="90843"/>
                  </a:lnTo>
                  <a:lnTo>
                    <a:pt x="14846" y="90843"/>
                  </a:lnTo>
                  <a:lnTo>
                    <a:pt x="13398" y="96812"/>
                  </a:lnTo>
                  <a:lnTo>
                    <a:pt x="18669" y="96824"/>
                  </a:lnTo>
                  <a:close/>
                </a:path>
                <a:path w="259714" h="328295">
                  <a:moveTo>
                    <a:pt x="18821" y="301726"/>
                  </a:moveTo>
                  <a:lnTo>
                    <a:pt x="18580" y="300761"/>
                  </a:lnTo>
                  <a:lnTo>
                    <a:pt x="18084" y="298869"/>
                  </a:lnTo>
                  <a:lnTo>
                    <a:pt x="15290" y="298919"/>
                  </a:lnTo>
                  <a:lnTo>
                    <a:pt x="14503" y="301739"/>
                  </a:lnTo>
                  <a:lnTo>
                    <a:pt x="14566" y="302387"/>
                  </a:lnTo>
                  <a:lnTo>
                    <a:pt x="15824" y="304444"/>
                  </a:lnTo>
                  <a:lnTo>
                    <a:pt x="17500" y="304406"/>
                  </a:lnTo>
                  <a:lnTo>
                    <a:pt x="18249" y="303250"/>
                  </a:lnTo>
                  <a:lnTo>
                    <a:pt x="18796" y="302387"/>
                  </a:lnTo>
                  <a:lnTo>
                    <a:pt x="18821" y="301726"/>
                  </a:lnTo>
                  <a:close/>
                </a:path>
                <a:path w="259714" h="328295">
                  <a:moveTo>
                    <a:pt x="19265" y="276580"/>
                  </a:moveTo>
                  <a:lnTo>
                    <a:pt x="15925" y="277964"/>
                  </a:lnTo>
                  <a:lnTo>
                    <a:pt x="15925" y="279082"/>
                  </a:lnTo>
                  <a:lnTo>
                    <a:pt x="16852" y="279476"/>
                  </a:lnTo>
                  <a:lnTo>
                    <a:pt x="17030" y="279539"/>
                  </a:lnTo>
                  <a:lnTo>
                    <a:pt x="17183" y="279615"/>
                  </a:lnTo>
                  <a:lnTo>
                    <a:pt x="17348" y="279679"/>
                  </a:lnTo>
                  <a:lnTo>
                    <a:pt x="19253" y="280466"/>
                  </a:lnTo>
                  <a:lnTo>
                    <a:pt x="19265" y="276580"/>
                  </a:lnTo>
                  <a:close/>
                </a:path>
                <a:path w="259714" h="328295">
                  <a:moveTo>
                    <a:pt x="19570" y="244881"/>
                  </a:moveTo>
                  <a:lnTo>
                    <a:pt x="18211" y="244881"/>
                  </a:lnTo>
                  <a:lnTo>
                    <a:pt x="16852" y="244881"/>
                  </a:lnTo>
                  <a:lnTo>
                    <a:pt x="16852" y="246989"/>
                  </a:lnTo>
                  <a:lnTo>
                    <a:pt x="19570" y="246989"/>
                  </a:lnTo>
                  <a:lnTo>
                    <a:pt x="19570" y="244881"/>
                  </a:lnTo>
                  <a:close/>
                </a:path>
                <a:path w="259714" h="328295">
                  <a:moveTo>
                    <a:pt x="19748" y="159194"/>
                  </a:moveTo>
                  <a:lnTo>
                    <a:pt x="19304" y="159194"/>
                  </a:lnTo>
                  <a:lnTo>
                    <a:pt x="18846" y="159194"/>
                  </a:lnTo>
                  <a:lnTo>
                    <a:pt x="18846" y="159893"/>
                  </a:lnTo>
                  <a:lnTo>
                    <a:pt x="19748" y="159893"/>
                  </a:lnTo>
                  <a:lnTo>
                    <a:pt x="19748" y="159194"/>
                  </a:lnTo>
                  <a:close/>
                </a:path>
                <a:path w="259714" h="328295">
                  <a:moveTo>
                    <a:pt x="21475" y="177939"/>
                  </a:moveTo>
                  <a:lnTo>
                    <a:pt x="21170" y="176390"/>
                  </a:lnTo>
                  <a:lnTo>
                    <a:pt x="21132" y="176123"/>
                  </a:lnTo>
                  <a:lnTo>
                    <a:pt x="21069" y="175882"/>
                  </a:lnTo>
                  <a:lnTo>
                    <a:pt x="20967" y="175641"/>
                  </a:lnTo>
                  <a:lnTo>
                    <a:pt x="20574" y="174396"/>
                  </a:lnTo>
                  <a:lnTo>
                    <a:pt x="19138" y="174040"/>
                  </a:lnTo>
                  <a:lnTo>
                    <a:pt x="18186" y="174713"/>
                  </a:lnTo>
                  <a:lnTo>
                    <a:pt x="17805" y="174790"/>
                  </a:lnTo>
                  <a:lnTo>
                    <a:pt x="17449" y="174917"/>
                  </a:lnTo>
                  <a:lnTo>
                    <a:pt x="14681" y="176072"/>
                  </a:lnTo>
                  <a:lnTo>
                    <a:pt x="16040" y="179501"/>
                  </a:lnTo>
                  <a:lnTo>
                    <a:pt x="20497" y="179603"/>
                  </a:lnTo>
                  <a:lnTo>
                    <a:pt x="21475" y="177939"/>
                  </a:lnTo>
                  <a:close/>
                </a:path>
                <a:path w="259714" h="328295">
                  <a:moveTo>
                    <a:pt x="23114" y="213487"/>
                  </a:moveTo>
                  <a:lnTo>
                    <a:pt x="20929" y="211099"/>
                  </a:lnTo>
                  <a:lnTo>
                    <a:pt x="19964" y="212775"/>
                  </a:lnTo>
                  <a:lnTo>
                    <a:pt x="19850" y="212991"/>
                  </a:lnTo>
                  <a:lnTo>
                    <a:pt x="19723" y="213194"/>
                  </a:lnTo>
                  <a:lnTo>
                    <a:pt x="19608" y="213410"/>
                  </a:lnTo>
                  <a:lnTo>
                    <a:pt x="19126" y="214223"/>
                  </a:lnTo>
                  <a:lnTo>
                    <a:pt x="20053" y="215061"/>
                  </a:lnTo>
                  <a:lnTo>
                    <a:pt x="20853" y="214655"/>
                  </a:lnTo>
                  <a:lnTo>
                    <a:pt x="23114" y="213487"/>
                  </a:lnTo>
                  <a:close/>
                </a:path>
                <a:path w="259714" h="328295">
                  <a:moveTo>
                    <a:pt x="26123" y="0"/>
                  </a:moveTo>
                  <a:lnTo>
                    <a:pt x="25831" y="0"/>
                  </a:lnTo>
                  <a:lnTo>
                    <a:pt x="25539" y="0"/>
                  </a:lnTo>
                  <a:lnTo>
                    <a:pt x="25539" y="444"/>
                  </a:lnTo>
                  <a:lnTo>
                    <a:pt x="26123" y="444"/>
                  </a:lnTo>
                  <a:lnTo>
                    <a:pt x="26123" y="0"/>
                  </a:lnTo>
                  <a:close/>
                </a:path>
                <a:path w="259714" h="328295">
                  <a:moveTo>
                    <a:pt x="28041" y="252133"/>
                  </a:moveTo>
                  <a:lnTo>
                    <a:pt x="27406" y="251587"/>
                  </a:lnTo>
                  <a:lnTo>
                    <a:pt x="26441" y="251752"/>
                  </a:lnTo>
                  <a:lnTo>
                    <a:pt x="26225" y="251777"/>
                  </a:lnTo>
                  <a:lnTo>
                    <a:pt x="23012" y="252323"/>
                  </a:lnTo>
                  <a:lnTo>
                    <a:pt x="27051" y="256667"/>
                  </a:lnTo>
                  <a:lnTo>
                    <a:pt x="27736" y="253555"/>
                  </a:lnTo>
                  <a:lnTo>
                    <a:pt x="27774" y="253339"/>
                  </a:lnTo>
                  <a:lnTo>
                    <a:pt x="27825" y="253136"/>
                  </a:lnTo>
                  <a:lnTo>
                    <a:pt x="28041" y="252133"/>
                  </a:lnTo>
                  <a:close/>
                </a:path>
                <a:path w="259714" h="328295">
                  <a:moveTo>
                    <a:pt x="30594" y="192252"/>
                  </a:moveTo>
                  <a:lnTo>
                    <a:pt x="30581" y="191503"/>
                  </a:lnTo>
                  <a:lnTo>
                    <a:pt x="30251" y="190576"/>
                  </a:lnTo>
                  <a:lnTo>
                    <a:pt x="30099" y="190512"/>
                  </a:lnTo>
                  <a:lnTo>
                    <a:pt x="30454" y="191465"/>
                  </a:lnTo>
                  <a:lnTo>
                    <a:pt x="30429" y="192303"/>
                  </a:lnTo>
                  <a:lnTo>
                    <a:pt x="30048" y="193141"/>
                  </a:lnTo>
                  <a:lnTo>
                    <a:pt x="29997" y="193306"/>
                  </a:lnTo>
                  <a:lnTo>
                    <a:pt x="30276" y="193382"/>
                  </a:lnTo>
                  <a:lnTo>
                    <a:pt x="30327" y="193205"/>
                  </a:lnTo>
                  <a:lnTo>
                    <a:pt x="30594" y="192252"/>
                  </a:lnTo>
                  <a:close/>
                </a:path>
                <a:path w="259714" h="328295">
                  <a:moveTo>
                    <a:pt x="30911" y="44043"/>
                  </a:moveTo>
                  <a:lnTo>
                    <a:pt x="30734" y="44043"/>
                  </a:lnTo>
                  <a:lnTo>
                    <a:pt x="30556" y="44043"/>
                  </a:lnTo>
                  <a:lnTo>
                    <a:pt x="30556" y="44335"/>
                  </a:lnTo>
                  <a:lnTo>
                    <a:pt x="30911" y="44335"/>
                  </a:lnTo>
                  <a:lnTo>
                    <a:pt x="30911" y="44043"/>
                  </a:lnTo>
                  <a:close/>
                </a:path>
                <a:path w="259714" h="328295">
                  <a:moveTo>
                    <a:pt x="31470" y="100203"/>
                  </a:moveTo>
                  <a:lnTo>
                    <a:pt x="30695" y="98348"/>
                  </a:lnTo>
                  <a:lnTo>
                    <a:pt x="30429" y="97891"/>
                  </a:lnTo>
                  <a:lnTo>
                    <a:pt x="28181" y="95516"/>
                  </a:lnTo>
                  <a:lnTo>
                    <a:pt x="25438" y="98323"/>
                  </a:lnTo>
                  <a:lnTo>
                    <a:pt x="27228" y="99834"/>
                  </a:lnTo>
                  <a:lnTo>
                    <a:pt x="27914" y="100406"/>
                  </a:lnTo>
                  <a:lnTo>
                    <a:pt x="28384" y="100698"/>
                  </a:lnTo>
                  <a:lnTo>
                    <a:pt x="30213" y="101333"/>
                  </a:lnTo>
                  <a:lnTo>
                    <a:pt x="31470" y="100203"/>
                  </a:lnTo>
                  <a:close/>
                </a:path>
                <a:path w="259714" h="328295">
                  <a:moveTo>
                    <a:pt x="31851" y="69545"/>
                  </a:moveTo>
                  <a:lnTo>
                    <a:pt x="29883" y="66687"/>
                  </a:lnTo>
                  <a:lnTo>
                    <a:pt x="29819" y="65976"/>
                  </a:lnTo>
                  <a:lnTo>
                    <a:pt x="29413" y="65303"/>
                  </a:lnTo>
                  <a:lnTo>
                    <a:pt x="25412" y="64135"/>
                  </a:lnTo>
                  <a:lnTo>
                    <a:pt x="22326" y="68287"/>
                  </a:lnTo>
                  <a:lnTo>
                    <a:pt x="25107" y="70624"/>
                  </a:lnTo>
                  <a:lnTo>
                    <a:pt x="27571" y="72694"/>
                  </a:lnTo>
                  <a:lnTo>
                    <a:pt x="31851" y="69545"/>
                  </a:lnTo>
                  <a:close/>
                </a:path>
                <a:path w="259714" h="328295">
                  <a:moveTo>
                    <a:pt x="32258" y="117284"/>
                  </a:moveTo>
                  <a:lnTo>
                    <a:pt x="31813" y="115671"/>
                  </a:lnTo>
                  <a:lnTo>
                    <a:pt x="31153" y="113284"/>
                  </a:lnTo>
                  <a:lnTo>
                    <a:pt x="27470" y="114655"/>
                  </a:lnTo>
                  <a:lnTo>
                    <a:pt x="28600" y="117017"/>
                  </a:lnTo>
                  <a:lnTo>
                    <a:pt x="28384" y="116928"/>
                  </a:lnTo>
                  <a:lnTo>
                    <a:pt x="28422" y="117386"/>
                  </a:lnTo>
                  <a:lnTo>
                    <a:pt x="28295" y="118211"/>
                  </a:lnTo>
                  <a:lnTo>
                    <a:pt x="28740" y="119062"/>
                  </a:lnTo>
                  <a:lnTo>
                    <a:pt x="31559" y="119062"/>
                  </a:lnTo>
                  <a:lnTo>
                    <a:pt x="32258" y="117284"/>
                  </a:lnTo>
                  <a:close/>
                </a:path>
                <a:path w="259714" h="328295">
                  <a:moveTo>
                    <a:pt x="33629" y="14097"/>
                  </a:moveTo>
                  <a:lnTo>
                    <a:pt x="32550" y="11887"/>
                  </a:lnTo>
                  <a:lnTo>
                    <a:pt x="31191" y="9105"/>
                  </a:lnTo>
                  <a:lnTo>
                    <a:pt x="29629" y="9537"/>
                  </a:lnTo>
                  <a:lnTo>
                    <a:pt x="29730" y="11252"/>
                  </a:lnTo>
                  <a:lnTo>
                    <a:pt x="29806" y="12636"/>
                  </a:lnTo>
                  <a:lnTo>
                    <a:pt x="29946" y="15024"/>
                  </a:lnTo>
                  <a:lnTo>
                    <a:pt x="33629" y="14097"/>
                  </a:lnTo>
                  <a:close/>
                </a:path>
                <a:path w="259714" h="328295">
                  <a:moveTo>
                    <a:pt x="33832" y="225056"/>
                  </a:moveTo>
                  <a:lnTo>
                    <a:pt x="32016" y="225056"/>
                  </a:lnTo>
                  <a:lnTo>
                    <a:pt x="32004" y="226466"/>
                  </a:lnTo>
                  <a:lnTo>
                    <a:pt x="32918" y="226466"/>
                  </a:lnTo>
                  <a:lnTo>
                    <a:pt x="33820" y="226466"/>
                  </a:lnTo>
                  <a:lnTo>
                    <a:pt x="33832" y="225056"/>
                  </a:lnTo>
                  <a:close/>
                </a:path>
                <a:path w="259714" h="328295">
                  <a:moveTo>
                    <a:pt x="36360" y="142290"/>
                  </a:moveTo>
                  <a:lnTo>
                    <a:pt x="33464" y="142290"/>
                  </a:lnTo>
                  <a:lnTo>
                    <a:pt x="30568" y="142290"/>
                  </a:lnTo>
                  <a:lnTo>
                    <a:pt x="30556" y="146799"/>
                  </a:lnTo>
                  <a:lnTo>
                    <a:pt x="36347" y="146799"/>
                  </a:lnTo>
                  <a:lnTo>
                    <a:pt x="36360" y="142290"/>
                  </a:lnTo>
                  <a:close/>
                </a:path>
                <a:path w="259714" h="328295">
                  <a:moveTo>
                    <a:pt x="36817" y="18732"/>
                  </a:moveTo>
                  <a:lnTo>
                    <a:pt x="31203" y="18732"/>
                  </a:lnTo>
                  <a:lnTo>
                    <a:pt x="31203" y="23088"/>
                  </a:lnTo>
                  <a:lnTo>
                    <a:pt x="34010" y="23088"/>
                  </a:lnTo>
                  <a:lnTo>
                    <a:pt x="36817" y="23088"/>
                  </a:lnTo>
                  <a:lnTo>
                    <a:pt x="36817" y="18732"/>
                  </a:lnTo>
                  <a:close/>
                </a:path>
                <a:path w="259714" h="328295">
                  <a:moveTo>
                    <a:pt x="37261" y="173075"/>
                  </a:moveTo>
                  <a:lnTo>
                    <a:pt x="36410" y="171983"/>
                  </a:lnTo>
                  <a:lnTo>
                    <a:pt x="36322" y="171399"/>
                  </a:lnTo>
                  <a:lnTo>
                    <a:pt x="36017" y="170891"/>
                  </a:lnTo>
                  <a:lnTo>
                    <a:pt x="32600" y="170141"/>
                  </a:lnTo>
                  <a:lnTo>
                    <a:pt x="31648" y="173075"/>
                  </a:lnTo>
                  <a:lnTo>
                    <a:pt x="31584" y="173329"/>
                  </a:lnTo>
                  <a:lnTo>
                    <a:pt x="34201" y="175323"/>
                  </a:lnTo>
                  <a:lnTo>
                    <a:pt x="35052" y="175247"/>
                  </a:lnTo>
                  <a:lnTo>
                    <a:pt x="36639" y="174320"/>
                  </a:lnTo>
                  <a:lnTo>
                    <a:pt x="37134" y="173329"/>
                  </a:lnTo>
                  <a:lnTo>
                    <a:pt x="37223" y="173151"/>
                  </a:lnTo>
                  <a:close/>
                </a:path>
                <a:path w="259714" h="328295">
                  <a:moveTo>
                    <a:pt x="37820" y="238620"/>
                  </a:moveTo>
                  <a:lnTo>
                    <a:pt x="36830" y="237909"/>
                  </a:lnTo>
                  <a:lnTo>
                    <a:pt x="36131" y="238594"/>
                  </a:lnTo>
                  <a:lnTo>
                    <a:pt x="33756" y="240931"/>
                  </a:lnTo>
                  <a:lnTo>
                    <a:pt x="37084" y="242595"/>
                  </a:lnTo>
                  <a:lnTo>
                    <a:pt x="37528" y="240233"/>
                  </a:lnTo>
                  <a:lnTo>
                    <a:pt x="37592" y="239864"/>
                  </a:lnTo>
                  <a:lnTo>
                    <a:pt x="37820" y="238620"/>
                  </a:lnTo>
                  <a:close/>
                </a:path>
                <a:path w="259714" h="328295">
                  <a:moveTo>
                    <a:pt x="38074" y="283845"/>
                  </a:moveTo>
                  <a:lnTo>
                    <a:pt x="37858" y="279908"/>
                  </a:lnTo>
                  <a:lnTo>
                    <a:pt x="34874" y="279438"/>
                  </a:lnTo>
                  <a:lnTo>
                    <a:pt x="31889" y="278968"/>
                  </a:lnTo>
                  <a:lnTo>
                    <a:pt x="30848" y="283578"/>
                  </a:lnTo>
                  <a:lnTo>
                    <a:pt x="33832" y="283806"/>
                  </a:lnTo>
                  <a:lnTo>
                    <a:pt x="33896" y="284607"/>
                  </a:lnTo>
                  <a:lnTo>
                    <a:pt x="34518" y="285318"/>
                  </a:lnTo>
                  <a:lnTo>
                    <a:pt x="38074" y="283845"/>
                  </a:lnTo>
                  <a:close/>
                </a:path>
                <a:path w="259714" h="328295">
                  <a:moveTo>
                    <a:pt x="38112" y="163461"/>
                  </a:moveTo>
                  <a:lnTo>
                    <a:pt x="37820" y="163461"/>
                  </a:lnTo>
                  <a:lnTo>
                    <a:pt x="37528" y="163461"/>
                  </a:lnTo>
                  <a:lnTo>
                    <a:pt x="37528" y="163906"/>
                  </a:lnTo>
                  <a:lnTo>
                    <a:pt x="38112" y="163906"/>
                  </a:lnTo>
                  <a:lnTo>
                    <a:pt x="38112" y="163461"/>
                  </a:lnTo>
                  <a:close/>
                </a:path>
                <a:path w="259714" h="328295">
                  <a:moveTo>
                    <a:pt x="38658" y="201739"/>
                  </a:moveTo>
                  <a:lnTo>
                    <a:pt x="38366" y="201739"/>
                  </a:lnTo>
                  <a:lnTo>
                    <a:pt x="38074" y="201739"/>
                  </a:lnTo>
                  <a:lnTo>
                    <a:pt x="38074" y="202196"/>
                  </a:lnTo>
                  <a:lnTo>
                    <a:pt x="38658" y="202196"/>
                  </a:lnTo>
                  <a:lnTo>
                    <a:pt x="38658" y="201739"/>
                  </a:lnTo>
                  <a:close/>
                </a:path>
                <a:path w="259714" h="328295">
                  <a:moveTo>
                    <a:pt x="41414" y="204343"/>
                  </a:moveTo>
                  <a:lnTo>
                    <a:pt x="39001" y="203377"/>
                  </a:lnTo>
                  <a:lnTo>
                    <a:pt x="37820" y="202920"/>
                  </a:lnTo>
                  <a:lnTo>
                    <a:pt x="37363" y="203873"/>
                  </a:lnTo>
                  <a:lnTo>
                    <a:pt x="37630" y="204457"/>
                  </a:lnTo>
                  <a:lnTo>
                    <a:pt x="37744" y="204685"/>
                  </a:lnTo>
                  <a:lnTo>
                    <a:pt x="37833" y="204901"/>
                  </a:lnTo>
                  <a:lnTo>
                    <a:pt x="38696" y="206781"/>
                  </a:lnTo>
                  <a:lnTo>
                    <a:pt x="41414" y="204343"/>
                  </a:lnTo>
                  <a:close/>
                </a:path>
                <a:path w="259714" h="328295">
                  <a:moveTo>
                    <a:pt x="41617" y="33883"/>
                  </a:moveTo>
                  <a:lnTo>
                    <a:pt x="38557" y="31699"/>
                  </a:lnTo>
                  <a:lnTo>
                    <a:pt x="37960" y="32727"/>
                  </a:lnTo>
                  <a:lnTo>
                    <a:pt x="38722" y="33705"/>
                  </a:lnTo>
                  <a:lnTo>
                    <a:pt x="39344" y="34493"/>
                  </a:lnTo>
                  <a:lnTo>
                    <a:pt x="40106" y="35445"/>
                  </a:lnTo>
                  <a:lnTo>
                    <a:pt x="41617" y="33883"/>
                  </a:lnTo>
                  <a:close/>
                </a:path>
                <a:path w="259714" h="328295">
                  <a:moveTo>
                    <a:pt x="42164" y="305841"/>
                  </a:moveTo>
                  <a:lnTo>
                    <a:pt x="41440" y="305054"/>
                  </a:lnTo>
                  <a:lnTo>
                    <a:pt x="41275" y="304876"/>
                  </a:lnTo>
                  <a:lnTo>
                    <a:pt x="40855" y="304431"/>
                  </a:lnTo>
                  <a:lnTo>
                    <a:pt x="40220" y="304431"/>
                  </a:lnTo>
                  <a:lnTo>
                    <a:pt x="39814" y="304876"/>
                  </a:lnTo>
                  <a:lnTo>
                    <a:pt x="38912" y="305841"/>
                  </a:lnTo>
                  <a:lnTo>
                    <a:pt x="39420" y="307200"/>
                  </a:lnTo>
                  <a:lnTo>
                    <a:pt x="41668" y="307200"/>
                  </a:lnTo>
                  <a:lnTo>
                    <a:pt x="42164" y="305841"/>
                  </a:lnTo>
                  <a:close/>
                </a:path>
                <a:path w="259714" h="328295">
                  <a:moveTo>
                    <a:pt x="42354" y="217309"/>
                  </a:moveTo>
                  <a:lnTo>
                    <a:pt x="39446" y="217309"/>
                  </a:lnTo>
                  <a:lnTo>
                    <a:pt x="36563" y="217309"/>
                  </a:lnTo>
                  <a:lnTo>
                    <a:pt x="36550" y="221805"/>
                  </a:lnTo>
                  <a:lnTo>
                    <a:pt x="42341" y="221805"/>
                  </a:lnTo>
                  <a:lnTo>
                    <a:pt x="42354" y="217309"/>
                  </a:lnTo>
                  <a:close/>
                </a:path>
                <a:path w="259714" h="328295">
                  <a:moveTo>
                    <a:pt x="43700" y="266827"/>
                  </a:moveTo>
                  <a:lnTo>
                    <a:pt x="41948" y="266458"/>
                  </a:lnTo>
                  <a:lnTo>
                    <a:pt x="38011" y="269849"/>
                  </a:lnTo>
                  <a:lnTo>
                    <a:pt x="42913" y="272986"/>
                  </a:lnTo>
                  <a:lnTo>
                    <a:pt x="43395" y="269189"/>
                  </a:lnTo>
                  <a:lnTo>
                    <a:pt x="43484" y="268490"/>
                  </a:lnTo>
                  <a:lnTo>
                    <a:pt x="43535" y="268160"/>
                  </a:lnTo>
                  <a:lnTo>
                    <a:pt x="43700" y="266827"/>
                  </a:lnTo>
                  <a:close/>
                </a:path>
                <a:path w="259714" h="328295">
                  <a:moveTo>
                    <a:pt x="44475" y="284784"/>
                  </a:moveTo>
                  <a:lnTo>
                    <a:pt x="41249" y="282473"/>
                  </a:lnTo>
                  <a:lnTo>
                    <a:pt x="40589" y="283616"/>
                  </a:lnTo>
                  <a:lnTo>
                    <a:pt x="41402" y="284645"/>
                  </a:lnTo>
                  <a:lnTo>
                    <a:pt x="42024" y="285432"/>
                  </a:lnTo>
                  <a:lnTo>
                    <a:pt x="42837" y="286461"/>
                  </a:lnTo>
                  <a:lnTo>
                    <a:pt x="44475" y="284784"/>
                  </a:lnTo>
                  <a:close/>
                </a:path>
                <a:path w="259714" h="328295">
                  <a:moveTo>
                    <a:pt x="46253" y="106426"/>
                  </a:moveTo>
                  <a:lnTo>
                    <a:pt x="43815" y="103746"/>
                  </a:lnTo>
                  <a:lnTo>
                    <a:pt x="42722" y="105625"/>
                  </a:lnTo>
                  <a:lnTo>
                    <a:pt x="42595" y="105841"/>
                  </a:lnTo>
                  <a:lnTo>
                    <a:pt x="42481" y="106045"/>
                  </a:lnTo>
                  <a:lnTo>
                    <a:pt x="41808" y="107200"/>
                  </a:lnTo>
                  <a:lnTo>
                    <a:pt x="42887" y="108165"/>
                  </a:lnTo>
                  <a:lnTo>
                    <a:pt x="43789" y="107696"/>
                  </a:lnTo>
                  <a:lnTo>
                    <a:pt x="44018" y="107581"/>
                  </a:lnTo>
                  <a:lnTo>
                    <a:pt x="44450" y="107353"/>
                  </a:lnTo>
                  <a:lnTo>
                    <a:pt x="46253" y="106426"/>
                  </a:lnTo>
                  <a:close/>
                </a:path>
                <a:path w="259714" h="328295">
                  <a:moveTo>
                    <a:pt x="46482" y="140106"/>
                  </a:moveTo>
                  <a:lnTo>
                    <a:pt x="42557" y="144284"/>
                  </a:lnTo>
                  <a:lnTo>
                    <a:pt x="44196" y="144475"/>
                  </a:lnTo>
                  <a:lnTo>
                    <a:pt x="45339" y="142913"/>
                  </a:lnTo>
                  <a:lnTo>
                    <a:pt x="46482" y="140106"/>
                  </a:lnTo>
                  <a:close/>
                </a:path>
                <a:path w="259714" h="328295">
                  <a:moveTo>
                    <a:pt x="50774" y="125425"/>
                  </a:moveTo>
                  <a:lnTo>
                    <a:pt x="50749" y="121386"/>
                  </a:lnTo>
                  <a:lnTo>
                    <a:pt x="46253" y="122123"/>
                  </a:lnTo>
                  <a:lnTo>
                    <a:pt x="46609" y="124663"/>
                  </a:lnTo>
                  <a:lnTo>
                    <a:pt x="46532" y="124828"/>
                  </a:lnTo>
                  <a:lnTo>
                    <a:pt x="46355" y="126466"/>
                  </a:lnTo>
                  <a:lnTo>
                    <a:pt x="48285" y="127304"/>
                  </a:lnTo>
                  <a:lnTo>
                    <a:pt x="49479" y="126631"/>
                  </a:lnTo>
                  <a:lnTo>
                    <a:pt x="50380" y="126111"/>
                  </a:lnTo>
                  <a:lnTo>
                    <a:pt x="50774" y="125425"/>
                  </a:lnTo>
                  <a:close/>
                </a:path>
                <a:path w="259714" h="328295">
                  <a:moveTo>
                    <a:pt x="58559" y="228676"/>
                  </a:moveTo>
                  <a:lnTo>
                    <a:pt x="56883" y="227253"/>
                  </a:lnTo>
                  <a:lnTo>
                    <a:pt x="53492" y="224370"/>
                  </a:lnTo>
                  <a:lnTo>
                    <a:pt x="52158" y="225247"/>
                  </a:lnTo>
                  <a:lnTo>
                    <a:pt x="55638" y="231140"/>
                  </a:lnTo>
                  <a:lnTo>
                    <a:pt x="58559" y="228676"/>
                  </a:lnTo>
                  <a:close/>
                </a:path>
                <a:path w="259714" h="328295">
                  <a:moveTo>
                    <a:pt x="58966" y="243992"/>
                  </a:moveTo>
                  <a:lnTo>
                    <a:pt x="55791" y="243992"/>
                  </a:lnTo>
                  <a:lnTo>
                    <a:pt x="52628" y="243992"/>
                  </a:lnTo>
                  <a:lnTo>
                    <a:pt x="52616" y="248920"/>
                  </a:lnTo>
                  <a:lnTo>
                    <a:pt x="58953" y="248920"/>
                  </a:lnTo>
                  <a:lnTo>
                    <a:pt x="58966" y="243992"/>
                  </a:lnTo>
                  <a:close/>
                </a:path>
                <a:path w="259714" h="328295">
                  <a:moveTo>
                    <a:pt x="64490" y="303504"/>
                  </a:moveTo>
                  <a:lnTo>
                    <a:pt x="60693" y="303504"/>
                  </a:lnTo>
                  <a:lnTo>
                    <a:pt x="56896" y="303504"/>
                  </a:lnTo>
                  <a:lnTo>
                    <a:pt x="56896" y="309410"/>
                  </a:lnTo>
                  <a:lnTo>
                    <a:pt x="64490" y="309410"/>
                  </a:lnTo>
                  <a:lnTo>
                    <a:pt x="64490" y="303504"/>
                  </a:lnTo>
                  <a:close/>
                </a:path>
                <a:path w="259714" h="328295">
                  <a:moveTo>
                    <a:pt x="77876" y="272605"/>
                  </a:moveTo>
                  <a:lnTo>
                    <a:pt x="77292" y="272605"/>
                  </a:lnTo>
                  <a:lnTo>
                    <a:pt x="77292" y="273062"/>
                  </a:lnTo>
                  <a:lnTo>
                    <a:pt x="77584" y="273062"/>
                  </a:lnTo>
                  <a:lnTo>
                    <a:pt x="77876" y="273062"/>
                  </a:lnTo>
                  <a:lnTo>
                    <a:pt x="77876" y="272605"/>
                  </a:lnTo>
                  <a:close/>
                </a:path>
                <a:path w="259714" h="328295">
                  <a:moveTo>
                    <a:pt x="86753" y="272580"/>
                  </a:moveTo>
                  <a:lnTo>
                    <a:pt x="86525" y="270256"/>
                  </a:lnTo>
                  <a:lnTo>
                    <a:pt x="83477" y="269265"/>
                  </a:lnTo>
                  <a:lnTo>
                    <a:pt x="82689" y="268922"/>
                  </a:lnTo>
                  <a:lnTo>
                    <a:pt x="80276" y="268833"/>
                  </a:lnTo>
                  <a:lnTo>
                    <a:pt x="79590" y="269786"/>
                  </a:lnTo>
                  <a:lnTo>
                    <a:pt x="79476" y="270776"/>
                  </a:lnTo>
                  <a:lnTo>
                    <a:pt x="79121" y="274053"/>
                  </a:lnTo>
                  <a:lnTo>
                    <a:pt x="82816" y="275297"/>
                  </a:lnTo>
                  <a:lnTo>
                    <a:pt x="86753" y="272580"/>
                  </a:lnTo>
                  <a:close/>
                </a:path>
                <a:path w="259714" h="328295">
                  <a:moveTo>
                    <a:pt x="126009" y="220840"/>
                  </a:moveTo>
                  <a:lnTo>
                    <a:pt x="124815" y="217030"/>
                  </a:lnTo>
                  <a:lnTo>
                    <a:pt x="123837" y="215849"/>
                  </a:lnTo>
                  <a:lnTo>
                    <a:pt x="121780" y="215430"/>
                  </a:lnTo>
                  <a:lnTo>
                    <a:pt x="121069" y="215493"/>
                  </a:lnTo>
                  <a:lnTo>
                    <a:pt x="120396" y="215671"/>
                  </a:lnTo>
                  <a:lnTo>
                    <a:pt x="120230" y="215709"/>
                  </a:lnTo>
                  <a:lnTo>
                    <a:pt x="120091" y="215760"/>
                  </a:lnTo>
                  <a:lnTo>
                    <a:pt x="116992" y="216154"/>
                  </a:lnTo>
                  <a:lnTo>
                    <a:pt x="116293" y="219964"/>
                  </a:lnTo>
                  <a:lnTo>
                    <a:pt x="118859" y="223253"/>
                  </a:lnTo>
                  <a:lnTo>
                    <a:pt x="120065" y="223507"/>
                  </a:lnTo>
                  <a:lnTo>
                    <a:pt x="123939" y="223837"/>
                  </a:lnTo>
                  <a:lnTo>
                    <a:pt x="126009" y="220840"/>
                  </a:lnTo>
                  <a:close/>
                </a:path>
                <a:path w="259714" h="328295">
                  <a:moveTo>
                    <a:pt x="133438" y="222427"/>
                  </a:moveTo>
                  <a:lnTo>
                    <a:pt x="133134" y="222427"/>
                  </a:lnTo>
                  <a:lnTo>
                    <a:pt x="132842" y="222427"/>
                  </a:lnTo>
                  <a:lnTo>
                    <a:pt x="132842" y="222885"/>
                  </a:lnTo>
                  <a:lnTo>
                    <a:pt x="133438" y="222885"/>
                  </a:lnTo>
                  <a:lnTo>
                    <a:pt x="133438" y="222427"/>
                  </a:lnTo>
                  <a:close/>
                </a:path>
                <a:path w="259714" h="328295">
                  <a:moveTo>
                    <a:pt x="146037" y="254584"/>
                  </a:moveTo>
                  <a:lnTo>
                    <a:pt x="144221" y="253580"/>
                  </a:lnTo>
                  <a:lnTo>
                    <a:pt x="143598" y="253022"/>
                  </a:lnTo>
                  <a:lnTo>
                    <a:pt x="142595" y="251841"/>
                  </a:lnTo>
                  <a:lnTo>
                    <a:pt x="140741" y="252857"/>
                  </a:lnTo>
                  <a:lnTo>
                    <a:pt x="140716" y="254215"/>
                  </a:lnTo>
                  <a:lnTo>
                    <a:pt x="140500" y="255092"/>
                  </a:lnTo>
                  <a:lnTo>
                    <a:pt x="139674" y="257098"/>
                  </a:lnTo>
                  <a:lnTo>
                    <a:pt x="142214" y="258800"/>
                  </a:lnTo>
                  <a:lnTo>
                    <a:pt x="145745" y="257314"/>
                  </a:lnTo>
                  <a:lnTo>
                    <a:pt x="146037" y="254584"/>
                  </a:lnTo>
                  <a:close/>
                </a:path>
                <a:path w="259714" h="328295">
                  <a:moveTo>
                    <a:pt x="146926" y="306146"/>
                  </a:moveTo>
                  <a:lnTo>
                    <a:pt x="136791" y="306146"/>
                  </a:lnTo>
                  <a:lnTo>
                    <a:pt x="136779" y="314020"/>
                  </a:lnTo>
                  <a:lnTo>
                    <a:pt x="141859" y="314020"/>
                  </a:lnTo>
                  <a:lnTo>
                    <a:pt x="146926" y="314020"/>
                  </a:lnTo>
                  <a:lnTo>
                    <a:pt x="146926" y="306146"/>
                  </a:lnTo>
                  <a:close/>
                </a:path>
                <a:path w="259714" h="328295">
                  <a:moveTo>
                    <a:pt x="147662" y="225018"/>
                  </a:moveTo>
                  <a:lnTo>
                    <a:pt x="144030" y="225018"/>
                  </a:lnTo>
                  <a:lnTo>
                    <a:pt x="140411" y="225018"/>
                  </a:lnTo>
                  <a:lnTo>
                    <a:pt x="140411" y="230644"/>
                  </a:lnTo>
                  <a:lnTo>
                    <a:pt x="147662" y="230644"/>
                  </a:lnTo>
                  <a:lnTo>
                    <a:pt x="147662" y="225018"/>
                  </a:lnTo>
                  <a:close/>
                </a:path>
                <a:path w="259714" h="328295">
                  <a:moveTo>
                    <a:pt x="148590" y="156146"/>
                  </a:moveTo>
                  <a:lnTo>
                    <a:pt x="148082" y="155384"/>
                  </a:lnTo>
                  <a:lnTo>
                    <a:pt x="146037" y="151777"/>
                  </a:lnTo>
                  <a:lnTo>
                    <a:pt x="142201" y="154470"/>
                  </a:lnTo>
                  <a:lnTo>
                    <a:pt x="144145" y="156845"/>
                  </a:lnTo>
                  <a:lnTo>
                    <a:pt x="144018" y="156857"/>
                  </a:lnTo>
                  <a:lnTo>
                    <a:pt x="143891" y="156845"/>
                  </a:lnTo>
                  <a:lnTo>
                    <a:pt x="143243" y="157111"/>
                  </a:lnTo>
                  <a:lnTo>
                    <a:pt x="142392" y="157467"/>
                  </a:lnTo>
                  <a:lnTo>
                    <a:pt x="142392" y="158521"/>
                  </a:lnTo>
                  <a:lnTo>
                    <a:pt x="144716" y="159486"/>
                  </a:lnTo>
                  <a:lnTo>
                    <a:pt x="145135" y="158584"/>
                  </a:lnTo>
                  <a:lnTo>
                    <a:pt x="145059" y="157810"/>
                  </a:lnTo>
                  <a:lnTo>
                    <a:pt x="145491" y="158178"/>
                  </a:lnTo>
                  <a:lnTo>
                    <a:pt x="145986" y="158419"/>
                  </a:lnTo>
                  <a:lnTo>
                    <a:pt x="147434" y="158445"/>
                  </a:lnTo>
                  <a:lnTo>
                    <a:pt x="147967" y="157962"/>
                  </a:lnTo>
                  <a:lnTo>
                    <a:pt x="148590" y="156146"/>
                  </a:lnTo>
                  <a:close/>
                </a:path>
                <a:path w="259714" h="328295">
                  <a:moveTo>
                    <a:pt x="156362" y="275031"/>
                  </a:moveTo>
                  <a:lnTo>
                    <a:pt x="155232" y="273380"/>
                  </a:lnTo>
                  <a:lnTo>
                    <a:pt x="151041" y="271780"/>
                  </a:lnTo>
                  <a:lnTo>
                    <a:pt x="148717" y="273926"/>
                  </a:lnTo>
                  <a:lnTo>
                    <a:pt x="148717" y="276085"/>
                  </a:lnTo>
                  <a:lnTo>
                    <a:pt x="148717" y="277063"/>
                  </a:lnTo>
                  <a:lnTo>
                    <a:pt x="149199" y="277914"/>
                  </a:lnTo>
                  <a:lnTo>
                    <a:pt x="149860" y="278574"/>
                  </a:lnTo>
                  <a:lnTo>
                    <a:pt x="151409" y="280631"/>
                  </a:lnTo>
                  <a:lnTo>
                    <a:pt x="155219" y="279717"/>
                  </a:lnTo>
                  <a:lnTo>
                    <a:pt x="156362" y="275031"/>
                  </a:lnTo>
                  <a:close/>
                </a:path>
                <a:path w="259714" h="328295">
                  <a:moveTo>
                    <a:pt x="166446" y="288442"/>
                  </a:moveTo>
                  <a:lnTo>
                    <a:pt x="162547" y="288442"/>
                  </a:lnTo>
                  <a:lnTo>
                    <a:pt x="158673" y="288442"/>
                  </a:lnTo>
                  <a:lnTo>
                    <a:pt x="158661" y="294474"/>
                  </a:lnTo>
                  <a:lnTo>
                    <a:pt x="166433" y="294474"/>
                  </a:lnTo>
                  <a:lnTo>
                    <a:pt x="166446" y="288442"/>
                  </a:lnTo>
                  <a:close/>
                </a:path>
                <a:path w="259714" h="328295">
                  <a:moveTo>
                    <a:pt x="177939" y="308419"/>
                  </a:moveTo>
                  <a:lnTo>
                    <a:pt x="175247" y="305206"/>
                  </a:lnTo>
                  <a:lnTo>
                    <a:pt x="174726" y="304584"/>
                  </a:lnTo>
                  <a:lnTo>
                    <a:pt x="174218" y="304330"/>
                  </a:lnTo>
                  <a:lnTo>
                    <a:pt x="172542" y="303631"/>
                  </a:lnTo>
                  <a:lnTo>
                    <a:pt x="171246" y="304444"/>
                  </a:lnTo>
                  <a:lnTo>
                    <a:pt x="170891" y="306209"/>
                  </a:lnTo>
                  <a:lnTo>
                    <a:pt x="170903" y="306806"/>
                  </a:lnTo>
                  <a:lnTo>
                    <a:pt x="172237" y="311315"/>
                  </a:lnTo>
                  <a:lnTo>
                    <a:pt x="177939" y="308419"/>
                  </a:lnTo>
                  <a:close/>
                </a:path>
                <a:path w="259714" h="328295">
                  <a:moveTo>
                    <a:pt x="179158" y="234454"/>
                  </a:moveTo>
                  <a:lnTo>
                    <a:pt x="172351" y="234454"/>
                  </a:lnTo>
                  <a:lnTo>
                    <a:pt x="165569" y="234454"/>
                  </a:lnTo>
                  <a:lnTo>
                    <a:pt x="165557" y="244995"/>
                  </a:lnTo>
                  <a:lnTo>
                    <a:pt x="179146" y="244995"/>
                  </a:lnTo>
                  <a:lnTo>
                    <a:pt x="179158" y="234454"/>
                  </a:lnTo>
                  <a:close/>
                </a:path>
                <a:path w="259714" h="328295">
                  <a:moveTo>
                    <a:pt x="185712" y="267131"/>
                  </a:moveTo>
                  <a:lnTo>
                    <a:pt x="181635" y="267144"/>
                  </a:lnTo>
                  <a:lnTo>
                    <a:pt x="181559" y="269760"/>
                  </a:lnTo>
                  <a:lnTo>
                    <a:pt x="181343" y="270065"/>
                  </a:lnTo>
                  <a:lnTo>
                    <a:pt x="181038" y="270256"/>
                  </a:lnTo>
                  <a:lnTo>
                    <a:pt x="180657" y="270319"/>
                  </a:lnTo>
                  <a:lnTo>
                    <a:pt x="179400" y="270598"/>
                  </a:lnTo>
                  <a:lnTo>
                    <a:pt x="179108" y="272554"/>
                  </a:lnTo>
                  <a:lnTo>
                    <a:pt x="182981" y="274472"/>
                  </a:lnTo>
                  <a:lnTo>
                    <a:pt x="185534" y="272694"/>
                  </a:lnTo>
                  <a:lnTo>
                    <a:pt x="185635" y="269760"/>
                  </a:lnTo>
                  <a:lnTo>
                    <a:pt x="185712" y="267131"/>
                  </a:lnTo>
                  <a:close/>
                </a:path>
                <a:path w="259714" h="328295">
                  <a:moveTo>
                    <a:pt x="191058" y="299262"/>
                  </a:moveTo>
                  <a:lnTo>
                    <a:pt x="188518" y="299262"/>
                  </a:lnTo>
                  <a:lnTo>
                    <a:pt x="188518" y="301231"/>
                  </a:lnTo>
                  <a:lnTo>
                    <a:pt x="189788" y="301231"/>
                  </a:lnTo>
                  <a:lnTo>
                    <a:pt x="191058" y="301231"/>
                  </a:lnTo>
                  <a:lnTo>
                    <a:pt x="191058" y="299262"/>
                  </a:lnTo>
                  <a:close/>
                </a:path>
                <a:path w="259714" h="328295">
                  <a:moveTo>
                    <a:pt x="194678" y="283400"/>
                  </a:moveTo>
                  <a:lnTo>
                    <a:pt x="190334" y="283400"/>
                  </a:lnTo>
                  <a:lnTo>
                    <a:pt x="185978" y="283400"/>
                  </a:lnTo>
                  <a:lnTo>
                    <a:pt x="185978" y="290144"/>
                  </a:lnTo>
                  <a:lnTo>
                    <a:pt x="194678" y="290144"/>
                  </a:lnTo>
                  <a:lnTo>
                    <a:pt x="194678" y="283400"/>
                  </a:lnTo>
                  <a:close/>
                </a:path>
                <a:path w="259714" h="328295">
                  <a:moveTo>
                    <a:pt x="204114" y="324548"/>
                  </a:moveTo>
                  <a:lnTo>
                    <a:pt x="203530" y="321500"/>
                  </a:lnTo>
                  <a:lnTo>
                    <a:pt x="197726" y="314248"/>
                  </a:lnTo>
                  <a:lnTo>
                    <a:pt x="190373" y="313397"/>
                  </a:lnTo>
                  <a:lnTo>
                    <a:pt x="183184" y="320484"/>
                  </a:lnTo>
                  <a:lnTo>
                    <a:pt x="182308" y="324408"/>
                  </a:lnTo>
                  <a:lnTo>
                    <a:pt x="183134" y="327977"/>
                  </a:lnTo>
                  <a:lnTo>
                    <a:pt x="203936" y="327977"/>
                  </a:lnTo>
                  <a:lnTo>
                    <a:pt x="203682" y="327494"/>
                  </a:lnTo>
                  <a:lnTo>
                    <a:pt x="203441" y="327317"/>
                  </a:lnTo>
                  <a:lnTo>
                    <a:pt x="204114" y="324548"/>
                  </a:lnTo>
                  <a:close/>
                </a:path>
                <a:path w="259714" h="328295">
                  <a:moveTo>
                    <a:pt x="207746" y="235902"/>
                  </a:moveTo>
                  <a:lnTo>
                    <a:pt x="206286" y="234315"/>
                  </a:lnTo>
                  <a:lnTo>
                    <a:pt x="206197" y="234099"/>
                  </a:lnTo>
                  <a:lnTo>
                    <a:pt x="205625" y="232422"/>
                  </a:lnTo>
                  <a:lnTo>
                    <a:pt x="203365" y="232422"/>
                  </a:lnTo>
                  <a:lnTo>
                    <a:pt x="202704" y="234315"/>
                  </a:lnTo>
                  <a:lnTo>
                    <a:pt x="201244" y="235902"/>
                  </a:lnTo>
                  <a:lnTo>
                    <a:pt x="202234" y="238633"/>
                  </a:lnTo>
                  <a:lnTo>
                    <a:pt x="204495" y="238633"/>
                  </a:lnTo>
                  <a:lnTo>
                    <a:pt x="206743" y="238633"/>
                  </a:lnTo>
                  <a:lnTo>
                    <a:pt x="207746" y="235902"/>
                  </a:lnTo>
                  <a:close/>
                </a:path>
                <a:path w="259714" h="328295">
                  <a:moveTo>
                    <a:pt x="207746" y="201599"/>
                  </a:moveTo>
                  <a:lnTo>
                    <a:pt x="200152" y="201599"/>
                  </a:lnTo>
                  <a:lnTo>
                    <a:pt x="200152" y="207505"/>
                  </a:lnTo>
                  <a:lnTo>
                    <a:pt x="203949" y="207505"/>
                  </a:lnTo>
                  <a:lnTo>
                    <a:pt x="207746" y="207505"/>
                  </a:lnTo>
                  <a:lnTo>
                    <a:pt x="207746" y="201599"/>
                  </a:lnTo>
                  <a:close/>
                </a:path>
                <a:path w="259714" h="328295">
                  <a:moveTo>
                    <a:pt x="209651" y="260451"/>
                  </a:moveTo>
                  <a:lnTo>
                    <a:pt x="200418" y="260451"/>
                  </a:lnTo>
                  <a:lnTo>
                    <a:pt x="200418" y="267627"/>
                  </a:lnTo>
                  <a:lnTo>
                    <a:pt x="205041" y="267627"/>
                  </a:lnTo>
                  <a:lnTo>
                    <a:pt x="209651" y="267627"/>
                  </a:lnTo>
                  <a:lnTo>
                    <a:pt x="209651" y="260451"/>
                  </a:lnTo>
                  <a:close/>
                </a:path>
                <a:path w="259714" h="328295">
                  <a:moveTo>
                    <a:pt x="214363" y="207683"/>
                  </a:moveTo>
                  <a:lnTo>
                    <a:pt x="214007" y="207403"/>
                  </a:lnTo>
                  <a:lnTo>
                    <a:pt x="213410" y="206933"/>
                  </a:lnTo>
                  <a:lnTo>
                    <a:pt x="213118" y="206717"/>
                  </a:lnTo>
                  <a:lnTo>
                    <a:pt x="212763" y="207060"/>
                  </a:lnTo>
                  <a:lnTo>
                    <a:pt x="213512" y="207899"/>
                  </a:lnTo>
                  <a:lnTo>
                    <a:pt x="213804" y="208254"/>
                  </a:lnTo>
                  <a:lnTo>
                    <a:pt x="214363" y="207683"/>
                  </a:lnTo>
                  <a:close/>
                </a:path>
                <a:path w="259714" h="328295">
                  <a:moveTo>
                    <a:pt x="214718" y="309714"/>
                  </a:moveTo>
                  <a:lnTo>
                    <a:pt x="214668" y="305943"/>
                  </a:lnTo>
                  <a:lnTo>
                    <a:pt x="214604" y="301142"/>
                  </a:lnTo>
                  <a:lnTo>
                    <a:pt x="206971" y="302755"/>
                  </a:lnTo>
                  <a:lnTo>
                    <a:pt x="209804" y="309791"/>
                  </a:lnTo>
                  <a:lnTo>
                    <a:pt x="214718" y="309714"/>
                  </a:lnTo>
                  <a:close/>
                </a:path>
                <a:path w="259714" h="328295">
                  <a:moveTo>
                    <a:pt x="217741" y="280949"/>
                  </a:moveTo>
                  <a:lnTo>
                    <a:pt x="217017" y="279717"/>
                  </a:lnTo>
                  <a:lnTo>
                    <a:pt x="216903" y="279514"/>
                  </a:lnTo>
                  <a:lnTo>
                    <a:pt x="215938" y="277850"/>
                  </a:lnTo>
                  <a:lnTo>
                    <a:pt x="213741" y="280212"/>
                  </a:lnTo>
                  <a:lnTo>
                    <a:pt x="215366" y="281051"/>
                  </a:lnTo>
                  <a:lnTo>
                    <a:pt x="216814" y="281787"/>
                  </a:lnTo>
                  <a:lnTo>
                    <a:pt x="217741" y="280949"/>
                  </a:lnTo>
                  <a:close/>
                </a:path>
                <a:path w="259714" h="328295">
                  <a:moveTo>
                    <a:pt x="220827" y="284035"/>
                  </a:moveTo>
                  <a:lnTo>
                    <a:pt x="211048" y="284035"/>
                  </a:lnTo>
                  <a:lnTo>
                    <a:pt x="211048" y="291630"/>
                  </a:lnTo>
                  <a:lnTo>
                    <a:pt x="215938" y="291630"/>
                  </a:lnTo>
                  <a:lnTo>
                    <a:pt x="220827" y="291630"/>
                  </a:lnTo>
                  <a:lnTo>
                    <a:pt x="220827" y="284035"/>
                  </a:lnTo>
                  <a:close/>
                </a:path>
                <a:path w="259714" h="328295">
                  <a:moveTo>
                    <a:pt x="232448" y="312458"/>
                  </a:moveTo>
                  <a:lnTo>
                    <a:pt x="221043" y="312458"/>
                  </a:lnTo>
                  <a:lnTo>
                    <a:pt x="221030" y="321310"/>
                  </a:lnTo>
                  <a:lnTo>
                    <a:pt x="226733" y="321310"/>
                  </a:lnTo>
                  <a:lnTo>
                    <a:pt x="232435" y="321310"/>
                  </a:lnTo>
                  <a:lnTo>
                    <a:pt x="232448" y="312458"/>
                  </a:lnTo>
                  <a:close/>
                </a:path>
                <a:path w="259714" h="328295">
                  <a:moveTo>
                    <a:pt x="239331" y="230873"/>
                  </a:moveTo>
                  <a:lnTo>
                    <a:pt x="233794" y="225031"/>
                  </a:lnTo>
                  <a:lnTo>
                    <a:pt x="230797" y="225818"/>
                  </a:lnTo>
                  <a:lnTo>
                    <a:pt x="229273" y="231952"/>
                  </a:lnTo>
                  <a:lnTo>
                    <a:pt x="229743" y="233451"/>
                  </a:lnTo>
                  <a:lnTo>
                    <a:pt x="230670" y="234505"/>
                  </a:lnTo>
                  <a:lnTo>
                    <a:pt x="230098" y="233959"/>
                  </a:lnTo>
                  <a:lnTo>
                    <a:pt x="229108" y="233857"/>
                  </a:lnTo>
                  <a:lnTo>
                    <a:pt x="227622" y="235115"/>
                  </a:lnTo>
                  <a:lnTo>
                    <a:pt x="227622" y="236067"/>
                  </a:lnTo>
                  <a:lnTo>
                    <a:pt x="228409" y="236728"/>
                  </a:lnTo>
                  <a:lnTo>
                    <a:pt x="229438" y="237604"/>
                  </a:lnTo>
                  <a:lnTo>
                    <a:pt x="231178" y="237083"/>
                  </a:lnTo>
                  <a:lnTo>
                    <a:pt x="231178" y="235267"/>
                  </a:lnTo>
                  <a:lnTo>
                    <a:pt x="231051" y="235013"/>
                  </a:lnTo>
                  <a:lnTo>
                    <a:pt x="230924" y="234784"/>
                  </a:lnTo>
                  <a:lnTo>
                    <a:pt x="231965" y="235800"/>
                  </a:lnTo>
                  <a:lnTo>
                    <a:pt x="233489" y="236321"/>
                  </a:lnTo>
                  <a:lnTo>
                    <a:pt x="238379" y="234975"/>
                  </a:lnTo>
                  <a:lnTo>
                    <a:pt x="239331" y="230873"/>
                  </a:lnTo>
                  <a:close/>
                </a:path>
                <a:path w="259714" h="328295">
                  <a:moveTo>
                    <a:pt x="243560" y="262763"/>
                  </a:moveTo>
                  <a:lnTo>
                    <a:pt x="243078" y="261658"/>
                  </a:lnTo>
                  <a:lnTo>
                    <a:pt x="241312" y="262636"/>
                  </a:lnTo>
                  <a:lnTo>
                    <a:pt x="240830" y="262890"/>
                  </a:lnTo>
                  <a:lnTo>
                    <a:pt x="241173" y="263753"/>
                  </a:lnTo>
                  <a:lnTo>
                    <a:pt x="241693" y="263537"/>
                  </a:lnTo>
                  <a:lnTo>
                    <a:pt x="242062" y="263385"/>
                  </a:lnTo>
                  <a:lnTo>
                    <a:pt x="242430" y="263232"/>
                  </a:lnTo>
                  <a:lnTo>
                    <a:pt x="242798" y="263080"/>
                  </a:lnTo>
                  <a:lnTo>
                    <a:pt x="243560" y="262763"/>
                  </a:lnTo>
                  <a:close/>
                </a:path>
                <a:path w="259714" h="328295">
                  <a:moveTo>
                    <a:pt x="245529" y="305460"/>
                  </a:moveTo>
                  <a:lnTo>
                    <a:pt x="245110" y="305117"/>
                  </a:lnTo>
                  <a:lnTo>
                    <a:pt x="244703" y="304825"/>
                  </a:lnTo>
                  <a:lnTo>
                    <a:pt x="243916" y="304190"/>
                  </a:lnTo>
                  <a:lnTo>
                    <a:pt x="243624" y="303974"/>
                  </a:lnTo>
                  <a:lnTo>
                    <a:pt x="243268" y="304304"/>
                  </a:lnTo>
                  <a:lnTo>
                    <a:pt x="243509" y="304584"/>
                  </a:lnTo>
                  <a:lnTo>
                    <a:pt x="243852" y="304965"/>
                  </a:lnTo>
                  <a:lnTo>
                    <a:pt x="244170" y="305346"/>
                  </a:lnTo>
                  <a:lnTo>
                    <a:pt x="244513" y="305714"/>
                  </a:lnTo>
                  <a:lnTo>
                    <a:pt x="244868" y="306133"/>
                  </a:lnTo>
                  <a:lnTo>
                    <a:pt x="245529" y="305460"/>
                  </a:lnTo>
                  <a:close/>
                </a:path>
                <a:path w="259714" h="328295">
                  <a:moveTo>
                    <a:pt x="251091" y="300024"/>
                  </a:moveTo>
                  <a:lnTo>
                    <a:pt x="250494" y="300024"/>
                  </a:lnTo>
                  <a:lnTo>
                    <a:pt x="250494" y="300482"/>
                  </a:lnTo>
                  <a:lnTo>
                    <a:pt x="250799" y="300482"/>
                  </a:lnTo>
                  <a:lnTo>
                    <a:pt x="251091" y="300482"/>
                  </a:lnTo>
                  <a:lnTo>
                    <a:pt x="251091" y="300024"/>
                  </a:lnTo>
                  <a:close/>
                </a:path>
                <a:path w="259714" h="328295">
                  <a:moveTo>
                    <a:pt x="259410" y="319849"/>
                  </a:moveTo>
                  <a:lnTo>
                    <a:pt x="257327" y="319849"/>
                  </a:lnTo>
                  <a:lnTo>
                    <a:pt x="255244" y="319849"/>
                  </a:lnTo>
                  <a:lnTo>
                    <a:pt x="255244" y="323075"/>
                  </a:lnTo>
                  <a:lnTo>
                    <a:pt x="259410" y="323075"/>
                  </a:lnTo>
                  <a:lnTo>
                    <a:pt x="259410" y="319849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4358538" y="7696777"/>
              <a:ext cx="274955" cy="389255"/>
            </a:xfrm>
            <a:custGeom>
              <a:avLst/>
              <a:gdLst/>
              <a:ahLst/>
              <a:cxnLst/>
              <a:rect l="l" t="t" r="r" b="b"/>
              <a:pathLst>
                <a:path w="274954" h="389254">
                  <a:moveTo>
                    <a:pt x="1689" y="93446"/>
                  </a:moveTo>
                  <a:lnTo>
                    <a:pt x="1206" y="92938"/>
                  </a:lnTo>
                  <a:lnTo>
                    <a:pt x="876" y="93256"/>
                  </a:lnTo>
                  <a:lnTo>
                    <a:pt x="508" y="93599"/>
                  </a:lnTo>
                  <a:lnTo>
                    <a:pt x="330" y="93776"/>
                  </a:lnTo>
                  <a:lnTo>
                    <a:pt x="0" y="94081"/>
                  </a:lnTo>
                  <a:lnTo>
                    <a:pt x="495" y="94589"/>
                  </a:lnTo>
                  <a:lnTo>
                    <a:pt x="825" y="94272"/>
                  </a:lnTo>
                  <a:lnTo>
                    <a:pt x="1371" y="93764"/>
                  </a:lnTo>
                  <a:lnTo>
                    <a:pt x="1689" y="93446"/>
                  </a:lnTo>
                  <a:close/>
                </a:path>
                <a:path w="274954" h="389254">
                  <a:moveTo>
                    <a:pt x="9842" y="172339"/>
                  </a:moveTo>
                  <a:lnTo>
                    <a:pt x="9690" y="171297"/>
                  </a:lnTo>
                  <a:lnTo>
                    <a:pt x="6591" y="169430"/>
                  </a:lnTo>
                  <a:lnTo>
                    <a:pt x="4749" y="172567"/>
                  </a:lnTo>
                  <a:lnTo>
                    <a:pt x="6921" y="173901"/>
                  </a:lnTo>
                  <a:lnTo>
                    <a:pt x="7721" y="174434"/>
                  </a:lnTo>
                  <a:lnTo>
                    <a:pt x="8851" y="174485"/>
                  </a:lnTo>
                  <a:lnTo>
                    <a:pt x="9118" y="173888"/>
                  </a:lnTo>
                  <a:lnTo>
                    <a:pt x="9842" y="172339"/>
                  </a:lnTo>
                  <a:close/>
                </a:path>
                <a:path w="274954" h="389254">
                  <a:moveTo>
                    <a:pt x="12065" y="139700"/>
                  </a:moveTo>
                  <a:lnTo>
                    <a:pt x="11861" y="139407"/>
                  </a:lnTo>
                  <a:lnTo>
                    <a:pt x="11582" y="139204"/>
                  </a:lnTo>
                  <a:lnTo>
                    <a:pt x="10375" y="137858"/>
                  </a:lnTo>
                  <a:lnTo>
                    <a:pt x="7772" y="140157"/>
                  </a:lnTo>
                  <a:lnTo>
                    <a:pt x="9766" y="141287"/>
                  </a:lnTo>
                  <a:lnTo>
                    <a:pt x="10833" y="141897"/>
                  </a:lnTo>
                  <a:lnTo>
                    <a:pt x="11976" y="141262"/>
                  </a:lnTo>
                  <a:lnTo>
                    <a:pt x="12052" y="140068"/>
                  </a:lnTo>
                  <a:lnTo>
                    <a:pt x="12065" y="139700"/>
                  </a:lnTo>
                  <a:close/>
                </a:path>
                <a:path w="274954" h="389254">
                  <a:moveTo>
                    <a:pt x="15836" y="89052"/>
                  </a:moveTo>
                  <a:lnTo>
                    <a:pt x="12814" y="83439"/>
                  </a:lnTo>
                  <a:lnTo>
                    <a:pt x="11214" y="83439"/>
                  </a:lnTo>
                  <a:lnTo>
                    <a:pt x="10248" y="85229"/>
                  </a:lnTo>
                  <a:lnTo>
                    <a:pt x="8191" y="89052"/>
                  </a:lnTo>
                  <a:lnTo>
                    <a:pt x="15836" y="89052"/>
                  </a:lnTo>
                  <a:close/>
                </a:path>
                <a:path w="274954" h="389254">
                  <a:moveTo>
                    <a:pt x="16256" y="79641"/>
                  </a:moveTo>
                  <a:lnTo>
                    <a:pt x="14630" y="75679"/>
                  </a:lnTo>
                  <a:lnTo>
                    <a:pt x="12344" y="77762"/>
                  </a:lnTo>
                  <a:lnTo>
                    <a:pt x="12077" y="78028"/>
                  </a:lnTo>
                  <a:lnTo>
                    <a:pt x="11785" y="78282"/>
                  </a:lnTo>
                  <a:lnTo>
                    <a:pt x="10883" y="79121"/>
                  </a:lnTo>
                  <a:lnTo>
                    <a:pt x="11874" y="80314"/>
                  </a:lnTo>
                  <a:lnTo>
                    <a:pt x="16256" y="79641"/>
                  </a:lnTo>
                  <a:close/>
                </a:path>
                <a:path w="274954" h="389254">
                  <a:moveTo>
                    <a:pt x="16344" y="97967"/>
                  </a:moveTo>
                  <a:lnTo>
                    <a:pt x="12039" y="97967"/>
                  </a:lnTo>
                  <a:lnTo>
                    <a:pt x="13106" y="100355"/>
                  </a:lnTo>
                  <a:lnTo>
                    <a:pt x="13220" y="100622"/>
                  </a:lnTo>
                  <a:lnTo>
                    <a:pt x="13284" y="100761"/>
                  </a:lnTo>
                  <a:lnTo>
                    <a:pt x="13589" y="101447"/>
                  </a:lnTo>
                  <a:lnTo>
                    <a:pt x="14795" y="101447"/>
                  </a:lnTo>
                  <a:lnTo>
                    <a:pt x="16344" y="97967"/>
                  </a:lnTo>
                  <a:close/>
                </a:path>
                <a:path w="274954" h="389254">
                  <a:moveTo>
                    <a:pt x="17437" y="116332"/>
                  </a:moveTo>
                  <a:lnTo>
                    <a:pt x="17424" y="115747"/>
                  </a:lnTo>
                  <a:lnTo>
                    <a:pt x="17399" y="114541"/>
                  </a:lnTo>
                  <a:lnTo>
                    <a:pt x="17056" y="114096"/>
                  </a:lnTo>
                  <a:lnTo>
                    <a:pt x="14795" y="112839"/>
                  </a:lnTo>
                  <a:lnTo>
                    <a:pt x="13296" y="114198"/>
                  </a:lnTo>
                  <a:lnTo>
                    <a:pt x="14706" y="116446"/>
                  </a:lnTo>
                  <a:lnTo>
                    <a:pt x="15125" y="116852"/>
                  </a:lnTo>
                  <a:lnTo>
                    <a:pt x="16929" y="116789"/>
                  </a:lnTo>
                  <a:lnTo>
                    <a:pt x="17437" y="116332"/>
                  </a:lnTo>
                  <a:close/>
                </a:path>
                <a:path w="274954" h="389254">
                  <a:moveTo>
                    <a:pt x="21297" y="35255"/>
                  </a:moveTo>
                  <a:lnTo>
                    <a:pt x="19253" y="35560"/>
                  </a:lnTo>
                  <a:lnTo>
                    <a:pt x="18783" y="35623"/>
                  </a:lnTo>
                  <a:lnTo>
                    <a:pt x="18542" y="35661"/>
                  </a:lnTo>
                  <a:lnTo>
                    <a:pt x="17449" y="35814"/>
                  </a:lnTo>
                  <a:lnTo>
                    <a:pt x="17449" y="37731"/>
                  </a:lnTo>
                  <a:lnTo>
                    <a:pt x="18542" y="37884"/>
                  </a:lnTo>
                  <a:lnTo>
                    <a:pt x="18783" y="37934"/>
                  </a:lnTo>
                  <a:lnTo>
                    <a:pt x="21285" y="38290"/>
                  </a:lnTo>
                  <a:lnTo>
                    <a:pt x="21297" y="35255"/>
                  </a:lnTo>
                  <a:close/>
                </a:path>
                <a:path w="274954" h="389254">
                  <a:moveTo>
                    <a:pt x="22783" y="0"/>
                  </a:moveTo>
                  <a:lnTo>
                    <a:pt x="22491" y="0"/>
                  </a:lnTo>
                  <a:lnTo>
                    <a:pt x="22199" y="0"/>
                  </a:lnTo>
                  <a:lnTo>
                    <a:pt x="22199" y="444"/>
                  </a:lnTo>
                  <a:lnTo>
                    <a:pt x="22783" y="444"/>
                  </a:lnTo>
                  <a:lnTo>
                    <a:pt x="22783" y="0"/>
                  </a:lnTo>
                  <a:close/>
                </a:path>
                <a:path w="274954" h="389254">
                  <a:moveTo>
                    <a:pt x="29870" y="88506"/>
                  </a:moveTo>
                  <a:lnTo>
                    <a:pt x="28333" y="88646"/>
                  </a:lnTo>
                  <a:lnTo>
                    <a:pt x="28016" y="88671"/>
                  </a:lnTo>
                  <a:lnTo>
                    <a:pt x="27825" y="88557"/>
                  </a:lnTo>
                  <a:lnTo>
                    <a:pt x="26720" y="88099"/>
                  </a:lnTo>
                  <a:lnTo>
                    <a:pt x="26212" y="88988"/>
                  </a:lnTo>
                  <a:lnTo>
                    <a:pt x="26301" y="89623"/>
                  </a:lnTo>
                  <a:lnTo>
                    <a:pt x="26454" y="90703"/>
                  </a:lnTo>
                  <a:lnTo>
                    <a:pt x="27317" y="91122"/>
                  </a:lnTo>
                  <a:lnTo>
                    <a:pt x="28333" y="91033"/>
                  </a:lnTo>
                  <a:lnTo>
                    <a:pt x="29857" y="90906"/>
                  </a:lnTo>
                  <a:lnTo>
                    <a:pt x="29870" y="88506"/>
                  </a:lnTo>
                  <a:close/>
                </a:path>
                <a:path w="274954" h="389254">
                  <a:moveTo>
                    <a:pt x="33909" y="137655"/>
                  </a:moveTo>
                  <a:lnTo>
                    <a:pt x="33413" y="136410"/>
                  </a:lnTo>
                  <a:lnTo>
                    <a:pt x="32461" y="136639"/>
                  </a:lnTo>
                  <a:lnTo>
                    <a:pt x="32194" y="136588"/>
                  </a:lnTo>
                  <a:lnTo>
                    <a:pt x="31915" y="136563"/>
                  </a:lnTo>
                  <a:lnTo>
                    <a:pt x="31635" y="136525"/>
                  </a:lnTo>
                  <a:lnTo>
                    <a:pt x="30187" y="135661"/>
                  </a:lnTo>
                  <a:lnTo>
                    <a:pt x="29197" y="138252"/>
                  </a:lnTo>
                  <a:lnTo>
                    <a:pt x="30772" y="138569"/>
                  </a:lnTo>
                  <a:lnTo>
                    <a:pt x="31686" y="138760"/>
                  </a:lnTo>
                  <a:lnTo>
                    <a:pt x="32308" y="138709"/>
                  </a:lnTo>
                  <a:lnTo>
                    <a:pt x="33909" y="137655"/>
                  </a:lnTo>
                  <a:close/>
                </a:path>
                <a:path w="274954" h="389254">
                  <a:moveTo>
                    <a:pt x="39522" y="95364"/>
                  </a:moveTo>
                  <a:lnTo>
                    <a:pt x="38976" y="95364"/>
                  </a:lnTo>
                  <a:lnTo>
                    <a:pt x="38976" y="95783"/>
                  </a:lnTo>
                  <a:lnTo>
                    <a:pt x="39243" y="95783"/>
                  </a:lnTo>
                  <a:lnTo>
                    <a:pt x="39522" y="95783"/>
                  </a:lnTo>
                  <a:lnTo>
                    <a:pt x="39522" y="95364"/>
                  </a:lnTo>
                  <a:close/>
                </a:path>
                <a:path w="274954" h="389254">
                  <a:moveTo>
                    <a:pt x="45580" y="172351"/>
                  </a:moveTo>
                  <a:lnTo>
                    <a:pt x="43459" y="168402"/>
                  </a:lnTo>
                  <a:lnTo>
                    <a:pt x="38773" y="171983"/>
                  </a:lnTo>
                  <a:lnTo>
                    <a:pt x="40525" y="173609"/>
                  </a:lnTo>
                  <a:lnTo>
                    <a:pt x="41884" y="175196"/>
                  </a:lnTo>
                  <a:lnTo>
                    <a:pt x="42202" y="175374"/>
                  </a:lnTo>
                  <a:lnTo>
                    <a:pt x="43738" y="175945"/>
                  </a:lnTo>
                  <a:lnTo>
                    <a:pt x="45275" y="175094"/>
                  </a:lnTo>
                  <a:lnTo>
                    <a:pt x="45389" y="174371"/>
                  </a:lnTo>
                  <a:lnTo>
                    <a:pt x="45516" y="173609"/>
                  </a:lnTo>
                  <a:lnTo>
                    <a:pt x="45580" y="172351"/>
                  </a:lnTo>
                  <a:close/>
                </a:path>
                <a:path w="274954" h="389254">
                  <a:moveTo>
                    <a:pt x="45783" y="128727"/>
                  </a:moveTo>
                  <a:lnTo>
                    <a:pt x="45237" y="128778"/>
                  </a:lnTo>
                  <a:lnTo>
                    <a:pt x="44513" y="128854"/>
                  </a:lnTo>
                  <a:lnTo>
                    <a:pt x="43789" y="128917"/>
                  </a:lnTo>
                  <a:lnTo>
                    <a:pt x="42786" y="129019"/>
                  </a:lnTo>
                  <a:lnTo>
                    <a:pt x="42786" y="129387"/>
                  </a:lnTo>
                  <a:lnTo>
                    <a:pt x="43065" y="129400"/>
                  </a:lnTo>
                  <a:lnTo>
                    <a:pt x="45783" y="129679"/>
                  </a:lnTo>
                  <a:lnTo>
                    <a:pt x="45783" y="128727"/>
                  </a:lnTo>
                  <a:close/>
                </a:path>
                <a:path w="274954" h="389254">
                  <a:moveTo>
                    <a:pt x="46418" y="126199"/>
                  </a:moveTo>
                  <a:lnTo>
                    <a:pt x="45885" y="124764"/>
                  </a:lnTo>
                  <a:lnTo>
                    <a:pt x="44691" y="124764"/>
                  </a:lnTo>
                  <a:lnTo>
                    <a:pt x="43510" y="124764"/>
                  </a:lnTo>
                  <a:lnTo>
                    <a:pt x="42976" y="126199"/>
                  </a:lnTo>
                  <a:lnTo>
                    <a:pt x="43751" y="127038"/>
                  </a:lnTo>
                  <a:lnTo>
                    <a:pt x="43916" y="127215"/>
                  </a:lnTo>
                  <a:lnTo>
                    <a:pt x="44348" y="127685"/>
                  </a:lnTo>
                  <a:lnTo>
                    <a:pt x="45046" y="127685"/>
                  </a:lnTo>
                  <a:lnTo>
                    <a:pt x="45389" y="127304"/>
                  </a:lnTo>
                  <a:lnTo>
                    <a:pt x="45554" y="127127"/>
                  </a:lnTo>
                  <a:lnTo>
                    <a:pt x="46418" y="126199"/>
                  </a:lnTo>
                  <a:close/>
                </a:path>
                <a:path w="274954" h="389254">
                  <a:moveTo>
                    <a:pt x="64655" y="118732"/>
                  </a:moveTo>
                  <a:lnTo>
                    <a:pt x="62547" y="116141"/>
                  </a:lnTo>
                  <a:lnTo>
                    <a:pt x="61556" y="115608"/>
                  </a:lnTo>
                  <a:lnTo>
                    <a:pt x="59245" y="114744"/>
                  </a:lnTo>
                  <a:lnTo>
                    <a:pt x="58153" y="115976"/>
                  </a:lnTo>
                  <a:lnTo>
                    <a:pt x="58343" y="117081"/>
                  </a:lnTo>
                  <a:lnTo>
                    <a:pt x="57810" y="117754"/>
                  </a:lnTo>
                  <a:lnTo>
                    <a:pt x="57607" y="118681"/>
                  </a:lnTo>
                  <a:lnTo>
                    <a:pt x="58140" y="119392"/>
                  </a:lnTo>
                  <a:lnTo>
                    <a:pt x="59080" y="120637"/>
                  </a:lnTo>
                  <a:lnTo>
                    <a:pt x="59994" y="121323"/>
                  </a:lnTo>
                  <a:lnTo>
                    <a:pt x="63868" y="121196"/>
                  </a:lnTo>
                  <a:lnTo>
                    <a:pt x="64655" y="118732"/>
                  </a:lnTo>
                  <a:close/>
                </a:path>
                <a:path w="274954" h="389254">
                  <a:moveTo>
                    <a:pt x="120878" y="94272"/>
                  </a:moveTo>
                  <a:lnTo>
                    <a:pt x="120827" y="93179"/>
                  </a:lnTo>
                  <a:lnTo>
                    <a:pt x="118186" y="88734"/>
                  </a:lnTo>
                  <a:lnTo>
                    <a:pt x="113233" y="91605"/>
                  </a:lnTo>
                  <a:lnTo>
                    <a:pt x="115087" y="94792"/>
                  </a:lnTo>
                  <a:lnTo>
                    <a:pt x="115087" y="94957"/>
                  </a:lnTo>
                  <a:lnTo>
                    <a:pt x="115023" y="95135"/>
                  </a:lnTo>
                  <a:lnTo>
                    <a:pt x="115062" y="95300"/>
                  </a:lnTo>
                  <a:lnTo>
                    <a:pt x="115125" y="95783"/>
                  </a:lnTo>
                  <a:lnTo>
                    <a:pt x="115290" y="96215"/>
                  </a:lnTo>
                  <a:lnTo>
                    <a:pt x="115570" y="96608"/>
                  </a:lnTo>
                  <a:lnTo>
                    <a:pt x="116141" y="97434"/>
                  </a:lnTo>
                  <a:lnTo>
                    <a:pt x="116903" y="97777"/>
                  </a:lnTo>
                  <a:lnTo>
                    <a:pt x="119024" y="97828"/>
                  </a:lnTo>
                  <a:lnTo>
                    <a:pt x="120497" y="96901"/>
                  </a:lnTo>
                  <a:lnTo>
                    <a:pt x="120878" y="94272"/>
                  </a:lnTo>
                  <a:close/>
                </a:path>
                <a:path w="274954" h="389254">
                  <a:moveTo>
                    <a:pt x="127368" y="48971"/>
                  </a:moveTo>
                  <a:lnTo>
                    <a:pt x="127076" y="48971"/>
                  </a:lnTo>
                  <a:lnTo>
                    <a:pt x="126771" y="48971"/>
                  </a:lnTo>
                  <a:lnTo>
                    <a:pt x="126771" y="49415"/>
                  </a:lnTo>
                  <a:lnTo>
                    <a:pt x="127368" y="49415"/>
                  </a:lnTo>
                  <a:lnTo>
                    <a:pt x="127368" y="48971"/>
                  </a:lnTo>
                  <a:close/>
                </a:path>
                <a:path w="274954" h="389254">
                  <a:moveTo>
                    <a:pt x="135470" y="151866"/>
                  </a:moveTo>
                  <a:lnTo>
                    <a:pt x="134759" y="150634"/>
                  </a:lnTo>
                  <a:lnTo>
                    <a:pt x="133019" y="149466"/>
                  </a:lnTo>
                  <a:lnTo>
                    <a:pt x="132257" y="149466"/>
                  </a:lnTo>
                  <a:lnTo>
                    <a:pt x="130759" y="149771"/>
                  </a:lnTo>
                  <a:lnTo>
                    <a:pt x="130378" y="150164"/>
                  </a:lnTo>
                  <a:lnTo>
                    <a:pt x="130086" y="150634"/>
                  </a:lnTo>
                  <a:lnTo>
                    <a:pt x="129019" y="151536"/>
                  </a:lnTo>
                  <a:lnTo>
                    <a:pt x="128600" y="153200"/>
                  </a:lnTo>
                  <a:lnTo>
                    <a:pt x="130606" y="155016"/>
                  </a:lnTo>
                  <a:lnTo>
                    <a:pt x="131292" y="155333"/>
                  </a:lnTo>
                  <a:lnTo>
                    <a:pt x="132321" y="155321"/>
                  </a:lnTo>
                  <a:lnTo>
                    <a:pt x="133604" y="155295"/>
                  </a:lnTo>
                  <a:lnTo>
                    <a:pt x="134518" y="154482"/>
                  </a:lnTo>
                  <a:lnTo>
                    <a:pt x="135470" y="151866"/>
                  </a:lnTo>
                  <a:close/>
                </a:path>
                <a:path w="274954" h="389254">
                  <a:moveTo>
                    <a:pt x="136677" y="63741"/>
                  </a:moveTo>
                  <a:lnTo>
                    <a:pt x="135864" y="61188"/>
                  </a:lnTo>
                  <a:lnTo>
                    <a:pt x="135801" y="60972"/>
                  </a:lnTo>
                  <a:lnTo>
                    <a:pt x="135724" y="60769"/>
                  </a:lnTo>
                  <a:lnTo>
                    <a:pt x="135661" y="60540"/>
                  </a:lnTo>
                  <a:lnTo>
                    <a:pt x="135242" y="59245"/>
                  </a:lnTo>
                  <a:lnTo>
                    <a:pt x="133426" y="59245"/>
                  </a:lnTo>
                  <a:lnTo>
                    <a:pt x="133007" y="60540"/>
                  </a:lnTo>
                  <a:lnTo>
                    <a:pt x="132943" y="60769"/>
                  </a:lnTo>
                  <a:lnTo>
                    <a:pt x="132880" y="60972"/>
                  </a:lnTo>
                  <a:lnTo>
                    <a:pt x="131991" y="63728"/>
                  </a:lnTo>
                  <a:lnTo>
                    <a:pt x="136677" y="63741"/>
                  </a:lnTo>
                  <a:close/>
                </a:path>
                <a:path w="274954" h="389254">
                  <a:moveTo>
                    <a:pt x="145478" y="79971"/>
                  </a:moveTo>
                  <a:lnTo>
                    <a:pt x="145453" y="77838"/>
                  </a:lnTo>
                  <a:lnTo>
                    <a:pt x="145275" y="77304"/>
                  </a:lnTo>
                  <a:lnTo>
                    <a:pt x="144818" y="76441"/>
                  </a:lnTo>
                  <a:lnTo>
                    <a:pt x="143624" y="74206"/>
                  </a:lnTo>
                  <a:lnTo>
                    <a:pt x="140233" y="76187"/>
                  </a:lnTo>
                  <a:lnTo>
                    <a:pt x="141871" y="79286"/>
                  </a:lnTo>
                  <a:lnTo>
                    <a:pt x="142240" y="79654"/>
                  </a:lnTo>
                  <a:lnTo>
                    <a:pt x="143027" y="80213"/>
                  </a:lnTo>
                  <a:lnTo>
                    <a:pt x="144043" y="80937"/>
                  </a:lnTo>
                  <a:lnTo>
                    <a:pt x="145478" y="79971"/>
                  </a:lnTo>
                  <a:close/>
                </a:path>
                <a:path w="274954" h="389254">
                  <a:moveTo>
                    <a:pt x="150304" y="178295"/>
                  </a:moveTo>
                  <a:lnTo>
                    <a:pt x="149580" y="178295"/>
                  </a:lnTo>
                  <a:lnTo>
                    <a:pt x="148856" y="178295"/>
                  </a:lnTo>
                  <a:lnTo>
                    <a:pt x="148856" y="179412"/>
                  </a:lnTo>
                  <a:lnTo>
                    <a:pt x="150304" y="179412"/>
                  </a:lnTo>
                  <a:lnTo>
                    <a:pt x="150304" y="178295"/>
                  </a:lnTo>
                  <a:close/>
                </a:path>
                <a:path w="274954" h="389254">
                  <a:moveTo>
                    <a:pt x="151193" y="115227"/>
                  </a:moveTo>
                  <a:lnTo>
                    <a:pt x="151180" y="114808"/>
                  </a:lnTo>
                  <a:lnTo>
                    <a:pt x="151142" y="113322"/>
                  </a:lnTo>
                  <a:lnTo>
                    <a:pt x="150558" y="112598"/>
                  </a:lnTo>
                  <a:lnTo>
                    <a:pt x="147421" y="111556"/>
                  </a:lnTo>
                  <a:lnTo>
                    <a:pt x="146405" y="114084"/>
                  </a:lnTo>
                  <a:lnTo>
                    <a:pt x="147434" y="115443"/>
                  </a:lnTo>
                  <a:lnTo>
                    <a:pt x="147904" y="116395"/>
                  </a:lnTo>
                  <a:lnTo>
                    <a:pt x="149047" y="117068"/>
                  </a:lnTo>
                  <a:lnTo>
                    <a:pt x="150761" y="115785"/>
                  </a:lnTo>
                  <a:lnTo>
                    <a:pt x="151193" y="115227"/>
                  </a:lnTo>
                  <a:close/>
                </a:path>
                <a:path w="274954" h="389254">
                  <a:moveTo>
                    <a:pt x="154990" y="193230"/>
                  </a:moveTo>
                  <a:lnTo>
                    <a:pt x="149377" y="192163"/>
                  </a:lnTo>
                  <a:lnTo>
                    <a:pt x="148590" y="192049"/>
                  </a:lnTo>
                  <a:lnTo>
                    <a:pt x="147548" y="192417"/>
                  </a:lnTo>
                  <a:lnTo>
                    <a:pt x="146443" y="192811"/>
                  </a:lnTo>
                  <a:lnTo>
                    <a:pt x="145478" y="194030"/>
                  </a:lnTo>
                  <a:lnTo>
                    <a:pt x="146278" y="196253"/>
                  </a:lnTo>
                  <a:lnTo>
                    <a:pt x="146634" y="196862"/>
                  </a:lnTo>
                  <a:lnTo>
                    <a:pt x="151676" y="201142"/>
                  </a:lnTo>
                  <a:lnTo>
                    <a:pt x="154990" y="193230"/>
                  </a:lnTo>
                  <a:close/>
                </a:path>
                <a:path w="274954" h="389254">
                  <a:moveTo>
                    <a:pt x="161544" y="241109"/>
                  </a:moveTo>
                  <a:lnTo>
                    <a:pt x="159804" y="239166"/>
                  </a:lnTo>
                  <a:lnTo>
                    <a:pt x="157848" y="239649"/>
                  </a:lnTo>
                  <a:lnTo>
                    <a:pt x="155829" y="240157"/>
                  </a:lnTo>
                  <a:lnTo>
                    <a:pt x="155524" y="241401"/>
                  </a:lnTo>
                  <a:lnTo>
                    <a:pt x="156235" y="242963"/>
                  </a:lnTo>
                  <a:lnTo>
                    <a:pt x="156387" y="243268"/>
                  </a:lnTo>
                  <a:lnTo>
                    <a:pt x="157238" y="245135"/>
                  </a:lnTo>
                  <a:lnTo>
                    <a:pt x="160045" y="244652"/>
                  </a:lnTo>
                  <a:lnTo>
                    <a:pt x="161544" y="241109"/>
                  </a:lnTo>
                  <a:close/>
                </a:path>
                <a:path w="274954" h="389254">
                  <a:moveTo>
                    <a:pt x="167563" y="63360"/>
                  </a:moveTo>
                  <a:lnTo>
                    <a:pt x="166344" y="59613"/>
                  </a:lnTo>
                  <a:lnTo>
                    <a:pt x="166141" y="58953"/>
                  </a:lnTo>
                  <a:lnTo>
                    <a:pt x="165976" y="58547"/>
                  </a:lnTo>
                  <a:lnTo>
                    <a:pt x="164769" y="56921"/>
                  </a:lnTo>
                  <a:lnTo>
                    <a:pt x="163461" y="56921"/>
                  </a:lnTo>
                  <a:lnTo>
                    <a:pt x="162242" y="58547"/>
                  </a:lnTo>
                  <a:lnTo>
                    <a:pt x="161874" y="59613"/>
                  </a:lnTo>
                  <a:lnTo>
                    <a:pt x="160667" y="63322"/>
                  </a:lnTo>
                  <a:lnTo>
                    <a:pt x="167563" y="63360"/>
                  </a:lnTo>
                  <a:close/>
                </a:path>
                <a:path w="274954" h="389254">
                  <a:moveTo>
                    <a:pt x="169024" y="143662"/>
                  </a:moveTo>
                  <a:lnTo>
                    <a:pt x="165315" y="142532"/>
                  </a:lnTo>
                  <a:lnTo>
                    <a:pt x="165315" y="146215"/>
                  </a:lnTo>
                  <a:lnTo>
                    <a:pt x="167347" y="145592"/>
                  </a:lnTo>
                  <a:lnTo>
                    <a:pt x="169024" y="145097"/>
                  </a:lnTo>
                  <a:lnTo>
                    <a:pt x="169024" y="143662"/>
                  </a:lnTo>
                  <a:close/>
                </a:path>
                <a:path w="274954" h="389254">
                  <a:moveTo>
                    <a:pt x="169481" y="184150"/>
                  </a:moveTo>
                  <a:lnTo>
                    <a:pt x="169189" y="184150"/>
                  </a:lnTo>
                  <a:lnTo>
                    <a:pt x="168897" y="184150"/>
                  </a:lnTo>
                  <a:lnTo>
                    <a:pt x="168897" y="184607"/>
                  </a:lnTo>
                  <a:lnTo>
                    <a:pt x="169481" y="184607"/>
                  </a:lnTo>
                  <a:lnTo>
                    <a:pt x="169481" y="184150"/>
                  </a:lnTo>
                  <a:close/>
                </a:path>
                <a:path w="274954" h="389254">
                  <a:moveTo>
                    <a:pt x="172364" y="103606"/>
                  </a:moveTo>
                  <a:lnTo>
                    <a:pt x="168871" y="99847"/>
                  </a:lnTo>
                  <a:lnTo>
                    <a:pt x="166027" y="102717"/>
                  </a:lnTo>
                  <a:lnTo>
                    <a:pt x="167855" y="104317"/>
                  </a:lnTo>
                  <a:lnTo>
                    <a:pt x="167779" y="104444"/>
                  </a:lnTo>
                  <a:lnTo>
                    <a:pt x="166535" y="105283"/>
                  </a:lnTo>
                  <a:lnTo>
                    <a:pt x="166941" y="107111"/>
                  </a:lnTo>
                  <a:lnTo>
                    <a:pt x="168465" y="107188"/>
                  </a:lnTo>
                  <a:lnTo>
                    <a:pt x="171526" y="107353"/>
                  </a:lnTo>
                  <a:lnTo>
                    <a:pt x="172364" y="103606"/>
                  </a:lnTo>
                  <a:close/>
                </a:path>
                <a:path w="274954" h="389254">
                  <a:moveTo>
                    <a:pt x="172821" y="173393"/>
                  </a:moveTo>
                  <a:lnTo>
                    <a:pt x="171983" y="171335"/>
                  </a:lnTo>
                  <a:lnTo>
                    <a:pt x="170370" y="172212"/>
                  </a:lnTo>
                  <a:lnTo>
                    <a:pt x="170205" y="172288"/>
                  </a:lnTo>
                  <a:lnTo>
                    <a:pt x="170129" y="172466"/>
                  </a:lnTo>
                  <a:lnTo>
                    <a:pt x="170129" y="172656"/>
                  </a:lnTo>
                  <a:lnTo>
                    <a:pt x="169976" y="172758"/>
                  </a:lnTo>
                  <a:lnTo>
                    <a:pt x="169837" y="172885"/>
                  </a:lnTo>
                  <a:lnTo>
                    <a:pt x="168986" y="173710"/>
                  </a:lnTo>
                  <a:lnTo>
                    <a:pt x="169341" y="175006"/>
                  </a:lnTo>
                  <a:lnTo>
                    <a:pt x="170561" y="175310"/>
                  </a:lnTo>
                  <a:lnTo>
                    <a:pt x="171145" y="175475"/>
                  </a:lnTo>
                  <a:lnTo>
                    <a:pt x="171983" y="175234"/>
                  </a:lnTo>
                  <a:lnTo>
                    <a:pt x="172237" y="174637"/>
                  </a:lnTo>
                  <a:lnTo>
                    <a:pt x="172821" y="173393"/>
                  </a:lnTo>
                  <a:close/>
                </a:path>
                <a:path w="274954" h="389254">
                  <a:moveTo>
                    <a:pt x="175094" y="191058"/>
                  </a:moveTo>
                  <a:lnTo>
                    <a:pt x="171411" y="187858"/>
                  </a:lnTo>
                  <a:lnTo>
                    <a:pt x="170561" y="187566"/>
                  </a:lnTo>
                  <a:lnTo>
                    <a:pt x="168262" y="187261"/>
                  </a:lnTo>
                  <a:lnTo>
                    <a:pt x="167284" y="188315"/>
                  </a:lnTo>
                  <a:lnTo>
                    <a:pt x="167360" y="189217"/>
                  </a:lnTo>
                  <a:lnTo>
                    <a:pt x="167474" y="190614"/>
                  </a:lnTo>
                  <a:lnTo>
                    <a:pt x="167792" y="191439"/>
                  </a:lnTo>
                  <a:lnTo>
                    <a:pt x="170815" y="195199"/>
                  </a:lnTo>
                  <a:lnTo>
                    <a:pt x="175094" y="191058"/>
                  </a:lnTo>
                  <a:close/>
                </a:path>
                <a:path w="274954" h="389254">
                  <a:moveTo>
                    <a:pt x="190842" y="123126"/>
                  </a:moveTo>
                  <a:lnTo>
                    <a:pt x="188798" y="120891"/>
                  </a:lnTo>
                  <a:lnTo>
                    <a:pt x="187896" y="122453"/>
                  </a:lnTo>
                  <a:lnTo>
                    <a:pt x="187007" y="123990"/>
                  </a:lnTo>
                  <a:lnTo>
                    <a:pt x="187794" y="124688"/>
                  </a:lnTo>
                  <a:lnTo>
                    <a:pt x="190842" y="123126"/>
                  </a:lnTo>
                  <a:close/>
                </a:path>
                <a:path w="274954" h="389254">
                  <a:moveTo>
                    <a:pt x="193738" y="145605"/>
                  </a:moveTo>
                  <a:lnTo>
                    <a:pt x="193573" y="144957"/>
                  </a:lnTo>
                  <a:lnTo>
                    <a:pt x="192176" y="141401"/>
                  </a:lnTo>
                  <a:lnTo>
                    <a:pt x="188379" y="142303"/>
                  </a:lnTo>
                  <a:lnTo>
                    <a:pt x="189534" y="146011"/>
                  </a:lnTo>
                  <a:lnTo>
                    <a:pt x="189750" y="146799"/>
                  </a:lnTo>
                  <a:lnTo>
                    <a:pt x="190627" y="147637"/>
                  </a:lnTo>
                  <a:lnTo>
                    <a:pt x="191477" y="148437"/>
                  </a:lnTo>
                  <a:lnTo>
                    <a:pt x="193382" y="148247"/>
                  </a:lnTo>
                  <a:lnTo>
                    <a:pt x="193738" y="145605"/>
                  </a:lnTo>
                  <a:close/>
                </a:path>
                <a:path w="274954" h="389254">
                  <a:moveTo>
                    <a:pt x="195211" y="96342"/>
                  </a:moveTo>
                  <a:lnTo>
                    <a:pt x="194068" y="94081"/>
                  </a:lnTo>
                  <a:lnTo>
                    <a:pt x="191427" y="94081"/>
                  </a:lnTo>
                  <a:lnTo>
                    <a:pt x="193027" y="92951"/>
                  </a:lnTo>
                  <a:lnTo>
                    <a:pt x="193027" y="90957"/>
                  </a:lnTo>
                  <a:lnTo>
                    <a:pt x="189153" y="88214"/>
                  </a:lnTo>
                  <a:lnTo>
                    <a:pt x="186677" y="89941"/>
                  </a:lnTo>
                  <a:lnTo>
                    <a:pt x="186677" y="93967"/>
                  </a:lnTo>
                  <a:lnTo>
                    <a:pt x="189153" y="95694"/>
                  </a:lnTo>
                  <a:lnTo>
                    <a:pt x="190436" y="94792"/>
                  </a:lnTo>
                  <a:lnTo>
                    <a:pt x="189661" y="96342"/>
                  </a:lnTo>
                  <a:lnTo>
                    <a:pt x="191020" y="97510"/>
                  </a:lnTo>
                  <a:lnTo>
                    <a:pt x="191389" y="97828"/>
                  </a:lnTo>
                  <a:lnTo>
                    <a:pt x="192036" y="98374"/>
                  </a:lnTo>
                  <a:lnTo>
                    <a:pt x="192824" y="98374"/>
                  </a:lnTo>
                  <a:lnTo>
                    <a:pt x="195211" y="96342"/>
                  </a:lnTo>
                  <a:close/>
                </a:path>
                <a:path w="274954" h="389254">
                  <a:moveTo>
                    <a:pt x="198145" y="218071"/>
                  </a:moveTo>
                  <a:lnTo>
                    <a:pt x="192532" y="218071"/>
                  </a:lnTo>
                  <a:lnTo>
                    <a:pt x="192532" y="222427"/>
                  </a:lnTo>
                  <a:lnTo>
                    <a:pt x="195338" y="222427"/>
                  </a:lnTo>
                  <a:lnTo>
                    <a:pt x="198145" y="222427"/>
                  </a:lnTo>
                  <a:lnTo>
                    <a:pt x="198145" y="218071"/>
                  </a:lnTo>
                  <a:close/>
                </a:path>
                <a:path w="274954" h="389254">
                  <a:moveTo>
                    <a:pt x="204139" y="259994"/>
                  </a:moveTo>
                  <a:lnTo>
                    <a:pt x="198170" y="259994"/>
                  </a:lnTo>
                  <a:lnTo>
                    <a:pt x="198158" y="264642"/>
                  </a:lnTo>
                  <a:lnTo>
                    <a:pt x="201155" y="264642"/>
                  </a:lnTo>
                  <a:lnTo>
                    <a:pt x="204139" y="264642"/>
                  </a:lnTo>
                  <a:lnTo>
                    <a:pt x="204139" y="259994"/>
                  </a:lnTo>
                  <a:close/>
                </a:path>
                <a:path w="274954" h="389254">
                  <a:moveTo>
                    <a:pt x="205435" y="177101"/>
                  </a:moveTo>
                  <a:lnTo>
                    <a:pt x="202476" y="173863"/>
                  </a:lnTo>
                  <a:lnTo>
                    <a:pt x="201244" y="176364"/>
                  </a:lnTo>
                  <a:lnTo>
                    <a:pt x="201104" y="176669"/>
                  </a:lnTo>
                  <a:lnTo>
                    <a:pt x="200964" y="176949"/>
                  </a:lnTo>
                  <a:lnTo>
                    <a:pt x="200482" y="177952"/>
                  </a:lnTo>
                  <a:lnTo>
                    <a:pt x="201447" y="178803"/>
                  </a:lnTo>
                  <a:lnTo>
                    <a:pt x="202412" y="178396"/>
                  </a:lnTo>
                  <a:lnTo>
                    <a:pt x="205435" y="177101"/>
                  </a:lnTo>
                  <a:close/>
                </a:path>
                <a:path w="274954" h="389254">
                  <a:moveTo>
                    <a:pt x="206336" y="201409"/>
                  </a:moveTo>
                  <a:lnTo>
                    <a:pt x="206273" y="197358"/>
                  </a:lnTo>
                  <a:lnTo>
                    <a:pt x="203200" y="196329"/>
                  </a:lnTo>
                  <a:lnTo>
                    <a:pt x="202869" y="196367"/>
                  </a:lnTo>
                  <a:lnTo>
                    <a:pt x="202615" y="196519"/>
                  </a:lnTo>
                  <a:lnTo>
                    <a:pt x="202222" y="196342"/>
                  </a:lnTo>
                  <a:lnTo>
                    <a:pt x="201777" y="196303"/>
                  </a:lnTo>
                  <a:lnTo>
                    <a:pt x="198564" y="198094"/>
                  </a:lnTo>
                  <a:lnTo>
                    <a:pt x="199847" y="202806"/>
                  </a:lnTo>
                  <a:lnTo>
                    <a:pt x="203098" y="202450"/>
                  </a:lnTo>
                  <a:lnTo>
                    <a:pt x="203288" y="202793"/>
                  </a:lnTo>
                  <a:lnTo>
                    <a:pt x="203708" y="202590"/>
                  </a:lnTo>
                  <a:lnTo>
                    <a:pt x="203708" y="202272"/>
                  </a:lnTo>
                  <a:lnTo>
                    <a:pt x="206336" y="201409"/>
                  </a:lnTo>
                  <a:close/>
                </a:path>
                <a:path w="274954" h="389254">
                  <a:moveTo>
                    <a:pt x="207492" y="234264"/>
                  </a:moveTo>
                  <a:lnTo>
                    <a:pt x="206349" y="232549"/>
                  </a:lnTo>
                  <a:lnTo>
                    <a:pt x="206133" y="231914"/>
                  </a:lnTo>
                  <a:lnTo>
                    <a:pt x="204520" y="231965"/>
                  </a:lnTo>
                  <a:lnTo>
                    <a:pt x="204228" y="232232"/>
                  </a:lnTo>
                  <a:lnTo>
                    <a:pt x="204228" y="232587"/>
                  </a:lnTo>
                  <a:lnTo>
                    <a:pt x="204216" y="233845"/>
                  </a:lnTo>
                  <a:lnTo>
                    <a:pt x="204838" y="234048"/>
                  </a:lnTo>
                  <a:lnTo>
                    <a:pt x="205867" y="234721"/>
                  </a:lnTo>
                  <a:lnTo>
                    <a:pt x="206552" y="235153"/>
                  </a:lnTo>
                  <a:lnTo>
                    <a:pt x="207492" y="234264"/>
                  </a:lnTo>
                  <a:close/>
                </a:path>
                <a:path w="274954" h="389254">
                  <a:moveTo>
                    <a:pt x="215087" y="250482"/>
                  </a:moveTo>
                  <a:lnTo>
                    <a:pt x="214160" y="246253"/>
                  </a:lnTo>
                  <a:lnTo>
                    <a:pt x="211328" y="244665"/>
                  </a:lnTo>
                  <a:lnTo>
                    <a:pt x="208686" y="247332"/>
                  </a:lnTo>
                  <a:lnTo>
                    <a:pt x="208686" y="248450"/>
                  </a:lnTo>
                  <a:lnTo>
                    <a:pt x="209956" y="249745"/>
                  </a:lnTo>
                  <a:lnTo>
                    <a:pt x="210845" y="249974"/>
                  </a:lnTo>
                  <a:lnTo>
                    <a:pt x="211404" y="250596"/>
                  </a:lnTo>
                  <a:lnTo>
                    <a:pt x="212788" y="252158"/>
                  </a:lnTo>
                  <a:lnTo>
                    <a:pt x="215087" y="250482"/>
                  </a:lnTo>
                  <a:close/>
                </a:path>
                <a:path w="274954" h="389254">
                  <a:moveTo>
                    <a:pt x="215988" y="179895"/>
                  </a:moveTo>
                  <a:lnTo>
                    <a:pt x="214591" y="177533"/>
                  </a:lnTo>
                  <a:lnTo>
                    <a:pt x="214477" y="177368"/>
                  </a:lnTo>
                  <a:lnTo>
                    <a:pt x="214388" y="177190"/>
                  </a:lnTo>
                  <a:lnTo>
                    <a:pt x="213944" y="176428"/>
                  </a:lnTo>
                  <a:lnTo>
                    <a:pt x="213055" y="176428"/>
                  </a:lnTo>
                  <a:lnTo>
                    <a:pt x="212699" y="177025"/>
                  </a:lnTo>
                  <a:lnTo>
                    <a:pt x="211010" y="179895"/>
                  </a:lnTo>
                  <a:lnTo>
                    <a:pt x="215988" y="179895"/>
                  </a:lnTo>
                  <a:close/>
                </a:path>
                <a:path w="274954" h="389254">
                  <a:moveTo>
                    <a:pt x="217119" y="214147"/>
                  </a:moveTo>
                  <a:lnTo>
                    <a:pt x="215684" y="214299"/>
                  </a:lnTo>
                  <a:lnTo>
                    <a:pt x="215188" y="214337"/>
                  </a:lnTo>
                  <a:lnTo>
                    <a:pt x="214706" y="214388"/>
                  </a:lnTo>
                  <a:lnTo>
                    <a:pt x="214223" y="214426"/>
                  </a:lnTo>
                  <a:lnTo>
                    <a:pt x="212953" y="214553"/>
                  </a:lnTo>
                  <a:lnTo>
                    <a:pt x="212953" y="216268"/>
                  </a:lnTo>
                  <a:lnTo>
                    <a:pt x="214223" y="216395"/>
                  </a:lnTo>
                  <a:lnTo>
                    <a:pt x="214706" y="216446"/>
                  </a:lnTo>
                  <a:lnTo>
                    <a:pt x="215188" y="216496"/>
                  </a:lnTo>
                  <a:lnTo>
                    <a:pt x="215684" y="216535"/>
                  </a:lnTo>
                  <a:lnTo>
                    <a:pt x="217119" y="216687"/>
                  </a:lnTo>
                  <a:lnTo>
                    <a:pt x="217119" y="214147"/>
                  </a:lnTo>
                  <a:close/>
                </a:path>
                <a:path w="274954" h="389254">
                  <a:moveTo>
                    <a:pt x="219697" y="140423"/>
                  </a:moveTo>
                  <a:lnTo>
                    <a:pt x="215861" y="131597"/>
                  </a:lnTo>
                  <a:lnTo>
                    <a:pt x="209054" y="135305"/>
                  </a:lnTo>
                  <a:lnTo>
                    <a:pt x="211950" y="139915"/>
                  </a:lnTo>
                  <a:lnTo>
                    <a:pt x="214388" y="143814"/>
                  </a:lnTo>
                  <a:lnTo>
                    <a:pt x="219697" y="140423"/>
                  </a:lnTo>
                  <a:close/>
                </a:path>
                <a:path w="274954" h="389254">
                  <a:moveTo>
                    <a:pt x="220383" y="273583"/>
                  </a:moveTo>
                  <a:lnTo>
                    <a:pt x="219519" y="272148"/>
                  </a:lnTo>
                  <a:lnTo>
                    <a:pt x="217855" y="272021"/>
                  </a:lnTo>
                  <a:lnTo>
                    <a:pt x="216890" y="271932"/>
                  </a:lnTo>
                  <a:lnTo>
                    <a:pt x="216458" y="272923"/>
                  </a:lnTo>
                  <a:lnTo>
                    <a:pt x="216814" y="275513"/>
                  </a:lnTo>
                  <a:lnTo>
                    <a:pt x="218782" y="275640"/>
                  </a:lnTo>
                  <a:lnTo>
                    <a:pt x="220383" y="273583"/>
                  </a:lnTo>
                  <a:close/>
                </a:path>
                <a:path w="274954" h="389254">
                  <a:moveTo>
                    <a:pt x="227469" y="207873"/>
                  </a:moveTo>
                  <a:lnTo>
                    <a:pt x="224739" y="205917"/>
                  </a:lnTo>
                  <a:lnTo>
                    <a:pt x="224066" y="207060"/>
                  </a:lnTo>
                  <a:lnTo>
                    <a:pt x="225196" y="208470"/>
                  </a:lnTo>
                  <a:lnTo>
                    <a:pt x="225945" y="209423"/>
                  </a:lnTo>
                  <a:lnTo>
                    <a:pt x="227469" y="207873"/>
                  </a:lnTo>
                  <a:close/>
                </a:path>
                <a:path w="274954" h="389254">
                  <a:moveTo>
                    <a:pt x="228422" y="366356"/>
                  </a:moveTo>
                  <a:lnTo>
                    <a:pt x="226974" y="365201"/>
                  </a:lnTo>
                  <a:lnTo>
                    <a:pt x="225945" y="364375"/>
                  </a:lnTo>
                  <a:lnTo>
                    <a:pt x="225145" y="364363"/>
                  </a:lnTo>
                  <a:lnTo>
                    <a:pt x="224282" y="365048"/>
                  </a:lnTo>
                  <a:lnTo>
                    <a:pt x="222643" y="366356"/>
                  </a:lnTo>
                  <a:lnTo>
                    <a:pt x="223913" y="368681"/>
                  </a:lnTo>
                  <a:lnTo>
                    <a:pt x="227164" y="368681"/>
                  </a:lnTo>
                  <a:lnTo>
                    <a:pt x="228422" y="366356"/>
                  </a:lnTo>
                  <a:close/>
                </a:path>
                <a:path w="274954" h="389254">
                  <a:moveTo>
                    <a:pt x="231216" y="228295"/>
                  </a:moveTo>
                  <a:lnTo>
                    <a:pt x="230924" y="228295"/>
                  </a:lnTo>
                  <a:lnTo>
                    <a:pt x="230632" y="228295"/>
                  </a:lnTo>
                  <a:lnTo>
                    <a:pt x="230632" y="228752"/>
                  </a:lnTo>
                  <a:lnTo>
                    <a:pt x="231216" y="228752"/>
                  </a:lnTo>
                  <a:lnTo>
                    <a:pt x="231216" y="228295"/>
                  </a:lnTo>
                  <a:close/>
                </a:path>
                <a:path w="274954" h="389254">
                  <a:moveTo>
                    <a:pt x="231495" y="193725"/>
                  </a:moveTo>
                  <a:lnTo>
                    <a:pt x="231038" y="193192"/>
                  </a:lnTo>
                  <a:lnTo>
                    <a:pt x="229704" y="191566"/>
                  </a:lnTo>
                  <a:lnTo>
                    <a:pt x="227723" y="192620"/>
                  </a:lnTo>
                  <a:lnTo>
                    <a:pt x="227723" y="195453"/>
                  </a:lnTo>
                  <a:lnTo>
                    <a:pt x="229717" y="196494"/>
                  </a:lnTo>
                  <a:lnTo>
                    <a:pt x="230720" y="195275"/>
                  </a:lnTo>
                  <a:lnTo>
                    <a:pt x="230822" y="195135"/>
                  </a:lnTo>
                  <a:lnTo>
                    <a:pt x="231038" y="194881"/>
                  </a:lnTo>
                  <a:lnTo>
                    <a:pt x="231495" y="194348"/>
                  </a:lnTo>
                  <a:lnTo>
                    <a:pt x="231495" y="193725"/>
                  </a:lnTo>
                  <a:close/>
                </a:path>
                <a:path w="274954" h="389254">
                  <a:moveTo>
                    <a:pt x="231876" y="245783"/>
                  </a:moveTo>
                  <a:lnTo>
                    <a:pt x="228523" y="245783"/>
                  </a:lnTo>
                  <a:lnTo>
                    <a:pt x="229349" y="247637"/>
                  </a:lnTo>
                  <a:lnTo>
                    <a:pt x="229438" y="247815"/>
                  </a:lnTo>
                  <a:lnTo>
                    <a:pt x="229501" y="248005"/>
                  </a:lnTo>
                  <a:lnTo>
                    <a:pt x="229806" y="248640"/>
                  </a:lnTo>
                  <a:lnTo>
                    <a:pt x="230606" y="248640"/>
                  </a:lnTo>
                  <a:lnTo>
                    <a:pt x="230809" y="248183"/>
                  </a:lnTo>
                  <a:lnTo>
                    <a:pt x="230974" y="247815"/>
                  </a:lnTo>
                  <a:lnTo>
                    <a:pt x="231051" y="247637"/>
                  </a:lnTo>
                  <a:lnTo>
                    <a:pt x="231876" y="245783"/>
                  </a:lnTo>
                  <a:close/>
                </a:path>
                <a:path w="274954" h="389254">
                  <a:moveTo>
                    <a:pt x="232524" y="263804"/>
                  </a:moveTo>
                  <a:lnTo>
                    <a:pt x="230339" y="259168"/>
                  </a:lnTo>
                  <a:lnTo>
                    <a:pt x="230162" y="259118"/>
                  </a:lnTo>
                  <a:lnTo>
                    <a:pt x="229984" y="259168"/>
                  </a:lnTo>
                  <a:lnTo>
                    <a:pt x="229222" y="259359"/>
                  </a:lnTo>
                  <a:lnTo>
                    <a:pt x="229908" y="259181"/>
                  </a:lnTo>
                  <a:lnTo>
                    <a:pt x="228549" y="259473"/>
                  </a:lnTo>
                  <a:lnTo>
                    <a:pt x="226288" y="263893"/>
                  </a:lnTo>
                  <a:lnTo>
                    <a:pt x="227672" y="265137"/>
                  </a:lnTo>
                  <a:lnTo>
                    <a:pt x="230962" y="265226"/>
                  </a:lnTo>
                  <a:lnTo>
                    <a:pt x="232524" y="263804"/>
                  </a:lnTo>
                  <a:close/>
                </a:path>
                <a:path w="274954" h="389254">
                  <a:moveTo>
                    <a:pt x="232803" y="164109"/>
                  </a:moveTo>
                  <a:lnTo>
                    <a:pt x="229743" y="163093"/>
                  </a:lnTo>
                  <a:lnTo>
                    <a:pt x="229463" y="163880"/>
                  </a:lnTo>
                  <a:lnTo>
                    <a:pt x="229920" y="164172"/>
                  </a:lnTo>
                  <a:lnTo>
                    <a:pt x="231254" y="165061"/>
                  </a:lnTo>
                  <a:lnTo>
                    <a:pt x="232079" y="165595"/>
                  </a:lnTo>
                  <a:lnTo>
                    <a:pt x="232803" y="164109"/>
                  </a:lnTo>
                  <a:close/>
                </a:path>
                <a:path w="274954" h="389254">
                  <a:moveTo>
                    <a:pt x="234950" y="281914"/>
                  </a:moveTo>
                  <a:lnTo>
                    <a:pt x="231419" y="284124"/>
                  </a:lnTo>
                  <a:lnTo>
                    <a:pt x="230708" y="284568"/>
                  </a:lnTo>
                  <a:lnTo>
                    <a:pt x="230365" y="284797"/>
                  </a:lnTo>
                  <a:lnTo>
                    <a:pt x="229628" y="285254"/>
                  </a:lnTo>
                  <a:lnTo>
                    <a:pt x="229628" y="286283"/>
                  </a:lnTo>
                  <a:lnTo>
                    <a:pt x="234950" y="289623"/>
                  </a:lnTo>
                  <a:lnTo>
                    <a:pt x="234950" y="281914"/>
                  </a:lnTo>
                  <a:close/>
                </a:path>
                <a:path w="274954" h="389254">
                  <a:moveTo>
                    <a:pt x="236728" y="120129"/>
                  </a:moveTo>
                  <a:lnTo>
                    <a:pt x="235216" y="118033"/>
                  </a:lnTo>
                  <a:lnTo>
                    <a:pt x="233057" y="117944"/>
                  </a:lnTo>
                  <a:lnTo>
                    <a:pt x="229374" y="117767"/>
                  </a:lnTo>
                  <a:lnTo>
                    <a:pt x="228612" y="120535"/>
                  </a:lnTo>
                  <a:lnTo>
                    <a:pt x="229908" y="122008"/>
                  </a:lnTo>
                  <a:lnTo>
                    <a:pt x="230898" y="123164"/>
                  </a:lnTo>
                  <a:lnTo>
                    <a:pt x="232346" y="124815"/>
                  </a:lnTo>
                  <a:lnTo>
                    <a:pt x="235077" y="124028"/>
                  </a:lnTo>
                  <a:lnTo>
                    <a:pt x="236728" y="120129"/>
                  </a:lnTo>
                  <a:close/>
                </a:path>
                <a:path w="274954" h="389254">
                  <a:moveTo>
                    <a:pt x="240499" y="156032"/>
                  </a:moveTo>
                  <a:lnTo>
                    <a:pt x="237070" y="156527"/>
                  </a:lnTo>
                  <a:lnTo>
                    <a:pt x="237070" y="157048"/>
                  </a:lnTo>
                  <a:lnTo>
                    <a:pt x="238086" y="157200"/>
                  </a:lnTo>
                  <a:lnTo>
                    <a:pt x="238772" y="157289"/>
                  </a:lnTo>
                  <a:lnTo>
                    <a:pt x="239471" y="157403"/>
                  </a:lnTo>
                  <a:lnTo>
                    <a:pt x="240487" y="157543"/>
                  </a:lnTo>
                  <a:lnTo>
                    <a:pt x="240499" y="156032"/>
                  </a:lnTo>
                  <a:close/>
                </a:path>
                <a:path w="274954" h="389254">
                  <a:moveTo>
                    <a:pt x="243560" y="258648"/>
                  </a:moveTo>
                  <a:lnTo>
                    <a:pt x="242976" y="258648"/>
                  </a:lnTo>
                  <a:lnTo>
                    <a:pt x="242976" y="259092"/>
                  </a:lnTo>
                  <a:lnTo>
                    <a:pt x="243268" y="259092"/>
                  </a:lnTo>
                  <a:lnTo>
                    <a:pt x="243560" y="259092"/>
                  </a:lnTo>
                  <a:lnTo>
                    <a:pt x="243560" y="258648"/>
                  </a:lnTo>
                  <a:close/>
                </a:path>
                <a:path w="274954" h="389254">
                  <a:moveTo>
                    <a:pt x="243713" y="323024"/>
                  </a:moveTo>
                  <a:lnTo>
                    <a:pt x="243370" y="321462"/>
                  </a:lnTo>
                  <a:lnTo>
                    <a:pt x="240576" y="320459"/>
                  </a:lnTo>
                  <a:lnTo>
                    <a:pt x="239395" y="321335"/>
                  </a:lnTo>
                  <a:lnTo>
                    <a:pt x="239458" y="322338"/>
                  </a:lnTo>
                  <a:lnTo>
                    <a:pt x="237477" y="324345"/>
                  </a:lnTo>
                  <a:lnTo>
                    <a:pt x="241566" y="327482"/>
                  </a:lnTo>
                  <a:lnTo>
                    <a:pt x="243713" y="323024"/>
                  </a:lnTo>
                  <a:close/>
                </a:path>
                <a:path w="274954" h="389254">
                  <a:moveTo>
                    <a:pt x="245338" y="207556"/>
                  </a:moveTo>
                  <a:lnTo>
                    <a:pt x="245262" y="207060"/>
                  </a:lnTo>
                  <a:lnTo>
                    <a:pt x="244932" y="206692"/>
                  </a:lnTo>
                  <a:lnTo>
                    <a:pt x="244767" y="206502"/>
                  </a:lnTo>
                  <a:lnTo>
                    <a:pt x="244005" y="205651"/>
                  </a:lnTo>
                  <a:lnTo>
                    <a:pt x="243001" y="206463"/>
                  </a:lnTo>
                  <a:lnTo>
                    <a:pt x="242862" y="207276"/>
                  </a:lnTo>
                  <a:lnTo>
                    <a:pt x="242658" y="207556"/>
                  </a:lnTo>
                  <a:lnTo>
                    <a:pt x="242570" y="207911"/>
                  </a:lnTo>
                  <a:lnTo>
                    <a:pt x="242735" y="208216"/>
                  </a:lnTo>
                  <a:lnTo>
                    <a:pt x="242811" y="208368"/>
                  </a:lnTo>
                  <a:lnTo>
                    <a:pt x="242989" y="208686"/>
                  </a:lnTo>
                  <a:lnTo>
                    <a:pt x="243319" y="208902"/>
                  </a:lnTo>
                  <a:lnTo>
                    <a:pt x="244297" y="208826"/>
                  </a:lnTo>
                  <a:lnTo>
                    <a:pt x="244767" y="208597"/>
                  </a:lnTo>
                  <a:lnTo>
                    <a:pt x="245338" y="207556"/>
                  </a:lnTo>
                  <a:close/>
                </a:path>
                <a:path w="274954" h="389254">
                  <a:moveTo>
                    <a:pt x="245821" y="277215"/>
                  </a:moveTo>
                  <a:lnTo>
                    <a:pt x="245452" y="277215"/>
                  </a:lnTo>
                  <a:lnTo>
                    <a:pt x="245084" y="277215"/>
                  </a:lnTo>
                  <a:lnTo>
                    <a:pt x="245084" y="277774"/>
                  </a:lnTo>
                  <a:lnTo>
                    <a:pt x="245821" y="277774"/>
                  </a:lnTo>
                  <a:lnTo>
                    <a:pt x="245821" y="277215"/>
                  </a:lnTo>
                  <a:close/>
                </a:path>
                <a:path w="274954" h="389254">
                  <a:moveTo>
                    <a:pt x="246291" y="379361"/>
                  </a:moveTo>
                  <a:lnTo>
                    <a:pt x="246126" y="379183"/>
                  </a:lnTo>
                  <a:lnTo>
                    <a:pt x="245605" y="378587"/>
                  </a:lnTo>
                  <a:lnTo>
                    <a:pt x="244525" y="378866"/>
                  </a:lnTo>
                  <a:lnTo>
                    <a:pt x="243916" y="379183"/>
                  </a:lnTo>
                  <a:lnTo>
                    <a:pt x="243801" y="377761"/>
                  </a:lnTo>
                  <a:lnTo>
                    <a:pt x="243586" y="376631"/>
                  </a:lnTo>
                  <a:lnTo>
                    <a:pt x="241642" y="373087"/>
                  </a:lnTo>
                  <a:lnTo>
                    <a:pt x="241515" y="372846"/>
                  </a:lnTo>
                  <a:lnTo>
                    <a:pt x="238988" y="372376"/>
                  </a:lnTo>
                  <a:lnTo>
                    <a:pt x="236778" y="373087"/>
                  </a:lnTo>
                  <a:lnTo>
                    <a:pt x="234429" y="372643"/>
                  </a:lnTo>
                  <a:lnTo>
                    <a:pt x="231851" y="373316"/>
                  </a:lnTo>
                  <a:lnTo>
                    <a:pt x="227012" y="377761"/>
                  </a:lnTo>
                  <a:lnTo>
                    <a:pt x="227228" y="382511"/>
                  </a:lnTo>
                  <a:lnTo>
                    <a:pt x="232930" y="388721"/>
                  </a:lnTo>
                  <a:lnTo>
                    <a:pt x="238125" y="389013"/>
                  </a:lnTo>
                  <a:lnTo>
                    <a:pt x="242557" y="384797"/>
                  </a:lnTo>
                  <a:lnTo>
                    <a:pt x="243268" y="383362"/>
                  </a:lnTo>
                  <a:lnTo>
                    <a:pt x="243662" y="381850"/>
                  </a:lnTo>
                  <a:lnTo>
                    <a:pt x="244652" y="381381"/>
                  </a:lnTo>
                  <a:lnTo>
                    <a:pt x="245071" y="381076"/>
                  </a:lnTo>
                  <a:lnTo>
                    <a:pt x="245262" y="380949"/>
                  </a:lnTo>
                  <a:lnTo>
                    <a:pt x="246291" y="379361"/>
                  </a:lnTo>
                  <a:close/>
                </a:path>
                <a:path w="274954" h="389254">
                  <a:moveTo>
                    <a:pt x="248704" y="239115"/>
                  </a:moveTo>
                  <a:lnTo>
                    <a:pt x="244259" y="240220"/>
                  </a:lnTo>
                  <a:lnTo>
                    <a:pt x="244246" y="241655"/>
                  </a:lnTo>
                  <a:lnTo>
                    <a:pt x="245186" y="241884"/>
                  </a:lnTo>
                  <a:lnTo>
                    <a:pt x="246100" y="242112"/>
                  </a:lnTo>
                  <a:lnTo>
                    <a:pt x="246545" y="242214"/>
                  </a:lnTo>
                  <a:lnTo>
                    <a:pt x="248691" y="242760"/>
                  </a:lnTo>
                  <a:lnTo>
                    <a:pt x="248704" y="239115"/>
                  </a:lnTo>
                  <a:close/>
                </a:path>
                <a:path w="274954" h="389254">
                  <a:moveTo>
                    <a:pt x="254495" y="186270"/>
                  </a:moveTo>
                  <a:lnTo>
                    <a:pt x="254342" y="185305"/>
                  </a:lnTo>
                  <a:lnTo>
                    <a:pt x="254266" y="184772"/>
                  </a:lnTo>
                  <a:lnTo>
                    <a:pt x="254101" y="184454"/>
                  </a:lnTo>
                  <a:lnTo>
                    <a:pt x="251853" y="181051"/>
                  </a:lnTo>
                  <a:lnTo>
                    <a:pt x="248018" y="185166"/>
                  </a:lnTo>
                  <a:lnTo>
                    <a:pt x="250926" y="186893"/>
                  </a:lnTo>
                  <a:lnTo>
                    <a:pt x="251536" y="187248"/>
                  </a:lnTo>
                  <a:lnTo>
                    <a:pt x="252018" y="187375"/>
                  </a:lnTo>
                  <a:lnTo>
                    <a:pt x="253923" y="187566"/>
                  </a:lnTo>
                  <a:lnTo>
                    <a:pt x="254495" y="186270"/>
                  </a:lnTo>
                  <a:close/>
                </a:path>
                <a:path w="274954" h="389254">
                  <a:moveTo>
                    <a:pt x="257365" y="170357"/>
                  </a:moveTo>
                  <a:lnTo>
                    <a:pt x="256781" y="170357"/>
                  </a:lnTo>
                  <a:lnTo>
                    <a:pt x="256781" y="170815"/>
                  </a:lnTo>
                  <a:lnTo>
                    <a:pt x="257073" y="170815"/>
                  </a:lnTo>
                  <a:lnTo>
                    <a:pt x="257365" y="170815"/>
                  </a:lnTo>
                  <a:lnTo>
                    <a:pt x="257365" y="170357"/>
                  </a:lnTo>
                  <a:close/>
                </a:path>
                <a:path w="274954" h="389254">
                  <a:moveTo>
                    <a:pt x="257517" y="307568"/>
                  </a:moveTo>
                  <a:lnTo>
                    <a:pt x="257479" y="305295"/>
                  </a:lnTo>
                  <a:lnTo>
                    <a:pt x="254571" y="303593"/>
                  </a:lnTo>
                  <a:lnTo>
                    <a:pt x="252361" y="304622"/>
                  </a:lnTo>
                  <a:lnTo>
                    <a:pt x="252501" y="306425"/>
                  </a:lnTo>
                  <a:lnTo>
                    <a:pt x="252717" y="308914"/>
                  </a:lnTo>
                  <a:lnTo>
                    <a:pt x="253796" y="309664"/>
                  </a:lnTo>
                  <a:lnTo>
                    <a:pt x="254838" y="309079"/>
                  </a:lnTo>
                  <a:lnTo>
                    <a:pt x="255612" y="308648"/>
                  </a:lnTo>
                  <a:lnTo>
                    <a:pt x="257517" y="307568"/>
                  </a:lnTo>
                  <a:close/>
                </a:path>
                <a:path w="274954" h="389254">
                  <a:moveTo>
                    <a:pt x="260337" y="156768"/>
                  </a:moveTo>
                  <a:lnTo>
                    <a:pt x="256717" y="156768"/>
                  </a:lnTo>
                  <a:lnTo>
                    <a:pt x="256717" y="159575"/>
                  </a:lnTo>
                  <a:lnTo>
                    <a:pt x="258521" y="159575"/>
                  </a:lnTo>
                  <a:lnTo>
                    <a:pt x="260337" y="159575"/>
                  </a:lnTo>
                  <a:lnTo>
                    <a:pt x="260337" y="156768"/>
                  </a:lnTo>
                  <a:close/>
                </a:path>
                <a:path w="274954" h="389254">
                  <a:moveTo>
                    <a:pt x="261607" y="134442"/>
                  </a:moveTo>
                  <a:lnTo>
                    <a:pt x="258978" y="132207"/>
                  </a:lnTo>
                  <a:lnTo>
                    <a:pt x="258076" y="132194"/>
                  </a:lnTo>
                  <a:lnTo>
                    <a:pt x="255447" y="134442"/>
                  </a:lnTo>
                  <a:lnTo>
                    <a:pt x="256717" y="136931"/>
                  </a:lnTo>
                  <a:lnTo>
                    <a:pt x="258521" y="136931"/>
                  </a:lnTo>
                  <a:lnTo>
                    <a:pt x="260337" y="136931"/>
                  </a:lnTo>
                  <a:lnTo>
                    <a:pt x="261607" y="134442"/>
                  </a:lnTo>
                  <a:close/>
                </a:path>
                <a:path w="274954" h="389254">
                  <a:moveTo>
                    <a:pt x="261721" y="181394"/>
                  </a:moveTo>
                  <a:lnTo>
                    <a:pt x="261429" y="181394"/>
                  </a:lnTo>
                  <a:lnTo>
                    <a:pt x="261137" y="181394"/>
                  </a:lnTo>
                  <a:lnTo>
                    <a:pt x="261137" y="181851"/>
                  </a:lnTo>
                  <a:lnTo>
                    <a:pt x="261721" y="181851"/>
                  </a:lnTo>
                  <a:lnTo>
                    <a:pt x="261721" y="181394"/>
                  </a:lnTo>
                  <a:close/>
                </a:path>
                <a:path w="274954" h="389254">
                  <a:moveTo>
                    <a:pt x="264718" y="267931"/>
                  </a:moveTo>
                  <a:lnTo>
                    <a:pt x="263118" y="266814"/>
                  </a:lnTo>
                  <a:lnTo>
                    <a:pt x="261962" y="267627"/>
                  </a:lnTo>
                  <a:lnTo>
                    <a:pt x="260540" y="268643"/>
                  </a:lnTo>
                  <a:lnTo>
                    <a:pt x="260540" y="269786"/>
                  </a:lnTo>
                  <a:lnTo>
                    <a:pt x="261442" y="270433"/>
                  </a:lnTo>
                  <a:lnTo>
                    <a:pt x="261620" y="270560"/>
                  </a:lnTo>
                  <a:lnTo>
                    <a:pt x="261797" y="270675"/>
                  </a:lnTo>
                  <a:lnTo>
                    <a:pt x="261962" y="270789"/>
                  </a:lnTo>
                  <a:lnTo>
                    <a:pt x="263118" y="271614"/>
                  </a:lnTo>
                  <a:lnTo>
                    <a:pt x="264718" y="270510"/>
                  </a:lnTo>
                  <a:lnTo>
                    <a:pt x="264718" y="267931"/>
                  </a:lnTo>
                  <a:close/>
                </a:path>
                <a:path w="274954" h="389254">
                  <a:moveTo>
                    <a:pt x="265607" y="149669"/>
                  </a:moveTo>
                  <a:lnTo>
                    <a:pt x="260400" y="146685"/>
                  </a:lnTo>
                  <a:lnTo>
                    <a:pt x="259511" y="147726"/>
                  </a:lnTo>
                  <a:lnTo>
                    <a:pt x="260197" y="148323"/>
                  </a:lnTo>
                  <a:lnTo>
                    <a:pt x="264109" y="151714"/>
                  </a:lnTo>
                  <a:lnTo>
                    <a:pt x="265607" y="149669"/>
                  </a:lnTo>
                  <a:close/>
                </a:path>
                <a:path w="274954" h="389254">
                  <a:moveTo>
                    <a:pt x="271678" y="301815"/>
                  </a:moveTo>
                  <a:lnTo>
                    <a:pt x="270141" y="301815"/>
                  </a:lnTo>
                  <a:lnTo>
                    <a:pt x="268605" y="301815"/>
                  </a:lnTo>
                  <a:lnTo>
                    <a:pt x="268605" y="304203"/>
                  </a:lnTo>
                  <a:lnTo>
                    <a:pt x="271678" y="304203"/>
                  </a:lnTo>
                  <a:lnTo>
                    <a:pt x="271678" y="301815"/>
                  </a:lnTo>
                  <a:close/>
                </a:path>
                <a:path w="274954" h="389254">
                  <a:moveTo>
                    <a:pt x="274891" y="200799"/>
                  </a:moveTo>
                  <a:lnTo>
                    <a:pt x="274586" y="198374"/>
                  </a:lnTo>
                  <a:lnTo>
                    <a:pt x="272440" y="196786"/>
                  </a:lnTo>
                  <a:lnTo>
                    <a:pt x="270471" y="195961"/>
                  </a:lnTo>
                  <a:lnTo>
                    <a:pt x="269227" y="196761"/>
                  </a:lnTo>
                  <a:lnTo>
                    <a:pt x="268897" y="198323"/>
                  </a:lnTo>
                  <a:lnTo>
                    <a:pt x="268833" y="198869"/>
                  </a:lnTo>
                  <a:lnTo>
                    <a:pt x="268922" y="201612"/>
                  </a:lnTo>
                  <a:lnTo>
                    <a:pt x="271145" y="202984"/>
                  </a:lnTo>
                  <a:lnTo>
                    <a:pt x="272986" y="201917"/>
                  </a:lnTo>
                  <a:lnTo>
                    <a:pt x="274891" y="200799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4168305" y="7663630"/>
              <a:ext cx="565785" cy="445770"/>
            </a:xfrm>
            <a:custGeom>
              <a:avLst/>
              <a:gdLst/>
              <a:ahLst/>
              <a:cxnLst/>
              <a:rect l="l" t="t" r="r" b="b"/>
              <a:pathLst>
                <a:path w="565785" h="445770">
                  <a:moveTo>
                    <a:pt x="10325" y="360083"/>
                  </a:moveTo>
                  <a:lnTo>
                    <a:pt x="5156" y="360083"/>
                  </a:lnTo>
                  <a:lnTo>
                    <a:pt x="12" y="360083"/>
                  </a:lnTo>
                  <a:lnTo>
                    <a:pt x="0" y="368096"/>
                  </a:lnTo>
                  <a:lnTo>
                    <a:pt x="10312" y="368096"/>
                  </a:lnTo>
                  <a:lnTo>
                    <a:pt x="10325" y="360083"/>
                  </a:lnTo>
                  <a:close/>
                </a:path>
                <a:path w="565785" h="445770">
                  <a:moveTo>
                    <a:pt x="19037" y="372897"/>
                  </a:moveTo>
                  <a:lnTo>
                    <a:pt x="16891" y="371779"/>
                  </a:lnTo>
                  <a:lnTo>
                    <a:pt x="15798" y="373100"/>
                  </a:lnTo>
                  <a:lnTo>
                    <a:pt x="15557" y="373392"/>
                  </a:lnTo>
                  <a:lnTo>
                    <a:pt x="15011" y="374065"/>
                  </a:lnTo>
                  <a:lnTo>
                    <a:pt x="15011" y="374815"/>
                  </a:lnTo>
                  <a:lnTo>
                    <a:pt x="16891" y="377101"/>
                  </a:lnTo>
                  <a:lnTo>
                    <a:pt x="19037" y="375970"/>
                  </a:lnTo>
                  <a:lnTo>
                    <a:pt x="19037" y="372897"/>
                  </a:lnTo>
                  <a:close/>
                </a:path>
                <a:path w="565785" h="445770">
                  <a:moveTo>
                    <a:pt x="20167" y="368528"/>
                  </a:moveTo>
                  <a:lnTo>
                    <a:pt x="19875" y="368528"/>
                  </a:lnTo>
                  <a:lnTo>
                    <a:pt x="19570" y="368528"/>
                  </a:lnTo>
                  <a:lnTo>
                    <a:pt x="19570" y="368973"/>
                  </a:lnTo>
                  <a:lnTo>
                    <a:pt x="20167" y="368973"/>
                  </a:lnTo>
                  <a:lnTo>
                    <a:pt x="20167" y="368528"/>
                  </a:lnTo>
                  <a:close/>
                </a:path>
                <a:path w="565785" h="445770">
                  <a:moveTo>
                    <a:pt x="29730" y="352247"/>
                  </a:moveTo>
                  <a:lnTo>
                    <a:pt x="21945" y="355320"/>
                  </a:lnTo>
                  <a:lnTo>
                    <a:pt x="21920" y="358381"/>
                  </a:lnTo>
                  <a:lnTo>
                    <a:pt x="25095" y="359625"/>
                  </a:lnTo>
                  <a:lnTo>
                    <a:pt x="29705" y="361442"/>
                  </a:lnTo>
                  <a:lnTo>
                    <a:pt x="29730" y="352247"/>
                  </a:lnTo>
                  <a:close/>
                </a:path>
                <a:path w="565785" h="445770">
                  <a:moveTo>
                    <a:pt x="30454" y="279311"/>
                  </a:moveTo>
                  <a:lnTo>
                    <a:pt x="26289" y="274231"/>
                  </a:lnTo>
                  <a:lnTo>
                    <a:pt x="22631" y="275386"/>
                  </a:lnTo>
                  <a:lnTo>
                    <a:pt x="20535" y="280365"/>
                  </a:lnTo>
                  <a:lnTo>
                    <a:pt x="22440" y="283298"/>
                  </a:lnTo>
                  <a:lnTo>
                    <a:pt x="25831" y="283311"/>
                  </a:lnTo>
                  <a:lnTo>
                    <a:pt x="29337" y="283337"/>
                  </a:lnTo>
                  <a:lnTo>
                    <a:pt x="30454" y="279311"/>
                  </a:lnTo>
                  <a:close/>
                </a:path>
                <a:path w="565785" h="445770">
                  <a:moveTo>
                    <a:pt x="31546" y="410870"/>
                  </a:moveTo>
                  <a:lnTo>
                    <a:pt x="31115" y="409371"/>
                  </a:lnTo>
                  <a:lnTo>
                    <a:pt x="31076" y="409206"/>
                  </a:lnTo>
                  <a:lnTo>
                    <a:pt x="31026" y="409041"/>
                  </a:lnTo>
                  <a:lnTo>
                    <a:pt x="30772" y="408127"/>
                  </a:lnTo>
                  <a:lnTo>
                    <a:pt x="29667" y="408127"/>
                  </a:lnTo>
                  <a:lnTo>
                    <a:pt x="29451" y="408889"/>
                  </a:lnTo>
                  <a:lnTo>
                    <a:pt x="29362" y="409206"/>
                  </a:lnTo>
                  <a:lnTo>
                    <a:pt x="29311" y="409371"/>
                  </a:lnTo>
                  <a:lnTo>
                    <a:pt x="28892" y="410870"/>
                  </a:lnTo>
                  <a:lnTo>
                    <a:pt x="31546" y="410870"/>
                  </a:lnTo>
                  <a:close/>
                </a:path>
                <a:path w="565785" h="445770">
                  <a:moveTo>
                    <a:pt x="34061" y="322326"/>
                  </a:moveTo>
                  <a:lnTo>
                    <a:pt x="27482" y="318592"/>
                  </a:lnTo>
                  <a:lnTo>
                    <a:pt x="24726" y="324713"/>
                  </a:lnTo>
                  <a:lnTo>
                    <a:pt x="28892" y="326072"/>
                  </a:lnTo>
                  <a:lnTo>
                    <a:pt x="32054" y="327113"/>
                  </a:lnTo>
                  <a:lnTo>
                    <a:pt x="34061" y="322326"/>
                  </a:lnTo>
                  <a:close/>
                </a:path>
                <a:path w="565785" h="445770">
                  <a:moveTo>
                    <a:pt x="36449" y="374840"/>
                  </a:moveTo>
                  <a:lnTo>
                    <a:pt x="32829" y="372211"/>
                  </a:lnTo>
                  <a:lnTo>
                    <a:pt x="23456" y="374535"/>
                  </a:lnTo>
                  <a:lnTo>
                    <a:pt x="23456" y="382638"/>
                  </a:lnTo>
                  <a:lnTo>
                    <a:pt x="28740" y="383933"/>
                  </a:lnTo>
                  <a:lnTo>
                    <a:pt x="32829" y="384937"/>
                  </a:lnTo>
                  <a:lnTo>
                    <a:pt x="36449" y="382333"/>
                  </a:lnTo>
                  <a:lnTo>
                    <a:pt x="36449" y="374840"/>
                  </a:lnTo>
                  <a:close/>
                </a:path>
                <a:path w="565785" h="445770">
                  <a:moveTo>
                    <a:pt x="55626" y="359752"/>
                  </a:moveTo>
                  <a:lnTo>
                    <a:pt x="55283" y="358152"/>
                  </a:lnTo>
                  <a:lnTo>
                    <a:pt x="50914" y="355854"/>
                  </a:lnTo>
                  <a:lnTo>
                    <a:pt x="49225" y="357060"/>
                  </a:lnTo>
                  <a:lnTo>
                    <a:pt x="48717" y="361365"/>
                  </a:lnTo>
                  <a:lnTo>
                    <a:pt x="49542" y="362724"/>
                  </a:lnTo>
                  <a:lnTo>
                    <a:pt x="50495" y="363194"/>
                  </a:lnTo>
                  <a:lnTo>
                    <a:pt x="52578" y="364197"/>
                  </a:lnTo>
                  <a:lnTo>
                    <a:pt x="55029" y="363740"/>
                  </a:lnTo>
                  <a:lnTo>
                    <a:pt x="55626" y="359752"/>
                  </a:lnTo>
                  <a:close/>
                </a:path>
                <a:path w="565785" h="445770">
                  <a:moveTo>
                    <a:pt x="61544" y="394652"/>
                  </a:moveTo>
                  <a:lnTo>
                    <a:pt x="60540" y="392734"/>
                  </a:lnTo>
                  <a:lnTo>
                    <a:pt x="60109" y="391896"/>
                  </a:lnTo>
                  <a:lnTo>
                    <a:pt x="59588" y="391223"/>
                  </a:lnTo>
                  <a:lnTo>
                    <a:pt x="58026" y="389445"/>
                  </a:lnTo>
                  <a:lnTo>
                    <a:pt x="56337" y="390601"/>
                  </a:lnTo>
                  <a:lnTo>
                    <a:pt x="56896" y="392798"/>
                  </a:lnTo>
                  <a:lnTo>
                    <a:pt x="57188" y="393598"/>
                  </a:lnTo>
                  <a:lnTo>
                    <a:pt x="58661" y="396354"/>
                  </a:lnTo>
                  <a:lnTo>
                    <a:pt x="61544" y="394652"/>
                  </a:lnTo>
                  <a:close/>
                </a:path>
                <a:path w="565785" h="445770">
                  <a:moveTo>
                    <a:pt x="69265" y="272592"/>
                  </a:moveTo>
                  <a:lnTo>
                    <a:pt x="69037" y="272211"/>
                  </a:lnTo>
                  <a:lnTo>
                    <a:pt x="68783" y="272338"/>
                  </a:lnTo>
                  <a:lnTo>
                    <a:pt x="68414" y="272503"/>
                  </a:lnTo>
                  <a:lnTo>
                    <a:pt x="68059" y="272681"/>
                  </a:lnTo>
                  <a:lnTo>
                    <a:pt x="67691" y="272846"/>
                  </a:lnTo>
                  <a:lnTo>
                    <a:pt x="67424" y="272973"/>
                  </a:lnTo>
                  <a:lnTo>
                    <a:pt x="67652" y="273367"/>
                  </a:lnTo>
                  <a:lnTo>
                    <a:pt x="68275" y="273075"/>
                  </a:lnTo>
                  <a:lnTo>
                    <a:pt x="68643" y="272897"/>
                  </a:lnTo>
                  <a:lnTo>
                    <a:pt x="69265" y="272592"/>
                  </a:lnTo>
                  <a:close/>
                </a:path>
                <a:path w="565785" h="445770">
                  <a:moveTo>
                    <a:pt x="70243" y="311175"/>
                  </a:moveTo>
                  <a:lnTo>
                    <a:pt x="63182" y="311175"/>
                  </a:lnTo>
                  <a:lnTo>
                    <a:pt x="63182" y="316661"/>
                  </a:lnTo>
                  <a:lnTo>
                    <a:pt x="66713" y="316661"/>
                  </a:lnTo>
                  <a:lnTo>
                    <a:pt x="70243" y="316661"/>
                  </a:lnTo>
                  <a:lnTo>
                    <a:pt x="70243" y="311175"/>
                  </a:lnTo>
                  <a:close/>
                </a:path>
                <a:path w="565785" h="445770">
                  <a:moveTo>
                    <a:pt x="81419" y="308089"/>
                  </a:moveTo>
                  <a:lnTo>
                    <a:pt x="79248" y="308089"/>
                  </a:lnTo>
                  <a:lnTo>
                    <a:pt x="77076" y="308089"/>
                  </a:lnTo>
                  <a:lnTo>
                    <a:pt x="77063" y="311467"/>
                  </a:lnTo>
                  <a:lnTo>
                    <a:pt x="81407" y="311467"/>
                  </a:lnTo>
                  <a:lnTo>
                    <a:pt x="81419" y="308089"/>
                  </a:lnTo>
                  <a:close/>
                </a:path>
                <a:path w="565785" h="445770">
                  <a:moveTo>
                    <a:pt x="96608" y="328828"/>
                  </a:moveTo>
                  <a:lnTo>
                    <a:pt x="95631" y="328574"/>
                  </a:lnTo>
                  <a:lnTo>
                    <a:pt x="95465" y="328523"/>
                  </a:lnTo>
                  <a:lnTo>
                    <a:pt x="95300" y="328485"/>
                  </a:lnTo>
                  <a:lnTo>
                    <a:pt x="93713" y="328066"/>
                  </a:lnTo>
                  <a:lnTo>
                    <a:pt x="93713" y="330809"/>
                  </a:lnTo>
                  <a:lnTo>
                    <a:pt x="95631" y="330301"/>
                  </a:lnTo>
                  <a:lnTo>
                    <a:pt x="95796" y="330238"/>
                  </a:lnTo>
                  <a:lnTo>
                    <a:pt x="96608" y="330034"/>
                  </a:lnTo>
                  <a:lnTo>
                    <a:pt x="96608" y="328828"/>
                  </a:lnTo>
                  <a:close/>
                </a:path>
                <a:path w="565785" h="445770">
                  <a:moveTo>
                    <a:pt x="198996" y="3556"/>
                  </a:moveTo>
                  <a:lnTo>
                    <a:pt x="195618" y="0"/>
                  </a:lnTo>
                  <a:lnTo>
                    <a:pt x="192024" y="1625"/>
                  </a:lnTo>
                  <a:lnTo>
                    <a:pt x="192024" y="7175"/>
                  </a:lnTo>
                  <a:lnTo>
                    <a:pt x="195630" y="8788"/>
                  </a:lnTo>
                  <a:lnTo>
                    <a:pt x="197599" y="6705"/>
                  </a:lnTo>
                  <a:lnTo>
                    <a:pt x="198996" y="5245"/>
                  </a:lnTo>
                  <a:lnTo>
                    <a:pt x="198996" y="3556"/>
                  </a:lnTo>
                  <a:close/>
                </a:path>
                <a:path w="565785" h="445770">
                  <a:moveTo>
                    <a:pt x="203200" y="29857"/>
                  </a:moveTo>
                  <a:lnTo>
                    <a:pt x="201396" y="25984"/>
                  </a:lnTo>
                  <a:lnTo>
                    <a:pt x="197142" y="21437"/>
                  </a:lnTo>
                  <a:lnTo>
                    <a:pt x="193535" y="22593"/>
                  </a:lnTo>
                  <a:lnTo>
                    <a:pt x="193852" y="25107"/>
                  </a:lnTo>
                  <a:lnTo>
                    <a:pt x="194157" y="27584"/>
                  </a:lnTo>
                  <a:lnTo>
                    <a:pt x="194513" y="29603"/>
                  </a:lnTo>
                  <a:lnTo>
                    <a:pt x="196469" y="33794"/>
                  </a:lnTo>
                  <a:lnTo>
                    <a:pt x="199212" y="34277"/>
                  </a:lnTo>
                  <a:lnTo>
                    <a:pt x="202869" y="32131"/>
                  </a:lnTo>
                  <a:lnTo>
                    <a:pt x="203200" y="29857"/>
                  </a:lnTo>
                  <a:close/>
                </a:path>
                <a:path w="565785" h="445770">
                  <a:moveTo>
                    <a:pt x="203504" y="93078"/>
                  </a:moveTo>
                  <a:lnTo>
                    <a:pt x="203060" y="93078"/>
                  </a:lnTo>
                  <a:lnTo>
                    <a:pt x="203060" y="94361"/>
                  </a:lnTo>
                  <a:lnTo>
                    <a:pt x="203504" y="94361"/>
                  </a:lnTo>
                  <a:lnTo>
                    <a:pt x="203504" y="93370"/>
                  </a:lnTo>
                  <a:lnTo>
                    <a:pt x="203504" y="93078"/>
                  </a:lnTo>
                  <a:close/>
                </a:path>
                <a:path w="565785" h="445770">
                  <a:moveTo>
                    <a:pt x="210959" y="73469"/>
                  </a:moveTo>
                  <a:lnTo>
                    <a:pt x="208661" y="73469"/>
                  </a:lnTo>
                  <a:lnTo>
                    <a:pt x="208902" y="75006"/>
                  </a:lnTo>
                  <a:lnTo>
                    <a:pt x="208927" y="75222"/>
                  </a:lnTo>
                  <a:lnTo>
                    <a:pt x="208978" y="75438"/>
                  </a:lnTo>
                  <a:lnTo>
                    <a:pt x="209130" y="76466"/>
                  </a:lnTo>
                  <a:lnTo>
                    <a:pt x="210502" y="76466"/>
                  </a:lnTo>
                  <a:lnTo>
                    <a:pt x="210654" y="75438"/>
                  </a:lnTo>
                  <a:lnTo>
                    <a:pt x="210705" y="75222"/>
                  </a:lnTo>
                  <a:lnTo>
                    <a:pt x="210959" y="73469"/>
                  </a:lnTo>
                  <a:close/>
                </a:path>
                <a:path w="565785" h="445770">
                  <a:moveTo>
                    <a:pt x="211531" y="68402"/>
                  </a:moveTo>
                  <a:lnTo>
                    <a:pt x="209486" y="68707"/>
                  </a:lnTo>
                  <a:lnTo>
                    <a:pt x="209016" y="68770"/>
                  </a:lnTo>
                  <a:lnTo>
                    <a:pt x="208775" y="68808"/>
                  </a:lnTo>
                  <a:lnTo>
                    <a:pt x="207683" y="68961"/>
                  </a:lnTo>
                  <a:lnTo>
                    <a:pt x="207683" y="70878"/>
                  </a:lnTo>
                  <a:lnTo>
                    <a:pt x="208775" y="71031"/>
                  </a:lnTo>
                  <a:lnTo>
                    <a:pt x="209016" y="71081"/>
                  </a:lnTo>
                  <a:lnTo>
                    <a:pt x="211518" y="71437"/>
                  </a:lnTo>
                  <a:lnTo>
                    <a:pt x="211531" y="68402"/>
                  </a:lnTo>
                  <a:close/>
                </a:path>
                <a:path w="565785" h="445770">
                  <a:moveTo>
                    <a:pt x="212686" y="99237"/>
                  </a:moveTo>
                  <a:lnTo>
                    <a:pt x="209296" y="96532"/>
                  </a:lnTo>
                  <a:lnTo>
                    <a:pt x="208470" y="96075"/>
                  </a:lnTo>
                  <a:lnTo>
                    <a:pt x="206019" y="95783"/>
                  </a:lnTo>
                  <a:lnTo>
                    <a:pt x="204863" y="96545"/>
                  </a:lnTo>
                  <a:lnTo>
                    <a:pt x="204431" y="97370"/>
                  </a:lnTo>
                  <a:lnTo>
                    <a:pt x="203923" y="98336"/>
                  </a:lnTo>
                  <a:lnTo>
                    <a:pt x="203720" y="99136"/>
                  </a:lnTo>
                  <a:lnTo>
                    <a:pt x="204063" y="102933"/>
                  </a:lnTo>
                  <a:lnTo>
                    <a:pt x="206527" y="104940"/>
                  </a:lnTo>
                  <a:lnTo>
                    <a:pt x="211505" y="102831"/>
                  </a:lnTo>
                  <a:lnTo>
                    <a:pt x="212686" y="99237"/>
                  </a:lnTo>
                  <a:close/>
                </a:path>
                <a:path w="565785" h="445770">
                  <a:moveTo>
                    <a:pt x="212737" y="51777"/>
                  </a:moveTo>
                  <a:lnTo>
                    <a:pt x="208610" y="47078"/>
                  </a:lnTo>
                  <a:lnTo>
                    <a:pt x="205689" y="46888"/>
                  </a:lnTo>
                  <a:lnTo>
                    <a:pt x="201853" y="49136"/>
                  </a:lnTo>
                  <a:lnTo>
                    <a:pt x="200977" y="51142"/>
                  </a:lnTo>
                  <a:lnTo>
                    <a:pt x="201345" y="52895"/>
                  </a:lnTo>
                  <a:lnTo>
                    <a:pt x="201345" y="53022"/>
                  </a:lnTo>
                  <a:lnTo>
                    <a:pt x="201307" y="53162"/>
                  </a:lnTo>
                  <a:lnTo>
                    <a:pt x="201320" y="53289"/>
                  </a:lnTo>
                  <a:lnTo>
                    <a:pt x="200875" y="53187"/>
                  </a:lnTo>
                  <a:lnTo>
                    <a:pt x="200367" y="53352"/>
                  </a:lnTo>
                  <a:lnTo>
                    <a:pt x="199999" y="55702"/>
                  </a:lnTo>
                  <a:lnTo>
                    <a:pt x="201345" y="55918"/>
                  </a:lnTo>
                  <a:lnTo>
                    <a:pt x="201828" y="55232"/>
                  </a:lnTo>
                  <a:lnTo>
                    <a:pt x="203060" y="57848"/>
                  </a:lnTo>
                  <a:lnTo>
                    <a:pt x="206273" y="59461"/>
                  </a:lnTo>
                  <a:lnTo>
                    <a:pt x="212432" y="55664"/>
                  </a:lnTo>
                  <a:lnTo>
                    <a:pt x="212737" y="51777"/>
                  </a:lnTo>
                  <a:close/>
                </a:path>
                <a:path w="565785" h="445770">
                  <a:moveTo>
                    <a:pt x="213017" y="36588"/>
                  </a:moveTo>
                  <a:lnTo>
                    <a:pt x="212432" y="36588"/>
                  </a:lnTo>
                  <a:lnTo>
                    <a:pt x="212432" y="37045"/>
                  </a:lnTo>
                  <a:lnTo>
                    <a:pt x="212725" y="37045"/>
                  </a:lnTo>
                  <a:lnTo>
                    <a:pt x="213017" y="37045"/>
                  </a:lnTo>
                  <a:lnTo>
                    <a:pt x="213017" y="36588"/>
                  </a:lnTo>
                  <a:close/>
                </a:path>
                <a:path w="565785" h="445770">
                  <a:moveTo>
                    <a:pt x="216001" y="13665"/>
                  </a:moveTo>
                  <a:lnTo>
                    <a:pt x="215938" y="11684"/>
                  </a:lnTo>
                  <a:lnTo>
                    <a:pt x="215607" y="11176"/>
                  </a:lnTo>
                  <a:lnTo>
                    <a:pt x="215011" y="10414"/>
                  </a:lnTo>
                  <a:lnTo>
                    <a:pt x="213182" y="8115"/>
                  </a:lnTo>
                  <a:lnTo>
                    <a:pt x="209499" y="11874"/>
                  </a:lnTo>
                  <a:lnTo>
                    <a:pt x="212928" y="14325"/>
                  </a:lnTo>
                  <a:lnTo>
                    <a:pt x="213436" y="14478"/>
                  </a:lnTo>
                  <a:lnTo>
                    <a:pt x="214172" y="14465"/>
                  </a:lnTo>
                  <a:lnTo>
                    <a:pt x="215112" y="14452"/>
                  </a:lnTo>
                  <a:lnTo>
                    <a:pt x="216001" y="13665"/>
                  </a:lnTo>
                  <a:close/>
                </a:path>
                <a:path w="565785" h="445770">
                  <a:moveTo>
                    <a:pt x="217220" y="26365"/>
                  </a:moveTo>
                  <a:lnTo>
                    <a:pt x="217081" y="26365"/>
                  </a:lnTo>
                  <a:lnTo>
                    <a:pt x="216941" y="26365"/>
                  </a:lnTo>
                  <a:lnTo>
                    <a:pt x="216941" y="26568"/>
                  </a:lnTo>
                  <a:lnTo>
                    <a:pt x="217220" y="26568"/>
                  </a:lnTo>
                  <a:lnTo>
                    <a:pt x="217220" y="26365"/>
                  </a:lnTo>
                  <a:close/>
                </a:path>
                <a:path w="565785" h="445770">
                  <a:moveTo>
                    <a:pt x="228269" y="71767"/>
                  </a:moveTo>
                  <a:lnTo>
                    <a:pt x="227977" y="71767"/>
                  </a:lnTo>
                  <a:lnTo>
                    <a:pt x="227685" y="71767"/>
                  </a:lnTo>
                  <a:lnTo>
                    <a:pt x="227685" y="72212"/>
                  </a:lnTo>
                  <a:lnTo>
                    <a:pt x="228269" y="72212"/>
                  </a:lnTo>
                  <a:lnTo>
                    <a:pt x="228269" y="71767"/>
                  </a:lnTo>
                  <a:close/>
                </a:path>
                <a:path w="565785" h="445770">
                  <a:moveTo>
                    <a:pt x="230149" y="53200"/>
                  </a:moveTo>
                  <a:lnTo>
                    <a:pt x="229438" y="49428"/>
                  </a:lnTo>
                  <a:lnTo>
                    <a:pt x="226860" y="44907"/>
                  </a:lnTo>
                  <a:lnTo>
                    <a:pt x="224040" y="46710"/>
                  </a:lnTo>
                  <a:lnTo>
                    <a:pt x="225767" y="50698"/>
                  </a:lnTo>
                  <a:lnTo>
                    <a:pt x="224891" y="52197"/>
                  </a:lnTo>
                  <a:lnTo>
                    <a:pt x="224815" y="54102"/>
                  </a:lnTo>
                  <a:lnTo>
                    <a:pt x="224751" y="55702"/>
                  </a:lnTo>
                  <a:lnTo>
                    <a:pt x="226783" y="56388"/>
                  </a:lnTo>
                  <a:lnTo>
                    <a:pt x="230149" y="53200"/>
                  </a:lnTo>
                  <a:close/>
                </a:path>
                <a:path w="565785" h="445770">
                  <a:moveTo>
                    <a:pt x="233019" y="87210"/>
                  </a:moveTo>
                  <a:lnTo>
                    <a:pt x="232625" y="85509"/>
                  </a:lnTo>
                  <a:lnTo>
                    <a:pt x="232511" y="85077"/>
                  </a:lnTo>
                  <a:lnTo>
                    <a:pt x="232422" y="84645"/>
                  </a:lnTo>
                  <a:lnTo>
                    <a:pt x="232156" y="83502"/>
                  </a:lnTo>
                  <a:lnTo>
                    <a:pt x="231063" y="83502"/>
                  </a:lnTo>
                  <a:lnTo>
                    <a:pt x="230784" y="84645"/>
                  </a:lnTo>
                  <a:lnTo>
                    <a:pt x="230695" y="85077"/>
                  </a:lnTo>
                  <a:lnTo>
                    <a:pt x="230187" y="87198"/>
                  </a:lnTo>
                  <a:lnTo>
                    <a:pt x="233019" y="87210"/>
                  </a:lnTo>
                  <a:close/>
                </a:path>
                <a:path w="565785" h="445770">
                  <a:moveTo>
                    <a:pt x="240004" y="95821"/>
                  </a:moveTo>
                  <a:lnTo>
                    <a:pt x="239598" y="95821"/>
                  </a:lnTo>
                  <a:lnTo>
                    <a:pt x="239191" y="95821"/>
                  </a:lnTo>
                  <a:lnTo>
                    <a:pt x="239191" y="96443"/>
                  </a:lnTo>
                  <a:lnTo>
                    <a:pt x="240004" y="96443"/>
                  </a:lnTo>
                  <a:lnTo>
                    <a:pt x="240004" y="95821"/>
                  </a:lnTo>
                  <a:close/>
                </a:path>
                <a:path w="565785" h="445770">
                  <a:moveTo>
                    <a:pt x="243662" y="101638"/>
                  </a:moveTo>
                  <a:lnTo>
                    <a:pt x="231178" y="101638"/>
                  </a:lnTo>
                  <a:lnTo>
                    <a:pt x="231165" y="111328"/>
                  </a:lnTo>
                  <a:lnTo>
                    <a:pt x="237413" y="111328"/>
                  </a:lnTo>
                  <a:lnTo>
                    <a:pt x="243649" y="111328"/>
                  </a:lnTo>
                  <a:lnTo>
                    <a:pt x="243662" y="101638"/>
                  </a:lnTo>
                  <a:close/>
                </a:path>
                <a:path w="565785" h="445770">
                  <a:moveTo>
                    <a:pt x="249847" y="123774"/>
                  </a:moveTo>
                  <a:lnTo>
                    <a:pt x="248221" y="123774"/>
                  </a:lnTo>
                  <a:lnTo>
                    <a:pt x="248221" y="125044"/>
                  </a:lnTo>
                  <a:lnTo>
                    <a:pt x="249034" y="125044"/>
                  </a:lnTo>
                  <a:lnTo>
                    <a:pt x="249847" y="125044"/>
                  </a:lnTo>
                  <a:lnTo>
                    <a:pt x="249847" y="123774"/>
                  </a:lnTo>
                  <a:close/>
                </a:path>
                <a:path w="565785" h="445770">
                  <a:moveTo>
                    <a:pt x="250063" y="27393"/>
                  </a:moveTo>
                  <a:lnTo>
                    <a:pt x="248259" y="24053"/>
                  </a:lnTo>
                  <a:lnTo>
                    <a:pt x="241820" y="24218"/>
                  </a:lnTo>
                  <a:lnTo>
                    <a:pt x="239801" y="26809"/>
                  </a:lnTo>
                  <a:lnTo>
                    <a:pt x="242087" y="29845"/>
                  </a:lnTo>
                  <a:lnTo>
                    <a:pt x="243738" y="32042"/>
                  </a:lnTo>
                  <a:lnTo>
                    <a:pt x="247065" y="32524"/>
                  </a:lnTo>
                  <a:lnTo>
                    <a:pt x="250063" y="27393"/>
                  </a:lnTo>
                  <a:close/>
                </a:path>
                <a:path w="565785" h="445770">
                  <a:moveTo>
                    <a:pt x="250786" y="44183"/>
                  </a:moveTo>
                  <a:lnTo>
                    <a:pt x="250482" y="44183"/>
                  </a:lnTo>
                  <a:lnTo>
                    <a:pt x="250190" y="44183"/>
                  </a:lnTo>
                  <a:lnTo>
                    <a:pt x="250190" y="44627"/>
                  </a:lnTo>
                  <a:lnTo>
                    <a:pt x="250786" y="44627"/>
                  </a:lnTo>
                  <a:lnTo>
                    <a:pt x="250786" y="44183"/>
                  </a:lnTo>
                  <a:close/>
                </a:path>
                <a:path w="565785" h="445770">
                  <a:moveTo>
                    <a:pt x="260007" y="61785"/>
                  </a:moveTo>
                  <a:lnTo>
                    <a:pt x="249694" y="61785"/>
                  </a:lnTo>
                  <a:lnTo>
                    <a:pt x="249682" y="69786"/>
                  </a:lnTo>
                  <a:lnTo>
                    <a:pt x="254850" y="69786"/>
                  </a:lnTo>
                  <a:lnTo>
                    <a:pt x="259994" y="69786"/>
                  </a:lnTo>
                  <a:lnTo>
                    <a:pt x="260007" y="61785"/>
                  </a:lnTo>
                  <a:close/>
                </a:path>
                <a:path w="565785" h="445770">
                  <a:moveTo>
                    <a:pt x="260985" y="92608"/>
                  </a:moveTo>
                  <a:lnTo>
                    <a:pt x="257632" y="91097"/>
                  </a:lnTo>
                  <a:lnTo>
                    <a:pt x="255066" y="89941"/>
                  </a:lnTo>
                  <a:lnTo>
                    <a:pt x="252120" y="92976"/>
                  </a:lnTo>
                  <a:lnTo>
                    <a:pt x="257340" y="98056"/>
                  </a:lnTo>
                  <a:lnTo>
                    <a:pt x="260985" y="92608"/>
                  </a:lnTo>
                  <a:close/>
                </a:path>
                <a:path w="565785" h="445770">
                  <a:moveTo>
                    <a:pt x="269163" y="97574"/>
                  </a:moveTo>
                  <a:lnTo>
                    <a:pt x="265049" y="97383"/>
                  </a:lnTo>
                  <a:lnTo>
                    <a:pt x="264172" y="99390"/>
                  </a:lnTo>
                  <a:lnTo>
                    <a:pt x="263410" y="99898"/>
                  </a:lnTo>
                  <a:lnTo>
                    <a:pt x="262991" y="100863"/>
                  </a:lnTo>
                  <a:lnTo>
                    <a:pt x="265188" y="104559"/>
                  </a:lnTo>
                  <a:lnTo>
                    <a:pt x="268490" y="102946"/>
                  </a:lnTo>
                  <a:lnTo>
                    <a:pt x="268820" y="100317"/>
                  </a:lnTo>
                  <a:lnTo>
                    <a:pt x="269163" y="97574"/>
                  </a:lnTo>
                  <a:close/>
                </a:path>
                <a:path w="565785" h="445770">
                  <a:moveTo>
                    <a:pt x="274828" y="45999"/>
                  </a:moveTo>
                  <a:lnTo>
                    <a:pt x="272262" y="43916"/>
                  </a:lnTo>
                  <a:lnTo>
                    <a:pt x="265480" y="45974"/>
                  </a:lnTo>
                  <a:lnTo>
                    <a:pt x="265480" y="51104"/>
                  </a:lnTo>
                  <a:lnTo>
                    <a:pt x="269087" y="52197"/>
                  </a:lnTo>
                  <a:lnTo>
                    <a:pt x="272262" y="53162"/>
                  </a:lnTo>
                  <a:lnTo>
                    <a:pt x="274828" y="51079"/>
                  </a:lnTo>
                  <a:lnTo>
                    <a:pt x="274828" y="45999"/>
                  </a:lnTo>
                  <a:close/>
                </a:path>
                <a:path w="565785" h="445770">
                  <a:moveTo>
                    <a:pt x="277761" y="85547"/>
                  </a:moveTo>
                  <a:lnTo>
                    <a:pt x="272999" y="85547"/>
                  </a:lnTo>
                  <a:lnTo>
                    <a:pt x="268249" y="85547"/>
                  </a:lnTo>
                  <a:lnTo>
                    <a:pt x="268249" y="92925"/>
                  </a:lnTo>
                  <a:lnTo>
                    <a:pt x="277761" y="92925"/>
                  </a:lnTo>
                  <a:lnTo>
                    <a:pt x="277761" y="85547"/>
                  </a:lnTo>
                  <a:close/>
                </a:path>
                <a:path w="565785" h="445770">
                  <a:moveTo>
                    <a:pt x="280543" y="75311"/>
                  </a:moveTo>
                  <a:lnTo>
                    <a:pt x="280416" y="73266"/>
                  </a:lnTo>
                  <a:lnTo>
                    <a:pt x="277622" y="72504"/>
                  </a:lnTo>
                  <a:lnTo>
                    <a:pt x="275894" y="72174"/>
                  </a:lnTo>
                  <a:lnTo>
                    <a:pt x="273151" y="70802"/>
                  </a:lnTo>
                  <a:lnTo>
                    <a:pt x="271538" y="72542"/>
                  </a:lnTo>
                  <a:lnTo>
                    <a:pt x="272796" y="73609"/>
                  </a:lnTo>
                  <a:lnTo>
                    <a:pt x="274789" y="75311"/>
                  </a:lnTo>
                  <a:lnTo>
                    <a:pt x="276567" y="76073"/>
                  </a:lnTo>
                  <a:lnTo>
                    <a:pt x="280543" y="75311"/>
                  </a:lnTo>
                  <a:close/>
                </a:path>
                <a:path w="565785" h="445770">
                  <a:moveTo>
                    <a:pt x="281876" y="137147"/>
                  </a:moveTo>
                  <a:lnTo>
                    <a:pt x="279209" y="135763"/>
                  </a:lnTo>
                  <a:lnTo>
                    <a:pt x="277977" y="134747"/>
                  </a:lnTo>
                  <a:lnTo>
                    <a:pt x="276326" y="134416"/>
                  </a:lnTo>
                  <a:lnTo>
                    <a:pt x="272415" y="136690"/>
                  </a:lnTo>
                  <a:lnTo>
                    <a:pt x="271970" y="139954"/>
                  </a:lnTo>
                  <a:lnTo>
                    <a:pt x="275297" y="143256"/>
                  </a:lnTo>
                  <a:lnTo>
                    <a:pt x="277418" y="143573"/>
                  </a:lnTo>
                  <a:lnTo>
                    <a:pt x="281584" y="141046"/>
                  </a:lnTo>
                  <a:lnTo>
                    <a:pt x="281876" y="137147"/>
                  </a:lnTo>
                  <a:close/>
                </a:path>
                <a:path w="565785" h="445770">
                  <a:moveTo>
                    <a:pt x="283464" y="146951"/>
                  </a:moveTo>
                  <a:lnTo>
                    <a:pt x="283171" y="146951"/>
                  </a:lnTo>
                  <a:lnTo>
                    <a:pt x="282879" y="146951"/>
                  </a:lnTo>
                  <a:lnTo>
                    <a:pt x="282879" y="147396"/>
                  </a:lnTo>
                  <a:lnTo>
                    <a:pt x="283464" y="147396"/>
                  </a:lnTo>
                  <a:lnTo>
                    <a:pt x="283464" y="146951"/>
                  </a:lnTo>
                  <a:close/>
                </a:path>
                <a:path w="565785" h="445770">
                  <a:moveTo>
                    <a:pt x="290728" y="119354"/>
                  </a:moveTo>
                  <a:lnTo>
                    <a:pt x="290436" y="119354"/>
                  </a:lnTo>
                  <a:lnTo>
                    <a:pt x="290144" y="119354"/>
                  </a:lnTo>
                  <a:lnTo>
                    <a:pt x="290144" y="119811"/>
                  </a:lnTo>
                  <a:lnTo>
                    <a:pt x="290728" y="119811"/>
                  </a:lnTo>
                  <a:lnTo>
                    <a:pt x="290728" y="119354"/>
                  </a:lnTo>
                  <a:close/>
                </a:path>
                <a:path w="565785" h="445770">
                  <a:moveTo>
                    <a:pt x="298284" y="137312"/>
                  </a:moveTo>
                  <a:lnTo>
                    <a:pt x="294208" y="137312"/>
                  </a:lnTo>
                  <a:lnTo>
                    <a:pt x="294195" y="140474"/>
                  </a:lnTo>
                  <a:lnTo>
                    <a:pt x="296240" y="140474"/>
                  </a:lnTo>
                  <a:lnTo>
                    <a:pt x="298272" y="140474"/>
                  </a:lnTo>
                  <a:lnTo>
                    <a:pt x="298284" y="137312"/>
                  </a:lnTo>
                  <a:close/>
                </a:path>
                <a:path w="565785" h="445770">
                  <a:moveTo>
                    <a:pt x="308622" y="53695"/>
                  </a:moveTo>
                  <a:lnTo>
                    <a:pt x="307111" y="50736"/>
                  </a:lnTo>
                  <a:lnTo>
                    <a:pt x="302806" y="50736"/>
                  </a:lnTo>
                  <a:lnTo>
                    <a:pt x="301294" y="53708"/>
                  </a:lnTo>
                  <a:lnTo>
                    <a:pt x="303466" y="55549"/>
                  </a:lnTo>
                  <a:lnTo>
                    <a:pt x="304393" y="56337"/>
                  </a:lnTo>
                  <a:lnTo>
                    <a:pt x="305523" y="56337"/>
                  </a:lnTo>
                  <a:lnTo>
                    <a:pt x="308622" y="53695"/>
                  </a:lnTo>
                  <a:close/>
                </a:path>
                <a:path w="565785" h="445770">
                  <a:moveTo>
                    <a:pt x="311988" y="95072"/>
                  </a:moveTo>
                  <a:lnTo>
                    <a:pt x="311861" y="92087"/>
                  </a:lnTo>
                  <a:lnTo>
                    <a:pt x="310718" y="90411"/>
                  </a:lnTo>
                  <a:lnTo>
                    <a:pt x="302387" y="88201"/>
                  </a:lnTo>
                  <a:lnTo>
                    <a:pt x="300609" y="95465"/>
                  </a:lnTo>
                  <a:lnTo>
                    <a:pt x="307975" y="98285"/>
                  </a:lnTo>
                  <a:lnTo>
                    <a:pt x="309905" y="97802"/>
                  </a:lnTo>
                  <a:lnTo>
                    <a:pt x="310730" y="96774"/>
                  </a:lnTo>
                  <a:lnTo>
                    <a:pt x="311454" y="95885"/>
                  </a:lnTo>
                  <a:lnTo>
                    <a:pt x="311988" y="95072"/>
                  </a:lnTo>
                  <a:close/>
                </a:path>
                <a:path w="565785" h="445770">
                  <a:moveTo>
                    <a:pt x="314248" y="143192"/>
                  </a:moveTo>
                  <a:lnTo>
                    <a:pt x="312229" y="140563"/>
                  </a:lnTo>
                  <a:lnTo>
                    <a:pt x="309702" y="140703"/>
                  </a:lnTo>
                  <a:lnTo>
                    <a:pt x="309422" y="142760"/>
                  </a:lnTo>
                  <a:lnTo>
                    <a:pt x="309232" y="144195"/>
                  </a:lnTo>
                  <a:lnTo>
                    <a:pt x="309702" y="145288"/>
                  </a:lnTo>
                  <a:lnTo>
                    <a:pt x="310769" y="145199"/>
                  </a:lnTo>
                  <a:lnTo>
                    <a:pt x="311251" y="145161"/>
                  </a:lnTo>
                  <a:lnTo>
                    <a:pt x="311492" y="145148"/>
                  </a:lnTo>
                  <a:lnTo>
                    <a:pt x="313156" y="145008"/>
                  </a:lnTo>
                  <a:lnTo>
                    <a:pt x="314248" y="143192"/>
                  </a:lnTo>
                  <a:close/>
                </a:path>
                <a:path w="565785" h="445770">
                  <a:moveTo>
                    <a:pt x="319493" y="73139"/>
                  </a:moveTo>
                  <a:lnTo>
                    <a:pt x="313334" y="66268"/>
                  </a:lnTo>
                  <a:lnTo>
                    <a:pt x="309029" y="68656"/>
                  </a:lnTo>
                  <a:lnTo>
                    <a:pt x="308508" y="77635"/>
                  </a:lnTo>
                  <a:lnTo>
                    <a:pt x="312521" y="79883"/>
                  </a:lnTo>
                  <a:lnTo>
                    <a:pt x="315582" y="78587"/>
                  </a:lnTo>
                  <a:lnTo>
                    <a:pt x="318897" y="77203"/>
                  </a:lnTo>
                  <a:lnTo>
                    <a:pt x="319493" y="73139"/>
                  </a:lnTo>
                  <a:close/>
                </a:path>
                <a:path w="565785" h="445770">
                  <a:moveTo>
                    <a:pt x="326656" y="163410"/>
                  </a:moveTo>
                  <a:lnTo>
                    <a:pt x="325602" y="162420"/>
                  </a:lnTo>
                  <a:lnTo>
                    <a:pt x="324815" y="162902"/>
                  </a:lnTo>
                  <a:lnTo>
                    <a:pt x="323977" y="163410"/>
                  </a:lnTo>
                  <a:lnTo>
                    <a:pt x="322402" y="164376"/>
                  </a:lnTo>
                  <a:lnTo>
                    <a:pt x="324472" y="166611"/>
                  </a:lnTo>
                  <a:lnTo>
                    <a:pt x="326656" y="163410"/>
                  </a:lnTo>
                  <a:close/>
                </a:path>
                <a:path w="565785" h="445770">
                  <a:moveTo>
                    <a:pt x="339890" y="158064"/>
                  </a:moveTo>
                  <a:lnTo>
                    <a:pt x="336524" y="154495"/>
                  </a:lnTo>
                  <a:lnTo>
                    <a:pt x="332917" y="156121"/>
                  </a:lnTo>
                  <a:lnTo>
                    <a:pt x="332917" y="158902"/>
                  </a:lnTo>
                  <a:lnTo>
                    <a:pt x="332917" y="161671"/>
                  </a:lnTo>
                  <a:lnTo>
                    <a:pt x="336524" y="163283"/>
                  </a:lnTo>
                  <a:lnTo>
                    <a:pt x="339890" y="159740"/>
                  </a:lnTo>
                  <a:lnTo>
                    <a:pt x="339890" y="158064"/>
                  </a:lnTo>
                  <a:close/>
                </a:path>
                <a:path w="565785" h="445770">
                  <a:moveTo>
                    <a:pt x="340944" y="408343"/>
                  </a:moveTo>
                  <a:lnTo>
                    <a:pt x="336181" y="408343"/>
                  </a:lnTo>
                  <a:lnTo>
                    <a:pt x="331431" y="408343"/>
                  </a:lnTo>
                  <a:lnTo>
                    <a:pt x="331431" y="415721"/>
                  </a:lnTo>
                  <a:lnTo>
                    <a:pt x="340931" y="415721"/>
                  </a:lnTo>
                  <a:lnTo>
                    <a:pt x="340944" y="408343"/>
                  </a:lnTo>
                  <a:close/>
                </a:path>
                <a:path w="565785" h="445770">
                  <a:moveTo>
                    <a:pt x="365417" y="439877"/>
                  </a:moveTo>
                  <a:lnTo>
                    <a:pt x="363651" y="436626"/>
                  </a:lnTo>
                  <a:lnTo>
                    <a:pt x="360845" y="436689"/>
                  </a:lnTo>
                  <a:lnTo>
                    <a:pt x="357378" y="436791"/>
                  </a:lnTo>
                  <a:lnTo>
                    <a:pt x="355409" y="439293"/>
                  </a:lnTo>
                  <a:lnTo>
                    <a:pt x="359270" y="444385"/>
                  </a:lnTo>
                  <a:lnTo>
                    <a:pt x="362508" y="444855"/>
                  </a:lnTo>
                  <a:lnTo>
                    <a:pt x="365417" y="439877"/>
                  </a:lnTo>
                  <a:close/>
                </a:path>
                <a:path w="565785" h="445770">
                  <a:moveTo>
                    <a:pt x="365671" y="408114"/>
                  </a:moveTo>
                  <a:lnTo>
                    <a:pt x="363067" y="407314"/>
                  </a:lnTo>
                  <a:lnTo>
                    <a:pt x="357644" y="405676"/>
                  </a:lnTo>
                  <a:lnTo>
                    <a:pt x="357619" y="414261"/>
                  </a:lnTo>
                  <a:lnTo>
                    <a:pt x="365671" y="411810"/>
                  </a:lnTo>
                  <a:lnTo>
                    <a:pt x="365671" y="408114"/>
                  </a:lnTo>
                  <a:close/>
                </a:path>
                <a:path w="565785" h="445770">
                  <a:moveTo>
                    <a:pt x="422567" y="373570"/>
                  </a:moveTo>
                  <a:lnTo>
                    <a:pt x="421208" y="373570"/>
                  </a:lnTo>
                  <a:lnTo>
                    <a:pt x="421208" y="374624"/>
                  </a:lnTo>
                  <a:lnTo>
                    <a:pt x="421881" y="374624"/>
                  </a:lnTo>
                  <a:lnTo>
                    <a:pt x="422567" y="374624"/>
                  </a:lnTo>
                  <a:lnTo>
                    <a:pt x="422567" y="373570"/>
                  </a:lnTo>
                  <a:close/>
                </a:path>
                <a:path w="565785" h="445770">
                  <a:moveTo>
                    <a:pt x="427494" y="441007"/>
                  </a:moveTo>
                  <a:lnTo>
                    <a:pt x="426389" y="436765"/>
                  </a:lnTo>
                  <a:lnTo>
                    <a:pt x="425183" y="435483"/>
                  </a:lnTo>
                  <a:lnTo>
                    <a:pt x="422783" y="434949"/>
                  </a:lnTo>
                  <a:lnTo>
                    <a:pt x="421970" y="434949"/>
                  </a:lnTo>
                  <a:lnTo>
                    <a:pt x="420522" y="435267"/>
                  </a:lnTo>
                  <a:lnTo>
                    <a:pt x="420141" y="435508"/>
                  </a:lnTo>
                  <a:lnTo>
                    <a:pt x="419798" y="435813"/>
                  </a:lnTo>
                  <a:lnTo>
                    <a:pt x="417093" y="437311"/>
                  </a:lnTo>
                  <a:lnTo>
                    <a:pt x="416179" y="441667"/>
                  </a:lnTo>
                  <a:lnTo>
                    <a:pt x="420827" y="444271"/>
                  </a:lnTo>
                  <a:lnTo>
                    <a:pt x="422249" y="444563"/>
                  </a:lnTo>
                  <a:lnTo>
                    <a:pt x="423672" y="444030"/>
                  </a:lnTo>
                  <a:lnTo>
                    <a:pt x="425983" y="443153"/>
                  </a:lnTo>
                  <a:lnTo>
                    <a:pt x="427494" y="441007"/>
                  </a:lnTo>
                  <a:close/>
                </a:path>
                <a:path w="565785" h="445770">
                  <a:moveTo>
                    <a:pt x="438340" y="395846"/>
                  </a:moveTo>
                  <a:lnTo>
                    <a:pt x="432993" y="391604"/>
                  </a:lnTo>
                  <a:lnTo>
                    <a:pt x="431939" y="391007"/>
                  </a:lnTo>
                  <a:lnTo>
                    <a:pt x="430809" y="390740"/>
                  </a:lnTo>
                  <a:lnTo>
                    <a:pt x="431025" y="390448"/>
                  </a:lnTo>
                  <a:lnTo>
                    <a:pt x="431126" y="389966"/>
                  </a:lnTo>
                  <a:lnTo>
                    <a:pt x="431165" y="388200"/>
                  </a:lnTo>
                  <a:lnTo>
                    <a:pt x="428815" y="387769"/>
                  </a:lnTo>
                  <a:lnTo>
                    <a:pt x="427329" y="389674"/>
                  </a:lnTo>
                  <a:lnTo>
                    <a:pt x="428193" y="390613"/>
                  </a:lnTo>
                  <a:lnTo>
                    <a:pt x="428371" y="390347"/>
                  </a:lnTo>
                  <a:lnTo>
                    <a:pt x="428498" y="390321"/>
                  </a:lnTo>
                  <a:lnTo>
                    <a:pt x="428866" y="389966"/>
                  </a:lnTo>
                  <a:lnTo>
                    <a:pt x="429475" y="390067"/>
                  </a:lnTo>
                  <a:lnTo>
                    <a:pt x="429336" y="390194"/>
                  </a:lnTo>
                  <a:lnTo>
                    <a:pt x="428523" y="390309"/>
                  </a:lnTo>
                  <a:lnTo>
                    <a:pt x="428409" y="390525"/>
                  </a:lnTo>
                  <a:lnTo>
                    <a:pt x="428536" y="390588"/>
                  </a:lnTo>
                  <a:lnTo>
                    <a:pt x="427583" y="390842"/>
                  </a:lnTo>
                  <a:lnTo>
                    <a:pt x="424903" y="392023"/>
                  </a:lnTo>
                  <a:lnTo>
                    <a:pt x="423011" y="394335"/>
                  </a:lnTo>
                  <a:lnTo>
                    <a:pt x="423545" y="402196"/>
                  </a:lnTo>
                  <a:lnTo>
                    <a:pt x="427913" y="405523"/>
                  </a:lnTo>
                  <a:lnTo>
                    <a:pt x="436321" y="401980"/>
                  </a:lnTo>
                  <a:lnTo>
                    <a:pt x="438340" y="395846"/>
                  </a:lnTo>
                  <a:close/>
                </a:path>
                <a:path w="565785" h="445770">
                  <a:moveTo>
                    <a:pt x="452259" y="427393"/>
                  </a:moveTo>
                  <a:lnTo>
                    <a:pt x="450583" y="424865"/>
                  </a:lnTo>
                  <a:lnTo>
                    <a:pt x="449643" y="423443"/>
                  </a:lnTo>
                  <a:lnTo>
                    <a:pt x="448716" y="422567"/>
                  </a:lnTo>
                  <a:lnTo>
                    <a:pt x="444296" y="422554"/>
                  </a:lnTo>
                  <a:lnTo>
                    <a:pt x="441934" y="424408"/>
                  </a:lnTo>
                  <a:lnTo>
                    <a:pt x="441934" y="430199"/>
                  </a:lnTo>
                  <a:lnTo>
                    <a:pt x="444893" y="432473"/>
                  </a:lnTo>
                  <a:lnTo>
                    <a:pt x="450570" y="430911"/>
                  </a:lnTo>
                  <a:lnTo>
                    <a:pt x="452259" y="427393"/>
                  </a:lnTo>
                  <a:close/>
                </a:path>
                <a:path w="565785" h="445770">
                  <a:moveTo>
                    <a:pt x="455523" y="314909"/>
                  </a:moveTo>
                  <a:lnTo>
                    <a:pt x="453478" y="310959"/>
                  </a:lnTo>
                  <a:lnTo>
                    <a:pt x="452602" y="309257"/>
                  </a:lnTo>
                  <a:lnTo>
                    <a:pt x="450723" y="309257"/>
                  </a:lnTo>
                  <a:lnTo>
                    <a:pt x="447802" y="314909"/>
                  </a:lnTo>
                  <a:lnTo>
                    <a:pt x="455523" y="314909"/>
                  </a:lnTo>
                  <a:close/>
                </a:path>
                <a:path w="565785" h="445770">
                  <a:moveTo>
                    <a:pt x="460362" y="330682"/>
                  </a:moveTo>
                  <a:lnTo>
                    <a:pt x="455879" y="324878"/>
                  </a:lnTo>
                  <a:lnTo>
                    <a:pt x="451942" y="326669"/>
                  </a:lnTo>
                  <a:lnTo>
                    <a:pt x="452132" y="329260"/>
                  </a:lnTo>
                  <a:lnTo>
                    <a:pt x="452501" y="333946"/>
                  </a:lnTo>
                  <a:lnTo>
                    <a:pt x="454952" y="335864"/>
                  </a:lnTo>
                  <a:lnTo>
                    <a:pt x="460222" y="333654"/>
                  </a:lnTo>
                  <a:lnTo>
                    <a:pt x="460362" y="330682"/>
                  </a:lnTo>
                  <a:close/>
                </a:path>
                <a:path w="565785" h="445770">
                  <a:moveTo>
                    <a:pt x="462749" y="363131"/>
                  </a:moveTo>
                  <a:lnTo>
                    <a:pt x="458076" y="360984"/>
                  </a:lnTo>
                  <a:lnTo>
                    <a:pt x="455536" y="359841"/>
                  </a:lnTo>
                  <a:lnTo>
                    <a:pt x="451624" y="360527"/>
                  </a:lnTo>
                  <a:lnTo>
                    <a:pt x="450227" y="368477"/>
                  </a:lnTo>
                  <a:lnTo>
                    <a:pt x="453809" y="372491"/>
                  </a:lnTo>
                  <a:lnTo>
                    <a:pt x="461568" y="369087"/>
                  </a:lnTo>
                  <a:lnTo>
                    <a:pt x="462749" y="363131"/>
                  </a:lnTo>
                  <a:close/>
                </a:path>
                <a:path w="565785" h="445770">
                  <a:moveTo>
                    <a:pt x="463067" y="392785"/>
                  </a:moveTo>
                  <a:lnTo>
                    <a:pt x="462076" y="390994"/>
                  </a:lnTo>
                  <a:lnTo>
                    <a:pt x="460578" y="389826"/>
                  </a:lnTo>
                  <a:lnTo>
                    <a:pt x="461492" y="388340"/>
                  </a:lnTo>
                  <a:lnTo>
                    <a:pt x="460857" y="385876"/>
                  </a:lnTo>
                  <a:lnTo>
                    <a:pt x="456882" y="385876"/>
                  </a:lnTo>
                  <a:lnTo>
                    <a:pt x="456082" y="387223"/>
                  </a:lnTo>
                  <a:lnTo>
                    <a:pt x="456133" y="388531"/>
                  </a:lnTo>
                  <a:lnTo>
                    <a:pt x="452996" y="388848"/>
                  </a:lnTo>
                  <a:lnTo>
                    <a:pt x="450418" y="391579"/>
                  </a:lnTo>
                  <a:lnTo>
                    <a:pt x="450418" y="398221"/>
                  </a:lnTo>
                  <a:lnTo>
                    <a:pt x="453313" y="401116"/>
                  </a:lnTo>
                  <a:lnTo>
                    <a:pt x="456742" y="401116"/>
                  </a:lnTo>
                  <a:lnTo>
                    <a:pt x="460159" y="401116"/>
                  </a:lnTo>
                  <a:lnTo>
                    <a:pt x="463067" y="398195"/>
                  </a:lnTo>
                  <a:lnTo>
                    <a:pt x="463067" y="392785"/>
                  </a:lnTo>
                  <a:close/>
                </a:path>
                <a:path w="565785" h="445770">
                  <a:moveTo>
                    <a:pt x="467931" y="431812"/>
                  </a:moveTo>
                  <a:lnTo>
                    <a:pt x="467347" y="431812"/>
                  </a:lnTo>
                  <a:lnTo>
                    <a:pt x="467347" y="432257"/>
                  </a:lnTo>
                  <a:lnTo>
                    <a:pt x="467639" y="432257"/>
                  </a:lnTo>
                  <a:lnTo>
                    <a:pt x="467931" y="432257"/>
                  </a:lnTo>
                  <a:lnTo>
                    <a:pt x="467931" y="431812"/>
                  </a:lnTo>
                  <a:close/>
                </a:path>
                <a:path w="565785" h="445770">
                  <a:moveTo>
                    <a:pt x="468655" y="438708"/>
                  </a:moveTo>
                  <a:lnTo>
                    <a:pt x="468363" y="438708"/>
                  </a:lnTo>
                  <a:lnTo>
                    <a:pt x="468071" y="438708"/>
                  </a:lnTo>
                  <a:lnTo>
                    <a:pt x="468071" y="439153"/>
                  </a:lnTo>
                  <a:lnTo>
                    <a:pt x="468655" y="439153"/>
                  </a:lnTo>
                  <a:lnTo>
                    <a:pt x="468655" y="438708"/>
                  </a:lnTo>
                  <a:close/>
                </a:path>
                <a:path w="565785" h="445770">
                  <a:moveTo>
                    <a:pt x="479107" y="409562"/>
                  </a:moveTo>
                  <a:lnTo>
                    <a:pt x="477812" y="406679"/>
                  </a:lnTo>
                  <a:lnTo>
                    <a:pt x="476834" y="404482"/>
                  </a:lnTo>
                  <a:lnTo>
                    <a:pt x="473684" y="401256"/>
                  </a:lnTo>
                  <a:lnTo>
                    <a:pt x="471462" y="398932"/>
                  </a:lnTo>
                  <a:lnTo>
                    <a:pt x="467690" y="400786"/>
                  </a:lnTo>
                  <a:lnTo>
                    <a:pt x="467474" y="406247"/>
                  </a:lnTo>
                  <a:lnTo>
                    <a:pt x="467423" y="408368"/>
                  </a:lnTo>
                  <a:lnTo>
                    <a:pt x="469138" y="413740"/>
                  </a:lnTo>
                  <a:lnTo>
                    <a:pt x="472313" y="415404"/>
                  </a:lnTo>
                  <a:lnTo>
                    <a:pt x="478409" y="412838"/>
                  </a:lnTo>
                  <a:lnTo>
                    <a:pt x="479107" y="409562"/>
                  </a:lnTo>
                  <a:close/>
                </a:path>
                <a:path w="565785" h="445770">
                  <a:moveTo>
                    <a:pt x="485368" y="440778"/>
                  </a:moveTo>
                  <a:lnTo>
                    <a:pt x="485076" y="440778"/>
                  </a:lnTo>
                  <a:lnTo>
                    <a:pt x="484771" y="440778"/>
                  </a:lnTo>
                  <a:lnTo>
                    <a:pt x="484771" y="441223"/>
                  </a:lnTo>
                  <a:lnTo>
                    <a:pt x="485368" y="441223"/>
                  </a:lnTo>
                  <a:lnTo>
                    <a:pt x="485368" y="440778"/>
                  </a:lnTo>
                  <a:close/>
                </a:path>
                <a:path w="565785" h="445770">
                  <a:moveTo>
                    <a:pt x="495541" y="426999"/>
                  </a:moveTo>
                  <a:lnTo>
                    <a:pt x="492061" y="426262"/>
                  </a:lnTo>
                  <a:lnTo>
                    <a:pt x="491477" y="426135"/>
                  </a:lnTo>
                  <a:lnTo>
                    <a:pt x="491185" y="426085"/>
                  </a:lnTo>
                  <a:lnTo>
                    <a:pt x="490321" y="425907"/>
                  </a:lnTo>
                  <a:lnTo>
                    <a:pt x="489534" y="426618"/>
                  </a:lnTo>
                  <a:lnTo>
                    <a:pt x="490931" y="431990"/>
                  </a:lnTo>
                  <a:lnTo>
                    <a:pt x="495541" y="426999"/>
                  </a:lnTo>
                  <a:close/>
                </a:path>
                <a:path w="565785" h="445770">
                  <a:moveTo>
                    <a:pt x="500900" y="341858"/>
                  </a:moveTo>
                  <a:lnTo>
                    <a:pt x="492480" y="341858"/>
                  </a:lnTo>
                  <a:lnTo>
                    <a:pt x="492480" y="348399"/>
                  </a:lnTo>
                  <a:lnTo>
                    <a:pt x="496697" y="348399"/>
                  </a:lnTo>
                  <a:lnTo>
                    <a:pt x="500900" y="348399"/>
                  </a:lnTo>
                  <a:lnTo>
                    <a:pt x="500900" y="341858"/>
                  </a:lnTo>
                  <a:close/>
                </a:path>
                <a:path w="565785" h="445770">
                  <a:moveTo>
                    <a:pt x="512064" y="402691"/>
                  </a:moveTo>
                  <a:lnTo>
                    <a:pt x="508901" y="398335"/>
                  </a:lnTo>
                  <a:lnTo>
                    <a:pt x="507834" y="397433"/>
                  </a:lnTo>
                  <a:lnTo>
                    <a:pt x="506666" y="396786"/>
                  </a:lnTo>
                  <a:lnTo>
                    <a:pt x="507822" y="396557"/>
                  </a:lnTo>
                  <a:lnTo>
                    <a:pt x="508850" y="395643"/>
                  </a:lnTo>
                  <a:lnTo>
                    <a:pt x="509143" y="392061"/>
                  </a:lnTo>
                  <a:lnTo>
                    <a:pt x="508368" y="389864"/>
                  </a:lnTo>
                  <a:lnTo>
                    <a:pt x="507339" y="384987"/>
                  </a:lnTo>
                  <a:lnTo>
                    <a:pt x="502627" y="385610"/>
                  </a:lnTo>
                  <a:lnTo>
                    <a:pt x="502869" y="390613"/>
                  </a:lnTo>
                  <a:lnTo>
                    <a:pt x="502691" y="392912"/>
                  </a:lnTo>
                  <a:lnTo>
                    <a:pt x="503389" y="394855"/>
                  </a:lnTo>
                  <a:lnTo>
                    <a:pt x="503529" y="395236"/>
                  </a:lnTo>
                  <a:lnTo>
                    <a:pt x="503936" y="395846"/>
                  </a:lnTo>
                  <a:lnTo>
                    <a:pt x="502945" y="395706"/>
                  </a:lnTo>
                  <a:lnTo>
                    <a:pt x="501904" y="395681"/>
                  </a:lnTo>
                  <a:lnTo>
                    <a:pt x="500405" y="395986"/>
                  </a:lnTo>
                  <a:lnTo>
                    <a:pt x="497586" y="396087"/>
                  </a:lnTo>
                  <a:lnTo>
                    <a:pt x="495173" y="398094"/>
                  </a:lnTo>
                  <a:lnTo>
                    <a:pt x="494042" y="400596"/>
                  </a:lnTo>
                  <a:lnTo>
                    <a:pt x="493420" y="400507"/>
                  </a:lnTo>
                  <a:lnTo>
                    <a:pt x="493001" y="401358"/>
                  </a:lnTo>
                  <a:lnTo>
                    <a:pt x="493547" y="402031"/>
                  </a:lnTo>
                  <a:lnTo>
                    <a:pt x="493382" y="402717"/>
                  </a:lnTo>
                  <a:lnTo>
                    <a:pt x="492861" y="406615"/>
                  </a:lnTo>
                  <a:lnTo>
                    <a:pt x="495236" y="410095"/>
                  </a:lnTo>
                  <a:lnTo>
                    <a:pt x="504164" y="412902"/>
                  </a:lnTo>
                  <a:lnTo>
                    <a:pt x="507657" y="411518"/>
                  </a:lnTo>
                  <a:lnTo>
                    <a:pt x="511378" y="406692"/>
                  </a:lnTo>
                  <a:lnTo>
                    <a:pt x="512064" y="402691"/>
                  </a:lnTo>
                  <a:close/>
                </a:path>
                <a:path w="565785" h="445770">
                  <a:moveTo>
                    <a:pt x="526046" y="443484"/>
                  </a:moveTo>
                  <a:lnTo>
                    <a:pt x="525335" y="441083"/>
                  </a:lnTo>
                  <a:lnTo>
                    <a:pt x="521868" y="439242"/>
                  </a:lnTo>
                  <a:lnTo>
                    <a:pt x="520255" y="438810"/>
                  </a:lnTo>
                  <a:lnTo>
                    <a:pt x="518744" y="439013"/>
                  </a:lnTo>
                  <a:lnTo>
                    <a:pt x="518795" y="434886"/>
                  </a:lnTo>
                  <a:lnTo>
                    <a:pt x="514515" y="432092"/>
                  </a:lnTo>
                  <a:lnTo>
                    <a:pt x="510565" y="433349"/>
                  </a:lnTo>
                  <a:lnTo>
                    <a:pt x="508190" y="433374"/>
                  </a:lnTo>
                  <a:lnTo>
                    <a:pt x="506450" y="435025"/>
                  </a:lnTo>
                  <a:lnTo>
                    <a:pt x="506031" y="439089"/>
                  </a:lnTo>
                  <a:lnTo>
                    <a:pt x="506526" y="440778"/>
                  </a:lnTo>
                  <a:lnTo>
                    <a:pt x="509181" y="444804"/>
                  </a:lnTo>
                  <a:lnTo>
                    <a:pt x="512584" y="445579"/>
                  </a:lnTo>
                  <a:lnTo>
                    <a:pt x="515226" y="444461"/>
                  </a:lnTo>
                  <a:lnTo>
                    <a:pt x="515315" y="444855"/>
                  </a:lnTo>
                  <a:lnTo>
                    <a:pt x="515518" y="445223"/>
                  </a:lnTo>
                  <a:lnTo>
                    <a:pt x="515658" y="445617"/>
                  </a:lnTo>
                  <a:lnTo>
                    <a:pt x="525576" y="445617"/>
                  </a:lnTo>
                  <a:lnTo>
                    <a:pt x="526046" y="443484"/>
                  </a:lnTo>
                  <a:close/>
                </a:path>
                <a:path w="565785" h="445770">
                  <a:moveTo>
                    <a:pt x="540219" y="399465"/>
                  </a:moveTo>
                  <a:lnTo>
                    <a:pt x="534517" y="399465"/>
                  </a:lnTo>
                  <a:lnTo>
                    <a:pt x="534504" y="403898"/>
                  </a:lnTo>
                  <a:lnTo>
                    <a:pt x="537362" y="403898"/>
                  </a:lnTo>
                  <a:lnTo>
                    <a:pt x="540207" y="403898"/>
                  </a:lnTo>
                  <a:lnTo>
                    <a:pt x="540219" y="399465"/>
                  </a:lnTo>
                  <a:close/>
                </a:path>
                <a:path w="565785" h="445770">
                  <a:moveTo>
                    <a:pt x="546608" y="427926"/>
                  </a:moveTo>
                  <a:lnTo>
                    <a:pt x="539546" y="427926"/>
                  </a:lnTo>
                  <a:lnTo>
                    <a:pt x="532485" y="427926"/>
                  </a:lnTo>
                  <a:lnTo>
                    <a:pt x="532472" y="438886"/>
                  </a:lnTo>
                  <a:lnTo>
                    <a:pt x="546595" y="438886"/>
                  </a:lnTo>
                  <a:lnTo>
                    <a:pt x="546608" y="427926"/>
                  </a:lnTo>
                  <a:close/>
                </a:path>
                <a:path w="565785" h="445770">
                  <a:moveTo>
                    <a:pt x="553377" y="386803"/>
                  </a:moveTo>
                  <a:lnTo>
                    <a:pt x="541693" y="386803"/>
                  </a:lnTo>
                  <a:lnTo>
                    <a:pt x="541680" y="395871"/>
                  </a:lnTo>
                  <a:lnTo>
                    <a:pt x="547535" y="395871"/>
                  </a:lnTo>
                  <a:lnTo>
                    <a:pt x="553364" y="395871"/>
                  </a:lnTo>
                  <a:lnTo>
                    <a:pt x="553377" y="386803"/>
                  </a:lnTo>
                  <a:close/>
                </a:path>
                <a:path w="565785" h="445770">
                  <a:moveTo>
                    <a:pt x="565531" y="435876"/>
                  </a:moveTo>
                  <a:lnTo>
                    <a:pt x="564527" y="430504"/>
                  </a:lnTo>
                  <a:lnTo>
                    <a:pt x="560120" y="429628"/>
                  </a:lnTo>
                  <a:lnTo>
                    <a:pt x="556387" y="428879"/>
                  </a:lnTo>
                  <a:lnTo>
                    <a:pt x="552983" y="431888"/>
                  </a:lnTo>
                  <a:lnTo>
                    <a:pt x="555040" y="440067"/>
                  </a:lnTo>
                  <a:lnTo>
                    <a:pt x="560120" y="441274"/>
                  </a:lnTo>
                  <a:lnTo>
                    <a:pt x="565531" y="435876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4116590" y="7800942"/>
              <a:ext cx="237490" cy="308610"/>
            </a:xfrm>
            <a:custGeom>
              <a:avLst/>
              <a:gdLst/>
              <a:ahLst/>
              <a:cxnLst/>
              <a:rect l="l" t="t" r="r" b="b"/>
              <a:pathLst>
                <a:path w="237489" h="308609">
                  <a:moveTo>
                    <a:pt x="9131" y="80530"/>
                  </a:moveTo>
                  <a:lnTo>
                    <a:pt x="8699" y="79502"/>
                  </a:lnTo>
                  <a:lnTo>
                    <a:pt x="8356" y="78689"/>
                  </a:lnTo>
                  <a:lnTo>
                    <a:pt x="8102" y="78219"/>
                  </a:lnTo>
                  <a:lnTo>
                    <a:pt x="5842" y="75831"/>
                  </a:lnTo>
                  <a:lnTo>
                    <a:pt x="3111" y="78651"/>
                  </a:lnTo>
                  <a:lnTo>
                    <a:pt x="5588" y="80733"/>
                  </a:lnTo>
                  <a:lnTo>
                    <a:pt x="6045" y="81026"/>
                  </a:lnTo>
                  <a:lnTo>
                    <a:pt x="7874" y="81661"/>
                  </a:lnTo>
                  <a:lnTo>
                    <a:pt x="9131" y="80530"/>
                  </a:lnTo>
                  <a:close/>
                </a:path>
                <a:path w="237489" h="308609">
                  <a:moveTo>
                    <a:pt x="9512" y="49872"/>
                  </a:moveTo>
                  <a:lnTo>
                    <a:pt x="7556" y="47015"/>
                  </a:lnTo>
                  <a:lnTo>
                    <a:pt x="7480" y="46304"/>
                  </a:lnTo>
                  <a:lnTo>
                    <a:pt x="7073" y="45631"/>
                  </a:lnTo>
                  <a:lnTo>
                    <a:pt x="3073" y="44475"/>
                  </a:lnTo>
                  <a:lnTo>
                    <a:pt x="0" y="48615"/>
                  </a:lnTo>
                  <a:lnTo>
                    <a:pt x="5245" y="53009"/>
                  </a:lnTo>
                  <a:lnTo>
                    <a:pt x="9512" y="49872"/>
                  </a:lnTo>
                  <a:close/>
                </a:path>
                <a:path w="237489" h="308609">
                  <a:moveTo>
                    <a:pt x="9918" y="97612"/>
                  </a:moveTo>
                  <a:lnTo>
                    <a:pt x="8813" y="93611"/>
                  </a:lnTo>
                  <a:lnTo>
                    <a:pt x="5143" y="94983"/>
                  </a:lnTo>
                  <a:lnTo>
                    <a:pt x="6261" y="97345"/>
                  </a:lnTo>
                  <a:lnTo>
                    <a:pt x="6057" y="97256"/>
                  </a:lnTo>
                  <a:lnTo>
                    <a:pt x="6070" y="97701"/>
                  </a:lnTo>
                  <a:lnTo>
                    <a:pt x="5956" y="98539"/>
                  </a:lnTo>
                  <a:lnTo>
                    <a:pt x="6413" y="99390"/>
                  </a:lnTo>
                  <a:lnTo>
                    <a:pt x="9220" y="99402"/>
                  </a:lnTo>
                  <a:lnTo>
                    <a:pt x="9918" y="97612"/>
                  </a:lnTo>
                  <a:close/>
                </a:path>
                <a:path w="237489" h="308609">
                  <a:moveTo>
                    <a:pt x="14020" y="122618"/>
                  </a:moveTo>
                  <a:lnTo>
                    <a:pt x="11125" y="122618"/>
                  </a:lnTo>
                  <a:lnTo>
                    <a:pt x="8229" y="122618"/>
                  </a:lnTo>
                  <a:lnTo>
                    <a:pt x="8216" y="127127"/>
                  </a:lnTo>
                  <a:lnTo>
                    <a:pt x="14008" y="127127"/>
                  </a:lnTo>
                  <a:lnTo>
                    <a:pt x="14020" y="122618"/>
                  </a:lnTo>
                  <a:close/>
                </a:path>
                <a:path w="237489" h="308609">
                  <a:moveTo>
                    <a:pt x="14922" y="153403"/>
                  </a:moveTo>
                  <a:lnTo>
                    <a:pt x="14046" y="152285"/>
                  </a:lnTo>
                  <a:lnTo>
                    <a:pt x="13982" y="151726"/>
                  </a:lnTo>
                  <a:lnTo>
                    <a:pt x="13690" y="151218"/>
                  </a:lnTo>
                  <a:lnTo>
                    <a:pt x="10261" y="150469"/>
                  </a:lnTo>
                  <a:lnTo>
                    <a:pt x="9309" y="153403"/>
                  </a:lnTo>
                  <a:lnTo>
                    <a:pt x="9245" y="153657"/>
                  </a:lnTo>
                  <a:lnTo>
                    <a:pt x="11861" y="155651"/>
                  </a:lnTo>
                  <a:lnTo>
                    <a:pt x="12712" y="155575"/>
                  </a:lnTo>
                  <a:lnTo>
                    <a:pt x="14300" y="154647"/>
                  </a:lnTo>
                  <a:lnTo>
                    <a:pt x="14795" y="153657"/>
                  </a:lnTo>
                  <a:lnTo>
                    <a:pt x="14884" y="153479"/>
                  </a:lnTo>
                  <a:close/>
                </a:path>
                <a:path w="237489" h="308609">
                  <a:moveTo>
                    <a:pt x="15481" y="218948"/>
                  </a:moveTo>
                  <a:lnTo>
                    <a:pt x="14490" y="218236"/>
                  </a:lnTo>
                  <a:lnTo>
                    <a:pt x="13804" y="218922"/>
                  </a:lnTo>
                  <a:lnTo>
                    <a:pt x="11417" y="221259"/>
                  </a:lnTo>
                  <a:lnTo>
                    <a:pt x="14757" y="222923"/>
                  </a:lnTo>
                  <a:lnTo>
                    <a:pt x="15189" y="220560"/>
                  </a:lnTo>
                  <a:lnTo>
                    <a:pt x="15252" y="220192"/>
                  </a:lnTo>
                  <a:lnTo>
                    <a:pt x="15481" y="218948"/>
                  </a:lnTo>
                  <a:close/>
                </a:path>
                <a:path w="237489" h="308609">
                  <a:moveTo>
                    <a:pt x="16319" y="182067"/>
                  </a:moveTo>
                  <a:lnTo>
                    <a:pt x="15735" y="182067"/>
                  </a:lnTo>
                  <a:lnTo>
                    <a:pt x="15735" y="182524"/>
                  </a:lnTo>
                  <a:lnTo>
                    <a:pt x="16027" y="182524"/>
                  </a:lnTo>
                  <a:lnTo>
                    <a:pt x="16319" y="182524"/>
                  </a:lnTo>
                  <a:lnTo>
                    <a:pt x="16319" y="182067"/>
                  </a:lnTo>
                  <a:close/>
                </a:path>
                <a:path w="237489" h="308609">
                  <a:moveTo>
                    <a:pt x="19837" y="286169"/>
                  </a:moveTo>
                  <a:lnTo>
                    <a:pt x="19088" y="285381"/>
                  </a:lnTo>
                  <a:lnTo>
                    <a:pt x="18529" y="284746"/>
                  </a:lnTo>
                  <a:lnTo>
                    <a:pt x="17881" y="284746"/>
                  </a:lnTo>
                  <a:lnTo>
                    <a:pt x="17475" y="285203"/>
                  </a:lnTo>
                  <a:lnTo>
                    <a:pt x="16573" y="286169"/>
                  </a:lnTo>
                  <a:lnTo>
                    <a:pt x="17068" y="287540"/>
                  </a:lnTo>
                  <a:lnTo>
                    <a:pt x="18199" y="287540"/>
                  </a:lnTo>
                  <a:lnTo>
                    <a:pt x="19329" y="287540"/>
                  </a:lnTo>
                  <a:lnTo>
                    <a:pt x="19837" y="286169"/>
                  </a:lnTo>
                  <a:close/>
                </a:path>
                <a:path w="237489" h="308609">
                  <a:moveTo>
                    <a:pt x="20015" y="197637"/>
                  </a:moveTo>
                  <a:lnTo>
                    <a:pt x="17119" y="197637"/>
                  </a:lnTo>
                  <a:lnTo>
                    <a:pt x="14224" y="197637"/>
                  </a:lnTo>
                  <a:lnTo>
                    <a:pt x="14211" y="202133"/>
                  </a:lnTo>
                  <a:lnTo>
                    <a:pt x="20002" y="202133"/>
                  </a:lnTo>
                  <a:lnTo>
                    <a:pt x="20015" y="197637"/>
                  </a:lnTo>
                  <a:close/>
                </a:path>
                <a:path w="237489" h="308609">
                  <a:moveTo>
                    <a:pt x="21361" y="247154"/>
                  </a:moveTo>
                  <a:lnTo>
                    <a:pt x="19608" y="246786"/>
                  </a:lnTo>
                  <a:lnTo>
                    <a:pt x="15671" y="250177"/>
                  </a:lnTo>
                  <a:lnTo>
                    <a:pt x="20574" y="253314"/>
                  </a:lnTo>
                  <a:lnTo>
                    <a:pt x="21056" y="249516"/>
                  </a:lnTo>
                  <a:lnTo>
                    <a:pt x="21145" y="248818"/>
                  </a:lnTo>
                  <a:lnTo>
                    <a:pt x="21196" y="248488"/>
                  </a:lnTo>
                  <a:lnTo>
                    <a:pt x="21361" y="247154"/>
                  </a:lnTo>
                  <a:close/>
                </a:path>
                <a:path w="237489" h="308609">
                  <a:moveTo>
                    <a:pt x="22136" y="265112"/>
                  </a:moveTo>
                  <a:lnTo>
                    <a:pt x="20878" y="264210"/>
                  </a:lnTo>
                  <a:lnTo>
                    <a:pt x="18910" y="262813"/>
                  </a:lnTo>
                  <a:lnTo>
                    <a:pt x="18249" y="263944"/>
                  </a:lnTo>
                  <a:lnTo>
                    <a:pt x="18745" y="264579"/>
                  </a:lnTo>
                  <a:lnTo>
                    <a:pt x="20497" y="266788"/>
                  </a:lnTo>
                  <a:lnTo>
                    <a:pt x="22136" y="265112"/>
                  </a:lnTo>
                  <a:close/>
                </a:path>
                <a:path w="237489" h="308609">
                  <a:moveTo>
                    <a:pt x="31178" y="0"/>
                  </a:moveTo>
                  <a:lnTo>
                    <a:pt x="22669" y="0"/>
                  </a:lnTo>
                  <a:lnTo>
                    <a:pt x="22656" y="6616"/>
                  </a:lnTo>
                  <a:lnTo>
                    <a:pt x="26924" y="6616"/>
                  </a:lnTo>
                  <a:lnTo>
                    <a:pt x="31165" y="6616"/>
                  </a:lnTo>
                  <a:lnTo>
                    <a:pt x="31178" y="0"/>
                  </a:lnTo>
                  <a:close/>
                </a:path>
                <a:path w="237489" h="308609">
                  <a:moveTo>
                    <a:pt x="33909" y="40868"/>
                  </a:moveTo>
                  <a:lnTo>
                    <a:pt x="25387" y="40868"/>
                  </a:lnTo>
                  <a:lnTo>
                    <a:pt x="25374" y="47472"/>
                  </a:lnTo>
                  <a:lnTo>
                    <a:pt x="29641" y="47472"/>
                  </a:lnTo>
                  <a:lnTo>
                    <a:pt x="33896" y="47472"/>
                  </a:lnTo>
                  <a:lnTo>
                    <a:pt x="33909" y="40868"/>
                  </a:lnTo>
                  <a:close/>
                </a:path>
                <a:path w="237489" h="308609">
                  <a:moveTo>
                    <a:pt x="36220" y="209003"/>
                  </a:moveTo>
                  <a:lnTo>
                    <a:pt x="31153" y="204698"/>
                  </a:lnTo>
                  <a:lnTo>
                    <a:pt x="29832" y="205574"/>
                  </a:lnTo>
                  <a:lnTo>
                    <a:pt x="32118" y="209461"/>
                  </a:lnTo>
                  <a:lnTo>
                    <a:pt x="33299" y="211467"/>
                  </a:lnTo>
                  <a:lnTo>
                    <a:pt x="36220" y="209003"/>
                  </a:lnTo>
                  <a:close/>
                </a:path>
                <a:path w="237489" h="308609">
                  <a:moveTo>
                    <a:pt x="36626" y="224320"/>
                  </a:moveTo>
                  <a:lnTo>
                    <a:pt x="30289" y="224320"/>
                  </a:lnTo>
                  <a:lnTo>
                    <a:pt x="30276" y="229247"/>
                  </a:lnTo>
                  <a:lnTo>
                    <a:pt x="33451" y="229247"/>
                  </a:lnTo>
                  <a:lnTo>
                    <a:pt x="36614" y="229247"/>
                  </a:lnTo>
                  <a:lnTo>
                    <a:pt x="36626" y="224320"/>
                  </a:lnTo>
                  <a:close/>
                </a:path>
                <a:path w="237489" h="308609">
                  <a:moveTo>
                    <a:pt x="39585" y="173164"/>
                  </a:moveTo>
                  <a:lnTo>
                    <a:pt x="39090" y="170218"/>
                  </a:lnTo>
                  <a:lnTo>
                    <a:pt x="34353" y="170218"/>
                  </a:lnTo>
                  <a:lnTo>
                    <a:pt x="33858" y="173164"/>
                  </a:lnTo>
                  <a:lnTo>
                    <a:pt x="35585" y="174409"/>
                  </a:lnTo>
                  <a:lnTo>
                    <a:pt x="36283" y="174904"/>
                  </a:lnTo>
                  <a:lnTo>
                    <a:pt x="37172" y="174904"/>
                  </a:lnTo>
                  <a:lnTo>
                    <a:pt x="39585" y="173164"/>
                  </a:lnTo>
                  <a:close/>
                </a:path>
                <a:path w="237489" h="308609">
                  <a:moveTo>
                    <a:pt x="41922" y="148450"/>
                  </a:moveTo>
                  <a:lnTo>
                    <a:pt x="41630" y="148450"/>
                  </a:lnTo>
                  <a:lnTo>
                    <a:pt x="41338" y="148450"/>
                  </a:lnTo>
                  <a:lnTo>
                    <a:pt x="41338" y="148894"/>
                  </a:lnTo>
                  <a:lnTo>
                    <a:pt x="41922" y="148894"/>
                  </a:lnTo>
                  <a:lnTo>
                    <a:pt x="41922" y="148450"/>
                  </a:lnTo>
                  <a:close/>
                </a:path>
                <a:path w="237489" h="308609">
                  <a:moveTo>
                    <a:pt x="42164" y="283832"/>
                  </a:moveTo>
                  <a:lnTo>
                    <a:pt x="34556" y="283832"/>
                  </a:lnTo>
                  <a:lnTo>
                    <a:pt x="34556" y="289737"/>
                  </a:lnTo>
                  <a:lnTo>
                    <a:pt x="38354" y="289737"/>
                  </a:lnTo>
                  <a:lnTo>
                    <a:pt x="42164" y="289737"/>
                  </a:lnTo>
                  <a:lnTo>
                    <a:pt x="42164" y="283832"/>
                  </a:lnTo>
                  <a:close/>
                </a:path>
                <a:path w="237489" h="308609">
                  <a:moveTo>
                    <a:pt x="45135" y="73634"/>
                  </a:moveTo>
                  <a:lnTo>
                    <a:pt x="42532" y="68961"/>
                  </a:lnTo>
                  <a:lnTo>
                    <a:pt x="33604" y="72123"/>
                  </a:lnTo>
                  <a:lnTo>
                    <a:pt x="38277" y="79908"/>
                  </a:lnTo>
                  <a:lnTo>
                    <a:pt x="42494" y="76060"/>
                  </a:lnTo>
                  <a:lnTo>
                    <a:pt x="45135" y="73634"/>
                  </a:lnTo>
                  <a:close/>
                </a:path>
                <a:path w="237489" h="308609">
                  <a:moveTo>
                    <a:pt x="45770" y="31775"/>
                  </a:moveTo>
                  <a:lnTo>
                    <a:pt x="43827" y="29730"/>
                  </a:lnTo>
                  <a:lnTo>
                    <a:pt x="42405" y="30772"/>
                  </a:lnTo>
                  <a:lnTo>
                    <a:pt x="42075" y="31038"/>
                  </a:lnTo>
                  <a:lnTo>
                    <a:pt x="41605" y="31051"/>
                  </a:lnTo>
                  <a:lnTo>
                    <a:pt x="40030" y="31623"/>
                  </a:lnTo>
                  <a:lnTo>
                    <a:pt x="39687" y="32918"/>
                  </a:lnTo>
                  <a:lnTo>
                    <a:pt x="41846" y="35483"/>
                  </a:lnTo>
                  <a:lnTo>
                    <a:pt x="43815" y="34658"/>
                  </a:lnTo>
                  <a:lnTo>
                    <a:pt x="44818" y="33185"/>
                  </a:lnTo>
                  <a:lnTo>
                    <a:pt x="45770" y="31775"/>
                  </a:lnTo>
                  <a:close/>
                </a:path>
                <a:path w="237489" h="308609">
                  <a:moveTo>
                    <a:pt x="48615" y="139966"/>
                  </a:moveTo>
                  <a:lnTo>
                    <a:pt x="46418" y="136994"/>
                  </a:lnTo>
                  <a:lnTo>
                    <a:pt x="42252" y="131330"/>
                  </a:lnTo>
                  <a:lnTo>
                    <a:pt x="35737" y="138264"/>
                  </a:lnTo>
                  <a:lnTo>
                    <a:pt x="44348" y="143941"/>
                  </a:lnTo>
                  <a:lnTo>
                    <a:pt x="48615" y="139966"/>
                  </a:lnTo>
                  <a:close/>
                </a:path>
                <a:path w="237489" h="308609">
                  <a:moveTo>
                    <a:pt x="53136" y="109143"/>
                  </a:moveTo>
                  <a:lnTo>
                    <a:pt x="48895" y="108178"/>
                  </a:lnTo>
                  <a:lnTo>
                    <a:pt x="47764" y="107924"/>
                  </a:lnTo>
                  <a:lnTo>
                    <a:pt x="46926" y="107911"/>
                  </a:lnTo>
                  <a:lnTo>
                    <a:pt x="44970" y="109029"/>
                  </a:lnTo>
                  <a:lnTo>
                    <a:pt x="44716" y="110032"/>
                  </a:lnTo>
                  <a:lnTo>
                    <a:pt x="45008" y="111899"/>
                  </a:lnTo>
                  <a:lnTo>
                    <a:pt x="45427" y="112458"/>
                  </a:lnTo>
                  <a:lnTo>
                    <a:pt x="50076" y="116192"/>
                  </a:lnTo>
                  <a:lnTo>
                    <a:pt x="53136" y="109143"/>
                  </a:lnTo>
                  <a:close/>
                </a:path>
                <a:path w="237489" h="308609">
                  <a:moveTo>
                    <a:pt x="55537" y="252933"/>
                  </a:moveTo>
                  <a:lnTo>
                    <a:pt x="54952" y="252933"/>
                  </a:lnTo>
                  <a:lnTo>
                    <a:pt x="54952" y="253390"/>
                  </a:lnTo>
                  <a:lnTo>
                    <a:pt x="55245" y="253390"/>
                  </a:lnTo>
                  <a:lnTo>
                    <a:pt x="55537" y="253390"/>
                  </a:lnTo>
                  <a:lnTo>
                    <a:pt x="55537" y="252933"/>
                  </a:lnTo>
                  <a:close/>
                </a:path>
                <a:path w="237489" h="308609">
                  <a:moveTo>
                    <a:pt x="56781" y="186321"/>
                  </a:moveTo>
                  <a:lnTo>
                    <a:pt x="47180" y="186321"/>
                  </a:lnTo>
                  <a:lnTo>
                    <a:pt x="47167" y="193776"/>
                  </a:lnTo>
                  <a:lnTo>
                    <a:pt x="51968" y="193776"/>
                  </a:lnTo>
                  <a:lnTo>
                    <a:pt x="56769" y="193776"/>
                  </a:lnTo>
                  <a:lnTo>
                    <a:pt x="56781" y="186321"/>
                  </a:lnTo>
                  <a:close/>
                </a:path>
                <a:path w="237489" h="308609">
                  <a:moveTo>
                    <a:pt x="58064" y="149999"/>
                  </a:moveTo>
                  <a:lnTo>
                    <a:pt x="56426" y="146329"/>
                  </a:lnTo>
                  <a:lnTo>
                    <a:pt x="55143" y="146329"/>
                  </a:lnTo>
                  <a:lnTo>
                    <a:pt x="54813" y="147066"/>
                  </a:lnTo>
                  <a:lnTo>
                    <a:pt x="54686" y="147332"/>
                  </a:lnTo>
                  <a:lnTo>
                    <a:pt x="54635" y="147472"/>
                  </a:lnTo>
                  <a:lnTo>
                    <a:pt x="53517" y="149999"/>
                  </a:lnTo>
                  <a:lnTo>
                    <a:pt x="58064" y="149999"/>
                  </a:lnTo>
                  <a:close/>
                </a:path>
                <a:path w="237489" h="308609">
                  <a:moveTo>
                    <a:pt x="62077" y="157238"/>
                  </a:moveTo>
                  <a:lnTo>
                    <a:pt x="60401" y="157238"/>
                  </a:lnTo>
                  <a:lnTo>
                    <a:pt x="60401" y="157683"/>
                  </a:lnTo>
                  <a:lnTo>
                    <a:pt x="60693" y="157683"/>
                  </a:lnTo>
                  <a:lnTo>
                    <a:pt x="62077" y="157683"/>
                  </a:lnTo>
                  <a:lnTo>
                    <a:pt x="62077" y="157238"/>
                  </a:lnTo>
                  <a:close/>
                </a:path>
                <a:path w="237489" h="308609">
                  <a:moveTo>
                    <a:pt x="63576" y="28879"/>
                  </a:moveTo>
                  <a:lnTo>
                    <a:pt x="60947" y="26238"/>
                  </a:lnTo>
                  <a:lnTo>
                    <a:pt x="58381" y="27190"/>
                  </a:lnTo>
                  <a:lnTo>
                    <a:pt x="58445" y="29171"/>
                  </a:lnTo>
                  <a:lnTo>
                    <a:pt x="58496" y="30657"/>
                  </a:lnTo>
                  <a:lnTo>
                    <a:pt x="59207" y="31292"/>
                  </a:lnTo>
                  <a:lnTo>
                    <a:pt x="60515" y="31407"/>
                  </a:lnTo>
                  <a:lnTo>
                    <a:pt x="60693" y="31419"/>
                  </a:lnTo>
                  <a:lnTo>
                    <a:pt x="62699" y="31584"/>
                  </a:lnTo>
                  <a:lnTo>
                    <a:pt x="63576" y="28879"/>
                  </a:lnTo>
                  <a:close/>
                </a:path>
                <a:path w="237489" h="308609">
                  <a:moveTo>
                    <a:pt x="64414" y="252895"/>
                  </a:moveTo>
                  <a:lnTo>
                    <a:pt x="64198" y="250596"/>
                  </a:lnTo>
                  <a:lnTo>
                    <a:pt x="61137" y="249593"/>
                  </a:lnTo>
                  <a:lnTo>
                    <a:pt x="60337" y="249237"/>
                  </a:lnTo>
                  <a:lnTo>
                    <a:pt x="59042" y="249212"/>
                  </a:lnTo>
                  <a:lnTo>
                    <a:pt x="57937" y="249174"/>
                  </a:lnTo>
                  <a:lnTo>
                    <a:pt x="57251" y="250113"/>
                  </a:lnTo>
                  <a:lnTo>
                    <a:pt x="56781" y="254381"/>
                  </a:lnTo>
                  <a:lnTo>
                    <a:pt x="60477" y="255625"/>
                  </a:lnTo>
                  <a:lnTo>
                    <a:pt x="62865" y="253974"/>
                  </a:lnTo>
                  <a:lnTo>
                    <a:pt x="64414" y="252895"/>
                  </a:lnTo>
                  <a:close/>
                </a:path>
                <a:path w="237489" h="308609">
                  <a:moveTo>
                    <a:pt x="66040" y="96126"/>
                  </a:moveTo>
                  <a:lnTo>
                    <a:pt x="62318" y="96126"/>
                  </a:lnTo>
                  <a:lnTo>
                    <a:pt x="58623" y="96126"/>
                  </a:lnTo>
                  <a:lnTo>
                    <a:pt x="58610" y="101879"/>
                  </a:lnTo>
                  <a:lnTo>
                    <a:pt x="66027" y="101879"/>
                  </a:lnTo>
                  <a:lnTo>
                    <a:pt x="66040" y="96126"/>
                  </a:lnTo>
                  <a:close/>
                </a:path>
                <a:path w="237489" h="308609">
                  <a:moveTo>
                    <a:pt x="72199" y="64592"/>
                  </a:moveTo>
                  <a:lnTo>
                    <a:pt x="70713" y="61899"/>
                  </a:lnTo>
                  <a:lnTo>
                    <a:pt x="68326" y="62052"/>
                  </a:lnTo>
                  <a:lnTo>
                    <a:pt x="67233" y="62115"/>
                  </a:lnTo>
                  <a:lnTo>
                    <a:pt x="66459" y="62280"/>
                  </a:lnTo>
                  <a:lnTo>
                    <a:pt x="64300" y="63347"/>
                  </a:lnTo>
                  <a:lnTo>
                    <a:pt x="64071" y="64947"/>
                  </a:lnTo>
                  <a:lnTo>
                    <a:pt x="65024" y="66751"/>
                  </a:lnTo>
                  <a:lnTo>
                    <a:pt x="65354" y="67170"/>
                  </a:lnTo>
                  <a:lnTo>
                    <a:pt x="67767" y="69138"/>
                  </a:lnTo>
                  <a:lnTo>
                    <a:pt x="70383" y="68897"/>
                  </a:lnTo>
                  <a:lnTo>
                    <a:pt x="72199" y="64592"/>
                  </a:lnTo>
                  <a:close/>
                </a:path>
                <a:path w="237489" h="308609">
                  <a:moveTo>
                    <a:pt x="79209" y="56781"/>
                  </a:moveTo>
                  <a:lnTo>
                    <a:pt x="77025" y="56781"/>
                  </a:lnTo>
                  <a:lnTo>
                    <a:pt x="77025" y="58470"/>
                  </a:lnTo>
                  <a:lnTo>
                    <a:pt x="78117" y="58470"/>
                  </a:lnTo>
                  <a:lnTo>
                    <a:pt x="79209" y="58470"/>
                  </a:lnTo>
                  <a:lnTo>
                    <a:pt x="79209" y="56781"/>
                  </a:lnTo>
                  <a:close/>
                </a:path>
                <a:path w="237489" h="308609">
                  <a:moveTo>
                    <a:pt x="84010" y="38938"/>
                  </a:moveTo>
                  <a:lnTo>
                    <a:pt x="79844" y="38938"/>
                  </a:lnTo>
                  <a:lnTo>
                    <a:pt x="79844" y="42164"/>
                  </a:lnTo>
                  <a:lnTo>
                    <a:pt x="81927" y="42164"/>
                  </a:lnTo>
                  <a:lnTo>
                    <a:pt x="84010" y="42164"/>
                  </a:lnTo>
                  <a:lnTo>
                    <a:pt x="84010" y="38938"/>
                  </a:lnTo>
                  <a:close/>
                </a:path>
                <a:path w="237489" h="308609">
                  <a:moveTo>
                    <a:pt x="85775" y="185013"/>
                  </a:moveTo>
                  <a:lnTo>
                    <a:pt x="79197" y="181279"/>
                  </a:lnTo>
                  <a:lnTo>
                    <a:pt x="76441" y="187401"/>
                  </a:lnTo>
                  <a:lnTo>
                    <a:pt x="80606" y="188760"/>
                  </a:lnTo>
                  <a:lnTo>
                    <a:pt x="83769" y="189801"/>
                  </a:lnTo>
                  <a:lnTo>
                    <a:pt x="85775" y="185013"/>
                  </a:lnTo>
                  <a:close/>
                </a:path>
                <a:path w="237489" h="308609">
                  <a:moveTo>
                    <a:pt x="86918" y="164884"/>
                  </a:moveTo>
                  <a:lnTo>
                    <a:pt x="78054" y="164884"/>
                  </a:lnTo>
                  <a:lnTo>
                    <a:pt x="78041" y="171767"/>
                  </a:lnTo>
                  <a:lnTo>
                    <a:pt x="82473" y="171767"/>
                  </a:lnTo>
                  <a:lnTo>
                    <a:pt x="86906" y="171767"/>
                  </a:lnTo>
                  <a:lnTo>
                    <a:pt x="86918" y="164884"/>
                  </a:lnTo>
                  <a:close/>
                </a:path>
                <a:path w="237489" h="308609">
                  <a:moveTo>
                    <a:pt x="88963" y="102133"/>
                  </a:moveTo>
                  <a:lnTo>
                    <a:pt x="86614" y="101473"/>
                  </a:lnTo>
                  <a:lnTo>
                    <a:pt x="86398" y="101409"/>
                  </a:lnTo>
                  <a:lnTo>
                    <a:pt x="86182" y="101358"/>
                  </a:lnTo>
                  <a:lnTo>
                    <a:pt x="85369" y="101130"/>
                  </a:lnTo>
                  <a:lnTo>
                    <a:pt x="84721" y="101714"/>
                  </a:lnTo>
                  <a:lnTo>
                    <a:pt x="85064" y="102743"/>
                  </a:lnTo>
                  <a:lnTo>
                    <a:pt x="85140" y="102946"/>
                  </a:lnTo>
                  <a:lnTo>
                    <a:pt x="85966" y="105397"/>
                  </a:lnTo>
                  <a:lnTo>
                    <a:pt x="88963" y="102133"/>
                  </a:lnTo>
                  <a:close/>
                </a:path>
                <a:path w="237489" h="308609">
                  <a:moveTo>
                    <a:pt x="92646" y="68935"/>
                  </a:moveTo>
                  <a:lnTo>
                    <a:pt x="92113" y="66890"/>
                  </a:lnTo>
                  <a:lnTo>
                    <a:pt x="89052" y="64655"/>
                  </a:lnTo>
                  <a:lnTo>
                    <a:pt x="87655" y="64858"/>
                  </a:lnTo>
                  <a:lnTo>
                    <a:pt x="86664" y="65366"/>
                  </a:lnTo>
                  <a:lnTo>
                    <a:pt x="85191" y="66128"/>
                  </a:lnTo>
                  <a:lnTo>
                    <a:pt x="84823" y="67576"/>
                  </a:lnTo>
                  <a:lnTo>
                    <a:pt x="85115" y="69024"/>
                  </a:lnTo>
                  <a:lnTo>
                    <a:pt x="84340" y="72453"/>
                  </a:lnTo>
                  <a:lnTo>
                    <a:pt x="89763" y="74599"/>
                  </a:lnTo>
                  <a:lnTo>
                    <a:pt x="92646" y="68935"/>
                  </a:lnTo>
                  <a:close/>
                </a:path>
                <a:path w="237489" h="308609">
                  <a:moveTo>
                    <a:pt x="103670" y="201168"/>
                  </a:moveTo>
                  <a:lnTo>
                    <a:pt x="102476" y="197358"/>
                  </a:lnTo>
                  <a:lnTo>
                    <a:pt x="101498" y="196176"/>
                  </a:lnTo>
                  <a:lnTo>
                    <a:pt x="99453" y="195757"/>
                  </a:lnTo>
                  <a:lnTo>
                    <a:pt x="98729" y="195821"/>
                  </a:lnTo>
                  <a:lnTo>
                    <a:pt x="98056" y="195999"/>
                  </a:lnTo>
                  <a:lnTo>
                    <a:pt x="97929" y="195999"/>
                  </a:lnTo>
                  <a:lnTo>
                    <a:pt x="97751" y="196088"/>
                  </a:lnTo>
                  <a:lnTo>
                    <a:pt x="94653" y="196481"/>
                  </a:lnTo>
                  <a:lnTo>
                    <a:pt x="93954" y="200291"/>
                  </a:lnTo>
                  <a:lnTo>
                    <a:pt x="96520" y="203581"/>
                  </a:lnTo>
                  <a:lnTo>
                    <a:pt x="97726" y="203835"/>
                  </a:lnTo>
                  <a:lnTo>
                    <a:pt x="101600" y="204165"/>
                  </a:lnTo>
                  <a:lnTo>
                    <a:pt x="103670" y="201168"/>
                  </a:lnTo>
                  <a:close/>
                </a:path>
                <a:path w="237489" h="308609">
                  <a:moveTo>
                    <a:pt x="103809" y="138061"/>
                  </a:moveTo>
                  <a:lnTo>
                    <a:pt x="100152" y="132410"/>
                  </a:lnTo>
                  <a:lnTo>
                    <a:pt x="96939" y="134950"/>
                  </a:lnTo>
                  <a:lnTo>
                    <a:pt x="96507" y="134988"/>
                  </a:lnTo>
                  <a:lnTo>
                    <a:pt x="96253" y="135039"/>
                  </a:lnTo>
                  <a:lnTo>
                    <a:pt x="96012" y="135153"/>
                  </a:lnTo>
                  <a:lnTo>
                    <a:pt x="94818" y="135534"/>
                  </a:lnTo>
                  <a:lnTo>
                    <a:pt x="94157" y="136690"/>
                  </a:lnTo>
                  <a:lnTo>
                    <a:pt x="94538" y="138315"/>
                  </a:lnTo>
                  <a:lnTo>
                    <a:pt x="94742" y="139217"/>
                  </a:lnTo>
                  <a:lnTo>
                    <a:pt x="95529" y="139928"/>
                  </a:lnTo>
                  <a:lnTo>
                    <a:pt x="97815" y="140601"/>
                  </a:lnTo>
                  <a:lnTo>
                    <a:pt x="98920" y="140398"/>
                  </a:lnTo>
                  <a:lnTo>
                    <a:pt x="103809" y="138061"/>
                  </a:lnTo>
                  <a:close/>
                </a:path>
                <a:path w="237489" h="308609">
                  <a:moveTo>
                    <a:pt x="108000" y="157238"/>
                  </a:moveTo>
                  <a:lnTo>
                    <a:pt x="105854" y="154940"/>
                  </a:lnTo>
                  <a:lnTo>
                    <a:pt x="103720" y="154940"/>
                  </a:lnTo>
                  <a:lnTo>
                    <a:pt x="101574" y="154940"/>
                  </a:lnTo>
                  <a:lnTo>
                    <a:pt x="99441" y="157251"/>
                  </a:lnTo>
                  <a:lnTo>
                    <a:pt x="101701" y="163106"/>
                  </a:lnTo>
                  <a:lnTo>
                    <a:pt x="105740" y="163106"/>
                  </a:lnTo>
                  <a:lnTo>
                    <a:pt x="108000" y="157238"/>
                  </a:lnTo>
                  <a:close/>
                </a:path>
                <a:path w="237489" h="308609">
                  <a:moveTo>
                    <a:pt x="110464" y="111658"/>
                  </a:moveTo>
                  <a:lnTo>
                    <a:pt x="108381" y="110464"/>
                  </a:lnTo>
                  <a:lnTo>
                    <a:pt x="107657" y="110032"/>
                  </a:lnTo>
                  <a:lnTo>
                    <a:pt x="107086" y="109677"/>
                  </a:lnTo>
                  <a:lnTo>
                    <a:pt x="105054" y="109385"/>
                  </a:lnTo>
                  <a:lnTo>
                    <a:pt x="103835" y="110515"/>
                  </a:lnTo>
                  <a:lnTo>
                    <a:pt x="105092" y="112572"/>
                  </a:lnTo>
                  <a:lnTo>
                    <a:pt x="105752" y="113030"/>
                  </a:lnTo>
                  <a:lnTo>
                    <a:pt x="108394" y="114998"/>
                  </a:lnTo>
                  <a:lnTo>
                    <a:pt x="110464" y="111658"/>
                  </a:lnTo>
                  <a:close/>
                </a:path>
                <a:path w="237489" h="308609">
                  <a:moveTo>
                    <a:pt x="111099" y="202755"/>
                  </a:moveTo>
                  <a:lnTo>
                    <a:pt x="110807" y="202755"/>
                  </a:lnTo>
                  <a:lnTo>
                    <a:pt x="110502" y="202755"/>
                  </a:lnTo>
                  <a:lnTo>
                    <a:pt x="110502" y="203212"/>
                  </a:lnTo>
                  <a:lnTo>
                    <a:pt x="111099" y="203212"/>
                  </a:lnTo>
                  <a:lnTo>
                    <a:pt x="111099" y="202755"/>
                  </a:lnTo>
                  <a:close/>
                </a:path>
                <a:path w="237489" h="308609">
                  <a:moveTo>
                    <a:pt x="114007" y="81254"/>
                  </a:moveTo>
                  <a:lnTo>
                    <a:pt x="112623" y="76784"/>
                  </a:lnTo>
                  <a:lnTo>
                    <a:pt x="108521" y="76631"/>
                  </a:lnTo>
                  <a:lnTo>
                    <a:pt x="104889" y="81559"/>
                  </a:lnTo>
                  <a:lnTo>
                    <a:pt x="107188" y="83896"/>
                  </a:lnTo>
                  <a:lnTo>
                    <a:pt x="109397" y="83896"/>
                  </a:lnTo>
                  <a:lnTo>
                    <a:pt x="109855" y="84010"/>
                  </a:lnTo>
                  <a:lnTo>
                    <a:pt x="110947" y="84455"/>
                  </a:lnTo>
                  <a:lnTo>
                    <a:pt x="112064" y="83985"/>
                  </a:lnTo>
                  <a:lnTo>
                    <a:pt x="112953" y="83172"/>
                  </a:lnTo>
                  <a:lnTo>
                    <a:pt x="113703" y="82473"/>
                  </a:lnTo>
                  <a:lnTo>
                    <a:pt x="114007" y="81254"/>
                  </a:lnTo>
                  <a:close/>
                </a:path>
                <a:path w="237489" h="308609">
                  <a:moveTo>
                    <a:pt x="123698" y="234899"/>
                  </a:moveTo>
                  <a:lnTo>
                    <a:pt x="121881" y="233908"/>
                  </a:lnTo>
                  <a:lnTo>
                    <a:pt x="121259" y="233349"/>
                  </a:lnTo>
                  <a:lnTo>
                    <a:pt x="120269" y="232168"/>
                  </a:lnTo>
                  <a:lnTo>
                    <a:pt x="118402" y="233184"/>
                  </a:lnTo>
                  <a:lnTo>
                    <a:pt x="118376" y="234543"/>
                  </a:lnTo>
                  <a:lnTo>
                    <a:pt x="118160" y="235419"/>
                  </a:lnTo>
                  <a:lnTo>
                    <a:pt x="117335" y="237426"/>
                  </a:lnTo>
                  <a:lnTo>
                    <a:pt x="119875" y="239128"/>
                  </a:lnTo>
                  <a:lnTo>
                    <a:pt x="123405" y="237642"/>
                  </a:lnTo>
                  <a:lnTo>
                    <a:pt x="123698" y="234899"/>
                  </a:lnTo>
                  <a:close/>
                </a:path>
                <a:path w="237489" h="308609">
                  <a:moveTo>
                    <a:pt x="124599" y="286473"/>
                  </a:moveTo>
                  <a:lnTo>
                    <a:pt x="114452" y="286473"/>
                  </a:lnTo>
                  <a:lnTo>
                    <a:pt x="114439" y="294347"/>
                  </a:lnTo>
                  <a:lnTo>
                    <a:pt x="119519" y="294347"/>
                  </a:lnTo>
                  <a:lnTo>
                    <a:pt x="124587" y="294347"/>
                  </a:lnTo>
                  <a:lnTo>
                    <a:pt x="124599" y="286473"/>
                  </a:lnTo>
                  <a:close/>
                </a:path>
                <a:path w="237489" h="308609">
                  <a:moveTo>
                    <a:pt x="125323" y="205346"/>
                  </a:moveTo>
                  <a:lnTo>
                    <a:pt x="121691" y="205346"/>
                  </a:lnTo>
                  <a:lnTo>
                    <a:pt x="118071" y="205346"/>
                  </a:lnTo>
                  <a:lnTo>
                    <a:pt x="118071" y="210972"/>
                  </a:lnTo>
                  <a:lnTo>
                    <a:pt x="125323" y="210972"/>
                  </a:lnTo>
                  <a:lnTo>
                    <a:pt x="125323" y="205346"/>
                  </a:lnTo>
                  <a:close/>
                </a:path>
                <a:path w="237489" h="308609">
                  <a:moveTo>
                    <a:pt x="140919" y="117729"/>
                  </a:moveTo>
                  <a:lnTo>
                    <a:pt x="138252" y="116154"/>
                  </a:lnTo>
                  <a:lnTo>
                    <a:pt x="137299" y="117919"/>
                  </a:lnTo>
                  <a:lnTo>
                    <a:pt x="136956" y="118554"/>
                  </a:lnTo>
                  <a:lnTo>
                    <a:pt x="136842" y="118999"/>
                  </a:lnTo>
                  <a:lnTo>
                    <a:pt x="136588" y="120980"/>
                  </a:lnTo>
                  <a:lnTo>
                    <a:pt x="138264" y="121323"/>
                  </a:lnTo>
                  <a:lnTo>
                    <a:pt x="139509" y="120256"/>
                  </a:lnTo>
                  <a:lnTo>
                    <a:pt x="139674" y="120040"/>
                  </a:lnTo>
                  <a:lnTo>
                    <a:pt x="140919" y="117729"/>
                  </a:lnTo>
                  <a:close/>
                </a:path>
                <a:path w="237489" h="308609">
                  <a:moveTo>
                    <a:pt x="142189" y="258533"/>
                  </a:moveTo>
                  <a:lnTo>
                    <a:pt x="136067" y="253669"/>
                  </a:lnTo>
                  <a:lnTo>
                    <a:pt x="134073" y="252958"/>
                  </a:lnTo>
                  <a:lnTo>
                    <a:pt x="131927" y="253492"/>
                  </a:lnTo>
                  <a:lnTo>
                    <a:pt x="131394" y="253136"/>
                  </a:lnTo>
                  <a:lnTo>
                    <a:pt x="128714" y="252107"/>
                  </a:lnTo>
                  <a:lnTo>
                    <a:pt x="126377" y="254254"/>
                  </a:lnTo>
                  <a:lnTo>
                    <a:pt x="126377" y="256413"/>
                  </a:lnTo>
                  <a:lnTo>
                    <a:pt x="126377" y="257187"/>
                  </a:lnTo>
                  <a:lnTo>
                    <a:pt x="126720" y="257860"/>
                  </a:lnTo>
                  <a:lnTo>
                    <a:pt x="127152" y="258470"/>
                  </a:lnTo>
                  <a:lnTo>
                    <a:pt x="127101" y="258826"/>
                  </a:lnTo>
                  <a:lnTo>
                    <a:pt x="127000" y="259168"/>
                  </a:lnTo>
                  <a:lnTo>
                    <a:pt x="127393" y="264883"/>
                  </a:lnTo>
                  <a:lnTo>
                    <a:pt x="131749" y="268211"/>
                  </a:lnTo>
                  <a:lnTo>
                    <a:pt x="140157" y="264668"/>
                  </a:lnTo>
                  <a:lnTo>
                    <a:pt x="142189" y="258533"/>
                  </a:lnTo>
                  <a:close/>
                </a:path>
                <a:path w="237489" h="308609">
                  <a:moveTo>
                    <a:pt x="144106" y="105206"/>
                  </a:moveTo>
                  <a:lnTo>
                    <a:pt x="140754" y="105206"/>
                  </a:lnTo>
                  <a:lnTo>
                    <a:pt x="137414" y="105206"/>
                  </a:lnTo>
                  <a:lnTo>
                    <a:pt x="137414" y="110401"/>
                  </a:lnTo>
                  <a:lnTo>
                    <a:pt x="144106" y="110401"/>
                  </a:lnTo>
                  <a:lnTo>
                    <a:pt x="144106" y="105206"/>
                  </a:lnTo>
                  <a:close/>
                </a:path>
                <a:path w="237489" h="308609">
                  <a:moveTo>
                    <a:pt x="148678" y="131889"/>
                  </a:moveTo>
                  <a:lnTo>
                    <a:pt x="148094" y="131889"/>
                  </a:lnTo>
                  <a:lnTo>
                    <a:pt x="148094" y="132346"/>
                  </a:lnTo>
                  <a:lnTo>
                    <a:pt x="148386" y="132346"/>
                  </a:lnTo>
                  <a:lnTo>
                    <a:pt x="148678" y="132346"/>
                  </a:lnTo>
                  <a:lnTo>
                    <a:pt x="148678" y="131889"/>
                  </a:lnTo>
                  <a:close/>
                </a:path>
                <a:path w="237489" h="308609">
                  <a:moveTo>
                    <a:pt x="150380" y="150088"/>
                  </a:moveTo>
                  <a:lnTo>
                    <a:pt x="142049" y="150088"/>
                  </a:lnTo>
                  <a:lnTo>
                    <a:pt x="142036" y="156552"/>
                  </a:lnTo>
                  <a:lnTo>
                    <a:pt x="146202" y="156552"/>
                  </a:lnTo>
                  <a:lnTo>
                    <a:pt x="150368" y="156552"/>
                  </a:lnTo>
                  <a:lnTo>
                    <a:pt x="150380" y="150088"/>
                  </a:lnTo>
                  <a:close/>
                </a:path>
                <a:path w="237489" h="308609">
                  <a:moveTo>
                    <a:pt x="156819" y="214782"/>
                  </a:moveTo>
                  <a:lnTo>
                    <a:pt x="143230" y="214782"/>
                  </a:lnTo>
                  <a:lnTo>
                    <a:pt x="143230" y="225323"/>
                  </a:lnTo>
                  <a:lnTo>
                    <a:pt x="150025" y="225323"/>
                  </a:lnTo>
                  <a:lnTo>
                    <a:pt x="156806" y="225323"/>
                  </a:lnTo>
                  <a:lnTo>
                    <a:pt x="156819" y="214782"/>
                  </a:lnTo>
                  <a:close/>
                </a:path>
                <a:path w="237489" h="308609">
                  <a:moveTo>
                    <a:pt x="163131" y="126288"/>
                  </a:moveTo>
                  <a:lnTo>
                    <a:pt x="160108" y="122529"/>
                  </a:lnTo>
                  <a:lnTo>
                    <a:pt x="155994" y="123786"/>
                  </a:lnTo>
                  <a:lnTo>
                    <a:pt x="155917" y="126428"/>
                  </a:lnTo>
                  <a:lnTo>
                    <a:pt x="155829" y="126784"/>
                  </a:lnTo>
                  <a:lnTo>
                    <a:pt x="155790" y="127165"/>
                  </a:lnTo>
                  <a:lnTo>
                    <a:pt x="156438" y="129971"/>
                  </a:lnTo>
                  <a:lnTo>
                    <a:pt x="158584" y="130098"/>
                  </a:lnTo>
                  <a:lnTo>
                    <a:pt x="163055" y="129425"/>
                  </a:lnTo>
                  <a:lnTo>
                    <a:pt x="163131" y="126288"/>
                  </a:lnTo>
                  <a:close/>
                </a:path>
                <a:path w="237489" h="308609">
                  <a:moveTo>
                    <a:pt x="166395" y="145719"/>
                  </a:moveTo>
                  <a:lnTo>
                    <a:pt x="164846" y="143421"/>
                  </a:lnTo>
                  <a:lnTo>
                    <a:pt x="158927" y="143281"/>
                  </a:lnTo>
                  <a:lnTo>
                    <a:pt x="158051" y="146304"/>
                  </a:lnTo>
                  <a:lnTo>
                    <a:pt x="159524" y="148018"/>
                  </a:lnTo>
                  <a:lnTo>
                    <a:pt x="161772" y="150647"/>
                  </a:lnTo>
                  <a:lnTo>
                    <a:pt x="164680" y="149796"/>
                  </a:lnTo>
                  <a:lnTo>
                    <a:pt x="166395" y="145719"/>
                  </a:lnTo>
                  <a:close/>
                </a:path>
                <a:path w="237489" h="308609">
                  <a:moveTo>
                    <a:pt x="168719" y="279590"/>
                  </a:moveTo>
                  <a:lnTo>
                    <a:pt x="166179" y="279590"/>
                  </a:lnTo>
                  <a:lnTo>
                    <a:pt x="166179" y="281559"/>
                  </a:lnTo>
                  <a:lnTo>
                    <a:pt x="167449" y="281559"/>
                  </a:lnTo>
                  <a:lnTo>
                    <a:pt x="168719" y="281559"/>
                  </a:lnTo>
                  <a:lnTo>
                    <a:pt x="168719" y="279590"/>
                  </a:lnTo>
                  <a:close/>
                </a:path>
                <a:path w="237489" h="308609">
                  <a:moveTo>
                    <a:pt x="171678" y="180124"/>
                  </a:moveTo>
                  <a:lnTo>
                    <a:pt x="170129" y="178142"/>
                  </a:lnTo>
                  <a:lnTo>
                    <a:pt x="168643" y="176237"/>
                  </a:lnTo>
                  <a:lnTo>
                    <a:pt x="166966" y="177355"/>
                  </a:lnTo>
                  <a:lnTo>
                    <a:pt x="167551" y="179209"/>
                  </a:lnTo>
                  <a:lnTo>
                    <a:pt x="167652" y="179578"/>
                  </a:lnTo>
                  <a:lnTo>
                    <a:pt x="168351" y="181775"/>
                  </a:lnTo>
                  <a:lnTo>
                    <a:pt x="171678" y="180124"/>
                  </a:lnTo>
                  <a:close/>
                </a:path>
                <a:path w="237489" h="308609">
                  <a:moveTo>
                    <a:pt x="172339" y="263728"/>
                  </a:moveTo>
                  <a:lnTo>
                    <a:pt x="167995" y="263728"/>
                  </a:lnTo>
                  <a:lnTo>
                    <a:pt x="163652" y="263728"/>
                  </a:lnTo>
                  <a:lnTo>
                    <a:pt x="163652" y="270471"/>
                  </a:lnTo>
                  <a:lnTo>
                    <a:pt x="172339" y="270471"/>
                  </a:lnTo>
                  <a:lnTo>
                    <a:pt x="172339" y="263728"/>
                  </a:lnTo>
                  <a:close/>
                </a:path>
                <a:path w="237489" h="308609">
                  <a:moveTo>
                    <a:pt x="178168" y="159740"/>
                  </a:moveTo>
                  <a:lnTo>
                    <a:pt x="173202" y="158991"/>
                  </a:lnTo>
                  <a:lnTo>
                    <a:pt x="171653" y="158750"/>
                  </a:lnTo>
                  <a:lnTo>
                    <a:pt x="169875" y="158775"/>
                  </a:lnTo>
                  <a:lnTo>
                    <a:pt x="168160" y="161798"/>
                  </a:lnTo>
                  <a:lnTo>
                    <a:pt x="168859" y="163461"/>
                  </a:lnTo>
                  <a:lnTo>
                    <a:pt x="174371" y="168617"/>
                  </a:lnTo>
                  <a:lnTo>
                    <a:pt x="178168" y="159740"/>
                  </a:lnTo>
                  <a:close/>
                </a:path>
                <a:path w="237489" h="308609">
                  <a:moveTo>
                    <a:pt x="181775" y="304876"/>
                  </a:moveTo>
                  <a:lnTo>
                    <a:pt x="181190" y="301828"/>
                  </a:lnTo>
                  <a:lnTo>
                    <a:pt x="175387" y="294576"/>
                  </a:lnTo>
                  <a:lnTo>
                    <a:pt x="168033" y="293725"/>
                  </a:lnTo>
                  <a:lnTo>
                    <a:pt x="163093" y="298589"/>
                  </a:lnTo>
                  <a:lnTo>
                    <a:pt x="162318" y="299643"/>
                  </a:lnTo>
                  <a:lnTo>
                    <a:pt x="160566" y="298043"/>
                  </a:lnTo>
                  <a:lnTo>
                    <a:pt x="157556" y="297878"/>
                  </a:lnTo>
                  <a:lnTo>
                    <a:pt x="155562" y="300126"/>
                  </a:lnTo>
                  <a:lnTo>
                    <a:pt x="154952" y="299669"/>
                  </a:lnTo>
                  <a:lnTo>
                    <a:pt x="154216" y="299364"/>
                  </a:lnTo>
                  <a:lnTo>
                    <a:pt x="149910" y="299466"/>
                  </a:lnTo>
                  <a:lnTo>
                    <a:pt x="147955" y="301980"/>
                  </a:lnTo>
                  <a:lnTo>
                    <a:pt x="150190" y="304939"/>
                  </a:lnTo>
                  <a:lnTo>
                    <a:pt x="151218" y="306311"/>
                  </a:lnTo>
                  <a:lnTo>
                    <a:pt x="152933" y="306971"/>
                  </a:lnTo>
                  <a:lnTo>
                    <a:pt x="154432" y="306603"/>
                  </a:lnTo>
                  <a:lnTo>
                    <a:pt x="154914" y="307746"/>
                  </a:lnTo>
                  <a:lnTo>
                    <a:pt x="155232" y="308292"/>
                  </a:lnTo>
                  <a:lnTo>
                    <a:pt x="181597" y="308292"/>
                  </a:lnTo>
                  <a:lnTo>
                    <a:pt x="181343" y="307835"/>
                  </a:lnTo>
                  <a:lnTo>
                    <a:pt x="181102" y="307644"/>
                  </a:lnTo>
                  <a:lnTo>
                    <a:pt x="181775" y="304876"/>
                  </a:lnTo>
                  <a:close/>
                </a:path>
                <a:path w="237489" h="308609">
                  <a:moveTo>
                    <a:pt x="185407" y="216242"/>
                  </a:moveTo>
                  <a:lnTo>
                    <a:pt x="183946" y="214642"/>
                  </a:lnTo>
                  <a:lnTo>
                    <a:pt x="183845" y="214414"/>
                  </a:lnTo>
                  <a:lnTo>
                    <a:pt x="183299" y="212750"/>
                  </a:lnTo>
                  <a:lnTo>
                    <a:pt x="181025" y="212750"/>
                  </a:lnTo>
                  <a:lnTo>
                    <a:pt x="180365" y="214642"/>
                  </a:lnTo>
                  <a:lnTo>
                    <a:pt x="178904" y="216242"/>
                  </a:lnTo>
                  <a:lnTo>
                    <a:pt x="179895" y="218960"/>
                  </a:lnTo>
                  <a:lnTo>
                    <a:pt x="184404" y="218960"/>
                  </a:lnTo>
                  <a:lnTo>
                    <a:pt x="185407" y="216242"/>
                  </a:lnTo>
                  <a:close/>
                </a:path>
                <a:path w="237489" h="308609">
                  <a:moveTo>
                    <a:pt x="185407" y="181927"/>
                  </a:moveTo>
                  <a:lnTo>
                    <a:pt x="177812" y="181927"/>
                  </a:lnTo>
                  <a:lnTo>
                    <a:pt x="177812" y="187833"/>
                  </a:lnTo>
                  <a:lnTo>
                    <a:pt x="181610" y="187833"/>
                  </a:lnTo>
                  <a:lnTo>
                    <a:pt x="185407" y="187833"/>
                  </a:lnTo>
                  <a:lnTo>
                    <a:pt x="185407" y="181927"/>
                  </a:lnTo>
                  <a:close/>
                </a:path>
                <a:path w="237489" h="308609">
                  <a:moveTo>
                    <a:pt x="187325" y="240779"/>
                  </a:moveTo>
                  <a:lnTo>
                    <a:pt x="182702" y="240779"/>
                  </a:lnTo>
                  <a:lnTo>
                    <a:pt x="178079" y="240779"/>
                  </a:lnTo>
                  <a:lnTo>
                    <a:pt x="178079" y="247954"/>
                  </a:lnTo>
                  <a:lnTo>
                    <a:pt x="187325" y="247954"/>
                  </a:lnTo>
                  <a:lnTo>
                    <a:pt x="187325" y="240779"/>
                  </a:lnTo>
                  <a:close/>
                </a:path>
                <a:path w="237489" h="308609">
                  <a:moveTo>
                    <a:pt x="192011" y="188010"/>
                  </a:moveTo>
                  <a:lnTo>
                    <a:pt x="191071" y="187274"/>
                  </a:lnTo>
                  <a:lnTo>
                    <a:pt x="190792" y="187045"/>
                  </a:lnTo>
                  <a:lnTo>
                    <a:pt x="190436" y="187388"/>
                  </a:lnTo>
                  <a:lnTo>
                    <a:pt x="190677" y="187667"/>
                  </a:lnTo>
                  <a:lnTo>
                    <a:pt x="191008" y="188048"/>
                  </a:lnTo>
                  <a:lnTo>
                    <a:pt x="191160" y="188226"/>
                  </a:lnTo>
                  <a:lnTo>
                    <a:pt x="191465" y="188582"/>
                  </a:lnTo>
                  <a:lnTo>
                    <a:pt x="192011" y="188010"/>
                  </a:lnTo>
                  <a:close/>
                </a:path>
                <a:path w="237489" h="308609">
                  <a:moveTo>
                    <a:pt x="192379" y="290042"/>
                  </a:moveTo>
                  <a:lnTo>
                    <a:pt x="192328" y="286270"/>
                  </a:lnTo>
                  <a:lnTo>
                    <a:pt x="192265" y="281470"/>
                  </a:lnTo>
                  <a:lnTo>
                    <a:pt x="184632" y="283083"/>
                  </a:lnTo>
                  <a:lnTo>
                    <a:pt x="187477" y="290118"/>
                  </a:lnTo>
                  <a:lnTo>
                    <a:pt x="192379" y="290042"/>
                  </a:lnTo>
                  <a:close/>
                </a:path>
                <a:path w="237489" h="308609">
                  <a:moveTo>
                    <a:pt x="195402" y="261277"/>
                  </a:moveTo>
                  <a:lnTo>
                    <a:pt x="194805" y="260261"/>
                  </a:lnTo>
                  <a:lnTo>
                    <a:pt x="194691" y="260045"/>
                  </a:lnTo>
                  <a:lnTo>
                    <a:pt x="193598" y="258178"/>
                  </a:lnTo>
                  <a:lnTo>
                    <a:pt x="191401" y="260540"/>
                  </a:lnTo>
                  <a:lnTo>
                    <a:pt x="193027" y="261378"/>
                  </a:lnTo>
                  <a:lnTo>
                    <a:pt x="194475" y="262115"/>
                  </a:lnTo>
                  <a:lnTo>
                    <a:pt x="195402" y="261277"/>
                  </a:lnTo>
                  <a:close/>
                </a:path>
                <a:path w="237489" h="308609">
                  <a:moveTo>
                    <a:pt x="198488" y="264375"/>
                  </a:moveTo>
                  <a:lnTo>
                    <a:pt x="193598" y="264375"/>
                  </a:lnTo>
                  <a:lnTo>
                    <a:pt x="188722" y="264375"/>
                  </a:lnTo>
                  <a:lnTo>
                    <a:pt x="188709" y="271957"/>
                  </a:lnTo>
                  <a:lnTo>
                    <a:pt x="198488" y="271957"/>
                  </a:lnTo>
                  <a:lnTo>
                    <a:pt x="198488" y="264375"/>
                  </a:lnTo>
                  <a:close/>
                </a:path>
                <a:path w="237489" h="308609">
                  <a:moveTo>
                    <a:pt x="210108" y="292785"/>
                  </a:moveTo>
                  <a:lnTo>
                    <a:pt x="198704" y="292785"/>
                  </a:lnTo>
                  <a:lnTo>
                    <a:pt x="198691" y="301637"/>
                  </a:lnTo>
                  <a:lnTo>
                    <a:pt x="204406" y="301637"/>
                  </a:lnTo>
                  <a:lnTo>
                    <a:pt x="210096" y="301637"/>
                  </a:lnTo>
                  <a:lnTo>
                    <a:pt x="210108" y="292785"/>
                  </a:lnTo>
                  <a:close/>
                </a:path>
                <a:path w="237489" h="308609">
                  <a:moveTo>
                    <a:pt x="221221" y="243090"/>
                  </a:moveTo>
                  <a:lnTo>
                    <a:pt x="220738" y="241985"/>
                  </a:lnTo>
                  <a:lnTo>
                    <a:pt x="218973" y="242963"/>
                  </a:lnTo>
                  <a:lnTo>
                    <a:pt x="218490" y="243217"/>
                  </a:lnTo>
                  <a:lnTo>
                    <a:pt x="218833" y="244081"/>
                  </a:lnTo>
                  <a:lnTo>
                    <a:pt x="219354" y="243865"/>
                  </a:lnTo>
                  <a:lnTo>
                    <a:pt x="219722" y="243713"/>
                  </a:lnTo>
                  <a:lnTo>
                    <a:pt x="220091" y="243560"/>
                  </a:lnTo>
                  <a:lnTo>
                    <a:pt x="220459" y="243408"/>
                  </a:lnTo>
                  <a:lnTo>
                    <a:pt x="221221" y="243090"/>
                  </a:lnTo>
                  <a:close/>
                </a:path>
                <a:path w="237489" h="308609">
                  <a:moveTo>
                    <a:pt x="223189" y="285788"/>
                  </a:moveTo>
                  <a:lnTo>
                    <a:pt x="221297" y="284302"/>
                  </a:lnTo>
                  <a:lnTo>
                    <a:pt x="220941" y="284632"/>
                  </a:lnTo>
                  <a:lnTo>
                    <a:pt x="221170" y="284911"/>
                  </a:lnTo>
                  <a:lnTo>
                    <a:pt x="221500" y="285292"/>
                  </a:lnTo>
                  <a:lnTo>
                    <a:pt x="222173" y="286042"/>
                  </a:lnTo>
                  <a:lnTo>
                    <a:pt x="222529" y="286461"/>
                  </a:lnTo>
                  <a:lnTo>
                    <a:pt x="223189" y="285788"/>
                  </a:lnTo>
                  <a:close/>
                </a:path>
                <a:path w="237489" h="308609">
                  <a:moveTo>
                    <a:pt x="228752" y="280352"/>
                  </a:moveTo>
                  <a:lnTo>
                    <a:pt x="228168" y="280352"/>
                  </a:lnTo>
                  <a:lnTo>
                    <a:pt x="228168" y="280809"/>
                  </a:lnTo>
                  <a:lnTo>
                    <a:pt x="228460" y="280809"/>
                  </a:lnTo>
                  <a:lnTo>
                    <a:pt x="228752" y="280809"/>
                  </a:lnTo>
                  <a:lnTo>
                    <a:pt x="228752" y="280352"/>
                  </a:lnTo>
                  <a:close/>
                </a:path>
                <a:path w="237489" h="308609">
                  <a:moveTo>
                    <a:pt x="237070" y="300177"/>
                  </a:moveTo>
                  <a:lnTo>
                    <a:pt x="234988" y="300177"/>
                  </a:lnTo>
                  <a:lnTo>
                    <a:pt x="232905" y="300177"/>
                  </a:lnTo>
                  <a:lnTo>
                    <a:pt x="232905" y="303403"/>
                  </a:lnTo>
                  <a:lnTo>
                    <a:pt x="237070" y="303403"/>
                  </a:lnTo>
                  <a:lnTo>
                    <a:pt x="237070" y="300177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4094251" y="7770970"/>
              <a:ext cx="271145" cy="330835"/>
            </a:xfrm>
            <a:custGeom>
              <a:avLst/>
              <a:gdLst/>
              <a:ahLst/>
              <a:cxnLst/>
              <a:rect l="l" t="t" r="r" b="b"/>
              <a:pathLst>
                <a:path w="271145" h="330834">
                  <a:moveTo>
                    <a:pt x="6794" y="153187"/>
                  </a:moveTo>
                  <a:lnTo>
                    <a:pt x="6616" y="151371"/>
                  </a:lnTo>
                  <a:lnTo>
                    <a:pt x="4889" y="150241"/>
                  </a:lnTo>
                  <a:lnTo>
                    <a:pt x="3759" y="149491"/>
                  </a:lnTo>
                  <a:lnTo>
                    <a:pt x="2133" y="150507"/>
                  </a:lnTo>
                  <a:lnTo>
                    <a:pt x="2095" y="151803"/>
                  </a:lnTo>
                  <a:lnTo>
                    <a:pt x="1841" y="152019"/>
                  </a:lnTo>
                  <a:lnTo>
                    <a:pt x="0" y="152958"/>
                  </a:lnTo>
                  <a:lnTo>
                    <a:pt x="774" y="155359"/>
                  </a:lnTo>
                  <a:lnTo>
                    <a:pt x="2362" y="156006"/>
                  </a:lnTo>
                  <a:lnTo>
                    <a:pt x="2819" y="156197"/>
                  </a:lnTo>
                  <a:lnTo>
                    <a:pt x="3238" y="156248"/>
                  </a:lnTo>
                  <a:lnTo>
                    <a:pt x="4597" y="156197"/>
                  </a:lnTo>
                  <a:lnTo>
                    <a:pt x="5537" y="155778"/>
                  </a:lnTo>
                  <a:lnTo>
                    <a:pt x="5918" y="154965"/>
                  </a:lnTo>
                  <a:lnTo>
                    <a:pt x="6794" y="153187"/>
                  </a:lnTo>
                  <a:close/>
                </a:path>
                <a:path w="271145" h="330834">
                  <a:moveTo>
                    <a:pt x="6807" y="19253"/>
                  </a:moveTo>
                  <a:lnTo>
                    <a:pt x="6299" y="18745"/>
                  </a:lnTo>
                  <a:lnTo>
                    <a:pt x="5981" y="19062"/>
                  </a:lnTo>
                  <a:lnTo>
                    <a:pt x="5435" y="19570"/>
                  </a:lnTo>
                  <a:lnTo>
                    <a:pt x="5105" y="19888"/>
                  </a:lnTo>
                  <a:lnTo>
                    <a:pt x="5600" y="20396"/>
                  </a:lnTo>
                  <a:lnTo>
                    <a:pt x="5930" y="20078"/>
                  </a:lnTo>
                  <a:lnTo>
                    <a:pt x="6286" y="19735"/>
                  </a:lnTo>
                  <a:lnTo>
                    <a:pt x="6477" y="19558"/>
                  </a:lnTo>
                  <a:lnTo>
                    <a:pt x="6807" y="19253"/>
                  </a:lnTo>
                  <a:close/>
                </a:path>
                <a:path w="271145" h="330834">
                  <a:moveTo>
                    <a:pt x="9486" y="278536"/>
                  </a:moveTo>
                  <a:lnTo>
                    <a:pt x="6223" y="278536"/>
                  </a:lnTo>
                  <a:lnTo>
                    <a:pt x="2971" y="278536"/>
                  </a:lnTo>
                  <a:lnTo>
                    <a:pt x="2959" y="283591"/>
                  </a:lnTo>
                  <a:lnTo>
                    <a:pt x="9486" y="283591"/>
                  </a:lnTo>
                  <a:lnTo>
                    <a:pt x="9486" y="278536"/>
                  </a:lnTo>
                  <a:close/>
                </a:path>
                <a:path w="271145" h="330834">
                  <a:moveTo>
                    <a:pt x="9791" y="243598"/>
                  </a:moveTo>
                  <a:lnTo>
                    <a:pt x="9207" y="243598"/>
                  </a:lnTo>
                  <a:lnTo>
                    <a:pt x="9207" y="244043"/>
                  </a:lnTo>
                  <a:lnTo>
                    <a:pt x="9499" y="244043"/>
                  </a:lnTo>
                  <a:lnTo>
                    <a:pt x="9791" y="244043"/>
                  </a:lnTo>
                  <a:lnTo>
                    <a:pt x="9791" y="243598"/>
                  </a:lnTo>
                  <a:close/>
                </a:path>
                <a:path w="271145" h="330834">
                  <a:moveTo>
                    <a:pt x="14300" y="160680"/>
                  </a:moveTo>
                  <a:lnTo>
                    <a:pt x="13855" y="160705"/>
                  </a:lnTo>
                  <a:lnTo>
                    <a:pt x="12763" y="160769"/>
                  </a:lnTo>
                  <a:lnTo>
                    <a:pt x="12407" y="160794"/>
                  </a:lnTo>
                  <a:lnTo>
                    <a:pt x="12395" y="161315"/>
                  </a:lnTo>
                  <a:lnTo>
                    <a:pt x="12763" y="161328"/>
                  </a:lnTo>
                  <a:lnTo>
                    <a:pt x="13131" y="161353"/>
                  </a:lnTo>
                  <a:lnTo>
                    <a:pt x="13487" y="161391"/>
                  </a:lnTo>
                  <a:lnTo>
                    <a:pt x="13855" y="161404"/>
                  </a:lnTo>
                  <a:lnTo>
                    <a:pt x="14300" y="161442"/>
                  </a:lnTo>
                  <a:lnTo>
                    <a:pt x="14300" y="160680"/>
                  </a:lnTo>
                  <a:close/>
                </a:path>
                <a:path w="271145" h="330834">
                  <a:moveTo>
                    <a:pt x="14947" y="98145"/>
                  </a:moveTo>
                  <a:lnTo>
                    <a:pt x="14782" y="97104"/>
                  </a:lnTo>
                  <a:lnTo>
                    <a:pt x="11696" y="95237"/>
                  </a:lnTo>
                  <a:lnTo>
                    <a:pt x="9855" y="98374"/>
                  </a:lnTo>
                  <a:lnTo>
                    <a:pt x="12026" y="99707"/>
                  </a:lnTo>
                  <a:lnTo>
                    <a:pt x="12827" y="100241"/>
                  </a:lnTo>
                  <a:lnTo>
                    <a:pt x="13957" y="100291"/>
                  </a:lnTo>
                  <a:lnTo>
                    <a:pt x="14236" y="99695"/>
                  </a:lnTo>
                  <a:lnTo>
                    <a:pt x="14947" y="98145"/>
                  </a:lnTo>
                  <a:close/>
                </a:path>
                <a:path w="271145" h="330834">
                  <a:moveTo>
                    <a:pt x="17170" y="65519"/>
                  </a:moveTo>
                  <a:lnTo>
                    <a:pt x="16967" y="65214"/>
                  </a:lnTo>
                  <a:lnTo>
                    <a:pt x="16586" y="64909"/>
                  </a:lnTo>
                  <a:lnTo>
                    <a:pt x="15481" y="63677"/>
                  </a:lnTo>
                  <a:lnTo>
                    <a:pt x="12877" y="65951"/>
                  </a:lnTo>
                  <a:lnTo>
                    <a:pt x="15938" y="67716"/>
                  </a:lnTo>
                  <a:lnTo>
                    <a:pt x="17094" y="67068"/>
                  </a:lnTo>
                  <a:lnTo>
                    <a:pt x="17170" y="65519"/>
                  </a:lnTo>
                  <a:close/>
                </a:path>
                <a:path w="271145" h="330834">
                  <a:moveTo>
                    <a:pt x="17856" y="198374"/>
                  </a:moveTo>
                  <a:lnTo>
                    <a:pt x="17665" y="197472"/>
                  </a:lnTo>
                  <a:lnTo>
                    <a:pt x="16776" y="193421"/>
                  </a:lnTo>
                  <a:lnTo>
                    <a:pt x="12319" y="198196"/>
                  </a:lnTo>
                  <a:lnTo>
                    <a:pt x="15621" y="198755"/>
                  </a:lnTo>
                  <a:lnTo>
                    <a:pt x="17132" y="199009"/>
                  </a:lnTo>
                  <a:lnTo>
                    <a:pt x="17856" y="198374"/>
                  </a:lnTo>
                  <a:close/>
                </a:path>
                <a:path w="271145" h="330834">
                  <a:moveTo>
                    <a:pt x="18440" y="120675"/>
                  </a:moveTo>
                  <a:lnTo>
                    <a:pt x="18237" y="120484"/>
                  </a:lnTo>
                  <a:lnTo>
                    <a:pt x="18110" y="120599"/>
                  </a:lnTo>
                  <a:lnTo>
                    <a:pt x="17564" y="121119"/>
                  </a:lnTo>
                  <a:lnTo>
                    <a:pt x="17424" y="121246"/>
                  </a:lnTo>
                  <a:lnTo>
                    <a:pt x="17627" y="121437"/>
                  </a:lnTo>
                  <a:lnTo>
                    <a:pt x="17767" y="121310"/>
                  </a:lnTo>
                  <a:lnTo>
                    <a:pt x="18313" y="120802"/>
                  </a:lnTo>
                  <a:lnTo>
                    <a:pt x="18440" y="120675"/>
                  </a:lnTo>
                  <a:close/>
                </a:path>
                <a:path w="271145" h="330834">
                  <a:moveTo>
                    <a:pt x="18669" y="107124"/>
                  </a:moveTo>
                  <a:lnTo>
                    <a:pt x="17907" y="103974"/>
                  </a:lnTo>
                  <a:lnTo>
                    <a:pt x="17208" y="101142"/>
                  </a:lnTo>
                  <a:lnTo>
                    <a:pt x="14846" y="101142"/>
                  </a:lnTo>
                  <a:lnTo>
                    <a:pt x="13398" y="107111"/>
                  </a:lnTo>
                  <a:lnTo>
                    <a:pt x="18669" y="107124"/>
                  </a:lnTo>
                  <a:close/>
                </a:path>
                <a:path w="271145" h="330834">
                  <a:moveTo>
                    <a:pt x="18821" y="312026"/>
                  </a:moveTo>
                  <a:lnTo>
                    <a:pt x="18580" y="311061"/>
                  </a:lnTo>
                  <a:lnTo>
                    <a:pt x="18084" y="309168"/>
                  </a:lnTo>
                  <a:lnTo>
                    <a:pt x="15290" y="309219"/>
                  </a:lnTo>
                  <a:lnTo>
                    <a:pt x="14503" y="312039"/>
                  </a:lnTo>
                  <a:lnTo>
                    <a:pt x="14566" y="312686"/>
                  </a:lnTo>
                  <a:lnTo>
                    <a:pt x="15824" y="314744"/>
                  </a:lnTo>
                  <a:lnTo>
                    <a:pt x="17500" y="314706"/>
                  </a:lnTo>
                  <a:lnTo>
                    <a:pt x="18249" y="313550"/>
                  </a:lnTo>
                  <a:lnTo>
                    <a:pt x="18796" y="312686"/>
                  </a:lnTo>
                  <a:lnTo>
                    <a:pt x="18821" y="312026"/>
                  </a:lnTo>
                  <a:close/>
                </a:path>
                <a:path w="271145" h="330834">
                  <a:moveTo>
                    <a:pt x="19265" y="286880"/>
                  </a:moveTo>
                  <a:lnTo>
                    <a:pt x="15925" y="288264"/>
                  </a:lnTo>
                  <a:lnTo>
                    <a:pt x="15925" y="289382"/>
                  </a:lnTo>
                  <a:lnTo>
                    <a:pt x="16865" y="289775"/>
                  </a:lnTo>
                  <a:lnTo>
                    <a:pt x="17030" y="289839"/>
                  </a:lnTo>
                  <a:lnTo>
                    <a:pt x="17183" y="289915"/>
                  </a:lnTo>
                  <a:lnTo>
                    <a:pt x="17348" y="289979"/>
                  </a:lnTo>
                  <a:lnTo>
                    <a:pt x="19253" y="290766"/>
                  </a:lnTo>
                  <a:lnTo>
                    <a:pt x="19265" y="286880"/>
                  </a:lnTo>
                  <a:close/>
                </a:path>
                <a:path w="271145" h="330834">
                  <a:moveTo>
                    <a:pt x="19570" y="255181"/>
                  </a:moveTo>
                  <a:lnTo>
                    <a:pt x="18211" y="255181"/>
                  </a:lnTo>
                  <a:lnTo>
                    <a:pt x="16852" y="255181"/>
                  </a:lnTo>
                  <a:lnTo>
                    <a:pt x="16852" y="257289"/>
                  </a:lnTo>
                  <a:lnTo>
                    <a:pt x="19570" y="257289"/>
                  </a:lnTo>
                  <a:lnTo>
                    <a:pt x="19570" y="255181"/>
                  </a:lnTo>
                  <a:close/>
                </a:path>
                <a:path w="271145" h="330834">
                  <a:moveTo>
                    <a:pt x="19748" y="169494"/>
                  </a:moveTo>
                  <a:lnTo>
                    <a:pt x="19304" y="169494"/>
                  </a:lnTo>
                  <a:lnTo>
                    <a:pt x="18846" y="169494"/>
                  </a:lnTo>
                  <a:lnTo>
                    <a:pt x="18846" y="170192"/>
                  </a:lnTo>
                  <a:lnTo>
                    <a:pt x="19748" y="170192"/>
                  </a:lnTo>
                  <a:lnTo>
                    <a:pt x="19748" y="169494"/>
                  </a:lnTo>
                  <a:close/>
                </a:path>
                <a:path w="271145" h="330834">
                  <a:moveTo>
                    <a:pt x="20942" y="14859"/>
                  </a:moveTo>
                  <a:lnTo>
                    <a:pt x="17919" y="9245"/>
                  </a:lnTo>
                  <a:lnTo>
                    <a:pt x="16332" y="9245"/>
                  </a:lnTo>
                  <a:lnTo>
                    <a:pt x="15354" y="11036"/>
                  </a:lnTo>
                  <a:lnTo>
                    <a:pt x="13296" y="14859"/>
                  </a:lnTo>
                  <a:lnTo>
                    <a:pt x="20942" y="14859"/>
                  </a:lnTo>
                  <a:close/>
                </a:path>
                <a:path w="271145" h="330834">
                  <a:moveTo>
                    <a:pt x="21361" y="5448"/>
                  </a:moveTo>
                  <a:lnTo>
                    <a:pt x="19735" y="1485"/>
                  </a:lnTo>
                  <a:lnTo>
                    <a:pt x="17449" y="3568"/>
                  </a:lnTo>
                  <a:lnTo>
                    <a:pt x="17183" y="3835"/>
                  </a:lnTo>
                  <a:lnTo>
                    <a:pt x="16903" y="4089"/>
                  </a:lnTo>
                  <a:lnTo>
                    <a:pt x="15989" y="4927"/>
                  </a:lnTo>
                  <a:lnTo>
                    <a:pt x="16979" y="6121"/>
                  </a:lnTo>
                  <a:lnTo>
                    <a:pt x="21361" y="5448"/>
                  </a:lnTo>
                  <a:close/>
                </a:path>
                <a:path w="271145" h="330834">
                  <a:moveTo>
                    <a:pt x="21475" y="188239"/>
                  </a:moveTo>
                  <a:lnTo>
                    <a:pt x="21132" y="186436"/>
                  </a:lnTo>
                  <a:lnTo>
                    <a:pt x="21069" y="186182"/>
                  </a:lnTo>
                  <a:lnTo>
                    <a:pt x="20967" y="185928"/>
                  </a:lnTo>
                  <a:lnTo>
                    <a:pt x="20574" y="184696"/>
                  </a:lnTo>
                  <a:lnTo>
                    <a:pt x="19138" y="184327"/>
                  </a:lnTo>
                  <a:lnTo>
                    <a:pt x="18186" y="185013"/>
                  </a:lnTo>
                  <a:lnTo>
                    <a:pt x="17805" y="185102"/>
                  </a:lnTo>
                  <a:lnTo>
                    <a:pt x="17449" y="185216"/>
                  </a:lnTo>
                  <a:lnTo>
                    <a:pt x="16992" y="185394"/>
                  </a:lnTo>
                  <a:lnTo>
                    <a:pt x="14681" y="186385"/>
                  </a:lnTo>
                  <a:lnTo>
                    <a:pt x="16040" y="189801"/>
                  </a:lnTo>
                  <a:lnTo>
                    <a:pt x="20497" y="189915"/>
                  </a:lnTo>
                  <a:lnTo>
                    <a:pt x="21475" y="188239"/>
                  </a:lnTo>
                  <a:close/>
                </a:path>
                <a:path w="271145" h="330834">
                  <a:moveTo>
                    <a:pt x="22542" y="42138"/>
                  </a:moveTo>
                  <a:lnTo>
                    <a:pt x="22529" y="41554"/>
                  </a:lnTo>
                  <a:lnTo>
                    <a:pt x="22517" y="40347"/>
                  </a:lnTo>
                  <a:lnTo>
                    <a:pt x="22161" y="39903"/>
                  </a:lnTo>
                  <a:lnTo>
                    <a:pt x="19900" y="38646"/>
                  </a:lnTo>
                  <a:lnTo>
                    <a:pt x="18402" y="40005"/>
                  </a:lnTo>
                  <a:lnTo>
                    <a:pt x="19812" y="42252"/>
                  </a:lnTo>
                  <a:lnTo>
                    <a:pt x="20231" y="42659"/>
                  </a:lnTo>
                  <a:lnTo>
                    <a:pt x="22047" y="42595"/>
                  </a:lnTo>
                  <a:lnTo>
                    <a:pt x="22542" y="42138"/>
                  </a:lnTo>
                  <a:close/>
                </a:path>
                <a:path w="271145" h="330834">
                  <a:moveTo>
                    <a:pt x="23114" y="223786"/>
                  </a:moveTo>
                  <a:lnTo>
                    <a:pt x="20929" y="221399"/>
                  </a:lnTo>
                  <a:lnTo>
                    <a:pt x="19964" y="223075"/>
                  </a:lnTo>
                  <a:lnTo>
                    <a:pt x="19850" y="223291"/>
                  </a:lnTo>
                  <a:lnTo>
                    <a:pt x="19723" y="223494"/>
                  </a:lnTo>
                  <a:lnTo>
                    <a:pt x="19608" y="223710"/>
                  </a:lnTo>
                  <a:lnTo>
                    <a:pt x="19126" y="224523"/>
                  </a:lnTo>
                  <a:lnTo>
                    <a:pt x="20053" y="225361"/>
                  </a:lnTo>
                  <a:lnTo>
                    <a:pt x="20853" y="224955"/>
                  </a:lnTo>
                  <a:lnTo>
                    <a:pt x="23114" y="223786"/>
                  </a:lnTo>
                  <a:close/>
                </a:path>
                <a:path w="271145" h="330834">
                  <a:moveTo>
                    <a:pt x="24041" y="29210"/>
                  </a:moveTo>
                  <a:lnTo>
                    <a:pt x="19926" y="26885"/>
                  </a:lnTo>
                  <a:lnTo>
                    <a:pt x="20154" y="26708"/>
                  </a:lnTo>
                  <a:lnTo>
                    <a:pt x="20396" y="26162"/>
                  </a:lnTo>
                  <a:lnTo>
                    <a:pt x="21450" y="23774"/>
                  </a:lnTo>
                  <a:lnTo>
                    <a:pt x="17145" y="23774"/>
                  </a:lnTo>
                  <a:lnTo>
                    <a:pt x="18313" y="26377"/>
                  </a:lnTo>
                  <a:lnTo>
                    <a:pt x="17970" y="26314"/>
                  </a:lnTo>
                  <a:lnTo>
                    <a:pt x="17703" y="26174"/>
                  </a:lnTo>
                  <a:lnTo>
                    <a:pt x="10401" y="26174"/>
                  </a:lnTo>
                  <a:lnTo>
                    <a:pt x="10388" y="36931"/>
                  </a:lnTo>
                  <a:lnTo>
                    <a:pt x="23202" y="36931"/>
                  </a:lnTo>
                  <a:lnTo>
                    <a:pt x="24041" y="29210"/>
                  </a:lnTo>
                  <a:close/>
                </a:path>
                <a:path w="271145" h="330834">
                  <a:moveTo>
                    <a:pt x="26123" y="10299"/>
                  </a:moveTo>
                  <a:lnTo>
                    <a:pt x="25539" y="10299"/>
                  </a:lnTo>
                  <a:lnTo>
                    <a:pt x="25539" y="10744"/>
                  </a:lnTo>
                  <a:lnTo>
                    <a:pt x="25831" y="10744"/>
                  </a:lnTo>
                  <a:lnTo>
                    <a:pt x="26123" y="10744"/>
                  </a:lnTo>
                  <a:lnTo>
                    <a:pt x="26123" y="10299"/>
                  </a:lnTo>
                  <a:close/>
                </a:path>
                <a:path w="271145" h="330834">
                  <a:moveTo>
                    <a:pt x="28054" y="262445"/>
                  </a:moveTo>
                  <a:lnTo>
                    <a:pt x="27406" y="261886"/>
                  </a:lnTo>
                  <a:lnTo>
                    <a:pt x="26225" y="262089"/>
                  </a:lnTo>
                  <a:lnTo>
                    <a:pt x="26009" y="262128"/>
                  </a:lnTo>
                  <a:lnTo>
                    <a:pt x="23012" y="262623"/>
                  </a:lnTo>
                  <a:lnTo>
                    <a:pt x="27051" y="266966"/>
                  </a:lnTo>
                  <a:lnTo>
                    <a:pt x="27736" y="263855"/>
                  </a:lnTo>
                  <a:lnTo>
                    <a:pt x="27787" y="263639"/>
                  </a:lnTo>
                  <a:lnTo>
                    <a:pt x="27876" y="263220"/>
                  </a:lnTo>
                  <a:lnTo>
                    <a:pt x="28054" y="262445"/>
                  </a:lnTo>
                  <a:close/>
                </a:path>
                <a:path w="271145" h="330834">
                  <a:moveTo>
                    <a:pt x="29857" y="326377"/>
                  </a:moveTo>
                  <a:lnTo>
                    <a:pt x="22898" y="326377"/>
                  </a:lnTo>
                  <a:lnTo>
                    <a:pt x="25171" y="329882"/>
                  </a:lnTo>
                  <a:lnTo>
                    <a:pt x="25755" y="330796"/>
                  </a:lnTo>
                  <a:lnTo>
                    <a:pt x="27012" y="330796"/>
                  </a:lnTo>
                  <a:lnTo>
                    <a:pt x="29857" y="326377"/>
                  </a:lnTo>
                  <a:close/>
                </a:path>
                <a:path w="271145" h="330834">
                  <a:moveTo>
                    <a:pt x="30594" y="202552"/>
                  </a:moveTo>
                  <a:lnTo>
                    <a:pt x="30581" y="201803"/>
                  </a:lnTo>
                  <a:lnTo>
                    <a:pt x="30251" y="200875"/>
                  </a:lnTo>
                  <a:lnTo>
                    <a:pt x="30099" y="200812"/>
                  </a:lnTo>
                  <a:lnTo>
                    <a:pt x="30454" y="201764"/>
                  </a:lnTo>
                  <a:lnTo>
                    <a:pt x="30429" y="202603"/>
                  </a:lnTo>
                  <a:lnTo>
                    <a:pt x="30060" y="203441"/>
                  </a:lnTo>
                  <a:lnTo>
                    <a:pt x="29997" y="203606"/>
                  </a:lnTo>
                  <a:lnTo>
                    <a:pt x="30276" y="203682"/>
                  </a:lnTo>
                  <a:lnTo>
                    <a:pt x="30327" y="203504"/>
                  </a:lnTo>
                  <a:lnTo>
                    <a:pt x="30594" y="202552"/>
                  </a:lnTo>
                  <a:close/>
                </a:path>
                <a:path w="271145" h="330834">
                  <a:moveTo>
                    <a:pt x="30911" y="54343"/>
                  </a:moveTo>
                  <a:lnTo>
                    <a:pt x="30734" y="54343"/>
                  </a:lnTo>
                  <a:lnTo>
                    <a:pt x="30556" y="54343"/>
                  </a:lnTo>
                  <a:lnTo>
                    <a:pt x="30556" y="54635"/>
                  </a:lnTo>
                  <a:lnTo>
                    <a:pt x="30911" y="54635"/>
                  </a:lnTo>
                  <a:lnTo>
                    <a:pt x="30911" y="54343"/>
                  </a:lnTo>
                  <a:close/>
                </a:path>
                <a:path w="271145" h="330834">
                  <a:moveTo>
                    <a:pt x="31851" y="79844"/>
                  </a:moveTo>
                  <a:lnTo>
                    <a:pt x="29895" y="76987"/>
                  </a:lnTo>
                  <a:lnTo>
                    <a:pt x="29819" y="76276"/>
                  </a:lnTo>
                  <a:lnTo>
                    <a:pt x="29413" y="75603"/>
                  </a:lnTo>
                  <a:lnTo>
                    <a:pt x="25412" y="74447"/>
                  </a:lnTo>
                  <a:lnTo>
                    <a:pt x="22339" y="78587"/>
                  </a:lnTo>
                  <a:lnTo>
                    <a:pt x="27584" y="82981"/>
                  </a:lnTo>
                  <a:lnTo>
                    <a:pt x="31851" y="79844"/>
                  </a:lnTo>
                  <a:close/>
                </a:path>
                <a:path w="271145" h="330834">
                  <a:moveTo>
                    <a:pt x="33629" y="24396"/>
                  </a:moveTo>
                  <a:lnTo>
                    <a:pt x="32245" y="21564"/>
                  </a:lnTo>
                  <a:lnTo>
                    <a:pt x="31191" y="19392"/>
                  </a:lnTo>
                  <a:lnTo>
                    <a:pt x="29616" y="19837"/>
                  </a:lnTo>
                  <a:lnTo>
                    <a:pt x="29679" y="20866"/>
                  </a:lnTo>
                  <a:lnTo>
                    <a:pt x="29946" y="25323"/>
                  </a:lnTo>
                  <a:lnTo>
                    <a:pt x="33629" y="24396"/>
                  </a:lnTo>
                  <a:close/>
                </a:path>
                <a:path w="271145" h="330834">
                  <a:moveTo>
                    <a:pt x="33832" y="235356"/>
                  </a:moveTo>
                  <a:lnTo>
                    <a:pt x="32016" y="235356"/>
                  </a:lnTo>
                  <a:lnTo>
                    <a:pt x="32004" y="236766"/>
                  </a:lnTo>
                  <a:lnTo>
                    <a:pt x="32918" y="236766"/>
                  </a:lnTo>
                  <a:lnTo>
                    <a:pt x="33820" y="236766"/>
                  </a:lnTo>
                  <a:lnTo>
                    <a:pt x="33832" y="235356"/>
                  </a:lnTo>
                  <a:close/>
                </a:path>
                <a:path w="271145" h="330834">
                  <a:moveTo>
                    <a:pt x="34975" y="14312"/>
                  </a:moveTo>
                  <a:lnTo>
                    <a:pt x="33439" y="14452"/>
                  </a:lnTo>
                  <a:lnTo>
                    <a:pt x="33121" y="14478"/>
                  </a:lnTo>
                  <a:lnTo>
                    <a:pt x="32931" y="14363"/>
                  </a:lnTo>
                  <a:lnTo>
                    <a:pt x="31826" y="13906"/>
                  </a:lnTo>
                  <a:lnTo>
                    <a:pt x="31318" y="14795"/>
                  </a:lnTo>
                  <a:lnTo>
                    <a:pt x="31407" y="15430"/>
                  </a:lnTo>
                  <a:lnTo>
                    <a:pt x="31559" y="16510"/>
                  </a:lnTo>
                  <a:lnTo>
                    <a:pt x="32423" y="16929"/>
                  </a:lnTo>
                  <a:lnTo>
                    <a:pt x="33439" y="16840"/>
                  </a:lnTo>
                  <a:lnTo>
                    <a:pt x="34963" y="16713"/>
                  </a:lnTo>
                  <a:lnTo>
                    <a:pt x="34975" y="14312"/>
                  </a:lnTo>
                  <a:close/>
                </a:path>
                <a:path w="271145" h="330834">
                  <a:moveTo>
                    <a:pt x="36817" y="29032"/>
                  </a:moveTo>
                  <a:lnTo>
                    <a:pt x="34010" y="29032"/>
                  </a:lnTo>
                  <a:lnTo>
                    <a:pt x="31203" y="29032"/>
                  </a:lnTo>
                  <a:lnTo>
                    <a:pt x="31203" y="33388"/>
                  </a:lnTo>
                  <a:lnTo>
                    <a:pt x="36817" y="33388"/>
                  </a:lnTo>
                  <a:lnTo>
                    <a:pt x="36817" y="29032"/>
                  </a:lnTo>
                  <a:close/>
                </a:path>
                <a:path w="271145" h="330834">
                  <a:moveTo>
                    <a:pt x="38074" y="294157"/>
                  </a:moveTo>
                  <a:lnTo>
                    <a:pt x="37871" y="290220"/>
                  </a:lnTo>
                  <a:lnTo>
                    <a:pt x="31877" y="289267"/>
                  </a:lnTo>
                  <a:lnTo>
                    <a:pt x="30848" y="293878"/>
                  </a:lnTo>
                  <a:lnTo>
                    <a:pt x="33832" y="294106"/>
                  </a:lnTo>
                  <a:lnTo>
                    <a:pt x="33896" y="294894"/>
                  </a:lnTo>
                  <a:lnTo>
                    <a:pt x="34531" y="295617"/>
                  </a:lnTo>
                  <a:lnTo>
                    <a:pt x="35433" y="295249"/>
                  </a:lnTo>
                  <a:lnTo>
                    <a:pt x="38074" y="294157"/>
                  </a:lnTo>
                  <a:close/>
                </a:path>
                <a:path w="271145" h="330834">
                  <a:moveTo>
                    <a:pt x="38112" y="173761"/>
                  </a:moveTo>
                  <a:lnTo>
                    <a:pt x="37528" y="173761"/>
                  </a:lnTo>
                  <a:lnTo>
                    <a:pt x="37528" y="174205"/>
                  </a:lnTo>
                  <a:lnTo>
                    <a:pt x="37820" y="174205"/>
                  </a:lnTo>
                  <a:lnTo>
                    <a:pt x="38112" y="174205"/>
                  </a:lnTo>
                  <a:lnTo>
                    <a:pt x="38112" y="173761"/>
                  </a:lnTo>
                  <a:close/>
                </a:path>
                <a:path w="271145" h="330834">
                  <a:moveTo>
                    <a:pt x="39027" y="63474"/>
                  </a:moveTo>
                  <a:lnTo>
                    <a:pt x="38519" y="62217"/>
                  </a:lnTo>
                  <a:lnTo>
                    <a:pt x="37579" y="62445"/>
                  </a:lnTo>
                  <a:lnTo>
                    <a:pt x="36753" y="62318"/>
                  </a:lnTo>
                  <a:lnTo>
                    <a:pt x="35293" y="61468"/>
                  </a:lnTo>
                  <a:lnTo>
                    <a:pt x="34302" y="64058"/>
                  </a:lnTo>
                  <a:lnTo>
                    <a:pt x="35877" y="64389"/>
                  </a:lnTo>
                  <a:lnTo>
                    <a:pt x="36804" y="64566"/>
                  </a:lnTo>
                  <a:lnTo>
                    <a:pt x="37414" y="64503"/>
                  </a:lnTo>
                  <a:lnTo>
                    <a:pt x="39027" y="63474"/>
                  </a:lnTo>
                  <a:close/>
                </a:path>
                <a:path w="271145" h="330834">
                  <a:moveTo>
                    <a:pt x="41414" y="214642"/>
                  </a:moveTo>
                  <a:lnTo>
                    <a:pt x="39001" y="213677"/>
                  </a:lnTo>
                  <a:lnTo>
                    <a:pt x="38798" y="213614"/>
                  </a:lnTo>
                  <a:lnTo>
                    <a:pt x="37820" y="213220"/>
                  </a:lnTo>
                  <a:lnTo>
                    <a:pt x="37376" y="214172"/>
                  </a:lnTo>
                  <a:lnTo>
                    <a:pt x="37630" y="214757"/>
                  </a:lnTo>
                  <a:lnTo>
                    <a:pt x="37744" y="214985"/>
                  </a:lnTo>
                  <a:lnTo>
                    <a:pt x="37833" y="215201"/>
                  </a:lnTo>
                  <a:lnTo>
                    <a:pt x="37934" y="215417"/>
                  </a:lnTo>
                  <a:lnTo>
                    <a:pt x="38696" y="217081"/>
                  </a:lnTo>
                  <a:lnTo>
                    <a:pt x="41414" y="214642"/>
                  </a:lnTo>
                  <a:close/>
                </a:path>
                <a:path w="271145" h="330834">
                  <a:moveTo>
                    <a:pt x="41617" y="44183"/>
                  </a:moveTo>
                  <a:lnTo>
                    <a:pt x="40462" y="43357"/>
                  </a:lnTo>
                  <a:lnTo>
                    <a:pt x="38569" y="41998"/>
                  </a:lnTo>
                  <a:lnTo>
                    <a:pt x="37960" y="43040"/>
                  </a:lnTo>
                  <a:lnTo>
                    <a:pt x="38722" y="44005"/>
                  </a:lnTo>
                  <a:lnTo>
                    <a:pt x="40119" y="45745"/>
                  </a:lnTo>
                  <a:lnTo>
                    <a:pt x="41617" y="44183"/>
                  </a:lnTo>
                  <a:close/>
                </a:path>
                <a:path w="271145" h="330834">
                  <a:moveTo>
                    <a:pt x="44627" y="21170"/>
                  </a:moveTo>
                  <a:lnTo>
                    <a:pt x="44081" y="21170"/>
                  </a:lnTo>
                  <a:lnTo>
                    <a:pt x="44081" y="21590"/>
                  </a:lnTo>
                  <a:lnTo>
                    <a:pt x="44361" y="21590"/>
                  </a:lnTo>
                  <a:lnTo>
                    <a:pt x="44627" y="21590"/>
                  </a:lnTo>
                  <a:lnTo>
                    <a:pt x="44627" y="21170"/>
                  </a:lnTo>
                  <a:close/>
                </a:path>
                <a:path w="271145" h="330834">
                  <a:moveTo>
                    <a:pt x="46253" y="116725"/>
                  </a:moveTo>
                  <a:lnTo>
                    <a:pt x="43815" y="114046"/>
                  </a:lnTo>
                  <a:lnTo>
                    <a:pt x="42722" y="115925"/>
                  </a:lnTo>
                  <a:lnTo>
                    <a:pt x="42595" y="116141"/>
                  </a:lnTo>
                  <a:lnTo>
                    <a:pt x="42481" y="116344"/>
                  </a:lnTo>
                  <a:lnTo>
                    <a:pt x="41808" y="117500"/>
                  </a:lnTo>
                  <a:lnTo>
                    <a:pt x="42887" y="118465"/>
                  </a:lnTo>
                  <a:lnTo>
                    <a:pt x="43802" y="117995"/>
                  </a:lnTo>
                  <a:lnTo>
                    <a:pt x="44018" y="117881"/>
                  </a:lnTo>
                  <a:lnTo>
                    <a:pt x="44450" y="117652"/>
                  </a:lnTo>
                  <a:lnTo>
                    <a:pt x="46253" y="116725"/>
                  </a:lnTo>
                  <a:close/>
                </a:path>
                <a:path w="271145" h="330834">
                  <a:moveTo>
                    <a:pt x="46482" y="150406"/>
                  </a:moveTo>
                  <a:lnTo>
                    <a:pt x="43472" y="149479"/>
                  </a:lnTo>
                  <a:lnTo>
                    <a:pt x="42938" y="151345"/>
                  </a:lnTo>
                  <a:lnTo>
                    <a:pt x="42697" y="152146"/>
                  </a:lnTo>
                  <a:lnTo>
                    <a:pt x="42646" y="152476"/>
                  </a:lnTo>
                  <a:lnTo>
                    <a:pt x="42570" y="154584"/>
                  </a:lnTo>
                  <a:lnTo>
                    <a:pt x="44196" y="154774"/>
                  </a:lnTo>
                  <a:lnTo>
                    <a:pt x="45339" y="153212"/>
                  </a:lnTo>
                  <a:lnTo>
                    <a:pt x="46482" y="150406"/>
                  </a:lnTo>
                  <a:close/>
                </a:path>
                <a:path w="271145" h="330834">
                  <a:moveTo>
                    <a:pt x="50685" y="98158"/>
                  </a:moveTo>
                  <a:lnTo>
                    <a:pt x="48564" y="94208"/>
                  </a:lnTo>
                  <a:lnTo>
                    <a:pt x="43878" y="97790"/>
                  </a:lnTo>
                  <a:lnTo>
                    <a:pt x="45631" y="99415"/>
                  </a:lnTo>
                  <a:lnTo>
                    <a:pt x="46990" y="101003"/>
                  </a:lnTo>
                  <a:lnTo>
                    <a:pt x="47307" y="101180"/>
                  </a:lnTo>
                  <a:lnTo>
                    <a:pt x="48844" y="101752"/>
                  </a:lnTo>
                  <a:lnTo>
                    <a:pt x="50380" y="100901"/>
                  </a:lnTo>
                  <a:lnTo>
                    <a:pt x="50495" y="100177"/>
                  </a:lnTo>
                  <a:lnTo>
                    <a:pt x="50622" y="99415"/>
                  </a:lnTo>
                  <a:lnTo>
                    <a:pt x="50685" y="98158"/>
                  </a:lnTo>
                  <a:close/>
                </a:path>
                <a:path w="271145" h="330834">
                  <a:moveTo>
                    <a:pt x="50774" y="135724"/>
                  </a:moveTo>
                  <a:lnTo>
                    <a:pt x="50749" y="131686"/>
                  </a:lnTo>
                  <a:lnTo>
                    <a:pt x="46253" y="132422"/>
                  </a:lnTo>
                  <a:lnTo>
                    <a:pt x="46609" y="134962"/>
                  </a:lnTo>
                  <a:lnTo>
                    <a:pt x="46532" y="135128"/>
                  </a:lnTo>
                  <a:lnTo>
                    <a:pt x="46355" y="136766"/>
                  </a:lnTo>
                  <a:lnTo>
                    <a:pt x="48285" y="137604"/>
                  </a:lnTo>
                  <a:lnTo>
                    <a:pt x="49479" y="136931"/>
                  </a:lnTo>
                  <a:lnTo>
                    <a:pt x="50380" y="136410"/>
                  </a:lnTo>
                  <a:lnTo>
                    <a:pt x="50774" y="135724"/>
                  </a:lnTo>
                  <a:close/>
                </a:path>
                <a:path w="271145" h="330834">
                  <a:moveTo>
                    <a:pt x="50888" y="54533"/>
                  </a:moveTo>
                  <a:lnTo>
                    <a:pt x="48171" y="54800"/>
                  </a:lnTo>
                  <a:lnTo>
                    <a:pt x="47891" y="54825"/>
                  </a:lnTo>
                  <a:lnTo>
                    <a:pt x="47891" y="55181"/>
                  </a:lnTo>
                  <a:lnTo>
                    <a:pt x="48895" y="55295"/>
                  </a:lnTo>
                  <a:lnTo>
                    <a:pt x="49618" y="55359"/>
                  </a:lnTo>
                  <a:lnTo>
                    <a:pt x="50342" y="55422"/>
                  </a:lnTo>
                  <a:lnTo>
                    <a:pt x="50888" y="55486"/>
                  </a:lnTo>
                  <a:lnTo>
                    <a:pt x="50888" y="54533"/>
                  </a:lnTo>
                  <a:close/>
                </a:path>
                <a:path w="271145" h="330834">
                  <a:moveTo>
                    <a:pt x="51523" y="52006"/>
                  </a:moveTo>
                  <a:lnTo>
                    <a:pt x="50990" y="50558"/>
                  </a:lnTo>
                  <a:lnTo>
                    <a:pt x="48615" y="50558"/>
                  </a:lnTo>
                  <a:lnTo>
                    <a:pt x="48082" y="52006"/>
                  </a:lnTo>
                  <a:lnTo>
                    <a:pt x="48856" y="52844"/>
                  </a:lnTo>
                  <a:lnTo>
                    <a:pt x="49022" y="53022"/>
                  </a:lnTo>
                  <a:lnTo>
                    <a:pt x="49453" y="53492"/>
                  </a:lnTo>
                  <a:lnTo>
                    <a:pt x="50152" y="53492"/>
                  </a:lnTo>
                  <a:lnTo>
                    <a:pt x="51523" y="52006"/>
                  </a:lnTo>
                  <a:close/>
                </a:path>
                <a:path w="271145" h="330834">
                  <a:moveTo>
                    <a:pt x="69761" y="44526"/>
                  </a:moveTo>
                  <a:lnTo>
                    <a:pt x="67652" y="41960"/>
                  </a:lnTo>
                  <a:lnTo>
                    <a:pt x="66662" y="41414"/>
                  </a:lnTo>
                  <a:lnTo>
                    <a:pt x="64350" y="40551"/>
                  </a:lnTo>
                  <a:lnTo>
                    <a:pt x="63258" y="41783"/>
                  </a:lnTo>
                  <a:lnTo>
                    <a:pt x="63449" y="42887"/>
                  </a:lnTo>
                  <a:lnTo>
                    <a:pt x="62915" y="43573"/>
                  </a:lnTo>
                  <a:lnTo>
                    <a:pt x="62712" y="44488"/>
                  </a:lnTo>
                  <a:lnTo>
                    <a:pt x="64198" y="46443"/>
                  </a:lnTo>
                  <a:lnTo>
                    <a:pt x="65100" y="47129"/>
                  </a:lnTo>
                  <a:lnTo>
                    <a:pt x="68973" y="47002"/>
                  </a:lnTo>
                  <a:lnTo>
                    <a:pt x="69761" y="44526"/>
                  </a:lnTo>
                  <a:close/>
                </a:path>
                <a:path w="271145" h="330834">
                  <a:moveTo>
                    <a:pt x="125984" y="20078"/>
                  </a:moveTo>
                  <a:lnTo>
                    <a:pt x="125933" y="18986"/>
                  </a:lnTo>
                  <a:lnTo>
                    <a:pt x="123291" y="14541"/>
                  </a:lnTo>
                  <a:lnTo>
                    <a:pt x="118338" y="17411"/>
                  </a:lnTo>
                  <a:lnTo>
                    <a:pt x="120192" y="20599"/>
                  </a:lnTo>
                  <a:lnTo>
                    <a:pt x="120180" y="20764"/>
                  </a:lnTo>
                  <a:lnTo>
                    <a:pt x="120129" y="20942"/>
                  </a:lnTo>
                  <a:lnTo>
                    <a:pt x="120180" y="21107"/>
                  </a:lnTo>
                  <a:lnTo>
                    <a:pt x="120230" y="21590"/>
                  </a:lnTo>
                  <a:lnTo>
                    <a:pt x="120396" y="22021"/>
                  </a:lnTo>
                  <a:lnTo>
                    <a:pt x="120675" y="22415"/>
                  </a:lnTo>
                  <a:lnTo>
                    <a:pt x="121246" y="23241"/>
                  </a:lnTo>
                  <a:lnTo>
                    <a:pt x="122008" y="23583"/>
                  </a:lnTo>
                  <a:lnTo>
                    <a:pt x="124129" y="23634"/>
                  </a:lnTo>
                  <a:lnTo>
                    <a:pt x="125603" y="22707"/>
                  </a:lnTo>
                  <a:lnTo>
                    <a:pt x="125984" y="20078"/>
                  </a:lnTo>
                  <a:close/>
                </a:path>
                <a:path w="271145" h="330834">
                  <a:moveTo>
                    <a:pt x="140576" y="77673"/>
                  </a:moveTo>
                  <a:lnTo>
                    <a:pt x="139877" y="76441"/>
                  </a:lnTo>
                  <a:lnTo>
                    <a:pt x="138125" y="75272"/>
                  </a:lnTo>
                  <a:lnTo>
                    <a:pt x="137363" y="75272"/>
                  </a:lnTo>
                  <a:lnTo>
                    <a:pt x="135877" y="75577"/>
                  </a:lnTo>
                  <a:lnTo>
                    <a:pt x="135483" y="75971"/>
                  </a:lnTo>
                  <a:lnTo>
                    <a:pt x="135191" y="76441"/>
                  </a:lnTo>
                  <a:lnTo>
                    <a:pt x="134124" y="77343"/>
                  </a:lnTo>
                  <a:lnTo>
                    <a:pt x="133705" y="79006"/>
                  </a:lnTo>
                  <a:lnTo>
                    <a:pt x="135712" y="80822"/>
                  </a:lnTo>
                  <a:lnTo>
                    <a:pt x="136398" y="81140"/>
                  </a:lnTo>
                  <a:lnTo>
                    <a:pt x="137426" y="81127"/>
                  </a:lnTo>
                  <a:lnTo>
                    <a:pt x="138709" y="81102"/>
                  </a:lnTo>
                  <a:lnTo>
                    <a:pt x="139636" y="80289"/>
                  </a:lnTo>
                  <a:lnTo>
                    <a:pt x="140576" y="77673"/>
                  </a:lnTo>
                  <a:close/>
                </a:path>
                <a:path w="271145" h="330834">
                  <a:moveTo>
                    <a:pt x="148590" y="166446"/>
                  </a:moveTo>
                  <a:lnTo>
                    <a:pt x="148082" y="165696"/>
                  </a:lnTo>
                  <a:lnTo>
                    <a:pt x="146037" y="162077"/>
                  </a:lnTo>
                  <a:lnTo>
                    <a:pt x="142201" y="164757"/>
                  </a:lnTo>
                  <a:lnTo>
                    <a:pt x="144145" y="167144"/>
                  </a:lnTo>
                  <a:lnTo>
                    <a:pt x="143891" y="167144"/>
                  </a:lnTo>
                  <a:lnTo>
                    <a:pt x="142392" y="167767"/>
                  </a:lnTo>
                  <a:lnTo>
                    <a:pt x="142379" y="168808"/>
                  </a:lnTo>
                  <a:lnTo>
                    <a:pt x="144716" y="169786"/>
                  </a:lnTo>
                  <a:lnTo>
                    <a:pt x="145148" y="168884"/>
                  </a:lnTo>
                  <a:lnTo>
                    <a:pt x="145059" y="168097"/>
                  </a:lnTo>
                  <a:lnTo>
                    <a:pt x="145503" y="168478"/>
                  </a:lnTo>
                  <a:lnTo>
                    <a:pt x="145986" y="168719"/>
                  </a:lnTo>
                  <a:lnTo>
                    <a:pt x="147434" y="168757"/>
                  </a:lnTo>
                  <a:lnTo>
                    <a:pt x="147967" y="168262"/>
                  </a:lnTo>
                  <a:lnTo>
                    <a:pt x="148183" y="167652"/>
                  </a:lnTo>
                  <a:lnTo>
                    <a:pt x="148590" y="166446"/>
                  </a:lnTo>
                  <a:close/>
                </a:path>
                <a:path w="271145" h="330834">
                  <a:moveTo>
                    <a:pt x="150583" y="5778"/>
                  </a:moveTo>
                  <a:lnTo>
                    <a:pt x="150558" y="3644"/>
                  </a:lnTo>
                  <a:lnTo>
                    <a:pt x="150380" y="3111"/>
                  </a:lnTo>
                  <a:lnTo>
                    <a:pt x="149923" y="2247"/>
                  </a:lnTo>
                  <a:lnTo>
                    <a:pt x="148729" y="0"/>
                  </a:lnTo>
                  <a:lnTo>
                    <a:pt x="145338" y="1993"/>
                  </a:lnTo>
                  <a:lnTo>
                    <a:pt x="146519" y="4241"/>
                  </a:lnTo>
                  <a:lnTo>
                    <a:pt x="146977" y="5092"/>
                  </a:lnTo>
                  <a:lnTo>
                    <a:pt x="147358" y="5461"/>
                  </a:lnTo>
                  <a:lnTo>
                    <a:pt x="149148" y="6743"/>
                  </a:lnTo>
                  <a:lnTo>
                    <a:pt x="150583" y="5778"/>
                  </a:lnTo>
                  <a:close/>
                </a:path>
                <a:path w="271145" h="330834">
                  <a:moveTo>
                    <a:pt x="156298" y="41033"/>
                  </a:moveTo>
                  <a:lnTo>
                    <a:pt x="156286" y="40614"/>
                  </a:lnTo>
                  <a:lnTo>
                    <a:pt x="156248" y="39128"/>
                  </a:lnTo>
                  <a:lnTo>
                    <a:pt x="155651" y="38404"/>
                  </a:lnTo>
                  <a:lnTo>
                    <a:pt x="152539" y="37363"/>
                  </a:lnTo>
                  <a:lnTo>
                    <a:pt x="151511" y="39890"/>
                  </a:lnTo>
                  <a:lnTo>
                    <a:pt x="152539" y="41249"/>
                  </a:lnTo>
                  <a:lnTo>
                    <a:pt x="153009" y="42202"/>
                  </a:lnTo>
                  <a:lnTo>
                    <a:pt x="154152" y="42875"/>
                  </a:lnTo>
                  <a:lnTo>
                    <a:pt x="155879" y="41592"/>
                  </a:lnTo>
                  <a:lnTo>
                    <a:pt x="156298" y="41033"/>
                  </a:lnTo>
                  <a:close/>
                </a:path>
                <a:path w="271145" h="330834">
                  <a:moveTo>
                    <a:pt x="166649" y="166916"/>
                  </a:moveTo>
                  <a:lnTo>
                    <a:pt x="164909" y="164973"/>
                  </a:lnTo>
                  <a:lnTo>
                    <a:pt x="160934" y="165963"/>
                  </a:lnTo>
                  <a:lnTo>
                    <a:pt x="160642" y="167195"/>
                  </a:lnTo>
                  <a:lnTo>
                    <a:pt x="161201" y="168465"/>
                  </a:lnTo>
                  <a:lnTo>
                    <a:pt x="161493" y="169075"/>
                  </a:lnTo>
                  <a:lnTo>
                    <a:pt x="162344" y="170954"/>
                  </a:lnTo>
                  <a:lnTo>
                    <a:pt x="165150" y="170446"/>
                  </a:lnTo>
                  <a:lnTo>
                    <a:pt x="166649" y="166916"/>
                  </a:lnTo>
                  <a:close/>
                </a:path>
                <a:path w="271145" h="330834">
                  <a:moveTo>
                    <a:pt x="174129" y="69469"/>
                  </a:moveTo>
                  <a:lnTo>
                    <a:pt x="170421" y="68338"/>
                  </a:lnTo>
                  <a:lnTo>
                    <a:pt x="170421" y="72021"/>
                  </a:lnTo>
                  <a:lnTo>
                    <a:pt x="172453" y="71399"/>
                  </a:lnTo>
                  <a:lnTo>
                    <a:pt x="174129" y="70904"/>
                  </a:lnTo>
                  <a:lnTo>
                    <a:pt x="174129" y="69469"/>
                  </a:lnTo>
                  <a:close/>
                </a:path>
                <a:path w="271145" h="330834">
                  <a:moveTo>
                    <a:pt x="174599" y="109956"/>
                  </a:moveTo>
                  <a:lnTo>
                    <a:pt x="174002" y="109956"/>
                  </a:lnTo>
                  <a:lnTo>
                    <a:pt x="174002" y="110413"/>
                  </a:lnTo>
                  <a:lnTo>
                    <a:pt x="174307" y="110413"/>
                  </a:lnTo>
                  <a:lnTo>
                    <a:pt x="174599" y="110413"/>
                  </a:lnTo>
                  <a:lnTo>
                    <a:pt x="174599" y="109956"/>
                  </a:lnTo>
                  <a:close/>
                </a:path>
                <a:path w="271145" h="330834">
                  <a:moveTo>
                    <a:pt x="177469" y="29413"/>
                  </a:moveTo>
                  <a:lnTo>
                    <a:pt x="173977" y="25654"/>
                  </a:lnTo>
                  <a:lnTo>
                    <a:pt x="171132" y="28524"/>
                  </a:lnTo>
                  <a:lnTo>
                    <a:pt x="172961" y="30124"/>
                  </a:lnTo>
                  <a:lnTo>
                    <a:pt x="172885" y="30251"/>
                  </a:lnTo>
                  <a:lnTo>
                    <a:pt x="171640" y="31089"/>
                  </a:lnTo>
                  <a:lnTo>
                    <a:pt x="172046" y="32918"/>
                  </a:lnTo>
                  <a:lnTo>
                    <a:pt x="173570" y="32994"/>
                  </a:lnTo>
                  <a:lnTo>
                    <a:pt x="176644" y="33159"/>
                  </a:lnTo>
                  <a:lnTo>
                    <a:pt x="177469" y="29413"/>
                  </a:lnTo>
                  <a:close/>
                </a:path>
                <a:path w="271145" h="330834">
                  <a:moveTo>
                    <a:pt x="195948" y="48933"/>
                  </a:moveTo>
                  <a:lnTo>
                    <a:pt x="193916" y="46697"/>
                  </a:lnTo>
                  <a:lnTo>
                    <a:pt x="193001" y="48260"/>
                  </a:lnTo>
                  <a:lnTo>
                    <a:pt x="192112" y="49796"/>
                  </a:lnTo>
                  <a:lnTo>
                    <a:pt x="192900" y="50495"/>
                  </a:lnTo>
                  <a:lnTo>
                    <a:pt x="195948" y="48933"/>
                  </a:lnTo>
                  <a:close/>
                </a:path>
                <a:path w="271145" h="330834">
                  <a:moveTo>
                    <a:pt x="198843" y="71412"/>
                  </a:moveTo>
                  <a:lnTo>
                    <a:pt x="198678" y="70764"/>
                  </a:lnTo>
                  <a:lnTo>
                    <a:pt x="197281" y="67208"/>
                  </a:lnTo>
                  <a:lnTo>
                    <a:pt x="193484" y="68110"/>
                  </a:lnTo>
                  <a:lnTo>
                    <a:pt x="194284" y="70675"/>
                  </a:lnTo>
                  <a:lnTo>
                    <a:pt x="194652" y="71818"/>
                  </a:lnTo>
                  <a:lnTo>
                    <a:pt x="194856" y="72605"/>
                  </a:lnTo>
                  <a:lnTo>
                    <a:pt x="195732" y="73444"/>
                  </a:lnTo>
                  <a:lnTo>
                    <a:pt x="196596" y="74244"/>
                  </a:lnTo>
                  <a:lnTo>
                    <a:pt x="198488" y="74053"/>
                  </a:lnTo>
                  <a:lnTo>
                    <a:pt x="198666" y="72669"/>
                  </a:lnTo>
                  <a:lnTo>
                    <a:pt x="198843" y="71412"/>
                  </a:lnTo>
                  <a:close/>
                </a:path>
                <a:path w="271145" h="330834">
                  <a:moveTo>
                    <a:pt x="232587" y="133680"/>
                  </a:moveTo>
                  <a:lnTo>
                    <a:pt x="231152" y="132651"/>
                  </a:lnTo>
                  <a:lnTo>
                    <a:pt x="230619" y="132283"/>
                  </a:lnTo>
                  <a:lnTo>
                    <a:pt x="229844" y="131724"/>
                  </a:lnTo>
                  <a:lnTo>
                    <a:pt x="229184" y="132867"/>
                  </a:lnTo>
                  <a:lnTo>
                    <a:pt x="230301" y="134277"/>
                  </a:lnTo>
                  <a:lnTo>
                    <a:pt x="231063" y="135229"/>
                  </a:lnTo>
                  <a:lnTo>
                    <a:pt x="232587" y="133680"/>
                  </a:lnTo>
                  <a:close/>
                </a:path>
                <a:path w="271145" h="330834">
                  <a:moveTo>
                    <a:pt x="236321" y="154101"/>
                  </a:moveTo>
                  <a:lnTo>
                    <a:pt x="236029" y="154101"/>
                  </a:lnTo>
                  <a:lnTo>
                    <a:pt x="235737" y="154101"/>
                  </a:lnTo>
                  <a:lnTo>
                    <a:pt x="235737" y="154559"/>
                  </a:lnTo>
                  <a:lnTo>
                    <a:pt x="236321" y="154559"/>
                  </a:lnTo>
                  <a:lnTo>
                    <a:pt x="236321" y="154101"/>
                  </a:lnTo>
                  <a:close/>
                </a:path>
                <a:path w="271145" h="330834">
                  <a:moveTo>
                    <a:pt x="236588" y="119532"/>
                  </a:moveTo>
                  <a:lnTo>
                    <a:pt x="236156" y="118999"/>
                  </a:lnTo>
                  <a:lnTo>
                    <a:pt x="236042" y="118872"/>
                  </a:lnTo>
                  <a:lnTo>
                    <a:pt x="234810" y="117386"/>
                  </a:lnTo>
                  <a:lnTo>
                    <a:pt x="232829" y="118414"/>
                  </a:lnTo>
                  <a:lnTo>
                    <a:pt x="232829" y="119837"/>
                  </a:lnTo>
                  <a:lnTo>
                    <a:pt x="232829" y="121259"/>
                  </a:lnTo>
                  <a:lnTo>
                    <a:pt x="234810" y="122301"/>
                  </a:lnTo>
                  <a:lnTo>
                    <a:pt x="235927" y="120954"/>
                  </a:lnTo>
                  <a:lnTo>
                    <a:pt x="236042" y="120815"/>
                  </a:lnTo>
                  <a:lnTo>
                    <a:pt x="236156" y="120688"/>
                  </a:lnTo>
                  <a:lnTo>
                    <a:pt x="236588" y="120154"/>
                  </a:lnTo>
                  <a:lnTo>
                    <a:pt x="236588" y="119532"/>
                  </a:lnTo>
                  <a:close/>
                </a:path>
                <a:path w="271145" h="330834">
                  <a:moveTo>
                    <a:pt x="236982" y="171589"/>
                  </a:moveTo>
                  <a:lnTo>
                    <a:pt x="233629" y="171589"/>
                  </a:lnTo>
                  <a:lnTo>
                    <a:pt x="234454" y="173443"/>
                  </a:lnTo>
                  <a:lnTo>
                    <a:pt x="234543" y="173621"/>
                  </a:lnTo>
                  <a:lnTo>
                    <a:pt x="234619" y="173812"/>
                  </a:lnTo>
                  <a:lnTo>
                    <a:pt x="234911" y="174447"/>
                  </a:lnTo>
                  <a:lnTo>
                    <a:pt x="235712" y="174447"/>
                  </a:lnTo>
                  <a:lnTo>
                    <a:pt x="235915" y="173990"/>
                  </a:lnTo>
                  <a:lnTo>
                    <a:pt x="236080" y="173621"/>
                  </a:lnTo>
                  <a:lnTo>
                    <a:pt x="236156" y="173443"/>
                  </a:lnTo>
                  <a:lnTo>
                    <a:pt x="236982" y="171589"/>
                  </a:lnTo>
                  <a:close/>
                </a:path>
                <a:path w="271145" h="330834">
                  <a:moveTo>
                    <a:pt x="240068" y="207708"/>
                  </a:moveTo>
                  <a:lnTo>
                    <a:pt x="236524" y="209931"/>
                  </a:lnTo>
                  <a:lnTo>
                    <a:pt x="235470" y="210604"/>
                  </a:lnTo>
                  <a:lnTo>
                    <a:pt x="234746" y="211061"/>
                  </a:lnTo>
                  <a:lnTo>
                    <a:pt x="234746" y="212090"/>
                  </a:lnTo>
                  <a:lnTo>
                    <a:pt x="240068" y="215430"/>
                  </a:lnTo>
                  <a:lnTo>
                    <a:pt x="240068" y="207708"/>
                  </a:lnTo>
                  <a:close/>
                </a:path>
                <a:path w="271145" h="330834">
                  <a:moveTo>
                    <a:pt x="248678" y="184454"/>
                  </a:moveTo>
                  <a:lnTo>
                    <a:pt x="248373" y="184454"/>
                  </a:lnTo>
                  <a:lnTo>
                    <a:pt x="248081" y="184454"/>
                  </a:lnTo>
                  <a:lnTo>
                    <a:pt x="248081" y="184899"/>
                  </a:lnTo>
                  <a:lnTo>
                    <a:pt x="248678" y="184899"/>
                  </a:lnTo>
                  <a:lnTo>
                    <a:pt x="248678" y="184454"/>
                  </a:lnTo>
                  <a:close/>
                </a:path>
                <a:path w="271145" h="330834">
                  <a:moveTo>
                    <a:pt x="248818" y="248831"/>
                  </a:moveTo>
                  <a:lnTo>
                    <a:pt x="248475" y="247269"/>
                  </a:lnTo>
                  <a:lnTo>
                    <a:pt x="246608" y="246608"/>
                  </a:lnTo>
                  <a:lnTo>
                    <a:pt x="245681" y="246265"/>
                  </a:lnTo>
                  <a:lnTo>
                    <a:pt x="244500" y="247142"/>
                  </a:lnTo>
                  <a:lnTo>
                    <a:pt x="244563" y="248145"/>
                  </a:lnTo>
                  <a:lnTo>
                    <a:pt x="242595" y="250151"/>
                  </a:lnTo>
                  <a:lnTo>
                    <a:pt x="246672" y="253288"/>
                  </a:lnTo>
                  <a:lnTo>
                    <a:pt x="248818" y="248831"/>
                  </a:lnTo>
                  <a:close/>
                </a:path>
                <a:path w="271145" h="330834">
                  <a:moveTo>
                    <a:pt x="250444" y="133362"/>
                  </a:moveTo>
                  <a:lnTo>
                    <a:pt x="250367" y="132854"/>
                  </a:lnTo>
                  <a:lnTo>
                    <a:pt x="249986" y="132435"/>
                  </a:lnTo>
                  <a:lnTo>
                    <a:pt x="249872" y="132308"/>
                  </a:lnTo>
                  <a:lnTo>
                    <a:pt x="249110" y="131457"/>
                  </a:lnTo>
                  <a:lnTo>
                    <a:pt x="248107" y="132270"/>
                  </a:lnTo>
                  <a:lnTo>
                    <a:pt x="247967" y="133083"/>
                  </a:lnTo>
                  <a:lnTo>
                    <a:pt x="247777" y="133362"/>
                  </a:lnTo>
                  <a:lnTo>
                    <a:pt x="247688" y="133731"/>
                  </a:lnTo>
                  <a:lnTo>
                    <a:pt x="248094" y="134505"/>
                  </a:lnTo>
                  <a:lnTo>
                    <a:pt x="248424" y="134708"/>
                  </a:lnTo>
                  <a:lnTo>
                    <a:pt x="249402" y="134632"/>
                  </a:lnTo>
                  <a:lnTo>
                    <a:pt x="249872" y="134391"/>
                  </a:lnTo>
                  <a:lnTo>
                    <a:pt x="250444" y="133362"/>
                  </a:lnTo>
                  <a:close/>
                </a:path>
                <a:path w="271145" h="330834">
                  <a:moveTo>
                    <a:pt x="250926" y="203022"/>
                  </a:moveTo>
                  <a:lnTo>
                    <a:pt x="250558" y="203022"/>
                  </a:lnTo>
                  <a:lnTo>
                    <a:pt x="250190" y="203022"/>
                  </a:lnTo>
                  <a:lnTo>
                    <a:pt x="250190" y="203581"/>
                  </a:lnTo>
                  <a:lnTo>
                    <a:pt x="250926" y="203581"/>
                  </a:lnTo>
                  <a:lnTo>
                    <a:pt x="250926" y="203022"/>
                  </a:lnTo>
                  <a:close/>
                </a:path>
                <a:path w="271145" h="330834">
                  <a:moveTo>
                    <a:pt x="253822" y="164909"/>
                  </a:moveTo>
                  <a:lnTo>
                    <a:pt x="251650" y="165455"/>
                  </a:lnTo>
                  <a:lnTo>
                    <a:pt x="250748" y="165684"/>
                  </a:lnTo>
                  <a:lnTo>
                    <a:pt x="250291" y="165785"/>
                  </a:lnTo>
                  <a:lnTo>
                    <a:pt x="249364" y="166027"/>
                  </a:lnTo>
                  <a:lnTo>
                    <a:pt x="249364" y="167449"/>
                  </a:lnTo>
                  <a:lnTo>
                    <a:pt x="250291" y="167690"/>
                  </a:lnTo>
                  <a:lnTo>
                    <a:pt x="253796" y="168567"/>
                  </a:lnTo>
                  <a:lnTo>
                    <a:pt x="253822" y="164909"/>
                  </a:lnTo>
                  <a:close/>
                </a:path>
                <a:path w="271145" h="330834">
                  <a:moveTo>
                    <a:pt x="259600" y="112077"/>
                  </a:moveTo>
                  <a:lnTo>
                    <a:pt x="259448" y="111112"/>
                  </a:lnTo>
                  <a:lnTo>
                    <a:pt x="259372" y="110578"/>
                  </a:lnTo>
                  <a:lnTo>
                    <a:pt x="259219" y="110261"/>
                  </a:lnTo>
                  <a:lnTo>
                    <a:pt x="256959" y="106857"/>
                  </a:lnTo>
                  <a:lnTo>
                    <a:pt x="253123" y="110972"/>
                  </a:lnTo>
                  <a:lnTo>
                    <a:pt x="256032" y="112699"/>
                  </a:lnTo>
                  <a:lnTo>
                    <a:pt x="256641" y="113055"/>
                  </a:lnTo>
                  <a:lnTo>
                    <a:pt x="257124" y="113182"/>
                  </a:lnTo>
                  <a:lnTo>
                    <a:pt x="259029" y="113372"/>
                  </a:lnTo>
                  <a:lnTo>
                    <a:pt x="259600" y="112077"/>
                  </a:lnTo>
                  <a:close/>
                </a:path>
                <a:path w="271145" h="330834">
                  <a:moveTo>
                    <a:pt x="262470" y="96164"/>
                  </a:moveTo>
                  <a:lnTo>
                    <a:pt x="261886" y="96164"/>
                  </a:lnTo>
                  <a:lnTo>
                    <a:pt x="261886" y="96621"/>
                  </a:lnTo>
                  <a:lnTo>
                    <a:pt x="262178" y="96621"/>
                  </a:lnTo>
                  <a:lnTo>
                    <a:pt x="262470" y="96621"/>
                  </a:lnTo>
                  <a:lnTo>
                    <a:pt x="262470" y="96164"/>
                  </a:lnTo>
                  <a:close/>
                </a:path>
                <a:path w="271145" h="330834">
                  <a:moveTo>
                    <a:pt x="262623" y="233375"/>
                  </a:moveTo>
                  <a:lnTo>
                    <a:pt x="262585" y="231101"/>
                  </a:lnTo>
                  <a:lnTo>
                    <a:pt x="259676" y="229400"/>
                  </a:lnTo>
                  <a:lnTo>
                    <a:pt x="257467" y="230428"/>
                  </a:lnTo>
                  <a:lnTo>
                    <a:pt x="257606" y="232232"/>
                  </a:lnTo>
                  <a:lnTo>
                    <a:pt x="257822" y="234721"/>
                  </a:lnTo>
                  <a:lnTo>
                    <a:pt x="258914" y="235470"/>
                  </a:lnTo>
                  <a:lnTo>
                    <a:pt x="259943" y="234886"/>
                  </a:lnTo>
                  <a:lnTo>
                    <a:pt x="260718" y="234454"/>
                  </a:lnTo>
                  <a:lnTo>
                    <a:pt x="262623" y="233375"/>
                  </a:lnTo>
                  <a:close/>
                </a:path>
                <a:path w="271145" h="330834">
                  <a:moveTo>
                    <a:pt x="265442" y="82575"/>
                  </a:moveTo>
                  <a:lnTo>
                    <a:pt x="261823" y="82575"/>
                  </a:lnTo>
                  <a:lnTo>
                    <a:pt x="261823" y="85382"/>
                  </a:lnTo>
                  <a:lnTo>
                    <a:pt x="263626" y="85382"/>
                  </a:lnTo>
                  <a:lnTo>
                    <a:pt x="265442" y="85382"/>
                  </a:lnTo>
                  <a:lnTo>
                    <a:pt x="265442" y="82575"/>
                  </a:lnTo>
                  <a:close/>
                </a:path>
                <a:path w="271145" h="330834">
                  <a:moveTo>
                    <a:pt x="266827" y="107200"/>
                  </a:moveTo>
                  <a:lnTo>
                    <a:pt x="266534" y="107200"/>
                  </a:lnTo>
                  <a:lnTo>
                    <a:pt x="266242" y="107200"/>
                  </a:lnTo>
                  <a:lnTo>
                    <a:pt x="266242" y="107657"/>
                  </a:lnTo>
                  <a:lnTo>
                    <a:pt x="266827" y="107657"/>
                  </a:lnTo>
                  <a:lnTo>
                    <a:pt x="266827" y="107200"/>
                  </a:lnTo>
                  <a:close/>
                </a:path>
                <a:path w="271145" h="330834">
                  <a:moveTo>
                    <a:pt x="269824" y="193725"/>
                  </a:moveTo>
                  <a:lnTo>
                    <a:pt x="268224" y="192620"/>
                  </a:lnTo>
                  <a:lnTo>
                    <a:pt x="267068" y="193446"/>
                  </a:lnTo>
                  <a:lnTo>
                    <a:pt x="266903" y="193573"/>
                  </a:lnTo>
                  <a:lnTo>
                    <a:pt x="266725" y="193687"/>
                  </a:lnTo>
                  <a:lnTo>
                    <a:pt x="265658" y="194449"/>
                  </a:lnTo>
                  <a:lnTo>
                    <a:pt x="265658" y="195605"/>
                  </a:lnTo>
                  <a:lnTo>
                    <a:pt x="268224" y="197421"/>
                  </a:lnTo>
                  <a:lnTo>
                    <a:pt x="269824" y="196316"/>
                  </a:lnTo>
                  <a:lnTo>
                    <a:pt x="269824" y="193725"/>
                  </a:lnTo>
                  <a:close/>
                </a:path>
                <a:path w="271145" h="330834">
                  <a:moveTo>
                    <a:pt x="270713" y="75476"/>
                  </a:moveTo>
                  <a:lnTo>
                    <a:pt x="269328" y="74676"/>
                  </a:lnTo>
                  <a:lnTo>
                    <a:pt x="265506" y="72491"/>
                  </a:lnTo>
                  <a:lnTo>
                    <a:pt x="264617" y="73533"/>
                  </a:lnTo>
                  <a:lnTo>
                    <a:pt x="269214" y="77520"/>
                  </a:lnTo>
                  <a:lnTo>
                    <a:pt x="270713" y="75476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4112184" y="7647933"/>
              <a:ext cx="253365" cy="324485"/>
            </a:xfrm>
            <a:custGeom>
              <a:avLst/>
              <a:gdLst/>
              <a:ahLst/>
              <a:cxnLst/>
              <a:rect l="l" t="t" r="r" b="b"/>
              <a:pathLst>
                <a:path w="253364" h="324484">
                  <a:moveTo>
                    <a:pt x="444" y="108775"/>
                  </a:moveTo>
                  <a:lnTo>
                    <a:pt x="0" y="108775"/>
                  </a:lnTo>
                  <a:lnTo>
                    <a:pt x="0" y="110058"/>
                  </a:lnTo>
                  <a:lnTo>
                    <a:pt x="444" y="110058"/>
                  </a:lnTo>
                  <a:lnTo>
                    <a:pt x="444" y="109067"/>
                  </a:lnTo>
                  <a:lnTo>
                    <a:pt x="444" y="108775"/>
                  </a:lnTo>
                  <a:close/>
                </a:path>
                <a:path w="253364" h="324484">
                  <a:moveTo>
                    <a:pt x="7912" y="89166"/>
                  </a:moveTo>
                  <a:lnTo>
                    <a:pt x="5600" y="89166"/>
                  </a:lnTo>
                  <a:lnTo>
                    <a:pt x="5842" y="90703"/>
                  </a:lnTo>
                  <a:lnTo>
                    <a:pt x="5880" y="90919"/>
                  </a:lnTo>
                  <a:lnTo>
                    <a:pt x="5918" y="91135"/>
                  </a:lnTo>
                  <a:lnTo>
                    <a:pt x="6070" y="92163"/>
                  </a:lnTo>
                  <a:lnTo>
                    <a:pt x="7442" y="92163"/>
                  </a:lnTo>
                  <a:lnTo>
                    <a:pt x="7607" y="91135"/>
                  </a:lnTo>
                  <a:lnTo>
                    <a:pt x="7645" y="90919"/>
                  </a:lnTo>
                  <a:lnTo>
                    <a:pt x="7912" y="89166"/>
                  </a:lnTo>
                  <a:close/>
                </a:path>
                <a:path w="253364" h="324484">
                  <a:moveTo>
                    <a:pt x="8470" y="84099"/>
                  </a:moveTo>
                  <a:lnTo>
                    <a:pt x="6426" y="84404"/>
                  </a:lnTo>
                  <a:lnTo>
                    <a:pt x="5956" y="84467"/>
                  </a:lnTo>
                  <a:lnTo>
                    <a:pt x="5715" y="84505"/>
                  </a:lnTo>
                  <a:lnTo>
                    <a:pt x="4622" y="84658"/>
                  </a:lnTo>
                  <a:lnTo>
                    <a:pt x="4610" y="86575"/>
                  </a:lnTo>
                  <a:lnTo>
                    <a:pt x="5715" y="86728"/>
                  </a:lnTo>
                  <a:lnTo>
                    <a:pt x="5956" y="86779"/>
                  </a:lnTo>
                  <a:lnTo>
                    <a:pt x="8458" y="87134"/>
                  </a:lnTo>
                  <a:lnTo>
                    <a:pt x="8470" y="84099"/>
                  </a:lnTo>
                  <a:close/>
                </a:path>
                <a:path w="253364" h="324484">
                  <a:moveTo>
                    <a:pt x="9613" y="114935"/>
                  </a:moveTo>
                  <a:lnTo>
                    <a:pt x="7416" y="113169"/>
                  </a:lnTo>
                  <a:lnTo>
                    <a:pt x="6248" y="112229"/>
                  </a:lnTo>
                  <a:lnTo>
                    <a:pt x="5410" y="111772"/>
                  </a:lnTo>
                  <a:lnTo>
                    <a:pt x="2971" y="111480"/>
                  </a:lnTo>
                  <a:lnTo>
                    <a:pt x="1790" y="112242"/>
                  </a:lnTo>
                  <a:lnTo>
                    <a:pt x="876" y="114046"/>
                  </a:lnTo>
                  <a:lnTo>
                    <a:pt x="647" y="114833"/>
                  </a:lnTo>
                  <a:lnTo>
                    <a:pt x="1003" y="118643"/>
                  </a:lnTo>
                  <a:lnTo>
                    <a:pt x="3454" y="120624"/>
                  </a:lnTo>
                  <a:lnTo>
                    <a:pt x="8458" y="118529"/>
                  </a:lnTo>
                  <a:lnTo>
                    <a:pt x="9613" y="114935"/>
                  </a:lnTo>
                  <a:close/>
                </a:path>
                <a:path w="253364" h="324484">
                  <a:moveTo>
                    <a:pt x="9956" y="48844"/>
                  </a:moveTo>
                  <a:lnTo>
                    <a:pt x="9664" y="48844"/>
                  </a:lnTo>
                  <a:lnTo>
                    <a:pt x="9372" y="48844"/>
                  </a:lnTo>
                  <a:lnTo>
                    <a:pt x="9372" y="49288"/>
                  </a:lnTo>
                  <a:lnTo>
                    <a:pt x="9956" y="49288"/>
                  </a:lnTo>
                  <a:lnTo>
                    <a:pt x="9956" y="48844"/>
                  </a:lnTo>
                  <a:close/>
                </a:path>
                <a:path w="253364" h="324484">
                  <a:moveTo>
                    <a:pt x="12954" y="29362"/>
                  </a:moveTo>
                  <a:lnTo>
                    <a:pt x="12877" y="27381"/>
                  </a:lnTo>
                  <a:lnTo>
                    <a:pt x="12547" y="26873"/>
                  </a:lnTo>
                  <a:lnTo>
                    <a:pt x="11950" y="26111"/>
                  </a:lnTo>
                  <a:lnTo>
                    <a:pt x="10121" y="23812"/>
                  </a:lnTo>
                  <a:lnTo>
                    <a:pt x="6438" y="27571"/>
                  </a:lnTo>
                  <a:lnTo>
                    <a:pt x="9867" y="30022"/>
                  </a:lnTo>
                  <a:lnTo>
                    <a:pt x="10388" y="30175"/>
                  </a:lnTo>
                  <a:lnTo>
                    <a:pt x="11112" y="30162"/>
                  </a:lnTo>
                  <a:lnTo>
                    <a:pt x="12052" y="30149"/>
                  </a:lnTo>
                  <a:lnTo>
                    <a:pt x="12954" y="29362"/>
                  </a:lnTo>
                  <a:close/>
                </a:path>
                <a:path w="253364" h="324484">
                  <a:moveTo>
                    <a:pt x="13754" y="1295"/>
                  </a:moveTo>
                  <a:lnTo>
                    <a:pt x="10845" y="0"/>
                  </a:lnTo>
                  <a:lnTo>
                    <a:pt x="8102" y="2895"/>
                  </a:lnTo>
                  <a:lnTo>
                    <a:pt x="8102" y="4191"/>
                  </a:lnTo>
                  <a:lnTo>
                    <a:pt x="9245" y="5410"/>
                  </a:lnTo>
                  <a:lnTo>
                    <a:pt x="10845" y="7086"/>
                  </a:lnTo>
                  <a:lnTo>
                    <a:pt x="13754" y="5778"/>
                  </a:lnTo>
                  <a:lnTo>
                    <a:pt x="13754" y="1295"/>
                  </a:lnTo>
                  <a:close/>
                </a:path>
                <a:path w="253364" h="324484">
                  <a:moveTo>
                    <a:pt x="14160" y="42062"/>
                  </a:moveTo>
                  <a:lnTo>
                    <a:pt x="13881" y="42062"/>
                  </a:lnTo>
                  <a:lnTo>
                    <a:pt x="13881" y="42278"/>
                  </a:lnTo>
                  <a:lnTo>
                    <a:pt x="14020" y="42278"/>
                  </a:lnTo>
                  <a:lnTo>
                    <a:pt x="14160" y="42278"/>
                  </a:lnTo>
                  <a:lnTo>
                    <a:pt x="14160" y="42062"/>
                  </a:lnTo>
                  <a:close/>
                </a:path>
                <a:path w="253364" h="324484">
                  <a:moveTo>
                    <a:pt x="25209" y="87464"/>
                  </a:moveTo>
                  <a:lnTo>
                    <a:pt x="24917" y="87464"/>
                  </a:lnTo>
                  <a:lnTo>
                    <a:pt x="24625" y="87464"/>
                  </a:lnTo>
                  <a:lnTo>
                    <a:pt x="24625" y="87909"/>
                  </a:lnTo>
                  <a:lnTo>
                    <a:pt x="25209" y="87909"/>
                  </a:lnTo>
                  <a:lnTo>
                    <a:pt x="25209" y="87464"/>
                  </a:lnTo>
                  <a:close/>
                </a:path>
                <a:path w="253364" h="324484">
                  <a:moveTo>
                    <a:pt x="26200" y="7239"/>
                  </a:moveTo>
                  <a:lnTo>
                    <a:pt x="24193" y="7518"/>
                  </a:lnTo>
                  <a:lnTo>
                    <a:pt x="23964" y="7556"/>
                  </a:lnTo>
                  <a:lnTo>
                    <a:pt x="23152" y="7670"/>
                  </a:lnTo>
                  <a:lnTo>
                    <a:pt x="23152" y="9067"/>
                  </a:lnTo>
                  <a:lnTo>
                    <a:pt x="23964" y="9182"/>
                  </a:lnTo>
                  <a:lnTo>
                    <a:pt x="24422" y="9245"/>
                  </a:lnTo>
                  <a:lnTo>
                    <a:pt x="24663" y="9283"/>
                  </a:lnTo>
                  <a:lnTo>
                    <a:pt x="26200" y="9512"/>
                  </a:lnTo>
                  <a:lnTo>
                    <a:pt x="26200" y="7239"/>
                  </a:lnTo>
                  <a:close/>
                </a:path>
                <a:path w="253364" h="324484">
                  <a:moveTo>
                    <a:pt x="27089" y="68897"/>
                  </a:moveTo>
                  <a:lnTo>
                    <a:pt x="26377" y="65125"/>
                  </a:lnTo>
                  <a:lnTo>
                    <a:pt x="23799" y="60604"/>
                  </a:lnTo>
                  <a:lnTo>
                    <a:pt x="20980" y="62407"/>
                  </a:lnTo>
                  <a:lnTo>
                    <a:pt x="22720" y="66395"/>
                  </a:lnTo>
                  <a:lnTo>
                    <a:pt x="21831" y="67894"/>
                  </a:lnTo>
                  <a:lnTo>
                    <a:pt x="21755" y="69799"/>
                  </a:lnTo>
                  <a:lnTo>
                    <a:pt x="21691" y="71399"/>
                  </a:lnTo>
                  <a:lnTo>
                    <a:pt x="23736" y="72085"/>
                  </a:lnTo>
                  <a:lnTo>
                    <a:pt x="27089" y="68897"/>
                  </a:lnTo>
                  <a:close/>
                </a:path>
                <a:path w="253364" h="324484">
                  <a:moveTo>
                    <a:pt x="29959" y="102908"/>
                  </a:moveTo>
                  <a:lnTo>
                    <a:pt x="29565" y="101206"/>
                  </a:lnTo>
                  <a:lnTo>
                    <a:pt x="29464" y="100774"/>
                  </a:lnTo>
                  <a:lnTo>
                    <a:pt x="29362" y="100342"/>
                  </a:lnTo>
                  <a:lnTo>
                    <a:pt x="29095" y="99199"/>
                  </a:lnTo>
                  <a:lnTo>
                    <a:pt x="28003" y="99199"/>
                  </a:lnTo>
                  <a:lnTo>
                    <a:pt x="27736" y="100342"/>
                  </a:lnTo>
                  <a:lnTo>
                    <a:pt x="27635" y="100774"/>
                  </a:lnTo>
                  <a:lnTo>
                    <a:pt x="27139" y="102895"/>
                  </a:lnTo>
                  <a:lnTo>
                    <a:pt x="29959" y="102908"/>
                  </a:lnTo>
                  <a:close/>
                </a:path>
                <a:path w="253364" h="324484">
                  <a:moveTo>
                    <a:pt x="36944" y="111518"/>
                  </a:moveTo>
                  <a:lnTo>
                    <a:pt x="36131" y="111518"/>
                  </a:lnTo>
                  <a:lnTo>
                    <a:pt x="36131" y="112141"/>
                  </a:lnTo>
                  <a:lnTo>
                    <a:pt x="36537" y="112141"/>
                  </a:lnTo>
                  <a:lnTo>
                    <a:pt x="36944" y="112141"/>
                  </a:lnTo>
                  <a:lnTo>
                    <a:pt x="36944" y="111518"/>
                  </a:lnTo>
                  <a:close/>
                </a:path>
                <a:path w="253364" h="324484">
                  <a:moveTo>
                    <a:pt x="39331" y="11836"/>
                  </a:moveTo>
                  <a:lnTo>
                    <a:pt x="35814" y="11836"/>
                  </a:lnTo>
                  <a:lnTo>
                    <a:pt x="32283" y="11836"/>
                  </a:lnTo>
                  <a:lnTo>
                    <a:pt x="32283" y="17322"/>
                  </a:lnTo>
                  <a:lnTo>
                    <a:pt x="39331" y="17322"/>
                  </a:lnTo>
                  <a:lnTo>
                    <a:pt x="39331" y="11836"/>
                  </a:lnTo>
                  <a:close/>
                </a:path>
                <a:path w="253364" h="324484">
                  <a:moveTo>
                    <a:pt x="40601" y="117335"/>
                  </a:moveTo>
                  <a:lnTo>
                    <a:pt x="28117" y="117335"/>
                  </a:lnTo>
                  <a:lnTo>
                    <a:pt x="28105" y="127025"/>
                  </a:lnTo>
                  <a:lnTo>
                    <a:pt x="34353" y="127025"/>
                  </a:lnTo>
                  <a:lnTo>
                    <a:pt x="40601" y="127025"/>
                  </a:lnTo>
                  <a:lnTo>
                    <a:pt x="40601" y="117335"/>
                  </a:lnTo>
                  <a:close/>
                </a:path>
                <a:path w="253364" h="324484">
                  <a:moveTo>
                    <a:pt x="46799" y="139471"/>
                  </a:moveTo>
                  <a:lnTo>
                    <a:pt x="45974" y="139471"/>
                  </a:lnTo>
                  <a:lnTo>
                    <a:pt x="45161" y="139471"/>
                  </a:lnTo>
                  <a:lnTo>
                    <a:pt x="45161" y="140741"/>
                  </a:lnTo>
                  <a:lnTo>
                    <a:pt x="46799" y="140741"/>
                  </a:lnTo>
                  <a:lnTo>
                    <a:pt x="46799" y="139471"/>
                  </a:lnTo>
                  <a:close/>
                </a:path>
                <a:path w="253364" h="324484">
                  <a:moveTo>
                    <a:pt x="69303" y="15252"/>
                  </a:moveTo>
                  <a:lnTo>
                    <a:pt x="60299" y="11442"/>
                  </a:lnTo>
                  <a:lnTo>
                    <a:pt x="57238" y="16560"/>
                  </a:lnTo>
                  <a:lnTo>
                    <a:pt x="54762" y="20688"/>
                  </a:lnTo>
                  <a:lnTo>
                    <a:pt x="60223" y="25539"/>
                  </a:lnTo>
                  <a:lnTo>
                    <a:pt x="66814" y="25336"/>
                  </a:lnTo>
                  <a:lnTo>
                    <a:pt x="68529" y="23355"/>
                  </a:lnTo>
                  <a:lnTo>
                    <a:pt x="69303" y="15252"/>
                  </a:lnTo>
                  <a:close/>
                </a:path>
                <a:path w="253364" h="324484">
                  <a:moveTo>
                    <a:pt x="73863" y="36423"/>
                  </a:moveTo>
                  <a:lnTo>
                    <a:pt x="73571" y="36423"/>
                  </a:lnTo>
                  <a:lnTo>
                    <a:pt x="73279" y="36423"/>
                  </a:lnTo>
                  <a:lnTo>
                    <a:pt x="73279" y="36868"/>
                  </a:lnTo>
                  <a:lnTo>
                    <a:pt x="73863" y="36868"/>
                  </a:lnTo>
                  <a:lnTo>
                    <a:pt x="73863" y="36423"/>
                  </a:lnTo>
                  <a:close/>
                </a:path>
                <a:path w="253364" h="324484">
                  <a:moveTo>
                    <a:pt x="78816" y="152844"/>
                  </a:moveTo>
                  <a:lnTo>
                    <a:pt x="76149" y="151460"/>
                  </a:lnTo>
                  <a:lnTo>
                    <a:pt x="74917" y="150444"/>
                  </a:lnTo>
                  <a:lnTo>
                    <a:pt x="73266" y="150114"/>
                  </a:lnTo>
                  <a:lnTo>
                    <a:pt x="69354" y="152387"/>
                  </a:lnTo>
                  <a:lnTo>
                    <a:pt x="68910" y="155651"/>
                  </a:lnTo>
                  <a:lnTo>
                    <a:pt x="72237" y="158953"/>
                  </a:lnTo>
                  <a:lnTo>
                    <a:pt x="74358" y="159270"/>
                  </a:lnTo>
                  <a:lnTo>
                    <a:pt x="78524" y="156743"/>
                  </a:lnTo>
                  <a:lnTo>
                    <a:pt x="78816" y="152844"/>
                  </a:lnTo>
                  <a:close/>
                </a:path>
                <a:path w="253364" h="324484">
                  <a:moveTo>
                    <a:pt x="80403" y="162648"/>
                  </a:moveTo>
                  <a:lnTo>
                    <a:pt x="80111" y="162648"/>
                  </a:lnTo>
                  <a:lnTo>
                    <a:pt x="79819" y="162648"/>
                  </a:lnTo>
                  <a:lnTo>
                    <a:pt x="79819" y="163093"/>
                  </a:lnTo>
                  <a:lnTo>
                    <a:pt x="80403" y="163093"/>
                  </a:lnTo>
                  <a:lnTo>
                    <a:pt x="80403" y="162648"/>
                  </a:lnTo>
                  <a:close/>
                </a:path>
                <a:path w="253364" h="324484">
                  <a:moveTo>
                    <a:pt x="90551" y="36804"/>
                  </a:moveTo>
                  <a:lnTo>
                    <a:pt x="86448" y="33782"/>
                  </a:lnTo>
                  <a:lnTo>
                    <a:pt x="85674" y="33235"/>
                  </a:lnTo>
                  <a:lnTo>
                    <a:pt x="84810" y="32753"/>
                  </a:lnTo>
                  <a:lnTo>
                    <a:pt x="83032" y="31750"/>
                  </a:lnTo>
                  <a:lnTo>
                    <a:pt x="80759" y="33820"/>
                  </a:lnTo>
                  <a:lnTo>
                    <a:pt x="82562" y="36664"/>
                  </a:lnTo>
                  <a:lnTo>
                    <a:pt x="83286" y="37579"/>
                  </a:lnTo>
                  <a:lnTo>
                    <a:pt x="86309" y="41236"/>
                  </a:lnTo>
                  <a:lnTo>
                    <a:pt x="90551" y="36804"/>
                  </a:lnTo>
                  <a:close/>
                </a:path>
                <a:path w="253364" h="324484">
                  <a:moveTo>
                    <a:pt x="97904" y="38569"/>
                  </a:moveTo>
                  <a:lnTo>
                    <a:pt x="95719" y="38569"/>
                  </a:lnTo>
                  <a:lnTo>
                    <a:pt x="95719" y="40246"/>
                  </a:lnTo>
                  <a:lnTo>
                    <a:pt x="96812" y="40246"/>
                  </a:lnTo>
                  <a:lnTo>
                    <a:pt x="97904" y="40246"/>
                  </a:lnTo>
                  <a:lnTo>
                    <a:pt x="97904" y="38569"/>
                  </a:lnTo>
                  <a:close/>
                </a:path>
                <a:path w="253364" h="324484">
                  <a:moveTo>
                    <a:pt x="111201" y="158889"/>
                  </a:moveTo>
                  <a:lnTo>
                    <a:pt x="110096" y="157454"/>
                  </a:lnTo>
                  <a:lnTo>
                    <a:pt x="109169" y="156260"/>
                  </a:lnTo>
                  <a:lnTo>
                    <a:pt x="106641" y="156400"/>
                  </a:lnTo>
                  <a:lnTo>
                    <a:pt x="106400" y="158178"/>
                  </a:lnTo>
                  <a:lnTo>
                    <a:pt x="106362" y="158457"/>
                  </a:lnTo>
                  <a:lnTo>
                    <a:pt x="106172" y="159893"/>
                  </a:lnTo>
                  <a:lnTo>
                    <a:pt x="106641" y="160985"/>
                  </a:lnTo>
                  <a:lnTo>
                    <a:pt x="107708" y="160896"/>
                  </a:lnTo>
                  <a:lnTo>
                    <a:pt x="108191" y="160858"/>
                  </a:lnTo>
                  <a:lnTo>
                    <a:pt x="108432" y="160845"/>
                  </a:lnTo>
                  <a:lnTo>
                    <a:pt x="110096" y="160705"/>
                  </a:lnTo>
                  <a:lnTo>
                    <a:pt x="111201" y="158889"/>
                  </a:lnTo>
                  <a:close/>
                </a:path>
                <a:path w="253364" h="324484">
                  <a:moveTo>
                    <a:pt x="114541" y="97815"/>
                  </a:moveTo>
                  <a:lnTo>
                    <a:pt x="113957" y="97815"/>
                  </a:lnTo>
                  <a:lnTo>
                    <a:pt x="113957" y="98259"/>
                  </a:lnTo>
                  <a:lnTo>
                    <a:pt x="114249" y="98259"/>
                  </a:lnTo>
                  <a:lnTo>
                    <a:pt x="114541" y="98259"/>
                  </a:lnTo>
                  <a:lnTo>
                    <a:pt x="114541" y="97815"/>
                  </a:lnTo>
                  <a:close/>
                </a:path>
                <a:path w="253364" h="324484">
                  <a:moveTo>
                    <a:pt x="123596" y="179108"/>
                  </a:moveTo>
                  <a:lnTo>
                    <a:pt x="122542" y="178117"/>
                  </a:lnTo>
                  <a:lnTo>
                    <a:pt x="120916" y="179108"/>
                  </a:lnTo>
                  <a:lnTo>
                    <a:pt x="119341" y="180073"/>
                  </a:lnTo>
                  <a:lnTo>
                    <a:pt x="121412" y="182308"/>
                  </a:lnTo>
                  <a:lnTo>
                    <a:pt x="122504" y="180695"/>
                  </a:lnTo>
                  <a:lnTo>
                    <a:pt x="123596" y="179108"/>
                  </a:lnTo>
                  <a:close/>
                </a:path>
                <a:path w="253364" h="324484">
                  <a:moveTo>
                    <a:pt x="123850" y="112585"/>
                  </a:moveTo>
                  <a:lnTo>
                    <a:pt x="122897" y="109601"/>
                  </a:lnTo>
                  <a:lnTo>
                    <a:pt x="122821" y="109397"/>
                  </a:lnTo>
                  <a:lnTo>
                    <a:pt x="122415" y="108102"/>
                  </a:lnTo>
                  <a:lnTo>
                    <a:pt x="120611" y="108102"/>
                  </a:lnTo>
                  <a:lnTo>
                    <a:pt x="120192" y="109397"/>
                  </a:lnTo>
                  <a:lnTo>
                    <a:pt x="120129" y="109601"/>
                  </a:lnTo>
                  <a:lnTo>
                    <a:pt x="120053" y="109816"/>
                  </a:lnTo>
                  <a:lnTo>
                    <a:pt x="119989" y="110032"/>
                  </a:lnTo>
                  <a:lnTo>
                    <a:pt x="119176" y="112572"/>
                  </a:lnTo>
                  <a:lnTo>
                    <a:pt x="123850" y="112585"/>
                  </a:lnTo>
                  <a:close/>
                </a:path>
                <a:path w="253364" h="324484">
                  <a:moveTo>
                    <a:pt x="124180" y="62890"/>
                  </a:moveTo>
                  <a:lnTo>
                    <a:pt x="122897" y="59309"/>
                  </a:lnTo>
                  <a:lnTo>
                    <a:pt x="122364" y="57810"/>
                  </a:lnTo>
                  <a:lnTo>
                    <a:pt x="121666" y="57124"/>
                  </a:lnTo>
                  <a:lnTo>
                    <a:pt x="119265" y="55397"/>
                  </a:lnTo>
                  <a:lnTo>
                    <a:pt x="117640" y="56261"/>
                  </a:lnTo>
                  <a:lnTo>
                    <a:pt x="116941" y="58737"/>
                  </a:lnTo>
                  <a:lnTo>
                    <a:pt x="116776" y="59613"/>
                  </a:lnTo>
                  <a:lnTo>
                    <a:pt x="118440" y="64465"/>
                  </a:lnTo>
                  <a:lnTo>
                    <a:pt x="124180" y="62890"/>
                  </a:lnTo>
                  <a:close/>
                </a:path>
                <a:path w="253364" h="324484">
                  <a:moveTo>
                    <a:pt x="131483" y="81826"/>
                  </a:moveTo>
                  <a:lnTo>
                    <a:pt x="121716" y="81826"/>
                  </a:lnTo>
                  <a:lnTo>
                    <a:pt x="121704" y="89420"/>
                  </a:lnTo>
                  <a:lnTo>
                    <a:pt x="126593" y="89420"/>
                  </a:lnTo>
                  <a:lnTo>
                    <a:pt x="131470" y="89420"/>
                  </a:lnTo>
                  <a:lnTo>
                    <a:pt x="131483" y="81826"/>
                  </a:lnTo>
                  <a:close/>
                </a:path>
                <a:path w="253364" h="324484">
                  <a:moveTo>
                    <a:pt x="136829" y="173761"/>
                  </a:moveTo>
                  <a:lnTo>
                    <a:pt x="133464" y="170192"/>
                  </a:lnTo>
                  <a:lnTo>
                    <a:pt x="129857" y="171818"/>
                  </a:lnTo>
                  <a:lnTo>
                    <a:pt x="129857" y="174599"/>
                  </a:lnTo>
                  <a:lnTo>
                    <a:pt x="129857" y="177368"/>
                  </a:lnTo>
                  <a:lnTo>
                    <a:pt x="133464" y="178981"/>
                  </a:lnTo>
                  <a:lnTo>
                    <a:pt x="136829" y="175437"/>
                  </a:lnTo>
                  <a:lnTo>
                    <a:pt x="136829" y="173761"/>
                  </a:lnTo>
                  <a:close/>
                </a:path>
                <a:path w="253364" h="324484">
                  <a:moveTo>
                    <a:pt x="137477" y="227152"/>
                  </a:moveTo>
                  <a:lnTo>
                    <a:pt x="136042" y="227152"/>
                  </a:lnTo>
                  <a:lnTo>
                    <a:pt x="136042" y="228269"/>
                  </a:lnTo>
                  <a:lnTo>
                    <a:pt x="136753" y="228269"/>
                  </a:lnTo>
                  <a:lnTo>
                    <a:pt x="137477" y="228269"/>
                  </a:lnTo>
                  <a:lnTo>
                    <a:pt x="137477" y="227152"/>
                  </a:lnTo>
                  <a:close/>
                </a:path>
                <a:path w="253364" h="324484">
                  <a:moveTo>
                    <a:pt x="142176" y="242074"/>
                  </a:moveTo>
                  <a:lnTo>
                    <a:pt x="136550" y="241007"/>
                  </a:lnTo>
                  <a:lnTo>
                    <a:pt x="135763" y="240893"/>
                  </a:lnTo>
                  <a:lnTo>
                    <a:pt x="134721" y="241261"/>
                  </a:lnTo>
                  <a:lnTo>
                    <a:pt x="133616" y="241655"/>
                  </a:lnTo>
                  <a:lnTo>
                    <a:pt x="132651" y="242874"/>
                  </a:lnTo>
                  <a:lnTo>
                    <a:pt x="133464" y="245097"/>
                  </a:lnTo>
                  <a:lnTo>
                    <a:pt x="133807" y="245706"/>
                  </a:lnTo>
                  <a:lnTo>
                    <a:pt x="138849" y="249986"/>
                  </a:lnTo>
                  <a:lnTo>
                    <a:pt x="142176" y="242074"/>
                  </a:lnTo>
                  <a:close/>
                </a:path>
                <a:path w="253364" h="324484">
                  <a:moveTo>
                    <a:pt x="146138" y="72986"/>
                  </a:moveTo>
                  <a:lnTo>
                    <a:pt x="141897" y="72986"/>
                  </a:lnTo>
                  <a:lnTo>
                    <a:pt x="143014" y="75171"/>
                  </a:lnTo>
                  <a:lnTo>
                    <a:pt x="143116" y="75349"/>
                  </a:lnTo>
                  <a:lnTo>
                    <a:pt x="143192" y="75526"/>
                  </a:lnTo>
                  <a:lnTo>
                    <a:pt x="143573" y="76250"/>
                  </a:lnTo>
                  <a:lnTo>
                    <a:pt x="144462" y="76250"/>
                  </a:lnTo>
                  <a:lnTo>
                    <a:pt x="144932" y="75349"/>
                  </a:lnTo>
                  <a:lnTo>
                    <a:pt x="145021" y="75171"/>
                  </a:lnTo>
                  <a:lnTo>
                    <a:pt x="146138" y="72986"/>
                  </a:lnTo>
                  <a:close/>
                </a:path>
                <a:path w="253364" h="324484">
                  <a:moveTo>
                    <a:pt x="146367" y="85432"/>
                  </a:moveTo>
                  <a:lnTo>
                    <a:pt x="142570" y="85432"/>
                  </a:lnTo>
                  <a:lnTo>
                    <a:pt x="138772" y="85432"/>
                  </a:lnTo>
                  <a:lnTo>
                    <a:pt x="138772" y="91338"/>
                  </a:lnTo>
                  <a:lnTo>
                    <a:pt x="146367" y="91338"/>
                  </a:lnTo>
                  <a:lnTo>
                    <a:pt x="146367" y="85432"/>
                  </a:lnTo>
                  <a:close/>
                </a:path>
                <a:path w="253364" h="324484">
                  <a:moveTo>
                    <a:pt x="154736" y="112204"/>
                  </a:moveTo>
                  <a:lnTo>
                    <a:pt x="153301" y="107797"/>
                  </a:lnTo>
                  <a:lnTo>
                    <a:pt x="153162" y="107391"/>
                  </a:lnTo>
                  <a:lnTo>
                    <a:pt x="152742" y="106845"/>
                  </a:lnTo>
                  <a:lnTo>
                    <a:pt x="151930" y="105765"/>
                  </a:lnTo>
                  <a:lnTo>
                    <a:pt x="150634" y="105765"/>
                  </a:lnTo>
                  <a:lnTo>
                    <a:pt x="149415" y="107391"/>
                  </a:lnTo>
                  <a:lnTo>
                    <a:pt x="149263" y="107797"/>
                  </a:lnTo>
                  <a:lnTo>
                    <a:pt x="147840" y="112179"/>
                  </a:lnTo>
                  <a:lnTo>
                    <a:pt x="154736" y="112204"/>
                  </a:lnTo>
                  <a:close/>
                </a:path>
                <a:path w="253364" h="324484">
                  <a:moveTo>
                    <a:pt x="159562" y="65392"/>
                  </a:moveTo>
                  <a:lnTo>
                    <a:pt x="158978" y="65392"/>
                  </a:lnTo>
                  <a:lnTo>
                    <a:pt x="158978" y="65836"/>
                  </a:lnTo>
                  <a:lnTo>
                    <a:pt x="159270" y="65836"/>
                  </a:lnTo>
                  <a:lnTo>
                    <a:pt x="159562" y="65836"/>
                  </a:lnTo>
                  <a:lnTo>
                    <a:pt x="159562" y="65392"/>
                  </a:lnTo>
                  <a:close/>
                </a:path>
                <a:path w="253364" h="324484">
                  <a:moveTo>
                    <a:pt x="159981" y="222224"/>
                  </a:moveTo>
                  <a:lnTo>
                    <a:pt x="159143" y="220179"/>
                  </a:lnTo>
                  <a:lnTo>
                    <a:pt x="157378" y="221145"/>
                  </a:lnTo>
                  <a:lnTo>
                    <a:pt x="157314" y="221310"/>
                  </a:lnTo>
                  <a:lnTo>
                    <a:pt x="157289" y="221500"/>
                  </a:lnTo>
                  <a:lnTo>
                    <a:pt x="157010" y="221729"/>
                  </a:lnTo>
                  <a:lnTo>
                    <a:pt x="156883" y="221856"/>
                  </a:lnTo>
                  <a:lnTo>
                    <a:pt x="156146" y="222554"/>
                  </a:lnTo>
                  <a:lnTo>
                    <a:pt x="156514" y="223837"/>
                  </a:lnTo>
                  <a:lnTo>
                    <a:pt x="157467" y="224091"/>
                  </a:lnTo>
                  <a:lnTo>
                    <a:pt x="157645" y="224129"/>
                  </a:lnTo>
                  <a:lnTo>
                    <a:pt x="158318" y="224307"/>
                  </a:lnTo>
                  <a:lnTo>
                    <a:pt x="159143" y="224066"/>
                  </a:lnTo>
                  <a:lnTo>
                    <a:pt x="159981" y="222224"/>
                  </a:lnTo>
                  <a:close/>
                </a:path>
                <a:path w="253364" h="324484">
                  <a:moveTo>
                    <a:pt x="162267" y="239903"/>
                  </a:moveTo>
                  <a:lnTo>
                    <a:pt x="159626" y="237604"/>
                  </a:lnTo>
                  <a:lnTo>
                    <a:pt x="158584" y="236702"/>
                  </a:lnTo>
                  <a:lnTo>
                    <a:pt x="157734" y="236410"/>
                  </a:lnTo>
                  <a:lnTo>
                    <a:pt x="155435" y="236118"/>
                  </a:lnTo>
                  <a:lnTo>
                    <a:pt x="154457" y="237159"/>
                  </a:lnTo>
                  <a:lnTo>
                    <a:pt x="154647" y="239458"/>
                  </a:lnTo>
                  <a:lnTo>
                    <a:pt x="154965" y="240284"/>
                  </a:lnTo>
                  <a:lnTo>
                    <a:pt x="157988" y="244043"/>
                  </a:lnTo>
                  <a:lnTo>
                    <a:pt x="162267" y="239903"/>
                  </a:lnTo>
                  <a:close/>
                </a:path>
                <a:path w="253364" h="324484">
                  <a:moveTo>
                    <a:pt x="166865" y="76098"/>
                  </a:moveTo>
                  <a:lnTo>
                    <a:pt x="166370" y="74955"/>
                  </a:lnTo>
                  <a:lnTo>
                    <a:pt x="166446" y="71907"/>
                  </a:lnTo>
                  <a:lnTo>
                    <a:pt x="163982" y="68770"/>
                  </a:lnTo>
                  <a:lnTo>
                    <a:pt x="159042" y="69126"/>
                  </a:lnTo>
                  <a:lnTo>
                    <a:pt x="157492" y="69278"/>
                  </a:lnTo>
                  <a:lnTo>
                    <a:pt x="153085" y="70840"/>
                  </a:lnTo>
                  <a:lnTo>
                    <a:pt x="151396" y="74752"/>
                  </a:lnTo>
                  <a:lnTo>
                    <a:pt x="154012" y="77063"/>
                  </a:lnTo>
                  <a:lnTo>
                    <a:pt x="155219" y="78117"/>
                  </a:lnTo>
                  <a:lnTo>
                    <a:pt x="156387" y="78917"/>
                  </a:lnTo>
                  <a:lnTo>
                    <a:pt x="160451" y="80886"/>
                  </a:lnTo>
                  <a:lnTo>
                    <a:pt x="163550" y="80289"/>
                  </a:lnTo>
                  <a:lnTo>
                    <a:pt x="165227" y="78105"/>
                  </a:lnTo>
                  <a:lnTo>
                    <a:pt x="166484" y="77609"/>
                  </a:lnTo>
                  <a:lnTo>
                    <a:pt x="166865" y="76098"/>
                  </a:lnTo>
                  <a:close/>
                </a:path>
                <a:path w="253364" h="324484">
                  <a:moveTo>
                    <a:pt x="176174" y="92532"/>
                  </a:moveTo>
                  <a:lnTo>
                    <a:pt x="170192" y="90500"/>
                  </a:lnTo>
                  <a:lnTo>
                    <a:pt x="168795" y="91782"/>
                  </a:lnTo>
                  <a:lnTo>
                    <a:pt x="169265" y="92964"/>
                  </a:lnTo>
                  <a:lnTo>
                    <a:pt x="171246" y="97917"/>
                  </a:lnTo>
                  <a:lnTo>
                    <a:pt x="176174" y="92532"/>
                  </a:lnTo>
                  <a:close/>
                </a:path>
                <a:path w="253364" h="324484">
                  <a:moveTo>
                    <a:pt x="182397" y="145186"/>
                  </a:moveTo>
                  <a:lnTo>
                    <a:pt x="181241" y="142925"/>
                  </a:lnTo>
                  <a:lnTo>
                    <a:pt x="178587" y="142925"/>
                  </a:lnTo>
                  <a:lnTo>
                    <a:pt x="180200" y="141795"/>
                  </a:lnTo>
                  <a:lnTo>
                    <a:pt x="180200" y="139801"/>
                  </a:lnTo>
                  <a:lnTo>
                    <a:pt x="178485" y="138582"/>
                  </a:lnTo>
                  <a:lnTo>
                    <a:pt x="176326" y="137058"/>
                  </a:lnTo>
                  <a:lnTo>
                    <a:pt x="173863" y="138785"/>
                  </a:lnTo>
                  <a:lnTo>
                    <a:pt x="173863" y="140792"/>
                  </a:lnTo>
                  <a:lnTo>
                    <a:pt x="173863" y="142811"/>
                  </a:lnTo>
                  <a:lnTo>
                    <a:pt x="176326" y="144538"/>
                  </a:lnTo>
                  <a:lnTo>
                    <a:pt x="177622" y="143611"/>
                  </a:lnTo>
                  <a:lnTo>
                    <a:pt x="176834" y="145186"/>
                  </a:lnTo>
                  <a:lnTo>
                    <a:pt x="178193" y="146354"/>
                  </a:lnTo>
                  <a:lnTo>
                    <a:pt x="178574" y="146672"/>
                  </a:lnTo>
                  <a:lnTo>
                    <a:pt x="179209" y="147218"/>
                  </a:lnTo>
                  <a:lnTo>
                    <a:pt x="180009" y="147218"/>
                  </a:lnTo>
                  <a:lnTo>
                    <a:pt x="182397" y="145186"/>
                  </a:lnTo>
                  <a:close/>
                </a:path>
                <a:path w="253364" h="324484">
                  <a:moveTo>
                    <a:pt x="183515" y="106489"/>
                  </a:moveTo>
                  <a:lnTo>
                    <a:pt x="181063" y="106489"/>
                  </a:lnTo>
                  <a:lnTo>
                    <a:pt x="178625" y="106489"/>
                  </a:lnTo>
                  <a:lnTo>
                    <a:pt x="178612" y="110274"/>
                  </a:lnTo>
                  <a:lnTo>
                    <a:pt x="183502" y="110274"/>
                  </a:lnTo>
                  <a:lnTo>
                    <a:pt x="183515" y="106489"/>
                  </a:lnTo>
                  <a:close/>
                </a:path>
                <a:path w="253364" h="324484">
                  <a:moveTo>
                    <a:pt x="185318" y="266915"/>
                  </a:moveTo>
                  <a:lnTo>
                    <a:pt x="179705" y="266915"/>
                  </a:lnTo>
                  <a:lnTo>
                    <a:pt x="179705" y="271272"/>
                  </a:lnTo>
                  <a:lnTo>
                    <a:pt x="182511" y="271272"/>
                  </a:lnTo>
                  <a:lnTo>
                    <a:pt x="185318" y="271272"/>
                  </a:lnTo>
                  <a:lnTo>
                    <a:pt x="185318" y="266915"/>
                  </a:lnTo>
                  <a:close/>
                </a:path>
                <a:path w="253364" h="324484">
                  <a:moveTo>
                    <a:pt x="187896" y="98628"/>
                  </a:moveTo>
                  <a:lnTo>
                    <a:pt x="183438" y="95897"/>
                  </a:lnTo>
                  <a:lnTo>
                    <a:pt x="178765" y="93052"/>
                  </a:lnTo>
                  <a:lnTo>
                    <a:pt x="175818" y="95770"/>
                  </a:lnTo>
                  <a:lnTo>
                    <a:pt x="182054" y="104902"/>
                  </a:lnTo>
                  <a:lnTo>
                    <a:pt x="187896" y="98628"/>
                  </a:lnTo>
                  <a:close/>
                </a:path>
                <a:path w="253364" h="324484">
                  <a:moveTo>
                    <a:pt x="191312" y="308838"/>
                  </a:moveTo>
                  <a:lnTo>
                    <a:pt x="185343" y="308838"/>
                  </a:lnTo>
                  <a:lnTo>
                    <a:pt x="185331" y="313486"/>
                  </a:lnTo>
                  <a:lnTo>
                    <a:pt x="188328" y="313486"/>
                  </a:lnTo>
                  <a:lnTo>
                    <a:pt x="191312" y="313486"/>
                  </a:lnTo>
                  <a:lnTo>
                    <a:pt x="191312" y="308838"/>
                  </a:lnTo>
                  <a:close/>
                </a:path>
                <a:path w="253364" h="324484">
                  <a:moveTo>
                    <a:pt x="192608" y="225945"/>
                  </a:moveTo>
                  <a:lnTo>
                    <a:pt x="189636" y="222707"/>
                  </a:lnTo>
                  <a:lnTo>
                    <a:pt x="188556" y="224929"/>
                  </a:lnTo>
                  <a:lnTo>
                    <a:pt x="188429" y="225221"/>
                  </a:lnTo>
                  <a:lnTo>
                    <a:pt x="188277" y="225501"/>
                  </a:lnTo>
                  <a:lnTo>
                    <a:pt x="188137" y="225793"/>
                  </a:lnTo>
                  <a:lnTo>
                    <a:pt x="187655" y="226796"/>
                  </a:lnTo>
                  <a:lnTo>
                    <a:pt x="188620" y="227647"/>
                  </a:lnTo>
                  <a:lnTo>
                    <a:pt x="189572" y="227241"/>
                  </a:lnTo>
                  <a:lnTo>
                    <a:pt x="192608" y="225945"/>
                  </a:lnTo>
                  <a:close/>
                </a:path>
                <a:path w="253364" h="324484">
                  <a:moveTo>
                    <a:pt x="193497" y="250240"/>
                  </a:moveTo>
                  <a:lnTo>
                    <a:pt x="193433" y="246202"/>
                  </a:lnTo>
                  <a:lnTo>
                    <a:pt x="190919" y="245351"/>
                  </a:lnTo>
                  <a:lnTo>
                    <a:pt x="190373" y="245160"/>
                  </a:lnTo>
                  <a:lnTo>
                    <a:pt x="190042" y="245211"/>
                  </a:lnTo>
                  <a:lnTo>
                    <a:pt x="189788" y="245351"/>
                  </a:lnTo>
                  <a:lnTo>
                    <a:pt x="189407" y="245186"/>
                  </a:lnTo>
                  <a:lnTo>
                    <a:pt x="188950" y="245160"/>
                  </a:lnTo>
                  <a:lnTo>
                    <a:pt x="185737" y="246938"/>
                  </a:lnTo>
                  <a:lnTo>
                    <a:pt x="187032" y="251650"/>
                  </a:lnTo>
                  <a:lnTo>
                    <a:pt x="190271" y="251307"/>
                  </a:lnTo>
                  <a:lnTo>
                    <a:pt x="190461" y="251637"/>
                  </a:lnTo>
                  <a:lnTo>
                    <a:pt x="190868" y="251434"/>
                  </a:lnTo>
                  <a:lnTo>
                    <a:pt x="190881" y="251307"/>
                  </a:lnTo>
                  <a:lnTo>
                    <a:pt x="190893" y="251117"/>
                  </a:lnTo>
                  <a:lnTo>
                    <a:pt x="193497" y="250240"/>
                  </a:lnTo>
                  <a:close/>
                </a:path>
                <a:path w="253364" h="324484">
                  <a:moveTo>
                    <a:pt x="194665" y="283108"/>
                  </a:moveTo>
                  <a:lnTo>
                    <a:pt x="193522" y="281393"/>
                  </a:lnTo>
                  <a:lnTo>
                    <a:pt x="193306" y="280758"/>
                  </a:lnTo>
                  <a:lnTo>
                    <a:pt x="191693" y="280809"/>
                  </a:lnTo>
                  <a:lnTo>
                    <a:pt x="191414" y="281076"/>
                  </a:lnTo>
                  <a:lnTo>
                    <a:pt x="191401" y="281432"/>
                  </a:lnTo>
                  <a:lnTo>
                    <a:pt x="191389" y="282689"/>
                  </a:lnTo>
                  <a:lnTo>
                    <a:pt x="192011" y="282892"/>
                  </a:lnTo>
                  <a:lnTo>
                    <a:pt x="193040" y="283565"/>
                  </a:lnTo>
                  <a:lnTo>
                    <a:pt x="193738" y="283997"/>
                  </a:lnTo>
                  <a:lnTo>
                    <a:pt x="194665" y="283108"/>
                  </a:lnTo>
                  <a:close/>
                </a:path>
                <a:path w="253364" h="324484">
                  <a:moveTo>
                    <a:pt x="199529" y="85115"/>
                  </a:moveTo>
                  <a:lnTo>
                    <a:pt x="197993" y="81267"/>
                  </a:lnTo>
                  <a:lnTo>
                    <a:pt x="195999" y="80429"/>
                  </a:lnTo>
                  <a:lnTo>
                    <a:pt x="193243" y="83185"/>
                  </a:lnTo>
                  <a:lnTo>
                    <a:pt x="193967" y="85318"/>
                  </a:lnTo>
                  <a:lnTo>
                    <a:pt x="195668" y="85890"/>
                  </a:lnTo>
                  <a:lnTo>
                    <a:pt x="197853" y="86626"/>
                  </a:lnTo>
                  <a:lnTo>
                    <a:pt x="199529" y="85115"/>
                  </a:lnTo>
                  <a:close/>
                </a:path>
                <a:path w="253364" h="324484">
                  <a:moveTo>
                    <a:pt x="201587" y="128701"/>
                  </a:moveTo>
                  <a:lnTo>
                    <a:pt x="201472" y="127025"/>
                  </a:lnTo>
                  <a:lnTo>
                    <a:pt x="199072" y="122974"/>
                  </a:lnTo>
                  <a:lnTo>
                    <a:pt x="197319" y="122110"/>
                  </a:lnTo>
                  <a:lnTo>
                    <a:pt x="192036" y="121577"/>
                  </a:lnTo>
                  <a:lnTo>
                    <a:pt x="190728" y="125463"/>
                  </a:lnTo>
                  <a:lnTo>
                    <a:pt x="192582" y="127254"/>
                  </a:lnTo>
                  <a:lnTo>
                    <a:pt x="193484" y="128130"/>
                  </a:lnTo>
                  <a:lnTo>
                    <a:pt x="196329" y="130276"/>
                  </a:lnTo>
                  <a:lnTo>
                    <a:pt x="197027" y="130657"/>
                  </a:lnTo>
                  <a:lnTo>
                    <a:pt x="198945" y="131508"/>
                  </a:lnTo>
                  <a:lnTo>
                    <a:pt x="199847" y="131356"/>
                  </a:lnTo>
                  <a:lnTo>
                    <a:pt x="201587" y="128701"/>
                  </a:lnTo>
                  <a:close/>
                </a:path>
                <a:path w="253364" h="324484">
                  <a:moveTo>
                    <a:pt x="202272" y="299313"/>
                  </a:moveTo>
                  <a:lnTo>
                    <a:pt x="201333" y="295097"/>
                  </a:lnTo>
                  <a:lnTo>
                    <a:pt x="198513" y="293509"/>
                  </a:lnTo>
                  <a:lnTo>
                    <a:pt x="195859" y="296164"/>
                  </a:lnTo>
                  <a:lnTo>
                    <a:pt x="195859" y="297294"/>
                  </a:lnTo>
                  <a:lnTo>
                    <a:pt x="196532" y="297980"/>
                  </a:lnTo>
                  <a:lnTo>
                    <a:pt x="197129" y="298589"/>
                  </a:lnTo>
                  <a:lnTo>
                    <a:pt x="198018" y="298818"/>
                  </a:lnTo>
                  <a:lnTo>
                    <a:pt x="199961" y="301002"/>
                  </a:lnTo>
                  <a:lnTo>
                    <a:pt x="202272" y="299313"/>
                  </a:lnTo>
                  <a:close/>
                </a:path>
                <a:path w="253364" h="324484">
                  <a:moveTo>
                    <a:pt x="203161" y="228739"/>
                  </a:moveTo>
                  <a:lnTo>
                    <a:pt x="201764" y="226377"/>
                  </a:lnTo>
                  <a:lnTo>
                    <a:pt x="201663" y="226212"/>
                  </a:lnTo>
                  <a:lnTo>
                    <a:pt x="201561" y="226034"/>
                  </a:lnTo>
                  <a:lnTo>
                    <a:pt x="201117" y="225272"/>
                  </a:lnTo>
                  <a:lnTo>
                    <a:pt x="200240" y="225272"/>
                  </a:lnTo>
                  <a:lnTo>
                    <a:pt x="199872" y="225869"/>
                  </a:lnTo>
                  <a:lnTo>
                    <a:pt x="198183" y="228739"/>
                  </a:lnTo>
                  <a:lnTo>
                    <a:pt x="203161" y="228739"/>
                  </a:lnTo>
                  <a:close/>
                </a:path>
                <a:path w="253364" h="324484">
                  <a:moveTo>
                    <a:pt x="204292" y="262991"/>
                  </a:moveTo>
                  <a:lnTo>
                    <a:pt x="202857" y="263144"/>
                  </a:lnTo>
                  <a:lnTo>
                    <a:pt x="202361" y="263182"/>
                  </a:lnTo>
                  <a:lnTo>
                    <a:pt x="201879" y="263232"/>
                  </a:lnTo>
                  <a:lnTo>
                    <a:pt x="201396" y="263271"/>
                  </a:lnTo>
                  <a:lnTo>
                    <a:pt x="200126" y="263398"/>
                  </a:lnTo>
                  <a:lnTo>
                    <a:pt x="200126" y="265112"/>
                  </a:lnTo>
                  <a:lnTo>
                    <a:pt x="201396" y="265239"/>
                  </a:lnTo>
                  <a:lnTo>
                    <a:pt x="201879" y="265290"/>
                  </a:lnTo>
                  <a:lnTo>
                    <a:pt x="202361" y="265341"/>
                  </a:lnTo>
                  <a:lnTo>
                    <a:pt x="202857" y="265379"/>
                  </a:lnTo>
                  <a:lnTo>
                    <a:pt x="204292" y="265531"/>
                  </a:lnTo>
                  <a:lnTo>
                    <a:pt x="204292" y="262991"/>
                  </a:lnTo>
                  <a:close/>
                </a:path>
                <a:path w="253364" h="324484">
                  <a:moveTo>
                    <a:pt x="206870" y="189268"/>
                  </a:moveTo>
                  <a:lnTo>
                    <a:pt x="203034" y="180441"/>
                  </a:lnTo>
                  <a:lnTo>
                    <a:pt x="196227" y="184150"/>
                  </a:lnTo>
                  <a:lnTo>
                    <a:pt x="198704" y="188112"/>
                  </a:lnTo>
                  <a:lnTo>
                    <a:pt x="201549" y="192659"/>
                  </a:lnTo>
                  <a:lnTo>
                    <a:pt x="206870" y="189268"/>
                  </a:lnTo>
                  <a:close/>
                </a:path>
                <a:path w="253364" h="324484">
                  <a:moveTo>
                    <a:pt x="207543" y="322427"/>
                  </a:moveTo>
                  <a:lnTo>
                    <a:pt x="206692" y="320992"/>
                  </a:lnTo>
                  <a:lnTo>
                    <a:pt x="204063" y="320776"/>
                  </a:lnTo>
                  <a:lnTo>
                    <a:pt x="203631" y="321767"/>
                  </a:lnTo>
                  <a:lnTo>
                    <a:pt x="203746" y="322554"/>
                  </a:lnTo>
                  <a:lnTo>
                    <a:pt x="203758" y="322694"/>
                  </a:lnTo>
                  <a:lnTo>
                    <a:pt x="204000" y="324358"/>
                  </a:lnTo>
                  <a:lnTo>
                    <a:pt x="205968" y="324485"/>
                  </a:lnTo>
                  <a:lnTo>
                    <a:pt x="206692" y="323545"/>
                  </a:lnTo>
                  <a:lnTo>
                    <a:pt x="207543" y="322427"/>
                  </a:lnTo>
                  <a:close/>
                </a:path>
                <a:path w="253364" h="324484">
                  <a:moveTo>
                    <a:pt x="208953" y="93446"/>
                  </a:moveTo>
                  <a:lnTo>
                    <a:pt x="206908" y="93433"/>
                  </a:lnTo>
                  <a:lnTo>
                    <a:pt x="207124" y="94805"/>
                  </a:lnTo>
                  <a:lnTo>
                    <a:pt x="207187" y="95250"/>
                  </a:lnTo>
                  <a:lnTo>
                    <a:pt x="207225" y="95465"/>
                  </a:lnTo>
                  <a:lnTo>
                    <a:pt x="207327" y="96177"/>
                  </a:lnTo>
                  <a:lnTo>
                    <a:pt x="208534" y="96177"/>
                  </a:lnTo>
                  <a:lnTo>
                    <a:pt x="208648" y="95465"/>
                  </a:lnTo>
                  <a:lnTo>
                    <a:pt x="208737" y="94805"/>
                  </a:lnTo>
                  <a:lnTo>
                    <a:pt x="208953" y="93446"/>
                  </a:lnTo>
                  <a:close/>
                </a:path>
                <a:path w="253364" h="324484">
                  <a:moveTo>
                    <a:pt x="219227" y="149212"/>
                  </a:moveTo>
                  <a:lnTo>
                    <a:pt x="205371" y="149212"/>
                  </a:lnTo>
                  <a:lnTo>
                    <a:pt x="205359" y="159969"/>
                  </a:lnTo>
                  <a:lnTo>
                    <a:pt x="212293" y="159969"/>
                  </a:lnTo>
                  <a:lnTo>
                    <a:pt x="219214" y="159969"/>
                  </a:lnTo>
                  <a:lnTo>
                    <a:pt x="219227" y="149212"/>
                  </a:lnTo>
                  <a:close/>
                </a:path>
                <a:path w="253364" h="324484">
                  <a:moveTo>
                    <a:pt x="219710" y="312648"/>
                  </a:moveTo>
                  <a:lnTo>
                    <a:pt x="219532" y="310413"/>
                  </a:lnTo>
                  <a:lnTo>
                    <a:pt x="219379" y="309918"/>
                  </a:lnTo>
                  <a:lnTo>
                    <a:pt x="218694" y="308343"/>
                  </a:lnTo>
                  <a:lnTo>
                    <a:pt x="217335" y="307962"/>
                  </a:lnTo>
                  <a:lnTo>
                    <a:pt x="217157" y="308013"/>
                  </a:lnTo>
                  <a:lnTo>
                    <a:pt x="213512" y="311175"/>
                  </a:lnTo>
                  <a:lnTo>
                    <a:pt x="213448" y="312737"/>
                  </a:lnTo>
                  <a:lnTo>
                    <a:pt x="214858" y="313982"/>
                  </a:lnTo>
                  <a:lnTo>
                    <a:pt x="216344" y="314020"/>
                  </a:lnTo>
                  <a:lnTo>
                    <a:pt x="218135" y="314071"/>
                  </a:lnTo>
                  <a:lnTo>
                    <a:pt x="219710" y="312648"/>
                  </a:lnTo>
                  <a:close/>
                </a:path>
                <a:path w="253364" h="324484">
                  <a:moveTo>
                    <a:pt x="219976" y="212953"/>
                  </a:moveTo>
                  <a:lnTo>
                    <a:pt x="218973" y="212610"/>
                  </a:lnTo>
                  <a:lnTo>
                    <a:pt x="218478" y="212458"/>
                  </a:lnTo>
                  <a:lnTo>
                    <a:pt x="216928" y="211950"/>
                  </a:lnTo>
                  <a:lnTo>
                    <a:pt x="216636" y="212725"/>
                  </a:lnTo>
                  <a:lnTo>
                    <a:pt x="217538" y="213321"/>
                  </a:lnTo>
                  <a:lnTo>
                    <a:pt x="218427" y="213906"/>
                  </a:lnTo>
                  <a:lnTo>
                    <a:pt x="219252" y="214452"/>
                  </a:lnTo>
                  <a:lnTo>
                    <a:pt x="219976" y="212953"/>
                  </a:lnTo>
                  <a:close/>
                </a:path>
                <a:path w="253364" h="324484">
                  <a:moveTo>
                    <a:pt x="223558" y="101955"/>
                  </a:moveTo>
                  <a:lnTo>
                    <a:pt x="220878" y="103873"/>
                  </a:lnTo>
                  <a:lnTo>
                    <a:pt x="220700" y="103987"/>
                  </a:lnTo>
                  <a:lnTo>
                    <a:pt x="219925" y="104546"/>
                  </a:lnTo>
                  <a:lnTo>
                    <a:pt x="219925" y="105321"/>
                  </a:lnTo>
                  <a:lnTo>
                    <a:pt x="220700" y="105879"/>
                  </a:lnTo>
                  <a:lnTo>
                    <a:pt x="220878" y="105994"/>
                  </a:lnTo>
                  <a:lnTo>
                    <a:pt x="221043" y="106121"/>
                  </a:lnTo>
                  <a:lnTo>
                    <a:pt x="223558" y="107911"/>
                  </a:lnTo>
                  <a:lnTo>
                    <a:pt x="223558" y="101955"/>
                  </a:lnTo>
                  <a:close/>
                </a:path>
                <a:path w="253364" h="324484">
                  <a:moveTo>
                    <a:pt x="223888" y="168973"/>
                  </a:moveTo>
                  <a:lnTo>
                    <a:pt x="222402" y="166890"/>
                  </a:lnTo>
                  <a:lnTo>
                    <a:pt x="220243" y="166789"/>
                  </a:lnTo>
                  <a:lnTo>
                    <a:pt x="216547" y="166624"/>
                  </a:lnTo>
                  <a:lnTo>
                    <a:pt x="215773" y="169367"/>
                  </a:lnTo>
                  <a:lnTo>
                    <a:pt x="218084" y="171996"/>
                  </a:lnTo>
                  <a:lnTo>
                    <a:pt x="219519" y="173659"/>
                  </a:lnTo>
                  <a:lnTo>
                    <a:pt x="222250" y="172885"/>
                  </a:lnTo>
                  <a:lnTo>
                    <a:pt x="223888" y="168973"/>
                  </a:lnTo>
                  <a:close/>
                </a:path>
                <a:path w="253364" h="324484">
                  <a:moveTo>
                    <a:pt x="225196" y="131800"/>
                  </a:moveTo>
                  <a:lnTo>
                    <a:pt x="221488" y="130683"/>
                  </a:lnTo>
                  <a:lnTo>
                    <a:pt x="221475" y="134353"/>
                  </a:lnTo>
                  <a:lnTo>
                    <a:pt x="223520" y="133743"/>
                  </a:lnTo>
                  <a:lnTo>
                    <a:pt x="225196" y="133235"/>
                  </a:lnTo>
                  <a:lnTo>
                    <a:pt x="225196" y="131800"/>
                  </a:lnTo>
                  <a:close/>
                </a:path>
                <a:path w="253364" h="324484">
                  <a:moveTo>
                    <a:pt x="227672" y="204876"/>
                  </a:moveTo>
                  <a:lnTo>
                    <a:pt x="226644" y="205028"/>
                  </a:lnTo>
                  <a:lnTo>
                    <a:pt x="225945" y="205117"/>
                  </a:lnTo>
                  <a:lnTo>
                    <a:pt x="224243" y="205371"/>
                  </a:lnTo>
                  <a:lnTo>
                    <a:pt x="224243" y="205892"/>
                  </a:lnTo>
                  <a:lnTo>
                    <a:pt x="224548" y="205943"/>
                  </a:lnTo>
                  <a:lnTo>
                    <a:pt x="225259" y="206044"/>
                  </a:lnTo>
                  <a:lnTo>
                    <a:pt x="225945" y="206133"/>
                  </a:lnTo>
                  <a:lnTo>
                    <a:pt x="227660" y="206387"/>
                  </a:lnTo>
                  <a:lnTo>
                    <a:pt x="227672" y="204876"/>
                  </a:lnTo>
                  <a:close/>
                </a:path>
                <a:path w="253364" h="324484">
                  <a:moveTo>
                    <a:pt x="233337" y="107772"/>
                  </a:moveTo>
                  <a:lnTo>
                    <a:pt x="228993" y="107772"/>
                  </a:lnTo>
                  <a:lnTo>
                    <a:pt x="224650" y="107772"/>
                  </a:lnTo>
                  <a:lnTo>
                    <a:pt x="224650" y="114515"/>
                  </a:lnTo>
                  <a:lnTo>
                    <a:pt x="233337" y="114515"/>
                  </a:lnTo>
                  <a:lnTo>
                    <a:pt x="233337" y="107772"/>
                  </a:lnTo>
                  <a:close/>
                </a:path>
                <a:path w="253364" h="324484">
                  <a:moveTo>
                    <a:pt x="237236" y="134975"/>
                  </a:moveTo>
                  <a:lnTo>
                    <a:pt x="233870" y="135724"/>
                  </a:lnTo>
                  <a:lnTo>
                    <a:pt x="231559" y="136232"/>
                  </a:lnTo>
                  <a:lnTo>
                    <a:pt x="231559" y="138455"/>
                  </a:lnTo>
                  <a:lnTo>
                    <a:pt x="232956" y="138772"/>
                  </a:lnTo>
                  <a:lnTo>
                    <a:pt x="237223" y="139725"/>
                  </a:lnTo>
                  <a:lnTo>
                    <a:pt x="237236" y="134975"/>
                  </a:lnTo>
                  <a:close/>
                </a:path>
                <a:path w="253364" h="324484">
                  <a:moveTo>
                    <a:pt x="240182" y="139192"/>
                  </a:moveTo>
                  <a:lnTo>
                    <a:pt x="239890" y="139192"/>
                  </a:lnTo>
                  <a:lnTo>
                    <a:pt x="239598" y="139192"/>
                  </a:lnTo>
                  <a:lnTo>
                    <a:pt x="239598" y="139649"/>
                  </a:lnTo>
                  <a:lnTo>
                    <a:pt x="240182" y="139649"/>
                  </a:lnTo>
                  <a:lnTo>
                    <a:pt x="240182" y="139192"/>
                  </a:lnTo>
                  <a:close/>
                </a:path>
                <a:path w="253364" h="324484">
                  <a:moveTo>
                    <a:pt x="245262" y="117119"/>
                  </a:moveTo>
                  <a:lnTo>
                    <a:pt x="244970" y="117119"/>
                  </a:lnTo>
                  <a:lnTo>
                    <a:pt x="244678" y="117119"/>
                  </a:lnTo>
                  <a:lnTo>
                    <a:pt x="244678" y="117576"/>
                  </a:lnTo>
                  <a:lnTo>
                    <a:pt x="245262" y="117576"/>
                  </a:lnTo>
                  <a:lnTo>
                    <a:pt x="245262" y="117119"/>
                  </a:lnTo>
                  <a:close/>
                </a:path>
                <a:path w="253364" h="324484">
                  <a:moveTo>
                    <a:pt x="247243" y="110197"/>
                  </a:moveTo>
                  <a:lnTo>
                    <a:pt x="241261" y="110197"/>
                  </a:lnTo>
                  <a:lnTo>
                    <a:pt x="241249" y="114833"/>
                  </a:lnTo>
                  <a:lnTo>
                    <a:pt x="244246" y="114833"/>
                  </a:lnTo>
                  <a:lnTo>
                    <a:pt x="247230" y="114833"/>
                  </a:lnTo>
                  <a:lnTo>
                    <a:pt x="247243" y="110197"/>
                  </a:lnTo>
                  <a:close/>
                </a:path>
                <a:path w="253364" h="324484">
                  <a:moveTo>
                    <a:pt x="248285" y="167068"/>
                  </a:moveTo>
                  <a:lnTo>
                    <a:pt x="243128" y="167068"/>
                  </a:lnTo>
                  <a:lnTo>
                    <a:pt x="243116" y="171081"/>
                  </a:lnTo>
                  <a:lnTo>
                    <a:pt x="245694" y="171081"/>
                  </a:lnTo>
                  <a:lnTo>
                    <a:pt x="248272" y="171081"/>
                  </a:lnTo>
                  <a:lnTo>
                    <a:pt x="248285" y="167068"/>
                  </a:lnTo>
                  <a:close/>
                </a:path>
                <a:path w="253364" h="324484">
                  <a:moveTo>
                    <a:pt x="248780" y="183286"/>
                  </a:moveTo>
                  <a:lnTo>
                    <a:pt x="246888" y="181673"/>
                  </a:lnTo>
                  <a:lnTo>
                    <a:pt x="246164" y="181051"/>
                  </a:lnTo>
                  <a:lnTo>
                    <a:pt x="245249" y="181051"/>
                  </a:lnTo>
                  <a:lnTo>
                    <a:pt x="242620" y="183286"/>
                  </a:lnTo>
                  <a:lnTo>
                    <a:pt x="243890" y="185775"/>
                  </a:lnTo>
                  <a:lnTo>
                    <a:pt x="247510" y="185775"/>
                  </a:lnTo>
                  <a:lnTo>
                    <a:pt x="248780" y="183286"/>
                  </a:lnTo>
                  <a:close/>
                </a:path>
                <a:path w="253364" h="324484">
                  <a:moveTo>
                    <a:pt x="252780" y="198513"/>
                  </a:moveTo>
                  <a:lnTo>
                    <a:pt x="251396" y="197713"/>
                  </a:lnTo>
                  <a:lnTo>
                    <a:pt x="247573" y="195529"/>
                  </a:lnTo>
                  <a:lnTo>
                    <a:pt x="246684" y="196570"/>
                  </a:lnTo>
                  <a:lnTo>
                    <a:pt x="251282" y="200558"/>
                  </a:lnTo>
                  <a:lnTo>
                    <a:pt x="252780" y="198513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901491" y="7671669"/>
              <a:ext cx="890269" cy="438150"/>
            </a:xfrm>
            <a:custGeom>
              <a:avLst/>
              <a:gdLst/>
              <a:ahLst/>
              <a:cxnLst/>
              <a:rect l="l" t="t" r="r" b="b"/>
              <a:pathLst>
                <a:path w="890270" h="438150">
                  <a:moveTo>
                    <a:pt x="9512" y="397103"/>
                  </a:moveTo>
                  <a:lnTo>
                    <a:pt x="4749" y="397103"/>
                  </a:lnTo>
                  <a:lnTo>
                    <a:pt x="0" y="397103"/>
                  </a:lnTo>
                  <a:lnTo>
                    <a:pt x="0" y="404495"/>
                  </a:lnTo>
                  <a:lnTo>
                    <a:pt x="9512" y="404495"/>
                  </a:lnTo>
                  <a:lnTo>
                    <a:pt x="9512" y="397103"/>
                  </a:lnTo>
                  <a:close/>
                </a:path>
                <a:path w="890270" h="438150">
                  <a:moveTo>
                    <a:pt x="34759" y="429336"/>
                  </a:moveTo>
                  <a:lnTo>
                    <a:pt x="33020" y="426567"/>
                  </a:lnTo>
                  <a:lnTo>
                    <a:pt x="30391" y="426593"/>
                  </a:lnTo>
                  <a:lnTo>
                    <a:pt x="26111" y="426631"/>
                  </a:lnTo>
                  <a:lnTo>
                    <a:pt x="25285" y="429729"/>
                  </a:lnTo>
                  <a:lnTo>
                    <a:pt x="29438" y="435000"/>
                  </a:lnTo>
                  <a:lnTo>
                    <a:pt x="32854" y="433844"/>
                  </a:lnTo>
                  <a:lnTo>
                    <a:pt x="34759" y="429336"/>
                  </a:lnTo>
                  <a:close/>
                </a:path>
                <a:path w="890270" h="438150">
                  <a:moveTo>
                    <a:pt x="35280" y="396760"/>
                  </a:moveTo>
                  <a:lnTo>
                    <a:pt x="32664" y="395998"/>
                  </a:lnTo>
                  <a:lnTo>
                    <a:pt x="27228" y="394423"/>
                  </a:lnTo>
                  <a:lnTo>
                    <a:pt x="27190" y="402882"/>
                  </a:lnTo>
                  <a:lnTo>
                    <a:pt x="35280" y="400532"/>
                  </a:lnTo>
                  <a:lnTo>
                    <a:pt x="35280" y="396760"/>
                  </a:lnTo>
                  <a:close/>
                </a:path>
                <a:path w="890270" h="438150">
                  <a:moveTo>
                    <a:pt x="60071" y="434086"/>
                  </a:moveTo>
                  <a:lnTo>
                    <a:pt x="59728" y="429514"/>
                  </a:lnTo>
                  <a:lnTo>
                    <a:pt x="52946" y="421767"/>
                  </a:lnTo>
                  <a:lnTo>
                    <a:pt x="45504" y="420814"/>
                  </a:lnTo>
                  <a:lnTo>
                    <a:pt x="38011" y="428561"/>
                  </a:lnTo>
                  <a:lnTo>
                    <a:pt x="37211" y="433501"/>
                  </a:lnTo>
                  <a:lnTo>
                    <a:pt x="38938" y="437578"/>
                  </a:lnTo>
                  <a:lnTo>
                    <a:pt x="58000" y="437578"/>
                  </a:lnTo>
                  <a:lnTo>
                    <a:pt x="60071" y="434086"/>
                  </a:lnTo>
                  <a:close/>
                </a:path>
                <a:path w="890270" h="438150">
                  <a:moveTo>
                    <a:pt x="99428" y="430923"/>
                  </a:moveTo>
                  <a:lnTo>
                    <a:pt x="98755" y="428002"/>
                  </a:lnTo>
                  <a:lnTo>
                    <a:pt x="98437" y="426567"/>
                  </a:lnTo>
                  <a:lnTo>
                    <a:pt x="97167" y="425399"/>
                  </a:lnTo>
                  <a:lnTo>
                    <a:pt x="94780" y="424751"/>
                  </a:lnTo>
                  <a:lnTo>
                    <a:pt x="93967" y="424815"/>
                  </a:lnTo>
                  <a:lnTo>
                    <a:pt x="92392" y="425069"/>
                  </a:lnTo>
                  <a:lnTo>
                    <a:pt x="91909" y="425437"/>
                  </a:lnTo>
                  <a:lnTo>
                    <a:pt x="91503" y="425869"/>
                  </a:lnTo>
                  <a:lnTo>
                    <a:pt x="89039" y="427520"/>
                  </a:lnTo>
                  <a:lnTo>
                    <a:pt x="88265" y="431634"/>
                  </a:lnTo>
                  <a:lnTo>
                    <a:pt x="92824" y="434136"/>
                  </a:lnTo>
                  <a:lnTo>
                    <a:pt x="94234" y="434441"/>
                  </a:lnTo>
                  <a:lnTo>
                    <a:pt x="98044" y="432993"/>
                  </a:lnTo>
                  <a:lnTo>
                    <a:pt x="99428" y="430923"/>
                  </a:lnTo>
                  <a:close/>
                </a:path>
                <a:path w="890270" h="438150">
                  <a:moveTo>
                    <a:pt x="107480" y="401104"/>
                  </a:moveTo>
                  <a:lnTo>
                    <a:pt x="105397" y="397319"/>
                  </a:lnTo>
                  <a:lnTo>
                    <a:pt x="104013" y="394792"/>
                  </a:lnTo>
                  <a:lnTo>
                    <a:pt x="101549" y="394284"/>
                  </a:lnTo>
                  <a:lnTo>
                    <a:pt x="99352" y="394944"/>
                  </a:lnTo>
                  <a:lnTo>
                    <a:pt x="96913" y="394423"/>
                  </a:lnTo>
                  <a:lnTo>
                    <a:pt x="94221" y="395109"/>
                  </a:lnTo>
                  <a:lnTo>
                    <a:pt x="89242" y="399694"/>
                  </a:lnTo>
                  <a:lnTo>
                    <a:pt x="89458" y="404507"/>
                  </a:lnTo>
                  <a:lnTo>
                    <a:pt x="95173" y="410629"/>
                  </a:lnTo>
                  <a:lnTo>
                    <a:pt x="99898" y="411086"/>
                  </a:lnTo>
                  <a:lnTo>
                    <a:pt x="106680" y="405714"/>
                  </a:lnTo>
                  <a:lnTo>
                    <a:pt x="107480" y="401104"/>
                  </a:lnTo>
                  <a:close/>
                </a:path>
                <a:path w="890270" h="438150">
                  <a:moveTo>
                    <a:pt x="110591" y="384086"/>
                  </a:moveTo>
                  <a:lnTo>
                    <a:pt x="104279" y="378904"/>
                  </a:lnTo>
                  <a:lnTo>
                    <a:pt x="101866" y="378129"/>
                  </a:lnTo>
                  <a:lnTo>
                    <a:pt x="97218" y="380174"/>
                  </a:lnTo>
                  <a:lnTo>
                    <a:pt x="95262" y="382511"/>
                  </a:lnTo>
                  <a:lnTo>
                    <a:pt x="95923" y="390359"/>
                  </a:lnTo>
                  <a:lnTo>
                    <a:pt x="100164" y="393738"/>
                  </a:lnTo>
                  <a:lnTo>
                    <a:pt x="104736" y="391807"/>
                  </a:lnTo>
                  <a:lnTo>
                    <a:pt x="108673" y="390156"/>
                  </a:lnTo>
                  <a:lnTo>
                    <a:pt x="110591" y="384086"/>
                  </a:lnTo>
                  <a:close/>
                </a:path>
                <a:path w="890270" h="438150">
                  <a:moveTo>
                    <a:pt x="126530" y="418642"/>
                  </a:moveTo>
                  <a:lnTo>
                    <a:pt x="124104" y="416623"/>
                  </a:lnTo>
                  <a:lnTo>
                    <a:pt x="124129" y="415836"/>
                  </a:lnTo>
                  <a:lnTo>
                    <a:pt x="124002" y="415023"/>
                  </a:lnTo>
                  <a:lnTo>
                    <a:pt x="122580" y="412559"/>
                  </a:lnTo>
                  <a:lnTo>
                    <a:pt x="121424" y="411784"/>
                  </a:lnTo>
                  <a:lnTo>
                    <a:pt x="115150" y="412305"/>
                  </a:lnTo>
                  <a:lnTo>
                    <a:pt x="113017" y="418134"/>
                  </a:lnTo>
                  <a:lnTo>
                    <a:pt x="117500" y="420751"/>
                  </a:lnTo>
                  <a:lnTo>
                    <a:pt x="117817" y="420814"/>
                  </a:lnTo>
                  <a:lnTo>
                    <a:pt x="118122" y="420928"/>
                  </a:lnTo>
                  <a:lnTo>
                    <a:pt x="118554" y="422402"/>
                  </a:lnTo>
                  <a:lnTo>
                    <a:pt x="119722" y="423621"/>
                  </a:lnTo>
                  <a:lnTo>
                    <a:pt x="125768" y="423621"/>
                  </a:lnTo>
                  <a:lnTo>
                    <a:pt x="126530" y="418642"/>
                  </a:lnTo>
                  <a:close/>
                </a:path>
                <a:path w="890270" h="438150">
                  <a:moveTo>
                    <a:pt x="135585" y="423773"/>
                  </a:moveTo>
                  <a:lnTo>
                    <a:pt x="135280" y="423773"/>
                  </a:lnTo>
                  <a:lnTo>
                    <a:pt x="134988" y="423773"/>
                  </a:lnTo>
                  <a:lnTo>
                    <a:pt x="134988" y="424218"/>
                  </a:lnTo>
                  <a:lnTo>
                    <a:pt x="135585" y="424218"/>
                  </a:lnTo>
                  <a:lnTo>
                    <a:pt x="135585" y="423773"/>
                  </a:lnTo>
                  <a:close/>
                </a:path>
                <a:path w="890270" h="438150">
                  <a:moveTo>
                    <a:pt x="136309" y="430669"/>
                  </a:moveTo>
                  <a:lnTo>
                    <a:pt x="136017" y="430669"/>
                  </a:lnTo>
                  <a:lnTo>
                    <a:pt x="135712" y="430669"/>
                  </a:lnTo>
                  <a:lnTo>
                    <a:pt x="135712" y="431114"/>
                  </a:lnTo>
                  <a:lnTo>
                    <a:pt x="136309" y="431114"/>
                  </a:lnTo>
                  <a:lnTo>
                    <a:pt x="136309" y="430669"/>
                  </a:lnTo>
                  <a:close/>
                </a:path>
                <a:path w="890270" h="438150">
                  <a:moveTo>
                    <a:pt x="146748" y="401523"/>
                  </a:moveTo>
                  <a:lnTo>
                    <a:pt x="145453" y="398640"/>
                  </a:lnTo>
                  <a:lnTo>
                    <a:pt x="144487" y="396443"/>
                  </a:lnTo>
                  <a:lnTo>
                    <a:pt x="141338" y="393217"/>
                  </a:lnTo>
                  <a:lnTo>
                    <a:pt x="139103" y="390893"/>
                  </a:lnTo>
                  <a:lnTo>
                    <a:pt x="135331" y="392747"/>
                  </a:lnTo>
                  <a:lnTo>
                    <a:pt x="135115" y="398208"/>
                  </a:lnTo>
                  <a:lnTo>
                    <a:pt x="135077" y="400329"/>
                  </a:lnTo>
                  <a:lnTo>
                    <a:pt x="136779" y="405701"/>
                  </a:lnTo>
                  <a:lnTo>
                    <a:pt x="139966" y="407365"/>
                  </a:lnTo>
                  <a:lnTo>
                    <a:pt x="146050" y="404799"/>
                  </a:lnTo>
                  <a:lnTo>
                    <a:pt x="146748" y="401523"/>
                  </a:lnTo>
                  <a:close/>
                </a:path>
                <a:path w="890270" h="438150">
                  <a:moveTo>
                    <a:pt x="163182" y="418960"/>
                  </a:moveTo>
                  <a:lnTo>
                    <a:pt x="159702" y="418223"/>
                  </a:lnTo>
                  <a:lnTo>
                    <a:pt x="159131" y="418096"/>
                  </a:lnTo>
                  <a:lnTo>
                    <a:pt x="158826" y="418045"/>
                  </a:lnTo>
                  <a:lnTo>
                    <a:pt x="157975" y="417868"/>
                  </a:lnTo>
                  <a:lnTo>
                    <a:pt x="157175" y="418579"/>
                  </a:lnTo>
                  <a:lnTo>
                    <a:pt x="158584" y="423951"/>
                  </a:lnTo>
                  <a:lnTo>
                    <a:pt x="163182" y="418960"/>
                  </a:lnTo>
                  <a:close/>
                </a:path>
                <a:path w="890270" h="438150">
                  <a:moveTo>
                    <a:pt x="179705" y="394639"/>
                  </a:moveTo>
                  <a:lnTo>
                    <a:pt x="176555" y="390283"/>
                  </a:lnTo>
                  <a:lnTo>
                    <a:pt x="175475" y="389407"/>
                  </a:lnTo>
                  <a:lnTo>
                    <a:pt x="174307" y="388747"/>
                  </a:lnTo>
                  <a:lnTo>
                    <a:pt x="175463" y="388518"/>
                  </a:lnTo>
                  <a:lnTo>
                    <a:pt x="176491" y="387604"/>
                  </a:lnTo>
                  <a:lnTo>
                    <a:pt x="176796" y="384022"/>
                  </a:lnTo>
                  <a:lnTo>
                    <a:pt x="176022" y="381825"/>
                  </a:lnTo>
                  <a:lnTo>
                    <a:pt x="174980" y="376948"/>
                  </a:lnTo>
                  <a:lnTo>
                    <a:pt x="170268" y="377571"/>
                  </a:lnTo>
                  <a:lnTo>
                    <a:pt x="170522" y="382587"/>
                  </a:lnTo>
                  <a:lnTo>
                    <a:pt x="170332" y="384886"/>
                  </a:lnTo>
                  <a:lnTo>
                    <a:pt x="171170" y="387197"/>
                  </a:lnTo>
                  <a:lnTo>
                    <a:pt x="171361" y="387540"/>
                  </a:lnTo>
                  <a:lnTo>
                    <a:pt x="171589" y="387807"/>
                  </a:lnTo>
                  <a:lnTo>
                    <a:pt x="170586" y="387667"/>
                  </a:lnTo>
                  <a:lnTo>
                    <a:pt x="169545" y="387642"/>
                  </a:lnTo>
                  <a:lnTo>
                    <a:pt x="168046" y="387946"/>
                  </a:lnTo>
                  <a:lnTo>
                    <a:pt x="164477" y="388073"/>
                  </a:lnTo>
                  <a:lnTo>
                    <a:pt x="161493" y="391299"/>
                  </a:lnTo>
                  <a:lnTo>
                    <a:pt x="160502" y="398576"/>
                  </a:lnTo>
                  <a:lnTo>
                    <a:pt x="162877" y="402056"/>
                  </a:lnTo>
                  <a:lnTo>
                    <a:pt x="171818" y="404863"/>
                  </a:lnTo>
                  <a:lnTo>
                    <a:pt x="175310" y="403479"/>
                  </a:lnTo>
                  <a:lnTo>
                    <a:pt x="177203" y="401015"/>
                  </a:lnTo>
                  <a:lnTo>
                    <a:pt x="179031" y="398653"/>
                  </a:lnTo>
                  <a:lnTo>
                    <a:pt x="179705" y="394639"/>
                  </a:lnTo>
                  <a:close/>
                </a:path>
                <a:path w="890270" h="438150">
                  <a:moveTo>
                    <a:pt x="193687" y="435432"/>
                  </a:moveTo>
                  <a:lnTo>
                    <a:pt x="192976" y="433044"/>
                  </a:lnTo>
                  <a:lnTo>
                    <a:pt x="189509" y="431215"/>
                  </a:lnTo>
                  <a:lnTo>
                    <a:pt x="187896" y="430771"/>
                  </a:lnTo>
                  <a:lnTo>
                    <a:pt x="186385" y="430987"/>
                  </a:lnTo>
                  <a:lnTo>
                    <a:pt x="186436" y="426859"/>
                  </a:lnTo>
                  <a:lnTo>
                    <a:pt x="182168" y="424040"/>
                  </a:lnTo>
                  <a:lnTo>
                    <a:pt x="178219" y="425323"/>
                  </a:lnTo>
                  <a:lnTo>
                    <a:pt x="177393" y="425310"/>
                  </a:lnTo>
                  <a:lnTo>
                    <a:pt x="177038" y="425411"/>
                  </a:lnTo>
                  <a:lnTo>
                    <a:pt x="173316" y="423875"/>
                  </a:lnTo>
                  <a:lnTo>
                    <a:pt x="168871" y="424345"/>
                  </a:lnTo>
                  <a:lnTo>
                    <a:pt x="163068" y="430060"/>
                  </a:lnTo>
                  <a:lnTo>
                    <a:pt x="162191" y="433946"/>
                  </a:lnTo>
                  <a:lnTo>
                    <a:pt x="162966" y="437489"/>
                  </a:lnTo>
                  <a:lnTo>
                    <a:pt x="162839" y="437578"/>
                  </a:lnTo>
                  <a:lnTo>
                    <a:pt x="193205" y="437578"/>
                  </a:lnTo>
                  <a:lnTo>
                    <a:pt x="193687" y="435432"/>
                  </a:lnTo>
                  <a:close/>
                </a:path>
                <a:path w="890270" h="438150">
                  <a:moveTo>
                    <a:pt x="207860" y="391426"/>
                  </a:moveTo>
                  <a:lnTo>
                    <a:pt x="202158" y="391426"/>
                  </a:lnTo>
                  <a:lnTo>
                    <a:pt x="202145" y="395859"/>
                  </a:lnTo>
                  <a:lnTo>
                    <a:pt x="205003" y="395859"/>
                  </a:lnTo>
                  <a:lnTo>
                    <a:pt x="207848" y="395859"/>
                  </a:lnTo>
                  <a:lnTo>
                    <a:pt x="207860" y="391426"/>
                  </a:lnTo>
                  <a:close/>
                </a:path>
                <a:path w="890270" h="438150">
                  <a:moveTo>
                    <a:pt x="214249" y="419887"/>
                  </a:moveTo>
                  <a:lnTo>
                    <a:pt x="207187" y="419887"/>
                  </a:lnTo>
                  <a:lnTo>
                    <a:pt x="202057" y="419887"/>
                  </a:lnTo>
                  <a:lnTo>
                    <a:pt x="200672" y="425665"/>
                  </a:lnTo>
                  <a:lnTo>
                    <a:pt x="202996" y="428828"/>
                  </a:lnTo>
                  <a:lnTo>
                    <a:pt x="203669" y="430009"/>
                  </a:lnTo>
                  <a:lnTo>
                    <a:pt x="204825" y="430911"/>
                  </a:lnTo>
                  <a:lnTo>
                    <a:pt x="206756" y="430911"/>
                  </a:lnTo>
                  <a:lnTo>
                    <a:pt x="214236" y="430847"/>
                  </a:lnTo>
                  <a:lnTo>
                    <a:pt x="214249" y="419887"/>
                  </a:lnTo>
                  <a:close/>
                </a:path>
                <a:path w="890270" h="438150">
                  <a:moveTo>
                    <a:pt x="220370" y="43738"/>
                  </a:moveTo>
                  <a:lnTo>
                    <a:pt x="216242" y="39039"/>
                  </a:lnTo>
                  <a:lnTo>
                    <a:pt x="213321" y="38849"/>
                  </a:lnTo>
                  <a:lnTo>
                    <a:pt x="209486" y="41097"/>
                  </a:lnTo>
                  <a:lnTo>
                    <a:pt x="208622" y="43103"/>
                  </a:lnTo>
                  <a:lnTo>
                    <a:pt x="208991" y="44856"/>
                  </a:lnTo>
                  <a:lnTo>
                    <a:pt x="208991" y="44996"/>
                  </a:lnTo>
                  <a:lnTo>
                    <a:pt x="208940" y="45123"/>
                  </a:lnTo>
                  <a:lnTo>
                    <a:pt x="208953" y="45250"/>
                  </a:lnTo>
                  <a:lnTo>
                    <a:pt x="208508" y="45148"/>
                  </a:lnTo>
                  <a:lnTo>
                    <a:pt x="208000" y="45313"/>
                  </a:lnTo>
                  <a:lnTo>
                    <a:pt x="207632" y="47663"/>
                  </a:lnTo>
                  <a:lnTo>
                    <a:pt x="208991" y="47879"/>
                  </a:lnTo>
                  <a:lnTo>
                    <a:pt x="209461" y="47193"/>
                  </a:lnTo>
                  <a:lnTo>
                    <a:pt x="210693" y="49809"/>
                  </a:lnTo>
                  <a:lnTo>
                    <a:pt x="213906" y="51422"/>
                  </a:lnTo>
                  <a:lnTo>
                    <a:pt x="220065" y="47625"/>
                  </a:lnTo>
                  <a:lnTo>
                    <a:pt x="220370" y="43738"/>
                  </a:lnTo>
                  <a:close/>
                </a:path>
                <a:path w="890270" h="438150">
                  <a:moveTo>
                    <a:pt x="220649" y="28549"/>
                  </a:moveTo>
                  <a:lnTo>
                    <a:pt x="220065" y="28549"/>
                  </a:lnTo>
                  <a:lnTo>
                    <a:pt x="220065" y="29006"/>
                  </a:lnTo>
                  <a:lnTo>
                    <a:pt x="220357" y="29006"/>
                  </a:lnTo>
                  <a:lnTo>
                    <a:pt x="220649" y="29006"/>
                  </a:lnTo>
                  <a:lnTo>
                    <a:pt x="220649" y="28549"/>
                  </a:lnTo>
                  <a:close/>
                </a:path>
                <a:path w="890270" h="438150">
                  <a:moveTo>
                    <a:pt x="233172" y="427824"/>
                  </a:moveTo>
                  <a:lnTo>
                    <a:pt x="232168" y="422452"/>
                  </a:lnTo>
                  <a:lnTo>
                    <a:pt x="224040" y="420839"/>
                  </a:lnTo>
                  <a:lnTo>
                    <a:pt x="220637" y="423849"/>
                  </a:lnTo>
                  <a:lnTo>
                    <a:pt x="221716" y="428155"/>
                  </a:lnTo>
                  <a:lnTo>
                    <a:pt x="222681" y="432028"/>
                  </a:lnTo>
                  <a:lnTo>
                    <a:pt x="227761" y="433235"/>
                  </a:lnTo>
                  <a:lnTo>
                    <a:pt x="233172" y="427824"/>
                  </a:lnTo>
                  <a:close/>
                </a:path>
                <a:path w="890270" h="438150">
                  <a:moveTo>
                    <a:pt x="257187" y="9372"/>
                  </a:moveTo>
                  <a:lnTo>
                    <a:pt x="256311" y="4876"/>
                  </a:lnTo>
                  <a:lnTo>
                    <a:pt x="250355" y="0"/>
                  </a:lnTo>
                  <a:lnTo>
                    <a:pt x="245973" y="88"/>
                  </a:lnTo>
                  <a:lnTo>
                    <a:pt x="240842" y="5829"/>
                  </a:lnTo>
                  <a:lnTo>
                    <a:pt x="241096" y="9740"/>
                  </a:lnTo>
                  <a:lnTo>
                    <a:pt x="243395" y="12534"/>
                  </a:lnTo>
                  <a:lnTo>
                    <a:pt x="243814" y="13055"/>
                  </a:lnTo>
                  <a:lnTo>
                    <a:pt x="244322" y="13296"/>
                  </a:lnTo>
                  <a:lnTo>
                    <a:pt x="244894" y="13449"/>
                  </a:lnTo>
                  <a:lnTo>
                    <a:pt x="247891" y="15392"/>
                  </a:lnTo>
                  <a:lnTo>
                    <a:pt x="251917" y="14795"/>
                  </a:lnTo>
                  <a:lnTo>
                    <a:pt x="257187" y="9372"/>
                  </a:lnTo>
                  <a:close/>
                </a:path>
                <a:path w="890270" h="438150">
                  <a:moveTo>
                    <a:pt x="257695" y="19367"/>
                  </a:moveTo>
                  <a:lnTo>
                    <a:pt x="255905" y="16014"/>
                  </a:lnTo>
                  <a:lnTo>
                    <a:pt x="252996" y="16090"/>
                  </a:lnTo>
                  <a:lnTo>
                    <a:pt x="249453" y="16179"/>
                  </a:lnTo>
                  <a:lnTo>
                    <a:pt x="247434" y="18783"/>
                  </a:lnTo>
                  <a:lnTo>
                    <a:pt x="251371" y="23990"/>
                  </a:lnTo>
                  <a:lnTo>
                    <a:pt x="254711" y="24472"/>
                  </a:lnTo>
                  <a:lnTo>
                    <a:pt x="257695" y="19367"/>
                  </a:lnTo>
                  <a:close/>
                </a:path>
                <a:path w="890270" h="438150">
                  <a:moveTo>
                    <a:pt x="258419" y="36144"/>
                  </a:moveTo>
                  <a:lnTo>
                    <a:pt x="258127" y="36144"/>
                  </a:lnTo>
                  <a:lnTo>
                    <a:pt x="257835" y="36144"/>
                  </a:lnTo>
                  <a:lnTo>
                    <a:pt x="257835" y="36588"/>
                  </a:lnTo>
                  <a:lnTo>
                    <a:pt x="258419" y="36588"/>
                  </a:lnTo>
                  <a:lnTo>
                    <a:pt x="258419" y="36144"/>
                  </a:lnTo>
                  <a:close/>
                </a:path>
                <a:path w="890270" h="438150">
                  <a:moveTo>
                    <a:pt x="259880" y="400304"/>
                  </a:moveTo>
                  <a:lnTo>
                    <a:pt x="255130" y="400304"/>
                  </a:lnTo>
                  <a:lnTo>
                    <a:pt x="250380" y="400304"/>
                  </a:lnTo>
                  <a:lnTo>
                    <a:pt x="250380" y="407682"/>
                  </a:lnTo>
                  <a:lnTo>
                    <a:pt x="259880" y="407682"/>
                  </a:lnTo>
                  <a:lnTo>
                    <a:pt x="259880" y="400304"/>
                  </a:lnTo>
                  <a:close/>
                </a:path>
                <a:path w="890270" h="438150">
                  <a:moveTo>
                    <a:pt x="267639" y="53746"/>
                  </a:moveTo>
                  <a:lnTo>
                    <a:pt x="257327" y="53746"/>
                  </a:lnTo>
                  <a:lnTo>
                    <a:pt x="257314" y="61747"/>
                  </a:lnTo>
                  <a:lnTo>
                    <a:pt x="262483" y="61747"/>
                  </a:lnTo>
                  <a:lnTo>
                    <a:pt x="267627" y="61747"/>
                  </a:lnTo>
                  <a:lnTo>
                    <a:pt x="267639" y="53746"/>
                  </a:lnTo>
                  <a:close/>
                </a:path>
                <a:path w="890270" h="438150">
                  <a:moveTo>
                    <a:pt x="268630" y="84569"/>
                  </a:moveTo>
                  <a:lnTo>
                    <a:pt x="265264" y="83058"/>
                  </a:lnTo>
                  <a:lnTo>
                    <a:pt x="262699" y="81902"/>
                  </a:lnTo>
                  <a:lnTo>
                    <a:pt x="259753" y="84937"/>
                  </a:lnTo>
                  <a:lnTo>
                    <a:pt x="264972" y="90017"/>
                  </a:lnTo>
                  <a:lnTo>
                    <a:pt x="268630" y="84569"/>
                  </a:lnTo>
                  <a:close/>
                </a:path>
                <a:path w="890270" h="438150">
                  <a:moveTo>
                    <a:pt x="276796" y="89535"/>
                  </a:moveTo>
                  <a:lnTo>
                    <a:pt x="272694" y="89344"/>
                  </a:lnTo>
                  <a:lnTo>
                    <a:pt x="271805" y="91351"/>
                  </a:lnTo>
                  <a:lnTo>
                    <a:pt x="271043" y="91859"/>
                  </a:lnTo>
                  <a:lnTo>
                    <a:pt x="270624" y="92811"/>
                  </a:lnTo>
                  <a:lnTo>
                    <a:pt x="272821" y="96507"/>
                  </a:lnTo>
                  <a:lnTo>
                    <a:pt x="276110" y="94907"/>
                  </a:lnTo>
                  <a:lnTo>
                    <a:pt x="276796" y="89535"/>
                  </a:lnTo>
                  <a:close/>
                </a:path>
                <a:path w="890270" h="438150">
                  <a:moveTo>
                    <a:pt x="282460" y="37960"/>
                  </a:moveTo>
                  <a:lnTo>
                    <a:pt x="279895" y="35877"/>
                  </a:lnTo>
                  <a:lnTo>
                    <a:pt x="277393" y="36639"/>
                  </a:lnTo>
                  <a:lnTo>
                    <a:pt x="273126" y="37934"/>
                  </a:lnTo>
                  <a:lnTo>
                    <a:pt x="273113" y="43065"/>
                  </a:lnTo>
                  <a:lnTo>
                    <a:pt x="279895" y="45135"/>
                  </a:lnTo>
                  <a:lnTo>
                    <a:pt x="282460" y="43053"/>
                  </a:lnTo>
                  <a:lnTo>
                    <a:pt x="282460" y="37960"/>
                  </a:lnTo>
                  <a:close/>
                </a:path>
                <a:path w="890270" h="438150">
                  <a:moveTo>
                    <a:pt x="285394" y="77508"/>
                  </a:moveTo>
                  <a:lnTo>
                    <a:pt x="275882" y="77508"/>
                  </a:lnTo>
                  <a:lnTo>
                    <a:pt x="275882" y="84886"/>
                  </a:lnTo>
                  <a:lnTo>
                    <a:pt x="280631" y="84886"/>
                  </a:lnTo>
                  <a:lnTo>
                    <a:pt x="285394" y="84886"/>
                  </a:lnTo>
                  <a:lnTo>
                    <a:pt x="285394" y="77508"/>
                  </a:lnTo>
                  <a:close/>
                </a:path>
                <a:path w="890270" h="438150">
                  <a:moveTo>
                    <a:pt x="288175" y="67271"/>
                  </a:moveTo>
                  <a:lnTo>
                    <a:pt x="288048" y="65227"/>
                  </a:lnTo>
                  <a:lnTo>
                    <a:pt x="285254" y="64465"/>
                  </a:lnTo>
                  <a:lnTo>
                    <a:pt x="283527" y="64135"/>
                  </a:lnTo>
                  <a:lnTo>
                    <a:pt x="280784" y="62763"/>
                  </a:lnTo>
                  <a:lnTo>
                    <a:pt x="279171" y="64503"/>
                  </a:lnTo>
                  <a:lnTo>
                    <a:pt x="280428" y="65570"/>
                  </a:lnTo>
                  <a:lnTo>
                    <a:pt x="282422" y="67271"/>
                  </a:lnTo>
                  <a:lnTo>
                    <a:pt x="284200" y="68033"/>
                  </a:lnTo>
                  <a:lnTo>
                    <a:pt x="288175" y="67271"/>
                  </a:lnTo>
                  <a:close/>
                </a:path>
                <a:path w="890270" h="438150">
                  <a:moveTo>
                    <a:pt x="298361" y="111315"/>
                  </a:moveTo>
                  <a:lnTo>
                    <a:pt x="298069" y="111315"/>
                  </a:lnTo>
                  <a:lnTo>
                    <a:pt x="297776" y="111315"/>
                  </a:lnTo>
                  <a:lnTo>
                    <a:pt x="297776" y="111772"/>
                  </a:lnTo>
                  <a:lnTo>
                    <a:pt x="298361" y="111772"/>
                  </a:lnTo>
                  <a:lnTo>
                    <a:pt x="298361" y="111315"/>
                  </a:lnTo>
                  <a:close/>
                </a:path>
                <a:path w="890270" h="438150">
                  <a:moveTo>
                    <a:pt x="305917" y="129273"/>
                  </a:moveTo>
                  <a:lnTo>
                    <a:pt x="303872" y="129273"/>
                  </a:lnTo>
                  <a:lnTo>
                    <a:pt x="301840" y="129273"/>
                  </a:lnTo>
                  <a:lnTo>
                    <a:pt x="301840" y="132435"/>
                  </a:lnTo>
                  <a:lnTo>
                    <a:pt x="305904" y="132435"/>
                  </a:lnTo>
                  <a:lnTo>
                    <a:pt x="305917" y="129273"/>
                  </a:lnTo>
                  <a:close/>
                </a:path>
                <a:path w="890270" h="438150">
                  <a:moveTo>
                    <a:pt x="306933" y="31953"/>
                  </a:moveTo>
                  <a:lnTo>
                    <a:pt x="301307" y="26479"/>
                  </a:lnTo>
                  <a:lnTo>
                    <a:pt x="297370" y="32359"/>
                  </a:lnTo>
                  <a:lnTo>
                    <a:pt x="300990" y="33997"/>
                  </a:lnTo>
                  <a:lnTo>
                    <a:pt x="303745" y="35242"/>
                  </a:lnTo>
                  <a:lnTo>
                    <a:pt x="306933" y="31953"/>
                  </a:lnTo>
                  <a:close/>
                </a:path>
                <a:path w="890270" h="438150">
                  <a:moveTo>
                    <a:pt x="307073" y="417563"/>
                  </a:moveTo>
                  <a:lnTo>
                    <a:pt x="306666" y="413778"/>
                  </a:lnTo>
                  <a:lnTo>
                    <a:pt x="303758" y="411149"/>
                  </a:lnTo>
                  <a:lnTo>
                    <a:pt x="299961" y="413842"/>
                  </a:lnTo>
                  <a:lnTo>
                    <a:pt x="299123" y="414870"/>
                  </a:lnTo>
                  <a:lnTo>
                    <a:pt x="298119" y="415785"/>
                  </a:lnTo>
                  <a:lnTo>
                    <a:pt x="298069" y="415912"/>
                  </a:lnTo>
                  <a:lnTo>
                    <a:pt x="297268" y="416166"/>
                  </a:lnTo>
                  <a:lnTo>
                    <a:pt x="296672" y="417068"/>
                  </a:lnTo>
                  <a:lnTo>
                    <a:pt x="297154" y="417728"/>
                  </a:lnTo>
                  <a:lnTo>
                    <a:pt x="296964" y="418706"/>
                  </a:lnTo>
                  <a:lnTo>
                    <a:pt x="297040" y="419747"/>
                  </a:lnTo>
                  <a:lnTo>
                    <a:pt x="297586" y="420484"/>
                  </a:lnTo>
                  <a:lnTo>
                    <a:pt x="298577" y="421792"/>
                  </a:lnTo>
                  <a:lnTo>
                    <a:pt x="299402" y="422376"/>
                  </a:lnTo>
                  <a:lnTo>
                    <a:pt x="303326" y="423913"/>
                  </a:lnTo>
                  <a:lnTo>
                    <a:pt x="306031" y="421906"/>
                  </a:lnTo>
                  <a:lnTo>
                    <a:pt x="307060" y="418528"/>
                  </a:lnTo>
                  <a:lnTo>
                    <a:pt x="307073" y="417563"/>
                  </a:lnTo>
                  <a:close/>
                </a:path>
                <a:path w="890270" h="438150">
                  <a:moveTo>
                    <a:pt x="308292" y="434644"/>
                  </a:moveTo>
                  <a:lnTo>
                    <a:pt x="307759" y="431304"/>
                  </a:lnTo>
                  <a:lnTo>
                    <a:pt x="301790" y="423849"/>
                  </a:lnTo>
                  <a:lnTo>
                    <a:pt x="294449" y="422998"/>
                  </a:lnTo>
                  <a:lnTo>
                    <a:pt x="287248" y="430085"/>
                  </a:lnTo>
                  <a:lnTo>
                    <a:pt x="286385" y="434009"/>
                  </a:lnTo>
                  <a:lnTo>
                    <a:pt x="287210" y="437578"/>
                  </a:lnTo>
                  <a:lnTo>
                    <a:pt x="307340" y="437578"/>
                  </a:lnTo>
                  <a:lnTo>
                    <a:pt x="308292" y="434644"/>
                  </a:lnTo>
                  <a:close/>
                </a:path>
                <a:path w="890270" h="438150">
                  <a:moveTo>
                    <a:pt x="316268" y="45656"/>
                  </a:moveTo>
                  <a:lnTo>
                    <a:pt x="314744" y="42697"/>
                  </a:lnTo>
                  <a:lnTo>
                    <a:pt x="310438" y="42697"/>
                  </a:lnTo>
                  <a:lnTo>
                    <a:pt x="308927" y="45669"/>
                  </a:lnTo>
                  <a:lnTo>
                    <a:pt x="311099" y="47510"/>
                  </a:lnTo>
                  <a:lnTo>
                    <a:pt x="312026" y="48298"/>
                  </a:lnTo>
                  <a:lnTo>
                    <a:pt x="313156" y="48298"/>
                  </a:lnTo>
                  <a:lnTo>
                    <a:pt x="316268" y="45656"/>
                  </a:lnTo>
                  <a:close/>
                </a:path>
                <a:path w="890270" h="438150">
                  <a:moveTo>
                    <a:pt x="319608" y="87033"/>
                  </a:moveTo>
                  <a:lnTo>
                    <a:pt x="319493" y="84048"/>
                  </a:lnTo>
                  <a:lnTo>
                    <a:pt x="318350" y="82372"/>
                  </a:lnTo>
                  <a:lnTo>
                    <a:pt x="310007" y="80162"/>
                  </a:lnTo>
                  <a:lnTo>
                    <a:pt x="308241" y="87426"/>
                  </a:lnTo>
                  <a:lnTo>
                    <a:pt x="312966" y="89230"/>
                  </a:lnTo>
                  <a:lnTo>
                    <a:pt x="315620" y="90246"/>
                  </a:lnTo>
                  <a:lnTo>
                    <a:pt x="317538" y="89763"/>
                  </a:lnTo>
                  <a:lnTo>
                    <a:pt x="319087" y="87845"/>
                  </a:lnTo>
                  <a:lnTo>
                    <a:pt x="319608" y="87033"/>
                  </a:lnTo>
                  <a:close/>
                </a:path>
                <a:path w="890270" h="438150">
                  <a:moveTo>
                    <a:pt x="321894" y="135153"/>
                  </a:moveTo>
                  <a:lnTo>
                    <a:pt x="320789" y="133718"/>
                  </a:lnTo>
                  <a:lnTo>
                    <a:pt x="319862" y="132524"/>
                  </a:lnTo>
                  <a:lnTo>
                    <a:pt x="317334" y="132664"/>
                  </a:lnTo>
                  <a:lnTo>
                    <a:pt x="317093" y="134442"/>
                  </a:lnTo>
                  <a:lnTo>
                    <a:pt x="317055" y="134721"/>
                  </a:lnTo>
                  <a:lnTo>
                    <a:pt x="316865" y="136156"/>
                  </a:lnTo>
                  <a:lnTo>
                    <a:pt x="317334" y="137248"/>
                  </a:lnTo>
                  <a:lnTo>
                    <a:pt x="318401" y="137160"/>
                  </a:lnTo>
                  <a:lnTo>
                    <a:pt x="318884" y="137121"/>
                  </a:lnTo>
                  <a:lnTo>
                    <a:pt x="319125" y="137109"/>
                  </a:lnTo>
                  <a:lnTo>
                    <a:pt x="320789" y="136969"/>
                  </a:lnTo>
                  <a:lnTo>
                    <a:pt x="321894" y="135153"/>
                  </a:lnTo>
                  <a:close/>
                </a:path>
                <a:path w="890270" h="438150">
                  <a:moveTo>
                    <a:pt x="327126" y="65087"/>
                  </a:moveTo>
                  <a:lnTo>
                    <a:pt x="324815" y="62522"/>
                  </a:lnTo>
                  <a:lnTo>
                    <a:pt x="320954" y="58229"/>
                  </a:lnTo>
                  <a:lnTo>
                    <a:pt x="316649" y="60617"/>
                  </a:lnTo>
                  <a:lnTo>
                    <a:pt x="316153" y="69596"/>
                  </a:lnTo>
                  <a:lnTo>
                    <a:pt x="320154" y="71831"/>
                  </a:lnTo>
                  <a:lnTo>
                    <a:pt x="326517" y="69151"/>
                  </a:lnTo>
                  <a:lnTo>
                    <a:pt x="327126" y="65087"/>
                  </a:lnTo>
                  <a:close/>
                </a:path>
                <a:path w="890270" h="438150">
                  <a:moveTo>
                    <a:pt x="327545" y="34188"/>
                  </a:moveTo>
                  <a:lnTo>
                    <a:pt x="324980" y="30149"/>
                  </a:lnTo>
                  <a:lnTo>
                    <a:pt x="322008" y="30022"/>
                  </a:lnTo>
                  <a:lnTo>
                    <a:pt x="319493" y="34328"/>
                  </a:lnTo>
                  <a:lnTo>
                    <a:pt x="321170" y="36715"/>
                  </a:lnTo>
                  <a:lnTo>
                    <a:pt x="323507" y="36893"/>
                  </a:lnTo>
                  <a:lnTo>
                    <a:pt x="326034" y="37084"/>
                  </a:lnTo>
                  <a:lnTo>
                    <a:pt x="327545" y="34188"/>
                  </a:lnTo>
                  <a:close/>
                </a:path>
                <a:path w="890270" h="438150">
                  <a:moveTo>
                    <a:pt x="339026" y="34759"/>
                  </a:moveTo>
                  <a:lnTo>
                    <a:pt x="338734" y="34759"/>
                  </a:lnTo>
                  <a:lnTo>
                    <a:pt x="338442" y="34759"/>
                  </a:lnTo>
                  <a:lnTo>
                    <a:pt x="338442" y="35204"/>
                  </a:lnTo>
                  <a:lnTo>
                    <a:pt x="339026" y="35204"/>
                  </a:lnTo>
                  <a:lnTo>
                    <a:pt x="339026" y="34759"/>
                  </a:lnTo>
                  <a:close/>
                </a:path>
                <a:path w="890270" h="438150">
                  <a:moveTo>
                    <a:pt x="346430" y="432968"/>
                  </a:moveTo>
                  <a:lnTo>
                    <a:pt x="345338" y="428726"/>
                  </a:lnTo>
                  <a:lnTo>
                    <a:pt x="344119" y="427443"/>
                  </a:lnTo>
                  <a:lnTo>
                    <a:pt x="341718" y="426910"/>
                  </a:lnTo>
                  <a:lnTo>
                    <a:pt x="340918" y="426910"/>
                  </a:lnTo>
                  <a:lnTo>
                    <a:pt x="339458" y="427228"/>
                  </a:lnTo>
                  <a:lnTo>
                    <a:pt x="339090" y="427469"/>
                  </a:lnTo>
                  <a:lnTo>
                    <a:pt x="338734" y="427774"/>
                  </a:lnTo>
                  <a:lnTo>
                    <a:pt x="336042" y="429272"/>
                  </a:lnTo>
                  <a:lnTo>
                    <a:pt x="335127" y="433628"/>
                  </a:lnTo>
                  <a:lnTo>
                    <a:pt x="339763" y="436232"/>
                  </a:lnTo>
                  <a:lnTo>
                    <a:pt x="341185" y="436524"/>
                  </a:lnTo>
                  <a:lnTo>
                    <a:pt x="342607" y="435991"/>
                  </a:lnTo>
                  <a:lnTo>
                    <a:pt x="344932" y="435114"/>
                  </a:lnTo>
                  <a:lnTo>
                    <a:pt x="346430" y="432968"/>
                  </a:lnTo>
                  <a:close/>
                </a:path>
                <a:path w="890270" h="438150">
                  <a:moveTo>
                    <a:pt x="359219" y="398043"/>
                  </a:moveTo>
                  <a:lnTo>
                    <a:pt x="353123" y="398043"/>
                  </a:lnTo>
                  <a:lnTo>
                    <a:pt x="352209" y="399948"/>
                  </a:lnTo>
                  <a:lnTo>
                    <a:pt x="352488" y="401624"/>
                  </a:lnTo>
                  <a:lnTo>
                    <a:pt x="352348" y="401269"/>
                  </a:lnTo>
                  <a:lnTo>
                    <a:pt x="352298" y="400888"/>
                  </a:lnTo>
                  <a:lnTo>
                    <a:pt x="350685" y="397967"/>
                  </a:lnTo>
                  <a:lnTo>
                    <a:pt x="348170" y="397484"/>
                  </a:lnTo>
                  <a:lnTo>
                    <a:pt x="345960" y="398195"/>
                  </a:lnTo>
                  <a:lnTo>
                    <a:pt x="343598" y="397751"/>
                  </a:lnTo>
                  <a:lnTo>
                    <a:pt x="341033" y="398424"/>
                  </a:lnTo>
                  <a:lnTo>
                    <a:pt x="336181" y="402869"/>
                  </a:lnTo>
                  <a:lnTo>
                    <a:pt x="336410" y="407619"/>
                  </a:lnTo>
                  <a:lnTo>
                    <a:pt x="342099" y="413816"/>
                  </a:lnTo>
                  <a:lnTo>
                    <a:pt x="347294" y="414121"/>
                  </a:lnTo>
                  <a:lnTo>
                    <a:pt x="352869" y="408825"/>
                  </a:lnTo>
                  <a:lnTo>
                    <a:pt x="353631" y="405663"/>
                  </a:lnTo>
                  <a:lnTo>
                    <a:pt x="352856" y="402666"/>
                  </a:lnTo>
                  <a:lnTo>
                    <a:pt x="353314" y="403466"/>
                  </a:lnTo>
                  <a:lnTo>
                    <a:pt x="354101" y="404075"/>
                  </a:lnTo>
                  <a:lnTo>
                    <a:pt x="359206" y="404075"/>
                  </a:lnTo>
                  <a:lnTo>
                    <a:pt x="359219" y="398043"/>
                  </a:lnTo>
                  <a:close/>
                </a:path>
                <a:path w="890270" h="438150">
                  <a:moveTo>
                    <a:pt x="364172" y="39738"/>
                  </a:moveTo>
                  <a:lnTo>
                    <a:pt x="362432" y="38265"/>
                  </a:lnTo>
                  <a:lnTo>
                    <a:pt x="361772" y="38061"/>
                  </a:lnTo>
                  <a:lnTo>
                    <a:pt x="357263" y="37719"/>
                  </a:lnTo>
                  <a:lnTo>
                    <a:pt x="357263" y="40792"/>
                  </a:lnTo>
                  <a:lnTo>
                    <a:pt x="354025" y="39331"/>
                  </a:lnTo>
                  <a:lnTo>
                    <a:pt x="351155" y="38049"/>
                  </a:lnTo>
                  <a:lnTo>
                    <a:pt x="347853" y="41452"/>
                  </a:lnTo>
                  <a:lnTo>
                    <a:pt x="353707" y="47129"/>
                  </a:lnTo>
                  <a:lnTo>
                    <a:pt x="357263" y="41808"/>
                  </a:lnTo>
                  <a:lnTo>
                    <a:pt x="357263" y="43281"/>
                  </a:lnTo>
                  <a:lnTo>
                    <a:pt x="360527" y="43027"/>
                  </a:lnTo>
                  <a:lnTo>
                    <a:pt x="361772" y="42938"/>
                  </a:lnTo>
                  <a:lnTo>
                    <a:pt x="362445" y="42722"/>
                  </a:lnTo>
                  <a:lnTo>
                    <a:pt x="364172" y="41249"/>
                  </a:lnTo>
                  <a:lnTo>
                    <a:pt x="364172" y="39738"/>
                  </a:lnTo>
                  <a:close/>
                </a:path>
                <a:path w="890270" h="438150">
                  <a:moveTo>
                    <a:pt x="365099" y="36753"/>
                  </a:moveTo>
                  <a:lnTo>
                    <a:pt x="363893" y="34975"/>
                  </a:lnTo>
                  <a:lnTo>
                    <a:pt x="362585" y="33083"/>
                  </a:lnTo>
                  <a:lnTo>
                    <a:pt x="360133" y="35712"/>
                  </a:lnTo>
                  <a:lnTo>
                    <a:pt x="362572" y="37185"/>
                  </a:lnTo>
                  <a:lnTo>
                    <a:pt x="362839" y="37363"/>
                  </a:lnTo>
                  <a:lnTo>
                    <a:pt x="363804" y="37947"/>
                  </a:lnTo>
                  <a:lnTo>
                    <a:pt x="365099" y="36753"/>
                  </a:lnTo>
                  <a:close/>
                </a:path>
                <a:path w="890270" h="438150">
                  <a:moveTo>
                    <a:pt x="371208" y="419341"/>
                  </a:moveTo>
                  <a:lnTo>
                    <a:pt x="369163" y="416280"/>
                  </a:lnTo>
                  <a:lnTo>
                    <a:pt x="368769" y="415836"/>
                  </a:lnTo>
                  <a:lnTo>
                    <a:pt x="368363" y="415455"/>
                  </a:lnTo>
                  <a:lnTo>
                    <a:pt x="368249" y="415251"/>
                  </a:lnTo>
                  <a:lnTo>
                    <a:pt x="368198" y="415036"/>
                  </a:lnTo>
                  <a:lnTo>
                    <a:pt x="367487" y="414185"/>
                  </a:lnTo>
                  <a:lnTo>
                    <a:pt x="366979" y="413931"/>
                  </a:lnTo>
                  <a:lnTo>
                    <a:pt x="365328" y="413245"/>
                  </a:lnTo>
                  <a:lnTo>
                    <a:pt x="364096" y="414007"/>
                  </a:lnTo>
                  <a:lnTo>
                    <a:pt x="363855" y="414921"/>
                  </a:lnTo>
                  <a:lnTo>
                    <a:pt x="362153" y="415607"/>
                  </a:lnTo>
                  <a:lnTo>
                    <a:pt x="360883" y="417131"/>
                  </a:lnTo>
                  <a:lnTo>
                    <a:pt x="360883" y="422173"/>
                  </a:lnTo>
                  <a:lnTo>
                    <a:pt x="363842" y="424434"/>
                  </a:lnTo>
                  <a:lnTo>
                    <a:pt x="366750" y="423633"/>
                  </a:lnTo>
                  <a:lnTo>
                    <a:pt x="369519" y="422871"/>
                  </a:lnTo>
                  <a:lnTo>
                    <a:pt x="371208" y="419341"/>
                  </a:lnTo>
                  <a:close/>
                </a:path>
                <a:path w="890270" h="438150">
                  <a:moveTo>
                    <a:pt x="373303" y="400075"/>
                  </a:moveTo>
                  <a:lnTo>
                    <a:pt x="370700" y="399275"/>
                  </a:lnTo>
                  <a:lnTo>
                    <a:pt x="365277" y="397637"/>
                  </a:lnTo>
                  <a:lnTo>
                    <a:pt x="365252" y="406222"/>
                  </a:lnTo>
                  <a:lnTo>
                    <a:pt x="373303" y="403771"/>
                  </a:lnTo>
                  <a:lnTo>
                    <a:pt x="373303" y="400075"/>
                  </a:lnTo>
                  <a:close/>
                </a:path>
                <a:path w="890270" h="438150">
                  <a:moveTo>
                    <a:pt x="382016" y="384149"/>
                  </a:moveTo>
                  <a:lnTo>
                    <a:pt x="380352" y="381863"/>
                  </a:lnTo>
                  <a:lnTo>
                    <a:pt x="378053" y="380911"/>
                  </a:lnTo>
                  <a:lnTo>
                    <a:pt x="378231" y="380428"/>
                  </a:lnTo>
                  <a:lnTo>
                    <a:pt x="378371" y="379933"/>
                  </a:lnTo>
                  <a:lnTo>
                    <a:pt x="378472" y="376732"/>
                  </a:lnTo>
                  <a:lnTo>
                    <a:pt x="374408" y="376732"/>
                  </a:lnTo>
                  <a:lnTo>
                    <a:pt x="374319" y="379349"/>
                  </a:lnTo>
                  <a:lnTo>
                    <a:pt x="374103" y="379653"/>
                  </a:lnTo>
                  <a:lnTo>
                    <a:pt x="373799" y="379844"/>
                  </a:lnTo>
                  <a:lnTo>
                    <a:pt x="372719" y="380072"/>
                  </a:lnTo>
                  <a:lnTo>
                    <a:pt x="372364" y="380758"/>
                  </a:lnTo>
                  <a:lnTo>
                    <a:pt x="372351" y="381431"/>
                  </a:lnTo>
                  <a:lnTo>
                    <a:pt x="370586" y="382574"/>
                  </a:lnTo>
                  <a:lnTo>
                    <a:pt x="369366" y="384543"/>
                  </a:lnTo>
                  <a:lnTo>
                    <a:pt x="369366" y="390182"/>
                  </a:lnTo>
                  <a:lnTo>
                    <a:pt x="372262" y="393077"/>
                  </a:lnTo>
                  <a:lnTo>
                    <a:pt x="379107" y="393077"/>
                  </a:lnTo>
                  <a:lnTo>
                    <a:pt x="382016" y="390156"/>
                  </a:lnTo>
                  <a:lnTo>
                    <a:pt x="382016" y="386753"/>
                  </a:lnTo>
                  <a:lnTo>
                    <a:pt x="382016" y="384149"/>
                  </a:lnTo>
                  <a:close/>
                </a:path>
                <a:path w="890270" h="438150">
                  <a:moveTo>
                    <a:pt x="386880" y="423773"/>
                  </a:moveTo>
                  <a:lnTo>
                    <a:pt x="386295" y="423773"/>
                  </a:lnTo>
                  <a:lnTo>
                    <a:pt x="386295" y="424218"/>
                  </a:lnTo>
                  <a:lnTo>
                    <a:pt x="386588" y="424218"/>
                  </a:lnTo>
                  <a:lnTo>
                    <a:pt x="386880" y="424218"/>
                  </a:lnTo>
                  <a:lnTo>
                    <a:pt x="386880" y="423773"/>
                  </a:lnTo>
                  <a:close/>
                </a:path>
                <a:path w="890270" h="438150">
                  <a:moveTo>
                    <a:pt x="398030" y="401510"/>
                  </a:moveTo>
                  <a:lnTo>
                    <a:pt x="395782" y="396443"/>
                  </a:lnTo>
                  <a:lnTo>
                    <a:pt x="394271" y="394919"/>
                  </a:lnTo>
                  <a:lnTo>
                    <a:pt x="390398" y="390893"/>
                  </a:lnTo>
                  <a:lnTo>
                    <a:pt x="386638" y="392747"/>
                  </a:lnTo>
                  <a:lnTo>
                    <a:pt x="386410" y="398195"/>
                  </a:lnTo>
                  <a:lnTo>
                    <a:pt x="386372" y="400329"/>
                  </a:lnTo>
                  <a:lnTo>
                    <a:pt x="388073" y="405701"/>
                  </a:lnTo>
                  <a:lnTo>
                    <a:pt x="391248" y="407365"/>
                  </a:lnTo>
                  <a:lnTo>
                    <a:pt x="394233" y="406107"/>
                  </a:lnTo>
                  <a:lnTo>
                    <a:pt x="397357" y="404799"/>
                  </a:lnTo>
                  <a:lnTo>
                    <a:pt x="398030" y="401510"/>
                  </a:lnTo>
                  <a:close/>
                </a:path>
                <a:path w="890270" h="438150">
                  <a:moveTo>
                    <a:pt x="404304" y="432739"/>
                  </a:moveTo>
                  <a:lnTo>
                    <a:pt x="403720" y="432739"/>
                  </a:lnTo>
                  <a:lnTo>
                    <a:pt x="403720" y="433184"/>
                  </a:lnTo>
                  <a:lnTo>
                    <a:pt x="404012" y="433184"/>
                  </a:lnTo>
                  <a:lnTo>
                    <a:pt x="404304" y="433184"/>
                  </a:lnTo>
                  <a:lnTo>
                    <a:pt x="404304" y="432739"/>
                  </a:lnTo>
                  <a:close/>
                </a:path>
                <a:path w="890270" h="438150">
                  <a:moveTo>
                    <a:pt x="414489" y="418960"/>
                  </a:moveTo>
                  <a:lnTo>
                    <a:pt x="410997" y="418223"/>
                  </a:lnTo>
                  <a:lnTo>
                    <a:pt x="410705" y="418172"/>
                  </a:lnTo>
                  <a:lnTo>
                    <a:pt x="410133" y="418045"/>
                  </a:lnTo>
                  <a:lnTo>
                    <a:pt x="409270" y="417868"/>
                  </a:lnTo>
                  <a:lnTo>
                    <a:pt x="408470" y="418579"/>
                  </a:lnTo>
                  <a:lnTo>
                    <a:pt x="408927" y="420293"/>
                  </a:lnTo>
                  <a:lnTo>
                    <a:pt x="409879" y="423938"/>
                  </a:lnTo>
                  <a:lnTo>
                    <a:pt x="414489" y="418960"/>
                  </a:lnTo>
                  <a:close/>
                </a:path>
                <a:path w="890270" h="438150">
                  <a:moveTo>
                    <a:pt x="430199" y="365531"/>
                  </a:moveTo>
                  <a:lnTo>
                    <a:pt x="428840" y="365531"/>
                  </a:lnTo>
                  <a:lnTo>
                    <a:pt x="428840" y="366585"/>
                  </a:lnTo>
                  <a:lnTo>
                    <a:pt x="429526" y="366585"/>
                  </a:lnTo>
                  <a:lnTo>
                    <a:pt x="430199" y="366585"/>
                  </a:lnTo>
                  <a:lnTo>
                    <a:pt x="430199" y="365531"/>
                  </a:lnTo>
                  <a:close/>
                </a:path>
                <a:path w="890270" h="438150">
                  <a:moveTo>
                    <a:pt x="432092" y="340474"/>
                  </a:moveTo>
                  <a:lnTo>
                    <a:pt x="429818" y="338074"/>
                  </a:lnTo>
                  <a:lnTo>
                    <a:pt x="426554" y="334645"/>
                  </a:lnTo>
                  <a:lnTo>
                    <a:pt x="423557" y="335432"/>
                  </a:lnTo>
                  <a:lnTo>
                    <a:pt x="422033" y="341566"/>
                  </a:lnTo>
                  <a:lnTo>
                    <a:pt x="422516" y="343052"/>
                  </a:lnTo>
                  <a:lnTo>
                    <a:pt x="423430" y="344106"/>
                  </a:lnTo>
                  <a:lnTo>
                    <a:pt x="422859" y="343547"/>
                  </a:lnTo>
                  <a:lnTo>
                    <a:pt x="421868" y="343458"/>
                  </a:lnTo>
                  <a:lnTo>
                    <a:pt x="420382" y="344703"/>
                  </a:lnTo>
                  <a:lnTo>
                    <a:pt x="420382" y="345681"/>
                  </a:lnTo>
                  <a:lnTo>
                    <a:pt x="422211" y="347205"/>
                  </a:lnTo>
                  <a:lnTo>
                    <a:pt x="423938" y="346684"/>
                  </a:lnTo>
                  <a:lnTo>
                    <a:pt x="423938" y="344868"/>
                  </a:lnTo>
                  <a:lnTo>
                    <a:pt x="423824" y="344614"/>
                  </a:lnTo>
                  <a:lnTo>
                    <a:pt x="423684" y="344385"/>
                  </a:lnTo>
                  <a:lnTo>
                    <a:pt x="424726" y="345401"/>
                  </a:lnTo>
                  <a:lnTo>
                    <a:pt x="426250" y="345922"/>
                  </a:lnTo>
                  <a:lnTo>
                    <a:pt x="431139" y="344576"/>
                  </a:lnTo>
                  <a:lnTo>
                    <a:pt x="432092" y="340474"/>
                  </a:lnTo>
                  <a:close/>
                </a:path>
                <a:path w="890270" h="438150">
                  <a:moveTo>
                    <a:pt x="444157" y="404469"/>
                  </a:moveTo>
                  <a:lnTo>
                    <a:pt x="443992" y="404291"/>
                  </a:lnTo>
                  <a:lnTo>
                    <a:pt x="443471" y="403694"/>
                  </a:lnTo>
                  <a:lnTo>
                    <a:pt x="442391" y="403974"/>
                  </a:lnTo>
                  <a:lnTo>
                    <a:pt x="441782" y="404291"/>
                  </a:lnTo>
                  <a:lnTo>
                    <a:pt x="441706" y="403021"/>
                  </a:lnTo>
                  <a:lnTo>
                    <a:pt x="441452" y="401739"/>
                  </a:lnTo>
                  <a:lnTo>
                    <a:pt x="439940" y="398970"/>
                  </a:lnTo>
                  <a:lnTo>
                    <a:pt x="439508" y="398195"/>
                  </a:lnTo>
                  <a:lnTo>
                    <a:pt x="439394" y="397954"/>
                  </a:lnTo>
                  <a:lnTo>
                    <a:pt x="436854" y="397484"/>
                  </a:lnTo>
                  <a:lnTo>
                    <a:pt x="434644" y="398195"/>
                  </a:lnTo>
                  <a:lnTo>
                    <a:pt x="432943" y="397878"/>
                  </a:lnTo>
                  <a:lnTo>
                    <a:pt x="431177" y="398170"/>
                  </a:lnTo>
                  <a:lnTo>
                    <a:pt x="429641" y="398970"/>
                  </a:lnTo>
                  <a:lnTo>
                    <a:pt x="430504" y="396722"/>
                  </a:lnTo>
                  <a:lnTo>
                    <a:pt x="430530" y="393992"/>
                  </a:lnTo>
                  <a:lnTo>
                    <a:pt x="427850" y="390296"/>
                  </a:lnTo>
                  <a:lnTo>
                    <a:pt x="426783" y="389407"/>
                  </a:lnTo>
                  <a:lnTo>
                    <a:pt x="425615" y="388747"/>
                  </a:lnTo>
                  <a:lnTo>
                    <a:pt x="426758" y="388518"/>
                  </a:lnTo>
                  <a:lnTo>
                    <a:pt x="427570" y="387807"/>
                  </a:lnTo>
                  <a:lnTo>
                    <a:pt x="427723" y="387667"/>
                  </a:lnTo>
                  <a:lnTo>
                    <a:pt x="427824" y="387210"/>
                  </a:lnTo>
                  <a:lnTo>
                    <a:pt x="428091" y="384009"/>
                  </a:lnTo>
                  <a:lnTo>
                    <a:pt x="427316" y="381838"/>
                  </a:lnTo>
                  <a:lnTo>
                    <a:pt x="426262" y="376961"/>
                  </a:lnTo>
                  <a:lnTo>
                    <a:pt x="421551" y="377558"/>
                  </a:lnTo>
                  <a:lnTo>
                    <a:pt x="421779" y="381838"/>
                  </a:lnTo>
                  <a:lnTo>
                    <a:pt x="421703" y="384009"/>
                  </a:lnTo>
                  <a:lnTo>
                    <a:pt x="421627" y="384886"/>
                  </a:lnTo>
                  <a:lnTo>
                    <a:pt x="422465" y="387210"/>
                  </a:lnTo>
                  <a:lnTo>
                    <a:pt x="422668" y="387527"/>
                  </a:lnTo>
                  <a:lnTo>
                    <a:pt x="422884" y="387807"/>
                  </a:lnTo>
                  <a:lnTo>
                    <a:pt x="421894" y="387667"/>
                  </a:lnTo>
                  <a:lnTo>
                    <a:pt x="420839" y="387642"/>
                  </a:lnTo>
                  <a:lnTo>
                    <a:pt x="419341" y="387934"/>
                  </a:lnTo>
                  <a:lnTo>
                    <a:pt x="415759" y="388073"/>
                  </a:lnTo>
                  <a:lnTo>
                    <a:pt x="412788" y="391299"/>
                  </a:lnTo>
                  <a:lnTo>
                    <a:pt x="411810" y="398564"/>
                  </a:lnTo>
                  <a:lnTo>
                    <a:pt x="414172" y="402069"/>
                  </a:lnTo>
                  <a:lnTo>
                    <a:pt x="422071" y="404545"/>
                  </a:lnTo>
                  <a:lnTo>
                    <a:pt x="424268" y="404075"/>
                  </a:lnTo>
                  <a:lnTo>
                    <a:pt x="426085" y="403021"/>
                  </a:lnTo>
                  <a:lnTo>
                    <a:pt x="425272" y="405574"/>
                  </a:lnTo>
                  <a:lnTo>
                    <a:pt x="425919" y="408508"/>
                  </a:lnTo>
                  <a:lnTo>
                    <a:pt x="430796" y="413829"/>
                  </a:lnTo>
                  <a:lnTo>
                    <a:pt x="435991" y="414121"/>
                  </a:lnTo>
                  <a:lnTo>
                    <a:pt x="440423" y="409905"/>
                  </a:lnTo>
                  <a:lnTo>
                    <a:pt x="441134" y="408470"/>
                  </a:lnTo>
                  <a:lnTo>
                    <a:pt x="441540" y="406958"/>
                  </a:lnTo>
                  <a:lnTo>
                    <a:pt x="442518" y="406488"/>
                  </a:lnTo>
                  <a:lnTo>
                    <a:pt x="442937" y="406184"/>
                  </a:lnTo>
                  <a:lnTo>
                    <a:pt x="443128" y="406057"/>
                  </a:lnTo>
                  <a:lnTo>
                    <a:pt x="444157" y="404469"/>
                  </a:lnTo>
                  <a:close/>
                </a:path>
                <a:path w="890270" h="438150">
                  <a:moveTo>
                    <a:pt x="445973" y="387807"/>
                  </a:moveTo>
                  <a:lnTo>
                    <a:pt x="440639" y="383552"/>
                  </a:lnTo>
                  <a:lnTo>
                    <a:pt x="439559" y="382981"/>
                  </a:lnTo>
                  <a:lnTo>
                    <a:pt x="438492" y="382701"/>
                  </a:lnTo>
                  <a:lnTo>
                    <a:pt x="438721" y="382270"/>
                  </a:lnTo>
                  <a:lnTo>
                    <a:pt x="438759" y="381927"/>
                  </a:lnTo>
                  <a:lnTo>
                    <a:pt x="438785" y="380161"/>
                  </a:lnTo>
                  <a:lnTo>
                    <a:pt x="437108" y="379857"/>
                  </a:lnTo>
                  <a:lnTo>
                    <a:pt x="437108" y="382041"/>
                  </a:lnTo>
                  <a:lnTo>
                    <a:pt x="436968" y="382155"/>
                  </a:lnTo>
                  <a:lnTo>
                    <a:pt x="436130" y="382282"/>
                  </a:lnTo>
                  <a:lnTo>
                    <a:pt x="436499" y="381927"/>
                  </a:lnTo>
                  <a:lnTo>
                    <a:pt x="437108" y="382041"/>
                  </a:lnTo>
                  <a:lnTo>
                    <a:pt x="437108" y="379857"/>
                  </a:lnTo>
                  <a:lnTo>
                    <a:pt x="436460" y="379730"/>
                  </a:lnTo>
                  <a:lnTo>
                    <a:pt x="434962" y="381635"/>
                  </a:lnTo>
                  <a:lnTo>
                    <a:pt x="435825" y="382574"/>
                  </a:lnTo>
                  <a:lnTo>
                    <a:pt x="436003" y="382308"/>
                  </a:lnTo>
                  <a:lnTo>
                    <a:pt x="436041" y="382473"/>
                  </a:lnTo>
                  <a:lnTo>
                    <a:pt x="436232" y="382638"/>
                  </a:lnTo>
                  <a:lnTo>
                    <a:pt x="435737" y="382701"/>
                  </a:lnTo>
                  <a:lnTo>
                    <a:pt x="435229" y="382816"/>
                  </a:lnTo>
                  <a:lnTo>
                    <a:pt x="432536" y="383984"/>
                  </a:lnTo>
                  <a:lnTo>
                    <a:pt x="430644" y="386295"/>
                  </a:lnTo>
                  <a:lnTo>
                    <a:pt x="431177" y="394157"/>
                  </a:lnTo>
                  <a:lnTo>
                    <a:pt x="435559" y="397484"/>
                  </a:lnTo>
                  <a:lnTo>
                    <a:pt x="443953" y="393941"/>
                  </a:lnTo>
                  <a:lnTo>
                    <a:pt x="445973" y="387807"/>
                  </a:lnTo>
                  <a:close/>
                </a:path>
                <a:path w="890270" h="438150">
                  <a:moveTo>
                    <a:pt x="450545" y="435267"/>
                  </a:moveTo>
                  <a:lnTo>
                    <a:pt x="449237" y="432663"/>
                  </a:lnTo>
                  <a:lnTo>
                    <a:pt x="443268" y="430923"/>
                  </a:lnTo>
                  <a:lnTo>
                    <a:pt x="442315" y="431152"/>
                  </a:lnTo>
                  <a:lnTo>
                    <a:pt x="441540" y="431660"/>
                  </a:lnTo>
                  <a:lnTo>
                    <a:pt x="440296" y="431101"/>
                  </a:lnTo>
                  <a:lnTo>
                    <a:pt x="438962" y="430796"/>
                  </a:lnTo>
                  <a:lnTo>
                    <a:pt x="437680" y="430987"/>
                  </a:lnTo>
                  <a:lnTo>
                    <a:pt x="437730" y="426859"/>
                  </a:lnTo>
                  <a:lnTo>
                    <a:pt x="433451" y="424040"/>
                  </a:lnTo>
                  <a:lnTo>
                    <a:pt x="429514" y="425323"/>
                  </a:lnTo>
                  <a:lnTo>
                    <a:pt x="427139" y="425335"/>
                  </a:lnTo>
                  <a:lnTo>
                    <a:pt x="425399" y="426999"/>
                  </a:lnTo>
                  <a:lnTo>
                    <a:pt x="425094" y="429882"/>
                  </a:lnTo>
                  <a:lnTo>
                    <a:pt x="425208" y="430276"/>
                  </a:lnTo>
                  <a:lnTo>
                    <a:pt x="425246" y="430657"/>
                  </a:lnTo>
                  <a:lnTo>
                    <a:pt x="424738" y="432409"/>
                  </a:lnTo>
                  <a:lnTo>
                    <a:pt x="425170" y="434390"/>
                  </a:lnTo>
                  <a:lnTo>
                    <a:pt x="427164" y="435508"/>
                  </a:lnTo>
                  <a:lnTo>
                    <a:pt x="427621" y="435762"/>
                  </a:lnTo>
                  <a:lnTo>
                    <a:pt x="428599" y="436067"/>
                  </a:lnTo>
                  <a:lnTo>
                    <a:pt x="430339" y="437032"/>
                  </a:lnTo>
                  <a:lnTo>
                    <a:pt x="432409" y="437172"/>
                  </a:lnTo>
                  <a:lnTo>
                    <a:pt x="434174" y="436422"/>
                  </a:lnTo>
                  <a:lnTo>
                    <a:pt x="434263" y="436829"/>
                  </a:lnTo>
                  <a:lnTo>
                    <a:pt x="434467" y="437184"/>
                  </a:lnTo>
                  <a:lnTo>
                    <a:pt x="434606" y="437565"/>
                  </a:lnTo>
                  <a:lnTo>
                    <a:pt x="449973" y="437565"/>
                  </a:lnTo>
                  <a:lnTo>
                    <a:pt x="450545" y="435267"/>
                  </a:lnTo>
                  <a:close/>
                </a:path>
                <a:path w="890270" h="438150">
                  <a:moveTo>
                    <a:pt x="459168" y="391426"/>
                  </a:moveTo>
                  <a:lnTo>
                    <a:pt x="453453" y="391426"/>
                  </a:lnTo>
                  <a:lnTo>
                    <a:pt x="453440" y="395859"/>
                  </a:lnTo>
                  <a:lnTo>
                    <a:pt x="456298" y="395859"/>
                  </a:lnTo>
                  <a:lnTo>
                    <a:pt x="459155" y="395859"/>
                  </a:lnTo>
                  <a:lnTo>
                    <a:pt x="459168" y="391426"/>
                  </a:lnTo>
                  <a:close/>
                </a:path>
                <a:path w="890270" h="438150">
                  <a:moveTo>
                    <a:pt x="463156" y="306870"/>
                  </a:moveTo>
                  <a:lnTo>
                    <a:pt x="461111" y="302920"/>
                  </a:lnTo>
                  <a:lnTo>
                    <a:pt x="460235" y="301218"/>
                  </a:lnTo>
                  <a:lnTo>
                    <a:pt x="458355" y="301218"/>
                  </a:lnTo>
                  <a:lnTo>
                    <a:pt x="455434" y="306870"/>
                  </a:lnTo>
                  <a:lnTo>
                    <a:pt x="463156" y="306870"/>
                  </a:lnTo>
                  <a:close/>
                </a:path>
                <a:path w="890270" h="438150">
                  <a:moveTo>
                    <a:pt x="465531" y="420255"/>
                  </a:moveTo>
                  <a:lnTo>
                    <a:pt x="458800" y="419925"/>
                  </a:lnTo>
                  <a:lnTo>
                    <a:pt x="459003" y="418871"/>
                  </a:lnTo>
                  <a:lnTo>
                    <a:pt x="458851" y="417779"/>
                  </a:lnTo>
                  <a:lnTo>
                    <a:pt x="457276" y="415404"/>
                  </a:lnTo>
                  <a:lnTo>
                    <a:pt x="456336" y="414528"/>
                  </a:lnTo>
                  <a:lnTo>
                    <a:pt x="451929" y="414515"/>
                  </a:lnTo>
                  <a:lnTo>
                    <a:pt x="449567" y="416369"/>
                  </a:lnTo>
                  <a:lnTo>
                    <a:pt x="449567" y="421462"/>
                  </a:lnTo>
                  <a:lnTo>
                    <a:pt x="451307" y="423316"/>
                  </a:lnTo>
                  <a:lnTo>
                    <a:pt x="453440" y="423710"/>
                  </a:lnTo>
                  <a:lnTo>
                    <a:pt x="452551" y="426872"/>
                  </a:lnTo>
                  <a:lnTo>
                    <a:pt x="454215" y="430860"/>
                  </a:lnTo>
                  <a:lnTo>
                    <a:pt x="458482" y="430860"/>
                  </a:lnTo>
                  <a:lnTo>
                    <a:pt x="465429" y="430860"/>
                  </a:lnTo>
                  <a:lnTo>
                    <a:pt x="465531" y="420255"/>
                  </a:lnTo>
                  <a:close/>
                </a:path>
                <a:path w="890270" h="438150">
                  <a:moveTo>
                    <a:pt x="484466" y="427824"/>
                  </a:moveTo>
                  <a:lnTo>
                    <a:pt x="483463" y="422452"/>
                  </a:lnTo>
                  <a:lnTo>
                    <a:pt x="475335" y="420839"/>
                  </a:lnTo>
                  <a:lnTo>
                    <a:pt x="471932" y="423849"/>
                  </a:lnTo>
                  <a:lnTo>
                    <a:pt x="473011" y="428155"/>
                  </a:lnTo>
                  <a:lnTo>
                    <a:pt x="473976" y="432028"/>
                  </a:lnTo>
                  <a:lnTo>
                    <a:pt x="479056" y="433235"/>
                  </a:lnTo>
                  <a:lnTo>
                    <a:pt x="484466" y="427824"/>
                  </a:lnTo>
                  <a:close/>
                </a:path>
                <a:path w="890270" h="438150">
                  <a:moveTo>
                    <a:pt x="530161" y="434086"/>
                  </a:moveTo>
                  <a:lnTo>
                    <a:pt x="527710" y="434086"/>
                  </a:lnTo>
                  <a:lnTo>
                    <a:pt x="527710" y="435978"/>
                  </a:lnTo>
                  <a:lnTo>
                    <a:pt x="528929" y="435978"/>
                  </a:lnTo>
                  <a:lnTo>
                    <a:pt x="530161" y="435978"/>
                  </a:lnTo>
                  <a:lnTo>
                    <a:pt x="530161" y="434086"/>
                  </a:lnTo>
                  <a:close/>
                </a:path>
                <a:path w="890270" h="438150">
                  <a:moveTo>
                    <a:pt x="541807" y="407327"/>
                  </a:moveTo>
                  <a:lnTo>
                    <a:pt x="539762" y="404787"/>
                  </a:lnTo>
                  <a:lnTo>
                    <a:pt x="540397" y="404075"/>
                  </a:lnTo>
                  <a:lnTo>
                    <a:pt x="540677" y="402894"/>
                  </a:lnTo>
                  <a:lnTo>
                    <a:pt x="538810" y="397700"/>
                  </a:lnTo>
                  <a:lnTo>
                    <a:pt x="533158" y="399173"/>
                  </a:lnTo>
                  <a:lnTo>
                    <a:pt x="534238" y="402729"/>
                  </a:lnTo>
                  <a:lnTo>
                    <a:pt x="532409" y="402971"/>
                  </a:lnTo>
                  <a:lnTo>
                    <a:pt x="530733" y="404050"/>
                  </a:lnTo>
                  <a:lnTo>
                    <a:pt x="529577" y="410832"/>
                  </a:lnTo>
                  <a:lnTo>
                    <a:pt x="531914" y="413512"/>
                  </a:lnTo>
                  <a:lnTo>
                    <a:pt x="531114" y="413512"/>
                  </a:lnTo>
                  <a:lnTo>
                    <a:pt x="526491" y="413512"/>
                  </a:lnTo>
                  <a:lnTo>
                    <a:pt x="526491" y="420687"/>
                  </a:lnTo>
                  <a:lnTo>
                    <a:pt x="535724" y="420687"/>
                  </a:lnTo>
                  <a:lnTo>
                    <a:pt x="535724" y="413842"/>
                  </a:lnTo>
                  <a:lnTo>
                    <a:pt x="537540" y="413042"/>
                  </a:lnTo>
                  <a:lnTo>
                    <a:pt x="540550" y="411721"/>
                  </a:lnTo>
                  <a:lnTo>
                    <a:pt x="541807" y="407327"/>
                  </a:lnTo>
                  <a:close/>
                </a:path>
                <a:path w="890270" h="438150">
                  <a:moveTo>
                    <a:pt x="559015" y="417652"/>
                  </a:moveTo>
                  <a:lnTo>
                    <a:pt x="558266" y="416496"/>
                  </a:lnTo>
                  <a:lnTo>
                    <a:pt x="557961" y="413778"/>
                  </a:lnTo>
                  <a:lnTo>
                    <a:pt x="555053" y="411149"/>
                  </a:lnTo>
                  <a:lnTo>
                    <a:pt x="551256" y="413842"/>
                  </a:lnTo>
                  <a:lnTo>
                    <a:pt x="550430" y="414870"/>
                  </a:lnTo>
                  <a:lnTo>
                    <a:pt x="548322" y="416763"/>
                  </a:lnTo>
                  <a:lnTo>
                    <a:pt x="548068" y="418185"/>
                  </a:lnTo>
                  <a:lnTo>
                    <a:pt x="547941" y="419227"/>
                  </a:lnTo>
                  <a:lnTo>
                    <a:pt x="549871" y="421792"/>
                  </a:lnTo>
                  <a:lnTo>
                    <a:pt x="550697" y="422376"/>
                  </a:lnTo>
                  <a:lnTo>
                    <a:pt x="554621" y="423913"/>
                  </a:lnTo>
                  <a:lnTo>
                    <a:pt x="557339" y="421906"/>
                  </a:lnTo>
                  <a:lnTo>
                    <a:pt x="558152" y="419227"/>
                  </a:lnTo>
                  <a:lnTo>
                    <a:pt x="558241" y="418426"/>
                  </a:lnTo>
                  <a:lnTo>
                    <a:pt x="558711" y="418185"/>
                  </a:lnTo>
                  <a:lnTo>
                    <a:pt x="559015" y="417652"/>
                  </a:lnTo>
                  <a:close/>
                </a:path>
                <a:path w="890270" h="438150">
                  <a:moveTo>
                    <a:pt x="560946" y="389242"/>
                  </a:moveTo>
                  <a:lnTo>
                    <a:pt x="560336" y="384378"/>
                  </a:lnTo>
                  <a:lnTo>
                    <a:pt x="557110" y="382016"/>
                  </a:lnTo>
                  <a:lnTo>
                    <a:pt x="552437" y="378574"/>
                  </a:lnTo>
                  <a:lnTo>
                    <a:pt x="548703" y="381088"/>
                  </a:lnTo>
                  <a:lnTo>
                    <a:pt x="548995" y="390867"/>
                  </a:lnTo>
                  <a:lnTo>
                    <a:pt x="553440" y="393636"/>
                  </a:lnTo>
                  <a:lnTo>
                    <a:pt x="560946" y="389242"/>
                  </a:lnTo>
                  <a:close/>
                </a:path>
                <a:path w="890270" h="438150">
                  <a:moveTo>
                    <a:pt x="584365" y="433616"/>
                  </a:moveTo>
                  <a:lnTo>
                    <a:pt x="582549" y="428485"/>
                  </a:lnTo>
                  <a:lnTo>
                    <a:pt x="579653" y="426935"/>
                  </a:lnTo>
                  <a:lnTo>
                    <a:pt x="576973" y="427850"/>
                  </a:lnTo>
                  <a:lnTo>
                    <a:pt x="576948" y="425234"/>
                  </a:lnTo>
                  <a:lnTo>
                    <a:pt x="575856" y="422592"/>
                  </a:lnTo>
                  <a:lnTo>
                    <a:pt x="569823" y="417207"/>
                  </a:lnTo>
                  <a:lnTo>
                    <a:pt x="563638" y="417106"/>
                  </a:lnTo>
                  <a:lnTo>
                    <a:pt x="557593" y="424700"/>
                  </a:lnTo>
                  <a:lnTo>
                    <a:pt x="557390" y="428904"/>
                  </a:lnTo>
                  <a:lnTo>
                    <a:pt x="559485" y="432269"/>
                  </a:lnTo>
                  <a:lnTo>
                    <a:pt x="559879" y="433501"/>
                  </a:lnTo>
                  <a:lnTo>
                    <a:pt x="560717" y="434619"/>
                  </a:lnTo>
                  <a:lnTo>
                    <a:pt x="561860" y="435444"/>
                  </a:lnTo>
                  <a:lnTo>
                    <a:pt x="565353" y="437972"/>
                  </a:lnTo>
                  <a:lnTo>
                    <a:pt x="570509" y="437375"/>
                  </a:lnTo>
                  <a:lnTo>
                    <a:pt x="573786" y="434708"/>
                  </a:lnTo>
                  <a:lnTo>
                    <a:pt x="574154" y="435762"/>
                  </a:lnTo>
                  <a:lnTo>
                    <a:pt x="574840" y="436651"/>
                  </a:lnTo>
                  <a:lnTo>
                    <a:pt x="576656" y="437438"/>
                  </a:lnTo>
                  <a:lnTo>
                    <a:pt x="577126" y="437565"/>
                  </a:lnTo>
                  <a:lnTo>
                    <a:pt x="580834" y="437565"/>
                  </a:lnTo>
                  <a:lnTo>
                    <a:pt x="581571" y="437235"/>
                  </a:lnTo>
                  <a:lnTo>
                    <a:pt x="583387" y="435787"/>
                  </a:lnTo>
                  <a:lnTo>
                    <a:pt x="584365" y="433616"/>
                  </a:lnTo>
                  <a:close/>
                </a:path>
                <a:path w="890270" h="438150">
                  <a:moveTo>
                    <a:pt x="878027" y="434086"/>
                  </a:moveTo>
                  <a:lnTo>
                    <a:pt x="875576" y="434086"/>
                  </a:lnTo>
                  <a:lnTo>
                    <a:pt x="875576" y="435978"/>
                  </a:lnTo>
                  <a:lnTo>
                    <a:pt x="876808" y="435978"/>
                  </a:lnTo>
                  <a:lnTo>
                    <a:pt x="878027" y="435978"/>
                  </a:lnTo>
                  <a:lnTo>
                    <a:pt x="878027" y="434086"/>
                  </a:lnTo>
                  <a:close/>
                </a:path>
                <a:path w="890270" h="438150">
                  <a:moveTo>
                    <a:pt x="890181" y="405396"/>
                  </a:moveTo>
                  <a:lnTo>
                    <a:pt x="885037" y="403009"/>
                  </a:lnTo>
                  <a:lnTo>
                    <a:pt x="884555" y="402882"/>
                  </a:lnTo>
                  <a:lnTo>
                    <a:pt x="884085" y="402805"/>
                  </a:lnTo>
                  <a:lnTo>
                    <a:pt x="885215" y="401027"/>
                  </a:lnTo>
                  <a:lnTo>
                    <a:pt x="884453" y="398043"/>
                  </a:lnTo>
                  <a:lnTo>
                    <a:pt x="878535" y="398043"/>
                  </a:lnTo>
                  <a:lnTo>
                    <a:pt x="877989" y="402005"/>
                  </a:lnTo>
                  <a:lnTo>
                    <a:pt x="879983" y="403491"/>
                  </a:lnTo>
                  <a:lnTo>
                    <a:pt x="879119" y="404063"/>
                  </a:lnTo>
                  <a:lnTo>
                    <a:pt x="878459" y="404914"/>
                  </a:lnTo>
                  <a:lnTo>
                    <a:pt x="877455" y="410832"/>
                  </a:lnTo>
                  <a:lnTo>
                    <a:pt x="879792" y="413512"/>
                  </a:lnTo>
                  <a:lnTo>
                    <a:pt x="874369" y="413512"/>
                  </a:lnTo>
                  <a:lnTo>
                    <a:pt x="874369" y="420674"/>
                  </a:lnTo>
                  <a:lnTo>
                    <a:pt x="878979" y="420674"/>
                  </a:lnTo>
                  <a:lnTo>
                    <a:pt x="883602" y="420674"/>
                  </a:lnTo>
                  <a:lnTo>
                    <a:pt x="883602" y="413842"/>
                  </a:lnTo>
                  <a:lnTo>
                    <a:pt x="885405" y="413042"/>
                  </a:lnTo>
                  <a:lnTo>
                    <a:pt x="889025" y="411454"/>
                  </a:lnTo>
                  <a:lnTo>
                    <a:pt x="890181" y="405396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955402" y="7588967"/>
              <a:ext cx="391160" cy="520700"/>
            </a:xfrm>
            <a:custGeom>
              <a:avLst/>
              <a:gdLst/>
              <a:ahLst/>
              <a:cxnLst/>
              <a:rect l="l" t="t" r="r" b="b"/>
              <a:pathLst>
                <a:path w="391160" h="520700">
                  <a:moveTo>
                    <a:pt x="10325" y="434746"/>
                  </a:moveTo>
                  <a:lnTo>
                    <a:pt x="5168" y="434746"/>
                  </a:lnTo>
                  <a:lnTo>
                    <a:pt x="12" y="434746"/>
                  </a:lnTo>
                  <a:lnTo>
                    <a:pt x="0" y="442760"/>
                  </a:lnTo>
                  <a:lnTo>
                    <a:pt x="10325" y="442760"/>
                  </a:lnTo>
                  <a:lnTo>
                    <a:pt x="10325" y="434746"/>
                  </a:lnTo>
                  <a:close/>
                </a:path>
                <a:path w="391160" h="520700">
                  <a:moveTo>
                    <a:pt x="19050" y="447560"/>
                  </a:moveTo>
                  <a:lnTo>
                    <a:pt x="16891" y="446443"/>
                  </a:lnTo>
                  <a:lnTo>
                    <a:pt x="15011" y="448716"/>
                  </a:lnTo>
                  <a:lnTo>
                    <a:pt x="15011" y="449478"/>
                  </a:lnTo>
                  <a:lnTo>
                    <a:pt x="16903" y="451764"/>
                  </a:lnTo>
                  <a:lnTo>
                    <a:pt x="19050" y="450634"/>
                  </a:lnTo>
                  <a:lnTo>
                    <a:pt x="19050" y="449097"/>
                  </a:lnTo>
                  <a:lnTo>
                    <a:pt x="19050" y="447560"/>
                  </a:lnTo>
                  <a:close/>
                </a:path>
                <a:path w="391160" h="520700">
                  <a:moveTo>
                    <a:pt x="20167" y="443191"/>
                  </a:moveTo>
                  <a:lnTo>
                    <a:pt x="19875" y="443191"/>
                  </a:lnTo>
                  <a:lnTo>
                    <a:pt x="19583" y="443191"/>
                  </a:lnTo>
                  <a:lnTo>
                    <a:pt x="19583" y="443636"/>
                  </a:lnTo>
                  <a:lnTo>
                    <a:pt x="20167" y="443636"/>
                  </a:lnTo>
                  <a:lnTo>
                    <a:pt x="20167" y="443191"/>
                  </a:lnTo>
                  <a:close/>
                </a:path>
                <a:path w="391160" h="520700">
                  <a:moveTo>
                    <a:pt x="29743" y="426910"/>
                  </a:moveTo>
                  <a:lnTo>
                    <a:pt x="21945" y="429983"/>
                  </a:lnTo>
                  <a:lnTo>
                    <a:pt x="21932" y="433044"/>
                  </a:lnTo>
                  <a:lnTo>
                    <a:pt x="25095" y="434289"/>
                  </a:lnTo>
                  <a:lnTo>
                    <a:pt x="29705" y="436105"/>
                  </a:lnTo>
                  <a:lnTo>
                    <a:pt x="29743" y="426910"/>
                  </a:lnTo>
                  <a:close/>
                </a:path>
                <a:path w="391160" h="520700">
                  <a:moveTo>
                    <a:pt x="30454" y="353974"/>
                  </a:moveTo>
                  <a:lnTo>
                    <a:pt x="26289" y="348894"/>
                  </a:lnTo>
                  <a:lnTo>
                    <a:pt x="22631" y="350050"/>
                  </a:lnTo>
                  <a:lnTo>
                    <a:pt x="20535" y="355028"/>
                  </a:lnTo>
                  <a:lnTo>
                    <a:pt x="22440" y="357962"/>
                  </a:lnTo>
                  <a:lnTo>
                    <a:pt x="25298" y="357974"/>
                  </a:lnTo>
                  <a:lnTo>
                    <a:pt x="29337" y="358000"/>
                  </a:lnTo>
                  <a:lnTo>
                    <a:pt x="30454" y="353974"/>
                  </a:lnTo>
                  <a:close/>
                </a:path>
                <a:path w="391160" h="520700">
                  <a:moveTo>
                    <a:pt x="31546" y="485533"/>
                  </a:moveTo>
                  <a:lnTo>
                    <a:pt x="31127" y="484035"/>
                  </a:lnTo>
                  <a:lnTo>
                    <a:pt x="31076" y="483870"/>
                  </a:lnTo>
                  <a:lnTo>
                    <a:pt x="31026" y="483704"/>
                  </a:lnTo>
                  <a:lnTo>
                    <a:pt x="30772" y="482790"/>
                  </a:lnTo>
                  <a:lnTo>
                    <a:pt x="29679" y="482790"/>
                  </a:lnTo>
                  <a:lnTo>
                    <a:pt x="29451" y="483552"/>
                  </a:lnTo>
                  <a:lnTo>
                    <a:pt x="29375" y="483870"/>
                  </a:lnTo>
                  <a:lnTo>
                    <a:pt x="29324" y="484035"/>
                  </a:lnTo>
                  <a:lnTo>
                    <a:pt x="28905" y="485533"/>
                  </a:lnTo>
                  <a:lnTo>
                    <a:pt x="31546" y="485533"/>
                  </a:lnTo>
                  <a:close/>
                </a:path>
                <a:path w="391160" h="520700">
                  <a:moveTo>
                    <a:pt x="33235" y="500659"/>
                  </a:moveTo>
                  <a:lnTo>
                    <a:pt x="32702" y="499833"/>
                  </a:lnTo>
                  <a:lnTo>
                    <a:pt x="32562" y="499630"/>
                  </a:lnTo>
                  <a:lnTo>
                    <a:pt x="32435" y="499414"/>
                  </a:lnTo>
                  <a:lnTo>
                    <a:pt x="32296" y="499224"/>
                  </a:lnTo>
                  <a:lnTo>
                    <a:pt x="31254" y="497611"/>
                  </a:lnTo>
                  <a:lnTo>
                    <a:pt x="29146" y="499872"/>
                  </a:lnTo>
                  <a:lnTo>
                    <a:pt x="30734" y="500786"/>
                  </a:lnTo>
                  <a:lnTo>
                    <a:pt x="31153" y="501027"/>
                  </a:lnTo>
                  <a:lnTo>
                    <a:pt x="32181" y="501624"/>
                  </a:lnTo>
                  <a:lnTo>
                    <a:pt x="33235" y="500659"/>
                  </a:lnTo>
                  <a:close/>
                </a:path>
                <a:path w="391160" h="520700">
                  <a:moveTo>
                    <a:pt x="34074" y="396989"/>
                  </a:moveTo>
                  <a:lnTo>
                    <a:pt x="31165" y="395338"/>
                  </a:lnTo>
                  <a:lnTo>
                    <a:pt x="27495" y="393255"/>
                  </a:lnTo>
                  <a:lnTo>
                    <a:pt x="24726" y="399376"/>
                  </a:lnTo>
                  <a:lnTo>
                    <a:pt x="32054" y="401764"/>
                  </a:lnTo>
                  <a:lnTo>
                    <a:pt x="34074" y="396989"/>
                  </a:lnTo>
                  <a:close/>
                </a:path>
                <a:path w="391160" h="520700">
                  <a:moveTo>
                    <a:pt x="36449" y="449516"/>
                  </a:moveTo>
                  <a:lnTo>
                    <a:pt x="32842" y="446887"/>
                  </a:lnTo>
                  <a:lnTo>
                    <a:pt x="29260" y="447763"/>
                  </a:lnTo>
                  <a:lnTo>
                    <a:pt x="23456" y="449186"/>
                  </a:lnTo>
                  <a:lnTo>
                    <a:pt x="23456" y="457288"/>
                  </a:lnTo>
                  <a:lnTo>
                    <a:pt x="32829" y="459600"/>
                  </a:lnTo>
                  <a:lnTo>
                    <a:pt x="36449" y="456984"/>
                  </a:lnTo>
                  <a:lnTo>
                    <a:pt x="36449" y="449516"/>
                  </a:lnTo>
                  <a:close/>
                </a:path>
                <a:path w="391160" h="520700">
                  <a:moveTo>
                    <a:pt x="37249" y="314109"/>
                  </a:moveTo>
                  <a:lnTo>
                    <a:pt x="34899" y="313448"/>
                  </a:lnTo>
                  <a:lnTo>
                    <a:pt x="34683" y="313385"/>
                  </a:lnTo>
                  <a:lnTo>
                    <a:pt x="34467" y="313334"/>
                  </a:lnTo>
                  <a:lnTo>
                    <a:pt x="33667" y="313105"/>
                  </a:lnTo>
                  <a:lnTo>
                    <a:pt x="33020" y="313690"/>
                  </a:lnTo>
                  <a:lnTo>
                    <a:pt x="33362" y="314718"/>
                  </a:lnTo>
                  <a:lnTo>
                    <a:pt x="33439" y="314921"/>
                  </a:lnTo>
                  <a:lnTo>
                    <a:pt x="34264" y="317373"/>
                  </a:lnTo>
                  <a:lnTo>
                    <a:pt x="37249" y="314109"/>
                  </a:lnTo>
                  <a:close/>
                </a:path>
                <a:path w="391160" h="520700">
                  <a:moveTo>
                    <a:pt x="40932" y="280911"/>
                  </a:moveTo>
                  <a:lnTo>
                    <a:pt x="40398" y="278866"/>
                  </a:lnTo>
                  <a:lnTo>
                    <a:pt x="37350" y="276631"/>
                  </a:lnTo>
                  <a:lnTo>
                    <a:pt x="35941" y="276834"/>
                  </a:lnTo>
                  <a:lnTo>
                    <a:pt x="33477" y="278104"/>
                  </a:lnTo>
                  <a:lnTo>
                    <a:pt x="33121" y="279552"/>
                  </a:lnTo>
                  <a:lnTo>
                    <a:pt x="33401" y="281000"/>
                  </a:lnTo>
                  <a:lnTo>
                    <a:pt x="32639" y="284416"/>
                  </a:lnTo>
                  <a:lnTo>
                    <a:pt x="38061" y="286575"/>
                  </a:lnTo>
                  <a:lnTo>
                    <a:pt x="39751" y="283248"/>
                  </a:lnTo>
                  <a:lnTo>
                    <a:pt x="40932" y="280911"/>
                  </a:lnTo>
                  <a:close/>
                </a:path>
                <a:path w="391160" h="520700">
                  <a:moveTo>
                    <a:pt x="52108" y="350037"/>
                  </a:moveTo>
                  <a:lnTo>
                    <a:pt x="48437" y="344385"/>
                  </a:lnTo>
                  <a:lnTo>
                    <a:pt x="45237" y="346925"/>
                  </a:lnTo>
                  <a:lnTo>
                    <a:pt x="45046" y="346951"/>
                  </a:lnTo>
                  <a:lnTo>
                    <a:pt x="44792" y="346951"/>
                  </a:lnTo>
                  <a:lnTo>
                    <a:pt x="44551" y="347014"/>
                  </a:lnTo>
                  <a:lnTo>
                    <a:pt x="44310" y="347129"/>
                  </a:lnTo>
                  <a:lnTo>
                    <a:pt x="43116" y="347510"/>
                  </a:lnTo>
                  <a:lnTo>
                    <a:pt x="42456" y="348653"/>
                  </a:lnTo>
                  <a:lnTo>
                    <a:pt x="42735" y="349885"/>
                  </a:lnTo>
                  <a:lnTo>
                    <a:pt x="43040" y="351193"/>
                  </a:lnTo>
                  <a:lnTo>
                    <a:pt x="43827" y="351891"/>
                  </a:lnTo>
                  <a:lnTo>
                    <a:pt x="46101" y="352564"/>
                  </a:lnTo>
                  <a:lnTo>
                    <a:pt x="47205" y="352374"/>
                  </a:lnTo>
                  <a:lnTo>
                    <a:pt x="52108" y="350037"/>
                  </a:lnTo>
                  <a:close/>
                </a:path>
                <a:path w="391160" h="520700">
                  <a:moveTo>
                    <a:pt x="55638" y="434416"/>
                  </a:moveTo>
                  <a:lnTo>
                    <a:pt x="55295" y="432816"/>
                  </a:lnTo>
                  <a:lnTo>
                    <a:pt x="50927" y="430517"/>
                  </a:lnTo>
                  <a:lnTo>
                    <a:pt x="49225" y="431723"/>
                  </a:lnTo>
                  <a:lnTo>
                    <a:pt x="49009" y="433578"/>
                  </a:lnTo>
                  <a:lnTo>
                    <a:pt x="48717" y="436029"/>
                  </a:lnTo>
                  <a:lnTo>
                    <a:pt x="49555" y="437388"/>
                  </a:lnTo>
                  <a:lnTo>
                    <a:pt x="52578" y="438861"/>
                  </a:lnTo>
                  <a:lnTo>
                    <a:pt x="55029" y="438404"/>
                  </a:lnTo>
                  <a:lnTo>
                    <a:pt x="55422" y="435851"/>
                  </a:lnTo>
                  <a:lnTo>
                    <a:pt x="55638" y="434416"/>
                  </a:lnTo>
                  <a:close/>
                </a:path>
                <a:path w="391160" h="520700">
                  <a:moveTo>
                    <a:pt x="58750" y="323634"/>
                  </a:moveTo>
                  <a:lnTo>
                    <a:pt x="56680" y="322440"/>
                  </a:lnTo>
                  <a:lnTo>
                    <a:pt x="55943" y="322008"/>
                  </a:lnTo>
                  <a:lnTo>
                    <a:pt x="55372" y="321652"/>
                  </a:lnTo>
                  <a:lnTo>
                    <a:pt x="53352" y="321360"/>
                  </a:lnTo>
                  <a:lnTo>
                    <a:pt x="52133" y="322491"/>
                  </a:lnTo>
                  <a:lnTo>
                    <a:pt x="53390" y="324548"/>
                  </a:lnTo>
                  <a:lnTo>
                    <a:pt x="54038" y="325005"/>
                  </a:lnTo>
                  <a:lnTo>
                    <a:pt x="56692" y="326974"/>
                  </a:lnTo>
                  <a:lnTo>
                    <a:pt x="58750" y="323634"/>
                  </a:lnTo>
                  <a:close/>
                </a:path>
                <a:path w="391160" h="520700">
                  <a:moveTo>
                    <a:pt x="61556" y="469315"/>
                  </a:moveTo>
                  <a:lnTo>
                    <a:pt x="60553" y="467398"/>
                  </a:lnTo>
                  <a:lnTo>
                    <a:pt x="60121" y="466559"/>
                  </a:lnTo>
                  <a:lnTo>
                    <a:pt x="59601" y="465886"/>
                  </a:lnTo>
                  <a:lnTo>
                    <a:pt x="58039" y="464108"/>
                  </a:lnTo>
                  <a:lnTo>
                    <a:pt x="56337" y="465264"/>
                  </a:lnTo>
                  <a:lnTo>
                    <a:pt x="56896" y="467461"/>
                  </a:lnTo>
                  <a:lnTo>
                    <a:pt x="57188" y="468261"/>
                  </a:lnTo>
                  <a:lnTo>
                    <a:pt x="58648" y="471017"/>
                  </a:lnTo>
                  <a:lnTo>
                    <a:pt x="61556" y="469315"/>
                  </a:lnTo>
                  <a:close/>
                </a:path>
                <a:path w="391160" h="520700">
                  <a:moveTo>
                    <a:pt x="69278" y="347256"/>
                  </a:moveTo>
                  <a:lnTo>
                    <a:pt x="69049" y="346875"/>
                  </a:lnTo>
                  <a:lnTo>
                    <a:pt x="68783" y="347002"/>
                  </a:lnTo>
                  <a:lnTo>
                    <a:pt x="68414" y="347167"/>
                  </a:lnTo>
                  <a:lnTo>
                    <a:pt x="68059" y="347345"/>
                  </a:lnTo>
                  <a:lnTo>
                    <a:pt x="67691" y="347510"/>
                  </a:lnTo>
                  <a:lnTo>
                    <a:pt x="67437" y="347637"/>
                  </a:lnTo>
                  <a:lnTo>
                    <a:pt x="67665" y="348030"/>
                  </a:lnTo>
                  <a:lnTo>
                    <a:pt x="68275" y="347738"/>
                  </a:lnTo>
                  <a:lnTo>
                    <a:pt x="68643" y="347560"/>
                  </a:lnTo>
                  <a:lnTo>
                    <a:pt x="69278" y="347256"/>
                  </a:lnTo>
                  <a:close/>
                </a:path>
                <a:path w="391160" h="520700">
                  <a:moveTo>
                    <a:pt x="70243" y="385838"/>
                  </a:moveTo>
                  <a:lnTo>
                    <a:pt x="63195" y="385838"/>
                  </a:lnTo>
                  <a:lnTo>
                    <a:pt x="63195" y="391325"/>
                  </a:lnTo>
                  <a:lnTo>
                    <a:pt x="66713" y="391325"/>
                  </a:lnTo>
                  <a:lnTo>
                    <a:pt x="70243" y="391325"/>
                  </a:lnTo>
                  <a:lnTo>
                    <a:pt x="70243" y="385838"/>
                  </a:lnTo>
                  <a:close/>
                </a:path>
                <a:path w="391160" h="520700">
                  <a:moveTo>
                    <a:pt x="81419" y="382752"/>
                  </a:moveTo>
                  <a:lnTo>
                    <a:pt x="79248" y="382752"/>
                  </a:lnTo>
                  <a:lnTo>
                    <a:pt x="77076" y="382752"/>
                  </a:lnTo>
                  <a:lnTo>
                    <a:pt x="77063" y="386130"/>
                  </a:lnTo>
                  <a:lnTo>
                    <a:pt x="81419" y="386130"/>
                  </a:lnTo>
                  <a:lnTo>
                    <a:pt x="81419" y="382752"/>
                  </a:lnTo>
                  <a:close/>
                </a:path>
                <a:path w="391160" h="520700">
                  <a:moveTo>
                    <a:pt x="89204" y="329692"/>
                  </a:moveTo>
                  <a:lnTo>
                    <a:pt x="86537" y="328129"/>
                  </a:lnTo>
                  <a:lnTo>
                    <a:pt x="85255" y="330530"/>
                  </a:lnTo>
                  <a:lnTo>
                    <a:pt x="85140" y="330974"/>
                  </a:lnTo>
                  <a:lnTo>
                    <a:pt x="84886" y="332955"/>
                  </a:lnTo>
                  <a:lnTo>
                    <a:pt x="86550" y="333298"/>
                  </a:lnTo>
                  <a:lnTo>
                    <a:pt x="87325" y="332651"/>
                  </a:lnTo>
                  <a:lnTo>
                    <a:pt x="87807" y="332232"/>
                  </a:lnTo>
                  <a:lnTo>
                    <a:pt x="87960" y="332016"/>
                  </a:lnTo>
                  <a:lnTo>
                    <a:pt x="89204" y="329692"/>
                  </a:lnTo>
                  <a:close/>
                </a:path>
                <a:path w="391160" h="520700">
                  <a:moveTo>
                    <a:pt x="96608" y="403491"/>
                  </a:moveTo>
                  <a:lnTo>
                    <a:pt x="95643" y="403237"/>
                  </a:lnTo>
                  <a:lnTo>
                    <a:pt x="95465" y="403186"/>
                  </a:lnTo>
                  <a:lnTo>
                    <a:pt x="95300" y="403148"/>
                  </a:lnTo>
                  <a:lnTo>
                    <a:pt x="93726" y="402729"/>
                  </a:lnTo>
                  <a:lnTo>
                    <a:pt x="93713" y="405472"/>
                  </a:lnTo>
                  <a:lnTo>
                    <a:pt x="95643" y="404964"/>
                  </a:lnTo>
                  <a:lnTo>
                    <a:pt x="95808" y="404901"/>
                  </a:lnTo>
                  <a:lnTo>
                    <a:pt x="96608" y="404698"/>
                  </a:lnTo>
                  <a:lnTo>
                    <a:pt x="96608" y="403491"/>
                  </a:lnTo>
                  <a:close/>
                </a:path>
                <a:path w="391160" h="520700">
                  <a:moveTo>
                    <a:pt x="98666" y="362064"/>
                  </a:moveTo>
                  <a:lnTo>
                    <a:pt x="90347" y="362064"/>
                  </a:lnTo>
                  <a:lnTo>
                    <a:pt x="90335" y="368528"/>
                  </a:lnTo>
                  <a:lnTo>
                    <a:pt x="94500" y="368528"/>
                  </a:lnTo>
                  <a:lnTo>
                    <a:pt x="98653" y="368528"/>
                  </a:lnTo>
                  <a:lnTo>
                    <a:pt x="98666" y="362064"/>
                  </a:lnTo>
                  <a:close/>
                </a:path>
                <a:path w="391160" h="520700">
                  <a:moveTo>
                    <a:pt x="119964" y="392099"/>
                  </a:moveTo>
                  <a:lnTo>
                    <a:pt x="116928" y="388213"/>
                  </a:lnTo>
                  <a:lnTo>
                    <a:pt x="115252" y="389331"/>
                  </a:lnTo>
                  <a:lnTo>
                    <a:pt x="115608" y="390461"/>
                  </a:lnTo>
                  <a:lnTo>
                    <a:pt x="116636" y="393750"/>
                  </a:lnTo>
                  <a:lnTo>
                    <a:pt x="119964" y="392099"/>
                  </a:lnTo>
                  <a:close/>
                </a:path>
                <a:path w="391160" h="520700">
                  <a:moveTo>
                    <a:pt x="152374" y="35890"/>
                  </a:moveTo>
                  <a:lnTo>
                    <a:pt x="152095" y="34518"/>
                  </a:lnTo>
                  <a:lnTo>
                    <a:pt x="152057" y="34353"/>
                  </a:lnTo>
                  <a:lnTo>
                    <a:pt x="152019" y="34201"/>
                  </a:lnTo>
                  <a:lnTo>
                    <a:pt x="151993" y="34036"/>
                  </a:lnTo>
                  <a:lnTo>
                    <a:pt x="151841" y="33324"/>
                  </a:lnTo>
                  <a:lnTo>
                    <a:pt x="150710" y="33324"/>
                  </a:lnTo>
                  <a:lnTo>
                    <a:pt x="150558" y="34036"/>
                  </a:lnTo>
                  <a:lnTo>
                    <a:pt x="150469" y="34518"/>
                  </a:lnTo>
                  <a:lnTo>
                    <a:pt x="150190" y="35877"/>
                  </a:lnTo>
                  <a:lnTo>
                    <a:pt x="152374" y="35890"/>
                  </a:lnTo>
                  <a:close/>
                </a:path>
                <a:path w="391160" h="520700">
                  <a:moveTo>
                    <a:pt x="153466" y="14401"/>
                  </a:moveTo>
                  <a:lnTo>
                    <a:pt x="152107" y="12611"/>
                  </a:lnTo>
                  <a:lnTo>
                    <a:pt x="150482" y="10490"/>
                  </a:lnTo>
                  <a:lnTo>
                    <a:pt x="148805" y="10490"/>
                  </a:lnTo>
                  <a:lnTo>
                    <a:pt x="147739" y="11899"/>
                  </a:lnTo>
                  <a:lnTo>
                    <a:pt x="147180" y="12611"/>
                  </a:lnTo>
                  <a:lnTo>
                    <a:pt x="145834" y="14401"/>
                  </a:lnTo>
                  <a:lnTo>
                    <a:pt x="147688" y="16903"/>
                  </a:lnTo>
                  <a:lnTo>
                    <a:pt x="151599" y="16903"/>
                  </a:lnTo>
                  <a:lnTo>
                    <a:pt x="153466" y="14401"/>
                  </a:lnTo>
                  <a:close/>
                </a:path>
                <a:path w="391160" h="520700">
                  <a:moveTo>
                    <a:pt x="155079" y="0"/>
                  </a:moveTo>
                  <a:lnTo>
                    <a:pt x="144221" y="0"/>
                  </a:lnTo>
                  <a:lnTo>
                    <a:pt x="144208" y="8445"/>
                  </a:lnTo>
                  <a:lnTo>
                    <a:pt x="149644" y="8445"/>
                  </a:lnTo>
                  <a:lnTo>
                    <a:pt x="155067" y="8445"/>
                  </a:lnTo>
                  <a:lnTo>
                    <a:pt x="155079" y="0"/>
                  </a:lnTo>
                  <a:close/>
                </a:path>
                <a:path w="391160" h="520700">
                  <a:moveTo>
                    <a:pt x="158800" y="23990"/>
                  </a:moveTo>
                  <a:lnTo>
                    <a:pt x="153111" y="17665"/>
                  </a:lnTo>
                  <a:lnTo>
                    <a:pt x="148209" y="23622"/>
                  </a:lnTo>
                  <a:lnTo>
                    <a:pt x="152298" y="25958"/>
                  </a:lnTo>
                  <a:lnTo>
                    <a:pt x="155879" y="27978"/>
                  </a:lnTo>
                  <a:lnTo>
                    <a:pt x="158800" y="23990"/>
                  </a:lnTo>
                  <a:close/>
                </a:path>
                <a:path w="391160" h="520700">
                  <a:moveTo>
                    <a:pt x="160731" y="40335"/>
                  </a:moveTo>
                  <a:lnTo>
                    <a:pt x="157721" y="36055"/>
                  </a:lnTo>
                  <a:lnTo>
                    <a:pt x="155371" y="36982"/>
                  </a:lnTo>
                  <a:lnTo>
                    <a:pt x="154228" y="36639"/>
                  </a:lnTo>
                  <a:lnTo>
                    <a:pt x="152742" y="37528"/>
                  </a:lnTo>
                  <a:lnTo>
                    <a:pt x="152603" y="41071"/>
                  </a:lnTo>
                  <a:lnTo>
                    <a:pt x="154889" y="42722"/>
                  </a:lnTo>
                  <a:lnTo>
                    <a:pt x="160731" y="40335"/>
                  </a:lnTo>
                  <a:close/>
                </a:path>
                <a:path w="391160" h="520700">
                  <a:moveTo>
                    <a:pt x="179095" y="14833"/>
                  </a:moveTo>
                  <a:lnTo>
                    <a:pt x="177660" y="9512"/>
                  </a:lnTo>
                  <a:lnTo>
                    <a:pt x="176809" y="8458"/>
                  </a:lnTo>
                  <a:lnTo>
                    <a:pt x="174853" y="7124"/>
                  </a:lnTo>
                  <a:lnTo>
                    <a:pt x="174040" y="7010"/>
                  </a:lnTo>
                  <a:lnTo>
                    <a:pt x="173253" y="7112"/>
                  </a:lnTo>
                  <a:lnTo>
                    <a:pt x="172478" y="6985"/>
                  </a:lnTo>
                  <a:lnTo>
                    <a:pt x="165569" y="6464"/>
                  </a:lnTo>
                  <a:lnTo>
                    <a:pt x="164274" y="13233"/>
                  </a:lnTo>
                  <a:lnTo>
                    <a:pt x="167995" y="15468"/>
                  </a:lnTo>
                  <a:lnTo>
                    <a:pt x="170383" y="16929"/>
                  </a:lnTo>
                  <a:lnTo>
                    <a:pt x="175564" y="18199"/>
                  </a:lnTo>
                  <a:lnTo>
                    <a:pt x="179095" y="14833"/>
                  </a:lnTo>
                  <a:close/>
                </a:path>
                <a:path w="391160" h="520700">
                  <a:moveTo>
                    <a:pt x="179120" y="36906"/>
                  </a:moveTo>
                  <a:lnTo>
                    <a:pt x="176733" y="33096"/>
                  </a:lnTo>
                  <a:lnTo>
                    <a:pt x="173062" y="32689"/>
                  </a:lnTo>
                  <a:lnTo>
                    <a:pt x="169113" y="32258"/>
                  </a:lnTo>
                  <a:lnTo>
                    <a:pt x="167982" y="34798"/>
                  </a:lnTo>
                  <a:lnTo>
                    <a:pt x="169214" y="42367"/>
                  </a:lnTo>
                  <a:lnTo>
                    <a:pt x="174663" y="42887"/>
                  </a:lnTo>
                  <a:lnTo>
                    <a:pt x="179120" y="36906"/>
                  </a:lnTo>
                  <a:close/>
                </a:path>
                <a:path w="391160" h="520700">
                  <a:moveTo>
                    <a:pt x="186982" y="10210"/>
                  </a:moveTo>
                  <a:lnTo>
                    <a:pt x="186690" y="10210"/>
                  </a:lnTo>
                  <a:lnTo>
                    <a:pt x="186397" y="10210"/>
                  </a:lnTo>
                  <a:lnTo>
                    <a:pt x="186397" y="10655"/>
                  </a:lnTo>
                  <a:lnTo>
                    <a:pt x="186982" y="10655"/>
                  </a:lnTo>
                  <a:lnTo>
                    <a:pt x="186982" y="10210"/>
                  </a:lnTo>
                  <a:close/>
                </a:path>
                <a:path w="391160" h="520700">
                  <a:moveTo>
                    <a:pt x="190842" y="40601"/>
                  </a:moveTo>
                  <a:lnTo>
                    <a:pt x="184810" y="39738"/>
                  </a:lnTo>
                  <a:lnTo>
                    <a:pt x="183946" y="47866"/>
                  </a:lnTo>
                  <a:lnTo>
                    <a:pt x="189585" y="48653"/>
                  </a:lnTo>
                  <a:lnTo>
                    <a:pt x="190093" y="45364"/>
                  </a:lnTo>
                  <a:lnTo>
                    <a:pt x="190842" y="40601"/>
                  </a:lnTo>
                  <a:close/>
                </a:path>
                <a:path w="391160" h="520700">
                  <a:moveTo>
                    <a:pt x="201930" y="19608"/>
                  </a:moveTo>
                  <a:lnTo>
                    <a:pt x="197586" y="19608"/>
                  </a:lnTo>
                  <a:lnTo>
                    <a:pt x="197573" y="22987"/>
                  </a:lnTo>
                  <a:lnTo>
                    <a:pt x="199758" y="22987"/>
                  </a:lnTo>
                  <a:lnTo>
                    <a:pt x="201930" y="22987"/>
                  </a:lnTo>
                  <a:lnTo>
                    <a:pt x="201930" y="19608"/>
                  </a:lnTo>
                  <a:close/>
                </a:path>
                <a:path w="391160" h="520700">
                  <a:moveTo>
                    <a:pt x="208051" y="8597"/>
                  </a:moveTo>
                  <a:lnTo>
                    <a:pt x="198005" y="8597"/>
                  </a:lnTo>
                  <a:lnTo>
                    <a:pt x="197993" y="11798"/>
                  </a:lnTo>
                  <a:lnTo>
                    <a:pt x="197815" y="11531"/>
                  </a:lnTo>
                  <a:lnTo>
                    <a:pt x="197383" y="10871"/>
                  </a:lnTo>
                  <a:lnTo>
                    <a:pt x="197104" y="10502"/>
                  </a:lnTo>
                  <a:lnTo>
                    <a:pt x="193306" y="7239"/>
                  </a:lnTo>
                  <a:lnTo>
                    <a:pt x="188125" y="10871"/>
                  </a:lnTo>
                  <a:lnTo>
                    <a:pt x="191300" y="16649"/>
                  </a:lnTo>
                  <a:lnTo>
                    <a:pt x="192646" y="17195"/>
                  </a:lnTo>
                  <a:lnTo>
                    <a:pt x="196202" y="17564"/>
                  </a:lnTo>
                  <a:lnTo>
                    <a:pt x="197764" y="16014"/>
                  </a:lnTo>
                  <a:lnTo>
                    <a:pt x="197993" y="15290"/>
                  </a:lnTo>
                  <a:lnTo>
                    <a:pt x="197993" y="16408"/>
                  </a:lnTo>
                  <a:lnTo>
                    <a:pt x="203022" y="16408"/>
                  </a:lnTo>
                  <a:lnTo>
                    <a:pt x="208038" y="16408"/>
                  </a:lnTo>
                  <a:lnTo>
                    <a:pt x="208051" y="8597"/>
                  </a:lnTo>
                  <a:close/>
                </a:path>
                <a:path w="391160" h="520700">
                  <a:moveTo>
                    <a:pt x="218020" y="64528"/>
                  </a:moveTo>
                  <a:lnTo>
                    <a:pt x="217436" y="64528"/>
                  </a:lnTo>
                  <a:lnTo>
                    <a:pt x="217436" y="64973"/>
                  </a:lnTo>
                  <a:lnTo>
                    <a:pt x="217728" y="64973"/>
                  </a:lnTo>
                  <a:lnTo>
                    <a:pt x="218020" y="64973"/>
                  </a:lnTo>
                  <a:lnTo>
                    <a:pt x="218020" y="64528"/>
                  </a:lnTo>
                  <a:close/>
                </a:path>
                <a:path w="391160" h="520700">
                  <a:moveTo>
                    <a:pt x="218236" y="47091"/>
                  </a:moveTo>
                  <a:lnTo>
                    <a:pt x="218224" y="44094"/>
                  </a:lnTo>
                  <a:lnTo>
                    <a:pt x="211340" y="41148"/>
                  </a:lnTo>
                  <a:lnTo>
                    <a:pt x="209207" y="43027"/>
                  </a:lnTo>
                  <a:lnTo>
                    <a:pt x="211556" y="47828"/>
                  </a:lnTo>
                  <a:lnTo>
                    <a:pt x="212509" y="49784"/>
                  </a:lnTo>
                  <a:lnTo>
                    <a:pt x="215417" y="49987"/>
                  </a:lnTo>
                  <a:lnTo>
                    <a:pt x="218236" y="47091"/>
                  </a:lnTo>
                  <a:close/>
                </a:path>
                <a:path w="391160" h="520700">
                  <a:moveTo>
                    <a:pt x="237109" y="488099"/>
                  </a:moveTo>
                  <a:lnTo>
                    <a:pt x="232968" y="486194"/>
                  </a:lnTo>
                  <a:lnTo>
                    <a:pt x="231648" y="485571"/>
                  </a:lnTo>
                  <a:lnTo>
                    <a:pt x="230797" y="485406"/>
                  </a:lnTo>
                  <a:lnTo>
                    <a:pt x="229933" y="485394"/>
                  </a:lnTo>
                  <a:lnTo>
                    <a:pt x="230301" y="484060"/>
                  </a:lnTo>
                  <a:lnTo>
                    <a:pt x="229692" y="482473"/>
                  </a:lnTo>
                  <a:lnTo>
                    <a:pt x="226390" y="481469"/>
                  </a:lnTo>
                  <a:lnTo>
                    <a:pt x="225615" y="481672"/>
                  </a:lnTo>
                  <a:lnTo>
                    <a:pt x="225031" y="482104"/>
                  </a:lnTo>
                  <a:lnTo>
                    <a:pt x="222935" y="481457"/>
                  </a:lnTo>
                  <a:lnTo>
                    <a:pt x="220230" y="482968"/>
                  </a:lnTo>
                  <a:lnTo>
                    <a:pt x="221907" y="487629"/>
                  </a:lnTo>
                  <a:lnTo>
                    <a:pt x="222961" y="488581"/>
                  </a:lnTo>
                  <a:lnTo>
                    <a:pt x="224739" y="488581"/>
                  </a:lnTo>
                  <a:lnTo>
                    <a:pt x="225310" y="488403"/>
                  </a:lnTo>
                  <a:lnTo>
                    <a:pt x="225196" y="488683"/>
                  </a:lnTo>
                  <a:lnTo>
                    <a:pt x="224370" y="493534"/>
                  </a:lnTo>
                  <a:lnTo>
                    <a:pt x="226707" y="496214"/>
                  </a:lnTo>
                  <a:lnTo>
                    <a:pt x="225894" y="496214"/>
                  </a:lnTo>
                  <a:lnTo>
                    <a:pt x="221284" y="496214"/>
                  </a:lnTo>
                  <a:lnTo>
                    <a:pt x="221284" y="503389"/>
                  </a:lnTo>
                  <a:lnTo>
                    <a:pt x="230517" y="503389"/>
                  </a:lnTo>
                  <a:lnTo>
                    <a:pt x="230517" y="496544"/>
                  </a:lnTo>
                  <a:lnTo>
                    <a:pt x="235940" y="494157"/>
                  </a:lnTo>
                  <a:lnTo>
                    <a:pt x="237109" y="488099"/>
                  </a:lnTo>
                  <a:close/>
                </a:path>
                <a:path w="391160" h="520700">
                  <a:moveTo>
                    <a:pt x="237337" y="34315"/>
                  </a:moveTo>
                  <a:lnTo>
                    <a:pt x="234810" y="30822"/>
                  </a:lnTo>
                  <a:lnTo>
                    <a:pt x="234137" y="30264"/>
                  </a:lnTo>
                  <a:lnTo>
                    <a:pt x="233248" y="29832"/>
                  </a:lnTo>
                  <a:lnTo>
                    <a:pt x="232029" y="28994"/>
                  </a:lnTo>
                  <a:lnTo>
                    <a:pt x="230530" y="28613"/>
                  </a:lnTo>
                  <a:lnTo>
                    <a:pt x="226288" y="29781"/>
                  </a:lnTo>
                  <a:lnTo>
                    <a:pt x="224193" y="32918"/>
                  </a:lnTo>
                  <a:lnTo>
                    <a:pt x="226364" y="39014"/>
                  </a:lnTo>
                  <a:lnTo>
                    <a:pt x="230352" y="41402"/>
                  </a:lnTo>
                  <a:lnTo>
                    <a:pt x="233680" y="39027"/>
                  </a:lnTo>
                  <a:lnTo>
                    <a:pt x="235800" y="37515"/>
                  </a:lnTo>
                  <a:lnTo>
                    <a:pt x="237337" y="34315"/>
                  </a:lnTo>
                  <a:close/>
                </a:path>
                <a:path w="391160" h="520700">
                  <a:moveTo>
                    <a:pt x="240144" y="66192"/>
                  </a:moveTo>
                  <a:lnTo>
                    <a:pt x="239941" y="64389"/>
                  </a:lnTo>
                  <a:lnTo>
                    <a:pt x="236855" y="60858"/>
                  </a:lnTo>
                  <a:lnTo>
                    <a:pt x="233921" y="61302"/>
                  </a:lnTo>
                  <a:lnTo>
                    <a:pt x="232587" y="63030"/>
                  </a:lnTo>
                  <a:lnTo>
                    <a:pt x="231787" y="64046"/>
                  </a:lnTo>
                  <a:lnTo>
                    <a:pt x="231622" y="65151"/>
                  </a:lnTo>
                  <a:lnTo>
                    <a:pt x="231889" y="66167"/>
                  </a:lnTo>
                  <a:lnTo>
                    <a:pt x="231889" y="66332"/>
                  </a:lnTo>
                  <a:lnTo>
                    <a:pt x="231838" y="66471"/>
                  </a:lnTo>
                  <a:lnTo>
                    <a:pt x="232054" y="68402"/>
                  </a:lnTo>
                  <a:lnTo>
                    <a:pt x="233337" y="69367"/>
                  </a:lnTo>
                  <a:lnTo>
                    <a:pt x="236308" y="70573"/>
                  </a:lnTo>
                  <a:lnTo>
                    <a:pt x="238455" y="69621"/>
                  </a:lnTo>
                  <a:lnTo>
                    <a:pt x="240144" y="66192"/>
                  </a:lnTo>
                  <a:close/>
                </a:path>
                <a:path w="391160" h="520700">
                  <a:moveTo>
                    <a:pt x="250431" y="28816"/>
                  </a:moveTo>
                  <a:lnTo>
                    <a:pt x="249199" y="24079"/>
                  </a:lnTo>
                  <a:lnTo>
                    <a:pt x="247510" y="22542"/>
                  </a:lnTo>
                  <a:lnTo>
                    <a:pt x="247002" y="22504"/>
                  </a:lnTo>
                  <a:lnTo>
                    <a:pt x="245643" y="22428"/>
                  </a:lnTo>
                  <a:lnTo>
                    <a:pt x="247904" y="22263"/>
                  </a:lnTo>
                  <a:lnTo>
                    <a:pt x="242557" y="22390"/>
                  </a:lnTo>
                  <a:lnTo>
                    <a:pt x="241223" y="22275"/>
                  </a:lnTo>
                  <a:lnTo>
                    <a:pt x="238937" y="24930"/>
                  </a:lnTo>
                  <a:lnTo>
                    <a:pt x="238937" y="30314"/>
                  </a:lnTo>
                  <a:lnTo>
                    <a:pt x="241211" y="32194"/>
                  </a:lnTo>
                  <a:lnTo>
                    <a:pt x="244690" y="32473"/>
                  </a:lnTo>
                  <a:lnTo>
                    <a:pt x="245491" y="32385"/>
                  </a:lnTo>
                  <a:lnTo>
                    <a:pt x="248754" y="31076"/>
                  </a:lnTo>
                  <a:lnTo>
                    <a:pt x="250431" y="28816"/>
                  </a:lnTo>
                  <a:close/>
                </a:path>
                <a:path w="391160" h="520700">
                  <a:moveTo>
                    <a:pt x="253161" y="500265"/>
                  </a:moveTo>
                  <a:lnTo>
                    <a:pt x="252755" y="496481"/>
                  </a:lnTo>
                  <a:lnTo>
                    <a:pt x="249847" y="493852"/>
                  </a:lnTo>
                  <a:lnTo>
                    <a:pt x="246049" y="496544"/>
                  </a:lnTo>
                  <a:lnTo>
                    <a:pt x="245211" y="497573"/>
                  </a:lnTo>
                  <a:lnTo>
                    <a:pt x="244208" y="498487"/>
                  </a:lnTo>
                  <a:lnTo>
                    <a:pt x="244157" y="498614"/>
                  </a:lnTo>
                  <a:lnTo>
                    <a:pt x="243357" y="498868"/>
                  </a:lnTo>
                  <a:lnTo>
                    <a:pt x="242760" y="499770"/>
                  </a:lnTo>
                  <a:lnTo>
                    <a:pt x="243243" y="500430"/>
                  </a:lnTo>
                  <a:lnTo>
                    <a:pt x="243052" y="501408"/>
                  </a:lnTo>
                  <a:lnTo>
                    <a:pt x="243128" y="502450"/>
                  </a:lnTo>
                  <a:lnTo>
                    <a:pt x="243674" y="503186"/>
                  </a:lnTo>
                  <a:lnTo>
                    <a:pt x="244665" y="504494"/>
                  </a:lnTo>
                  <a:lnTo>
                    <a:pt x="245491" y="505079"/>
                  </a:lnTo>
                  <a:lnTo>
                    <a:pt x="249415" y="506615"/>
                  </a:lnTo>
                  <a:lnTo>
                    <a:pt x="252120" y="504609"/>
                  </a:lnTo>
                  <a:lnTo>
                    <a:pt x="253149" y="501230"/>
                  </a:lnTo>
                  <a:lnTo>
                    <a:pt x="253161" y="500265"/>
                  </a:lnTo>
                  <a:close/>
                </a:path>
                <a:path w="391160" h="520700">
                  <a:moveTo>
                    <a:pt x="255739" y="471944"/>
                  </a:moveTo>
                  <a:lnTo>
                    <a:pt x="255117" y="467080"/>
                  </a:lnTo>
                  <a:lnTo>
                    <a:pt x="251904" y="464718"/>
                  </a:lnTo>
                  <a:lnTo>
                    <a:pt x="247230" y="461276"/>
                  </a:lnTo>
                  <a:lnTo>
                    <a:pt x="243484" y="463791"/>
                  </a:lnTo>
                  <a:lnTo>
                    <a:pt x="243776" y="473570"/>
                  </a:lnTo>
                  <a:lnTo>
                    <a:pt x="248234" y="476338"/>
                  </a:lnTo>
                  <a:lnTo>
                    <a:pt x="255739" y="471944"/>
                  </a:lnTo>
                  <a:close/>
                </a:path>
                <a:path w="391160" h="520700">
                  <a:moveTo>
                    <a:pt x="261442" y="77533"/>
                  </a:moveTo>
                  <a:lnTo>
                    <a:pt x="255739" y="77533"/>
                  </a:lnTo>
                  <a:lnTo>
                    <a:pt x="255727" y="81965"/>
                  </a:lnTo>
                  <a:lnTo>
                    <a:pt x="258584" y="81965"/>
                  </a:lnTo>
                  <a:lnTo>
                    <a:pt x="261429" y="81965"/>
                  </a:lnTo>
                  <a:lnTo>
                    <a:pt x="261442" y="77533"/>
                  </a:lnTo>
                  <a:close/>
                </a:path>
                <a:path w="391160" h="520700">
                  <a:moveTo>
                    <a:pt x="265963" y="31940"/>
                  </a:moveTo>
                  <a:lnTo>
                    <a:pt x="265671" y="31940"/>
                  </a:lnTo>
                  <a:lnTo>
                    <a:pt x="265366" y="31940"/>
                  </a:lnTo>
                  <a:lnTo>
                    <a:pt x="265366" y="32385"/>
                  </a:lnTo>
                  <a:lnTo>
                    <a:pt x="265963" y="32385"/>
                  </a:lnTo>
                  <a:lnTo>
                    <a:pt x="265963" y="31940"/>
                  </a:lnTo>
                  <a:close/>
                </a:path>
                <a:path w="391160" h="520700">
                  <a:moveTo>
                    <a:pt x="266204" y="49898"/>
                  </a:moveTo>
                  <a:lnTo>
                    <a:pt x="258597" y="49898"/>
                  </a:lnTo>
                  <a:lnTo>
                    <a:pt x="258597" y="55803"/>
                  </a:lnTo>
                  <a:lnTo>
                    <a:pt x="262394" y="55803"/>
                  </a:lnTo>
                  <a:lnTo>
                    <a:pt x="266204" y="55803"/>
                  </a:lnTo>
                  <a:lnTo>
                    <a:pt x="266204" y="49898"/>
                  </a:lnTo>
                  <a:close/>
                </a:path>
                <a:path w="391160" h="520700">
                  <a:moveTo>
                    <a:pt x="279158" y="516318"/>
                  </a:moveTo>
                  <a:lnTo>
                    <a:pt x="277342" y="511187"/>
                  </a:lnTo>
                  <a:lnTo>
                    <a:pt x="276148" y="510552"/>
                  </a:lnTo>
                  <a:lnTo>
                    <a:pt x="274447" y="509638"/>
                  </a:lnTo>
                  <a:lnTo>
                    <a:pt x="271767" y="510552"/>
                  </a:lnTo>
                  <a:lnTo>
                    <a:pt x="271741" y="507936"/>
                  </a:lnTo>
                  <a:lnTo>
                    <a:pt x="270649" y="505294"/>
                  </a:lnTo>
                  <a:lnTo>
                    <a:pt x="264617" y="499910"/>
                  </a:lnTo>
                  <a:lnTo>
                    <a:pt x="258432" y="499808"/>
                  </a:lnTo>
                  <a:lnTo>
                    <a:pt x="252387" y="507403"/>
                  </a:lnTo>
                  <a:lnTo>
                    <a:pt x="252171" y="511606"/>
                  </a:lnTo>
                  <a:lnTo>
                    <a:pt x="254279" y="514972"/>
                  </a:lnTo>
                  <a:lnTo>
                    <a:pt x="254673" y="516204"/>
                  </a:lnTo>
                  <a:lnTo>
                    <a:pt x="255511" y="517321"/>
                  </a:lnTo>
                  <a:lnTo>
                    <a:pt x="260146" y="520674"/>
                  </a:lnTo>
                  <a:lnTo>
                    <a:pt x="265290" y="520077"/>
                  </a:lnTo>
                  <a:lnTo>
                    <a:pt x="268579" y="517410"/>
                  </a:lnTo>
                  <a:lnTo>
                    <a:pt x="268859" y="518236"/>
                  </a:lnTo>
                  <a:lnTo>
                    <a:pt x="269379" y="518934"/>
                  </a:lnTo>
                  <a:lnTo>
                    <a:pt x="270141" y="519442"/>
                  </a:lnTo>
                  <a:lnTo>
                    <a:pt x="270065" y="520268"/>
                  </a:lnTo>
                  <a:lnTo>
                    <a:pt x="275526" y="520268"/>
                  </a:lnTo>
                  <a:lnTo>
                    <a:pt x="276326" y="519950"/>
                  </a:lnTo>
                  <a:lnTo>
                    <a:pt x="278180" y="518490"/>
                  </a:lnTo>
                  <a:lnTo>
                    <a:pt x="278663" y="517410"/>
                  </a:lnTo>
                  <a:lnTo>
                    <a:pt x="279158" y="516318"/>
                  </a:lnTo>
                  <a:close/>
                </a:path>
                <a:path w="391160" h="520700">
                  <a:moveTo>
                    <a:pt x="286118" y="52628"/>
                  </a:moveTo>
                  <a:lnTo>
                    <a:pt x="285826" y="52628"/>
                  </a:lnTo>
                  <a:lnTo>
                    <a:pt x="285521" y="52628"/>
                  </a:lnTo>
                  <a:lnTo>
                    <a:pt x="285521" y="53073"/>
                  </a:lnTo>
                  <a:lnTo>
                    <a:pt x="286118" y="53073"/>
                  </a:lnTo>
                  <a:lnTo>
                    <a:pt x="286118" y="52628"/>
                  </a:lnTo>
                  <a:close/>
                </a:path>
                <a:path w="391160" h="520700">
                  <a:moveTo>
                    <a:pt x="289877" y="62357"/>
                  </a:moveTo>
                  <a:lnTo>
                    <a:pt x="286232" y="58267"/>
                  </a:lnTo>
                  <a:lnTo>
                    <a:pt x="285229" y="57912"/>
                  </a:lnTo>
                  <a:lnTo>
                    <a:pt x="283159" y="55105"/>
                  </a:lnTo>
                  <a:lnTo>
                    <a:pt x="278422" y="55460"/>
                  </a:lnTo>
                  <a:lnTo>
                    <a:pt x="278980" y="61417"/>
                  </a:lnTo>
                  <a:lnTo>
                    <a:pt x="279857" y="63373"/>
                  </a:lnTo>
                  <a:lnTo>
                    <a:pt x="281762" y="64516"/>
                  </a:lnTo>
                  <a:lnTo>
                    <a:pt x="284797" y="67411"/>
                  </a:lnTo>
                  <a:lnTo>
                    <a:pt x="289877" y="62357"/>
                  </a:lnTo>
                  <a:close/>
                </a:path>
                <a:path w="391160" h="520700">
                  <a:moveTo>
                    <a:pt x="312610" y="49212"/>
                  </a:moveTo>
                  <a:lnTo>
                    <a:pt x="310629" y="44907"/>
                  </a:lnTo>
                  <a:lnTo>
                    <a:pt x="308229" y="46469"/>
                  </a:lnTo>
                  <a:lnTo>
                    <a:pt x="304673" y="48768"/>
                  </a:lnTo>
                  <a:lnTo>
                    <a:pt x="305612" y="51460"/>
                  </a:lnTo>
                  <a:lnTo>
                    <a:pt x="307505" y="50850"/>
                  </a:lnTo>
                  <a:lnTo>
                    <a:pt x="312610" y="49212"/>
                  </a:lnTo>
                  <a:close/>
                </a:path>
                <a:path w="391160" h="520700">
                  <a:moveTo>
                    <a:pt x="312839" y="95529"/>
                  </a:moveTo>
                  <a:lnTo>
                    <a:pt x="307314" y="91516"/>
                  </a:lnTo>
                  <a:lnTo>
                    <a:pt x="300634" y="96456"/>
                  </a:lnTo>
                  <a:lnTo>
                    <a:pt x="300647" y="87947"/>
                  </a:lnTo>
                  <a:lnTo>
                    <a:pt x="288429" y="87947"/>
                  </a:lnTo>
                  <a:lnTo>
                    <a:pt x="288417" y="97421"/>
                  </a:lnTo>
                  <a:lnTo>
                    <a:pt x="294538" y="97421"/>
                  </a:lnTo>
                  <a:lnTo>
                    <a:pt x="299300" y="97421"/>
                  </a:lnTo>
                  <a:lnTo>
                    <a:pt x="299123" y="97561"/>
                  </a:lnTo>
                  <a:lnTo>
                    <a:pt x="299123" y="102273"/>
                  </a:lnTo>
                  <a:lnTo>
                    <a:pt x="302945" y="105105"/>
                  </a:lnTo>
                  <a:lnTo>
                    <a:pt x="307314" y="108331"/>
                  </a:lnTo>
                  <a:lnTo>
                    <a:pt x="312839" y="104330"/>
                  </a:lnTo>
                  <a:lnTo>
                    <a:pt x="312839" y="95529"/>
                  </a:lnTo>
                  <a:close/>
                </a:path>
                <a:path w="391160" h="520700">
                  <a:moveTo>
                    <a:pt x="316191" y="83058"/>
                  </a:moveTo>
                  <a:lnTo>
                    <a:pt x="315366" y="83058"/>
                  </a:lnTo>
                  <a:lnTo>
                    <a:pt x="315366" y="83693"/>
                  </a:lnTo>
                  <a:lnTo>
                    <a:pt x="315772" y="83693"/>
                  </a:lnTo>
                  <a:lnTo>
                    <a:pt x="316191" y="83693"/>
                  </a:lnTo>
                  <a:lnTo>
                    <a:pt x="316191" y="83058"/>
                  </a:lnTo>
                  <a:close/>
                </a:path>
                <a:path w="391160" h="520700">
                  <a:moveTo>
                    <a:pt x="321183" y="110312"/>
                  </a:moveTo>
                  <a:lnTo>
                    <a:pt x="319595" y="106730"/>
                  </a:lnTo>
                  <a:lnTo>
                    <a:pt x="318795" y="104940"/>
                  </a:lnTo>
                  <a:lnTo>
                    <a:pt x="317119" y="104940"/>
                  </a:lnTo>
                  <a:lnTo>
                    <a:pt x="314731" y="110312"/>
                  </a:lnTo>
                  <a:lnTo>
                    <a:pt x="321183" y="110312"/>
                  </a:lnTo>
                  <a:close/>
                </a:path>
                <a:path w="391160" h="520700">
                  <a:moveTo>
                    <a:pt x="323862" y="71183"/>
                  </a:moveTo>
                  <a:lnTo>
                    <a:pt x="322287" y="65417"/>
                  </a:lnTo>
                  <a:lnTo>
                    <a:pt x="318630" y="63588"/>
                  </a:lnTo>
                  <a:lnTo>
                    <a:pt x="314642" y="66357"/>
                  </a:lnTo>
                  <a:lnTo>
                    <a:pt x="313702" y="67386"/>
                  </a:lnTo>
                  <a:lnTo>
                    <a:pt x="313715" y="71869"/>
                  </a:lnTo>
                  <a:lnTo>
                    <a:pt x="315683" y="74206"/>
                  </a:lnTo>
                  <a:lnTo>
                    <a:pt x="318465" y="74206"/>
                  </a:lnTo>
                  <a:lnTo>
                    <a:pt x="321538" y="74206"/>
                  </a:lnTo>
                  <a:lnTo>
                    <a:pt x="323862" y="71183"/>
                  </a:lnTo>
                  <a:close/>
                </a:path>
                <a:path w="391160" h="520700">
                  <a:moveTo>
                    <a:pt x="328625" y="90297"/>
                  </a:moveTo>
                  <a:lnTo>
                    <a:pt x="328485" y="89776"/>
                  </a:lnTo>
                  <a:lnTo>
                    <a:pt x="328256" y="89293"/>
                  </a:lnTo>
                  <a:lnTo>
                    <a:pt x="327787" y="87795"/>
                  </a:lnTo>
                  <a:lnTo>
                    <a:pt x="326326" y="87058"/>
                  </a:lnTo>
                  <a:lnTo>
                    <a:pt x="324802" y="87109"/>
                  </a:lnTo>
                  <a:lnTo>
                    <a:pt x="324624" y="87083"/>
                  </a:lnTo>
                  <a:lnTo>
                    <a:pt x="322846" y="87249"/>
                  </a:lnTo>
                  <a:lnTo>
                    <a:pt x="321030" y="88430"/>
                  </a:lnTo>
                  <a:lnTo>
                    <a:pt x="320636" y="93103"/>
                  </a:lnTo>
                  <a:lnTo>
                    <a:pt x="322719" y="94449"/>
                  </a:lnTo>
                  <a:lnTo>
                    <a:pt x="324688" y="94691"/>
                  </a:lnTo>
                  <a:lnTo>
                    <a:pt x="326872" y="94957"/>
                  </a:lnTo>
                  <a:lnTo>
                    <a:pt x="328625" y="92786"/>
                  </a:lnTo>
                  <a:lnTo>
                    <a:pt x="328625" y="90297"/>
                  </a:lnTo>
                  <a:close/>
                </a:path>
                <a:path w="391160" h="520700">
                  <a:moveTo>
                    <a:pt x="333819" y="65913"/>
                  </a:moveTo>
                  <a:lnTo>
                    <a:pt x="333425" y="64465"/>
                  </a:lnTo>
                  <a:lnTo>
                    <a:pt x="327152" y="64452"/>
                  </a:lnTo>
                  <a:lnTo>
                    <a:pt x="330276" y="70383"/>
                  </a:lnTo>
                  <a:lnTo>
                    <a:pt x="332397" y="67703"/>
                  </a:lnTo>
                  <a:lnTo>
                    <a:pt x="333819" y="65913"/>
                  </a:lnTo>
                  <a:close/>
                </a:path>
                <a:path w="391160" h="520700">
                  <a:moveTo>
                    <a:pt x="340855" y="116928"/>
                  </a:moveTo>
                  <a:lnTo>
                    <a:pt x="337705" y="114439"/>
                  </a:lnTo>
                  <a:lnTo>
                    <a:pt x="329349" y="116840"/>
                  </a:lnTo>
                  <a:lnTo>
                    <a:pt x="330187" y="125069"/>
                  </a:lnTo>
                  <a:lnTo>
                    <a:pt x="335915" y="125069"/>
                  </a:lnTo>
                  <a:lnTo>
                    <a:pt x="338594" y="125069"/>
                  </a:lnTo>
                  <a:lnTo>
                    <a:pt x="340855" y="122796"/>
                  </a:lnTo>
                  <a:lnTo>
                    <a:pt x="340855" y="116928"/>
                  </a:lnTo>
                  <a:close/>
                </a:path>
                <a:path w="391160" h="520700">
                  <a:moveTo>
                    <a:pt x="347954" y="110566"/>
                  </a:moveTo>
                  <a:lnTo>
                    <a:pt x="345363" y="107988"/>
                  </a:lnTo>
                  <a:lnTo>
                    <a:pt x="343141" y="108991"/>
                  </a:lnTo>
                  <a:lnTo>
                    <a:pt x="343077" y="110794"/>
                  </a:lnTo>
                  <a:lnTo>
                    <a:pt x="343077" y="110959"/>
                  </a:lnTo>
                  <a:lnTo>
                    <a:pt x="343077" y="111137"/>
                  </a:lnTo>
                  <a:lnTo>
                    <a:pt x="343065" y="111302"/>
                  </a:lnTo>
                  <a:lnTo>
                    <a:pt x="343039" y="112166"/>
                  </a:lnTo>
                  <a:lnTo>
                    <a:pt x="343814" y="112877"/>
                  </a:lnTo>
                  <a:lnTo>
                    <a:pt x="344639" y="112877"/>
                  </a:lnTo>
                  <a:lnTo>
                    <a:pt x="344830" y="112890"/>
                  </a:lnTo>
                  <a:lnTo>
                    <a:pt x="345186" y="112890"/>
                  </a:lnTo>
                  <a:lnTo>
                    <a:pt x="347040" y="112941"/>
                  </a:lnTo>
                  <a:lnTo>
                    <a:pt x="347954" y="110566"/>
                  </a:lnTo>
                  <a:close/>
                </a:path>
                <a:path w="391160" h="520700">
                  <a:moveTo>
                    <a:pt x="348361" y="83172"/>
                  </a:moveTo>
                  <a:lnTo>
                    <a:pt x="343839" y="78562"/>
                  </a:lnTo>
                  <a:lnTo>
                    <a:pt x="340398" y="79336"/>
                  </a:lnTo>
                  <a:lnTo>
                    <a:pt x="338150" y="84658"/>
                  </a:lnTo>
                  <a:lnTo>
                    <a:pt x="340207" y="87160"/>
                  </a:lnTo>
                  <a:lnTo>
                    <a:pt x="342988" y="87426"/>
                  </a:lnTo>
                  <a:lnTo>
                    <a:pt x="346938" y="87820"/>
                  </a:lnTo>
                  <a:lnTo>
                    <a:pt x="348361" y="83172"/>
                  </a:lnTo>
                  <a:close/>
                </a:path>
                <a:path w="391160" h="520700">
                  <a:moveTo>
                    <a:pt x="351574" y="60515"/>
                  </a:moveTo>
                  <a:lnTo>
                    <a:pt x="343166" y="60515"/>
                  </a:lnTo>
                  <a:lnTo>
                    <a:pt x="343166" y="67056"/>
                  </a:lnTo>
                  <a:lnTo>
                    <a:pt x="347370" y="67056"/>
                  </a:lnTo>
                  <a:lnTo>
                    <a:pt x="351574" y="67056"/>
                  </a:lnTo>
                  <a:lnTo>
                    <a:pt x="351574" y="60515"/>
                  </a:lnTo>
                  <a:close/>
                </a:path>
                <a:path w="391160" h="520700">
                  <a:moveTo>
                    <a:pt x="362153" y="96507"/>
                  </a:moveTo>
                  <a:lnTo>
                    <a:pt x="359219" y="94945"/>
                  </a:lnTo>
                  <a:lnTo>
                    <a:pt x="358546" y="96964"/>
                  </a:lnTo>
                  <a:lnTo>
                    <a:pt x="357466" y="97993"/>
                  </a:lnTo>
                  <a:lnTo>
                    <a:pt x="356514" y="98348"/>
                  </a:lnTo>
                  <a:lnTo>
                    <a:pt x="356590" y="99910"/>
                  </a:lnTo>
                  <a:lnTo>
                    <a:pt x="357720" y="99860"/>
                  </a:lnTo>
                  <a:lnTo>
                    <a:pt x="359194" y="99796"/>
                  </a:lnTo>
                  <a:lnTo>
                    <a:pt x="360197" y="99212"/>
                  </a:lnTo>
                  <a:lnTo>
                    <a:pt x="361048" y="98018"/>
                  </a:lnTo>
                  <a:lnTo>
                    <a:pt x="362153" y="96507"/>
                  </a:lnTo>
                  <a:close/>
                </a:path>
                <a:path w="391160" h="520700">
                  <a:moveTo>
                    <a:pt x="364680" y="120103"/>
                  </a:moveTo>
                  <a:lnTo>
                    <a:pt x="362610" y="117716"/>
                  </a:lnTo>
                  <a:lnTo>
                    <a:pt x="360006" y="118427"/>
                  </a:lnTo>
                  <a:lnTo>
                    <a:pt x="357708" y="119049"/>
                  </a:lnTo>
                  <a:lnTo>
                    <a:pt x="356552" y="122377"/>
                  </a:lnTo>
                  <a:lnTo>
                    <a:pt x="360997" y="126174"/>
                  </a:lnTo>
                  <a:lnTo>
                    <a:pt x="363461" y="125907"/>
                  </a:lnTo>
                  <a:lnTo>
                    <a:pt x="364680" y="120103"/>
                  </a:lnTo>
                  <a:close/>
                </a:path>
                <a:path w="391160" h="520700">
                  <a:moveTo>
                    <a:pt x="371957" y="84658"/>
                  </a:moveTo>
                  <a:lnTo>
                    <a:pt x="368503" y="78765"/>
                  </a:lnTo>
                  <a:lnTo>
                    <a:pt x="366839" y="75920"/>
                  </a:lnTo>
                  <a:lnTo>
                    <a:pt x="363004" y="74904"/>
                  </a:lnTo>
                  <a:lnTo>
                    <a:pt x="356577" y="78651"/>
                  </a:lnTo>
                  <a:lnTo>
                    <a:pt x="356349" y="83223"/>
                  </a:lnTo>
                  <a:lnTo>
                    <a:pt x="363474" y="91452"/>
                  </a:lnTo>
                  <a:lnTo>
                    <a:pt x="371957" y="84658"/>
                  </a:lnTo>
                  <a:close/>
                </a:path>
                <a:path w="391160" h="520700">
                  <a:moveTo>
                    <a:pt x="373786" y="125069"/>
                  </a:moveTo>
                  <a:lnTo>
                    <a:pt x="373240" y="125069"/>
                  </a:lnTo>
                  <a:lnTo>
                    <a:pt x="373240" y="125488"/>
                  </a:lnTo>
                  <a:lnTo>
                    <a:pt x="373519" y="125488"/>
                  </a:lnTo>
                  <a:lnTo>
                    <a:pt x="373786" y="125488"/>
                  </a:lnTo>
                  <a:lnTo>
                    <a:pt x="373786" y="125069"/>
                  </a:lnTo>
                  <a:close/>
                </a:path>
                <a:path w="391160" h="520700">
                  <a:moveTo>
                    <a:pt x="373811" y="94526"/>
                  </a:moveTo>
                  <a:lnTo>
                    <a:pt x="373519" y="94526"/>
                  </a:lnTo>
                  <a:lnTo>
                    <a:pt x="373227" y="94526"/>
                  </a:lnTo>
                  <a:lnTo>
                    <a:pt x="373227" y="94983"/>
                  </a:lnTo>
                  <a:lnTo>
                    <a:pt x="373811" y="94983"/>
                  </a:lnTo>
                  <a:lnTo>
                    <a:pt x="373811" y="94526"/>
                  </a:lnTo>
                  <a:close/>
                </a:path>
                <a:path w="391160" h="520700">
                  <a:moveTo>
                    <a:pt x="375551" y="95110"/>
                  </a:moveTo>
                  <a:lnTo>
                    <a:pt x="367131" y="95110"/>
                  </a:lnTo>
                  <a:lnTo>
                    <a:pt x="367131" y="101638"/>
                  </a:lnTo>
                  <a:lnTo>
                    <a:pt x="371335" y="101638"/>
                  </a:lnTo>
                  <a:lnTo>
                    <a:pt x="375551" y="101638"/>
                  </a:lnTo>
                  <a:lnTo>
                    <a:pt x="375551" y="95110"/>
                  </a:lnTo>
                  <a:close/>
                </a:path>
                <a:path w="391160" h="520700">
                  <a:moveTo>
                    <a:pt x="378015" y="61976"/>
                  </a:moveTo>
                  <a:lnTo>
                    <a:pt x="367969" y="61976"/>
                  </a:lnTo>
                  <a:lnTo>
                    <a:pt x="367957" y="69773"/>
                  </a:lnTo>
                  <a:lnTo>
                    <a:pt x="372986" y="69773"/>
                  </a:lnTo>
                  <a:lnTo>
                    <a:pt x="378002" y="69773"/>
                  </a:lnTo>
                  <a:lnTo>
                    <a:pt x="378015" y="61976"/>
                  </a:lnTo>
                  <a:close/>
                </a:path>
                <a:path w="391160" h="520700">
                  <a:moveTo>
                    <a:pt x="387045" y="102209"/>
                  </a:moveTo>
                  <a:lnTo>
                    <a:pt x="384771" y="96481"/>
                  </a:lnTo>
                  <a:lnTo>
                    <a:pt x="380072" y="101612"/>
                  </a:lnTo>
                  <a:lnTo>
                    <a:pt x="383882" y="102895"/>
                  </a:lnTo>
                  <a:lnTo>
                    <a:pt x="385648" y="103492"/>
                  </a:lnTo>
                  <a:lnTo>
                    <a:pt x="387045" y="102209"/>
                  </a:lnTo>
                  <a:close/>
                </a:path>
                <a:path w="391160" h="520700">
                  <a:moveTo>
                    <a:pt x="390677" y="120688"/>
                  </a:moveTo>
                  <a:lnTo>
                    <a:pt x="386867" y="120688"/>
                  </a:lnTo>
                  <a:lnTo>
                    <a:pt x="386867" y="123647"/>
                  </a:lnTo>
                  <a:lnTo>
                    <a:pt x="388772" y="123647"/>
                  </a:lnTo>
                  <a:lnTo>
                    <a:pt x="390664" y="123647"/>
                  </a:lnTo>
                  <a:lnTo>
                    <a:pt x="390677" y="120688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903688" y="7781270"/>
              <a:ext cx="237490" cy="323215"/>
            </a:xfrm>
            <a:custGeom>
              <a:avLst/>
              <a:gdLst/>
              <a:ahLst/>
              <a:cxnLst/>
              <a:rect l="l" t="t" r="r" b="b"/>
              <a:pathLst>
                <a:path w="237489" h="323215">
                  <a:moveTo>
                    <a:pt x="3797" y="0"/>
                  </a:moveTo>
                  <a:lnTo>
                    <a:pt x="3213" y="0"/>
                  </a:lnTo>
                  <a:lnTo>
                    <a:pt x="3213" y="444"/>
                  </a:lnTo>
                  <a:lnTo>
                    <a:pt x="3505" y="444"/>
                  </a:lnTo>
                  <a:lnTo>
                    <a:pt x="3797" y="444"/>
                  </a:lnTo>
                  <a:lnTo>
                    <a:pt x="3797" y="0"/>
                  </a:lnTo>
                  <a:close/>
                </a:path>
                <a:path w="237489" h="323215">
                  <a:moveTo>
                    <a:pt x="8585" y="44043"/>
                  </a:moveTo>
                  <a:lnTo>
                    <a:pt x="8229" y="44043"/>
                  </a:lnTo>
                  <a:lnTo>
                    <a:pt x="8229" y="44335"/>
                  </a:lnTo>
                  <a:lnTo>
                    <a:pt x="8407" y="44335"/>
                  </a:lnTo>
                  <a:lnTo>
                    <a:pt x="8585" y="44335"/>
                  </a:lnTo>
                  <a:lnTo>
                    <a:pt x="8585" y="44043"/>
                  </a:lnTo>
                  <a:close/>
                </a:path>
                <a:path w="237489" h="323215">
                  <a:moveTo>
                    <a:pt x="9144" y="100203"/>
                  </a:moveTo>
                  <a:lnTo>
                    <a:pt x="8712" y="99174"/>
                  </a:lnTo>
                  <a:lnTo>
                    <a:pt x="8369" y="98361"/>
                  </a:lnTo>
                  <a:lnTo>
                    <a:pt x="8102" y="97891"/>
                  </a:lnTo>
                  <a:lnTo>
                    <a:pt x="5854" y="95504"/>
                  </a:lnTo>
                  <a:lnTo>
                    <a:pt x="3111" y="98323"/>
                  </a:lnTo>
                  <a:lnTo>
                    <a:pt x="5588" y="100406"/>
                  </a:lnTo>
                  <a:lnTo>
                    <a:pt x="6045" y="100698"/>
                  </a:lnTo>
                  <a:lnTo>
                    <a:pt x="7886" y="101333"/>
                  </a:lnTo>
                  <a:lnTo>
                    <a:pt x="9144" y="100203"/>
                  </a:lnTo>
                  <a:close/>
                </a:path>
                <a:path w="237489" h="323215">
                  <a:moveTo>
                    <a:pt x="9512" y="69545"/>
                  </a:moveTo>
                  <a:lnTo>
                    <a:pt x="7556" y="66687"/>
                  </a:lnTo>
                  <a:lnTo>
                    <a:pt x="7493" y="65976"/>
                  </a:lnTo>
                  <a:lnTo>
                    <a:pt x="7073" y="65303"/>
                  </a:lnTo>
                  <a:lnTo>
                    <a:pt x="3073" y="64147"/>
                  </a:lnTo>
                  <a:lnTo>
                    <a:pt x="0" y="68287"/>
                  </a:lnTo>
                  <a:lnTo>
                    <a:pt x="5245" y="72682"/>
                  </a:lnTo>
                  <a:lnTo>
                    <a:pt x="9512" y="69545"/>
                  </a:lnTo>
                  <a:close/>
                </a:path>
                <a:path w="237489" h="323215">
                  <a:moveTo>
                    <a:pt x="9931" y="117284"/>
                  </a:moveTo>
                  <a:lnTo>
                    <a:pt x="9474" y="115671"/>
                  </a:lnTo>
                  <a:lnTo>
                    <a:pt x="8813" y="113284"/>
                  </a:lnTo>
                  <a:lnTo>
                    <a:pt x="5143" y="114655"/>
                  </a:lnTo>
                  <a:lnTo>
                    <a:pt x="6261" y="117017"/>
                  </a:lnTo>
                  <a:lnTo>
                    <a:pt x="6057" y="116928"/>
                  </a:lnTo>
                  <a:lnTo>
                    <a:pt x="6083" y="117386"/>
                  </a:lnTo>
                  <a:lnTo>
                    <a:pt x="5956" y="118211"/>
                  </a:lnTo>
                  <a:lnTo>
                    <a:pt x="6413" y="119062"/>
                  </a:lnTo>
                  <a:lnTo>
                    <a:pt x="9220" y="119062"/>
                  </a:lnTo>
                  <a:lnTo>
                    <a:pt x="9931" y="117284"/>
                  </a:lnTo>
                  <a:close/>
                </a:path>
                <a:path w="237489" h="323215">
                  <a:moveTo>
                    <a:pt x="11303" y="14097"/>
                  </a:moveTo>
                  <a:lnTo>
                    <a:pt x="9918" y="11264"/>
                  </a:lnTo>
                  <a:lnTo>
                    <a:pt x="8851" y="9093"/>
                  </a:lnTo>
                  <a:lnTo>
                    <a:pt x="7289" y="9537"/>
                  </a:lnTo>
                  <a:lnTo>
                    <a:pt x="7353" y="10566"/>
                  </a:lnTo>
                  <a:lnTo>
                    <a:pt x="7607" y="15024"/>
                  </a:lnTo>
                  <a:lnTo>
                    <a:pt x="11303" y="14097"/>
                  </a:lnTo>
                  <a:close/>
                </a:path>
                <a:path w="237489" h="323215">
                  <a:moveTo>
                    <a:pt x="14033" y="142290"/>
                  </a:moveTo>
                  <a:lnTo>
                    <a:pt x="8242" y="142290"/>
                  </a:lnTo>
                  <a:lnTo>
                    <a:pt x="8229" y="146799"/>
                  </a:lnTo>
                  <a:lnTo>
                    <a:pt x="11125" y="146799"/>
                  </a:lnTo>
                  <a:lnTo>
                    <a:pt x="14020" y="146799"/>
                  </a:lnTo>
                  <a:lnTo>
                    <a:pt x="14033" y="142290"/>
                  </a:lnTo>
                  <a:close/>
                </a:path>
                <a:path w="237489" h="323215">
                  <a:moveTo>
                    <a:pt x="14478" y="18732"/>
                  </a:moveTo>
                  <a:lnTo>
                    <a:pt x="11671" y="18732"/>
                  </a:lnTo>
                  <a:lnTo>
                    <a:pt x="8864" y="18732"/>
                  </a:lnTo>
                  <a:lnTo>
                    <a:pt x="8864" y="23088"/>
                  </a:lnTo>
                  <a:lnTo>
                    <a:pt x="14478" y="23088"/>
                  </a:lnTo>
                  <a:lnTo>
                    <a:pt x="14478" y="18732"/>
                  </a:lnTo>
                  <a:close/>
                </a:path>
                <a:path w="237489" h="323215">
                  <a:moveTo>
                    <a:pt x="14922" y="173075"/>
                  </a:moveTo>
                  <a:lnTo>
                    <a:pt x="14071" y="171983"/>
                  </a:lnTo>
                  <a:lnTo>
                    <a:pt x="13982" y="171399"/>
                  </a:lnTo>
                  <a:lnTo>
                    <a:pt x="13690" y="170891"/>
                  </a:lnTo>
                  <a:lnTo>
                    <a:pt x="10261" y="170141"/>
                  </a:lnTo>
                  <a:lnTo>
                    <a:pt x="9321" y="173075"/>
                  </a:lnTo>
                  <a:lnTo>
                    <a:pt x="9258" y="173329"/>
                  </a:lnTo>
                  <a:lnTo>
                    <a:pt x="11874" y="175323"/>
                  </a:lnTo>
                  <a:lnTo>
                    <a:pt x="12712" y="175247"/>
                  </a:lnTo>
                  <a:lnTo>
                    <a:pt x="14312" y="174320"/>
                  </a:lnTo>
                  <a:lnTo>
                    <a:pt x="14795" y="173329"/>
                  </a:lnTo>
                  <a:lnTo>
                    <a:pt x="14884" y="173151"/>
                  </a:lnTo>
                  <a:close/>
                </a:path>
                <a:path w="237489" h="323215">
                  <a:moveTo>
                    <a:pt x="15494" y="238620"/>
                  </a:moveTo>
                  <a:lnTo>
                    <a:pt x="14490" y="237909"/>
                  </a:lnTo>
                  <a:lnTo>
                    <a:pt x="11430" y="240931"/>
                  </a:lnTo>
                  <a:lnTo>
                    <a:pt x="14757" y="242595"/>
                  </a:lnTo>
                  <a:lnTo>
                    <a:pt x="15189" y="240233"/>
                  </a:lnTo>
                  <a:lnTo>
                    <a:pt x="15252" y="239852"/>
                  </a:lnTo>
                  <a:lnTo>
                    <a:pt x="15328" y="239483"/>
                  </a:lnTo>
                  <a:lnTo>
                    <a:pt x="15494" y="238620"/>
                  </a:lnTo>
                  <a:close/>
                </a:path>
                <a:path w="237489" h="323215">
                  <a:moveTo>
                    <a:pt x="16319" y="201739"/>
                  </a:moveTo>
                  <a:lnTo>
                    <a:pt x="16027" y="201739"/>
                  </a:lnTo>
                  <a:lnTo>
                    <a:pt x="15735" y="201739"/>
                  </a:lnTo>
                  <a:lnTo>
                    <a:pt x="15735" y="202196"/>
                  </a:lnTo>
                  <a:lnTo>
                    <a:pt x="16319" y="202196"/>
                  </a:lnTo>
                  <a:lnTo>
                    <a:pt x="16319" y="201739"/>
                  </a:lnTo>
                  <a:close/>
                </a:path>
                <a:path w="237489" h="323215">
                  <a:moveTo>
                    <a:pt x="19291" y="33883"/>
                  </a:moveTo>
                  <a:lnTo>
                    <a:pt x="16929" y="32207"/>
                  </a:lnTo>
                  <a:lnTo>
                    <a:pt x="16230" y="31699"/>
                  </a:lnTo>
                  <a:lnTo>
                    <a:pt x="15621" y="32740"/>
                  </a:lnTo>
                  <a:lnTo>
                    <a:pt x="16078" y="33299"/>
                  </a:lnTo>
                  <a:lnTo>
                    <a:pt x="17780" y="35445"/>
                  </a:lnTo>
                  <a:lnTo>
                    <a:pt x="19291" y="33883"/>
                  </a:lnTo>
                  <a:close/>
                </a:path>
                <a:path w="237489" h="323215">
                  <a:moveTo>
                    <a:pt x="19837" y="305841"/>
                  </a:moveTo>
                  <a:lnTo>
                    <a:pt x="19100" y="305054"/>
                  </a:lnTo>
                  <a:lnTo>
                    <a:pt x="18529" y="304419"/>
                  </a:lnTo>
                  <a:lnTo>
                    <a:pt x="17881" y="304419"/>
                  </a:lnTo>
                  <a:lnTo>
                    <a:pt x="17322" y="305054"/>
                  </a:lnTo>
                  <a:lnTo>
                    <a:pt x="16573" y="305841"/>
                  </a:lnTo>
                  <a:lnTo>
                    <a:pt x="17081" y="307213"/>
                  </a:lnTo>
                  <a:lnTo>
                    <a:pt x="18211" y="307213"/>
                  </a:lnTo>
                  <a:lnTo>
                    <a:pt x="19329" y="307213"/>
                  </a:lnTo>
                  <a:lnTo>
                    <a:pt x="19837" y="305841"/>
                  </a:lnTo>
                  <a:close/>
                </a:path>
                <a:path w="237489" h="323215">
                  <a:moveTo>
                    <a:pt x="20015" y="217297"/>
                  </a:moveTo>
                  <a:lnTo>
                    <a:pt x="14224" y="217297"/>
                  </a:lnTo>
                  <a:lnTo>
                    <a:pt x="14224" y="221805"/>
                  </a:lnTo>
                  <a:lnTo>
                    <a:pt x="17119" y="221805"/>
                  </a:lnTo>
                  <a:lnTo>
                    <a:pt x="20015" y="221805"/>
                  </a:lnTo>
                  <a:lnTo>
                    <a:pt x="20015" y="217297"/>
                  </a:lnTo>
                  <a:close/>
                </a:path>
                <a:path w="237489" h="323215">
                  <a:moveTo>
                    <a:pt x="21361" y="266827"/>
                  </a:moveTo>
                  <a:lnTo>
                    <a:pt x="19608" y="266458"/>
                  </a:lnTo>
                  <a:lnTo>
                    <a:pt x="18796" y="267157"/>
                  </a:lnTo>
                  <a:lnTo>
                    <a:pt x="15671" y="269849"/>
                  </a:lnTo>
                  <a:lnTo>
                    <a:pt x="20574" y="272999"/>
                  </a:lnTo>
                  <a:lnTo>
                    <a:pt x="21361" y="266827"/>
                  </a:lnTo>
                  <a:close/>
                </a:path>
                <a:path w="237489" h="323215">
                  <a:moveTo>
                    <a:pt x="22136" y="284784"/>
                  </a:moveTo>
                  <a:lnTo>
                    <a:pt x="19685" y="283032"/>
                  </a:lnTo>
                  <a:lnTo>
                    <a:pt x="18910" y="282473"/>
                  </a:lnTo>
                  <a:lnTo>
                    <a:pt x="18249" y="283616"/>
                  </a:lnTo>
                  <a:lnTo>
                    <a:pt x="19062" y="284645"/>
                  </a:lnTo>
                  <a:lnTo>
                    <a:pt x="20510" y="286461"/>
                  </a:lnTo>
                  <a:lnTo>
                    <a:pt x="22136" y="284784"/>
                  </a:lnTo>
                  <a:close/>
                </a:path>
                <a:path w="237489" h="323215">
                  <a:moveTo>
                    <a:pt x="23926" y="106426"/>
                  </a:moveTo>
                  <a:lnTo>
                    <a:pt x="21488" y="103746"/>
                  </a:lnTo>
                  <a:lnTo>
                    <a:pt x="20383" y="105625"/>
                  </a:lnTo>
                  <a:lnTo>
                    <a:pt x="20256" y="105841"/>
                  </a:lnTo>
                  <a:lnTo>
                    <a:pt x="20142" y="106045"/>
                  </a:lnTo>
                  <a:lnTo>
                    <a:pt x="19469" y="107200"/>
                  </a:lnTo>
                  <a:lnTo>
                    <a:pt x="20548" y="108165"/>
                  </a:lnTo>
                  <a:lnTo>
                    <a:pt x="21463" y="107696"/>
                  </a:lnTo>
                  <a:lnTo>
                    <a:pt x="21678" y="107581"/>
                  </a:lnTo>
                  <a:lnTo>
                    <a:pt x="22110" y="107353"/>
                  </a:lnTo>
                  <a:lnTo>
                    <a:pt x="23926" y="106426"/>
                  </a:lnTo>
                  <a:close/>
                </a:path>
                <a:path w="237489" h="323215">
                  <a:moveTo>
                    <a:pt x="28435" y="125425"/>
                  </a:moveTo>
                  <a:lnTo>
                    <a:pt x="28422" y="121386"/>
                  </a:lnTo>
                  <a:lnTo>
                    <a:pt x="23926" y="122123"/>
                  </a:lnTo>
                  <a:lnTo>
                    <a:pt x="24282" y="124663"/>
                  </a:lnTo>
                  <a:lnTo>
                    <a:pt x="24193" y="124828"/>
                  </a:lnTo>
                  <a:lnTo>
                    <a:pt x="24015" y="126466"/>
                  </a:lnTo>
                  <a:lnTo>
                    <a:pt x="25958" y="127304"/>
                  </a:lnTo>
                  <a:lnTo>
                    <a:pt x="27152" y="126631"/>
                  </a:lnTo>
                  <a:lnTo>
                    <a:pt x="28041" y="126111"/>
                  </a:lnTo>
                  <a:lnTo>
                    <a:pt x="28435" y="125425"/>
                  </a:lnTo>
                  <a:close/>
                </a:path>
                <a:path w="237489" h="323215">
                  <a:moveTo>
                    <a:pt x="31191" y="19672"/>
                  </a:moveTo>
                  <a:lnTo>
                    <a:pt x="22669" y="19672"/>
                  </a:lnTo>
                  <a:lnTo>
                    <a:pt x="22656" y="26289"/>
                  </a:lnTo>
                  <a:lnTo>
                    <a:pt x="26924" y="26289"/>
                  </a:lnTo>
                  <a:lnTo>
                    <a:pt x="31178" y="26289"/>
                  </a:lnTo>
                  <a:lnTo>
                    <a:pt x="31191" y="19672"/>
                  </a:lnTo>
                  <a:close/>
                </a:path>
                <a:path w="237489" h="323215">
                  <a:moveTo>
                    <a:pt x="33909" y="60540"/>
                  </a:moveTo>
                  <a:lnTo>
                    <a:pt x="29641" y="60540"/>
                  </a:lnTo>
                  <a:lnTo>
                    <a:pt x="25400" y="60540"/>
                  </a:lnTo>
                  <a:lnTo>
                    <a:pt x="25387" y="67144"/>
                  </a:lnTo>
                  <a:lnTo>
                    <a:pt x="33896" y="67144"/>
                  </a:lnTo>
                  <a:lnTo>
                    <a:pt x="33909" y="60540"/>
                  </a:lnTo>
                  <a:close/>
                </a:path>
                <a:path w="237489" h="323215">
                  <a:moveTo>
                    <a:pt x="36233" y="228676"/>
                  </a:moveTo>
                  <a:lnTo>
                    <a:pt x="31165" y="224370"/>
                  </a:lnTo>
                  <a:lnTo>
                    <a:pt x="29832" y="225247"/>
                  </a:lnTo>
                  <a:lnTo>
                    <a:pt x="32131" y="229133"/>
                  </a:lnTo>
                  <a:lnTo>
                    <a:pt x="33312" y="231140"/>
                  </a:lnTo>
                  <a:lnTo>
                    <a:pt x="36233" y="228676"/>
                  </a:lnTo>
                  <a:close/>
                </a:path>
                <a:path w="237489" h="323215">
                  <a:moveTo>
                    <a:pt x="36626" y="243992"/>
                  </a:moveTo>
                  <a:lnTo>
                    <a:pt x="33464" y="243992"/>
                  </a:lnTo>
                  <a:lnTo>
                    <a:pt x="30302" y="243992"/>
                  </a:lnTo>
                  <a:lnTo>
                    <a:pt x="30289" y="248920"/>
                  </a:lnTo>
                  <a:lnTo>
                    <a:pt x="36626" y="248920"/>
                  </a:lnTo>
                  <a:lnTo>
                    <a:pt x="36626" y="243992"/>
                  </a:lnTo>
                  <a:close/>
                </a:path>
                <a:path w="237489" h="323215">
                  <a:moveTo>
                    <a:pt x="39598" y="192836"/>
                  </a:moveTo>
                  <a:lnTo>
                    <a:pt x="39103" y="189890"/>
                  </a:lnTo>
                  <a:lnTo>
                    <a:pt x="34353" y="189890"/>
                  </a:lnTo>
                  <a:lnTo>
                    <a:pt x="33870" y="192836"/>
                  </a:lnTo>
                  <a:lnTo>
                    <a:pt x="35598" y="194081"/>
                  </a:lnTo>
                  <a:lnTo>
                    <a:pt x="36283" y="194576"/>
                  </a:lnTo>
                  <a:lnTo>
                    <a:pt x="37172" y="194576"/>
                  </a:lnTo>
                  <a:lnTo>
                    <a:pt x="39598" y="192836"/>
                  </a:lnTo>
                  <a:close/>
                </a:path>
                <a:path w="237489" h="323215">
                  <a:moveTo>
                    <a:pt x="41922" y="168109"/>
                  </a:moveTo>
                  <a:lnTo>
                    <a:pt x="41338" y="168109"/>
                  </a:lnTo>
                  <a:lnTo>
                    <a:pt x="41338" y="168567"/>
                  </a:lnTo>
                  <a:lnTo>
                    <a:pt x="41630" y="168567"/>
                  </a:lnTo>
                  <a:lnTo>
                    <a:pt x="41922" y="168567"/>
                  </a:lnTo>
                  <a:lnTo>
                    <a:pt x="41922" y="168109"/>
                  </a:lnTo>
                  <a:close/>
                </a:path>
                <a:path w="237489" h="323215">
                  <a:moveTo>
                    <a:pt x="42164" y="303504"/>
                  </a:moveTo>
                  <a:lnTo>
                    <a:pt x="34556" y="303504"/>
                  </a:lnTo>
                  <a:lnTo>
                    <a:pt x="34556" y="309410"/>
                  </a:lnTo>
                  <a:lnTo>
                    <a:pt x="38366" y="309410"/>
                  </a:lnTo>
                  <a:lnTo>
                    <a:pt x="42164" y="309410"/>
                  </a:lnTo>
                  <a:lnTo>
                    <a:pt x="42164" y="303504"/>
                  </a:lnTo>
                  <a:close/>
                </a:path>
                <a:path w="237489" h="323215">
                  <a:moveTo>
                    <a:pt x="45135" y="93306"/>
                  </a:moveTo>
                  <a:lnTo>
                    <a:pt x="42545" y="88633"/>
                  </a:lnTo>
                  <a:lnTo>
                    <a:pt x="33604" y="91795"/>
                  </a:lnTo>
                  <a:lnTo>
                    <a:pt x="38290" y="99580"/>
                  </a:lnTo>
                  <a:lnTo>
                    <a:pt x="42494" y="95732"/>
                  </a:lnTo>
                  <a:lnTo>
                    <a:pt x="45135" y="93306"/>
                  </a:lnTo>
                  <a:close/>
                </a:path>
                <a:path w="237489" h="323215">
                  <a:moveTo>
                    <a:pt x="45770" y="51447"/>
                  </a:moveTo>
                  <a:lnTo>
                    <a:pt x="43840" y="49403"/>
                  </a:lnTo>
                  <a:lnTo>
                    <a:pt x="42418" y="50444"/>
                  </a:lnTo>
                  <a:lnTo>
                    <a:pt x="42075" y="50711"/>
                  </a:lnTo>
                  <a:lnTo>
                    <a:pt x="41617" y="50723"/>
                  </a:lnTo>
                  <a:lnTo>
                    <a:pt x="40030" y="51295"/>
                  </a:lnTo>
                  <a:lnTo>
                    <a:pt x="39687" y="52590"/>
                  </a:lnTo>
                  <a:lnTo>
                    <a:pt x="41846" y="55156"/>
                  </a:lnTo>
                  <a:lnTo>
                    <a:pt x="43827" y="54330"/>
                  </a:lnTo>
                  <a:lnTo>
                    <a:pt x="44818" y="52857"/>
                  </a:lnTo>
                  <a:lnTo>
                    <a:pt x="45770" y="51447"/>
                  </a:lnTo>
                  <a:close/>
                </a:path>
                <a:path w="237489" h="323215">
                  <a:moveTo>
                    <a:pt x="48615" y="159639"/>
                  </a:moveTo>
                  <a:lnTo>
                    <a:pt x="46431" y="156667"/>
                  </a:lnTo>
                  <a:lnTo>
                    <a:pt x="42265" y="151003"/>
                  </a:lnTo>
                  <a:lnTo>
                    <a:pt x="35750" y="157937"/>
                  </a:lnTo>
                  <a:lnTo>
                    <a:pt x="44348" y="163614"/>
                  </a:lnTo>
                  <a:lnTo>
                    <a:pt x="48615" y="159639"/>
                  </a:lnTo>
                  <a:close/>
                </a:path>
                <a:path w="237489" h="323215">
                  <a:moveTo>
                    <a:pt x="53149" y="128816"/>
                  </a:moveTo>
                  <a:lnTo>
                    <a:pt x="48907" y="127850"/>
                  </a:lnTo>
                  <a:lnTo>
                    <a:pt x="47777" y="127596"/>
                  </a:lnTo>
                  <a:lnTo>
                    <a:pt x="46939" y="127584"/>
                  </a:lnTo>
                  <a:lnTo>
                    <a:pt x="44970" y="128701"/>
                  </a:lnTo>
                  <a:lnTo>
                    <a:pt x="44729" y="129705"/>
                  </a:lnTo>
                  <a:lnTo>
                    <a:pt x="45021" y="131572"/>
                  </a:lnTo>
                  <a:lnTo>
                    <a:pt x="45427" y="132130"/>
                  </a:lnTo>
                  <a:lnTo>
                    <a:pt x="50076" y="135864"/>
                  </a:lnTo>
                  <a:lnTo>
                    <a:pt x="53149" y="128816"/>
                  </a:lnTo>
                  <a:close/>
                </a:path>
                <a:path w="237489" h="323215">
                  <a:moveTo>
                    <a:pt x="55537" y="272605"/>
                  </a:moveTo>
                  <a:lnTo>
                    <a:pt x="54952" y="272605"/>
                  </a:lnTo>
                  <a:lnTo>
                    <a:pt x="54952" y="273062"/>
                  </a:lnTo>
                  <a:lnTo>
                    <a:pt x="55245" y="273062"/>
                  </a:lnTo>
                  <a:lnTo>
                    <a:pt x="55537" y="273062"/>
                  </a:lnTo>
                  <a:lnTo>
                    <a:pt x="55537" y="272605"/>
                  </a:lnTo>
                  <a:close/>
                </a:path>
                <a:path w="237489" h="323215">
                  <a:moveTo>
                    <a:pt x="56781" y="205994"/>
                  </a:moveTo>
                  <a:lnTo>
                    <a:pt x="47180" y="205994"/>
                  </a:lnTo>
                  <a:lnTo>
                    <a:pt x="47167" y="213448"/>
                  </a:lnTo>
                  <a:lnTo>
                    <a:pt x="51981" y="213448"/>
                  </a:lnTo>
                  <a:lnTo>
                    <a:pt x="56781" y="213448"/>
                  </a:lnTo>
                  <a:lnTo>
                    <a:pt x="56781" y="205994"/>
                  </a:lnTo>
                  <a:close/>
                </a:path>
                <a:path w="237489" h="323215">
                  <a:moveTo>
                    <a:pt x="58064" y="169672"/>
                  </a:moveTo>
                  <a:lnTo>
                    <a:pt x="56819" y="166878"/>
                  </a:lnTo>
                  <a:lnTo>
                    <a:pt x="56769" y="166738"/>
                  </a:lnTo>
                  <a:lnTo>
                    <a:pt x="56438" y="166001"/>
                  </a:lnTo>
                  <a:lnTo>
                    <a:pt x="55143" y="166001"/>
                  </a:lnTo>
                  <a:lnTo>
                    <a:pt x="54825" y="166738"/>
                  </a:lnTo>
                  <a:lnTo>
                    <a:pt x="54698" y="167005"/>
                  </a:lnTo>
                  <a:lnTo>
                    <a:pt x="54648" y="167144"/>
                  </a:lnTo>
                  <a:lnTo>
                    <a:pt x="53517" y="169672"/>
                  </a:lnTo>
                  <a:lnTo>
                    <a:pt x="58064" y="169672"/>
                  </a:lnTo>
                  <a:close/>
                </a:path>
                <a:path w="237489" h="323215">
                  <a:moveTo>
                    <a:pt x="62077" y="176911"/>
                  </a:moveTo>
                  <a:lnTo>
                    <a:pt x="60401" y="176911"/>
                  </a:lnTo>
                  <a:lnTo>
                    <a:pt x="60401" y="177355"/>
                  </a:lnTo>
                  <a:lnTo>
                    <a:pt x="60693" y="177355"/>
                  </a:lnTo>
                  <a:lnTo>
                    <a:pt x="62077" y="177355"/>
                  </a:lnTo>
                  <a:lnTo>
                    <a:pt x="62077" y="176911"/>
                  </a:lnTo>
                  <a:close/>
                </a:path>
                <a:path w="237489" h="323215">
                  <a:moveTo>
                    <a:pt x="63588" y="48552"/>
                  </a:moveTo>
                  <a:lnTo>
                    <a:pt x="62280" y="47256"/>
                  </a:lnTo>
                  <a:lnTo>
                    <a:pt x="60947" y="45910"/>
                  </a:lnTo>
                  <a:lnTo>
                    <a:pt x="58381" y="46863"/>
                  </a:lnTo>
                  <a:lnTo>
                    <a:pt x="58458" y="49009"/>
                  </a:lnTo>
                  <a:lnTo>
                    <a:pt x="58458" y="49187"/>
                  </a:lnTo>
                  <a:lnTo>
                    <a:pt x="58496" y="50330"/>
                  </a:lnTo>
                  <a:lnTo>
                    <a:pt x="59220" y="50965"/>
                  </a:lnTo>
                  <a:lnTo>
                    <a:pt x="60147" y="51041"/>
                  </a:lnTo>
                  <a:lnTo>
                    <a:pt x="60325" y="51066"/>
                  </a:lnTo>
                  <a:lnTo>
                    <a:pt x="60515" y="51079"/>
                  </a:lnTo>
                  <a:lnTo>
                    <a:pt x="60693" y="51092"/>
                  </a:lnTo>
                  <a:lnTo>
                    <a:pt x="62699" y="51269"/>
                  </a:lnTo>
                  <a:lnTo>
                    <a:pt x="63588" y="48552"/>
                  </a:lnTo>
                  <a:close/>
                </a:path>
                <a:path w="237489" h="323215">
                  <a:moveTo>
                    <a:pt x="64427" y="272567"/>
                  </a:moveTo>
                  <a:lnTo>
                    <a:pt x="64198" y="270268"/>
                  </a:lnTo>
                  <a:lnTo>
                    <a:pt x="61150" y="269265"/>
                  </a:lnTo>
                  <a:lnTo>
                    <a:pt x="60350" y="268909"/>
                  </a:lnTo>
                  <a:lnTo>
                    <a:pt x="59055" y="268884"/>
                  </a:lnTo>
                  <a:lnTo>
                    <a:pt x="57937" y="268846"/>
                  </a:lnTo>
                  <a:lnTo>
                    <a:pt x="57264" y="269786"/>
                  </a:lnTo>
                  <a:lnTo>
                    <a:pt x="56794" y="274053"/>
                  </a:lnTo>
                  <a:lnTo>
                    <a:pt x="60490" y="275297"/>
                  </a:lnTo>
                  <a:lnTo>
                    <a:pt x="62877" y="273646"/>
                  </a:lnTo>
                  <a:lnTo>
                    <a:pt x="64427" y="272567"/>
                  </a:lnTo>
                  <a:close/>
                </a:path>
                <a:path w="237489" h="323215">
                  <a:moveTo>
                    <a:pt x="66052" y="115798"/>
                  </a:moveTo>
                  <a:lnTo>
                    <a:pt x="62331" y="115798"/>
                  </a:lnTo>
                  <a:lnTo>
                    <a:pt x="58623" y="115798"/>
                  </a:lnTo>
                  <a:lnTo>
                    <a:pt x="58610" y="121551"/>
                  </a:lnTo>
                  <a:lnTo>
                    <a:pt x="66040" y="121551"/>
                  </a:lnTo>
                  <a:lnTo>
                    <a:pt x="66052" y="115798"/>
                  </a:lnTo>
                  <a:close/>
                </a:path>
                <a:path w="237489" h="323215">
                  <a:moveTo>
                    <a:pt x="66433" y="293382"/>
                  </a:moveTo>
                  <a:lnTo>
                    <a:pt x="65811" y="291680"/>
                  </a:lnTo>
                  <a:lnTo>
                    <a:pt x="64516" y="288036"/>
                  </a:lnTo>
                  <a:lnTo>
                    <a:pt x="58674" y="289610"/>
                  </a:lnTo>
                  <a:lnTo>
                    <a:pt x="59994" y="293281"/>
                  </a:lnTo>
                  <a:lnTo>
                    <a:pt x="60261" y="294055"/>
                  </a:lnTo>
                  <a:lnTo>
                    <a:pt x="60731" y="295325"/>
                  </a:lnTo>
                  <a:lnTo>
                    <a:pt x="61772" y="296265"/>
                  </a:lnTo>
                  <a:lnTo>
                    <a:pt x="64096" y="296278"/>
                  </a:lnTo>
                  <a:lnTo>
                    <a:pt x="64643" y="295960"/>
                  </a:lnTo>
                  <a:lnTo>
                    <a:pt x="66078" y="294754"/>
                  </a:lnTo>
                  <a:lnTo>
                    <a:pt x="66433" y="293382"/>
                  </a:lnTo>
                  <a:close/>
                </a:path>
                <a:path w="237489" h="323215">
                  <a:moveTo>
                    <a:pt x="72199" y="84264"/>
                  </a:moveTo>
                  <a:lnTo>
                    <a:pt x="70713" y="81572"/>
                  </a:lnTo>
                  <a:lnTo>
                    <a:pt x="68326" y="81724"/>
                  </a:lnTo>
                  <a:lnTo>
                    <a:pt x="67259" y="81788"/>
                  </a:lnTo>
                  <a:lnTo>
                    <a:pt x="66471" y="81953"/>
                  </a:lnTo>
                  <a:lnTo>
                    <a:pt x="64300" y="83019"/>
                  </a:lnTo>
                  <a:lnTo>
                    <a:pt x="64071" y="84620"/>
                  </a:lnTo>
                  <a:lnTo>
                    <a:pt x="65024" y="86423"/>
                  </a:lnTo>
                  <a:lnTo>
                    <a:pt x="65354" y="86842"/>
                  </a:lnTo>
                  <a:lnTo>
                    <a:pt x="67767" y="88811"/>
                  </a:lnTo>
                  <a:lnTo>
                    <a:pt x="70396" y="88569"/>
                  </a:lnTo>
                  <a:lnTo>
                    <a:pt x="72199" y="84264"/>
                  </a:lnTo>
                  <a:close/>
                </a:path>
                <a:path w="237489" h="323215">
                  <a:moveTo>
                    <a:pt x="79209" y="76454"/>
                  </a:moveTo>
                  <a:lnTo>
                    <a:pt x="77038" y="76454"/>
                  </a:lnTo>
                  <a:lnTo>
                    <a:pt x="77038" y="78143"/>
                  </a:lnTo>
                  <a:lnTo>
                    <a:pt x="78130" y="78143"/>
                  </a:lnTo>
                  <a:lnTo>
                    <a:pt x="79209" y="78143"/>
                  </a:lnTo>
                  <a:lnTo>
                    <a:pt x="79209" y="76454"/>
                  </a:lnTo>
                  <a:close/>
                </a:path>
                <a:path w="237489" h="323215">
                  <a:moveTo>
                    <a:pt x="84023" y="58610"/>
                  </a:moveTo>
                  <a:lnTo>
                    <a:pt x="79857" y="58610"/>
                  </a:lnTo>
                  <a:lnTo>
                    <a:pt x="79857" y="61836"/>
                  </a:lnTo>
                  <a:lnTo>
                    <a:pt x="81940" y="61836"/>
                  </a:lnTo>
                  <a:lnTo>
                    <a:pt x="84023" y="61836"/>
                  </a:lnTo>
                  <a:lnTo>
                    <a:pt x="84023" y="58610"/>
                  </a:lnTo>
                  <a:close/>
                </a:path>
                <a:path w="237489" h="323215">
                  <a:moveTo>
                    <a:pt x="86918" y="184556"/>
                  </a:moveTo>
                  <a:lnTo>
                    <a:pt x="82486" y="184556"/>
                  </a:lnTo>
                  <a:lnTo>
                    <a:pt x="78054" y="184556"/>
                  </a:lnTo>
                  <a:lnTo>
                    <a:pt x="78041" y="191439"/>
                  </a:lnTo>
                  <a:lnTo>
                    <a:pt x="86906" y="191439"/>
                  </a:lnTo>
                  <a:lnTo>
                    <a:pt x="86918" y="184556"/>
                  </a:lnTo>
                  <a:close/>
                </a:path>
                <a:path w="237489" h="323215">
                  <a:moveTo>
                    <a:pt x="103670" y="220840"/>
                  </a:moveTo>
                  <a:lnTo>
                    <a:pt x="102476" y="217030"/>
                  </a:lnTo>
                  <a:lnTo>
                    <a:pt x="101511" y="215849"/>
                  </a:lnTo>
                  <a:lnTo>
                    <a:pt x="100685" y="215671"/>
                  </a:lnTo>
                  <a:lnTo>
                    <a:pt x="99453" y="215430"/>
                  </a:lnTo>
                  <a:lnTo>
                    <a:pt x="98742" y="215493"/>
                  </a:lnTo>
                  <a:lnTo>
                    <a:pt x="98056" y="215671"/>
                  </a:lnTo>
                  <a:lnTo>
                    <a:pt x="97891" y="215709"/>
                  </a:lnTo>
                  <a:lnTo>
                    <a:pt x="97751" y="215760"/>
                  </a:lnTo>
                  <a:lnTo>
                    <a:pt x="94653" y="216154"/>
                  </a:lnTo>
                  <a:lnTo>
                    <a:pt x="93967" y="219964"/>
                  </a:lnTo>
                  <a:lnTo>
                    <a:pt x="96532" y="223253"/>
                  </a:lnTo>
                  <a:lnTo>
                    <a:pt x="97739" y="223507"/>
                  </a:lnTo>
                  <a:lnTo>
                    <a:pt x="101612" y="223837"/>
                  </a:lnTo>
                  <a:lnTo>
                    <a:pt x="103670" y="220840"/>
                  </a:lnTo>
                  <a:close/>
                </a:path>
                <a:path w="237489" h="323215">
                  <a:moveTo>
                    <a:pt x="108013" y="176911"/>
                  </a:moveTo>
                  <a:lnTo>
                    <a:pt x="105867" y="174612"/>
                  </a:lnTo>
                  <a:lnTo>
                    <a:pt x="103720" y="174612"/>
                  </a:lnTo>
                  <a:lnTo>
                    <a:pt x="101574" y="174612"/>
                  </a:lnTo>
                  <a:lnTo>
                    <a:pt x="99441" y="176923"/>
                  </a:lnTo>
                  <a:lnTo>
                    <a:pt x="101701" y="182778"/>
                  </a:lnTo>
                  <a:lnTo>
                    <a:pt x="105752" y="182778"/>
                  </a:lnTo>
                  <a:lnTo>
                    <a:pt x="108013" y="176911"/>
                  </a:lnTo>
                  <a:close/>
                </a:path>
                <a:path w="237489" h="323215">
                  <a:moveTo>
                    <a:pt x="111099" y="222427"/>
                  </a:moveTo>
                  <a:lnTo>
                    <a:pt x="110807" y="222427"/>
                  </a:lnTo>
                  <a:lnTo>
                    <a:pt x="110515" y="222427"/>
                  </a:lnTo>
                  <a:lnTo>
                    <a:pt x="110515" y="222885"/>
                  </a:lnTo>
                  <a:lnTo>
                    <a:pt x="111099" y="222885"/>
                  </a:lnTo>
                  <a:lnTo>
                    <a:pt x="111099" y="222427"/>
                  </a:lnTo>
                  <a:close/>
                </a:path>
                <a:path w="237489" h="323215">
                  <a:moveTo>
                    <a:pt x="114020" y="100926"/>
                  </a:moveTo>
                  <a:lnTo>
                    <a:pt x="112636" y="96456"/>
                  </a:lnTo>
                  <a:lnTo>
                    <a:pt x="108534" y="96304"/>
                  </a:lnTo>
                  <a:lnTo>
                    <a:pt x="104889" y="101231"/>
                  </a:lnTo>
                  <a:lnTo>
                    <a:pt x="107188" y="103568"/>
                  </a:lnTo>
                  <a:lnTo>
                    <a:pt x="109410" y="103568"/>
                  </a:lnTo>
                  <a:lnTo>
                    <a:pt x="109855" y="103682"/>
                  </a:lnTo>
                  <a:lnTo>
                    <a:pt x="110959" y="104127"/>
                  </a:lnTo>
                  <a:lnTo>
                    <a:pt x="112064" y="103657"/>
                  </a:lnTo>
                  <a:lnTo>
                    <a:pt x="112953" y="102844"/>
                  </a:lnTo>
                  <a:lnTo>
                    <a:pt x="113715" y="102146"/>
                  </a:lnTo>
                  <a:lnTo>
                    <a:pt x="114020" y="100926"/>
                  </a:lnTo>
                  <a:close/>
                </a:path>
                <a:path w="237489" h="323215">
                  <a:moveTo>
                    <a:pt x="123710" y="254571"/>
                  </a:moveTo>
                  <a:lnTo>
                    <a:pt x="121881" y="253580"/>
                  </a:lnTo>
                  <a:lnTo>
                    <a:pt x="121259" y="253022"/>
                  </a:lnTo>
                  <a:lnTo>
                    <a:pt x="120281" y="251841"/>
                  </a:lnTo>
                  <a:lnTo>
                    <a:pt x="118414" y="252857"/>
                  </a:lnTo>
                  <a:lnTo>
                    <a:pt x="118376" y="254215"/>
                  </a:lnTo>
                  <a:lnTo>
                    <a:pt x="118173" y="255092"/>
                  </a:lnTo>
                  <a:lnTo>
                    <a:pt x="117348" y="257098"/>
                  </a:lnTo>
                  <a:lnTo>
                    <a:pt x="119875" y="258800"/>
                  </a:lnTo>
                  <a:lnTo>
                    <a:pt x="123405" y="257314"/>
                  </a:lnTo>
                  <a:lnTo>
                    <a:pt x="123710" y="254571"/>
                  </a:lnTo>
                  <a:close/>
                </a:path>
                <a:path w="237489" h="323215">
                  <a:moveTo>
                    <a:pt x="125323" y="225018"/>
                  </a:moveTo>
                  <a:lnTo>
                    <a:pt x="121704" y="225018"/>
                  </a:lnTo>
                  <a:lnTo>
                    <a:pt x="118084" y="225018"/>
                  </a:lnTo>
                  <a:lnTo>
                    <a:pt x="118084" y="230644"/>
                  </a:lnTo>
                  <a:lnTo>
                    <a:pt x="125310" y="230644"/>
                  </a:lnTo>
                  <a:lnTo>
                    <a:pt x="125323" y="225018"/>
                  </a:lnTo>
                  <a:close/>
                </a:path>
                <a:path w="237489" h="323215">
                  <a:moveTo>
                    <a:pt x="134048" y="275031"/>
                  </a:moveTo>
                  <a:lnTo>
                    <a:pt x="132905" y="273380"/>
                  </a:lnTo>
                  <a:lnTo>
                    <a:pt x="129628" y="272122"/>
                  </a:lnTo>
                  <a:lnTo>
                    <a:pt x="128308" y="272669"/>
                  </a:lnTo>
                  <a:lnTo>
                    <a:pt x="127419" y="273634"/>
                  </a:lnTo>
                  <a:lnTo>
                    <a:pt x="126276" y="271945"/>
                  </a:lnTo>
                  <a:lnTo>
                    <a:pt x="124333" y="270814"/>
                  </a:lnTo>
                  <a:lnTo>
                    <a:pt x="118770" y="270814"/>
                  </a:lnTo>
                  <a:lnTo>
                    <a:pt x="115862" y="273723"/>
                  </a:lnTo>
                  <a:lnTo>
                    <a:pt x="115862" y="280581"/>
                  </a:lnTo>
                  <a:lnTo>
                    <a:pt x="118770" y="283476"/>
                  </a:lnTo>
                  <a:lnTo>
                    <a:pt x="124904" y="283476"/>
                  </a:lnTo>
                  <a:lnTo>
                    <a:pt x="127266" y="281635"/>
                  </a:lnTo>
                  <a:lnTo>
                    <a:pt x="128143" y="279171"/>
                  </a:lnTo>
                  <a:lnTo>
                    <a:pt x="129921" y="280390"/>
                  </a:lnTo>
                  <a:lnTo>
                    <a:pt x="132956" y="279425"/>
                  </a:lnTo>
                  <a:lnTo>
                    <a:pt x="133502" y="277215"/>
                  </a:lnTo>
                  <a:lnTo>
                    <a:pt x="134048" y="275031"/>
                  </a:lnTo>
                  <a:close/>
                </a:path>
                <a:path w="237489" h="323215">
                  <a:moveTo>
                    <a:pt x="144119" y="124879"/>
                  </a:moveTo>
                  <a:lnTo>
                    <a:pt x="140766" y="124879"/>
                  </a:lnTo>
                  <a:lnTo>
                    <a:pt x="137414" y="124879"/>
                  </a:lnTo>
                  <a:lnTo>
                    <a:pt x="137414" y="130073"/>
                  </a:lnTo>
                  <a:lnTo>
                    <a:pt x="144119" y="130073"/>
                  </a:lnTo>
                  <a:lnTo>
                    <a:pt x="144119" y="124879"/>
                  </a:lnTo>
                  <a:close/>
                </a:path>
                <a:path w="237489" h="323215">
                  <a:moveTo>
                    <a:pt x="148678" y="151561"/>
                  </a:moveTo>
                  <a:lnTo>
                    <a:pt x="148386" y="151561"/>
                  </a:lnTo>
                  <a:lnTo>
                    <a:pt x="148094" y="151561"/>
                  </a:lnTo>
                  <a:lnTo>
                    <a:pt x="148094" y="152019"/>
                  </a:lnTo>
                  <a:lnTo>
                    <a:pt x="148678" y="152019"/>
                  </a:lnTo>
                  <a:lnTo>
                    <a:pt x="148678" y="151561"/>
                  </a:lnTo>
                  <a:close/>
                </a:path>
                <a:path w="237489" h="323215">
                  <a:moveTo>
                    <a:pt x="155600" y="308419"/>
                  </a:moveTo>
                  <a:lnTo>
                    <a:pt x="152908" y="305206"/>
                  </a:lnTo>
                  <a:lnTo>
                    <a:pt x="152387" y="304584"/>
                  </a:lnTo>
                  <a:lnTo>
                    <a:pt x="151892" y="304330"/>
                  </a:lnTo>
                  <a:lnTo>
                    <a:pt x="150215" y="303631"/>
                  </a:lnTo>
                  <a:lnTo>
                    <a:pt x="148920" y="304444"/>
                  </a:lnTo>
                  <a:lnTo>
                    <a:pt x="148564" y="306209"/>
                  </a:lnTo>
                  <a:lnTo>
                    <a:pt x="148564" y="306806"/>
                  </a:lnTo>
                  <a:lnTo>
                    <a:pt x="149898" y="311315"/>
                  </a:lnTo>
                  <a:lnTo>
                    <a:pt x="155600" y="308419"/>
                  </a:lnTo>
                  <a:close/>
                </a:path>
                <a:path w="237489" h="323215">
                  <a:moveTo>
                    <a:pt x="156819" y="234454"/>
                  </a:moveTo>
                  <a:lnTo>
                    <a:pt x="143243" y="234454"/>
                  </a:lnTo>
                  <a:lnTo>
                    <a:pt x="143230" y="244995"/>
                  </a:lnTo>
                  <a:lnTo>
                    <a:pt x="150025" y="244995"/>
                  </a:lnTo>
                  <a:lnTo>
                    <a:pt x="156806" y="244995"/>
                  </a:lnTo>
                  <a:lnTo>
                    <a:pt x="156819" y="234454"/>
                  </a:lnTo>
                  <a:close/>
                </a:path>
                <a:path w="237489" h="323215">
                  <a:moveTo>
                    <a:pt x="163131" y="145961"/>
                  </a:moveTo>
                  <a:lnTo>
                    <a:pt x="160121" y="142201"/>
                  </a:lnTo>
                  <a:lnTo>
                    <a:pt x="155994" y="143459"/>
                  </a:lnTo>
                  <a:lnTo>
                    <a:pt x="155917" y="146100"/>
                  </a:lnTo>
                  <a:lnTo>
                    <a:pt x="155841" y="146456"/>
                  </a:lnTo>
                  <a:lnTo>
                    <a:pt x="155790" y="146837"/>
                  </a:lnTo>
                  <a:lnTo>
                    <a:pt x="156438" y="149644"/>
                  </a:lnTo>
                  <a:lnTo>
                    <a:pt x="158584" y="149771"/>
                  </a:lnTo>
                  <a:lnTo>
                    <a:pt x="163055" y="149098"/>
                  </a:lnTo>
                  <a:lnTo>
                    <a:pt x="163131" y="145961"/>
                  </a:lnTo>
                  <a:close/>
                </a:path>
                <a:path w="237489" h="323215">
                  <a:moveTo>
                    <a:pt x="163372" y="267131"/>
                  </a:moveTo>
                  <a:lnTo>
                    <a:pt x="159308" y="267144"/>
                  </a:lnTo>
                  <a:lnTo>
                    <a:pt x="159219" y="269760"/>
                  </a:lnTo>
                  <a:lnTo>
                    <a:pt x="159004" y="270065"/>
                  </a:lnTo>
                  <a:lnTo>
                    <a:pt x="158711" y="270256"/>
                  </a:lnTo>
                  <a:lnTo>
                    <a:pt x="158330" y="270319"/>
                  </a:lnTo>
                  <a:lnTo>
                    <a:pt x="157073" y="270598"/>
                  </a:lnTo>
                  <a:lnTo>
                    <a:pt x="156768" y="272554"/>
                  </a:lnTo>
                  <a:lnTo>
                    <a:pt x="160642" y="274472"/>
                  </a:lnTo>
                  <a:lnTo>
                    <a:pt x="163195" y="272694"/>
                  </a:lnTo>
                  <a:lnTo>
                    <a:pt x="163372" y="267131"/>
                  </a:lnTo>
                  <a:close/>
                </a:path>
                <a:path w="237489" h="323215">
                  <a:moveTo>
                    <a:pt x="166408" y="165392"/>
                  </a:moveTo>
                  <a:lnTo>
                    <a:pt x="164846" y="163093"/>
                  </a:lnTo>
                  <a:lnTo>
                    <a:pt x="158927" y="162953"/>
                  </a:lnTo>
                  <a:lnTo>
                    <a:pt x="158051" y="165976"/>
                  </a:lnTo>
                  <a:lnTo>
                    <a:pt x="161785" y="170319"/>
                  </a:lnTo>
                  <a:lnTo>
                    <a:pt x="164693" y="169468"/>
                  </a:lnTo>
                  <a:lnTo>
                    <a:pt x="165506" y="167513"/>
                  </a:lnTo>
                  <a:lnTo>
                    <a:pt x="166408" y="165392"/>
                  </a:lnTo>
                  <a:close/>
                </a:path>
                <a:path w="237489" h="323215">
                  <a:moveTo>
                    <a:pt x="168719" y="299262"/>
                  </a:moveTo>
                  <a:lnTo>
                    <a:pt x="166192" y="299262"/>
                  </a:lnTo>
                  <a:lnTo>
                    <a:pt x="166192" y="301231"/>
                  </a:lnTo>
                  <a:lnTo>
                    <a:pt x="167449" y="301231"/>
                  </a:lnTo>
                  <a:lnTo>
                    <a:pt x="168719" y="301231"/>
                  </a:lnTo>
                  <a:lnTo>
                    <a:pt x="168719" y="299262"/>
                  </a:lnTo>
                  <a:close/>
                </a:path>
                <a:path w="237489" h="323215">
                  <a:moveTo>
                    <a:pt x="171678" y="199796"/>
                  </a:moveTo>
                  <a:lnTo>
                    <a:pt x="168643" y="195910"/>
                  </a:lnTo>
                  <a:lnTo>
                    <a:pt x="166966" y="197027"/>
                  </a:lnTo>
                  <a:lnTo>
                    <a:pt x="167322" y="198158"/>
                  </a:lnTo>
                  <a:lnTo>
                    <a:pt x="168351" y="201447"/>
                  </a:lnTo>
                  <a:lnTo>
                    <a:pt x="171678" y="199796"/>
                  </a:lnTo>
                  <a:close/>
                </a:path>
                <a:path w="237489" h="323215">
                  <a:moveTo>
                    <a:pt x="178168" y="179412"/>
                  </a:moveTo>
                  <a:lnTo>
                    <a:pt x="171653" y="178422"/>
                  </a:lnTo>
                  <a:lnTo>
                    <a:pt x="169875" y="178460"/>
                  </a:lnTo>
                  <a:lnTo>
                    <a:pt x="168173" y="181470"/>
                  </a:lnTo>
                  <a:lnTo>
                    <a:pt x="168859" y="183121"/>
                  </a:lnTo>
                  <a:lnTo>
                    <a:pt x="169989" y="184188"/>
                  </a:lnTo>
                  <a:lnTo>
                    <a:pt x="174383" y="188277"/>
                  </a:lnTo>
                  <a:lnTo>
                    <a:pt x="178168" y="179412"/>
                  </a:lnTo>
                  <a:close/>
                </a:path>
                <a:path w="237489" h="323215">
                  <a:moveTo>
                    <a:pt x="185420" y="235915"/>
                  </a:moveTo>
                  <a:lnTo>
                    <a:pt x="183946" y="234315"/>
                  </a:lnTo>
                  <a:lnTo>
                    <a:pt x="183857" y="234086"/>
                  </a:lnTo>
                  <a:lnTo>
                    <a:pt x="183299" y="232422"/>
                  </a:lnTo>
                  <a:lnTo>
                    <a:pt x="181025" y="232422"/>
                  </a:lnTo>
                  <a:lnTo>
                    <a:pt x="180365" y="234315"/>
                  </a:lnTo>
                  <a:lnTo>
                    <a:pt x="178917" y="235915"/>
                  </a:lnTo>
                  <a:lnTo>
                    <a:pt x="179895" y="238633"/>
                  </a:lnTo>
                  <a:lnTo>
                    <a:pt x="184416" y="238633"/>
                  </a:lnTo>
                  <a:lnTo>
                    <a:pt x="185420" y="235915"/>
                  </a:lnTo>
                  <a:close/>
                </a:path>
                <a:path w="237489" h="323215">
                  <a:moveTo>
                    <a:pt x="185420" y="201599"/>
                  </a:moveTo>
                  <a:lnTo>
                    <a:pt x="177812" y="201599"/>
                  </a:lnTo>
                  <a:lnTo>
                    <a:pt x="177812" y="207505"/>
                  </a:lnTo>
                  <a:lnTo>
                    <a:pt x="181622" y="207505"/>
                  </a:lnTo>
                  <a:lnTo>
                    <a:pt x="185420" y="207505"/>
                  </a:lnTo>
                  <a:lnTo>
                    <a:pt x="185420" y="201599"/>
                  </a:lnTo>
                  <a:close/>
                </a:path>
                <a:path w="237489" h="323215">
                  <a:moveTo>
                    <a:pt x="187325" y="260451"/>
                  </a:moveTo>
                  <a:lnTo>
                    <a:pt x="178092" y="260451"/>
                  </a:lnTo>
                  <a:lnTo>
                    <a:pt x="178092" y="267627"/>
                  </a:lnTo>
                  <a:lnTo>
                    <a:pt x="182702" y="267627"/>
                  </a:lnTo>
                  <a:lnTo>
                    <a:pt x="187325" y="267627"/>
                  </a:lnTo>
                  <a:lnTo>
                    <a:pt x="187325" y="260451"/>
                  </a:lnTo>
                  <a:close/>
                </a:path>
                <a:path w="237489" h="323215">
                  <a:moveTo>
                    <a:pt x="192024" y="207683"/>
                  </a:moveTo>
                  <a:lnTo>
                    <a:pt x="191071" y="206946"/>
                  </a:lnTo>
                  <a:lnTo>
                    <a:pt x="190792" y="206717"/>
                  </a:lnTo>
                  <a:lnTo>
                    <a:pt x="190436" y="207060"/>
                  </a:lnTo>
                  <a:lnTo>
                    <a:pt x="190677" y="207340"/>
                  </a:lnTo>
                  <a:lnTo>
                    <a:pt x="190842" y="207530"/>
                  </a:lnTo>
                  <a:lnTo>
                    <a:pt x="191008" y="207721"/>
                  </a:lnTo>
                  <a:lnTo>
                    <a:pt x="191477" y="208254"/>
                  </a:lnTo>
                  <a:lnTo>
                    <a:pt x="192024" y="207683"/>
                  </a:lnTo>
                  <a:close/>
                </a:path>
                <a:path w="237489" h="323215">
                  <a:moveTo>
                    <a:pt x="192392" y="309714"/>
                  </a:moveTo>
                  <a:lnTo>
                    <a:pt x="192341" y="305943"/>
                  </a:lnTo>
                  <a:lnTo>
                    <a:pt x="192278" y="301142"/>
                  </a:lnTo>
                  <a:lnTo>
                    <a:pt x="184645" y="302755"/>
                  </a:lnTo>
                  <a:lnTo>
                    <a:pt x="187477" y="309791"/>
                  </a:lnTo>
                  <a:lnTo>
                    <a:pt x="192392" y="309714"/>
                  </a:lnTo>
                  <a:close/>
                </a:path>
                <a:path w="237489" h="323215">
                  <a:moveTo>
                    <a:pt x="195414" y="280949"/>
                  </a:moveTo>
                  <a:lnTo>
                    <a:pt x="194818" y="279933"/>
                  </a:lnTo>
                  <a:lnTo>
                    <a:pt x="194703" y="279717"/>
                  </a:lnTo>
                  <a:lnTo>
                    <a:pt x="193611" y="277850"/>
                  </a:lnTo>
                  <a:lnTo>
                    <a:pt x="191414" y="280212"/>
                  </a:lnTo>
                  <a:lnTo>
                    <a:pt x="193027" y="281051"/>
                  </a:lnTo>
                  <a:lnTo>
                    <a:pt x="194475" y="281787"/>
                  </a:lnTo>
                  <a:lnTo>
                    <a:pt x="195414" y="280949"/>
                  </a:lnTo>
                  <a:close/>
                </a:path>
                <a:path w="237489" h="323215">
                  <a:moveTo>
                    <a:pt x="198488" y="284048"/>
                  </a:moveTo>
                  <a:lnTo>
                    <a:pt x="193598" y="284048"/>
                  </a:lnTo>
                  <a:lnTo>
                    <a:pt x="188722" y="284048"/>
                  </a:lnTo>
                  <a:lnTo>
                    <a:pt x="188709" y="291630"/>
                  </a:lnTo>
                  <a:lnTo>
                    <a:pt x="198475" y="291630"/>
                  </a:lnTo>
                  <a:lnTo>
                    <a:pt x="198488" y="284048"/>
                  </a:lnTo>
                  <a:close/>
                </a:path>
                <a:path w="237489" h="323215">
                  <a:moveTo>
                    <a:pt x="208838" y="234099"/>
                  </a:moveTo>
                  <a:lnTo>
                    <a:pt x="207111" y="233578"/>
                  </a:lnTo>
                  <a:lnTo>
                    <a:pt x="205282" y="235115"/>
                  </a:lnTo>
                  <a:lnTo>
                    <a:pt x="205282" y="236067"/>
                  </a:lnTo>
                  <a:lnTo>
                    <a:pt x="205879" y="236562"/>
                  </a:lnTo>
                  <a:lnTo>
                    <a:pt x="206070" y="236728"/>
                  </a:lnTo>
                  <a:lnTo>
                    <a:pt x="207111" y="237604"/>
                  </a:lnTo>
                  <a:lnTo>
                    <a:pt x="208838" y="237083"/>
                  </a:lnTo>
                  <a:lnTo>
                    <a:pt x="208838" y="235585"/>
                  </a:lnTo>
                  <a:lnTo>
                    <a:pt x="208838" y="234099"/>
                  </a:lnTo>
                  <a:close/>
                </a:path>
                <a:path w="237489" h="323215">
                  <a:moveTo>
                    <a:pt x="221221" y="262763"/>
                  </a:moveTo>
                  <a:lnTo>
                    <a:pt x="220738" y="261658"/>
                  </a:lnTo>
                  <a:lnTo>
                    <a:pt x="218986" y="262636"/>
                  </a:lnTo>
                  <a:lnTo>
                    <a:pt x="218503" y="262890"/>
                  </a:lnTo>
                  <a:lnTo>
                    <a:pt x="218833" y="263753"/>
                  </a:lnTo>
                  <a:lnTo>
                    <a:pt x="219354" y="263537"/>
                  </a:lnTo>
                  <a:lnTo>
                    <a:pt x="219722" y="263385"/>
                  </a:lnTo>
                  <a:lnTo>
                    <a:pt x="220091" y="263232"/>
                  </a:lnTo>
                  <a:lnTo>
                    <a:pt x="220472" y="263080"/>
                  </a:lnTo>
                  <a:lnTo>
                    <a:pt x="221221" y="262763"/>
                  </a:lnTo>
                  <a:close/>
                </a:path>
                <a:path w="237489" h="323215">
                  <a:moveTo>
                    <a:pt x="223189" y="305460"/>
                  </a:moveTo>
                  <a:lnTo>
                    <a:pt x="222770" y="305130"/>
                  </a:lnTo>
                  <a:lnTo>
                    <a:pt x="221970" y="304495"/>
                  </a:lnTo>
                  <a:lnTo>
                    <a:pt x="221576" y="304190"/>
                  </a:lnTo>
                  <a:lnTo>
                    <a:pt x="221297" y="303974"/>
                  </a:lnTo>
                  <a:lnTo>
                    <a:pt x="220929" y="304317"/>
                  </a:lnTo>
                  <a:lnTo>
                    <a:pt x="221183" y="304596"/>
                  </a:lnTo>
                  <a:lnTo>
                    <a:pt x="221513" y="304965"/>
                  </a:lnTo>
                  <a:lnTo>
                    <a:pt x="221843" y="305346"/>
                  </a:lnTo>
                  <a:lnTo>
                    <a:pt x="222542" y="306146"/>
                  </a:lnTo>
                  <a:lnTo>
                    <a:pt x="223189" y="305460"/>
                  </a:lnTo>
                  <a:close/>
                </a:path>
                <a:path w="237489" h="323215">
                  <a:moveTo>
                    <a:pt x="223697" y="270573"/>
                  </a:moveTo>
                  <a:lnTo>
                    <a:pt x="221361" y="270129"/>
                  </a:lnTo>
                  <a:lnTo>
                    <a:pt x="219862" y="272021"/>
                  </a:lnTo>
                  <a:lnTo>
                    <a:pt x="220726" y="272973"/>
                  </a:lnTo>
                  <a:lnTo>
                    <a:pt x="220916" y="272796"/>
                  </a:lnTo>
                  <a:lnTo>
                    <a:pt x="220916" y="272669"/>
                  </a:lnTo>
                  <a:lnTo>
                    <a:pt x="221043" y="272669"/>
                  </a:lnTo>
                  <a:lnTo>
                    <a:pt x="221399" y="272326"/>
                  </a:lnTo>
                  <a:lnTo>
                    <a:pt x="222008" y="272427"/>
                  </a:lnTo>
                  <a:lnTo>
                    <a:pt x="221869" y="272554"/>
                  </a:lnTo>
                  <a:lnTo>
                    <a:pt x="221068" y="272669"/>
                  </a:lnTo>
                  <a:lnTo>
                    <a:pt x="220992" y="272973"/>
                  </a:lnTo>
                  <a:lnTo>
                    <a:pt x="221488" y="274154"/>
                  </a:lnTo>
                  <a:lnTo>
                    <a:pt x="223634" y="273862"/>
                  </a:lnTo>
                  <a:lnTo>
                    <a:pt x="223659" y="272326"/>
                  </a:lnTo>
                  <a:lnTo>
                    <a:pt x="223697" y="270573"/>
                  </a:lnTo>
                  <a:close/>
                </a:path>
                <a:path w="237489" h="323215">
                  <a:moveTo>
                    <a:pt x="228752" y="300024"/>
                  </a:moveTo>
                  <a:lnTo>
                    <a:pt x="228168" y="300024"/>
                  </a:lnTo>
                  <a:lnTo>
                    <a:pt x="228168" y="300482"/>
                  </a:lnTo>
                  <a:lnTo>
                    <a:pt x="228460" y="300482"/>
                  </a:lnTo>
                  <a:lnTo>
                    <a:pt x="228752" y="300482"/>
                  </a:lnTo>
                  <a:lnTo>
                    <a:pt x="228752" y="300024"/>
                  </a:lnTo>
                  <a:close/>
                </a:path>
                <a:path w="237489" h="323215">
                  <a:moveTo>
                    <a:pt x="237083" y="319849"/>
                  </a:moveTo>
                  <a:lnTo>
                    <a:pt x="235000" y="319849"/>
                  </a:lnTo>
                  <a:lnTo>
                    <a:pt x="232918" y="319849"/>
                  </a:lnTo>
                  <a:lnTo>
                    <a:pt x="232918" y="323075"/>
                  </a:lnTo>
                  <a:lnTo>
                    <a:pt x="237083" y="323075"/>
                  </a:lnTo>
                  <a:lnTo>
                    <a:pt x="237083" y="319849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881361" y="7713325"/>
              <a:ext cx="251460" cy="388620"/>
            </a:xfrm>
            <a:custGeom>
              <a:avLst/>
              <a:gdLst/>
              <a:ahLst/>
              <a:cxnLst/>
              <a:rect l="l" t="t" r="r" b="b"/>
              <a:pathLst>
                <a:path w="251460" h="388620">
                  <a:moveTo>
                    <a:pt x="6781" y="210832"/>
                  </a:moveTo>
                  <a:lnTo>
                    <a:pt x="6604" y="209016"/>
                  </a:lnTo>
                  <a:lnTo>
                    <a:pt x="4876" y="207886"/>
                  </a:lnTo>
                  <a:lnTo>
                    <a:pt x="3746" y="207137"/>
                  </a:lnTo>
                  <a:lnTo>
                    <a:pt x="2120" y="208153"/>
                  </a:lnTo>
                  <a:lnTo>
                    <a:pt x="2095" y="209448"/>
                  </a:lnTo>
                  <a:lnTo>
                    <a:pt x="1828" y="209664"/>
                  </a:lnTo>
                  <a:lnTo>
                    <a:pt x="0" y="210604"/>
                  </a:lnTo>
                  <a:lnTo>
                    <a:pt x="762" y="213004"/>
                  </a:lnTo>
                  <a:lnTo>
                    <a:pt x="2349" y="213652"/>
                  </a:lnTo>
                  <a:lnTo>
                    <a:pt x="2819" y="213842"/>
                  </a:lnTo>
                  <a:lnTo>
                    <a:pt x="3238" y="213893"/>
                  </a:lnTo>
                  <a:lnTo>
                    <a:pt x="4584" y="213842"/>
                  </a:lnTo>
                  <a:lnTo>
                    <a:pt x="5524" y="213423"/>
                  </a:lnTo>
                  <a:lnTo>
                    <a:pt x="5918" y="212610"/>
                  </a:lnTo>
                  <a:lnTo>
                    <a:pt x="6781" y="210832"/>
                  </a:lnTo>
                  <a:close/>
                </a:path>
                <a:path w="251460" h="388620">
                  <a:moveTo>
                    <a:pt x="6794" y="76898"/>
                  </a:moveTo>
                  <a:lnTo>
                    <a:pt x="6299" y="76390"/>
                  </a:lnTo>
                  <a:lnTo>
                    <a:pt x="5981" y="76708"/>
                  </a:lnTo>
                  <a:lnTo>
                    <a:pt x="5613" y="77050"/>
                  </a:lnTo>
                  <a:lnTo>
                    <a:pt x="5435" y="77228"/>
                  </a:lnTo>
                  <a:lnTo>
                    <a:pt x="5092" y="77533"/>
                  </a:lnTo>
                  <a:lnTo>
                    <a:pt x="5600" y="78041"/>
                  </a:lnTo>
                  <a:lnTo>
                    <a:pt x="5918" y="77724"/>
                  </a:lnTo>
                  <a:lnTo>
                    <a:pt x="6464" y="77216"/>
                  </a:lnTo>
                  <a:lnTo>
                    <a:pt x="6794" y="76898"/>
                  </a:lnTo>
                  <a:close/>
                </a:path>
                <a:path w="251460" h="388620">
                  <a:moveTo>
                    <a:pt x="9779" y="301244"/>
                  </a:moveTo>
                  <a:lnTo>
                    <a:pt x="9486" y="301244"/>
                  </a:lnTo>
                  <a:lnTo>
                    <a:pt x="9194" y="301244"/>
                  </a:lnTo>
                  <a:lnTo>
                    <a:pt x="9194" y="301688"/>
                  </a:lnTo>
                  <a:lnTo>
                    <a:pt x="9779" y="301688"/>
                  </a:lnTo>
                  <a:lnTo>
                    <a:pt x="9779" y="301244"/>
                  </a:lnTo>
                  <a:close/>
                </a:path>
                <a:path w="251460" h="388620">
                  <a:moveTo>
                    <a:pt x="14300" y="218313"/>
                  </a:moveTo>
                  <a:lnTo>
                    <a:pt x="13843" y="218351"/>
                  </a:lnTo>
                  <a:lnTo>
                    <a:pt x="13119" y="218389"/>
                  </a:lnTo>
                  <a:lnTo>
                    <a:pt x="12750" y="218414"/>
                  </a:lnTo>
                  <a:lnTo>
                    <a:pt x="12395" y="218440"/>
                  </a:lnTo>
                  <a:lnTo>
                    <a:pt x="12395" y="218948"/>
                  </a:lnTo>
                  <a:lnTo>
                    <a:pt x="12750" y="218973"/>
                  </a:lnTo>
                  <a:lnTo>
                    <a:pt x="13119" y="219011"/>
                  </a:lnTo>
                  <a:lnTo>
                    <a:pt x="13843" y="219049"/>
                  </a:lnTo>
                  <a:lnTo>
                    <a:pt x="14300" y="219075"/>
                  </a:lnTo>
                  <a:lnTo>
                    <a:pt x="14300" y="218313"/>
                  </a:lnTo>
                  <a:close/>
                </a:path>
                <a:path w="251460" h="388620">
                  <a:moveTo>
                    <a:pt x="14935" y="155803"/>
                  </a:moveTo>
                  <a:lnTo>
                    <a:pt x="14782" y="154749"/>
                  </a:lnTo>
                  <a:lnTo>
                    <a:pt x="13868" y="154203"/>
                  </a:lnTo>
                  <a:lnTo>
                    <a:pt x="13690" y="154101"/>
                  </a:lnTo>
                  <a:lnTo>
                    <a:pt x="11684" y="152882"/>
                  </a:lnTo>
                  <a:lnTo>
                    <a:pt x="9855" y="156019"/>
                  </a:lnTo>
                  <a:lnTo>
                    <a:pt x="11874" y="157276"/>
                  </a:lnTo>
                  <a:lnTo>
                    <a:pt x="12014" y="157353"/>
                  </a:lnTo>
                  <a:lnTo>
                    <a:pt x="12814" y="157886"/>
                  </a:lnTo>
                  <a:lnTo>
                    <a:pt x="13944" y="157937"/>
                  </a:lnTo>
                  <a:lnTo>
                    <a:pt x="14439" y="156883"/>
                  </a:lnTo>
                  <a:lnTo>
                    <a:pt x="14490" y="156756"/>
                  </a:lnTo>
                  <a:lnTo>
                    <a:pt x="14935" y="155803"/>
                  </a:lnTo>
                  <a:close/>
                </a:path>
                <a:path w="251460" h="388620">
                  <a:moveTo>
                    <a:pt x="17170" y="123164"/>
                  </a:moveTo>
                  <a:lnTo>
                    <a:pt x="16954" y="122859"/>
                  </a:lnTo>
                  <a:lnTo>
                    <a:pt x="16573" y="122555"/>
                  </a:lnTo>
                  <a:lnTo>
                    <a:pt x="15468" y="121323"/>
                  </a:lnTo>
                  <a:lnTo>
                    <a:pt x="12877" y="123596"/>
                  </a:lnTo>
                  <a:lnTo>
                    <a:pt x="15925" y="125361"/>
                  </a:lnTo>
                  <a:lnTo>
                    <a:pt x="17081" y="124714"/>
                  </a:lnTo>
                  <a:lnTo>
                    <a:pt x="17170" y="123164"/>
                  </a:lnTo>
                  <a:close/>
                </a:path>
                <a:path w="251460" h="388620">
                  <a:moveTo>
                    <a:pt x="17843" y="256019"/>
                  </a:moveTo>
                  <a:lnTo>
                    <a:pt x="17653" y="255117"/>
                  </a:lnTo>
                  <a:lnTo>
                    <a:pt x="16764" y="251066"/>
                  </a:lnTo>
                  <a:lnTo>
                    <a:pt x="12319" y="255841"/>
                  </a:lnTo>
                  <a:lnTo>
                    <a:pt x="15608" y="256400"/>
                  </a:lnTo>
                  <a:lnTo>
                    <a:pt x="17119" y="256654"/>
                  </a:lnTo>
                  <a:lnTo>
                    <a:pt x="17843" y="256019"/>
                  </a:lnTo>
                  <a:close/>
                </a:path>
                <a:path w="251460" h="388620">
                  <a:moveTo>
                    <a:pt x="18440" y="178333"/>
                  </a:moveTo>
                  <a:lnTo>
                    <a:pt x="18237" y="178130"/>
                  </a:lnTo>
                  <a:lnTo>
                    <a:pt x="18097" y="178257"/>
                  </a:lnTo>
                  <a:lnTo>
                    <a:pt x="17564" y="178765"/>
                  </a:lnTo>
                  <a:lnTo>
                    <a:pt x="17424" y="178892"/>
                  </a:lnTo>
                  <a:lnTo>
                    <a:pt x="17627" y="179095"/>
                  </a:lnTo>
                  <a:lnTo>
                    <a:pt x="17754" y="178968"/>
                  </a:lnTo>
                  <a:lnTo>
                    <a:pt x="18300" y="178447"/>
                  </a:lnTo>
                  <a:lnTo>
                    <a:pt x="18440" y="178333"/>
                  </a:lnTo>
                  <a:close/>
                </a:path>
                <a:path w="251460" h="388620">
                  <a:moveTo>
                    <a:pt x="18656" y="164769"/>
                  </a:moveTo>
                  <a:lnTo>
                    <a:pt x="17894" y="161620"/>
                  </a:lnTo>
                  <a:lnTo>
                    <a:pt x="17208" y="158788"/>
                  </a:lnTo>
                  <a:lnTo>
                    <a:pt x="14833" y="158788"/>
                  </a:lnTo>
                  <a:lnTo>
                    <a:pt x="13398" y="164757"/>
                  </a:lnTo>
                  <a:lnTo>
                    <a:pt x="18656" y="164769"/>
                  </a:lnTo>
                  <a:close/>
                </a:path>
                <a:path w="251460" h="388620">
                  <a:moveTo>
                    <a:pt x="18821" y="369671"/>
                  </a:moveTo>
                  <a:lnTo>
                    <a:pt x="18580" y="368706"/>
                  </a:lnTo>
                  <a:lnTo>
                    <a:pt x="18084" y="366814"/>
                  </a:lnTo>
                  <a:lnTo>
                    <a:pt x="15290" y="366864"/>
                  </a:lnTo>
                  <a:lnTo>
                    <a:pt x="14503" y="369684"/>
                  </a:lnTo>
                  <a:lnTo>
                    <a:pt x="14566" y="370332"/>
                  </a:lnTo>
                  <a:lnTo>
                    <a:pt x="15824" y="372389"/>
                  </a:lnTo>
                  <a:lnTo>
                    <a:pt x="17500" y="372351"/>
                  </a:lnTo>
                  <a:lnTo>
                    <a:pt x="18237" y="371195"/>
                  </a:lnTo>
                  <a:lnTo>
                    <a:pt x="18783" y="370332"/>
                  </a:lnTo>
                  <a:lnTo>
                    <a:pt x="18821" y="369671"/>
                  </a:lnTo>
                  <a:close/>
                </a:path>
                <a:path w="251460" h="388620">
                  <a:moveTo>
                    <a:pt x="19253" y="344525"/>
                  </a:moveTo>
                  <a:lnTo>
                    <a:pt x="17335" y="345313"/>
                  </a:lnTo>
                  <a:lnTo>
                    <a:pt x="17170" y="345376"/>
                  </a:lnTo>
                  <a:lnTo>
                    <a:pt x="17018" y="345452"/>
                  </a:lnTo>
                  <a:lnTo>
                    <a:pt x="16852" y="345516"/>
                  </a:lnTo>
                  <a:lnTo>
                    <a:pt x="15925" y="345909"/>
                  </a:lnTo>
                  <a:lnTo>
                    <a:pt x="15925" y="347040"/>
                  </a:lnTo>
                  <a:lnTo>
                    <a:pt x="16852" y="347421"/>
                  </a:lnTo>
                  <a:lnTo>
                    <a:pt x="17018" y="347484"/>
                  </a:lnTo>
                  <a:lnTo>
                    <a:pt x="17170" y="347560"/>
                  </a:lnTo>
                  <a:lnTo>
                    <a:pt x="17335" y="347624"/>
                  </a:lnTo>
                  <a:lnTo>
                    <a:pt x="19240" y="348424"/>
                  </a:lnTo>
                  <a:lnTo>
                    <a:pt x="19253" y="344525"/>
                  </a:lnTo>
                  <a:close/>
                </a:path>
                <a:path w="251460" h="388620">
                  <a:moveTo>
                    <a:pt x="19558" y="312826"/>
                  </a:moveTo>
                  <a:lnTo>
                    <a:pt x="18199" y="312826"/>
                  </a:lnTo>
                  <a:lnTo>
                    <a:pt x="16840" y="312826"/>
                  </a:lnTo>
                  <a:lnTo>
                    <a:pt x="16840" y="314934"/>
                  </a:lnTo>
                  <a:lnTo>
                    <a:pt x="19558" y="314934"/>
                  </a:lnTo>
                  <a:lnTo>
                    <a:pt x="19558" y="312826"/>
                  </a:lnTo>
                  <a:close/>
                </a:path>
                <a:path w="251460" h="388620">
                  <a:moveTo>
                    <a:pt x="19735" y="227139"/>
                  </a:moveTo>
                  <a:lnTo>
                    <a:pt x="19291" y="227139"/>
                  </a:lnTo>
                  <a:lnTo>
                    <a:pt x="18846" y="227139"/>
                  </a:lnTo>
                  <a:lnTo>
                    <a:pt x="18846" y="227838"/>
                  </a:lnTo>
                  <a:lnTo>
                    <a:pt x="19735" y="227838"/>
                  </a:lnTo>
                  <a:lnTo>
                    <a:pt x="19735" y="227139"/>
                  </a:lnTo>
                  <a:close/>
                </a:path>
                <a:path w="251460" h="388620">
                  <a:moveTo>
                    <a:pt x="20929" y="72504"/>
                  </a:moveTo>
                  <a:lnTo>
                    <a:pt x="17907" y="66890"/>
                  </a:lnTo>
                  <a:lnTo>
                    <a:pt x="16319" y="66890"/>
                  </a:lnTo>
                  <a:lnTo>
                    <a:pt x="15354" y="68681"/>
                  </a:lnTo>
                  <a:lnTo>
                    <a:pt x="13296" y="72504"/>
                  </a:lnTo>
                  <a:lnTo>
                    <a:pt x="20929" y="72504"/>
                  </a:lnTo>
                  <a:close/>
                </a:path>
                <a:path w="251460" h="388620">
                  <a:moveTo>
                    <a:pt x="21348" y="63093"/>
                  </a:moveTo>
                  <a:lnTo>
                    <a:pt x="19723" y="59131"/>
                  </a:lnTo>
                  <a:lnTo>
                    <a:pt x="17449" y="61214"/>
                  </a:lnTo>
                  <a:lnTo>
                    <a:pt x="17170" y="61480"/>
                  </a:lnTo>
                  <a:lnTo>
                    <a:pt x="16891" y="61734"/>
                  </a:lnTo>
                  <a:lnTo>
                    <a:pt x="15976" y="62572"/>
                  </a:lnTo>
                  <a:lnTo>
                    <a:pt x="16967" y="63766"/>
                  </a:lnTo>
                  <a:lnTo>
                    <a:pt x="21348" y="63093"/>
                  </a:lnTo>
                  <a:close/>
                </a:path>
                <a:path w="251460" h="388620">
                  <a:moveTo>
                    <a:pt x="21437" y="81419"/>
                  </a:moveTo>
                  <a:lnTo>
                    <a:pt x="17145" y="81419"/>
                  </a:lnTo>
                  <a:lnTo>
                    <a:pt x="18262" y="83947"/>
                  </a:lnTo>
                  <a:lnTo>
                    <a:pt x="18313" y="84074"/>
                  </a:lnTo>
                  <a:lnTo>
                    <a:pt x="18681" y="84899"/>
                  </a:lnTo>
                  <a:lnTo>
                    <a:pt x="19900" y="84899"/>
                  </a:lnTo>
                  <a:lnTo>
                    <a:pt x="20205" y="84213"/>
                  </a:lnTo>
                  <a:lnTo>
                    <a:pt x="20332" y="83947"/>
                  </a:lnTo>
                  <a:lnTo>
                    <a:pt x="20383" y="83807"/>
                  </a:lnTo>
                  <a:lnTo>
                    <a:pt x="21437" y="81419"/>
                  </a:lnTo>
                  <a:close/>
                </a:path>
                <a:path w="251460" h="388620">
                  <a:moveTo>
                    <a:pt x="21475" y="245884"/>
                  </a:moveTo>
                  <a:lnTo>
                    <a:pt x="21170" y="244335"/>
                  </a:lnTo>
                  <a:lnTo>
                    <a:pt x="21132" y="244068"/>
                  </a:lnTo>
                  <a:lnTo>
                    <a:pt x="21069" y="243827"/>
                  </a:lnTo>
                  <a:lnTo>
                    <a:pt x="20955" y="243586"/>
                  </a:lnTo>
                  <a:lnTo>
                    <a:pt x="20574" y="242341"/>
                  </a:lnTo>
                  <a:lnTo>
                    <a:pt x="19138" y="241985"/>
                  </a:lnTo>
                  <a:lnTo>
                    <a:pt x="18173" y="242658"/>
                  </a:lnTo>
                  <a:lnTo>
                    <a:pt x="17792" y="242735"/>
                  </a:lnTo>
                  <a:lnTo>
                    <a:pt x="17437" y="242862"/>
                  </a:lnTo>
                  <a:lnTo>
                    <a:pt x="14681" y="244017"/>
                  </a:lnTo>
                  <a:lnTo>
                    <a:pt x="16040" y="247446"/>
                  </a:lnTo>
                  <a:lnTo>
                    <a:pt x="20485" y="247548"/>
                  </a:lnTo>
                  <a:lnTo>
                    <a:pt x="21475" y="245884"/>
                  </a:lnTo>
                  <a:close/>
                </a:path>
                <a:path w="251460" h="388620">
                  <a:moveTo>
                    <a:pt x="22529" y="99199"/>
                  </a:moveTo>
                  <a:lnTo>
                    <a:pt x="22504" y="97993"/>
                  </a:lnTo>
                  <a:lnTo>
                    <a:pt x="22161" y="97548"/>
                  </a:lnTo>
                  <a:lnTo>
                    <a:pt x="19900" y="96291"/>
                  </a:lnTo>
                  <a:lnTo>
                    <a:pt x="18402" y="97650"/>
                  </a:lnTo>
                  <a:lnTo>
                    <a:pt x="19799" y="99898"/>
                  </a:lnTo>
                  <a:lnTo>
                    <a:pt x="20218" y="100304"/>
                  </a:lnTo>
                  <a:lnTo>
                    <a:pt x="22034" y="100241"/>
                  </a:lnTo>
                  <a:lnTo>
                    <a:pt x="22529" y="99783"/>
                  </a:lnTo>
                  <a:lnTo>
                    <a:pt x="22529" y="99199"/>
                  </a:lnTo>
                  <a:close/>
                </a:path>
                <a:path w="251460" h="388620">
                  <a:moveTo>
                    <a:pt x="23101" y="281432"/>
                  </a:moveTo>
                  <a:lnTo>
                    <a:pt x="20929" y="279044"/>
                  </a:lnTo>
                  <a:lnTo>
                    <a:pt x="19951" y="280720"/>
                  </a:lnTo>
                  <a:lnTo>
                    <a:pt x="19837" y="280936"/>
                  </a:lnTo>
                  <a:lnTo>
                    <a:pt x="19710" y="281139"/>
                  </a:lnTo>
                  <a:lnTo>
                    <a:pt x="19596" y="281355"/>
                  </a:lnTo>
                  <a:lnTo>
                    <a:pt x="19113" y="282168"/>
                  </a:lnTo>
                  <a:lnTo>
                    <a:pt x="20053" y="283006"/>
                  </a:lnTo>
                  <a:lnTo>
                    <a:pt x="20840" y="282600"/>
                  </a:lnTo>
                  <a:lnTo>
                    <a:pt x="23101" y="281432"/>
                  </a:lnTo>
                  <a:close/>
                </a:path>
                <a:path w="251460" h="388620">
                  <a:moveTo>
                    <a:pt x="28041" y="320078"/>
                  </a:moveTo>
                  <a:lnTo>
                    <a:pt x="27406" y="319532"/>
                  </a:lnTo>
                  <a:lnTo>
                    <a:pt x="26441" y="319697"/>
                  </a:lnTo>
                  <a:lnTo>
                    <a:pt x="26225" y="319722"/>
                  </a:lnTo>
                  <a:lnTo>
                    <a:pt x="22999" y="320268"/>
                  </a:lnTo>
                  <a:lnTo>
                    <a:pt x="27051" y="324612"/>
                  </a:lnTo>
                  <a:lnTo>
                    <a:pt x="27724" y="321500"/>
                  </a:lnTo>
                  <a:lnTo>
                    <a:pt x="27774" y="321284"/>
                  </a:lnTo>
                  <a:lnTo>
                    <a:pt x="27825" y="321081"/>
                  </a:lnTo>
                  <a:lnTo>
                    <a:pt x="28041" y="320078"/>
                  </a:lnTo>
                  <a:close/>
                </a:path>
                <a:path w="251460" h="388620">
                  <a:moveTo>
                    <a:pt x="29857" y="384022"/>
                  </a:moveTo>
                  <a:lnTo>
                    <a:pt x="22898" y="384022"/>
                  </a:lnTo>
                  <a:lnTo>
                    <a:pt x="24917" y="387159"/>
                  </a:lnTo>
                  <a:lnTo>
                    <a:pt x="25742" y="388429"/>
                  </a:lnTo>
                  <a:lnTo>
                    <a:pt x="27000" y="388429"/>
                  </a:lnTo>
                  <a:lnTo>
                    <a:pt x="29857" y="384022"/>
                  </a:lnTo>
                  <a:close/>
                </a:path>
                <a:path w="251460" h="388620">
                  <a:moveTo>
                    <a:pt x="30594" y="260197"/>
                  </a:moveTo>
                  <a:lnTo>
                    <a:pt x="30568" y="259448"/>
                  </a:lnTo>
                  <a:lnTo>
                    <a:pt x="30251" y="258521"/>
                  </a:lnTo>
                  <a:lnTo>
                    <a:pt x="30086" y="258457"/>
                  </a:lnTo>
                  <a:lnTo>
                    <a:pt x="30441" y="259410"/>
                  </a:lnTo>
                  <a:lnTo>
                    <a:pt x="30429" y="260248"/>
                  </a:lnTo>
                  <a:lnTo>
                    <a:pt x="30048" y="261086"/>
                  </a:lnTo>
                  <a:lnTo>
                    <a:pt x="29997" y="261251"/>
                  </a:lnTo>
                  <a:lnTo>
                    <a:pt x="30264" y="261327"/>
                  </a:lnTo>
                  <a:lnTo>
                    <a:pt x="30314" y="261150"/>
                  </a:lnTo>
                  <a:lnTo>
                    <a:pt x="30594" y="260197"/>
                  </a:lnTo>
                  <a:close/>
                </a:path>
                <a:path w="251460" h="388620">
                  <a:moveTo>
                    <a:pt x="33820" y="293001"/>
                  </a:moveTo>
                  <a:lnTo>
                    <a:pt x="32004" y="293001"/>
                  </a:lnTo>
                  <a:lnTo>
                    <a:pt x="32004" y="294411"/>
                  </a:lnTo>
                  <a:lnTo>
                    <a:pt x="32905" y="294411"/>
                  </a:lnTo>
                  <a:lnTo>
                    <a:pt x="33807" y="294411"/>
                  </a:lnTo>
                  <a:lnTo>
                    <a:pt x="33820" y="293001"/>
                  </a:lnTo>
                  <a:close/>
                </a:path>
                <a:path w="251460" h="388620">
                  <a:moveTo>
                    <a:pt x="34975" y="71970"/>
                  </a:moveTo>
                  <a:lnTo>
                    <a:pt x="33426" y="72097"/>
                  </a:lnTo>
                  <a:lnTo>
                    <a:pt x="33108" y="72123"/>
                  </a:lnTo>
                  <a:lnTo>
                    <a:pt x="32918" y="71996"/>
                  </a:lnTo>
                  <a:lnTo>
                    <a:pt x="31826" y="71551"/>
                  </a:lnTo>
                  <a:lnTo>
                    <a:pt x="31305" y="72453"/>
                  </a:lnTo>
                  <a:lnTo>
                    <a:pt x="31394" y="73088"/>
                  </a:lnTo>
                  <a:lnTo>
                    <a:pt x="31546" y="74155"/>
                  </a:lnTo>
                  <a:lnTo>
                    <a:pt x="32410" y="74574"/>
                  </a:lnTo>
                  <a:lnTo>
                    <a:pt x="33426" y="74485"/>
                  </a:lnTo>
                  <a:lnTo>
                    <a:pt x="34963" y="74358"/>
                  </a:lnTo>
                  <a:lnTo>
                    <a:pt x="34975" y="71970"/>
                  </a:lnTo>
                  <a:close/>
                </a:path>
                <a:path w="251460" h="388620">
                  <a:moveTo>
                    <a:pt x="38061" y="351790"/>
                  </a:moveTo>
                  <a:lnTo>
                    <a:pt x="37858" y="347853"/>
                  </a:lnTo>
                  <a:lnTo>
                    <a:pt x="31877" y="346913"/>
                  </a:lnTo>
                  <a:lnTo>
                    <a:pt x="30835" y="351523"/>
                  </a:lnTo>
                  <a:lnTo>
                    <a:pt x="33820" y="351751"/>
                  </a:lnTo>
                  <a:lnTo>
                    <a:pt x="33896" y="352552"/>
                  </a:lnTo>
                  <a:lnTo>
                    <a:pt x="34518" y="353263"/>
                  </a:lnTo>
                  <a:lnTo>
                    <a:pt x="38061" y="351790"/>
                  </a:lnTo>
                  <a:close/>
                </a:path>
                <a:path w="251460" h="388620">
                  <a:moveTo>
                    <a:pt x="38100" y="231406"/>
                  </a:moveTo>
                  <a:lnTo>
                    <a:pt x="37807" y="231406"/>
                  </a:lnTo>
                  <a:lnTo>
                    <a:pt x="37515" y="231406"/>
                  </a:lnTo>
                  <a:lnTo>
                    <a:pt x="37515" y="231851"/>
                  </a:lnTo>
                  <a:lnTo>
                    <a:pt x="38100" y="231851"/>
                  </a:lnTo>
                  <a:lnTo>
                    <a:pt x="38100" y="231406"/>
                  </a:lnTo>
                  <a:close/>
                </a:path>
                <a:path w="251460" h="388620">
                  <a:moveTo>
                    <a:pt x="39014" y="121119"/>
                  </a:moveTo>
                  <a:lnTo>
                    <a:pt x="38506" y="119862"/>
                  </a:lnTo>
                  <a:lnTo>
                    <a:pt x="37566" y="120091"/>
                  </a:lnTo>
                  <a:lnTo>
                    <a:pt x="36741" y="119964"/>
                  </a:lnTo>
                  <a:lnTo>
                    <a:pt x="35280" y="119113"/>
                  </a:lnTo>
                  <a:lnTo>
                    <a:pt x="34290" y="121704"/>
                  </a:lnTo>
                  <a:lnTo>
                    <a:pt x="35877" y="122034"/>
                  </a:lnTo>
                  <a:lnTo>
                    <a:pt x="36791" y="122212"/>
                  </a:lnTo>
                  <a:lnTo>
                    <a:pt x="37414" y="122148"/>
                  </a:lnTo>
                  <a:lnTo>
                    <a:pt x="39014" y="121119"/>
                  </a:lnTo>
                  <a:close/>
                </a:path>
                <a:path w="251460" h="388620">
                  <a:moveTo>
                    <a:pt x="41402" y="272288"/>
                  </a:moveTo>
                  <a:lnTo>
                    <a:pt x="38989" y="271322"/>
                  </a:lnTo>
                  <a:lnTo>
                    <a:pt x="37820" y="270865"/>
                  </a:lnTo>
                  <a:lnTo>
                    <a:pt x="37350" y="271818"/>
                  </a:lnTo>
                  <a:lnTo>
                    <a:pt x="37630" y="272402"/>
                  </a:lnTo>
                  <a:lnTo>
                    <a:pt x="37731" y="272630"/>
                  </a:lnTo>
                  <a:lnTo>
                    <a:pt x="37833" y="272846"/>
                  </a:lnTo>
                  <a:lnTo>
                    <a:pt x="38696" y="274726"/>
                  </a:lnTo>
                  <a:lnTo>
                    <a:pt x="41402" y="272288"/>
                  </a:lnTo>
                  <a:close/>
                </a:path>
                <a:path w="251460" h="388620">
                  <a:moveTo>
                    <a:pt x="44615" y="78816"/>
                  </a:moveTo>
                  <a:lnTo>
                    <a:pt x="44081" y="78816"/>
                  </a:lnTo>
                  <a:lnTo>
                    <a:pt x="44081" y="79235"/>
                  </a:lnTo>
                  <a:lnTo>
                    <a:pt x="44348" y="79235"/>
                  </a:lnTo>
                  <a:lnTo>
                    <a:pt x="44615" y="79235"/>
                  </a:lnTo>
                  <a:lnTo>
                    <a:pt x="44615" y="78816"/>
                  </a:lnTo>
                  <a:close/>
                </a:path>
                <a:path w="251460" h="388620">
                  <a:moveTo>
                    <a:pt x="46469" y="208051"/>
                  </a:moveTo>
                  <a:lnTo>
                    <a:pt x="42557" y="212229"/>
                  </a:lnTo>
                  <a:lnTo>
                    <a:pt x="44196" y="212420"/>
                  </a:lnTo>
                  <a:lnTo>
                    <a:pt x="45339" y="210858"/>
                  </a:lnTo>
                  <a:lnTo>
                    <a:pt x="46469" y="208051"/>
                  </a:lnTo>
                  <a:close/>
                </a:path>
                <a:path w="251460" h="388620">
                  <a:moveTo>
                    <a:pt x="50673" y="155803"/>
                  </a:moveTo>
                  <a:lnTo>
                    <a:pt x="48564" y="151853"/>
                  </a:lnTo>
                  <a:lnTo>
                    <a:pt x="43865" y="155435"/>
                  </a:lnTo>
                  <a:lnTo>
                    <a:pt x="45631" y="157060"/>
                  </a:lnTo>
                  <a:lnTo>
                    <a:pt x="46977" y="158648"/>
                  </a:lnTo>
                  <a:lnTo>
                    <a:pt x="47307" y="158826"/>
                  </a:lnTo>
                  <a:lnTo>
                    <a:pt x="48831" y="159397"/>
                  </a:lnTo>
                  <a:lnTo>
                    <a:pt x="50368" y="158546"/>
                  </a:lnTo>
                  <a:lnTo>
                    <a:pt x="50495" y="157822"/>
                  </a:lnTo>
                  <a:lnTo>
                    <a:pt x="50609" y="157060"/>
                  </a:lnTo>
                  <a:lnTo>
                    <a:pt x="50673" y="155803"/>
                  </a:lnTo>
                  <a:close/>
                </a:path>
                <a:path w="251460" h="388620">
                  <a:moveTo>
                    <a:pt x="50761" y="193370"/>
                  </a:moveTo>
                  <a:lnTo>
                    <a:pt x="50749" y="189331"/>
                  </a:lnTo>
                  <a:lnTo>
                    <a:pt x="46253" y="190068"/>
                  </a:lnTo>
                  <a:lnTo>
                    <a:pt x="46609" y="192608"/>
                  </a:lnTo>
                  <a:lnTo>
                    <a:pt x="46520" y="192773"/>
                  </a:lnTo>
                  <a:lnTo>
                    <a:pt x="46342" y="194411"/>
                  </a:lnTo>
                  <a:lnTo>
                    <a:pt x="48285" y="195249"/>
                  </a:lnTo>
                  <a:lnTo>
                    <a:pt x="49479" y="194576"/>
                  </a:lnTo>
                  <a:lnTo>
                    <a:pt x="50368" y="194056"/>
                  </a:lnTo>
                  <a:lnTo>
                    <a:pt x="50761" y="193370"/>
                  </a:lnTo>
                  <a:close/>
                </a:path>
                <a:path w="251460" h="388620">
                  <a:moveTo>
                    <a:pt x="50888" y="112179"/>
                  </a:moveTo>
                  <a:lnTo>
                    <a:pt x="49618" y="112293"/>
                  </a:lnTo>
                  <a:lnTo>
                    <a:pt x="48158" y="112445"/>
                  </a:lnTo>
                  <a:lnTo>
                    <a:pt x="47891" y="112458"/>
                  </a:lnTo>
                  <a:lnTo>
                    <a:pt x="47891" y="112826"/>
                  </a:lnTo>
                  <a:lnTo>
                    <a:pt x="48158" y="112864"/>
                  </a:lnTo>
                  <a:lnTo>
                    <a:pt x="48882" y="112941"/>
                  </a:lnTo>
                  <a:lnTo>
                    <a:pt x="49618" y="112991"/>
                  </a:lnTo>
                  <a:lnTo>
                    <a:pt x="50888" y="113118"/>
                  </a:lnTo>
                  <a:lnTo>
                    <a:pt x="50888" y="112179"/>
                  </a:lnTo>
                  <a:close/>
                </a:path>
                <a:path w="251460" h="388620">
                  <a:moveTo>
                    <a:pt x="51511" y="109651"/>
                  </a:moveTo>
                  <a:lnTo>
                    <a:pt x="50977" y="108216"/>
                  </a:lnTo>
                  <a:lnTo>
                    <a:pt x="48602" y="108216"/>
                  </a:lnTo>
                  <a:lnTo>
                    <a:pt x="48069" y="109651"/>
                  </a:lnTo>
                  <a:lnTo>
                    <a:pt x="48933" y="110578"/>
                  </a:lnTo>
                  <a:lnTo>
                    <a:pt x="49453" y="111137"/>
                  </a:lnTo>
                  <a:lnTo>
                    <a:pt x="50139" y="111137"/>
                  </a:lnTo>
                  <a:lnTo>
                    <a:pt x="50495" y="110756"/>
                  </a:lnTo>
                  <a:lnTo>
                    <a:pt x="50660" y="110578"/>
                  </a:lnTo>
                  <a:lnTo>
                    <a:pt x="51511" y="109651"/>
                  </a:lnTo>
                  <a:close/>
                </a:path>
                <a:path w="251460" h="388620">
                  <a:moveTo>
                    <a:pt x="69748" y="102184"/>
                  </a:moveTo>
                  <a:lnTo>
                    <a:pt x="68440" y="100571"/>
                  </a:lnTo>
                  <a:lnTo>
                    <a:pt x="67640" y="99593"/>
                  </a:lnTo>
                  <a:lnTo>
                    <a:pt x="66662" y="99060"/>
                  </a:lnTo>
                  <a:lnTo>
                    <a:pt x="64350" y="98196"/>
                  </a:lnTo>
                  <a:lnTo>
                    <a:pt x="63246" y="99441"/>
                  </a:lnTo>
                  <a:lnTo>
                    <a:pt x="63436" y="100533"/>
                  </a:lnTo>
                  <a:lnTo>
                    <a:pt x="62915" y="101219"/>
                  </a:lnTo>
                  <a:lnTo>
                    <a:pt x="62699" y="102133"/>
                  </a:lnTo>
                  <a:lnTo>
                    <a:pt x="64185" y="104089"/>
                  </a:lnTo>
                  <a:lnTo>
                    <a:pt x="65087" y="104775"/>
                  </a:lnTo>
                  <a:lnTo>
                    <a:pt x="68961" y="104648"/>
                  </a:lnTo>
                  <a:lnTo>
                    <a:pt x="69748" y="102184"/>
                  </a:lnTo>
                  <a:close/>
                </a:path>
                <a:path w="251460" h="388620">
                  <a:moveTo>
                    <a:pt x="125044" y="63703"/>
                  </a:moveTo>
                  <a:lnTo>
                    <a:pt x="124955" y="63538"/>
                  </a:lnTo>
                  <a:lnTo>
                    <a:pt x="124955" y="63703"/>
                  </a:lnTo>
                  <a:close/>
                </a:path>
                <a:path w="251460" h="388620">
                  <a:moveTo>
                    <a:pt x="130848" y="63093"/>
                  </a:moveTo>
                  <a:lnTo>
                    <a:pt x="130797" y="62077"/>
                  </a:lnTo>
                  <a:lnTo>
                    <a:pt x="128130" y="57607"/>
                  </a:lnTo>
                  <a:lnTo>
                    <a:pt x="123151" y="60502"/>
                  </a:lnTo>
                  <a:lnTo>
                    <a:pt x="124955" y="63538"/>
                  </a:lnTo>
                  <a:lnTo>
                    <a:pt x="125082" y="63093"/>
                  </a:lnTo>
                  <a:lnTo>
                    <a:pt x="125044" y="63703"/>
                  </a:lnTo>
                  <a:lnTo>
                    <a:pt x="126758" y="66802"/>
                  </a:lnTo>
                  <a:lnTo>
                    <a:pt x="128993" y="66687"/>
                  </a:lnTo>
                  <a:lnTo>
                    <a:pt x="130454" y="65900"/>
                  </a:lnTo>
                  <a:lnTo>
                    <a:pt x="130746" y="63868"/>
                  </a:lnTo>
                  <a:lnTo>
                    <a:pt x="130848" y="63093"/>
                  </a:lnTo>
                  <a:close/>
                </a:path>
                <a:path w="251460" h="388620">
                  <a:moveTo>
                    <a:pt x="146024" y="123075"/>
                  </a:moveTo>
                  <a:lnTo>
                    <a:pt x="145300" y="121869"/>
                  </a:lnTo>
                  <a:lnTo>
                    <a:pt x="143560" y="120675"/>
                  </a:lnTo>
                  <a:lnTo>
                    <a:pt x="142798" y="120700"/>
                  </a:lnTo>
                  <a:lnTo>
                    <a:pt x="141287" y="120967"/>
                  </a:lnTo>
                  <a:lnTo>
                    <a:pt x="140893" y="121386"/>
                  </a:lnTo>
                  <a:lnTo>
                    <a:pt x="140589" y="121869"/>
                  </a:lnTo>
                  <a:lnTo>
                    <a:pt x="139522" y="122770"/>
                  </a:lnTo>
                  <a:lnTo>
                    <a:pt x="139115" y="124447"/>
                  </a:lnTo>
                  <a:lnTo>
                    <a:pt x="140360" y="125564"/>
                  </a:lnTo>
                  <a:lnTo>
                    <a:pt x="141135" y="126250"/>
                  </a:lnTo>
                  <a:lnTo>
                    <a:pt x="141820" y="126580"/>
                  </a:lnTo>
                  <a:lnTo>
                    <a:pt x="144145" y="126517"/>
                  </a:lnTo>
                  <a:lnTo>
                    <a:pt x="145046" y="125730"/>
                  </a:lnTo>
                  <a:lnTo>
                    <a:pt x="146024" y="123075"/>
                  </a:lnTo>
                  <a:close/>
                </a:path>
                <a:path w="251460" h="388620">
                  <a:moveTo>
                    <a:pt x="148577" y="224091"/>
                  </a:moveTo>
                  <a:lnTo>
                    <a:pt x="148082" y="223342"/>
                  </a:lnTo>
                  <a:lnTo>
                    <a:pt x="146024" y="219722"/>
                  </a:lnTo>
                  <a:lnTo>
                    <a:pt x="142201" y="222402"/>
                  </a:lnTo>
                  <a:lnTo>
                    <a:pt x="144145" y="224790"/>
                  </a:lnTo>
                  <a:lnTo>
                    <a:pt x="143878" y="224790"/>
                  </a:lnTo>
                  <a:lnTo>
                    <a:pt x="142379" y="225412"/>
                  </a:lnTo>
                  <a:lnTo>
                    <a:pt x="142379" y="226453"/>
                  </a:lnTo>
                  <a:lnTo>
                    <a:pt x="144703" y="227431"/>
                  </a:lnTo>
                  <a:lnTo>
                    <a:pt x="145135" y="226529"/>
                  </a:lnTo>
                  <a:lnTo>
                    <a:pt x="145059" y="225742"/>
                  </a:lnTo>
                  <a:lnTo>
                    <a:pt x="145491" y="226123"/>
                  </a:lnTo>
                  <a:lnTo>
                    <a:pt x="145973" y="226364"/>
                  </a:lnTo>
                  <a:lnTo>
                    <a:pt x="147434" y="226402"/>
                  </a:lnTo>
                  <a:lnTo>
                    <a:pt x="147967" y="225907"/>
                  </a:lnTo>
                  <a:lnTo>
                    <a:pt x="148170" y="225298"/>
                  </a:lnTo>
                  <a:lnTo>
                    <a:pt x="148577" y="224091"/>
                  </a:lnTo>
                  <a:close/>
                </a:path>
                <a:path w="251460" h="388620">
                  <a:moveTo>
                    <a:pt x="150583" y="63423"/>
                  </a:moveTo>
                  <a:lnTo>
                    <a:pt x="150533" y="61290"/>
                  </a:lnTo>
                  <a:lnTo>
                    <a:pt x="150368" y="60756"/>
                  </a:lnTo>
                  <a:lnTo>
                    <a:pt x="149923" y="59893"/>
                  </a:lnTo>
                  <a:lnTo>
                    <a:pt x="148729" y="57645"/>
                  </a:lnTo>
                  <a:lnTo>
                    <a:pt x="145338" y="59639"/>
                  </a:lnTo>
                  <a:lnTo>
                    <a:pt x="146519" y="61887"/>
                  </a:lnTo>
                  <a:lnTo>
                    <a:pt x="146964" y="62738"/>
                  </a:lnTo>
                  <a:lnTo>
                    <a:pt x="147345" y="63106"/>
                  </a:lnTo>
                  <a:lnTo>
                    <a:pt x="149148" y="64389"/>
                  </a:lnTo>
                  <a:lnTo>
                    <a:pt x="150583" y="63423"/>
                  </a:lnTo>
                  <a:close/>
                </a:path>
                <a:path w="251460" h="388620">
                  <a:moveTo>
                    <a:pt x="155409" y="161747"/>
                  </a:moveTo>
                  <a:lnTo>
                    <a:pt x="154686" y="161747"/>
                  </a:lnTo>
                  <a:lnTo>
                    <a:pt x="153962" y="161747"/>
                  </a:lnTo>
                  <a:lnTo>
                    <a:pt x="153962" y="162864"/>
                  </a:lnTo>
                  <a:lnTo>
                    <a:pt x="155409" y="162864"/>
                  </a:lnTo>
                  <a:lnTo>
                    <a:pt x="155409" y="161747"/>
                  </a:lnTo>
                  <a:close/>
                </a:path>
                <a:path w="251460" h="388620">
                  <a:moveTo>
                    <a:pt x="156298" y="98679"/>
                  </a:moveTo>
                  <a:lnTo>
                    <a:pt x="156286" y="98259"/>
                  </a:lnTo>
                  <a:lnTo>
                    <a:pt x="156235" y="96774"/>
                  </a:lnTo>
                  <a:lnTo>
                    <a:pt x="155651" y="96050"/>
                  </a:lnTo>
                  <a:lnTo>
                    <a:pt x="152527" y="95008"/>
                  </a:lnTo>
                  <a:lnTo>
                    <a:pt x="151498" y="97536"/>
                  </a:lnTo>
                  <a:lnTo>
                    <a:pt x="152539" y="98894"/>
                  </a:lnTo>
                  <a:lnTo>
                    <a:pt x="152996" y="99847"/>
                  </a:lnTo>
                  <a:lnTo>
                    <a:pt x="154152" y="100520"/>
                  </a:lnTo>
                  <a:lnTo>
                    <a:pt x="155867" y="99237"/>
                  </a:lnTo>
                  <a:lnTo>
                    <a:pt x="156298" y="98679"/>
                  </a:lnTo>
                  <a:close/>
                </a:path>
                <a:path w="251460" h="388620">
                  <a:moveTo>
                    <a:pt x="160096" y="176682"/>
                  </a:moveTo>
                  <a:lnTo>
                    <a:pt x="155536" y="175818"/>
                  </a:lnTo>
                  <a:lnTo>
                    <a:pt x="154470" y="175615"/>
                  </a:lnTo>
                  <a:lnTo>
                    <a:pt x="153682" y="175501"/>
                  </a:lnTo>
                  <a:lnTo>
                    <a:pt x="151536" y="176263"/>
                  </a:lnTo>
                  <a:lnTo>
                    <a:pt x="150583" y="177482"/>
                  </a:lnTo>
                  <a:lnTo>
                    <a:pt x="151384" y="179705"/>
                  </a:lnTo>
                  <a:lnTo>
                    <a:pt x="151726" y="180314"/>
                  </a:lnTo>
                  <a:lnTo>
                    <a:pt x="156781" y="184594"/>
                  </a:lnTo>
                  <a:lnTo>
                    <a:pt x="160096" y="176682"/>
                  </a:lnTo>
                  <a:close/>
                </a:path>
                <a:path w="251460" h="388620">
                  <a:moveTo>
                    <a:pt x="166649" y="224561"/>
                  </a:moveTo>
                  <a:lnTo>
                    <a:pt x="164909" y="222618"/>
                  </a:lnTo>
                  <a:lnTo>
                    <a:pt x="160921" y="223608"/>
                  </a:lnTo>
                  <a:lnTo>
                    <a:pt x="160629" y="224840"/>
                  </a:lnTo>
                  <a:lnTo>
                    <a:pt x="161201" y="226110"/>
                  </a:lnTo>
                  <a:lnTo>
                    <a:pt x="161480" y="226720"/>
                  </a:lnTo>
                  <a:lnTo>
                    <a:pt x="162344" y="228600"/>
                  </a:lnTo>
                  <a:lnTo>
                    <a:pt x="165150" y="228092"/>
                  </a:lnTo>
                  <a:lnTo>
                    <a:pt x="166649" y="224561"/>
                  </a:lnTo>
                  <a:close/>
                </a:path>
                <a:path w="251460" h="388620">
                  <a:moveTo>
                    <a:pt x="174129" y="127114"/>
                  </a:moveTo>
                  <a:lnTo>
                    <a:pt x="170421" y="125984"/>
                  </a:lnTo>
                  <a:lnTo>
                    <a:pt x="170408" y="129667"/>
                  </a:lnTo>
                  <a:lnTo>
                    <a:pt x="172453" y="129044"/>
                  </a:lnTo>
                  <a:lnTo>
                    <a:pt x="174129" y="128549"/>
                  </a:lnTo>
                  <a:lnTo>
                    <a:pt x="174129" y="127114"/>
                  </a:lnTo>
                  <a:close/>
                </a:path>
                <a:path w="251460" h="388620">
                  <a:moveTo>
                    <a:pt x="174586" y="167601"/>
                  </a:moveTo>
                  <a:lnTo>
                    <a:pt x="174002" y="167601"/>
                  </a:lnTo>
                  <a:lnTo>
                    <a:pt x="174002" y="168059"/>
                  </a:lnTo>
                  <a:lnTo>
                    <a:pt x="174294" y="168059"/>
                  </a:lnTo>
                  <a:lnTo>
                    <a:pt x="174586" y="168059"/>
                  </a:lnTo>
                  <a:lnTo>
                    <a:pt x="174586" y="167601"/>
                  </a:lnTo>
                  <a:close/>
                </a:path>
                <a:path w="251460" h="388620">
                  <a:moveTo>
                    <a:pt x="177457" y="87058"/>
                  </a:moveTo>
                  <a:lnTo>
                    <a:pt x="173977" y="83299"/>
                  </a:lnTo>
                  <a:lnTo>
                    <a:pt x="171119" y="86169"/>
                  </a:lnTo>
                  <a:lnTo>
                    <a:pt x="172961" y="87769"/>
                  </a:lnTo>
                  <a:lnTo>
                    <a:pt x="172885" y="87896"/>
                  </a:lnTo>
                  <a:lnTo>
                    <a:pt x="171640" y="88734"/>
                  </a:lnTo>
                  <a:lnTo>
                    <a:pt x="172046" y="90563"/>
                  </a:lnTo>
                  <a:lnTo>
                    <a:pt x="173558" y="90639"/>
                  </a:lnTo>
                  <a:lnTo>
                    <a:pt x="176631" y="90805"/>
                  </a:lnTo>
                  <a:lnTo>
                    <a:pt x="177457" y="87058"/>
                  </a:lnTo>
                  <a:close/>
                </a:path>
                <a:path w="251460" h="388620">
                  <a:moveTo>
                    <a:pt x="177495" y="0"/>
                  </a:moveTo>
                  <a:lnTo>
                    <a:pt x="176898" y="0"/>
                  </a:lnTo>
                  <a:lnTo>
                    <a:pt x="176898" y="444"/>
                  </a:lnTo>
                  <a:lnTo>
                    <a:pt x="177203" y="444"/>
                  </a:lnTo>
                  <a:lnTo>
                    <a:pt x="177495" y="444"/>
                  </a:lnTo>
                  <a:lnTo>
                    <a:pt x="177495" y="0"/>
                  </a:lnTo>
                  <a:close/>
                </a:path>
                <a:path w="251460" h="388620">
                  <a:moveTo>
                    <a:pt x="177914" y="156832"/>
                  </a:moveTo>
                  <a:lnTo>
                    <a:pt x="177076" y="154787"/>
                  </a:lnTo>
                  <a:lnTo>
                    <a:pt x="175298" y="155752"/>
                  </a:lnTo>
                  <a:lnTo>
                    <a:pt x="175234" y="155917"/>
                  </a:lnTo>
                  <a:lnTo>
                    <a:pt x="175221" y="156108"/>
                  </a:lnTo>
                  <a:lnTo>
                    <a:pt x="174929" y="156337"/>
                  </a:lnTo>
                  <a:lnTo>
                    <a:pt x="174815" y="156464"/>
                  </a:lnTo>
                  <a:lnTo>
                    <a:pt x="174078" y="157162"/>
                  </a:lnTo>
                  <a:lnTo>
                    <a:pt x="174447" y="158445"/>
                  </a:lnTo>
                  <a:lnTo>
                    <a:pt x="175399" y="158699"/>
                  </a:lnTo>
                  <a:lnTo>
                    <a:pt x="175577" y="158737"/>
                  </a:lnTo>
                  <a:lnTo>
                    <a:pt x="176250" y="158915"/>
                  </a:lnTo>
                  <a:lnTo>
                    <a:pt x="177076" y="158673"/>
                  </a:lnTo>
                  <a:lnTo>
                    <a:pt x="177914" y="156832"/>
                  </a:lnTo>
                  <a:close/>
                </a:path>
                <a:path w="251460" h="388620">
                  <a:moveTo>
                    <a:pt x="180200" y="174510"/>
                  </a:moveTo>
                  <a:lnTo>
                    <a:pt x="177558" y="172212"/>
                  </a:lnTo>
                  <a:lnTo>
                    <a:pt x="176504" y="171310"/>
                  </a:lnTo>
                  <a:lnTo>
                    <a:pt x="175666" y="171018"/>
                  </a:lnTo>
                  <a:lnTo>
                    <a:pt x="173355" y="170726"/>
                  </a:lnTo>
                  <a:lnTo>
                    <a:pt x="172377" y="171767"/>
                  </a:lnTo>
                  <a:lnTo>
                    <a:pt x="172567" y="174066"/>
                  </a:lnTo>
                  <a:lnTo>
                    <a:pt x="172897" y="174891"/>
                  </a:lnTo>
                  <a:lnTo>
                    <a:pt x="175907" y="178650"/>
                  </a:lnTo>
                  <a:lnTo>
                    <a:pt x="180200" y="174510"/>
                  </a:lnTo>
                  <a:close/>
                </a:path>
                <a:path w="251460" h="388620">
                  <a:moveTo>
                    <a:pt x="194106" y="27139"/>
                  </a:moveTo>
                  <a:lnTo>
                    <a:pt x="188125" y="25107"/>
                  </a:lnTo>
                  <a:lnTo>
                    <a:pt x="186715" y="26390"/>
                  </a:lnTo>
                  <a:lnTo>
                    <a:pt x="187198" y="27571"/>
                  </a:lnTo>
                  <a:lnTo>
                    <a:pt x="189166" y="32524"/>
                  </a:lnTo>
                  <a:lnTo>
                    <a:pt x="194106" y="27139"/>
                  </a:lnTo>
                  <a:close/>
                </a:path>
                <a:path w="251460" h="388620">
                  <a:moveTo>
                    <a:pt x="195948" y="106578"/>
                  </a:moveTo>
                  <a:lnTo>
                    <a:pt x="193903" y="104343"/>
                  </a:lnTo>
                  <a:lnTo>
                    <a:pt x="192989" y="105905"/>
                  </a:lnTo>
                  <a:lnTo>
                    <a:pt x="192100" y="107442"/>
                  </a:lnTo>
                  <a:lnTo>
                    <a:pt x="192900" y="108140"/>
                  </a:lnTo>
                  <a:lnTo>
                    <a:pt x="195948" y="106578"/>
                  </a:lnTo>
                  <a:close/>
                </a:path>
                <a:path w="251460" h="388620">
                  <a:moveTo>
                    <a:pt x="198843" y="129057"/>
                  </a:moveTo>
                  <a:lnTo>
                    <a:pt x="198678" y="128409"/>
                  </a:lnTo>
                  <a:lnTo>
                    <a:pt x="197269" y="124853"/>
                  </a:lnTo>
                  <a:lnTo>
                    <a:pt x="193484" y="125755"/>
                  </a:lnTo>
                  <a:lnTo>
                    <a:pt x="194627" y="129463"/>
                  </a:lnTo>
                  <a:lnTo>
                    <a:pt x="194856" y="130251"/>
                  </a:lnTo>
                  <a:lnTo>
                    <a:pt x="195732" y="131089"/>
                  </a:lnTo>
                  <a:lnTo>
                    <a:pt x="196583" y="131889"/>
                  </a:lnTo>
                  <a:lnTo>
                    <a:pt x="198488" y="131699"/>
                  </a:lnTo>
                  <a:lnTo>
                    <a:pt x="198843" y="129057"/>
                  </a:lnTo>
                  <a:close/>
                </a:path>
                <a:path w="251460" h="388620">
                  <a:moveTo>
                    <a:pt x="200317" y="79794"/>
                  </a:moveTo>
                  <a:lnTo>
                    <a:pt x="199161" y="77546"/>
                  </a:lnTo>
                  <a:lnTo>
                    <a:pt x="197535" y="77546"/>
                  </a:lnTo>
                  <a:lnTo>
                    <a:pt x="196507" y="77546"/>
                  </a:lnTo>
                  <a:lnTo>
                    <a:pt x="198132" y="76403"/>
                  </a:lnTo>
                  <a:lnTo>
                    <a:pt x="198132" y="74409"/>
                  </a:lnTo>
                  <a:lnTo>
                    <a:pt x="194259" y="71666"/>
                  </a:lnTo>
                  <a:lnTo>
                    <a:pt x="191782" y="73393"/>
                  </a:lnTo>
                  <a:lnTo>
                    <a:pt x="191782" y="77419"/>
                  </a:lnTo>
                  <a:lnTo>
                    <a:pt x="194259" y="79146"/>
                  </a:lnTo>
                  <a:lnTo>
                    <a:pt x="195541" y="78232"/>
                  </a:lnTo>
                  <a:lnTo>
                    <a:pt x="194741" y="79806"/>
                  </a:lnTo>
                  <a:lnTo>
                    <a:pt x="197129" y="81826"/>
                  </a:lnTo>
                  <a:lnTo>
                    <a:pt x="197929" y="81838"/>
                  </a:lnTo>
                  <a:lnTo>
                    <a:pt x="200317" y="79794"/>
                  </a:lnTo>
                  <a:close/>
                </a:path>
                <a:path w="251460" h="388620">
                  <a:moveTo>
                    <a:pt x="201434" y="41097"/>
                  </a:moveTo>
                  <a:lnTo>
                    <a:pt x="198983" y="41097"/>
                  </a:lnTo>
                  <a:lnTo>
                    <a:pt x="196545" y="41097"/>
                  </a:lnTo>
                  <a:lnTo>
                    <a:pt x="196532" y="44881"/>
                  </a:lnTo>
                  <a:lnTo>
                    <a:pt x="201422" y="44881"/>
                  </a:lnTo>
                  <a:lnTo>
                    <a:pt x="201434" y="41097"/>
                  </a:lnTo>
                  <a:close/>
                </a:path>
                <a:path w="251460" h="388620">
                  <a:moveTo>
                    <a:pt x="203250" y="201510"/>
                  </a:moveTo>
                  <a:lnTo>
                    <a:pt x="200444" y="201510"/>
                  </a:lnTo>
                  <a:lnTo>
                    <a:pt x="197637" y="201510"/>
                  </a:lnTo>
                  <a:lnTo>
                    <a:pt x="197637" y="205867"/>
                  </a:lnTo>
                  <a:lnTo>
                    <a:pt x="203250" y="205867"/>
                  </a:lnTo>
                  <a:lnTo>
                    <a:pt x="203250" y="201510"/>
                  </a:lnTo>
                  <a:close/>
                </a:path>
                <a:path w="251460" h="388620">
                  <a:moveTo>
                    <a:pt x="205828" y="33235"/>
                  </a:moveTo>
                  <a:lnTo>
                    <a:pt x="201358" y="30505"/>
                  </a:lnTo>
                  <a:lnTo>
                    <a:pt x="196697" y="27660"/>
                  </a:lnTo>
                  <a:lnTo>
                    <a:pt x="193738" y="30378"/>
                  </a:lnTo>
                  <a:lnTo>
                    <a:pt x="199974" y="39509"/>
                  </a:lnTo>
                  <a:lnTo>
                    <a:pt x="205828" y="33235"/>
                  </a:lnTo>
                  <a:close/>
                </a:path>
                <a:path w="251460" h="388620">
                  <a:moveTo>
                    <a:pt x="209245" y="243446"/>
                  </a:moveTo>
                  <a:lnTo>
                    <a:pt x="206248" y="243446"/>
                  </a:lnTo>
                  <a:lnTo>
                    <a:pt x="203263" y="243446"/>
                  </a:lnTo>
                  <a:lnTo>
                    <a:pt x="203250" y="248094"/>
                  </a:lnTo>
                  <a:lnTo>
                    <a:pt x="209232" y="248094"/>
                  </a:lnTo>
                  <a:lnTo>
                    <a:pt x="209245" y="243446"/>
                  </a:lnTo>
                  <a:close/>
                </a:path>
                <a:path w="251460" h="388620">
                  <a:moveTo>
                    <a:pt x="210527" y="160553"/>
                  </a:moveTo>
                  <a:lnTo>
                    <a:pt x="207568" y="157314"/>
                  </a:lnTo>
                  <a:lnTo>
                    <a:pt x="206489" y="159537"/>
                  </a:lnTo>
                  <a:lnTo>
                    <a:pt x="206349" y="159829"/>
                  </a:lnTo>
                  <a:lnTo>
                    <a:pt x="206209" y="160108"/>
                  </a:lnTo>
                  <a:lnTo>
                    <a:pt x="206070" y="160401"/>
                  </a:lnTo>
                  <a:lnTo>
                    <a:pt x="205574" y="161404"/>
                  </a:lnTo>
                  <a:lnTo>
                    <a:pt x="206540" y="162255"/>
                  </a:lnTo>
                  <a:lnTo>
                    <a:pt x="207505" y="161848"/>
                  </a:lnTo>
                  <a:lnTo>
                    <a:pt x="210527" y="160553"/>
                  </a:lnTo>
                  <a:close/>
                </a:path>
                <a:path w="251460" h="388620">
                  <a:moveTo>
                    <a:pt x="211429" y="184848"/>
                  </a:moveTo>
                  <a:lnTo>
                    <a:pt x="211366" y="180809"/>
                  </a:lnTo>
                  <a:lnTo>
                    <a:pt x="208686" y="179908"/>
                  </a:lnTo>
                  <a:lnTo>
                    <a:pt x="208292" y="179768"/>
                  </a:lnTo>
                  <a:lnTo>
                    <a:pt x="207975" y="179819"/>
                  </a:lnTo>
                  <a:lnTo>
                    <a:pt x="207708" y="179959"/>
                  </a:lnTo>
                  <a:lnTo>
                    <a:pt x="207327" y="179793"/>
                  </a:lnTo>
                  <a:lnTo>
                    <a:pt x="206870" y="179768"/>
                  </a:lnTo>
                  <a:lnTo>
                    <a:pt x="203669" y="181546"/>
                  </a:lnTo>
                  <a:lnTo>
                    <a:pt x="204952" y="186258"/>
                  </a:lnTo>
                  <a:lnTo>
                    <a:pt x="208203" y="185915"/>
                  </a:lnTo>
                  <a:lnTo>
                    <a:pt x="208394" y="186245"/>
                  </a:lnTo>
                  <a:lnTo>
                    <a:pt x="208800" y="186042"/>
                  </a:lnTo>
                  <a:lnTo>
                    <a:pt x="208813" y="185724"/>
                  </a:lnTo>
                  <a:lnTo>
                    <a:pt x="211429" y="184848"/>
                  </a:lnTo>
                  <a:close/>
                </a:path>
                <a:path w="251460" h="388620">
                  <a:moveTo>
                    <a:pt x="212585" y="217716"/>
                  </a:moveTo>
                  <a:lnTo>
                    <a:pt x="212115" y="217017"/>
                  </a:lnTo>
                  <a:lnTo>
                    <a:pt x="211442" y="216001"/>
                  </a:lnTo>
                  <a:lnTo>
                    <a:pt x="211226" y="215353"/>
                  </a:lnTo>
                  <a:lnTo>
                    <a:pt x="209969" y="215404"/>
                  </a:lnTo>
                  <a:lnTo>
                    <a:pt x="209613" y="215417"/>
                  </a:lnTo>
                  <a:lnTo>
                    <a:pt x="209334" y="215684"/>
                  </a:lnTo>
                  <a:lnTo>
                    <a:pt x="209334" y="216027"/>
                  </a:lnTo>
                  <a:lnTo>
                    <a:pt x="209321" y="217309"/>
                  </a:lnTo>
                  <a:lnTo>
                    <a:pt x="209943" y="217500"/>
                  </a:lnTo>
                  <a:lnTo>
                    <a:pt x="211658" y="218617"/>
                  </a:lnTo>
                  <a:lnTo>
                    <a:pt x="212585" y="217716"/>
                  </a:lnTo>
                  <a:close/>
                </a:path>
                <a:path w="251460" h="388620">
                  <a:moveTo>
                    <a:pt x="217462" y="19723"/>
                  </a:moveTo>
                  <a:lnTo>
                    <a:pt x="215912" y="15875"/>
                  </a:lnTo>
                  <a:lnTo>
                    <a:pt x="213918" y="15036"/>
                  </a:lnTo>
                  <a:lnTo>
                    <a:pt x="212521" y="16446"/>
                  </a:lnTo>
                  <a:lnTo>
                    <a:pt x="211175" y="17780"/>
                  </a:lnTo>
                  <a:lnTo>
                    <a:pt x="211899" y="19926"/>
                  </a:lnTo>
                  <a:lnTo>
                    <a:pt x="214426" y="20777"/>
                  </a:lnTo>
                  <a:lnTo>
                    <a:pt x="215785" y="21234"/>
                  </a:lnTo>
                  <a:lnTo>
                    <a:pt x="217462" y="19723"/>
                  </a:lnTo>
                  <a:close/>
                </a:path>
                <a:path w="251460" h="388620">
                  <a:moveTo>
                    <a:pt x="219506" y="63309"/>
                  </a:moveTo>
                  <a:lnTo>
                    <a:pt x="219405" y="61633"/>
                  </a:lnTo>
                  <a:lnTo>
                    <a:pt x="217004" y="57581"/>
                  </a:lnTo>
                  <a:lnTo>
                    <a:pt x="215239" y="56718"/>
                  </a:lnTo>
                  <a:lnTo>
                    <a:pt x="209969" y="56184"/>
                  </a:lnTo>
                  <a:lnTo>
                    <a:pt x="208648" y="60071"/>
                  </a:lnTo>
                  <a:lnTo>
                    <a:pt x="210515" y="61861"/>
                  </a:lnTo>
                  <a:lnTo>
                    <a:pt x="211416" y="62738"/>
                  </a:lnTo>
                  <a:lnTo>
                    <a:pt x="214249" y="64884"/>
                  </a:lnTo>
                  <a:lnTo>
                    <a:pt x="214947" y="65265"/>
                  </a:lnTo>
                  <a:lnTo>
                    <a:pt x="216865" y="66116"/>
                  </a:lnTo>
                  <a:lnTo>
                    <a:pt x="217766" y="65963"/>
                  </a:lnTo>
                  <a:lnTo>
                    <a:pt x="219506" y="63309"/>
                  </a:lnTo>
                  <a:close/>
                </a:path>
                <a:path w="251460" h="388620">
                  <a:moveTo>
                    <a:pt x="220192" y="233934"/>
                  </a:moveTo>
                  <a:lnTo>
                    <a:pt x="219252" y="229704"/>
                  </a:lnTo>
                  <a:lnTo>
                    <a:pt x="216433" y="228117"/>
                  </a:lnTo>
                  <a:lnTo>
                    <a:pt x="213779" y="230784"/>
                  </a:lnTo>
                  <a:lnTo>
                    <a:pt x="213791" y="231902"/>
                  </a:lnTo>
                  <a:lnTo>
                    <a:pt x="215061" y="233197"/>
                  </a:lnTo>
                  <a:lnTo>
                    <a:pt x="215950" y="233426"/>
                  </a:lnTo>
                  <a:lnTo>
                    <a:pt x="216509" y="234048"/>
                  </a:lnTo>
                  <a:lnTo>
                    <a:pt x="217881" y="235610"/>
                  </a:lnTo>
                  <a:lnTo>
                    <a:pt x="220192" y="233934"/>
                  </a:lnTo>
                  <a:close/>
                </a:path>
                <a:path w="251460" h="388620">
                  <a:moveTo>
                    <a:pt x="221081" y="163334"/>
                  </a:moveTo>
                  <a:lnTo>
                    <a:pt x="219036" y="159880"/>
                  </a:lnTo>
                  <a:lnTo>
                    <a:pt x="218160" y="159880"/>
                  </a:lnTo>
                  <a:lnTo>
                    <a:pt x="217805" y="160477"/>
                  </a:lnTo>
                  <a:lnTo>
                    <a:pt x="217703" y="160642"/>
                  </a:lnTo>
                  <a:lnTo>
                    <a:pt x="217601" y="160820"/>
                  </a:lnTo>
                  <a:lnTo>
                    <a:pt x="216103" y="163334"/>
                  </a:lnTo>
                  <a:lnTo>
                    <a:pt x="221081" y="163334"/>
                  </a:lnTo>
                  <a:close/>
                </a:path>
                <a:path w="251460" h="388620">
                  <a:moveTo>
                    <a:pt x="222224" y="197612"/>
                  </a:moveTo>
                  <a:lnTo>
                    <a:pt x="220776" y="197739"/>
                  </a:lnTo>
                  <a:lnTo>
                    <a:pt x="220294" y="197789"/>
                  </a:lnTo>
                  <a:lnTo>
                    <a:pt x="219316" y="197878"/>
                  </a:lnTo>
                  <a:lnTo>
                    <a:pt x="218059" y="198005"/>
                  </a:lnTo>
                  <a:lnTo>
                    <a:pt x="218046" y="199732"/>
                  </a:lnTo>
                  <a:lnTo>
                    <a:pt x="219316" y="199847"/>
                  </a:lnTo>
                  <a:lnTo>
                    <a:pt x="219811" y="199898"/>
                  </a:lnTo>
                  <a:lnTo>
                    <a:pt x="220294" y="199936"/>
                  </a:lnTo>
                  <a:lnTo>
                    <a:pt x="220776" y="199999"/>
                  </a:lnTo>
                  <a:lnTo>
                    <a:pt x="222224" y="200126"/>
                  </a:lnTo>
                  <a:lnTo>
                    <a:pt x="222224" y="197612"/>
                  </a:lnTo>
                  <a:close/>
                </a:path>
                <a:path w="251460" h="388620">
                  <a:moveTo>
                    <a:pt x="224802" y="123875"/>
                  </a:moveTo>
                  <a:lnTo>
                    <a:pt x="220954" y="115049"/>
                  </a:lnTo>
                  <a:lnTo>
                    <a:pt x="214147" y="118757"/>
                  </a:lnTo>
                  <a:lnTo>
                    <a:pt x="216623" y="122720"/>
                  </a:lnTo>
                  <a:lnTo>
                    <a:pt x="219481" y="127266"/>
                  </a:lnTo>
                  <a:lnTo>
                    <a:pt x="224802" y="123875"/>
                  </a:lnTo>
                  <a:close/>
                </a:path>
                <a:path w="251460" h="388620">
                  <a:moveTo>
                    <a:pt x="225475" y="257035"/>
                  </a:moveTo>
                  <a:lnTo>
                    <a:pt x="224624" y="255600"/>
                  </a:lnTo>
                  <a:lnTo>
                    <a:pt x="221996" y="255384"/>
                  </a:lnTo>
                  <a:lnTo>
                    <a:pt x="221551" y="256374"/>
                  </a:lnTo>
                  <a:lnTo>
                    <a:pt x="221665" y="257162"/>
                  </a:lnTo>
                  <a:lnTo>
                    <a:pt x="221678" y="257302"/>
                  </a:lnTo>
                  <a:lnTo>
                    <a:pt x="221919" y="258965"/>
                  </a:lnTo>
                  <a:lnTo>
                    <a:pt x="223888" y="259092"/>
                  </a:lnTo>
                  <a:lnTo>
                    <a:pt x="224612" y="258152"/>
                  </a:lnTo>
                  <a:lnTo>
                    <a:pt x="225475" y="257035"/>
                  </a:lnTo>
                  <a:close/>
                </a:path>
                <a:path w="251460" h="388620">
                  <a:moveTo>
                    <a:pt x="226872" y="28054"/>
                  </a:moveTo>
                  <a:lnTo>
                    <a:pt x="224840" y="28041"/>
                  </a:lnTo>
                  <a:lnTo>
                    <a:pt x="225044" y="29413"/>
                  </a:lnTo>
                  <a:lnTo>
                    <a:pt x="225082" y="29641"/>
                  </a:lnTo>
                  <a:lnTo>
                    <a:pt x="225120" y="29857"/>
                  </a:lnTo>
                  <a:lnTo>
                    <a:pt x="225259" y="30784"/>
                  </a:lnTo>
                  <a:lnTo>
                    <a:pt x="226453" y="30784"/>
                  </a:lnTo>
                  <a:lnTo>
                    <a:pt x="226568" y="30073"/>
                  </a:lnTo>
                  <a:lnTo>
                    <a:pt x="226669" y="29413"/>
                  </a:lnTo>
                  <a:lnTo>
                    <a:pt x="226872" y="28054"/>
                  </a:lnTo>
                  <a:close/>
                </a:path>
                <a:path w="251460" h="388620">
                  <a:moveTo>
                    <a:pt x="233514" y="349808"/>
                  </a:moveTo>
                  <a:lnTo>
                    <a:pt x="232079" y="348653"/>
                  </a:lnTo>
                  <a:lnTo>
                    <a:pt x="231038" y="347827"/>
                  </a:lnTo>
                  <a:lnTo>
                    <a:pt x="230238" y="347814"/>
                  </a:lnTo>
                  <a:lnTo>
                    <a:pt x="229196" y="348653"/>
                  </a:lnTo>
                  <a:lnTo>
                    <a:pt x="227736" y="349808"/>
                  </a:lnTo>
                  <a:lnTo>
                    <a:pt x="229006" y="352132"/>
                  </a:lnTo>
                  <a:lnTo>
                    <a:pt x="232270" y="352132"/>
                  </a:lnTo>
                  <a:lnTo>
                    <a:pt x="233514" y="349808"/>
                  </a:lnTo>
                  <a:close/>
                </a:path>
                <a:path w="251460" h="388620">
                  <a:moveTo>
                    <a:pt x="251396" y="362813"/>
                  </a:moveTo>
                  <a:lnTo>
                    <a:pt x="250698" y="362038"/>
                  </a:lnTo>
                  <a:lnTo>
                    <a:pt x="250024" y="362216"/>
                  </a:lnTo>
                  <a:lnTo>
                    <a:pt x="248869" y="362496"/>
                  </a:lnTo>
                  <a:lnTo>
                    <a:pt x="248183" y="363029"/>
                  </a:lnTo>
                  <a:lnTo>
                    <a:pt x="246557" y="364718"/>
                  </a:lnTo>
                  <a:lnTo>
                    <a:pt x="247573" y="365887"/>
                  </a:lnTo>
                  <a:lnTo>
                    <a:pt x="249707" y="364896"/>
                  </a:lnTo>
                  <a:lnTo>
                    <a:pt x="250317" y="364477"/>
                  </a:lnTo>
                  <a:lnTo>
                    <a:pt x="251396" y="362813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888626" y="7627917"/>
              <a:ext cx="226060" cy="480695"/>
            </a:xfrm>
            <a:custGeom>
              <a:avLst/>
              <a:gdLst/>
              <a:ahLst/>
              <a:cxnLst/>
              <a:rect l="l" t="t" r="r" b="b"/>
              <a:pathLst>
                <a:path w="226060" h="480695">
                  <a:moveTo>
                    <a:pt x="3810" y="5181"/>
                  </a:moveTo>
                  <a:lnTo>
                    <a:pt x="2717" y="5181"/>
                  </a:lnTo>
                  <a:lnTo>
                    <a:pt x="2717" y="6032"/>
                  </a:lnTo>
                  <a:lnTo>
                    <a:pt x="3263" y="6032"/>
                  </a:lnTo>
                  <a:lnTo>
                    <a:pt x="3810" y="6032"/>
                  </a:lnTo>
                  <a:lnTo>
                    <a:pt x="3810" y="5181"/>
                  </a:lnTo>
                  <a:close/>
                </a:path>
                <a:path w="226060" h="480695">
                  <a:moveTo>
                    <a:pt x="7010" y="19761"/>
                  </a:moveTo>
                  <a:lnTo>
                    <a:pt x="3543" y="16383"/>
                  </a:lnTo>
                  <a:lnTo>
                    <a:pt x="0" y="17805"/>
                  </a:lnTo>
                  <a:lnTo>
                    <a:pt x="0" y="20662"/>
                  </a:lnTo>
                  <a:lnTo>
                    <a:pt x="0" y="23520"/>
                  </a:lnTo>
                  <a:lnTo>
                    <a:pt x="3556" y="24955"/>
                  </a:lnTo>
                  <a:lnTo>
                    <a:pt x="7010" y="21577"/>
                  </a:lnTo>
                  <a:lnTo>
                    <a:pt x="7010" y="19761"/>
                  </a:lnTo>
                  <a:close/>
                </a:path>
                <a:path w="226060" h="480695">
                  <a:moveTo>
                    <a:pt x="11328" y="47142"/>
                  </a:moveTo>
                  <a:lnTo>
                    <a:pt x="10426" y="45224"/>
                  </a:lnTo>
                  <a:lnTo>
                    <a:pt x="9499" y="43243"/>
                  </a:lnTo>
                  <a:lnTo>
                    <a:pt x="4610" y="37858"/>
                  </a:lnTo>
                  <a:lnTo>
                    <a:pt x="1625" y="40436"/>
                  </a:lnTo>
                  <a:lnTo>
                    <a:pt x="2286" y="45237"/>
                  </a:lnTo>
                  <a:lnTo>
                    <a:pt x="2705" y="47066"/>
                  </a:lnTo>
                  <a:lnTo>
                    <a:pt x="4584" y="51066"/>
                  </a:lnTo>
                  <a:lnTo>
                    <a:pt x="7327" y="51562"/>
                  </a:lnTo>
                  <a:lnTo>
                    <a:pt x="10985" y="49415"/>
                  </a:lnTo>
                  <a:lnTo>
                    <a:pt x="11328" y="47142"/>
                  </a:lnTo>
                  <a:close/>
                </a:path>
                <a:path w="226060" h="480695">
                  <a:moveTo>
                    <a:pt x="11798" y="112903"/>
                  </a:moveTo>
                  <a:lnTo>
                    <a:pt x="11341" y="112903"/>
                  </a:lnTo>
                  <a:lnTo>
                    <a:pt x="11341" y="114198"/>
                  </a:lnTo>
                  <a:lnTo>
                    <a:pt x="11798" y="114198"/>
                  </a:lnTo>
                  <a:lnTo>
                    <a:pt x="11798" y="113195"/>
                  </a:lnTo>
                  <a:lnTo>
                    <a:pt x="11798" y="112903"/>
                  </a:lnTo>
                  <a:close/>
                </a:path>
                <a:path w="226060" h="480695">
                  <a:moveTo>
                    <a:pt x="19507" y="92544"/>
                  </a:moveTo>
                  <a:lnTo>
                    <a:pt x="17221" y="92544"/>
                  </a:lnTo>
                  <a:lnTo>
                    <a:pt x="17449" y="94081"/>
                  </a:lnTo>
                  <a:lnTo>
                    <a:pt x="17513" y="94538"/>
                  </a:lnTo>
                  <a:lnTo>
                    <a:pt x="17564" y="94767"/>
                  </a:lnTo>
                  <a:lnTo>
                    <a:pt x="17678" y="95580"/>
                  </a:lnTo>
                  <a:lnTo>
                    <a:pt x="19062" y="95580"/>
                  </a:lnTo>
                  <a:lnTo>
                    <a:pt x="19215" y="94538"/>
                  </a:lnTo>
                  <a:lnTo>
                    <a:pt x="19253" y="94310"/>
                  </a:lnTo>
                  <a:lnTo>
                    <a:pt x="19507" y="92544"/>
                  </a:lnTo>
                  <a:close/>
                </a:path>
                <a:path w="226060" h="480695">
                  <a:moveTo>
                    <a:pt x="20078" y="87299"/>
                  </a:moveTo>
                  <a:lnTo>
                    <a:pt x="18034" y="87579"/>
                  </a:lnTo>
                  <a:lnTo>
                    <a:pt x="17551" y="87642"/>
                  </a:lnTo>
                  <a:lnTo>
                    <a:pt x="17310" y="87693"/>
                  </a:lnTo>
                  <a:lnTo>
                    <a:pt x="16205" y="87833"/>
                  </a:lnTo>
                  <a:lnTo>
                    <a:pt x="16205" y="89776"/>
                  </a:lnTo>
                  <a:lnTo>
                    <a:pt x="17310" y="89916"/>
                  </a:lnTo>
                  <a:lnTo>
                    <a:pt x="17551" y="89966"/>
                  </a:lnTo>
                  <a:lnTo>
                    <a:pt x="20078" y="90309"/>
                  </a:lnTo>
                  <a:lnTo>
                    <a:pt x="20078" y="87299"/>
                  </a:lnTo>
                  <a:close/>
                </a:path>
                <a:path w="226060" h="480695">
                  <a:moveTo>
                    <a:pt x="21107" y="119367"/>
                  </a:moveTo>
                  <a:lnTo>
                    <a:pt x="17348" y="116243"/>
                  </a:lnTo>
                  <a:lnTo>
                    <a:pt x="15024" y="115849"/>
                  </a:lnTo>
                  <a:lnTo>
                    <a:pt x="13411" y="116154"/>
                  </a:lnTo>
                  <a:lnTo>
                    <a:pt x="12420" y="118427"/>
                  </a:lnTo>
                  <a:lnTo>
                    <a:pt x="12153" y="119202"/>
                  </a:lnTo>
                  <a:lnTo>
                    <a:pt x="12573" y="123024"/>
                  </a:lnTo>
                  <a:lnTo>
                    <a:pt x="14960" y="125044"/>
                  </a:lnTo>
                  <a:lnTo>
                    <a:pt x="17691" y="123888"/>
                  </a:lnTo>
                  <a:lnTo>
                    <a:pt x="20015" y="122910"/>
                  </a:lnTo>
                  <a:lnTo>
                    <a:pt x="21107" y="119367"/>
                  </a:lnTo>
                  <a:close/>
                </a:path>
                <a:path w="226060" h="480695">
                  <a:moveTo>
                    <a:pt x="21132" y="70053"/>
                  </a:moveTo>
                  <a:lnTo>
                    <a:pt x="17030" y="65176"/>
                  </a:lnTo>
                  <a:lnTo>
                    <a:pt x="14097" y="65138"/>
                  </a:lnTo>
                  <a:lnTo>
                    <a:pt x="10223" y="67246"/>
                  </a:lnTo>
                  <a:lnTo>
                    <a:pt x="9321" y="69405"/>
                  </a:lnTo>
                  <a:lnTo>
                    <a:pt x="9753" y="71170"/>
                  </a:lnTo>
                  <a:lnTo>
                    <a:pt x="9715" y="71602"/>
                  </a:lnTo>
                  <a:lnTo>
                    <a:pt x="9258" y="71386"/>
                  </a:lnTo>
                  <a:lnTo>
                    <a:pt x="8572" y="71526"/>
                  </a:lnTo>
                  <a:lnTo>
                    <a:pt x="8191" y="74117"/>
                  </a:lnTo>
                  <a:lnTo>
                    <a:pt x="9829" y="74218"/>
                  </a:lnTo>
                  <a:lnTo>
                    <a:pt x="10109" y="73215"/>
                  </a:lnTo>
                  <a:lnTo>
                    <a:pt x="11239" y="75984"/>
                  </a:lnTo>
                  <a:lnTo>
                    <a:pt x="14643" y="77774"/>
                  </a:lnTo>
                  <a:lnTo>
                    <a:pt x="20878" y="73787"/>
                  </a:lnTo>
                  <a:lnTo>
                    <a:pt x="20916" y="73215"/>
                  </a:lnTo>
                  <a:lnTo>
                    <a:pt x="20980" y="72326"/>
                  </a:lnTo>
                  <a:lnTo>
                    <a:pt x="20993" y="72123"/>
                  </a:lnTo>
                  <a:lnTo>
                    <a:pt x="21005" y="71970"/>
                  </a:lnTo>
                  <a:lnTo>
                    <a:pt x="21018" y="71602"/>
                  </a:lnTo>
                  <a:lnTo>
                    <a:pt x="21132" y="70053"/>
                  </a:lnTo>
                  <a:close/>
                </a:path>
                <a:path w="226060" h="480695">
                  <a:moveTo>
                    <a:pt x="21678" y="54152"/>
                  </a:moveTo>
                  <a:lnTo>
                    <a:pt x="21094" y="54152"/>
                  </a:lnTo>
                  <a:lnTo>
                    <a:pt x="21094" y="54597"/>
                  </a:lnTo>
                  <a:lnTo>
                    <a:pt x="21386" y="54597"/>
                  </a:lnTo>
                  <a:lnTo>
                    <a:pt x="21678" y="54597"/>
                  </a:lnTo>
                  <a:lnTo>
                    <a:pt x="21678" y="54152"/>
                  </a:lnTo>
                  <a:close/>
                </a:path>
                <a:path w="226060" h="480695">
                  <a:moveTo>
                    <a:pt x="21678" y="50571"/>
                  </a:moveTo>
                  <a:lnTo>
                    <a:pt x="21386" y="50571"/>
                  </a:lnTo>
                  <a:lnTo>
                    <a:pt x="21094" y="50571"/>
                  </a:lnTo>
                  <a:lnTo>
                    <a:pt x="21094" y="51015"/>
                  </a:lnTo>
                  <a:lnTo>
                    <a:pt x="21678" y="51015"/>
                  </a:lnTo>
                  <a:lnTo>
                    <a:pt x="21678" y="50571"/>
                  </a:lnTo>
                  <a:close/>
                </a:path>
                <a:path w="226060" h="480695">
                  <a:moveTo>
                    <a:pt x="24765" y="30226"/>
                  </a:moveTo>
                  <a:lnTo>
                    <a:pt x="24612" y="28257"/>
                  </a:lnTo>
                  <a:lnTo>
                    <a:pt x="24320" y="27774"/>
                  </a:lnTo>
                  <a:lnTo>
                    <a:pt x="21869" y="24688"/>
                  </a:lnTo>
                  <a:lnTo>
                    <a:pt x="18211" y="28448"/>
                  </a:lnTo>
                  <a:lnTo>
                    <a:pt x="21640" y="30911"/>
                  </a:lnTo>
                  <a:lnTo>
                    <a:pt x="22148" y="31051"/>
                  </a:lnTo>
                  <a:lnTo>
                    <a:pt x="22898" y="31064"/>
                  </a:lnTo>
                  <a:lnTo>
                    <a:pt x="23812" y="31089"/>
                  </a:lnTo>
                  <a:lnTo>
                    <a:pt x="24765" y="30226"/>
                  </a:lnTo>
                  <a:close/>
                </a:path>
                <a:path w="226060" h="480695">
                  <a:moveTo>
                    <a:pt x="25539" y="1155"/>
                  </a:moveTo>
                  <a:lnTo>
                    <a:pt x="22669" y="0"/>
                  </a:lnTo>
                  <a:lnTo>
                    <a:pt x="19837" y="2755"/>
                  </a:lnTo>
                  <a:lnTo>
                    <a:pt x="19837" y="4152"/>
                  </a:lnTo>
                  <a:lnTo>
                    <a:pt x="21031" y="5321"/>
                  </a:lnTo>
                  <a:lnTo>
                    <a:pt x="22669" y="6908"/>
                  </a:lnTo>
                  <a:lnTo>
                    <a:pt x="25539" y="5753"/>
                  </a:lnTo>
                  <a:lnTo>
                    <a:pt x="25539" y="1155"/>
                  </a:lnTo>
                  <a:close/>
                </a:path>
                <a:path w="226060" h="480695">
                  <a:moveTo>
                    <a:pt x="26060" y="43510"/>
                  </a:moveTo>
                  <a:lnTo>
                    <a:pt x="25920" y="43510"/>
                  </a:lnTo>
                  <a:lnTo>
                    <a:pt x="25781" y="43510"/>
                  </a:lnTo>
                  <a:lnTo>
                    <a:pt x="25781" y="43726"/>
                  </a:lnTo>
                  <a:lnTo>
                    <a:pt x="26060" y="43726"/>
                  </a:lnTo>
                  <a:lnTo>
                    <a:pt x="26060" y="43510"/>
                  </a:lnTo>
                  <a:close/>
                </a:path>
                <a:path w="226060" h="480695">
                  <a:moveTo>
                    <a:pt x="37541" y="90728"/>
                  </a:moveTo>
                  <a:lnTo>
                    <a:pt x="37249" y="90728"/>
                  </a:lnTo>
                  <a:lnTo>
                    <a:pt x="36957" y="90728"/>
                  </a:lnTo>
                  <a:lnTo>
                    <a:pt x="36957" y="91186"/>
                  </a:lnTo>
                  <a:lnTo>
                    <a:pt x="37541" y="91186"/>
                  </a:lnTo>
                  <a:lnTo>
                    <a:pt x="37541" y="90728"/>
                  </a:lnTo>
                  <a:close/>
                </a:path>
                <a:path w="226060" h="480695">
                  <a:moveTo>
                    <a:pt x="38531" y="7340"/>
                  </a:moveTo>
                  <a:lnTo>
                    <a:pt x="36512" y="7620"/>
                  </a:lnTo>
                  <a:lnTo>
                    <a:pt x="36271" y="7670"/>
                  </a:lnTo>
                  <a:lnTo>
                    <a:pt x="35458" y="7772"/>
                  </a:lnTo>
                  <a:lnTo>
                    <a:pt x="35458" y="9169"/>
                  </a:lnTo>
                  <a:lnTo>
                    <a:pt x="36271" y="9283"/>
                  </a:lnTo>
                  <a:lnTo>
                    <a:pt x="36512" y="9321"/>
                  </a:lnTo>
                  <a:lnTo>
                    <a:pt x="36753" y="9359"/>
                  </a:lnTo>
                  <a:lnTo>
                    <a:pt x="38531" y="9601"/>
                  </a:lnTo>
                  <a:lnTo>
                    <a:pt x="38531" y="7340"/>
                  </a:lnTo>
                  <a:close/>
                </a:path>
                <a:path w="226060" h="480695">
                  <a:moveTo>
                    <a:pt x="39408" y="71361"/>
                  </a:moveTo>
                  <a:lnTo>
                    <a:pt x="38709" y="67500"/>
                  </a:lnTo>
                  <a:lnTo>
                    <a:pt x="36068" y="62928"/>
                  </a:lnTo>
                  <a:lnTo>
                    <a:pt x="33248" y="64719"/>
                  </a:lnTo>
                  <a:lnTo>
                    <a:pt x="35026" y="68745"/>
                  </a:lnTo>
                  <a:lnTo>
                    <a:pt x="34150" y="70370"/>
                  </a:lnTo>
                  <a:lnTo>
                    <a:pt x="34036" y="72351"/>
                  </a:lnTo>
                  <a:lnTo>
                    <a:pt x="33921" y="73952"/>
                  </a:lnTo>
                  <a:lnTo>
                    <a:pt x="36029" y="74637"/>
                  </a:lnTo>
                  <a:lnTo>
                    <a:pt x="39408" y="71361"/>
                  </a:lnTo>
                  <a:close/>
                </a:path>
                <a:path w="226060" h="480695">
                  <a:moveTo>
                    <a:pt x="42430" y="106730"/>
                  </a:moveTo>
                  <a:lnTo>
                    <a:pt x="42037" y="105016"/>
                  </a:lnTo>
                  <a:lnTo>
                    <a:pt x="41935" y="104571"/>
                  </a:lnTo>
                  <a:lnTo>
                    <a:pt x="41846" y="104114"/>
                  </a:lnTo>
                  <a:lnTo>
                    <a:pt x="41579" y="102971"/>
                  </a:lnTo>
                  <a:lnTo>
                    <a:pt x="40474" y="102971"/>
                  </a:lnTo>
                  <a:lnTo>
                    <a:pt x="40208" y="104114"/>
                  </a:lnTo>
                  <a:lnTo>
                    <a:pt x="40119" y="104571"/>
                  </a:lnTo>
                  <a:lnTo>
                    <a:pt x="39624" y="106718"/>
                  </a:lnTo>
                  <a:lnTo>
                    <a:pt x="42430" y="106730"/>
                  </a:lnTo>
                  <a:close/>
                </a:path>
                <a:path w="226060" h="480695">
                  <a:moveTo>
                    <a:pt x="49745" y="115747"/>
                  </a:moveTo>
                  <a:lnTo>
                    <a:pt x="48920" y="115747"/>
                  </a:lnTo>
                  <a:lnTo>
                    <a:pt x="48920" y="116382"/>
                  </a:lnTo>
                  <a:lnTo>
                    <a:pt x="49326" y="116382"/>
                  </a:lnTo>
                  <a:lnTo>
                    <a:pt x="49745" y="116382"/>
                  </a:lnTo>
                  <a:lnTo>
                    <a:pt x="49745" y="115747"/>
                  </a:lnTo>
                  <a:close/>
                </a:path>
                <a:path w="226060" h="480695">
                  <a:moveTo>
                    <a:pt x="52108" y="12192"/>
                  </a:moveTo>
                  <a:lnTo>
                    <a:pt x="48577" y="12192"/>
                  </a:lnTo>
                  <a:lnTo>
                    <a:pt x="45046" y="12192"/>
                  </a:lnTo>
                  <a:lnTo>
                    <a:pt x="45046" y="17678"/>
                  </a:lnTo>
                  <a:lnTo>
                    <a:pt x="52108" y="17678"/>
                  </a:lnTo>
                  <a:lnTo>
                    <a:pt x="52108" y="12192"/>
                  </a:lnTo>
                  <a:close/>
                </a:path>
                <a:path w="226060" h="480695">
                  <a:moveTo>
                    <a:pt x="53314" y="121970"/>
                  </a:moveTo>
                  <a:lnTo>
                    <a:pt x="40830" y="121970"/>
                  </a:lnTo>
                  <a:lnTo>
                    <a:pt x="40817" y="131673"/>
                  </a:lnTo>
                  <a:lnTo>
                    <a:pt x="47066" y="131673"/>
                  </a:lnTo>
                  <a:lnTo>
                    <a:pt x="53301" y="131673"/>
                  </a:lnTo>
                  <a:lnTo>
                    <a:pt x="53314" y="121970"/>
                  </a:lnTo>
                  <a:close/>
                </a:path>
                <a:path w="226060" h="480695">
                  <a:moveTo>
                    <a:pt x="59486" y="34264"/>
                  </a:moveTo>
                  <a:lnTo>
                    <a:pt x="59220" y="32727"/>
                  </a:lnTo>
                  <a:lnTo>
                    <a:pt x="59131" y="32232"/>
                  </a:lnTo>
                  <a:lnTo>
                    <a:pt x="58674" y="29629"/>
                  </a:lnTo>
                  <a:lnTo>
                    <a:pt x="52616" y="24663"/>
                  </a:lnTo>
                  <a:lnTo>
                    <a:pt x="50609" y="24663"/>
                  </a:lnTo>
                  <a:lnTo>
                    <a:pt x="50609" y="32689"/>
                  </a:lnTo>
                  <a:lnTo>
                    <a:pt x="50444" y="32727"/>
                  </a:lnTo>
                  <a:lnTo>
                    <a:pt x="50482" y="32232"/>
                  </a:lnTo>
                  <a:lnTo>
                    <a:pt x="50609" y="32689"/>
                  </a:lnTo>
                  <a:lnTo>
                    <a:pt x="50609" y="24663"/>
                  </a:lnTo>
                  <a:lnTo>
                    <a:pt x="48145" y="24663"/>
                  </a:lnTo>
                  <a:lnTo>
                    <a:pt x="42887" y="30441"/>
                  </a:lnTo>
                  <a:lnTo>
                    <a:pt x="43053" y="34518"/>
                  </a:lnTo>
                  <a:lnTo>
                    <a:pt x="45859" y="37896"/>
                  </a:lnTo>
                  <a:lnTo>
                    <a:pt x="46367" y="38138"/>
                  </a:lnTo>
                  <a:lnTo>
                    <a:pt x="46888" y="38277"/>
                  </a:lnTo>
                  <a:lnTo>
                    <a:pt x="49987" y="40284"/>
                  </a:lnTo>
                  <a:lnTo>
                    <a:pt x="54051" y="39712"/>
                  </a:lnTo>
                  <a:lnTo>
                    <a:pt x="59486" y="34264"/>
                  </a:lnTo>
                  <a:close/>
                </a:path>
                <a:path w="226060" h="480695">
                  <a:moveTo>
                    <a:pt x="59829" y="44157"/>
                  </a:moveTo>
                  <a:lnTo>
                    <a:pt x="58039" y="41313"/>
                  </a:lnTo>
                  <a:lnTo>
                    <a:pt x="55333" y="41338"/>
                  </a:lnTo>
                  <a:lnTo>
                    <a:pt x="50939" y="41363"/>
                  </a:lnTo>
                  <a:lnTo>
                    <a:pt x="50101" y="44577"/>
                  </a:lnTo>
                  <a:lnTo>
                    <a:pt x="54343" y="49987"/>
                  </a:lnTo>
                  <a:lnTo>
                    <a:pt x="57861" y="48806"/>
                  </a:lnTo>
                  <a:lnTo>
                    <a:pt x="59829" y="44157"/>
                  </a:lnTo>
                  <a:close/>
                </a:path>
                <a:path w="226060" h="480695">
                  <a:moveTo>
                    <a:pt x="59969" y="144830"/>
                  </a:moveTo>
                  <a:lnTo>
                    <a:pt x="58331" y="144830"/>
                  </a:lnTo>
                  <a:lnTo>
                    <a:pt x="58331" y="146100"/>
                  </a:lnTo>
                  <a:lnTo>
                    <a:pt x="59156" y="146100"/>
                  </a:lnTo>
                  <a:lnTo>
                    <a:pt x="59969" y="146100"/>
                  </a:lnTo>
                  <a:lnTo>
                    <a:pt x="59969" y="144830"/>
                  </a:lnTo>
                  <a:close/>
                </a:path>
                <a:path w="226060" h="480695">
                  <a:moveTo>
                    <a:pt x="60947" y="62039"/>
                  </a:moveTo>
                  <a:lnTo>
                    <a:pt x="60655" y="62039"/>
                  </a:lnTo>
                  <a:lnTo>
                    <a:pt x="60363" y="62039"/>
                  </a:lnTo>
                  <a:lnTo>
                    <a:pt x="60363" y="62496"/>
                  </a:lnTo>
                  <a:lnTo>
                    <a:pt x="60947" y="62496"/>
                  </a:lnTo>
                  <a:lnTo>
                    <a:pt x="60947" y="62039"/>
                  </a:lnTo>
                  <a:close/>
                </a:path>
                <a:path w="226060" h="480695">
                  <a:moveTo>
                    <a:pt x="71399" y="112712"/>
                  </a:moveTo>
                  <a:lnTo>
                    <a:pt x="68033" y="110909"/>
                  </a:lnTo>
                  <a:lnTo>
                    <a:pt x="65468" y="109537"/>
                  </a:lnTo>
                  <a:lnTo>
                    <a:pt x="62611" y="112877"/>
                  </a:lnTo>
                  <a:lnTo>
                    <a:pt x="67627" y="117779"/>
                  </a:lnTo>
                  <a:lnTo>
                    <a:pt x="71399" y="112712"/>
                  </a:lnTo>
                  <a:close/>
                </a:path>
                <a:path w="226060" h="480695">
                  <a:moveTo>
                    <a:pt x="71653" y="81394"/>
                  </a:moveTo>
                  <a:lnTo>
                    <a:pt x="62585" y="77774"/>
                  </a:lnTo>
                  <a:lnTo>
                    <a:pt x="61328" y="83439"/>
                  </a:lnTo>
                  <a:lnTo>
                    <a:pt x="60375" y="87744"/>
                  </a:lnTo>
                  <a:lnTo>
                    <a:pt x="66281" y="90563"/>
                  </a:lnTo>
                  <a:lnTo>
                    <a:pt x="71653" y="81394"/>
                  </a:lnTo>
                  <a:close/>
                </a:path>
                <a:path w="226060" h="480695">
                  <a:moveTo>
                    <a:pt x="79756" y="117449"/>
                  </a:moveTo>
                  <a:lnTo>
                    <a:pt x="75882" y="117589"/>
                  </a:lnTo>
                  <a:lnTo>
                    <a:pt x="74942" y="119456"/>
                  </a:lnTo>
                  <a:lnTo>
                    <a:pt x="74231" y="120002"/>
                  </a:lnTo>
                  <a:lnTo>
                    <a:pt x="73863" y="121043"/>
                  </a:lnTo>
                  <a:lnTo>
                    <a:pt x="75742" y="124675"/>
                  </a:lnTo>
                  <a:lnTo>
                    <a:pt x="79514" y="123113"/>
                  </a:lnTo>
                  <a:lnTo>
                    <a:pt x="79756" y="117449"/>
                  </a:lnTo>
                  <a:close/>
                </a:path>
                <a:path w="226060" h="480695">
                  <a:moveTo>
                    <a:pt x="83185" y="15786"/>
                  </a:moveTo>
                  <a:lnTo>
                    <a:pt x="74129" y="12001"/>
                  </a:lnTo>
                  <a:lnTo>
                    <a:pt x="71005" y="17106"/>
                  </a:lnTo>
                  <a:lnTo>
                    <a:pt x="68453" y="21247"/>
                  </a:lnTo>
                  <a:lnTo>
                    <a:pt x="74168" y="26047"/>
                  </a:lnTo>
                  <a:lnTo>
                    <a:pt x="80708" y="25996"/>
                  </a:lnTo>
                  <a:lnTo>
                    <a:pt x="82435" y="23901"/>
                  </a:lnTo>
                  <a:lnTo>
                    <a:pt x="83185" y="15786"/>
                  </a:lnTo>
                  <a:close/>
                </a:path>
                <a:path w="226060" h="480695">
                  <a:moveTo>
                    <a:pt x="85813" y="64020"/>
                  </a:moveTo>
                  <a:lnTo>
                    <a:pt x="83248" y="61976"/>
                  </a:lnTo>
                  <a:lnTo>
                    <a:pt x="80746" y="62712"/>
                  </a:lnTo>
                  <a:lnTo>
                    <a:pt x="76441" y="63969"/>
                  </a:lnTo>
                  <a:lnTo>
                    <a:pt x="76428" y="69176"/>
                  </a:lnTo>
                  <a:lnTo>
                    <a:pt x="83248" y="71170"/>
                  </a:lnTo>
                  <a:lnTo>
                    <a:pt x="85813" y="69138"/>
                  </a:lnTo>
                  <a:lnTo>
                    <a:pt x="85813" y="64020"/>
                  </a:lnTo>
                  <a:close/>
                </a:path>
                <a:path w="226060" h="480695">
                  <a:moveTo>
                    <a:pt x="88138" y="37655"/>
                  </a:moveTo>
                  <a:lnTo>
                    <a:pt x="87845" y="37655"/>
                  </a:lnTo>
                  <a:lnTo>
                    <a:pt x="87553" y="37655"/>
                  </a:lnTo>
                  <a:lnTo>
                    <a:pt x="87553" y="38112"/>
                  </a:lnTo>
                  <a:lnTo>
                    <a:pt x="88138" y="38112"/>
                  </a:lnTo>
                  <a:lnTo>
                    <a:pt x="88138" y="37655"/>
                  </a:lnTo>
                  <a:close/>
                </a:path>
                <a:path w="226060" h="480695">
                  <a:moveTo>
                    <a:pt x="88823" y="105194"/>
                  </a:moveTo>
                  <a:lnTo>
                    <a:pt x="79324" y="105194"/>
                  </a:lnTo>
                  <a:lnTo>
                    <a:pt x="79324" y="112572"/>
                  </a:lnTo>
                  <a:lnTo>
                    <a:pt x="84074" y="112572"/>
                  </a:lnTo>
                  <a:lnTo>
                    <a:pt x="88823" y="112572"/>
                  </a:lnTo>
                  <a:lnTo>
                    <a:pt x="88823" y="105194"/>
                  </a:lnTo>
                  <a:close/>
                </a:path>
                <a:path w="226060" h="480695">
                  <a:moveTo>
                    <a:pt x="91846" y="94373"/>
                  </a:moveTo>
                  <a:lnTo>
                    <a:pt x="91732" y="92303"/>
                  </a:lnTo>
                  <a:lnTo>
                    <a:pt x="88861" y="91579"/>
                  </a:lnTo>
                  <a:lnTo>
                    <a:pt x="87033" y="91211"/>
                  </a:lnTo>
                  <a:lnTo>
                    <a:pt x="84251" y="89776"/>
                  </a:lnTo>
                  <a:lnTo>
                    <a:pt x="82651" y="91528"/>
                  </a:lnTo>
                  <a:lnTo>
                    <a:pt x="83896" y="92595"/>
                  </a:lnTo>
                  <a:lnTo>
                    <a:pt x="85940" y="94348"/>
                  </a:lnTo>
                  <a:lnTo>
                    <a:pt x="87795" y="95135"/>
                  </a:lnTo>
                  <a:lnTo>
                    <a:pt x="91846" y="94373"/>
                  </a:lnTo>
                  <a:close/>
                </a:path>
                <a:path w="226060" h="480695">
                  <a:moveTo>
                    <a:pt x="93116" y="158699"/>
                  </a:moveTo>
                  <a:lnTo>
                    <a:pt x="90398" y="157378"/>
                  </a:lnTo>
                  <a:lnTo>
                    <a:pt x="89179" y="156375"/>
                  </a:lnTo>
                  <a:lnTo>
                    <a:pt x="87528" y="156044"/>
                  </a:lnTo>
                  <a:lnTo>
                    <a:pt x="83629" y="158330"/>
                  </a:lnTo>
                  <a:lnTo>
                    <a:pt x="83210" y="161569"/>
                  </a:lnTo>
                  <a:lnTo>
                    <a:pt x="86537" y="164934"/>
                  </a:lnTo>
                  <a:lnTo>
                    <a:pt x="88620" y="165188"/>
                  </a:lnTo>
                  <a:lnTo>
                    <a:pt x="90182" y="164287"/>
                  </a:lnTo>
                  <a:lnTo>
                    <a:pt x="92837" y="162750"/>
                  </a:lnTo>
                  <a:lnTo>
                    <a:pt x="93116" y="158699"/>
                  </a:lnTo>
                  <a:close/>
                </a:path>
                <a:path w="226060" h="480695">
                  <a:moveTo>
                    <a:pt x="94932" y="168910"/>
                  </a:moveTo>
                  <a:lnTo>
                    <a:pt x="94348" y="168910"/>
                  </a:lnTo>
                  <a:lnTo>
                    <a:pt x="94348" y="169354"/>
                  </a:lnTo>
                  <a:lnTo>
                    <a:pt x="94640" y="169354"/>
                  </a:lnTo>
                  <a:lnTo>
                    <a:pt x="94932" y="169354"/>
                  </a:lnTo>
                  <a:lnTo>
                    <a:pt x="94932" y="168910"/>
                  </a:lnTo>
                  <a:close/>
                </a:path>
                <a:path w="226060" h="480695">
                  <a:moveTo>
                    <a:pt x="102489" y="140220"/>
                  </a:moveTo>
                  <a:lnTo>
                    <a:pt x="101904" y="140220"/>
                  </a:lnTo>
                  <a:lnTo>
                    <a:pt x="101904" y="140665"/>
                  </a:lnTo>
                  <a:lnTo>
                    <a:pt x="102196" y="140665"/>
                  </a:lnTo>
                  <a:lnTo>
                    <a:pt x="102489" y="140665"/>
                  </a:lnTo>
                  <a:lnTo>
                    <a:pt x="102489" y="140220"/>
                  </a:lnTo>
                  <a:close/>
                </a:path>
                <a:path w="226060" h="480695">
                  <a:moveTo>
                    <a:pt x="105283" y="38049"/>
                  </a:moveTo>
                  <a:lnTo>
                    <a:pt x="102019" y="35610"/>
                  </a:lnTo>
                  <a:lnTo>
                    <a:pt x="101193" y="34988"/>
                  </a:lnTo>
                  <a:lnTo>
                    <a:pt x="100380" y="34417"/>
                  </a:lnTo>
                  <a:lnTo>
                    <a:pt x="97713" y="32893"/>
                  </a:lnTo>
                  <a:lnTo>
                    <a:pt x="95427" y="34975"/>
                  </a:lnTo>
                  <a:lnTo>
                    <a:pt x="97269" y="37846"/>
                  </a:lnTo>
                  <a:lnTo>
                    <a:pt x="98031" y="38785"/>
                  </a:lnTo>
                  <a:lnTo>
                    <a:pt x="101079" y="42481"/>
                  </a:lnTo>
                  <a:lnTo>
                    <a:pt x="105283" y="38049"/>
                  </a:lnTo>
                  <a:close/>
                </a:path>
                <a:path w="226060" h="480695">
                  <a:moveTo>
                    <a:pt x="110286" y="158953"/>
                  </a:moveTo>
                  <a:lnTo>
                    <a:pt x="108242" y="158953"/>
                  </a:lnTo>
                  <a:lnTo>
                    <a:pt x="106210" y="158953"/>
                  </a:lnTo>
                  <a:lnTo>
                    <a:pt x="106197" y="162115"/>
                  </a:lnTo>
                  <a:lnTo>
                    <a:pt x="110274" y="162115"/>
                  </a:lnTo>
                  <a:lnTo>
                    <a:pt x="110286" y="158953"/>
                  </a:lnTo>
                  <a:close/>
                </a:path>
                <a:path w="226060" h="480695">
                  <a:moveTo>
                    <a:pt x="111137" y="57569"/>
                  </a:moveTo>
                  <a:lnTo>
                    <a:pt x="108737" y="55232"/>
                  </a:lnTo>
                  <a:lnTo>
                    <a:pt x="105727" y="52298"/>
                  </a:lnTo>
                  <a:lnTo>
                    <a:pt x="101663" y="57759"/>
                  </a:lnTo>
                  <a:lnTo>
                    <a:pt x="108064" y="61188"/>
                  </a:lnTo>
                  <a:lnTo>
                    <a:pt x="111137" y="57569"/>
                  </a:lnTo>
                  <a:close/>
                </a:path>
                <a:path w="226060" h="480695">
                  <a:moveTo>
                    <a:pt x="113106" y="39903"/>
                  </a:moveTo>
                  <a:lnTo>
                    <a:pt x="112014" y="39903"/>
                  </a:lnTo>
                  <a:lnTo>
                    <a:pt x="110921" y="39903"/>
                  </a:lnTo>
                  <a:lnTo>
                    <a:pt x="110921" y="41592"/>
                  </a:lnTo>
                  <a:lnTo>
                    <a:pt x="113106" y="41592"/>
                  </a:lnTo>
                  <a:lnTo>
                    <a:pt x="113106" y="39903"/>
                  </a:lnTo>
                  <a:close/>
                </a:path>
                <a:path w="226060" h="480695">
                  <a:moveTo>
                    <a:pt x="120865" y="71882"/>
                  </a:moveTo>
                  <a:lnTo>
                    <a:pt x="119519" y="68961"/>
                  </a:lnTo>
                  <a:lnTo>
                    <a:pt x="117297" y="68961"/>
                  </a:lnTo>
                  <a:lnTo>
                    <a:pt x="115087" y="68961"/>
                  </a:lnTo>
                  <a:lnTo>
                    <a:pt x="113728" y="71882"/>
                  </a:lnTo>
                  <a:lnTo>
                    <a:pt x="116674" y="74599"/>
                  </a:lnTo>
                  <a:lnTo>
                    <a:pt x="117932" y="74599"/>
                  </a:lnTo>
                  <a:lnTo>
                    <a:pt x="120865" y="71882"/>
                  </a:lnTo>
                  <a:close/>
                </a:path>
                <a:path w="226060" h="480695">
                  <a:moveTo>
                    <a:pt x="124485" y="114261"/>
                  </a:moveTo>
                  <a:lnTo>
                    <a:pt x="124053" y="111290"/>
                  </a:lnTo>
                  <a:lnTo>
                    <a:pt x="122631" y="110109"/>
                  </a:lnTo>
                  <a:lnTo>
                    <a:pt x="121386" y="109778"/>
                  </a:lnTo>
                  <a:lnTo>
                    <a:pt x="114782" y="108013"/>
                  </a:lnTo>
                  <a:lnTo>
                    <a:pt x="113004" y="115290"/>
                  </a:lnTo>
                  <a:lnTo>
                    <a:pt x="120510" y="118148"/>
                  </a:lnTo>
                  <a:lnTo>
                    <a:pt x="122275" y="117589"/>
                  </a:lnTo>
                  <a:lnTo>
                    <a:pt x="124371" y="115379"/>
                  </a:lnTo>
                  <a:lnTo>
                    <a:pt x="124485" y="114261"/>
                  </a:lnTo>
                  <a:close/>
                </a:path>
                <a:path w="226060" h="480695">
                  <a:moveTo>
                    <a:pt x="126898" y="165023"/>
                  </a:moveTo>
                  <a:lnTo>
                    <a:pt x="124802" y="162331"/>
                  </a:lnTo>
                  <a:lnTo>
                    <a:pt x="122351" y="162521"/>
                  </a:lnTo>
                  <a:lnTo>
                    <a:pt x="122008" y="164566"/>
                  </a:lnTo>
                  <a:lnTo>
                    <a:pt x="121780" y="165989"/>
                  </a:lnTo>
                  <a:lnTo>
                    <a:pt x="122301" y="167144"/>
                  </a:lnTo>
                  <a:lnTo>
                    <a:pt x="123342" y="167030"/>
                  </a:lnTo>
                  <a:lnTo>
                    <a:pt x="123596" y="166992"/>
                  </a:lnTo>
                  <a:lnTo>
                    <a:pt x="123850" y="166966"/>
                  </a:lnTo>
                  <a:lnTo>
                    <a:pt x="125742" y="166751"/>
                  </a:lnTo>
                  <a:lnTo>
                    <a:pt x="126898" y="165023"/>
                  </a:lnTo>
                  <a:close/>
                </a:path>
                <a:path w="226060" h="480695">
                  <a:moveTo>
                    <a:pt x="130429" y="101485"/>
                  </a:moveTo>
                  <a:lnTo>
                    <a:pt x="129844" y="101485"/>
                  </a:lnTo>
                  <a:lnTo>
                    <a:pt x="129844" y="101942"/>
                  </a:lnTo>
                  <a:lnTo>
                    <a:pt x="130136" y="101942"/>
                  </a:lnTo>
                  <a:lnTo>
                    <a:pt x="130429" y="101942"/>
                  </a:lnTo>
                  <a:lnTo>
                    <a:pt x="130429" y="101485"/>
                  </a:lnTo>
                  <a:close/>
                </a:path>
                <a:path w="226060" h="480695">
                  <a:moveTo>
                    <a:pt x="132130" y="92214"/>
                  </a:moveTo>
                  <a:lnTo>
                    <a:pt x="129870" y="89598"/>
                  </a:lnTo>
                  <a:lnTo>
                    <a:pt x="126047" y="85204"/>
                  </a:lnTo>
                  <a:lnTo>
                    <a:pt x="121640" y="87630"/>
                  </a:lnTo>
                  <a:lnTo>
                    <a:pt x="121259" y="96672"/>
                  </a:lnTo>
                  <a:lnTo>
                    <a:pt x="125171" y="98945"/>
                  </a:lnTo>
                  <a:lnTo>
                    <a:pt x="131610" y="96227"/>
                  </a:lnTo>
                  <a:lnTo>
                    <a:pt x="132130" y="92214"/>
                  </a:lnTo>
                  <a:close/>
                </a:path>
                <a:path w="226060" h="480695">
                  <a:moveTo>
                    <a:pt x="132715" y="59944"/>
                  </a:moveTo>
                  <a:lnTo>
                    <a:pt x="130098" y="55981"/>
                  </a:lnTo>
                  <a:lnTo>
                    <a:pt x="127165" y="55791"/>
                  </a:lnTo>
                  <a:lnTo>
                    <a:pt x="125920" y="57924"/>
                  </a:lnTo>
                  <a:lnTo>
                    <a:pt x="124625" y="60159"/>
                  </a:lnTo>
                  <a:lnTo>
                    <a:pt x="126339" y="62458"/>
                  </a:lnTo>
                  <a:lnTo>
                    <a:pt x="131165" y="62928"/>
                  </a:lnTo>
                  <a:lnTo>
                    <a:pt x="132715" y="59944"/>
                  </a:lnTo>
                  <a:close/>
                </a:path>
                <a:path w="226060" h="480695">
                  <a:moveTo>
                    <a:pt x="139001" y="78511"/>
                  </a:moveTo>
                  <a:lnTo>
                    <a:pt x="138709" y="78511"/>
                  </a:lnTo>
                  <a:lnTo>
                    <a:pt x="138404" y="78511"/>
                  </a:lnTo>
                  <a:lnTo>
                    <a:pt x="138404" y="78955"/>
                  </a:lnTo>
                  <a:lnTo>
                    <a:pt x="139001" y="78955"/>
                  </a:lnTo>
                  <a:lnTo>
                    <a:pt x="139001" y="78511"/>
                  </a:lnTo>
                  <a:close/>
                </a:path>
                <a:path w="226060" h="480695">
                  <a:moveTo>
                    <a:pt x="139814" y="186042"/>
                  </a:moveTo>
                  <a:lnTo>
                    <a:pt x="138747" y="185039"/>
                  </a:lnTo>
                  <a:lnTo>
                    <a:pt x="137096" y="186055"/>
                  </a:lnTo>
                  <a:lnTo>
                    <a:pt x="135547" y="187032"/>
                  </a:lnTo>
                  <a:lnTo>
                    <a:pt x="137579" y="189255"/>
                  </a:lnTo>
                  <a:lnTo>
                    <a:pt x="138696" y="187655"/>
                  </a:lnTo>
                  <a:lnTo>
                    <a:pt x="139077" y="187109"/>
                  </a:lnTo>
                  <a:lnTo>
                    <a:pt x="139268" y="186829"/>
                  </a:lnTo>
                  <a:lnTo>
                    <a:pt x="139814" y="186042"/>
                  </a:lnTo>
                  <a:close/>
                </a:path>
                <a:path w="226060" h="480695">
                  <a:moveTo>
                    <a:pt x="140004" y="116763"/>
                  </a:moveTo>
                  <a:lnTo>
                    <a:pt x="139217" y="114211"/>
                  </a:lnTo>
                  <a:lnTo>
                    <a:pt x="139141" y="113982"/>
                  </a:lnTo>
                  <a:lnTo>
                    <a:pt x="139014" y="113550"/>
                  </a:lnTo>
                  <a:lnTo>
                    <a:pt x="138607" y="112242"/>
                  </a:lnTo>
                  <a:lnTo>
                    <a:pt x="136766" y="112242"/>
                  </a:lnTo>
                  <a:lnTo>
                    <a:pt x="136309" y="113766"/>
                  </a:lnTo>
                  <a:lnTo>
                    <a:pt x="136232" y="113982"/>
                  </a:lnTo>
                  <a:lnTo>
                    <a:pt x="135382" y="116751"/>
                  </a:lnTo>
                  <a:lnTo>
                    <a:pt x="140004" y="116763"/>
                  </a:lnTo>
                  <a:close/>
                </a:path>
                <a:path w="226060" h="480695">
                  <a:moveTo>
                    <a:pt x="140309" y="65074"/>
                  </a:moveTo>
                  <a:lnTo>
                    <a:pt x="138480" y="59944"/>
                  </a:lnTo>
                  <a:lnTo>
                    <a:pt x="137769" y="59270"/>
                  </a:lnTo>
                  <a:lnTo>
                    <a:pt x="136486" y="58293"/>
                  </a:lnTo>
                  <a:lnTo>
                    <a:pt x="135407" y="57454"/>
                  </a:lnTo>
                  <a:lnTo>
                    <a:pt x="133692" y="58356"/>
                  </a:lnTo>
                  <a:lnTo>
                    <a:pt x="133070" y="60858"/>
                  </a:lnTo>
                  <a:lnTo>
                    <a:pt x="132892" y="61760"/>
                  </a:lnTo>
                  <a:lnTo>
                    <a:pt x="134569" y="66624"/>
                  </a:lnTo>
                  <a:lnTo>
                    <a:pt x="140309" y="65074"/>
                  </a:lnTo>
                  <a:close/>
                </a:path>
                <a:path w="226060" h="480695">
                  <a:moveTo>
                    <a:pt x="142138" y="101841"/>
                  </a:moveTo>
                  <a:lnTo>
                    <a:pt x="137248" y="101841"/>
                  </a:lnTo>
                  <a:lnTo>
                    <a:pt x="132372" y="101841"/>
                  </a:lnTo>
                  <a:lnTo>
                    <a:pt x="132359" y="109435"/>
                  </a:lnTo>
                  <a:lnTo>
                    <a:pt x="142125" y="109435"/>
                  </a:lnTo>
                  <a:lnTo>
                    <a:pt x="142138" y="101841"/>
                  </a:lnTo>
                  <a:close/>
                </a:path>
                <a:path w="226060" h="480695">
                  <a:moveTo>
                    <a:pt x="147497" y="193776"/>
                  </a:moveTo>
                  <a:lnTo>
                    <a:pt x="144119" y="190207"/>
                  </a:lnTo>
                  <a:lnTo>
                    <a:pt x="140525" y="191833"/>
                  </a:lnTo>
                  <a:lnTo>
                    <a:pt x="140525" y="194614"/>
                  </a:lnTo>
                  <a:lnTo>
                    <a:pt x="140525" y="197383"/>
                  </a:lnTo>
                  <a:lnTo>
                    <a:pt x="144119" y="198996"/>
                  </a:lnTo>
                  <a:lnTo>
                    <a:pt x="147497" y="195453"/>
                  </a:lnTo>
                  <a:lnTo>
                    <a:pt x="147497" y="193776"/>
                  </a:lnTo>
                  <a:close/>
                </a:path>
                <a:path w="226060" h="480695">
                  <a:moveTo>
                    <a:pt x="148539" y="444055"/>
                  </a:moveTo>
                  <a:lnTo>
                    <a:pt x="139039" y="444055"/>
                  </a:lnTo>
                  <a:lnTo>
                    <a:pt x="139039" y="451434"/>
                  </a:lnTo>
                  <a:lnTo>
                    <a:pt x="143789" y="451434"/>
                  </a:lnTo>
                  <a:lnTo>
                    <a:pt x="148526" y="451434"/>
                  </a:lnTo>
                  <a:lnTo>
                    <a:pt x="148539" y="444055"/>
                  </a:lnTo>
                  <a:close/>
                </a:path>
                <a:path w="226060" h="480695">
                  <a:moveTo>
                    <a:pt x="156806" y="93002"/>
                  </a:moveTo>
                  <a:lnTo>
                    <a:pt x="152565" y="93002"/>
                  </a:lnTo>
                  <a:lnTo>
                    <a:pt x="153682" y="95186"/>
                  </a:lnTo>
                  <a:lnTo>
                    <a:pt x="153771" y="95364"/>
                  </a:lnTo>
                  <a:lnTo>
                    <a:pt x="153860" y="95542"/>
                  </a:lnTo>
                  <a:lnTo>
                    <a:pt x="154241" y="96266"/>
                  </a:lnTo>
                  <a:lnTo>
                    <a:pt x="155130" y="96266"/>
                  </a:lnTo>
                  <a:lnTo>
                    <a:pt x="155600" y="95364"/>
                  </a:lnTo>
                  <a:lnTo>
                    <a:pt x="155676" y="95186"/>
                  </a:lnTo>
                  <a:lnTo>
                    <a:pt x="156806" y="93002"/>
                  </a:lnTo>
                  <a:close/>
                </a:path>
                <a:path w="226060" h="480695">
                  <a:moveTo>
                    <a:pt x="157035" y="105435"/>
                  </a:moveTo>
                  <a:lnTo>
                    <a:pt x="149428" y="105435"/>
                  </a:lnTo>
                  <a:lnTo>
                    <a:pt x="149428" y="111340"/>
                  </a:lnTo>
                  <a:lnTo>
                    <a:pt x="153225" y="111340"/>
                  </a:lnTo>
                  <a:lnTo>
                    <a:pt x="157035" y="111340"/>
                  </a:lnTo>
                  <a:lnTo>
                    <a:pt x="157035" y="105435"/>
                  </a:lnTo>
                  <a:close/>
                </a:path>
                <a:path w="226060" h="480695">
                  <a:moveTo>
                    <a:pt x="164134" y="83489"/>
                  </a:moveTo>
                  <a:lnTo>
                    <a:pt x="162394" y="82016"/>
                  </a:lnTo>
                  <a:lnTo>
                    <a:pt x="161734" y="81813"/>
                  </a:lnTo>
                  <a:lnTo>
                    <a:pt x="157238" y="81470"/>
                  </a:lnTo>
                  <a:lnTo>
                    <a:pt x="157238" y="84556"/>
                  </a:lnTo>
                  <a:lnTo>
                    <a:pt x="153987" y="83083"/>
                  </a:lnTo>
                  <a:lnTo>
                    <a:pt x="151130" y="81800"/>
                  </a:lnTo>
                  <a:lnTo>
                    <a:pt x="147828" y="85204"/>
                  </a:lnTo>
                  <a:lnTo>
                    <a:pt x="153670" y="90881"/>
                  </a:lnTo>
                  <a:lnTo>
                    <a:pt x="157238" y="85534"/>
                  </a:lnTo>
                  <a:lnTo>
                    <a:pt x="157238" y="87033"/>
                  </a:lnTo>
                  <a:lnTo>
                    <a:pt x="160489" y="86779"/>
                  </a:lnTo>
                  <a:lnTo>
                    <a:pt x="161734" y="86690"/>
                  </a:lnTo>
                  <a:lnTo>
                    <a:pt x="162420" y="86474"/>
                  </a:lnTo>
                  <a:lnTo>
                    <a:pt x="164134" y="85001"/>
                  </a:lnTo>
                  <a:lnTo>
                    <a:pt x="164134" y="83489"/>
                  </a:lnTo>
                  <a:close/>
                </a:path>
                <a:path w="226060" h="480695">
                  <a:moveTo>
                    <a:pt x="165074" y="80505"/>
                  </a:moveTo>
                  <a:lnTo>
                    <a:pt x="163855" y="78727"/>
                  </a:lnTo>
                  <a:lnTo>
                    <a:pt x="162560" y="76835"/>
                  </a:lnTo>
                  <a:lnTo>
                    <a:pt x="160108" y="79463"/>
                  </a:lnTo>
                  <a:lnTo>
                    <a:pt x="162534" y="80937"/>
                  </a:lnTo>
                  <a:lnTo>
                    <a:pt x="162814" y="81114"/>
                  </a:lnTo>
                  <a:lnTo>
                    <a:pt x="163766" y="81699"/>
                  </a:lnTo>
                  <a:lnTo>
                    <a:pt x="165074" y="80505"/>
                  </a:lnTo>
                  <a:close/>
                </a:path>
                <a:path w="226060" h="480695">
                  <a:moveTo>
                    <a:pt x="165392" y="132219"/>
                  </a:moveTo>
                  <a:lnTo>
                    <a:pt x="164185" y="128473"/>
                  </a:lnTo>
                  <a:lnTo>
                    <a:pt x="163969" y="127812"/>
                  </a:lnTo>
                  <a:lnTo>
                    <a:pt x="163817" y="127406"/>
                  </a:lnTo>
                  <a:lnTo>
                    <a:pt x="162598" y="125780"/>
                  </a:lnTo>
                  <a:lnTo>
                    <a:pt x="161302" y="125780"/>
                  </a:lnTo>
                  <a:lnTo>
                    <a:pt x="160070" y="127406"/>
                  </a:lnTo>
                  <a:lnTo>
                    <a:pt x="159702" y="128473"/>
                  </a:lnTo>
                  <a:lnTo>
                    <a:pt x="158508" y="132181"/>
                  </a:lnTo>
                  <a:lnTo>
                    <a:pt x="165392" y="132219"/>
                  </a:lnTo>
                  <a:close/>
                </a:path>
                <a:path w="226060" h="480695">
                  <a:moveTo>
                    <a:pt x="170230" y="85407"/>
                  </a:moveTo>
                  <a:lnTo>
                    <a:pt x="169633" y="85407"/>
                  </a:lnTo>
                  <a:lnTo>
                    <a:pt x="169633" y="85852"/>
                  </a:lnTo>
                  <a:lnTo>
                    <a:pt x="169938" y="85852"/>
                  </a:lnTo>
                  <a:lnTo>
                    <a:pt x="170230" y="85852"/>
                  </a:lnTo>
                  <a:lnTo>
                    <a:pt x="170230" y="85407"/>
                  </a:lnTo>
                  <a:close/>
                </a:path>
                <a:path w="226060" h="480695">
                  <a:moveTo>
                    <a:pt x="173012" y="475589"/>
                  </a:moveTo>
                  <a:lnTo>
                    <a:pt x="171259" y="472338"/>
                  </a:lnTo>
                  <a:lnTo>
                    <a:pt x="168440" y="472401"/>
                  </a:lnTo>
                  <a:lnTo>
                    <a:pt x="164973" y="472503"/>
                  </a:lnTo>
                  <a:lnTo>
                    <a:pt x="163017" y="475005"/>
                  </a:lnTo>
                  <a:lnTo>
                    <a:pt x="166865" y="480098"/>
                  </a:lnTo>
                  <a:lnTo>
                    <a:pt x="170103" y="480568"/>
                  </a:lnTo>
                  <a:lnTo>
                    <a:pt x="173012" y="475589"/>
                  </a:lnTo>
                  <a:close/>
                </a:path>
                <a:path w="226060" h="480695">
                  <a:moveTo>
                    <a:pt x="173266" y="443826"/>
                  </a:moveTo>
                  <a:lnTo>
                    <a:pt x="165252" y="441388"/>
                  </a:lnTo>
                  <a:lnTo>
                    <a:pt x="165214" y="449973"/>
                  </a:lnTo>
                  <a:lnTo>
                    <a:pt x="170662" y="448322"/>
                  </a:lnTo>
                  <a:lnTo>
                    <a:pt x="173266" y="447535"/>
                  </a:lnTo>
                  <a:lnTo>
                    <a:pt x="173266" y="443826"/>
                  </a:lnTo>
                  <a:close/>
                </a:path>
                <a:path w="226060" h="480695">
                  <a:moveTo>
                    <a:pt x="175069" y="71361"/>
                  </a:moveTo>
                  <a:lnTo>
                    <a:pt x="173469" y="67779"/>
                  </a:lnTo>
                  <a:lnTo>
                    <a:pt x="172681" y="65989"/>
                  </a:lnTo>
                  <a:lnTo>
                    <a:pt x="170992" y="65989"/>
                  </a:lnTo>
                  <a:lnTo>
                    <a:pt x="168605" y="71361"/>
                  </a:lnTo>
                  <a:lnTo>
                    <a:pt x="175069" y="71361"/>
                  </a:lnTo>
                  <a:close/>
                </a:path>
                <a:path w="226060" h="480695">
                  <a:moveTo>
                    <a:pt x="177520" y="96113"/>
                  </a:moveTo>
                  <a:lnTo>
                    <a:pt x="177025" y="94970"/>
                  </a:lnTo>
                  <a:lnTo>
                    <a:pt x="177101" y="91922"/>
                  </a:lnTo>
                  <a:lnTo>
                    <a:pt x="174650" y="88785"/>
                  </a:lnTo>
                  <a:lnTo>
                    <a:pt x="169697" y="89141"/>
                  </a:lnTo>
                  <a:lnTo>
                    <a:pt x="168148" y="89293"/>
                  </a:lnTo>
                  <a:lnTo>
                    <a:pt x="163741" y="90855"/>
                  </a:lnTo>
                  <a:lnTo>
                    <a:pt x="162052" y="94767"/>
                  </a:lnTo>
                  <a:lnTo>
                    <a:pt x="164680" y="97078"/>
                  </a:lnTo>
                  <a:lnTo>
                    <a:pt x="165874" y="98132"/>
                  </a:lnTo>
                  <a:lnTo>
                    <a:pt x="167055" y="98933"/>
                  </a:lnTo>
                  <a:lnTo>
                    <a:pt x="171119" y="100901"/>
                  </a:lnTo>
                  <a:lnTo>
                    <a:pt x="174218" y="100304"/>
                  </a:lnTo>
                  <a:lnTo>
                    <a:pt x="175895" y="98120"/>
                  </a:lnTo>
                  <a:lnTo>
                    <a:pt x="177152" y="97624"/>
                  </a:lnTo>
                  <a:lnTo>
                    <a:pt x="177520" y="96113"/>
                  </a:lnTo>
                  <a:close/>
                </a:path>
                <a:path w="226060" h="480695">
                  <a:moveTo>
                    <a:pt x="182511" y="51346"/>
                  </a:moveTo>
                  <a:lnTo>
                    <a:pt x="182359" y="50825"/>
                  </a:lnTo>
                  <a:lnTo>
                    <a:pt x="182130" y="50342"/>
                  </a:lnTo>
                  <a:lnTo>
                    <a:pt x="181660" y="48844"/>
                  </a:lnTo>
                  <a:lnTo>
                    <a:pt x="180200" y="48107"/>
                  </a:lnTo>
                  <a:lnTo>
                    <a:pt x="178676" y="48158"/>
                  </a:lnTo>
                  <a:lnTo>
                    <a:pt x="178498" y="48133"/>
                  </a:lnTo>
                  <a:lnTo>
                    <a:pt x="176733" y="48298"/>
                  </a:lnTo>
                  <a:lnTo>
                    <a:pt x="174904" y="49479"/>
                  </a:lnTo>
                  <a:lnTo>
                    <a:pt x="174510" y="54152"/>
                  </a:lnTo>
                  <a:lnTo>
                    <a:pt x="176606" y="55499"/>
                  </a:lnTo>
                  <a:lnTo>
                    <a:pt x="178574" y="55740"/>
                  </a:lnTo>
                  <a:lnTo>
                    <a:pt x="180746" y="56007"/>
                  </a:lnTo>
                  <a:lnTo>
                    <a:pt x="182511" y="53835"/>
                  </a:lnTo>
                  <a:lnTo>
                    <a:pt x="182511" y="51346"/>
                  </a:lnTo>
                  <a:close/>
                </a:path>
                <a:path w="226060" h="480695">
                  <a:moveTo>
                    <a:pt x="194741" y="77990"/>
                  </a:moveTo>
                  <a:lnTo>
                    <a:pt x="191579" y="75501"/>
                  </a:lnTo>
                  <a:lnTo>
                    <a:pt x="188468" y="76390"/>
                  </a:lnTo>
                  <a:lnTo>
                    <a:pt x="183235" y="77889"/>
                  </a:lnTo>
                  <a:lnTo>
                    <a:pt x="184073" y="86118"/>
                  </a:lnTo>
                  <a:lnTo>
                    <a:pt x="192468" y="86118"/>
                  </a:lnTo>
                  <a:lnTo>
                    <a:pt x="194741" y="83858"/>
                  </a:lnTo>
                  <a:lnTo>
                    <a:pt x="194741" y="77990"/>
                  </a:lnTo>
                  <a:close/>
                </a:path>
                <a:path w="226060" h="480695">
                  <a:moveTo>
                    <a:pt x="201828" y="71615"/>
                  </a:moveTo>
                  <a:lnTo>
                    <a:pt x="199250" y="69037"/>
                  </a:lnTo>
                  <a:lnTo>
                    <a:pt x="197027" y="70040"/>
                  </a:lnTo>
                  <a:lnTo>
                    <a:pt x="196964" y="71843"/>
                  </a:lnTo>
                  <a:lnTo>
                    <a:pt x="196951" y="72009"/>
                  </a:lnTo>
                  <a:lnTo>
                    <a:pt x="196951" y="72186"/>
                  </a:lnTo>
                  <a:lnTo>
                    <a:pt x="196913" y="73215"/>
                  </a:lnTo>
                  <a:lnTo>
                    <a:pt x="197700" y="73926"/>
                  </a:lnTo>
                  <a:lnTo>
                    <a:pt x="198526" y="73926"/>
                  </a:lnTo>
                  <a:lnTo>
                    <a:pt x="198704" y="73939"/>
                  </a:lnTo>
                  <a:lnTo>
                    <a:pt x="199072" y="73939"/>
                  </a:lnTo>
                  <a:lnTo>
                    <a:pt x="200914" y="73990"/>
                  </a:lnTo>
                  <a:lnTo>
                    <a:pt x="201828" y="71615"/>
                  </a:lnTo>
                  <a:close/>
                </a:path>
                <a:path w="226060" h="480695">
                  <a:moveTo>
                    <a:pt x="202247" y="44221"/>
                  </a:moveTo>
                  <a:lnTo>
                    <a:pt x="199694" y="41643"/>
                  </a:lnTo>
                  <a:lnTo>
                    <a:pt x="197713" y="39611"/>
                  </a:lnTo>
                  <a:lnTo>
                    <a:pt x="194271" y="40386"/>
                  </a:lnTo>
                  <a:lnTo>
                    <a:pt x="192036" y="45707"/>
                  </a:lnTo>
                  <a:lnTo>
                    <a:pt x="194081" y="48209"/>
                  </a:lnTo>
                  <a:lnTo>
                    <a:pt x="200825" y="48856"/>
                  </a:lnTo>
                  <a:lnTo>
                    <a:pt x="202247" y="44221"/>
                  </a:lnTo>
                  <a:close/>
                </a:path>
                <a:path w="226060" h="480695">
                  <a:moveTo>
                    <a:pt x="218567" y="81153"/>
                  </a:moveTo>
                  <a:lnTo>
                    <a:pt x="216484" y="78765"/>
                  </a:lnTo>
                  <a:lnTo>
                    <a:pt x="213893" y="79476"/>
                  </a:lnTo>
                  <a:lnTo>
                    <a:pt x="211582" y="80098"/>
                  </a:lnTo>
                  <a:lnTo>
                    <a:pt x="210426" y="83426"/>
                  </a:lnTo>
                  <a:lnTo>
                    <a:pt x="214871" y="87223"/>
                  </a:lnTo>
                  <a:lnTo>
                    <a:pt x="217335" y="86956"/>
                  </a:lnTo>
                  <a:lnTo>
                    <a:pt x="218567" y="81153"/>
                  </a:lnTo>
                  <a:close/>
                </a:path>
                <a:path w="226060" h="480695">
                  <a:moveTo>
                    <a:pt x="223710" y="65570"/>
                  </a:moveTo>
                  <a:lnTo>
                    <a:pt x="221894" y="61696"/>
                  </a:lnTo>
                  <a:lnTo>
                    <a:pt x="218097" y="57632"/>
                  </a:lnTo>
                  <a:lnTo>
                    <a:pt x="215988" y="57899"/>
                  </a:lnTo>
                  <a:lnTo>
                    <a:pt x="214947" y="59029"/>
                  </a:lnTo>
                  <a:lnTo>
                    <a:pt x="215950" y="57518"/>
                  </a:lnTo>
                  <a:lnTo>
                    <a:pt x="213093" y="56019"/>
                  </a:lnTo>
                  <a:lnTo>
                    <a:pt x="212432" y="58013"/>
                  </a:lnTo>
                  <a:lnTo>
                    <a:pt x="211353" y="59042"/>
                  </a:lnTo>
                  <a:lnTo>
                    <a:pt x="210400" y="59397"/>
                  </a:lnTo>
                  <a:lnTo>
                    <a:pt x="210464" y="60960"/>
                  </a:lnTo>
                  <a:lnTo>
                    <a:pt x="211594" y="60909"/>
                  </a:lnTo>
                  <a:lnTo>
                    <a:pt x="212979" y="60845"/>
                  </a:lnTo>
                  <a:lnTo>
                    <a:pt x="213918" y="60286"/>
                  </a:lnTo>
                  <a:lnTo>
                    <a:pt x="214744" y="59245"/>
                  </a:lnTo>
                  <a:lnTo>
                    <a:pt x="214439" y="59677"/>
                  </a:lnTo>
                  <a:lnTo>
                    <a:pt x="219710" y="69989"/>
                  </a:lnTo>
                  <a:lnTo>
                    <a:pt x="223367" y="67843"/>
                  </a:lnTo>
                  <a:lnTo>
                    <a:pt x="223710" y="65570"/>
                  </a:lnTo>
                  <a:close/>
                </a:path>
                <a:path w="226060" h="480695">
                  <a:moveTo>
                    <a:pt x="225005" y="21678"/>
                  </a:moveTo>
                  <a:lnTo>
                    <a:pt x="224053" y="19392"/>
                  </a:lnTo>
                  <a:lnTo>
                    <a:pt x="222885" y="17703"/>
                  </a:lnTo>
                  <a:lnTo>
                    <a:pt x="223189" y="16548"/>
                  </a:lnTo>
                  <a:lnTo>
                    <a:pt x="223126" y="15252"/>
                  </a:lnTo>
                  <a:lnTo>
                    <a:pt x="221272" y="10845"/>
                  </a:lnTo>
                  <a:lnTo>
                    <a:pt x="217258" y="9271"/>
                  </a:lnTo>
                  <a:lnTo>
                    <a:pt x="212572" y="12204"/>
                  </a:lnTo>
                  <a:lnTo>
                    <a:pt x="211886" y="13093"/>
                  </a:lnTo>
                  <a:lnTo>
                    <a:pt x="211391" y="14097"/>
                  </a:lnTo>
                  <a:lnTo>
                    <a:pt x="207467" y="15481"/>
                  </a:lnTo>
                  <a:lnTo>
                    <a:pt x="205016" y="19011"/>
                  </a:lnTo>
                  <a:lnTo>
                    <a:pt x="204063" y="29425"/>
                  </a:lnTo>
                  <a:lnTo>
                    <a:pt x="209511" y="34455"/>
                  </a:lnTo>
                  <a:lnTo>
                    <a:pt x="214604" y="34226"/>
                  </a:lnTo>
                  <a:lnTo>
                    <a:pt x="217208" y="34112"/>
                  </a:lnTo>
                  <a:lnTo>
                    <a:pt x="219900" y="33261"/>
                  </a:lnTo>
                  <a:lnTo>
                    <a:pt x="223647" y="29171"/>
                  </a:lnTo>
                  <a:lnTo>
                    <a:pt x="224294" y="26974"/>
                  </a:lnTo>
                  <a:lnTo>
                    <a:pt x="225005" y="21678"/>
                  </a:lnTo>
                  <a:close/>
                </a:path>
                <a:path w="226060" h="480695">
                  <a:moveTo>
                    <a:pt x="225831" y="45707"/>
                  </a:moveTo>
                  <a:lnTo>
                    <a:pt x="222389" y="39814"/>
                  </a:lnTo>
                  <a:lnTo>
                    <a:pt x="221119" y="37642"/>
                  </a:lnTo>
                  <a:lnTo>
                    <a:pt x="218592" y="36550"/>
                  </a:lnTo>
                  <a:lnTo>
                    <a:pt x="216192" y="36893"/>
                  </a:lnTo>
                  <a:lnTo>
                    <a:pt x="215011" y="36779"/>
                  </a:lnTo>
                  <a:lnTo>
                    <a:pt x="213804" y="37325"/>
                  </a:lnTo>
                  <a:lnTo>
                    <a:pt x="213106" y="38303"/>
                  </a:lnTo>
                  <a:lnTo>
                    <a:pt x="210464" y="40589"/>
                  </a:lnTo>
                  <a:lnTo>
                    <a:pt x="210477" y="44551"/>
                  </a:lnTo>
                  <a:lnTo>
                    <a:pt x="217347" y="52501"/>
                  </a:lnTo>
                  <a:lnTo>
                    <a:pt x="225831" y="45707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887114" y="7554232"/>
              <a:ext cx="217804" cy="143510"/>
            </a:xfrm>
            <a:custGeom>
              <a:avLst/>
              <a:gdLst/>
              <a:ahLst/>
              <a:cxnLst/>
              <a:rect l="l" t="t" r="r" b="b"/>
              <a:pathLst>
                <a:path w="217804" h="143509">
                  <a:moveTo>
                    <a:pt x="8216" y="49415"/>
                  </a:moveTo>
                  <a:lnTo>
                    <a:pt x="7950" y="48044"/>
                  </a:lnTo>
                  <a:lnTo>
                    <a:pt x="7912" y="47879"/>
                  </a:lnTo>
                  <a:lnTo>
                    <a:pt x="7874" y="47713"/>
                  </a:lnTo>
                  <a:lnTo>
                    <a:pt x="7708" y="46837"/>
                  </a:lnTo>
                  <a:lnTo>
                    <a:pt x="6565" y="46837"/>
                  </a:lnTo>
                  <a:lnTo>
                    <a:pt x="6413" y="47536"/>
                  </a:lnTo>
                  <a:lnTo>
                    <a:pt x="6324" y="48044"/>
                  </a:lnTo>
                  <a:lnTo>
                    <a:pt x="6045" y="49403"/>
                  </a:lnTo>
                  <a:lnTo>
                    <a:pt x="8216" y="49415"/>
                  </a:lnTo>
                  <a:close/>
                </a:path>
                <a:path w="217804" h="143509">
                  <a:moveTo>
                    <a:pt x="9182" y="27114"/>
                  </a:moveTo>
                  <a:lnTo>
                    <a:pt x="7886" y="25323"/>
                  </a:lnTo>
                  <a:lnTo>
                    <a:pt x="6324" y="23152"/>
                  </a:lnTo>
                  <a:lnTo>
                    <a:pt x="4533" y="23152"/>
                  </a:lnTo>
                  <a:lnTo>
                    <a:pt x="1663" y="27114"/>
                  </a:lnTo>
                  <a:lnTo>
                    <a:pt x="3429" y="29603"/>
                  </a:lnTo>
                  <a:lnTo>
                    <a:pt x="7429" y="29603"/>
                  </a:lnTo>
                  <a:lnTo>
                    <a:pt x="9182" y="27114"/>
                  </a:lnTo>
                  <a:close/>
                </a:path>
                <a:path w="217804" h="143509">
                  <a:moveTo>
                    <a:pt x="10871" y="12306"/>
                  </a:moveTo>
                  <a:lnTo>
                    <a:pt x="12" y="12306"/>
                  </a:lnTo>
                  <a:lnTo>
                    <a:pt x="0" y="20751"/>
                  </a:lnTo>
                  <a:lnTo>
                    <a:pt x="5435" y="20751"/>
                  </a:lnTo>
                  <a:lnTo>
                    <a:pt x="10858" y="20751"/>
                  </a:lnTo>
                  <a:lnTo>
                    <a:pt x="10871" y="12306"/>
                  </a:lnTo>
                  <a:close/>
                </a:path>
                <a:path w="217804" h="143509">
                  <a:moveTo>
                    <a:pt x="14795" y="37058"/>
                  </a:moveTo>
                  <a:lnTo>
                    <a:pt x="12204" y="34226"/>
                  </a:lnTo>
                  <a:lnTo>
                    <a:pt x="12077" y="34061"/>
                  </a:lnTo>
                  <a:lnTo>
                    <a:pt x="9042" y="30746"/>
                  </a:lnTo>
                  <a:lnTo>
                    <a:pt x="4178" y="36677"/>
                  </a:lnTo>
                  <a:lnTo>
                    <a:pt x="8255" y="39014"/>
                  </a:lnTo>
                  <a:lnTo>
                    <a:pt x="11849" y="41084"/>
                  </a:lnTo>
                  <a:lnTo>
                    <a:pt x="14795" y="37058"/>
                  </a:lnTo>
                  <a:close/>
                </a:path>
                <a:path w="217804" h="143509">
                  <a:moveTo>
                    <a:pt x="16459" y="53949"/>
                  </a:moveTo>
                  <a:lnTo>
                    <a:pt x="13868" y="49707"/>
                  </a:lnTo>
                  <a:lnTo>
                    <a:pt x="11341" y="50876"/>
                  </a:lnTo>
                  <a:lnTo>
                    <a:pt x="10198" y="50431"/>
                  </a:lnTo>
                  <a:lnTo>
                    <a:pt x="8813" y="50965"/>
                  </a:lnTo>
                  <a:lnTo>
                    <a:pt x="8445" y="55308"/>
                  </a:lnTo>
                  <a:lnTo>
                    <a:pt x="11506" y="56362"/>
                  </a:lnTo>
                  <a:lnTo>
                    <a:pt x="16459" y="53949"/>
                  </a:lnTo>
                  <a:close/>
                </a:path>
                <a:path w="217804" h="143509">
                  <a:moveTo>
                    <a:pt x="33642" y="13639"/>
                  </a:moveTo>
                  <a:lnTo>
                    <a:pt x="27673" y="12090"/>
                  </a:lnTo>
                  <a:lnTo>
                    <a:pt x="26949" y="14274"/>
                  </a:lnTo>
                  <a:lnTo>
                    <a:pt x="29591" y="16217"/>
                  </a:lnTo>
                  <a:lnTo>
                    <a:pt x="31610" y="17703"/>
                  </a:lnTo>
                  <a:lnTo>
                    <a:pt x="33642" y="13639"/>
                  </a:lnTo>
                  <a:close/>
                </a:path>
                <a:path w="217804" h="143509">
                  <a:moveTo>
                    <a:pt x="35293" y="52019"/>
                  </a:moveTo>
                  <a:lnTo>
                    <a:pt x="34607" y="47002"/>
                  </a:lnTo>
                  <a:lnTo>
                    <a:pt x="31026" y="46494"/>
                  </a:lnTo>
                  <a:lnTo>
                    <a:pt x="26428" y="45834"/>
                  </a:lnTo>
                  <a:lnTo>
                    <a:pt x="24434" y="47574"/>
                  </a:lnTo>
                  <a:lnTo>
                    <a:pt x="25984" y="55702"/>
                  </a:lnTo>
                  <a:lnTo>
                    <a:pt x="30746" y="56565"/>
                  </a:lnTo>
                  <a:lnTo>
                    <a:pt x="35293" y="52019"/>
                  </a:lnTo>
                  <a:close/>
                </a:path>
                <a:path w="217804" h="143509">
                  <a:moveTo>
                    <a:pt x="35610" y="27457"/>
                  </a:moveTo>
                  <a:lnTo>
                    <a:pt x="34455" y="22085"/>
                  </a:lnTo>
                  <a:lnTo>
                    <a:pt x="33502" y="21094"/>
                  </a:lnTo>
                  <a:lnTo>
                    <a:pt x="33070" y="20777"/>
                  </a:lnTo>
                  <a:lnTo>
                    <a:pt x="32664" y="20459"/>
                  </a:lnTo>
                  <a:lnTo>
                    <a:pt x="31648" y="19685"/>
                  </a:lnTo>
                  <a:lnTo>
                    <a:pt x="30670" y="19519"/>
                  </a:lnTo>
                  <a:lnTo>
                    <a:pt x="29781" y="19685"/>
                  </a:lnTo>
                  <a:lnTo>
                    <a:pt x="28168" y="19519"/>
                  </a:lnTo>
                  <a:lnTo>
                    <a:pt x="28003" y="19507"/>
                  </a:lnTo>
                  <a:lnTo>
                    <a:pt x="28003" y="20459"/>
                  </a:lnTo>
                  <a:lnTo>
                    <a:pt x="27851" y="20574"/>
                  </a:lnTo>
                  <a:lnTo>
                    <a:pt x="27673" y="20662"/>
                  </a:lnTo>
                  <a:lnTo>
                    <a:pt x="27825" y="20510"/>
                  </a:lnTo>
                  <a:lnTo>
                    <a:pt x="28003" y="20459"/>
                  </a:lnTo>
                  <a:lnTo>
                    <a:pt x="28003" y="19507"/>
                  </a:lnTo>
                  <a:lnTo>
                    <a:pt x="22212" y="19024"/>
                  </a:lnTo>
                  <a:lnTo>
                    <a:pt x="20866" y="25857"/>
                  </a:lnTo>
                  <a:lnTo>
                    <a:pt x="25882" y="28829"/>
                  </a:lnTo>
                  <a:lnTo>
                    <a:pt x="27063" y="29552"/>
                  </a:lnTo>
                  <a:lnTo>
                    <a:pt x="32435" y="30886"/>
                  </a:lnTo>
                  <a:lnTo>
                    <a:pt x="35610" y="27457"/>
                  </a:lnTo>
                  <a:close/>
                </a:path>
                <a:path w="217804" h="143509">
                  <a:moveTo>
                    <a:pt x="42837" y="5194"/>
                  </a:moveTo>
                  <a:lnTo>
                    <a:pt x="42545" y="5194"/>
                  </a:lnTo>
                  <a:lnTo>
                    <a:pt x="42252" y="5194"/>
                  </a:lnTo>
                  <a:lnTo>
                    <a:pt x="42252" y="5638"/>
                  </a:lnTo>
                  <a:lnTo>
                    <a:pt x="42837" y="5638"/>
                  </a:lnTo>
                  <a:lnTo>
                    <a:pt x="42837" y="5194"/>
                  </a:lnTo>
                  <a:close/>
                </a:path>
                <a:path w="217804" h="143509">
                  <a:moveTo>
                    <a:pt x="44234" y="22758"/>
                  </a:moveTo>
                  <a:lnTo>
                    <a:pt x="43942" y="22758"/>
                  </a:lnTo>
                  <a:lnTo>
                    <a:pt x="43649" y="22758"/>
                  </a:lnTo>
                  <a:lnTo>
                    <a:pt x="43649" y="23215"/>
                  </a:lnTo>
                  <a:lnTo>
                    <a:pt x="44234" y="23215"/>
                  </a:lnTo>
                  <a:lnTo>
                    <a:pt x="44234" y="22758"/>
                  </a:lnTo>
                  <a:close/>
                </a:path>
                <a:path w="217804" h="143509">
                  <a:moveTo>
                    <a:pt x="48412" y="57708"/>
                  </a:moveTo>
                  <a:lnTo>
                    <a:pt x="47193" y="55295"/>
                  </a:lnTo>
                  <a:lnTo>
                    <a:pt x="42672" y="54698"/>
                  </a:lnTo>
                  <a:lnTo>
                    <a:pt x="41313" y="56743"/>
                  </a:lnTo>
                  <a:lnTo>
                    <a:pt x="42075" y="61899"/>
                  </a:lnTo>
                  <a:lnTo>
                    <a:pt x="45923" y="62014"/>
                  </a:lnTo>
                  <a:lnTo>
                    <a:pt x="47091" y="59994"/>
                  </a:lnTo>
                  <a:lnTo>
                    <a:pt x="47231" y="59753"/>
                  </a:lnTo>
                  <a:lnTo>
                    <a:pt x="47294" y="59626"/>
                  </a:lnTo>
                  <a:lnTo>
                    <a:pt x="48412" y="57708"/>
                  </a:lnTo>
                  <a:close/>
                </a:path>
                <a:path w="217804" h="143509">
                  <a:moveTo>
                    <a:pt x="59715" y="32600"/>
                  </a:moveTo>
                  <a:lnTo>
                    <a:pt x="55372" y="32600"/>
                  </a:lnTo>
                  <a:lnTo>
                    <a:pt x="55359" y="35966"/>
                  </a:lnTo>
                  <a:lnTo>
                    <a:pt x="57543" y="35966"/>
                  </a:lnTo>
                  <a:lnTo>
                    <a:pt x="59702" y="35966"/>
                  </a:lnTo>
                  <a:lnTo>
                    <a:pt x="59715" y="32600"/>
                  </a:lnTo>
                  <a:close/>
                </a:path>
                <a:path w="217804" h="143509">
                  <a:moveTo>
                    <a:pt x="65760" y="19532"/>
                  </a:moveTo>
                  <a:lnTo>
                    <a:pt x="65468" y="19532"/>
                  </a:lnTo>
                  <a:lnTo>
                    <a:pt x="65176" y="19532"/>
                  </a:lnTo>
                  <a:lnTo>
                    <a:pt x="65176" y="19989"/>
                  </a:lnTo>
                  <a:lnTo>
                    <a:pt x="65760" y="19989"/>
                  </a:lnTo>
                  <a:lnTo>
                    <a:pt x="65760" y="19532"/>
                  </a:lnTo>
                  <a:close/>
                </a:path>
                <a:path w="217804" h="143509">
                  <a:moveTo>
                    <a:pt x="65963" y="21234"/>
                  </a:moveTo>
                  <a:lnTo>
                    <a:pt x="60934" y="21234"/>
                  </a:lnTo>
                  <a:lnTo>
                    <a:pt x="55918" y="21234"/>
                  </a:lnTo>
                  <a:lnTo>
                    <a:pt x="55918" y="25438"/>
                  </a:lnTo>
                  <a:lnTo>
                    <a:pt x="55816" y="25082"/>
                  </a:lnTo>
                  <a:lnTo>
                    <a:pt x="55765" y="24853"/>
                  </a:lnTo>
                  <a:lnTo>
                    <a:pt x="55460" y="24091"/>
                  </a:lnTo>
                  <a:lnTo>
                    <a:pt x="54978" y="23609"/>
                  </a:lnTo>
                  <a:lnTo>
                    <a:pt x="54533" y="23075"/>
                  </a:lnTo>
                  <a:lnTo>
                    <a:pt x="50876" y="19875"/>
                  </a:lnTo>
                  <a:lnTo>
                    <a:pt x="45643" y="23545"/>
                  </a:lnTo>
                  <a:lnTo>
                    <a:pt x="48869" y="29324"/>
                  </a:lnTo>
                  <a:lnTo>
                    <a:pt x="50203" y="29857"/>
                  </a:lnTo>
                  <a:lnTo>
                    <a:pt x="53263" y="30187"/>
                  </a:lnTo>
                  <a:lnTo>
                    <a:pt x="54902" y="29235"/>
                  </a:lnTo>
                  <a:lnTo>
                    <a:pt x="55892" y="27089"/>
                  </a:lnTo>
                  <a:lnTo>
                    <a:pt x="55918" y="29044"/>
                  </a:lnTo>
                  <a:lnTo>
                    <a:pt x="65951" y="29044"/>
                  </a:lnTo>
                  <a:lnTo>
                    <a:pt x="65963" y="21234"/>
                  </a:lnTo>
                  <a:close/>
                </a:path>
                <a:path w="217804" h="143509">
                  <a:moveTo>
                    <a:pt x="66141" y="11201"/>
                  </a:moveTo>
                  <a:lnTo>
                    <a:pt x="63792" y="3505"/>
                  </a:lnTo>
                  <a:lnTo>
                    <a:pt x="60972" y="3505"/>
                  </a:lnTo>
                  <a:lnTo>
                    <a:pt x="60972" y="4203"/>
                  </a:lnTo>
                  <a:lnTo>
                    <a:pt x="60820" y="4000"/>
                  </a:lnTo>
                  <a:lnTo>
                    <a:pt x="60972" y="4203"/>
                  </a:lnTo>
                  <a:lnTo>
                    <a:pt x="60972" y="3505"/>
                  </a:lnTo>
                  <a:lnTo>
                    <a:pt x="59105" y="3505"/>
                  </a:lnTo>
                  <a:lnTo>
                    <a:pt x="63779" y="3492"/>
                  </a:lnTo>
                  <a:lnTo>
                    <a:pt x="63563" y="3327"/>
                  </a:lnTo>
                  <a:lnTo>
                    <a:pt x="62941" y="2857"/>
                  </a:lnTo>
                  <a:lnTo>
                    <a:pt x="60858" y="3086"/>
                  </a:lnTo>
                  <a:lnTo>
                    <a:pt x="60261" y="3086"/>
                  </a:lnTo>
                  <a:lnTo>
                    <a:pt x="59639" y="3327"/>
                  </a:lnTo>
                  <a:lnTo>
                    <a:pt x="57746" y="2781"/>
                  </a:lnTo>
                  <a:lnTo>
                    <a:pt x="55397" y="4432"/>
                  </a:lnTo>
                  <a:lnTo>
                    <a:pt x="55397" y="8115"/>
                  </a:lnTo>
                  <a:lnTo>
                    <a:pt x="56121" y="9410"/>
                  </a:lnTo>
                  <a:lnTo>
                    <a:pt x="58039" y="10604"/>
                  </a:lnTo>
                  <a:lnTo>
                    <a:pt x="58661" y="10795"/>
                  </a:lnTo>
                  <a:lnTo>
                    <a:pt x="59258" y="11049"/>
                  </a:lnTo>
                  <a:lnTo>
                    <a:pt x="59486" y="11150"/>
                  </a:lnTo>
                  <a:lnTo>
                    <a:pt x="60388" y="11557"/>
                  </a:lnTo>
                  <a:lnTo>
                    <a:pt x="60617" y="11645"/>
                  </a:lnTo>
                  <a:lnTo>
                    <a:pt x="59956" y="11303"/>
                  </a:lnTo>
                  <a:lnTo>
                    <a:pt x="62471" y="12395"/>
                  </a:lnTo>
                  <a:lnTo>
                    <a:pt x="65824" y="11303"/>
                  </a:lnTo>
                  <a:lnTo>
                    <a:pt x="66141" y="11201"/>
                  </a:lnTo>
                  <a:close/>
                </a:path>
                <a:path w="217804" h="143509">
                  <a:moveTo>
                    <a:pt x="76530" y="79248"/>
                  </a:moveTo>
                  <a:lnTo>
                    <a:pt x="76238" y="79248"/>
                  </a:lnTo>
                  <a:lnTo>
                    <a:pt x="75946" y="79248"/>
                  </a:lnTo>
                  <a:lnTo>
                    <a:pt x="75946" y="79692"/>
                  </a:lnTo>
                  <a:lnTo>
                    <a:pt x="76530" y="79692"/>
                  </a:lnTo>
                  <a:lnTo>
                    <a:pt x="76530" y="79248"/>
                  </a:lnTo>
                  <a:close/>
                </a:path>
                <a:path w="217804" h="143509">
                  <a:moveTo>
                    <a:pt x="77787" y="10490"/>
                  </a:moveTo>
                  <a:lnTo>
                    <a:pt x="76644" y="8089"/>
                  </a:lnTo>
                  <a:lnTo>
                    <a:pt x="76085" y="7607"/>
                  </a:lnTo>
                  <a:lnTo>
                    <a:pt x="71628" y="5448"/>
                  </a:lnTo>
                  <a:lnTo>
                    <a:pt x="68630" y="10541"/>
                  </a:lnTo>
                  <a:lnTo>
                    <a:pt x="72059" y="12192"/>
                  </a:lnTo>
                  <a:lnTo>
                    <a:pt x="73406" y="12839"/>
                  </a:lnTo>
                  <a:lnTo>
                    <a:pt x="74244" y="13055"/>
                  </a:lnTo>
                  <a:lnTo>
                    <a:pt x="77343" y="12331"/>
                  </a:lnTo>
                  <a:lnTo>
                    <a:pt x="77787" y="10490"/>
                  </a:lnTo>
                  <a:close/>
                </a:path>
                <a:path w="217804" h="143509">
                  <a:moveTo>
                    <a:pt x="79603" y="59436"/>
                  </a:moveTo>
                  <a:lnTo>
                    <a:pt x="69634" y="55029"/>
                  </a:lnTo>
                  <a:lnTo>
                    <a:pt x="67462" y="56934"/>
                  </a:lnTo>
                  <a:lnTo>
                    <a:pt x="69926" y="61810"/>
                  </a:lnTo>
                  <a:lnTo>
                    <a:pt x="72555" y="67043"/>
                  </a:lnTo>
                  <a:lnTo>
                    <a:pt x="79603" y="59436"/>
                  </a:lnTo>
                  <a:close/>
                </a:path>
                <a:path w="217804" h="143509">
                  <a:moveTo>
                    <a:pt x="87591" y="29121"/>
                  </a:moveTo>
                  <a:lnTo>
                    <a:pt x="83527" y="27139"/>
                  </a:lnTo>
                  <a:lnTo>
                    <a:pt x="83451" y="24879"/>
                  </a:lnTo>
                  <a:lnTo>
                    <a:pt x="81991" y="22656"/>
                  </a:lnTo>
                  <a:lnTo>
                    <a:pt x="74104" y="22656"/>
                  </a:lnTo>
                  <a:lnTo>
                    <a:pt x="73317" y="28994"/>
                  </a:lnTo>
                  <a:lnTo>
                    <a:pt x="76619" y="31165"/>
                  </a:lnTo>
                  <a:lnTo>
                    <a:pt x="76415" y="33782"/>
                  </a:lnTo>
                  <a:lnTo>
                    <a:pt x="77939" y="36550"/>
                  </a:lnTo>
                  <a:lnTo>
                    <a:pt x="86855" y="36550"/>
                  </a:lnTo>
                  <a:lnTo>
                    <a:pt x="87591" y="29121"/>
                  </a:lnTo>
                  <a:close/>
                </a:path>
                <a:path w="217804" h="143509">
                  <a:moveTo>
                    <a:pt x="90525" y="7251"/>
                  </a:moveTo>
                  <a:lnTo>
                    <a:pt x="90119" y="7251"/>
                  </a:lnTo>
                  <a:lnTo>
                    <a:pt x="89712" y="7251"/>
                  </a:lnTo>
                  <a:lnTo>
                    <a:pt x="89712" y="7886"/>
                  </a:lnTo>
                  <a:lnTo>
                    <a:pt x="90525" y="7886"/>
                  </a:lnTo>
                  <a:lnTo>
                    <a:pt x="90525" y="7251"/>
                  </a:lnTo>
                  <a:close/>
                </a:path>
                <a:path w="217804" h="143509">
                  <a:moveTo>
                    <a:pt x="96012" y="48031"/>
                  </a:moveTo>
                  <a:lnTo>
                    <a:pt x="93992" y="44272"/>
                  </a:lnTo>
                  <a:lnTo>
                    <a:pt x="93167" y="43713"/>
                  </a:lnTo>
                  <a:lnTo>
                    <a:pt x="92202" y="43294"/>
                  </a:lnTo>
                  <a:lnTo>
                    <a:pt x="90982" y="42481"/>
                  </a:lnTo>
                  <a:lnTo>
                    <a:pt x="89509" y="42125"/>
                  </a:lnTo>
                  <a:lnTo>
                    <a:pt x="85280" y="43294"/>
                  </a:lnTo>
                  <a:lnTo>
                    <a:pt x="83197" y="46431"/>
                  </a:lnTo>
                  <a:lnTo>
                    <a:pt x="84175" y="49174"/>
                  </a:lnTo>
                  <a:lnTo>
                    <a:pt x="85394" y="52578"/>
                  </a:lnTo>
                  <a:lnTo>
                    <a:pt x="89344" y="54876"/>
                  </a:lnTo>
                  <a:lnTo>
                    <a:pt x="95110" y="50888"/>
                  </a:lnTo>
                  <a:lnTo>
                    <a:pt x="96012" y="48031"/>
                  </a:lnTo>
                  <a:close/>
                </a:path>
                <a:path w="217804" h="143509">
                  <a:moveTo>
                    <a:pt x="98323" y="9067"/>
                  </a:moveTo>
                  <a:lnTo>
                    <a:pt x="96761" y="7683"/>
                  </a:lnTo>
                  <a:lnTo>
                    <a:pt x="91681" y="10134"/>
                  </a:lnTo>
                  <a:lnTo>
                    <a:pt x="95465" y="14274"/>
                  </a:lnTo>
                  <a:lnTo>
                    <a:pt x="97053" y="11391"/>
                  </a:lnTo>
                  <a:lnTo>
                    <a:pt x="98323" y="9067"/>
                  </a:lnTo>
                  <a:close/>
                </a:path>
                <a:path w="217804" h="143509">
                  <a:moveTo>
                    <a:pt x="99364" y="80962"/>
                  </a:moveTo>
                  <a:lnTo>
                    <a:pt x="99187" y="79146"/>
                  </a:lnTo>
                  <a:lnTo>
                    <a:pt x="94564" y="73914"/>
                  </a:lnTo>
                  <a:lnTo>
                    <a:pt x="89446" y="78663"/>
                  </a:lnTo>
                  <a:lnTo>
                    <a:pt x="91274" y="81876"/>
                  </a:lnTo>
                  <a:lnTo>
                    <a:pt x="91655" y="83146"/>
                  </a:lnTo>
                  <a:lnTo>
                    <a:pt x="92621" y="84315"/>
                  </a:lnTo>
                  <a:lnTo>
                    <a:pt x="95567" y="85242"/>
                  </a:lnTo>
                  <a:lnTo>
                    <a:pt x="97650" y="84493"/>
                  </a:lnTo>
                  <a:lnTo>
                    <a:pt x="99364" y="80962"/>
                  </a:lnTo>
                  <a:close/>
                </a:path>
                <a:path w="217804" h="143509">
                  <a:moveTo>
                    <a:pt x="105625" y="35585"/>
                  </a:moveTo>
                  <a:lnTo>
                    <a:pt x="105397" y="35534"/>
                  </a:lnTo>
                  <a:lnTo>
                    <a:pt x="104762" y="35585"/>
                  </a:lnTo>
                  <a:lnTo>
                    <a:pt x="105625" y="35585"/>
                  </a:lnTo>
                  <a:close/>
                </a:path>
                <a:path w="217804" h="143509">
                  <a:moveTo>
                    <a:pt x="106273" y="35737"/>
                  </a:moveTo>
                  <a:lnTo>
                    <a:pt x="105676" y="35598"/>
                  </a:lnTo>
                  <a:lnTo>
                    <a:pt x="104736" y="35598"/>
                  </a:lnTo>
                  <a:lnTo>
                    <a:pt x="104609" y="35598"/>
                  </a:lnTo>
                  <a:lnTo>
                    <a:pt x="104444" y="35598"/>
                  </a:lnTo>
                  <a:lnTo>
                    <a:pt x="103619" y="35674"/>
                  </a:lnTo>
                  <a:lnTo>
                    <a:pt x="103149" y="35750"/>
                  </a:lnTo>
                  <a:lnTo>
                    <a:pt x="106273" y="35737"/>
                  </a:lnTo>
                  <a:close/>
                </a:path>
                <a:path w="217804" h="143509">
                  <a:moveTo>
                    <a:pt x="109804" y="42113"/>
                  </a:moveTo>
                  <a:lnTo>
                    <a:pt x="109042" y="37922"/>
                  </a:lnTo>
                  <a:lnTo>
                    <a:pt x="108064" y="36626"/>
                  </a:lnTo>
                  <a:lnTo>
                    <a:pt x="106883" y="36042"/>
                  </a:lnTo>
                  <a:lnTo>
                    <a:pt x="106438" y="35826"/>
                  </a:lnTo>
                  <a:lnTo>
                    <a:pt x="106286" y="35750"/>
                  </a:lnTo>
                  <a:lnTo>
                    <a:pt x="103733" y="35750"/>
                  </a:lnTo>
                  <a:lnTo>
                    <a:pt x="103568" y="35902"/>
                  </a:lnTo>
                  <a:lnTo>
                    <a:pt x="103720" y="35826"/>
                  </a:lnTo>
                  <a:lnTo>
                    <a:pt x="103149" y="35750"/>
                  </a:lnTo>
                  <a:lnTo>
                    <a:pt x="100596" y="35750"/>
                  </a:lnTo>
                  <a:lnTo>
                    <a:pt x="98475" y="38265"/>
                  </a:lnTo>
                  <a:lnTo>
                    <a:pt x="98475" y="43561"/>
                  </a:lnTo>
                  <a:lnTo>
                    <a:pt x="100761" y="45427"/>
                  </a:lnTo>
                  <a:lnTo>
                    <a:pt x="104254" y="45720"/>
                  </a:lnTo>
                  <a:lnTo>
                    <a:pt x="105054" y="45618"/>
                  </a:lnTo>
                  <a:lnTo>
                    <a:pt x="108483" y="44259"/>
                  </a:lnTo>
                  <a:lnTo>
                    <a:pt x="109804" y="42113"/>
                  </a:lnTo>
                  <a:close/>
                </a:path>
                <a:path w="217804" h="143509">
                  <a:moveTo>
                    <a:pt x="117360" y="26212"/>
                  </a:moveTo>
                  <a:lnTo>
                    <a:pt x="115951" y="23342"/>
                  </a:lnTo>
                  <a:lnTo>
                    <a:pt x="109893" y="24041"/>
                  </a:lnTo>
                  <a:lnTo>
                    <a:pt x="108292" y="26504"/>
                  </a:lnTo>
                  <a:lnTo>
                    <a:pt x="111264" y="29184"/>
                  </a:lnTo>
                  <a:lnTo>
                    <a:pt x="112953" y="30721"/>
                  </a:lnTo>
                  <a:lnTo>
                    <a:pt x="115633" y="30314"/>
                  </a:lnTo>
                  <a:lnTo>
                    <a:pt x="117360" y="26212"/>
                  </a:lnTo>
                  <a:close/>
                </a:path>
                <a:path w="217804" h="143509">
                  <a:moveTo>
                    <a:pt x="121577" y="92849"/>
                  </a:moveTo>
                  <a:lnTo>
                    <a:pt x="115862" y="92849"/>
                  </a:lnTo>
                  <a:lnTo>
                    <a:pt x="115849" y="97282"/>
                  </a:lnTo>
                  <a:lnTo>
                    <a:pt x="118719" y="97282"/>
                  </a:lnTo>
                  <a:lnTo>
                    <a:pt x="121564" y="97282"/>
                  </a:lnTo>
                  <a:lnTo>
                    <a:pt x="121577" y="92849"/>
                  </a:lnTo>
                  <a:close/>
                </a:path>
                <a:path w="217804" h="143509">
                  <a:moveTo>
                    <a:pt x="126365" y="45351"/>
                  </a:moveTo>
                  <a:lnTo>
                    <a:pt x="126072" y="45351"/>
                  </a:lnTo>
                  <a:lnTo>
                    <a:pt x="125780" y="45351"/>
                  </a:lnTo>
                  <a:lnTo>
                    <a:pt x="125780" y="45808"/>
                  </a:lnTo>
                  <a:lnTo>
                    <a:pt x="126365" y="45808"/>
                  </a:lnTo>
                  <a:lnTo>
                    <a:pt x="126365" y="45351"/>
                  </a:lnTo>
                  <a:close/>
                </a:path>
                <a:path w="217804" h="143509">
                  <a:moveTo>
                    <a:pt x="126479" y="64147"/>
                  </a:moveTo>
                  <a:lnTo>
                    <a:pt x="118872" y="64147"/>
                  </a:lnTo>
                  <a:lnTo>
                    <a:pt x="118872" y="70053"/>
                  </a:lnTo>
                  <a:lnTo>
                    <a:pt x="122682" y="70053"/>
                  </a:lnTo>
                  <a:lnTo>
                    <a:pt x="126479" y="70053"/>
                  </a:lnTo>
                  <a:lnTo>
                    <a:pt x="126479" y="64147"/>
                  </a:lnTo>
                  <a:close/>
                </a:path>
                <a:path w="217804" h="143509">
                  <a:moveTo>
                    <a:pt x="136969" y="39789"/>
                  </a:moveTo>
                  <a:lnTo>
                    <a:pt x="136652" y="38049"/>
                  </a:lnTo>
                  <a:lnTo>
                    <a:pt x="136321" y="37401"/>
                  </a:lnTo>
                  <a:lnTo>
                    <a:pt x="136017" y="36664"/>
                  </a:lnTo>
                  <a:lnTo>
                    <a:pt x="135064" y="34531"/>
                  </a:lnTo>
                  <a:lnTo>
                    <a:pt x="131483" y="36906"/>
                  </a:lnTo>
                  <a:lnTo>
                    <a:pt x="134416" y="39751"/>
                  </a:lnTo>
                  <a:lnTo>
                    <a:pt x="135089" y="40144"/>
                  </a:lnTo>
                  <a:lnTo>
                    <a:pt x="136017" y="40703"/>
                  </a:lnTo>
                  <a:lnTo>
                    <a:pt x="136969" y="39789"/>
                  </a:lnTo>
                  <a:close/>
                </a:path>
                <a:path w="217804" h="143509">
                  <a:moveTo>
                    <a:pt x="137972" y="7670"/>
                  </a:moveTo>
                  <a:lnTo>
                    <a:pt x="133527" y="0"/>
                  </a:lnTo>
                  <a:lnTo>
                    <a:pt x="127292" y="3949"/>
                  </a:lnTo>
                  <a:lnTo>
                    <a:pt x="126123" y="4902"/>
                  </a:lnTo>
                  <a:lnTo>
                    <a:pt x="124371" y="9029"/>
                  </a:lnTo>
                  <a:lnTo>
                    <a:pt x="125628" y="11874"/>
                  </a:lnTo>
                  <a:lnTo>
                    <a:pt x="128663" y="12001"/>
                  </a:lnTo>
                  <a:lnTo>
                    <a:pt x="130340" y="12077"/>
                  </a:lnTo>
                  <a:lnTo>
                    <a:pt x="131762" y="11595"/>
                  </a:lnTo>
                  <a:lnTo>
                    <a:pt x="137972" y="7670"/>
                  </a:lnTo>
                  <a:close/>
                </a:path>
                <a:path w="217804" h="143509">
                  <a:moveTo>
                    <a:pt x="141503" y="87363"/>
                  </a:moveTo>
                  <a:lnTo>
                    <a:pt x="141211" y="87363"/>
                  </a:lnTo>
                  <a:lnTo>
                    <a:pt x="140919" y="87363"/>
                  </a:lnTo>
                  <a:lnTo>
                    <a:pt x="140919" y="87807"/>
                  </a:lnTo>
                  <a:lnTo>
                    <a:pt x="141503" y="87807"/>
                  </a:lnTo>
                  <a:lnTo>
                    <a:pt x="141503" y="87363"/>
                  </a:lnTo>
                  <a:close/>
                </a:path>
                <a:path w="217804" h="143509">
                  <a:moveTo>
                    <a:pt x="142443" y="17246"/>
                  </a:moveTo>
                  <a:lnTo>
                    <a:pt x="137172" y="11976"/>
                  </a:lnTo>
                  <a:lnTo>
                    <a:pt x="132892" y="12763"/>
                  </a:lnTo>
                  <a:lnTo>
                    <a:pt x="130886" y="15811"/>
                  </a:lnTo>
                  <a:lnTo>
                    <a:pt x="127457" y="20993"/>
                  </a:lnTo>
                  <a:lnTo>
                    <a:pt x="133604" y="26606"/>
                  </a:lnTo>
                  <a:lnTo>
                    <a:pt x="141859" y="21742"/>
                  </a:lnTo>
                  <a:lnTo>
                    <a:pt x="142443" y="17246"/>
                  </a:lnTo>
                  <a:close/>
                </a:path>
                <a:path w="217804" h="143509">
                  <a:moveTo>
                    <a:pt x="145275" y="97091"/>
                  </a:moveTo>
                  <a:lnTo>
                    <a:pt x="141617" y="93014"/>
                  </a:lnTo>
                  <a:lnTo>
                    <a:pt x="140627" y="92646"/>
                  </a:lnTo>
                  <a:lnTo>
                    <a:pt x="138544" y="89839"/>
                  </a:lnTo>
                  <a:lnTo>
                    <a:pt x="133819" y="90195"/>
                  </a:lnTo>
                  <a:lnTo>
                    <a:pt x="134150" y="93789"/>
                  </a:lnTo>
                  <a:lnTo>
                    <a:pt x="134378" y="96151"/>
                  </a:lnTo>
                  <a:lnTo>
                    <a:pt x="135242" y="98107"/>
                  </a:lnTo>
                  <a:lnTo>
                    <a:pt x="137147" y="99237"/>
                  </a:lnTo>
                  <a:lnTo>
                    <a:pt x="140195" y="102146"/>
                  </a:lnTo>
                  <a:lnTo>
                    <a:pt x="145275" y="97091"/>
                  </a:lnTo>
                  <a:close/>
                </a:path>
                <a:path w="217804" h="143509">
                  <a:moveTo>
                    <a:pt x="151498" y="55092"/>
                  </a:moveTo>
                  <a:lnTo>
                    <a:pt x="148005" y="52666"/>
                  </a:lnTo>
                  <a:lnTo>
                    <a:pt x="145122" y="54711"/>
                  </a:lnTo>
                  <a:lnTo>
                    <a:pt x="142417" y="56629"/>
                  </a:lnTo>
                  <a:lnTo>
                    <a:pt x="142417" y="59220"/>
                  </a:lnTo>
                  <a:lnTo>
                    <a:pt x="145465" y="61391"/>
                  </a:lnTo>
                  <a:lnTo>
                    <a:pt x="148005" y="63182"/>
                  </a:lnTo>
                  <a:lnTo>
                    <a:pt x="151498" y="60756"/>
                  </a:lnTo>
                  <a:lnTo>
                    <a:pt x="151498" y="55092"/>
                  </a:lnTo>
                  <a:close/>
                </a:path>
                <a:path w="217804" h="143509">
                  <a:moveTo>
                    <a:pt x="158013" y="42608"/>
                  </a:moveTo>
                  <a:lnTo>
                    <a:pt x="151447" y="36055"/>
                  </a:lnTo>
                  <a:lnTo>
                    <a:pt x="141808" y="45199"/>
                  </a:lnTo>
                  <a:lnTo>
                    <a:pt x="148374" y="51752"/>
                  </a:lnTo>
                  <a:lnTo>
                    <a:pt x="152704" y="47637"/>
                  </a:lnTo>
                  <a:lnTo>
                    <a:pt x="158013" y="42608"/>
                  </a:lnTo>
                  <a:close/>
                </a:path>
                <a:path w="217804" h="143509">
                  <a:moveTo>
                    <a:pt x="164045" y="26098"/>
                  </a:moveTo>
                  <a:lnTo>
                    <a:pt x="158610" y="28714"/>
                  </a:lnTo>
                  <a:lnTo>
                    <a:pt x="158610" y="30568"/>
                  </a:lnTo>
                  <a:lnTo>
                    <a:pt x="159702" y="31102"/>
                  </a:lnTo>
                  <a:lnTo>
                    <a:pt x="164045" y="33197"/>
                  </a:lnTo>
                  <a:lnTo>
                    <a:pt x="164045" y="26098"/>
                  </a:lnTo>
                  <a:close/>
                </a:path>
                <a:path w="217804" h="143509">
                  <a:moveTo>
                    <a:pt x="167995" y="83947"/>
                  </a:moveTo>
                  <a:lnTo>
                    <a:pt x="166027" y="79641"/>
                  </a:lnTo>
                  <a:lnTo>
                    <a:pt x="163626" y="81203"/>
                  </a:lnTo>
                  <a:lnTo>
                    <a:pt x="160058" y="83502"/>
                  </a:lnTo>
                  <a:lnTo>
                    <a:pt x="161010" y="86194"/>
                  </a:lnTo>
                  <a:lnTo>
                    <a:pt x="162902" y="85585"/>
                  </a:lnTo>
                  <a:lnTo>
                    <a:pt x="167995" y="83947"/>
                  </a:lnTo>
                  <a:close/>
                </a:path>
                <a:path w="217804" h="143509">
                  <a:moveTo>
                    <a:pt x="168224" y="130263"/>
                  </a:moveTo>
                  <a:lnTo>
                    <a:pt x="162699" y="126250"/>
                  </a:lnTo>
                  <a:lnTo>
                    <a:pt x="156032" y="131178"/>
                  </a:lnTo>
                  <a:lnTo>
                    <a:pt x="156044" y="122669"/>
                  </a:lnTo>
                  <a:lnTo>
                    <a:pt x="149923" y="122669"/>
                  </a:lnTo>
                  <a:lnTo>
                    <a:pt x="143814" y="122669"/>
                  </a:lnTo>
                  <a:lnTo>
                    <a:pt x="143814" y="132156"/>
                  </a:lnTo>
                  <a:lnTo>
                    <a:pt x="154686" y="132156"/>
                  </a:lnTo>
                  <a:lnTo>
                    <a:pt x="154508" y="132295"/>
                  </a:lnTo>
                  <a:lnTo>
                    <a:pt x="154508" y="137007"/>
                  </a:lnTo>
                  <a:lnTo>
                    <a:pt x="158330" y="139839"/>
                  </a:lnTo>
                  <a:lnTo>
                    <a:pt x="162699" y="143065"/>
                  </a:lnTo>
                  <a:lnTo>
                    <a:pt x="168224" y="139065"/>
                  </a:lnTo>
                  <a:lnTo>
                    <a:pt x="168224" y="130263"/>
                  </a:lnTo>
                  <a:close/>
                </a:path>
                <a:path w="217804" h="143509">
                  <a:moveTo>
                    <a:pt x="171577" y="117792"/>
                  </a:moveTo>
                  <a:lnTo>
                    <a:pt x="170764" y="117792"/>
                  </a:lnTo>
                  <a:lnTo>
                    <a:pt x="170764" y="118427"/>
                  </a:lnTo>
                  <a:lnTo>
                    <a:pt x="171170" y="118427"/>
                  </a:lnTo>
                  <a:lnTo>
                    <a:pt x="171577" y="118427"/>
                  </a:lnTo>
                  <a:lnTo>
                    <a:pt x="171577" y="117792"/>
                  </a:lnTo>
                  <a:close/>
                </a:path>
                <a:path w="217804" h="143509">
                  <a:moveTo>
                    <a:pt x="173761" y="38900"/>
                  </a:moveTo>
                  <a:lnTo>
                    <a:pt x="169151" y="38900"/>
                  </a:lnTo>
                  <a:lnTo>
                    <a:pt x="169138" y="42481"/>
                  </a:lnTo>
                  <a:lnTo>
                    <a:pt x="171450" y="42481"/>
                  </a:lnTo>
                  <a:lnTo>
                    <a:pt x="173761" y="42481"/>
                  </a:lnTo>
                  <a:lnTo>
                    <a:pt x="173761" y="38900"/>
                  </a:lnTo>
                  <a:close/>
                </a:path>
                <a:path w="217804" h="143509">
                  <a:moveTo>
                    <a:pt x="179247" y="105918"/>
                  </a:moveTo>
                  <a:lnTo>
                    <a:pt x="177673" y="100152"/>
                  </a:lnTo>
                  <a:lnTo>
                    <a:pt x="174015" y="98323"/>
                  </a:lnTo>
                  <a:lnTo>
                    <a:pt x="170040" y="101092"/>
                  </a:lnTo>
                  <a:lnTo>
                    <a:pt x="169100" y="102120"/>
                  </a:lnTo>
                  <a:lnTo>
                    <a:pt x="169113" y="106603"/>
                  </a:lnTo>
                  <a:lnTo>
                    <a:pt x="171081" y="108940"/>
                  </a:lnTo>
                  <a:lnTo>
                    <a:pt x="173863" y="108940"/>
                  </a:lnTo>
                  <a:lnTo>
                    <a:pt x="176923" y="108940"/>
                  </a:lnTo>
                  <a:lnTo>
                    <a:pt x="179247" y="105918"/>
                  </a:lnTo>
                  <a:close/>
                </a:path>
                <a:path w="217804" h="143509">
                  <a:moveTo>
                    <a:pt x="179260" y="62445"/>
                  </a:moveTo>
                  <a:lnTo>
                    <a:pt x="176149" y="58153"/>
                  </a:lnTo>
                  <a:lnTo>
                    <a:pt x="172847" y="57340"/>
                  </a:lnTo>
                  <a:lnTo>
                    <a:pt x="169418" y="60782"/>
                  </a:lnTo>
                  <a:lnTo>
                    <a:pt x="169087" y="62268"/>
                  </a:lnTo>
                  <a:lnTo>
                    <a:pt x="169392" y="63677"/>
                  </a:lnTo>
                  <a:lnTo>
                    <a:pt x="169494" y="64719"/>
                  </a:lnTo>
                  <a:lnTo>
                    <a:pt x="169938" y="65697"/>
                  </a:lnTo>
                  <a:lnTo>
                    <a:pt x="170662" y="66484"/>
                  </a:lnTo>
                  <a:lnTo>
                    <a:pt x="172224" y="68160"/>
                  </a:lnTo>
                  <a:lnTo>
                    <a:pt x="175602" y="68351"/>
                  </a:lnTo>
                  <a:lnTo>
                    <a:pt x="178473" y="64820"/>
                  </a:lnTo>
                  <a:lnTo>
                    <a:pt x="179260" y="62445"/>
                  </a:lnTo>
                  <a:close/>
                </a:path>
                <a:path w="217804" h="143509">
                  <a:moveTo>
                    <a:pt x="183438" y="71843"/>
                  </a:moveTo>
                  <a:lnTo>
                    <a:pt x="183146" y="71843"/>
                  </a:lnTo>
                  <a:lnTo>
                    <a:pt x="182854" y="71843"/>
                  </a:lnTo>
                  <a:lnTo>
                    <a:pt x="182854" y="72288"/>
                  </a:lnTo>
                  <a:lnTo>
                    <a:pt x="183438" y="72288"/>
                  </a:lnTo>
                  <a:lnTo>
                    <a:pt x="183438" y="71843"/>
                  </a:lnTo>
                  <a:close/>
                </a:path>
                <a:path w="217804" h="143509">
                  <a:moveTo>
                    <a:pt x="184023" y="125031"/>
                  </a:moveTo>
                  <a:lnTo>
                    <a:pt x="183870" y="124510"/>
                  </a:lnTo>
                  <a:lnTo>
                    <a:pt x="183642" y="124028"/>
                  </a:lnTo>
                  <a:lnTo>
                    <a:pt x="183172" y="122529"/>
                  </a:lnTo>
                  <a:lnTo>
                    <a:pt x="181711" y="121793"/>
                  </a:lnTo>
                  <a:lnTo>
                    <a:pt x="180187" y="121843"/>
                  </a:lnTo>
                  <a:lnTo>
                    <a:pt x="180009" y="121818"/>
                  </a:lnTo>
                  <a:lnTo>
                    <a:pt x="178244" y="121983"/>
                  </a:lnTo>
                  <a:lnTo>
                    <a:pt x="176415" y="123164"/>
                  </a:lnTo>
                  <a:lnTo>
                    <a:pt x="176022" y="127838"/>
                  </a:lnTo>
                  <a:lnTo>
                    <a:pt x="178117" y="129184"/>
                  </a:lnTo>
                  <a:lnTo>
                    <a:pt x="180086" y="129425"/>
                  </a:lnTo>
                  <a:lnTo>
                    <a:pt x="182257" y="129692"/>
                  </a:lnTo>
                  <a:lnTo>
                    <a:pt x="184023" y="127520"/>
                  </a:lnTo>
                  <a:lnTo>
                    <a:pt x="184023" y="125031"/>
                  </a:lnTo>
                  <a:close/>
                </a:path>
                <a:path w="217804" h="143509">
                  <a:moveTo>
                    <a:pt x="189204" y="100647"/>
                  </a:moveTo>
                  <a:lnTo>
                    <a:pt x="188823" y="99199"/>
                  </a:lnTo>
                  <a:lnTo>
                    <a:pt x="182537" y="99187"/>
                  </a:lnTo>
                  <a:lnTo>
                    <a:pt x="185661" y="105117"/>
                  </a:lnTo>
                  <a:lnTo>
                    <a:pt x="187794" y="102438"/>
                  </a:lnTo>
                  <a:lnTo>
                    <a:pt x="189204" y="100647"/>
                  </a:lnTo>
                  <a:close/>
                </a:path>
                <a:path w="217804" h="143509">
                  <a:moveTo>
                    <a:pt x="196405" y="37477"/>
                  </a:moveTo>
                  <a:lnTo>
                    <a:pt x="195338" y="35661"/>
                  </a:lnTo>
                  <a:lnTo>
                    <a:pt x="194119" y="36245"/>
                  </a:lnTo>
                  <a:lnTo>
                    <a:pt x="191452" y="37541"/>
                  </a:lnTo>
                  <a:lnTo>
                    <a:pt x="192519" y="39357"/>
                  </a:lnTo>
                  <a:lnTo>
                    <a:pt x="193738" y="38773"/>
                  </a:lnTo>
                  <a:lnTo>
                    <a:pt x="196405" y="37477"/>
                  </a:lnTo>
                  <a:close/>
                </a:path>
                <a:path w="217804" h="143509">
                  <a:moveTo>
                    <a:pt x="197840" y="71043"/>
                  </a:moveTo>
                  <a:lnTo>
                    <a:pt x="185902" y="71043"/>
                  </a:lnTo>
                  <a:lnTo>
                    <a:pt x="185889" y="80327"/>
                  </a:lnTo>
                  <a:lnTo>
                    <a:pt x="191871" y="80327"/>
                  </a:lnTo>
                  <a:lnTo>
                    <a:pt x="197840" y="80327"/>
                  </a:lnTo>
                  <a:lnTo>
                    <a:pt x="197840" y="71043"/>
                  </a:lnTo>
                  <a:close/>
                </a:path>
                <a:path w="217804" h="143509">
                  <a:moveTo>
                    <a:pt x="202095" y="45974"/>
                  </a:moveTo>
                  <a:lnTo>
                    <a:pt x="198742" y="47599"/>
                  </a:lnTo>
                  <a:lnTo>
                    <a:pt x="197459" y="48209"/>
                  </a:lnTo>
                  <a:lnTo>
                    <a:pt x="197459" y="49720"/>
                  </a:lnTo>
                  <a:lnTo>
                    <a:pt x="198361" y="50139"/>
                  </a:lnTo>
                  <a:lnTo>
                    <a:pt x="202095" y="51943"/>
                  </a:lnTo>
                  <a:lnTo>
                    <a:pt x="202095" y="45974"/>
                  </a:lnTo>
                  <a:close/>
                </a:path>
                <a:path w="217804" h="143509">
                  <a:moveTo>
                    <a:pt x="206971" y="95250"/>
                  </a:moveTo>
                  <a:lnTo>
                    <a:pt x="198551" y="95250"/>
                  </a:lnTo>
                  <a:lnTo>
                    <a:pt x="198551" y="101790"/>
                  </a:lnTo>
                  <a:lnTo>
                    <a:pt x="202755" y="101790"/>
                  </a:lnTo>
                  <a:lnTo>
                    <a:pt x="206971" y="101790"/>
                  </a:lnTo>
                  <a:lnTo>
                    <a:pt x="206971" y="95250"/>
                  </a:lnTo>
                  <a:close/>
                </a:path>
                <a:path w="217804" h="143509">
                  <a:moveTo>
                    <a:pt x="217220" y="80949"/>
                  </a:moveTo>
                  <a:lnTo>
                    <a:pt x="217106" y="78155"/>
                  </a:lnTo>
                  <a:lnTo>
                    <a:pt x="215506" y="77343"/>
                  </a:lnTo>
                  <a:lnTo>
                    <a:pt x="215176" y="77190"/>
                  </a:lnTo>
                  <a:lnTo>
                    <a:pt x="214871" y="77012"/>
                  </a:lnTo>
                  <a:lnTo>
                    <a:pt x="214566" y="76822"/>
                  </a:lnTo>
                  <a:lnTo>
                    <a:pt x="211137" y="74726"/>
                  </a:lnTo>
                  <a:lnTo>
                    <a:pt x="208343" y="80657"/>
                  </a:lnTo>
                  <a:lnTo>
                    <a:pt x="212382" y="82029"/>
                  </a:lnTo>
                  <a:lnTo>
                    <a:pt x="213588" y="82435"/>
                  </a:lnTo>
                  <a:lnTo>
                    <a:pt x="214388" y="82219"/>
                  </a:lnTo>
                  <a:lnTo>
                    <a:pt x="217220" y="80949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727611" y="7673856"/>
              <a:ext cx="1880235" cy="435609"/>
            </a:xfrm>
            <a:custGeom>
              <a:avLst/>
              <a:gdLst/>
              <a:ahLst/>
              <a:cxnLst/>
              <a:rect l="l" t="t" r="r" b="b"/>
              <a:pathLst>
                <a:path w="1880235" h="435609">
                  <a:moveTo>
                    <a:pt x="939950" y="0"/>
                  </a:moveTo>
                  <a:lnTo>
                    <a:pt x="884028" y="1005"/>
                  </a:lnTo>
                  <a:lnTo>
                    <a:pt x="828919" y="3986"/>
                  </a:lnTo>
                  <a:lnTo>
                    <a:pt x="774704" y="8889"/>
                  </a:lnTo>
                  <a:lnTo>
                    <a:pt x="721464" y="15661"/>
                  </a:lnTo>
                  <a:lnTo>
                    <a:pt x="669280" y="24249"/>
                  </a:lnTo>
                  <a:lnTo>
                    <a:pt x="618235" y="34599"/>
                  </a:lnTo>
                  <a:lnTo>
                    <a:pt x="568409" y="46658"/>
                  </a:lnTo>
                  <a:lnTo>
                    <a:pt x="519884" y="60373"/>
                  </a:lnTo>
                  <a:lnTo>
                    <a:pt x="472742" y="75691"/>
                  </a:lnTo>
                  <a:lnTo>
                    <a:pt x="427064" y="92558"/>
                  </a:lnTo>
                  <a:lnTo>
                    <a:pt x="382931" y="110921"/>
                  </a:lnTo>
                  <a:lnTo>
                    <a:pt x="340425" y="130727"/>
                  </a:lnTo>
                  <a:lnTo>
                    <a:pt x="299628" y="151923"/>
                  </a:lnTo>
                  <a:lnTo>
                    <a:pt x="260620" y="174455"/>
                  </a:lnTo>
                  <a:lnTo>
                    <a:pt x="223518" y="198256"/>
                  </a:lnTo>
                  <a:lnTo>
                    <a:pt x="188373" y="223289"/>
                  </a:lnTo>
                  <a:lnTo>
                    <a:pt x="155259" y="249495"/>
                  </a:lnTo>
                  <a:lnTo>
                    <a:pt x="124247" y="276818"/>
                  </a:lnTo>
                  <a:lnTo>
                    <a:pt x="87143" y="314028"/>
                  </a:lnTo>
                  <a:lnTo>
                    <a:pt x="53948" y="352938"/>
                  </a:lnTo>
                  <a:lnTo>
                    <a:pt x="24841" y="393427"/>
                  </a:lnTo>
                  <a:lnTo>
                    <a:pt x="0" y="435379"/>
                  </a:lnTo>
                  <a:lnTo>
                    <a:pt x="1879911" y="435379"/>
                  </a:lnTo>
                  <a:lnTo>
                    <a:pt x="1856225" y="395188"/>
                  </a:lnTo>
                  <a:lnTo>
                    <a:pt x="1828623" y="356333"/>
                  </a:lnTo>
                  <a:lnTo>
                    <a:pt x="1797261" y="318919"/>
                  </a:lnTo>
                  <a:lnTo>
                    <a:pt x="1762296" y="283049"/>
                  </a:lnTo>
                  <a:lnTo>
                    <a:pt x="1723884" y="248830"/>
                  </a:lnTo>
                  <a:lnTo>
                    <a:pt x="1692018" y="223639"/>
                  </a:lnTo>
                  <a:lnTo>
                    <a:pt x="1658274" y="199535"/>
                  </a:lnTo>
                  <a:lnTo>
                    <a:pt x="1622723" y="176567"/>
                  </a:lnTo>
                  <a:lnTo>
                    <a:pt x="1585438" y="154780"/>
                  </a:lnTo>
                  <a:lnTo>
                    <a:pt x="1544454" y="133201"/>
                  </a:lnTo>
                  <a:lnTo>
                    <a:pt x="1501717" y="113032"/>
                  </a:lnTo>
                  <a:lnTo>
                    <a:pt x="1457311" y="94329"/>
                  </a:lnTo>
                  <a:lnTo>
                    <a:pt x="1411321" y="77148"/>
                  </a:lnTo>
                  <a:lnTo>
                    <a:pt x="1363831" y="61541"/>
                  </a:lnTo>
                  <a:lnTo>
                    <a:pt x="1314923" y="47566"/>
                  </a:lnTo>
                  <a:lnTo>
                    <a:pt x="1264683" y="35275"/>
                  </a:lnTo>
                  <a:lnTo>
                    <a:pt x="1213193" y="24725"/>
                  </a:lnTo>
                  <a:lnTo>
                    <a:pt x="1160539" y="15970"/>
                  </a:lnTo>
                  <a:lnTo>
                    <a:pt x="1106803" y="9065"/>
                  </a:lnTo>
                  <a:lnTo>
                    <a:pt x="1052071" y="4065"/>
                  </a:lnTo>
                  <a:lnTo>
                    <a:pt x="996425" y="1025"/>
                  </a:lnTo>
                  <a:lnTo>
                    <a:pt x="93995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760698" y="7885499"/>
              <a:ext cx="208279" cy="222885"/>
            </a:xfrm>
            <a:custGeom>
              <a:avLst/>
              <a:gdLst/>
              <a:ahLst/>
              <a:cxnLst/>
              <a:rect l="l" t="t" r="r" b="b"/>
              <a:pathLst>
                <a:path w="208279" h="222884">
                  <a:moveTo>
                    <a:pt x="9639" y="199961"/>
                  </a:moveTo>
                  <a:lnTo>
                    <a:pt x="9359" y="198818"/>
                  </a:lnTo>
                  <a:lnTo>
                    <a:pt x="7124" y="197510"/>
                  </a:lnTo>
                  <a:lnTo>
                    <a:pt x="6210" y="197586"/>
                  </a:lnTo>
                  <a:lnTo>
                    <a:pt x="0" y="198653"/>
                  </a:lnTo>
                  <a:lnTo>
                    <a:pt x="3771" y="207391"/>
                  </a:lnTo>
                  <a:lnTo>
                    <a:pt x="8166" y="203327"/>
                  </a:lnTo>
                  <a:lnTo>
                    <a:pt x="8851" y="202692"/>
                  </a:lnTo>
                  <a:lnTo>
                    <a:pt x="9334" y="202069"/>
                  </a:lnTo>
                  <a:lnTo>
                    <a:pt x="9639" y="199961"/>
                  </a:lnTo>
                  <a:close/>
                </a:path>
                <a:path w="208279" h="222884">
                  <a:moveTo>
                    <a:pt x="11442" y="216700"/>
                  </a:moveTo>
                  <a:lnTo>
                    <a:pt x="9474" y="216154"/>
                  </a:lnTo>
                  <a:lnTo>
                    <a:pt x="6718" y="219786"/>
                  </a:lnTo>
                  <a:lnTo>
                    <a:pt x="9918" y="221538"/>
                  </a:lnTo>
                  <a:lnTo>
                    <a:pt x="10617" y="219329"/>
                  </a:lnTo>
                  <a:lnTo>
                    <a:pt x="11442" y="216700"/>
                  </a:lnTo>
                  <a:close/>
                </a:path>
                <a:path w="208279" h="222884">
                  <a:moveTo>
                    <a:pt x="20523" y="184277"/>
                  </a:moveTo>
                  <a:lnTo>
                    <a:pt x="19646" y="181140"/>
                  </a:lnTo>
                  <a:lnTo>
                    <a:pt x="13703" y="181419"/>
                  </a:lnTo>
                  <a:lnTo>
                    <a:pt x="12115" y="183629"/>
                  </a:lnTo>
                  <a:lnTo>
                    <a:pt x="13855" y="187769"/>
                  </a:lnTo>
                  <a:lnTo>
                    <a:pt x="16738" y="188582"/>
                  </a:lnTo>
                  <a:lnTo>
                    <a:pt x="18275" y="186842"/>
                  </a:lnTo>
                  <a:lnTo>
                    <a:pt x="20523" y="184277"/>
                  </a:lnTo>
                  <a:close/>
                </a:path>
                <a:path w="208279" h="222884">
                  <a:moveTo>
                    <a:pt x="23266" y="161937"/>
                  </a:moveTo>
                  <a:lnTo>
                    <a:pt x="22313" y="161417"/>
                  </a:lnTo>
                  <a:lnTo>
                    <a:pt x="22123" y="161150"/>
                  </a:lnTo>
                  <a:lnTo>
                    <a:pt x="21996" y="161112"/>
                  </a:lnTo>
                  <a:lnTo>
                    <a:pt x="21996" y="165976"/>
                  </a:lnTo>
                  <a:lnTo>
                    <a:pt x="20281" y="166471"/>
                  </a:lnTo>
                  <a:lnTo>
                    <a:pt x="21920" y="165989"/>
                  </a:lnTo>
                  <a:lnTo>
                    <a:pt x="21996" y="161112"/>
                  </a:lnTo>
                  <a:lnTo>
                    <a:pt x="21234" y="160832"/>
                  </a:lnTo>
                  <a:lnTo>
                    <a:pt x="19786" y="160032"/>
                  </a:lnTo>
                  <a:lnTo>
                    <a:pt x="19659" y="160274"/>
                  </a:lnTo>
                  <a:lnTo>
                    <a:pt x="18872" y="159994"/>
                  </a:lnTo>
                  <a:lnTo>
                    <a:pt x="17272" y="160794"/>
                  </a:lnTo>
                  <a:lnTo>
                    <a:pt x="15138" y="163855"/>
                  </a:lnTo>
                  <a:lnTo>
                    <a:pt x="16332" y="166166"/>
                  </a:lnTo>
                  <a:lnTo>
                    <a:pt x="19977" y="167195"/>
                  </a:lnTo>
                  <a:lnTo>
                    <a:pt x="22402" y="166725"/>
                  </a:lnTo>
                  <a:lnTo>
                    <a:pt x="22453" y="166471"/>
                  </a:lnTo>
                  <a:lnTo>
                    <a:pt x="22999" y="163372"/>
                  </a:lnTo>
                  <a:lnTo>
                    <a:pt x="23126" y="163068"/>
                  </a:lnTo>
                  <a:lnTo>
                    <a:pt x="23126" y="162712"/>
                  </a:lnTo>
                  <a:lnTo>
                    <a:pt x="23266" y="161937"/>
                  </a:lnTo>
                  <a:close/>
                </a:path>
                <a:path w="208279" h="222884">
                  <a:moveTo>
                    <a:pt x="30975" y="169037"/>
                  </a:moveTo>
                  <a:lnTo>
                    <a:pt x="30391" y="169037"/>
                  </a:lnTo>
                  <a:lnTo>
                    <a:pt x="30391" y="169494"/>
                  </a:lnTo>
                  <a:lnTo>
                    <a:pt x="30683" y="169494"/>
                  </a:lnTo>
                  <a:lnTo>
                    <a:pt x="30975" y="169494"/>
                  </a:lnTo>
                  <a:lnTo>
                    <a:pt x="30975" y="169037"/>
                  </a:lnTo>
                  <a:close/>
                </a:path>
                <a:path w="208279" h="222884">
                  <a:moveTo>
                    <a:pt x="37122" y="188404"/>
                  </a:moveTo>
                  <a:lnTo>
                    <a:pt x="28790" y="188404"/>
                  </a:lnTo>
                  <a:lnTo>
                    <a:pt x="28778" y="194881"/>
                  </a:lnTo>
                  <a:lnTo>
                    <a:pt x="32943" y="194881"/>
                  </a:lnTo>
                  <a:lnTo>
                    <a:pt x="37109" y="194881"/>
                  </a:lnTo>
                  <a:lnTo>
                    <a:pt x="37122" y="188404"/>
                  </a:lnTo>
                  <a:close/>
                </a:path>
                <a:path w="208279" h="222884">
                  <a:moveTo>
                    <a:pt x="42824" y="141427"/>
                  </a:moveTo>
                  <a:lnTo>
                    <a:pt x="36652" y="139344"/>
                  </a:lnTo>
                  <a:lnTo>
                    <a:pt x="36093" y="142925"/>
                  </a:lnTo>
                  <a:lnTo>
                    <a:pt x="35661" y="145656"/>
                  </a:lnTo>
                  <a:lnTo>
                    <a:pt x="39293" y="147675"/>
                  </a:lnTo>
                  <a:lnTo>
                    <a:pt x="42824" y="141427"/>
                  </a:lnTo>
                  <a:close/>
                </a:path>
                <a:path w="208279" h="222884">
                  <a:moveTo>
                    <a:pt x="42837" y="157124"/>
                  </a:moveTo>
                  <a:lnTo>
                    <a:pt x="42570" y="155168"/>
                  </a:lnTo>
                  <a:lnTo>
                    <a:pt x="42456" y="154927"/>
                  </a:lnTo>
                  <a:lnTo>
                    <a:pt x="41211" y="152565"/>
                  </a:lnTo>
                  <a:lnTo>
                    <a:pt x="38531" y="154127"/>
                  </a:lnTo>
                  <a:lnTo>
                    <a:pt x="39471" y="155879"/>
                  </a:lnTo>
                  <a:lnTo>
                    <a:pt x="39789" y="156476"/>
                  </a:lnTo>
                  <a:lnTo>
                    <a:pt x="39941" y="156692"/>
                  </a:lnTo>
                  <a:lnTo>
                    <a:pt x="41490" y="158089"/>
                  </a:lnTo>
                  <a:lnTo>
                    <a:pt x="42837" y="157124"/>
                  </a:lnTo>
                  <a:close/>
                </a:path>
                <a:path w="208279" h="222884">
                  <a:moveTo>
                    <a:pt x="50965" y="210159"/>
                  </a:moveTo>
                  <a:lnTo>
                    <a:pt x="46621" y="210159"/>
                  </a:lnTo>
                  <a:lnTo>
                    <a:pt x="46609" y="213537"/>
                  </a:lnTo>
                  <a:lnTo>
                    <a:pt x="48780" y="213537"/>
                  </a:lnTo>
                  <a:lnTo>
                    <a:pt x="50952" y="213537"/>
                  </a:lnTo>
                  <a:lnTo>
                    <a:pt x="50965" y="210159"/>
                  </a:lnTo>
                  <a:close/>
                </a:path>
                <a:path w="208279" h="222884">
                  <a:moveTo>
                    <a:pt x="60071" y="175272"/>
                  </a:moveTo>
                  <a:lnTo>
                    <a:pt x="59207" y="174929"/>
                  </a:lnTo>
                  <a:lnTo>
                    <a:pt x="59029" y="174866"/>
                  </a:lnTo>
                  <a:lnTo>
                    <a:pt x="58864" y="174802"/>
                  </a:lnTo>
                  <a:lnTo>
                    <a:pt x="58699" y="174739"/>
                  </a:lnTo>
                  <a:lnTo>
                    <a:pt x="56896" y="174015"/>
                  </a:lnTo>
                  <a:lnTo>
                    <a:pt x="56883" y="177622"/>
                  </a:lnTo>
                  <a:lnTo>
                    <a:pt x="58699" y="176898"/>
                  </a:lnTo>
                  <a:lnTo>
                    <a:pt x="58864" y="176834"/>
                  </a:lnTo>
                  <a:lnTo>
                    <a:pt x="59207" y="176707"/>
                  </a:lnTo>
                  <a:lnTo>
                    <a:pt x="60071" y="176352"/>
                  </a:lnTo>
                  <a:lnTo>
                    <a:pt x="60071" y="175272"/>
                  </a:lnTo>
                  <a:close/>
                </a:path>
                <a:path w="208279" h="222884">
                  <a:moveTo>
                    <a:pt x="61036" y="173024"/>
                  </a:moveTo>
                  <a:lnTo>
                    <a:pt x="60401" y="172720"/>
                  </a:lnTo>
                  <a:lnTo>
                    <a:pt x="60020" y="172529"/>
                  </a:lnTo>
                  <a:lnTo>
                    <a:pt x="59385" y="172224"/>
                  </a:lnTo>
                  <a:lnTo>
                    <a:pt x="59156" y="172605"/>
                  </a:lnTo>
                  <a:lnTo>
                    <a:pt x="59410" y="172732"/>
                  </a:lnTo>
                  <a:lnTo>
                    <a:pt x="59791" y="172910"/>
                  </a:lnTo>
                  <a:lnTo>
                    <a:pt x="60172" y="173101"/>
                  </a:lnTo>
                  <a:lnTo>
                    <a:pt x="60807" y="173405"/>
                  </a:lnTo>
                  <a:lnTo>
                    <a:pt x="61036" y="173024"/>
                  </a:lnTo>
                  <a:close/>
                </a:path>
                <a:path w="208279" h="222884">
                  <a:moveTo>
                    <a:pt x="65316" y="213461"/>
                  </a:moveTo>
                  <a:lnTo>
                    <a:pt x="58267" y="213461"/>
                  </a:lnTo>
                  <a:lnTo>
                    <a:pt x="58267" y="218948"/>
                  </a:lnTo>
                  <a:lnTo>
                    <a:pt x="61785" y="218948"/>
                  </a:lnTo>
                  <a:lnTo>
                    <a:pt x="65316" y="218948"/>
                  </a:lnTo>
                  <a:lnTo>
                    <a:pt x="65316" y="213461"/>
                  </a:lnTo>
                  <a:close/>
                </a:path>
                <a:path w="208279" h="222884">
                  <a:moveTo>
                    <a:pt x="76365" y="116852"/>
                  </a:moveTo>
                  <a:lnTo>
                    <a:pt x="73393" y="112763"/>
                  </a:lnTo>
                  <a:lnTo>
                    <a:pt x="72047" y="110909"/>
                  </a:lnTo>
                  <a:lnTo>
                    <a:pt x="69710" y="111023"/>
                  </a:lnTo>
                  <a:lnTo>
                    <a:pt x="69710" y="118554"/>
                  </a:lnTo>
                  <a:lnTo>
                    <a:pt x="69456" y="118567"/>
                  </a:lnTo>
                  <a:lnTo>
                    <a:pt x="69710" y="118554"/>
                  </a:lnTo>
                  <a:lnTo>
                    <a:pt x="69710" y="111023"/>
                  </a:lnTo>
                  <a:lnTo>
                    <a:pt x="67868" y="111099"/>
                  </a:lnTo>
                  <a:lnTo>
                    <a:pt x="66484" y="115608"/>
                  </a:lnTo>
                  <a:lnTo>
                    <a:pt x="66776" y="116662"/>
                  </a:lnTo>
                  <a:lnTo>
                    <a:pt x="66878" y="116852"/>
                  </a:lnTo>
                  <a:lnTo>
                    <a:pt x="68491" y="118402"/>
                  </a:lnTo>
                  <a:lnTo>
                    <a:pt x="69532" y="118719"/>
                  </a:lnTo>
                  <a:lnTo>
                    <a:pt x="69761" y="118643"/>
                  </a:lnTo>
                  <a:lnTo>
                    <a:pt x="70688" y="120307"/>
                  </a:lnTo>
                  <a:lnTo>
                    <a:pt x="76365" y="116852"/>
                  </a:lnTo>
                  <a:close/>
                </a:path>
                <a:path w="208279" h="222884">
                  <a:moveTo>
                    <a:pt x="76860" y="146519"/>
                  </a:moveTo>
                  <a:lnTo>
                    <a:pt x="75641" y="145326"/>
                  </a:lnTo>
                  <a:lnTo>
                    <a:pt x="73596" y="145681"/>
                  </a:lnTo>
                  <a:lnTo>
                    <a:pt x="73012" y="146050"/>
                  </a:lnTo>
                  <a:lnTo>
                    <a:pt x="70192" y="147726"/>
                  </a:lnTo>
                  <a:lnTo>
                    <a:pt x="72250" y="151041"/>
                  </a:lnTo>
                  <a:lnTo>
                    <a:pt x="74091" y="149656"/>
                  </a:lnTo>
                  <a:lnTo>
                    <a:pt x="74930" y="149034"/>
                  </a:lnTo>
                  <a:lnTo>
                    <a:pt x="75577" y="148577"/>
                  </a:lnTo>
                  <a:lnTo>
                    <a:pt x="76860" y="146519"/>
                  </a:lnTo>
                  <a:close/>
                </a:path>
                <a:path w="208279" h="222884">
                  <a:moveTo>
                    <a:pt x="82575" y="192354"/>
                  </a:moveTo>
                  <a:lnTo>
                    <a:pt x="71526" y="192303"/>
                  </a:lnTo>
                  <a:lnTo>
                    <a:pt x="74968" y="201739"/>
                  </a:lnTo>
                  <a:lnTo>
                    <a:pt x="79146" y="201739"/>
                  </a:lnTo>
                  <a:lnTo>
                    <a:pt x="80314" y="198551"/>
                  </a:lnTo>
                  <a:lnTo>
                    <a:pt x="82575" y="192354"/>
                  </a:lnTo>
                  <a:close/>
                </a:path>
                <a:path w="208279" h="222884">
                  <a:moveTo>
                    <a:pt x="86842" y="174180"/>
                  </a:moveTo>
                  <a:lnTo>
                    <a:pt x="86283" y="172897"/>
                  </a:lnTo>
                  <a:lnTo>
                    <a:pt x="84975" y="172567"/>
                  </a:lnTo>
                  <a:lnTo>
                    <a:pt x="84658" y="172478"/>
                  </a:lnTo>
                  <a:lnTo>
                    <a:pt x="83883" y="172110"/>
                  </a:lnTo>
                  <a:lnTo>
                    <a:pt x="84315" y="172567"/>
                  </a:lnTo>
                  <a:lnTo>
                    <a:pt x="83870" y="172110"/>
                  </a:lnTo>
                  <a:lnTo>
                    <a:pt x="81343" y="169468"/>
                  </a:lnTo>
                  <a:lnTo>
                    <a:pt x="76936" y="175120"/>
                  </a:lnTo>
                  <a:lnTo>
                    <a:pt x="82791" y="178320"/>
                  </a:lnTo>
                  <a:lnTo>
                    <a:pt x="86055" y="178092"/>
                  </a:lnTo>
                  <a:lnTo>
                    <a:pt x="86842" y="174180"/>
                  </a:lnTo>
                  <a:close/>
                </a:path>
                <a:path w="208279" h="222884">
                  <a:moveTo>
                    <a:pt x="96748" y="137223"/>
                  </a:moveTo>
                  <a:lnTo>
                    <a:pt x="96088" y="136601"/>
                  </a:lnTo>
                  <a:lnTo>
                    <a:pt x="95504" y="136791"/>
                  </a:lnTo>
                  <a:lnTo>
                    <a:pt x="95288" y="136855"/>
                  </a:lnTo>
                  <a:lnTo>
                    <a:pt x="94843" y="137007"/>
                  </a:lnTo>
                  <a:lnTo>
                    <a:pt x="92506" y="137731"/>
                  </a:lnTo>
                  <a:lnTo>
                    <a:pt x="95465" y="140868"/>
                  </a:lnTo>
                  <a:lnTo>
                    <a:pt x="96304" y="138468"/>
                  </a:lnTo>
                  <a:lnTo>
                    <a:pt x="96456" y="138036"/>
                  </a:lnTo>
                  <a:lnTo>
                    <a:pt x="96532" y="137833"/>
                  </a:lnTo>
                  <a:lnTo>
                    <a:pt x="96748" y="137223"/>
                  </a:lnTo>
                  <a:close/>
                </a:path>
                <a:path w="208279" h="222884">
                  <a:moveTo>
                    <a:pt x="97536" y="106006"/>
                  </a:moveTo>
                  <a:lnTo>
                    <a:pt x="96278" y="102577"/>
                  </a:lnTo>
                  <a:lnTo>
                    <a:pt x="96723" y="100736"/>
                  </a:lnTo>
                  <a:lnTo>
                    <a:pt x="95770" y="99441"/>
                  </a:lnTo>
                  <a:lnTo>
                    <a:pt x="93256" y="98374"/>
                  </a:lnTo>
                  <a:lnTo>
                    <a:pt x="91909" y="98564"/>
                  </a:lnTo>
                  <a:lnTo>
                    <a:pt x="89242" y="100584"/>
                  </a:lnTo>
                  <a:lnTo>
                    <a:pt x="88722" y="102603"/>
                  </a:lnTo>
                  <a:lnTo>
                    <a:pt x="91617" y="108419"/>
                  </a:lnTo>
                  <a:lnTo>
                    <a:pt x="97536" y="106006"/>
                  </a:lnTo>
                  <a:close/>
                </a:path>
                <a:path w="208279" h="222884">
                  <a:moveTo>
                    <a:pt x="101765" y="71031"/>
                  </a:moveTo>
                  <a:lnTo>
                    <a:pt x="97599" y="71031"/>
                  </a:lnTo>
                  <a:lnTo>
                    <a:pt x="97599" y="74256"/>
                  </a:lnTo>
                  <a:lnTo>
                    <a:pt x="99682" y="74256"/>
                  </a:lnTo>
                  <a:lnTo>
                    <a:pt x="101765" y="74256"/>
                  </a:lnTo>
                  <a:lnTo>
                    <a:pt x="101765" y="71031"/>
                  </a:lnTo>
                  <a:close/>
                </a:path>
                <a:path w="208279" h="222884">
                  <a:moveTo>
                    <a:pt x="103555" y="204038"/>
                  </a:moveTo>
                  <a:lnTo>
                    <a:pt x="94678" y="204038"/>
                  </a:lnTo>
                  <a:lnTo>
                    <a:pt x="94678" y="210921"/>
                  </a:lnTo>
                  <a:lnTo>
                    <a:pt x="99110" y="210921"/>
                  </a:lnTo>
                  <a:lnTo>
                    <a:pt x="103543" y="210921"/>
                  </a:lnTo>
                  <a:lnTo>
                    <a:pt x="103555" y="204038"/>
                  </a:lnTo>
                  <a:close/>
                </a:path>
                <a:path w="208279" h="222884">
                  <a:moveTo>
                    <a:pt x="104724" y="89814"/>
                  </a:moveTo>
                  <a:lnTo>
                    <a:pt x="102552" y="89814"/>
                  </a:lnTo>
                  <a:lnTo>
                    <a:pt x="102552" y="91503"/>
                  </a:lnTo>
                  <a:lnTo>
                    <a:pt x="103632" y="91503"/>
                  </a:lnTo>
                  <a:lnTo>
                    <a:pt x="104724" y="91503"/>
                  </a:lnTo>
                  <a:lnTo>
                    <a:pt x="104724" y="89814"/>
                  </a:lnTo>
                  <a:close/>
                </a:path>
                <a:path w="208279" h="222884">
                  <a:moveTo>
                    <a:pt x="109575" y="180797"/>
                  </a:moveTo>
                  <a:lnTo>
                    <a:pt x="107454" y="175742"/>
                  </a:lnTo>
                  <a:lnTo>
                    <a:pt x="103822" y="174650"/>
                  </a:lnTo>
                  <a:lnTo>
                    <a:pt x="101968" y="176860"/>
                  </a:lnTo>
                  <a:lnTo>
                    <a:pt x="99618" y="179654"/>
                  </a:lnTo>
                  <a:lnTo>
                    <a:pt x="100749" y="183819"/>
                  </a:lnTo>
                  <a:lnTo>
                    <a:pt x="107632" y="183616"/>
                  </a:lnTo>
                  <a:lnTo>
                    <a:pt x="109575" y="180797"/>
                  </a:lnTo>
                  <a:close/>
                </a:path>
                <a:path w="208279" h="222884">
                  <a:moveTo>
                    <a:pt x="118148" y="98437"/>
                  </a:moveTo>
                  <a:lnTo>
                    <a:pt x="117906" y="96723"/>
                  </a:lnTo>
                  <a:lnTo>
                    <a:pt x="115697" y="95745"/>
                  </a:lnTo>
                  <a:lnTo>
                    <a:pt x="114922" y="95567"/>
                  </a:lnTo>
                  <a:lnTo>
                    <a:pt x="111429" y="95415"/>
                  </a:lnTo>
                  <a:lnTo>
                    <a:pt x="109918" y="98031"/>
                  </a:lnTo>
                  <a:lnTo>
                    <a:pt x="111760" y="102374"/>
                  </a:lnTo>
                  <a:lnTo>
                    <a:pt x="114363" y="102577"/>
                  </a:lnTo>
                  <a:lnTo>
                    <a:pt x="116141" y="101155"/>
                  </a:lnTo>
                  <a:lnTo>
                    <a:pt x="116801" y="100622"/>
                  </a:lnTo>
                  <a:lnTo>
                    <a:pt x="117144" y="100203"/>
                  </a:lnTo>
                  <a:lnTo>
                    <a:pt x="118148" y="98437"/>
                  </a:lnTo>
                  <a:close/>
                </a:path>
                <a:path w="208279" h="222884">
                  <a:moveTo>
                    <a:pt x="122034" y="195783"/>
                  </a:moveTo>
                  <a:lnTo>
                    <a:pt x="120307" y="195783"/>
                  </a:lnTo>
                  <a:lnTo>
                    <a:pt x="120307" y="196240"/>
                  </a:lnTo>
                  <a:lnTo>
                    <a:pt x="120599" y="196240"/>
                  </a:lnTo>
                  <a:lnTo>
                    <a:pt x="122034" y="196240"/>
                  </a:lnTo>
                  <a:lnTo>
                    <a:pt x="122034" y="195783"/>
                  </a:lnTo>
                  <a:close/>
                </a:path>
                <a:path w="208279" h="222884">
                  <a:moveTo>
                    <a:pt x="123291" y="132067"/>
                  </a:moveTo>
                  <a:lnTo>
                    <a:pt x="119278" y="129832"/>
                  </a:lnTo>
                  <a:lnTo>
                    <a:pt x="115354" y="136753"/>
                  </a:lnTo>
                  <a:lnTo>
                    <a:pt x="122199" y="139052"/>
                  </a:lnTo>
                  <a:lnTo>
                    <a:pt x="122821" y="135102"/>
                  </a:lnTo>
                  <a:lnTo>
                    <a:pt x="123291" y="132067"/>
                  </a:lnTo>
                  <a:close/>
                </a:path>
                <a:path w="208279" h="222884">
                  <a:moveTo>
                    <a:pt x="124002" y="62128"/>
                  </a:moveTo>
                  <a:lnTo>
                    <a:pt x="123977" y="58686"/>
                  </a:lnTo>
                  <a:lnTo>
                    <a:pt x="121526" y="57658"/>
                  </a:lnTo>
                  <a:lnTo>
                    <a:pt x="118808" y="60388"/>
                  </a:lnTo>
                  <a:lnTo>
                    <a:pt x="119761" y="62941"/>
                  </a:lnTo>
                  <a:lnTo>
                    <a:pt x="121729" y="62890"/>
                  </a:lnTo>
                  <a:lnTo>
                    <a:pt x="123215" y="62839"/>
                  </a:lnTo>
                  <a:lnTo>
                    <a:pt x="124002" y="62128"/>
                  </a:lnTo>
                  <a:close/>
                </a:path>
                <a:path w="208279" h="222884">
                  <a:moveTo>
                    <a:pt x="129006" y="187985"/>
                  </a:moveTo>
                  <a:lnTo>
                    <a:pt x="128117" y="185839"/>
                  </a:lnTo>
                  <a:lnTo>
                    <a:pt x="128054" y="185661"/>
                  </a:lnTo>
                  <a:lnTo>
                    <a:pt x="127977" y="185508"/>
                  </a:lnTo>
                  <a:lnTo>
                    <a:pt x="127914" y="185343"/>
                  </a:lnTo>
                  <a:lnTo>
                    <a:pt x="127469" y="184289"/>
                  </a:lnTo>
                  <a:lnTo>
                    <a:pt x="126187" y="184289"/>
                  </a:lnTo>
                  <a:lnTo>
                    <a:pt x="125730" y="185343"/>
                  </a:lnTo>
                  <a:lnTo>
                    <a:pt x="125603" y="185661"/>
                  </a:lnTo>
                  <a:lnTo>
                    <a:pt x="124650" y="187972"/>
                  </a:lnTo>
                  <a:lnTo>
                    <a:pt x="129006" y="187985"/>
                  </a:lnTo>
                  <a:close/>
                </a:path>
                <a:path w="208279" h="222884">
                  <a:moveTo>
                    <a:pt x="138252" y="146075"/>
                  </a:moveTo>
                  <a:lnTo>
                    <a:pt x="137960" y="144894"/>
                  </a:lnTo>
                  <a:lnTo>
                    <a:pt x="135928" y="143916"/>
                  </a:lnTo>
                  <a:lnTo>
                    <a:pt x="135178" y="143878"/>
                  </a:lnTo>
                  <a:lnTo>
                    <a:pt x="129768" y="145199"/>
                  </a:lnTo>
                  <a:lnTo>
                    <a:pt x="132829" y="152158"/>
                  </a:lnTo>
                  <a:lnTo>
                    <a:pt x="136817" y="148983"/>
                  </a:lnTo>
                  <a:lnTo>
                    <a:pt x="137515" y="148424"/>
                  </a:lnTo>
                  <a:lnTo>
                    <a:pt x="137883" y="147878"/>
                  </a:lnTo>
                  <a:lnTo>
                    <a:pt x="138252" y="146075"/>
                  </a:lnTo>
                  <a:close/>
                </a:path>
                <a:path w="208279" h="222884">
                  <a:moveTo>
                    <a:pt x="141820" y="186512"/>
                  </a:moveTo>
                  <a:lnTo>
                    <a:pt x="141236" y="186512"/>
                  </a:lnTo>
                  <a:lnTo>
                    <a:pt x="141236" y="186956"/>
                  </a:lnTo>
                  <a:lnTo>
                    <a:pt x="141528" y="186956"/>
                  </a:lnTo>
                  <a:lnTo>
                    <a:pt x="141820" y="186956"/>
                  </a:lnTo>
                  <a:lnTo>
                    <a:pt x="141820" y="186512"/>
                  </a:lnTo>
                  <a:close/>
                </a:path>
                <a:path w="208279" h="222884">
                  <a:moveTo>
                    <a:pt x="142786" y="44678"/>
                  </a:moveTo>
                  <a:lnTo>
                    <a:pt x="142532" y="43103"/>
                  </a:lnTo>
                  <a:lnTo>
                    <a:pt x="142608" y="42773"/>
                  </a:lnTo>
                  <a:lnTo>
                    <a:pt x="142443" y="42557"/>
                  </a:lnTo>
                  <a:lnTo>
                    <a:pt x="141300" y="41021"/>
                  </a:lnTo>
                  <a:lnTo>
                    <a:pt x="138760" y="42037"/>
                  </a:lnTo>
                  <a:lnTo>
                    <a:pt x="137744" y="42583"/>
                  </a:lnTo>
                  <a:lnTo>
                    <a:pt x="135674" y="45237"/>
                  </a:lnTo>
                  <a:lnTo>
                    <a:pt x="136385" y="47713"/>
                  </a:lnTo>
                  <a:lnTo>
                    <a:pt x="140004" y="47802"/>
                  </a:lnTo>
                  <a:lnTo>
                    <a:pt x="141033" y="47358"/>
                  </a:lnTo>
                  <a:lnTo>
                    <a:pt x="142113" y="45986"/>
                  </a:lnTo>
                  <a:lnTo>
                    <a:pt x="142722" y="45212"/>
                  </a:lnTo>
                  <a:lnTo>
                    <a:pt x="142786" y="44678"/>
                  </a:lnTo>
                  <a:close/>
                </a:path>
                <a:path w="208279" h="222884">
                  <a:moveTo>
                    <a:pt x="143471" y="64617"/>
                  </a:moveTo>
                  <a:lnTo>
                    <a:pt x="143116" y="63246"/>
                  </a:lnTo>
                  <a:lnTo>
                    <a:pt x="141503" y="62712"/>
                  </a:lnTo>
                  <a:lnTo>
                    <a:pt x="141046" y="62699"/>
                  </a:lnTo>
                  <a:lnTo>
                    <a:pt x="139268" y="61341"/>
                  </a:lnTo>
                  <a:lnTo>
                    <a:pt x="137325" y="63423"/>
                  </a:lnTo>
                  <a:lnTo>
                    <a:pt x="138277" y="64820"/>
                  </a:lnTo>
                  <a:lnTo>
                    <a:pt x="139293" y="66344"/>
                  </a:lnTo>
                  <a:lnTo>
                    <a:pt x="141262" y="67132"/>
                  </a:lnTo>
                  <a:lnTo>
                    <a:pt x="143471" y="64617"/>
                  </a:lnTo>
                  <a:close/>
                </a:path>
                <a:path w="208279" h="222884">
                  <a:moveTo>
                    <a:pt x="147320" y="175679"/>
                  </a:moveTo>
                  <a:lnTo>
                    <a:pt x="140843" y="168846"/>
                  </a:lnTo>
                  <a:lnTo>
                    <a:pt x="137121" y="173901"/>
                  </a:lnTo>
                  <a:lnTo>
                    <a:pt x="134493" y="177457"/>
                  </a:lnTo>
                  <a:lnTo>
                    <a:pt x="138747" y="181521"/>
                  </a:lnTo>
                  <a:lnTo>
                    <a:pt x="147320" y="175679"/>
                  </a:lnTo>
                  <a:close/>
                </a:path>
                <a:path w="208279" h="222884">
                  <a:moveTo>
                    <a:pt x="149644" y="106146"/>
                  </a:moveTo>
                  <a:lnTo>
                    <a:pt x="144145" y="104101"/>
                  </a:lnTo>
                  <a:lnTo>
                    <a:pt x="140677" y="102793"/>
                  </a:lnTo>
                  <a:lnTo>
                    <a:pt x="138099" y="107569"/>
                  </a:lnTo>
                  <a:lnTo>
                    <a:pt x="144868" y="113766"/>
                  </a:lnTo>
                  <a:lnTo>
                    <a:pt x="149644" y="106146"/>
                  </a:lnTo>
                  <a:close/>
                </a:path>
                <a:path w="208279" h="222884">
                  <a:moveTo>
                    <a:pt x="149771" y="212140"/>
                  </a:moveTo>
                  <a:lnTo>
                    <a:pt x="148437" y="209588"/>
                  </a:lnTo>
                  <a:lnTo>
                    <a:pt x="144792" y="209588"/>
                  </a:lnTo>
                  <a:lnTo>
                    <a:pt x="143471" y="212153"/>
                  </a:lnTo>
                  <a:lnTo>
                    <a:pt x="145021" y="213436"/>
                  </a:lnTo>
                  <a:lnTo>
                    <a:pt x="146138" y="214363"/>
                  </a:lnTo>
                  <a:lnTo>
                    <a:pt x="147091" y="214363"/>
                  </a:lnTo>
                  <a:lnTo>
                    <a:pt x="149771" y="212140"/>
                  </a:lnTo>
                  <a:close/>
                </a:path>
                <a:path w="208279" h="222884">
                  <a:moveTo>
                    <a:pt x="157899" y="53086"/>
                  </a:moveTo>
                  <a:lnTo>
                    <a:pt x="157467" y="51650"/>
                  </a:lnTo>
                  <a:lnTo>
                    <a:pt x="155003" y="51650"/>
                  </a:lnTo>
                  <a:lnTo>
                    <a:pt x="154571" y="53086"/>
                  </a:lnTo>
                  <a:lnTo>
                    <a:pt x="155282" y="53936"/>
                  </a:lnTo>
                  <a:lnTo>
                    <a:pt x="155460" y="54140"/>
                  </a:lnTo>
                  <a:lnTo>
                    <a:pt x="155854" y="54622"/>
                  </a:lnTo>
                  <a:lnTo>
                    <a:pt x="156603" y="54622"/>
                  </a:lnTo>
                  <a:lnTo>
                    <a:pt x="157010" y="54140"/>
                  </a:lnTo>
                  <a:lnTo>
                    <a:pt x="157899" y="53086"/>
                  </a:lnTo>
                  <a:close/>
                </a:path>
                <a:path w="208279" h="222884">
                  <a:moveTo>
                    <a:pt x="158203" y="56083"/>
                  </a:moveTo>
                  <a:lnTo>
                    <a:pt x="157924" y="56057"/>
                  </a:lnTo>
                  <a:lnTo>
                    <a:pt x="157175" y="55981"/>
                  </a:lnTo>
                  <a:lnTo>
                    <a:pt x="156425" y="55918"/>
                  </a:lnTo>
                  <a:lnTo>
                    <a:pt x="155117" y="55803"/>
                  </a:lnTo>
                  <a:lnTo>
                    <a:pt x="155117" y="56743"/>
                  </a:lnTo>
                  <a:lnTo>
                    <a:pt x="155663" y="56692"/>
                  </a:lnTo>
                  <a:lnTo>
                    <a:pt x="156425" y="56629"/>
                  </a:lnTo>
                  <a:lnTo>
                    <a:pt x="157924" y="56476"/>
                  </a:lnTo>
                  <a:lnTo>
                    <a:pt x="158203" y="56451"/>
                  </a:lnTo>
                  <a:lnTo>
                    <a:pt x="158203" y="56083"/>
                  </a:lnTo>
                  <a:close/>
                </a:path>
                <a:path w="208279" h="222884">
                  <a:moveTo>
                    <a:pt x="158229" y="73164"/>
                  </a:moveTo>
                  <a:lnTo>
                    <a:pt x="149720" y="73164"/>
                  </a:lnTo>
                  <a:lnTo>
                    <a:pt x="149707" y="79768"/>
                  </a:lnTo>
                  <a:lnTo>
                    <a:pt x="153974" y="79768"/>
                  </a:lnTo>
                  <a:lnTo>
                    <a:pt x="158216" y="79768"/>
                  </a:lnTo>
                  <a:lnTo>
                    <a:pt x="158229" y="73164"/>
                  </a:lnTo>
                  <a:close/>
                </a:path>
                <a:path w="208279" h="222884">
                  <a:moveTo>
                    <a:pt x="160820" y="138264"/>
                  </a:moveTo>
                  <a:lnTo>
                    <a:pt x="155346" y="137020"/>
                  </a:lnTo>
                  <a:lnTo>
                    <a:pt x="155295" y="141439"/>
                  </a:lnTo>
                  <a:lnTo>
                    <a:pt x="155727" y="142100"/>
                  </a:lnTo>
                  <a:lnTo>
                    <a:pt x="157949" y="143421"/>
                  </a:lnTo>
                  <a:lnTo>
                    <a:pt x="159473" y="142379"/>
                  </a:lnTo>
                  <a:lnTo>
                    <a:pt x="159512" y="141719"/>
                  </a:lnTo>
                  <a:lnTo>
                    <a:pt x="159562" y="140804"/>
                  </a:lnTo>
                  <a:lnTo>
                    <a:pt x="160134" y="139649"/>
                  </a:lnTo>
                  <a:lnTo>
                    <a:pt x="160820" y="138264"/>
                  </a:lnTo>
                  <a:close/>
                </a:path>
                <a:path w="208279" h="222884">
                  <a:moveTo>
                    <a:pt x="161061" y="30035"/>
                  </a:moveTo>
                  <a:lnTo>
                    <a:pt x="152539" y="30035"/>
                  </a:lnTo>
                  <a:lnTo>
                    <a:pt x="152539" y="36652"/>
                  </a:lnTo>
                  <a:lnTo>
                    <a:pt x="156794" y="36652"/>
                  </a:lnTo>
                  <a:lnTo>
                    <a:pt x="161048" y="36652"/>
                  </a:lnTo>
                  <a:lnTo>
                    <a:pt x="161061" y="30035"/>
                  </a:lnTo>
                  <a:close/>
                </a:path>
                <a:path w="208279" h="222884">
                  <a:moveTo>
                    <a:pt x="162166" y="101434"/>
                  </a:moveTo>
                  <a:lnTo>
                    <a:pt x="157530" y="97866"/>
                  </a:lnTo>
                  <a:lnTo>
                    <a:pt x="155879" y="100952"/>
                  </a:lnTo>
                  <a:lnTo>
                    <a:pt x="155397" y="101841"/>
                  </a:lnTo>
                  <a:lnTo>
                    <a:pt x="155371" y="102489"/>
                  </a:lnTo>
                  <a:lnTo>
                    <a:pt x="155714" y="104711"/>
                  </a:lnTo>
                  <a:lnTo>
                    <a:pt x="157226" y="105295"/>
                  </a:lnTo>
                  <a:lnTo>
                    <a:pt x="158788" y="104940"/>
                  </a:lnTo>
                  <a:lnTo>
                    <a:pt x="159131" y="104711"/>
                  </a:lnTo>
                  <a:lnTo>
                    <a:pt x="159639" y="104101"/>
                  </a:lnTo>
                  <a:lnTo>
                    <a:pt x="160401" y="103111"/>
                  </a:lnTo>
                  <a:lnTo>
                    <a:pt x="162166" y="101434"/>
                  </a:lnTo>
                  <a:close/>
                </a:path>
                <a:path w="208279" h="222884">
                  <a:moveTo>
                    <a:pt x="163715" y="161264"/>
                  </a:moveTo>
                  <a:lnTo>
                    <a:pt x="163601" y="159131"/>
                  </a:lnTo>
                  <a:lnTo>
                    <a:pt x="163550" y="158788"/>
                  </a:lnTo>
                  <a:lnTo>
                    <a:pt x="162763" y="156108"/>
                  </a:lnTo>
                  <a:lnTo>
                    <a:pt x="159778" y="157010"/>
                  </a:lnTo>
                  <a:lnTo>
                    <a:pt x="160464" y="158737"/>
                  </a:lnTo>
                  <a:lnTo>
                    <a:pt x="160909" y="159867"/>
                  </a:lnTo>
                  <a:lnTo>
                    <a:pt x="162039" y="161480"/>
                  </a:lnTo>
                  <a:lnTo>
                    <a:pt x="163715" y="161264"/>
                  </a:lnTo>
                  <a:close/>
                </a:path>
                <a:path w="208279" h="222884">
                  <a:moveTo>
                    <a:pt x="164477" y="122174"/>
                  </a:moveTo>
                  <a:lnTo>
                    <a:pt x="163677" y="120802"/>
                  </a:lnTo>
                  <a:lnTo>
                    <a:pt x="163537" y="120599"/>
                  </a:lnTo>
                  <a:lnTo>
                    <a:pt x="162458" y="118757"/>
                  </a:lnTo>
                  <a:lnTo>
                    <a:pt x="160007" y="121335"/>
                  </a:lnTo>
                  <a:lnTo>
                    <a:pt x="161810" y="122326"/>
                  </a:lnTo>
                  <a:lnTo>
                    <a:pt x="162039" y="122453"/>
                  </a:lnTo>
                  <a:lnTo>
                    <a:pt x="162267" y="122567"/>
                  </a:lnTo>
                  <a:lnTo>
                    <a:pt x="162483" y="122694"/>
                  </a:lnTo>
                  <a:lnTo>
                    <a:pt x="163398" y="123177"/>
                  </a:lnTo>
                  <a:lnTo>
                    <a:pt x="164477" y="122174"/>
                  </a:lnTo>
                  <a:close/>
                </a:path>
                <a:path w="208279" h="222884">
                  <a:moveTo>
                    <a:pt x="168402" y="221996"/>
                  </a:moveTo>
                  <a:lnTo>
                    <a:pt x="167817" y="221996"/>
                  </a:lnTo>
                  <a:lnTo>
                    <a:pt x="167817" y="222440"/>
                  </a:lnTo>
                  <a:lnTo>
                    <a:pt x="168109" y="222440"/>
                  </a:lnTo>
                  <a:lnTo>
                    <a:pt x="168402" y="222440"/>
                  </a:lnTo>
                  <a:lnTo>
                    <a:pt x="168402" y="221996"/>
                  </a:lnTo>
                  <a:close/>
                </a:path>
                <a:path w="208279" h="222884">
                  <a:moveTo>
                    <a:pt x="168478" y="43649"/>
                  </a:moveTo>
                  <a:lnTo>
                    <a:pt x="167894" y="42595"/>
                  </a:lnTo>
                  <a:lnTo>
                    <a:pt x="167182" y="43103"/>
                  </a:lnTo>
                  <a:lnTo>
                    <a:pt x="166370" y="43713"/>
                  </a:lnTo>
                  <a:lnTo>
                    <a:pt x="164807" y="44856"/>
                  </a:lnTo>
                  <a:lnTo>
                    <a:pt x="166293" y="46418"/>
                  </a:lnTo>
                  <a:lnTo>
                    <a:pt x="167055" y="45453"/>
                  </a:lnTo>
                  <a:lnTo>
                    <a:pt x="167703" y="44627"/>
                  </a:lnTo>
                  <a:lnTo>
                    <a:pt x="168046" y="44221"/>
                  </a:lnTo>
                  <a:lnTo>
                    <a:pt x="168478" y="43649"/>
                  </a:lnTo>
                  <a:close/>
                </a:path>
                <a:path w="208279" h="222884">
                  <a:moveTo>
                    <a:pt x="168960" y="181597"/>
                  </a:moveTo>
                  <a:lnTo>
                    <a:pt x="168376" y="181597"/>
                  </a:lnTo>
                  <a:lnTo>
                    <a:pt x="168376" y="182041"/>
                  </a:lnTo>
                  <a:lnTo>
                    <a:pt x="168668" y="182041"/>
                  </a:lnTo>
                  <a:lnTo>
                    <a:pt x="168960" y="182041"/>
                  </a:lnTo>
                  <a:lnTo>
                    <a:pt x="168960" y="181597"/>
                  </a:lnTo>
                  <a:close/>
                </a:path>
                <a:path w="208279" h="222884">
                  <a:moveTo>
                    <a:pt x="172224" y="65760"/>
                  </a:moveTo>
                  <a:lnTo>
                    <a:pt x="171272" y="63182"/>
                  </a:lnTo>
                  <a:lnTo>
                    <a:pt x="169811" y="64046"/>
                  </a:lnTo>
                  <a:lnTo>
                    <a:pt x="168922" y="64173"/>
                  </a:lnTo>
                  <a:lnTo>
                    <a:pt x="167982" y="63919"/>
                  </a:lnTo>
                  <a:lnTo>
                    <a:pt x="167462" y="65189"/>
                  </a:lnTo>
                  <a:lnTo>
                    <a:pt x="169100" y="66243"/>
                  </a:lnTo>
                  <a:lnTo>
                    <a:pt x="169722" y="66306"/>
                  </a:lnTo>
                  <a:lnTo>
                    <a:pt x="172224" y="65760"/>
                  </a:lnTo>
                  <a:close/>
                </a:path>
                <a:path w="208279" h="222884">
                  <a:moveTo>
                    <a:pt x="175234" y="193852"/>
                  </a:moveTo>
                  <a:lnTo>
                    <a:pt x="175018" y="191922"/>
                  </a:lnTo>
                  <a:lnTo>
                    <a:pt x="174853" y="190398"/>
                  </a:lnTo>
                  <a:lnTo>
                    <a:pt x="174828" y="190144"/>
                  </a:lnTo>
                  <a:lnTo>
                    <a:pt x="174777" y="189750"/>
                  </a:lnTo>
                  <a:lnTo>
                    <a:pt x="174663" y="188645"/>
                  </a:lnTo>
                  <a:lnTo>
                    <a:pt x="171945" y="189204"/>
                  </a:lnTo>
                  <a:lnTo>
                    <a:pt x="171945" y="190144"/>
                  </a:lnTo>
                  <a:lnTo>
                    <a:pt x="171818" y="190398"/>
                  </a:lnTo>
                  <a:lnTo>
                    <a:pt x="171653" y="190360"/>
                  </a:lnTo>
                  <a:lnTo>
                    <a:pt x="171640" y="190233"/>
                  </a:lnTo>
                  <a:lnTo>
                    <a:pt x="171945" y="190144"/>
                  </a:lnTo>
                  <a:lnTo>
                    <a:pt x="171945" y="189204"/>
                  </a:lnTo>
                  <a:lnTo>
                    <a:pt x="171411" y="189318"/>
                  </a:lnTo>
                  <a:lnTo>
                    <a:pt x="171411" y="190030"/>
                  </a:lnTo>
                  <a:lnTo>
                    <a:pt x="171145" y="189992"/>
                  </a:lnTo>
                  <a:lnTo>
                    <a:pt x="171107" y="189750"/>
                  </a:lnTo>
                  <a:lnTo>
                    <a:pt x="171411" y="190030"/>
                  </a:lnTo>
                  <a:lnTo>
                    <a:pt x="171411" y="189318"/>
                  </a:lnTo>
                  <a:lnTo>
                    <a:pt x="169875" y="189623"/>
                  </a:lnTo>
                  <a:lnTo>
                    <a:pt x="169913" y="190893"/>
                  </a:lnTo>
                  <a:lnTo>
                    <a:pt x="169938" y="191630"/>
                  </a:lnTo>
                  <a:lnTo>
                    <a:pt x="169913" y="190893"/>
                  </a:lnTo>
                  <a:lnTo>
                    <a:pt x="169799" y="191033"/>
                  </a:lnTo>
                  <a:lnTo>
                    <a:pt x="169722" y="191922"/>
                  </a:lnTo>
                  <a:lnTo>
                    <a:pt x="170180" y="193255"/>
                  </a:lnTo>
                  <a:lnTo>
                    <a:pt x="170853" y="193827"/>
                  </a:lnTo>
                  <a:lnTo>
                    <a:pt x="175234" y="193852"/>
                  </a:lnTo>
                  <a:close/>
                </a:path>
                <a:path w="208279" h="222884">
                  <a:moveTo>
                    <a:pt x="175437" y="28981"/>
                  </a:moveTo>
                  <a:lnTo>
                    <a:pt x="169824" y="28981"/>
                  </a:lnTo>
                  <a:lnTo>
                    <a:pt x="169824" y="33337"/>
                  </a:lnTo>
                  <a:lnTo>
                    <a:pt x="172631" y="33337"/>
                  </a:lnTo>
                  <a:lnTo>
                    <a:pt x="175437" y="33337"/>
                  </a:lnTo>
                  <a:lnTo>
                    <a:pt x="175437" y="28981"/>
                  </a:lnTo>
                  <a:close/>
                </a:path>
                <a:path w="208279" h="222884">
                  <a:moveTo>
                    <a:pt x="175437" y="13627"/>
                  </a:moveTo>
                  <a:lnTo>
                    <a:pt x="174663" y="13030"/>
                  </a:lnTo>
                  <a:lnTo>
                    <a:pt x="173850" y="13398"/>
                  </a:lnTo>
                  <a:lnTo>
                    <a:pt x="173659" y="13550"/>
                  </a:lnTo>
                  <a:lnTo>
                    <a:pt x="173443" y="13601"/>
                  </a:lnTo>
                  <a:lnTo>
                    <a:pt x="173215" y="13538"/>
                  </a:lnTo>
                  <a:lnTo>
                    <a:pt x="171691" y="13411"/>
                  </a:lnTo>
                  <a:lnTo>
                    <a:pt x="171691" y="15798"/>
                  </a:lnTo>
                  <a:lnTo>
                    <a:pt x="173215" y="15925"/>
                  </a:lnTo>
                  <a:lnTo>
                    <a:pt x="174269" y="16014"/>
                  </a:lnTo>
                  <a:lnTo>
                    <a:pt x="175120" y="15595"/>
                  </a:lnTo>
                  <a:lnTo>
                    <a:pt x="175285" y="14503"/>
                  </a:lnTo>
                  <a:lnTo>
                    <a:pt x="175437" y="13627"/>
                  </a:lnTo>
                  <a:close/>
                </a:path>
                <a:path w="208279" h="222884">
                  <a:moveTo>
                    <a:pt x="176098" y="159372"/>
                  </a:moveTo>
                  <a:lnTo>
                    <a:pt x="170307" y="159372"/>
                  </a:lnTo>
                  <a:lnTo>
                    <a:pt x="170294" y="163868"/>
                  </a:lnTo>
                  <a:lnTo>
                    <a:pt x="173202" y="163868"/>
                  </a:lnTo>
                  <a:lnTo>
                    <a:pt x="176085" y="163868"/>
                  </a:lnTo>
                  <a:lnTo>
                    <a:pt x="176098" y="159372"/>
                  </a:lnTo>
                  <a:close/>
                </a:path>
                <a:path w="208279" h="222884">
                  <a:moveTo>
                    <a:pt x="176199" y="55587"/>
                  </a:moveTo>
                  <a:lnTo>
                    <a:pt x="175844" y="55587"/>
                  </a:lnTo>
                  <a:lnTo>
                    <a:pt x="175844" y="55867"/>
                  </a:lnTo>
                  <a:lnTo>
                    <a:pt x="176022" y="55867"/>
                  </a:lnTo>
                  <a:lnTo>
                    <a:pt x="176199" y="55867"/>
                  </a:lnTo>
                  <a:lnTo>
                    <a:pt x="176199" y="55587"/>
                  </a:lnTo>
                  <a:close/>
                </a:path>
                <a:path w="208279" h="222884">
                  <a:moveTo>
                    <a:pt x="176784" y="213067"/>
                  </a:moveTo>
                  <a:lnTo>
                    <a:pt x="176733" y="212902"/>
                  </a:lnTo>
                  <a:lnTo>
                    <a:pt x="176339" y="212013"/>
                  </a:lnTo>
                  <a:lnTo>
                    <a:pt x="176314" y="211124"/>
                  </a:lnTo>
                  <a:lnTo>
                    <a:pt x="176669" y="210223"/>
                  </a:lnTo>
                  <a:lnTo>
                    <a:pt x="176187" y="211175"/>
                  </a:lnTo>
                  <a:lnTo>
                    <a:pt x="176174" y="211963"/>
                  </a:lnTo>
                  <a:lnTo>
                    <a:pt x="176504" y="213144"/>
                  </a:lnTo>
                  <a:lnTo>
                    <a:pt x="176784" y="213067"/>
                  </a:lnTo>
                  <a:close/>
                </a:path>
                <a:path w="208279" h="222884">
                  <a:moveTo>
                    <a:pt x="177139" y="19227"/>
                  </a:moveTo>
                  <a:lnTo>
                    <a:pt x="175564" y="18770"/>
                  </a:lnTo>
                  <a:lnTo>
                    <a:pt x="174180" y="21678"/>
                  </a:lnTo>
                  <a:lnTo>
                    <a:pt x="173139" y="23888"/>
                  </a:lnTo>
                  <a:lnTo>
                    <a:pt x="176771" y="24828"/>
                  </a:lnTo>
                  <a:lnTo>
                    <a:pt x="176936" y="22428"/>
                  </a:lnTo>
                  <a:lnTo>
                    <a:pt x="177139" y="19227"/>
                  </a:lnTo>
                  <a:close/>
                </a:path>
                <a:path w="208279" h="222884">
                  <a:moveTo>
                    <a:pt x="179273" y="130187"/>
                  </a:moveTo>
                  <a:lnTo>
                    <a:pt x="175641" y="128765"/>
                  </a:lnTo>
                  <a:lnTo>
                    <a:pt x="174967" y="131178"/>
                  </a:lnTo>
                  <a:lnTo>
                    <a:pt x="174498" y="132880"/>
                  </a:lnTo>
                  <a:lnTo>
                    <a:pt x="175209" y="134569"/>
                  </a:lnTo>
                  <a:lnTo>
                    <a:pt x="178041" y="134708"/>
                  </a:lnTo>
                  <a:lnTo>
                    <a:pt x="178523" y="133781"/>
                  </a:lnTo>
                  <a:lnTo>
                    <a:pt x="178384" y="132969"/>
                  </a:lnTo>
                  <a:lnTo>
                    <a:pt x="178473" y="132702"/>
                  </a:lnTo>
                  <a:lnTo>
                    <a:pt x="178396" y="132549"/>
                  </a:lnTo>
                  <a:lnTo>
                    <a:pt x="178193" y="132537"/>
                  </a:lnTo>
                  <a:lnTo>
                    <a:pt x="179273" y="130187"/>
                  </a:lnTo>
                  <a:close/>
                </a:path>
                <a:path w="208279" h="222884">
                  <a:moveTo>
                    <a:pt x="181381" y="112839"/>
                  </a:moveTo>
                  <a:lnTo>
                    <a:pt x="178650" y="110045"/>
                  </a:lnTo>
                  <a:lnTo>
                    <a:pt x="177025" y="111785"/>
                  </a:lnTo>
                  <a:lnTo>
                    <a:pt x="176441" y="112407"/>
                  </a:lnTo>
                  <a:lnTo>
                    <a:pt x="176237" y="112636"/>
                  </a:lnTo>
                  <a:lnTo>
                    <a:pt x="175463" y="114452"/>
                  </a:lnTo>
                  <a:lnTo>
                    <a:pt x="176237" y="116090"/>
                  </a:lnTo>
                  <a:lnTo>
                    <a:pt x="178435" y="115252"/>
                  </a:lnTo>
                  <a:lnTo>
                    <a:pt x="178917" y="114960"/>
                  </a:lnTo>
                  <a:lnTo>
                    <a:pt x="181381" y="112839"/>
                  </a:lnTo>
                  <a:close/>
                </a:path>
                <a:path w="208279" h="222884">
                  <a:moveTo>
                    <a:pt x="181406" y="9093"/>
                  </a:moveTo>
                  <a:lnTo>
                    <a:pt x="180822" y="9093"/>
                  </a:lnTo>
                  <a:lnTo>
                    <a:pt x="180822" y="9550"/>
                  </a:lnTo>
                  <a:lnTo>
                    <a:pt x="181114" y="9550"/>
                  </a:lnTo>
                  <a:lnTo>
                    <a:pt x="181406" y="9550"/>
                  </a:lnTo>
                  <a:lnTo>
                    <a:pt x="181406" y="9093"/>
                  </a:lnTo>
                  <a:close/>
                </a:path>
                <a:path w="208279" h="222884">
                  <a:moveTo>
                    <a:pt x="184683" y="81191"/>
                  </a:moveTo>
                  <a:lnTo>
                    <a:pt x="182549" y="78333"/>
                  </a:lnTo>
                  <a:lnTo>
                    <a:pt x="181495" y="76911"/>
                  </a:lnTo>
                  <a:lnTo>
                    <a:pt x="175895" y="78562"/>
                  </a:lnTo>
                  <a:lnTo>
                    <a:pt x="176390" y="80352"/>
                  </a:lnTo>
                  <a:lnTo>
                    <a:pt x="175006" y="82435"/>
                  </a:lnTo>
                  <a:lnTo>
                    <a:pt x="179273" y="85636"/>
                  </a:lnTo>
                  <a:lnTo>
                    <a:pt x="183134" y="82461"/>
                  </a:lnTo>
                  <a:lnTo>
                    <a:pt x="184683" y="81191"/>
                  </a:lnTo>
                  <a:close/>
                </a:path>
                <a:path w="208279" h="222884">
                  <a:moveTo>
                    <a:pt x="188353" y="177101"/>
                  </a:moveTo>
                  <a:lnTo>
                    <a:pt x="187452" y="177101"/>
                  </a:lnTo>
                  <a:lnTo>
                    <a:pt x="187452" y="177812"/>
                  </a:lnTo>
                  <a:lnTo>
                    <a:pt x="187896" y="177812"/>
                  </a:lnTo>
                  <a:lnTo>
                    <a:pt x="188353" y="177812"/>
                  </a:lnTo>
                  <a:lnTo>
                    <a:pt x="188353" y="177101"/>
                  </a:lnTo>
                  <a:close/>
                </a:path>
                <a:path w="208279" h="222884">
                  <a:moveTo>
                    <a:pt x="188747" y="40487"/>
                  </a:moveTo>
                  <a:lnTo>
                    <a:pt x="187248" y="39077"/>
                  </a:lnTo>
                  <a:lnTo>
                    <a:pt x="186055" y="39763"/>
                  </a:lnTo>
                  <a:lnTo>
                    <a:pt x="184975" y="40411"/>
                  </a:lnTo>
                  <a:lnTo>
                    <a:pt x="184658" y="40805"/>
                  </a:lnTo>
                  <a:lnTo>
                    <a:pt x="184543" y="42633"/>
                  </a:lnTo>
                  <a:lnTo>
                    <a:pt x="185089" y="43141"/>
                  </a:lnTo>
                  <a:lnTo>
                    <a:pt x="185635" y="43129"/>
                  </a:lnTo>
                  <a:lnTo>
                    <a:pt x="186905" y="43116"/>
                  </a:lnTo>
                  <a:lnTo>
                    <a:pt x="187299" y="42760"/>
                  </a:lnTo>
                  <a:lnTo>
                    <a:pt x="188747" y="40487"/>
                  </a:lnTo>
                  <a:close/>
                </a:path>
                <a:path w="208279" h="222884">
                  <a:moveTo>
                    <a:pt x="189826" y="126161"/>
                  </a:moveTo>
                  <a:lnTo>
                    <a:pt x="189699" y="126047"/>
                  </a:lnTo>
                  <a:lnTo>
                    <a:pt x="189509" y="125869"/>
                  </a:lnTo>
                  <a:lnTo>
                    <a:pt x="189318" y="125679"/>
                  </a:lnTo>
                  <a:lnTo>
                    <a:pt x="189128" y="125501"/>
                  </a:lnTo>
                  <a:lnTo>
                    <a:pt x="189001" y="125374"/>
                  </a:lnTo>
                  <a:lnTo>
                    <a:pt x="188810" y="125564"/>
                  </a:lnTo>
                  <a:lnTo>
                    <a:pt x="188937" y="125691"/>
                  </a:lnTo>
                  <a:lnTo>
                    <a:pt x="189115" y="125869"/>
                  </a:lnTo>
                  <a:lnTo>
                    <a:pt x="189306" y="126060"/>
                  </a:lnTo>
                  <a:lnTo>
                    <a:pt x="189496" y="126238"/>
                  </a:lnTo>
                  <a:lnTo>
                    <a:pt x="189623" y="126365"/>
                  </a:lnTo>
                  <a:lnTo>
                    <a:pt x="189826" y="126161"/>
                  </a:lnTo>
                  <a:close/>
                </a:path>
                <a:path w="208279" h="222884">
                  <a:moveTo>
                    <a:pt x="189953" y="23469"/>
                  </a:moveTo>
                  <a:lnTo>
                    <a:pt x="185826" y="23456"/>
                  </a:lnTo>
                  <a:lnTo>
                    <a:pt x="186677" y="25488"/>
                  </a:lnTo>
                  <a:lnTo>
                    <a:pt x="186817" y="25819"/>
                  </a:lnTo>
                  <a:lnTo>
                    <a:pt x="186880" y="25984"/>
                  </a:lnTo>
                  <a:lnTo>
                    <a:pt x="187299" y="26974"/>
                  </a:lnTo>
                  <a:lnTo>
                    <a:pt x="188506" y="26974"/>
                  </a:lnTo>
                  <a:lnTo>
                    <a:pt x="188925" y="25984"/>
                  </a:lnTo>
                  <a:lnTo>
                    <a:pt x="188988" y="25819"/>
                  </a:lnTo>
                  <a:lnTo>
                    <a:pt x="189052" y="25654"/>
                  </a:lnTo>
                  <a:lnTo>
                    <a:pt x="189115" y="25488"/>
                  </a:lnTo>
                  <a:lnTo>
                    <a:pt x="189953" y="23469"/>
                  </a:lnTo>
                  <a:close/>
                </a:path>
                <a:path w="208279" h="222884">
                  <a:moveTo>
                    <a:pt x="191274" y="3403"/>
                  </a:moveTo>
                  <a:lnTo>
                    <a:pt x="187502" y="0"/>
                  </a:lnTo>
                  <a:lnTo>
                    <a:pt x="185839" y="3873"/>
                  </a:lnTo>
                  <a:lnTo>
                    <a:pt x="188048" y="4254"/>
                  </a:lnTo>
                  <a:lnTo>
                    <a:pt x="190271" y="4622"/>
                  </a:lnTo>
                  <a:lnTo>
                    <a:pt x="191274" y="3403"/>
                  </a:lnTo>
                  <a:close/>
                </a:path>
                <a:path w="208279" h="222884">
                  <a:moveTo>
                    <a:pt x="192036" y="194729"/>
                  </a:moveTo>
                  <a:lnTo>
                    <a:pt x="191439" y="194475"/>
                  </a:lnTo>
                  <a:lnTo>
                    <a:pt x="189318" y="193586"/>
                  </a:lnTo>
                  <a:lnTo>
                    <a:pt x="189217" y="193408"/>
                  </a:lnTo>
                  <a:lnTo>
                    <a:pt x="188772" y="192646"/>
                  </a:lnTo>
                  <a:lnTo>
                    <a:pt x="186677" y="192976"/>
                  </a:lnTo>
                  <a:lnTo>
                    <a:pt x="186080" y="194957"/>
                  </a:lnTo>
                  <a:lnTo>
                    <a:pt x="185788" y="197269"/>
                  </a:lnTo>
                  <a:lnTo>
                    <a:pt x="187248" y="198450"/>
                  </a:lnTo>
                  <a:lnTo>
                    <a:pt x="191909" y="198399"/>
                  </a:lnTo>
                  <a:lnTo>
                    <a:pt x="192036" y="194729"/>
                  </a:lnTo>
                  <a:close/>
                </a:path>
                <a:path w="208279" h="222884">
                  <a:moveTo>
                    <a:pt x="193852" y="13766"/>
                  </a:moveTo>
                  <a:lnTo>
                    <a:pt x="191922" y="9931"/>
                  </a:lnTo>
                  <a:lnTo>
                    <a:pt x="190995" y="8077"/>
                  </a:lnTo>
                  <a:lnTo>
                    <a:pt x="189331" y="8077"/>
                  </a:lnTo>
                  <a:lnTo>
                    <a:pt x="186461" y="13766"/>
                  </a:lnTo>
                  <a:lnTo>
                    <a:pt x="193852" y="13766"/>
                  </a:lnTo>
                  <a:close/>
                </a:path>
                <a:path w="208279" h="222884">
                  <a:moveTo>
                    <a:pt x="193890" y="111125"/>
                  </a:moveTo>
                  <a:lnTo>
                    <a:pt x="193167" y="107975"/>
                  </a:lnTo>
                  <a:lnTo>
                    <a:pt x="192493" y="105067"/>
                  </a:lnTo>
                  <a:lnTo>
                    <a:pt x="190080" y="105067"/>
                  </a:lnTo>
                  <a:lnTo>
                    <a:pt x="188709" y="111112"/>
                  </a:lnTo>
                  <a:lnTo>
                    <a:pt x="193890" y="111125"/>
                  </a:lnTo>
                  <a:close/>
                </a:path>
                <a:path w="208279" h="222884">
                  <a:moveTo>
                    <a:pt x="194957" y="207213"/>
                  </a:moveTo>
                  <a:lnTo>
                    <a:pt x="190614" y="202641"/>
                  </a:lnTo>
                  <a:lnTo>
                    <a:pt x="189801" y="205981"/>
                  </a:lnTo>
                  <a:lnTo>
                    <a:pt x="189433" y="207505"/>
                  </a:lnTo>
                  <a:lnTo>
                    <a:pt x="190182" y="208191"/>
                  </a:lnTo>
                  <a:lnTo>
                    <a:pt x="191262" y="207975"/>
                  </a:lnTo>
                  <a:lnTo>
                    <a:pt x="191477" y="207924"/>
                  </a:lnTo>
                  <a:lnTo>
                    <a:pt x="194957" y="207213"/>
                  </a:lnTo>
                  <a:close/>
                </a:path>
                <a:path w="208279" h="222884">
                  <a:moveTo>
                    <a:pt x="194970" y="67424"/>
                  </a:moveTo>
                  <a:lnTo>
                    <a:pt x="190754" y="64960"/>
                  </a:lnTo>
                  <a:lnTo>
                    <a:pt x="190487" y="66700"/>
                  </a:lnTo>
                  <a:lnTo>
                    <a:pt x="190119" y="66929"/>
                  </a:lnTo>
                  <a:lnTo>
                    <a:pt x="190258" y="68910"/>
                  </a:lnTo>
                  <a:lnTo>
                    <a:pt x="191401" y="69621"/>
                  </a:lnTo>
                  <a:lnTo>
                    <a:pt x="194970" y="67424"/>
                  </a:lnTo>
                  <a:close/>
                </a:path>
                <a:path w="208279" h="222884">
                  <a:moveTo>
                    <a:pt x="195046" y="167919"/>
                  </a:moveTo>
                  <a:lnTo>
                    <a:pt x="194691" y="167894"/>
                  </a:lnTo>
                  <a:lnTo>
                    <a:pt x="194310" y="167868"/>
                  </a:lnTo>
                  <a:lnTo>
                    <a:pt x="193560" y="167830"/>
                  </a:lnTo>
                  <a:lnTo>
                    <a:pt x="193103" y="167792"/>
                  </a:lnTo>
                  <a:lnTo>
                    <a:pt x="193103" y="168554"/>
                  </a:lnTo>
                  <a:lnTo>
                    <a:pt x="193560" y="168529"/>
                  </a:lnTo>
                  <a:lnTo>
                    <a:pt x="194310" y="168478"/>
                  </a:lnTo>
                  <a:lnTo>
                    <a:pt x="194691" y="168452"/>
                  </a:lnTo>
                  <a:lnTo>
                    <a:pt x="195046" y="168427"/>
                  </a:lnTo>
                  <a:lnTo>
                    <a:pt x="195046" y="167919"/>
                  </a:lnTo>
                  <a:close/>
                </a:path>
                <a:path w="208279" h="222884">
                  <a:moveTo>
                    <a:pt x="197599" y="102019"/>
                  </a:moveTo>
                  <a:lnTo>
                    <a:pt x="195757" y="98856"/>
                  </a:lnTo>
                  <a:lnTo>
                    <a:pt x="192659" y="100761"/>
                  </a:lnTo>
                  <a:lnTo>
                    <a:pt x="192608" y="102019"/>
                  </a:lnTo>
                  <a:lnTo>
                    <a:pt x="193662" y="104394"/>
                  </a:lnTo>
                  <a:lnTo>
                    <a:pt x="195719" y="103733"/>
                  </a:lnTo>
                  <a:lnTo>
                    <a:pt x="195859" y="103365"/>
                  </a:lnTo>
                  <a:lnTo>
                    <a:pt x="195986" y="103009"/>
                  </a:lnTo>
                  <a:lnTo>
                    <a:pt x="197192" y="102273"/>
                  </a:lnTo>
                  <a:lnTo>
                    <a:pt x="197599" y="102019"/>
                  </a:lnTo>
                  <a:close/>
                </a:path>
                <a:path w="208279" h="222884">
                  <a:moveTo>
                    <a:pt x="202615" y="19215"/>
                  </a:moveTo>
                  <a:lnTo>
                    <a:pt x="202285" y="18910"/>
                  </a:lnTo>
                  <a:lnTo>
                    <a:pt x="202095" y="18719"/>
                  </a:lnTo>
                  <a:lnTo>
                    <a:pt x="201714" y="18364"/>
                  </a:lnTo>
                  <a:lnTo>
                    <a:pt x="201396" y="18046"/>
                  </a:lnTo>
                  <a:lnTo>
                    <a:pt x="200901" y="18542"/>
                  </a:lnTo>
                  <a:lnTo>
                    <a:pt x="201218" y="18859"/>
                  </a:lnTo>
                  <a:lnTo>
                    <a:pt x="201409" y="19037"/>
                  </a:lnTo>
                  <a:lnTo>
                    <a:pt x="201599" y="19215"/>
                  </a:lnTo>
                  <a:lnTo>
                    <a:pt x="201790" y="19392"/>
                  </a:lnTo>
                  <a:lnTo>
                    <a:pt x="202107" y="19710"/>
                  </a:lnTo>
                  <a:lnTo>
                    <a:pt x="202615" y="19215"/>
                  </a:lnTo>
                  <a:close/>
                </a:path>
                <a:path w="208279" h="222884">
                  <a:moveTo>
                    <a:pt x="207822" y="159639"/>
                  </a:moveTo>
                  <a:lnTo>
                    <a:pt x="206502" y="159004"/>
                  </a:lnTo>
                  <a:lnTo>
                    <a:pt x="205981" y="158750"/>
                  </a:lnTo>
                  <a:lnTo>
                    <a:pt x="205841" y="158623"/>
                  </a:lnTo>
                  <a:lnTo>
                    <a:pt x="206070" y="158026"/>
                  </a:lnTo>
                  <a:lnTo>
                    <a:pt x="206286" y="157480"/>
                  </a:lnTo>
                  <a:lnTo>
                    <a:pt x="204203" y="155956"/>
                  </a:lnTo>
                  <a:lnTo>
                    <a:pt x="199961" y="158889"/>
                  </a:lnTo>
                  <a:lnTo>
                    <a:pt x="201637" y="164160"/>
                  </a:lnTo>
                  <a:lnTo>
                    <a:pt x="207048" y="162140"/>
                  </a:lnTo>
                  <a:lnTo>
                    <a:pt x="207822" y="15963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795700" y="7894592"/>
              <a:ext cx="450850" cy="213360"/>
            </a:xfrm>
            <a:custGeom>
              <a:avLst/>
              <a:gdLst/>
              <a:ahLst/>
              <a:cxnLst/>
              <a:rect l="l" t="t" r="r" b="b"/>
              <a:pathLst>
                <a:path w="450850" h="213359">
                  <a:moveTo>
                    <a:pt x="6096" y="165620"/>
                  </a:moveTo>
                  <a:lnTo>
                    <a:pt x="5778" y="164299"/>
                  </a:lnTo>
                  <a:lnTo>
                    <a:pt x="1790" y="163474"/>
                  </a:lnTo>
                  <a:lnTo>
                    <a:pt x="0" y="165252"/>
                  </a:lnTo>
                  <a:lnTo>
                    <a:pt x="1536" y="168884"/>
                  </a:lnTo>
                  <a:lnTo>
                    <a:pt x="4292" y="169329"/>
                  </a:lnTo>
                  <a:lnTo>
                    <a:pt x="5194" y="167474"/>
                  </a:lnTo>
                  <a:lnTo>
                    <a:pt x="6096" y="165620"/>
                  </a:lnTo>
                  <a:close/>
                </a:path>
                <a:path w="450850" h="213359">
                  <a:moveTo>
                    <a:pt x="25184" y="163093"/>
                  </a:moveTo>
                  <a:lnTo>
                    <a:pt x="21361" y="160312"/>
                  </a:lnTo>
                  <a:lnTo>
                    <a:pt x="19875" y="162928"/>
                  </a:lnTo>
                  <a:lnTo>
                    <a:pt x="19265" y="164020"/>
                  </a:lnTo>
                  <a:lnTo>
                    <a:pt x="18796" y="164757"/>
                  </a:lnTo>
                  <a:lnTo>
                    <a:pt x="19304" y="166611"/>
                  </a:lnTo>
                  <a:lnTo>
                    <a:pt x="19926" y="167170"/>
                  </a:lnTo>
                  <a:lnTo>
                    <a:pt x="21894" y="166979"/>
                  </a:lnTo>
                  <a:lnTo>
                    <a:pt x="22352" y="166484"/>
                  </a:lnTo>
                  <a:lnTo>
                    <a:pt x="25184" y="163093"/>
                  </a:lnTo>
                  <a:close/>
                </a:path>
                <a:path w="450850" h="213359">
                  <a:moveTo>
                    <a:pt x="127152" y="11480"/>
                  </a:moveTo>
                  <a:lnTo>
                    <a:pt x="126619" y="11480"/>
                  </a:lnTo>
                  <a:lnTo>
                    <a:pt x="126619" y="11899"/>
                  </a:lnTo>
                  <a:lnTo>
                    <a:pt x="126885" y="11899"/>
                  </a:lnTo>
                  <a:lnTo>
                    <a:pt x="127152" y="11899"/>
                  </a:lnTo>
                  <a:lnTo>
                    <a:pt x="127152" y="11480"/>
                  </a:lnTo>
                  <a:close/>
                </a:path>
                <a:path w="450850" h="213359">
                  <a:moveTo>
                    <a:pt x="140436" y="4533"/>
                  </a:moveTo>
                  <a:lnTo>
                    <a:pt x="139661" y="3937"/>
                  </a:lnTo>
                  <a:lnTo>
                    <a:pt x="138849" y="4305"/>
                  </a:lnTo>
                  <a:lnTo>
                    <a:pt x="138658" y="4457"/>
                  </a:lnTo>
                  <a:lnTo>
                    <a:pt x="138442" y="4508"/>
                  </a:lnTo>
                  <a:lnTo>
                    <a:pt x="138214" y="4445"/>
                  </a:lnTo>
                  <a:lnTo>
                    <a:pt x="136690" y="4318"/>
                  </a:lnTo>
                  <a:lnTo>
                    <a:pt x="136690" y="6705"/>
                  </a:lnTo>
                  <a:lnTo>
                    <a:pt x="138214" y="6832"/>
                  </a:lnTo>
                  <a:lnTo>
                    <a:pt x="139268" y="6921"/>
                  </a:lnTo>
                  <a:lnTo>
                    <a:pt x="140119" y="6502"/>
                  </a:lnTo>
                  <a:lnTo>
                    <a:pt x="140284" y="5410"/>
                  </a:lnTo>
                  <a:lnTo>
                    <a:pt x="140436" y="4533"/>
                  </a:lnTo>
                  <a:close/>
                </a:path>
                <a:path w="450850" h="213359">
                  <a:moveTo>
                    <a:pt x="252056" y="190868"/>
                  </a:moveTo>
                  <a:lnTo>
                    <a:pt x="251790" y="189725"/>
                  </a:lnTo>
                  <a:lnTo>
                    <a:pt x="249542" y="188417"/>
                  </a:lnTo>
                  <a:lnTo>
                    <a:pt x="248627" y="188493"/>
                  </a:lnTo>
                  <a:lnTo>
                    <a:pt x="242430" y="189560"/>
                  </a:lnTo>
                  <a:lnTo>
                    <a:pt x="246189" y="198297"/>
                  </a:lnTo>
                  <a:lnTo>
                    <a:pt x="250596" y="194233"/>
                  </a:lnTo>
                  <a:lnTo>
                    <a:pt x="251269" y="193598"/>
                  </a:lnTo>
                  <a:lnTo>
                    <a:pt x="251752" y="192976"/>
                  </a:lnTo>
                  <a:lnTo>
                    <a:pt x="252056" y="190868"/>
                  </a:lnTo>
                  <a:close/>
                </a:path>
                <a:path w="450850" h="213359">
                  <a:moveTo>
                    <a:pt x="253873" y="207606"/>
                  </a:moveTo>
                  <a:lnTo>
                    <a:pt x="251904" y="207060"/>
                  </a:lnTo>
                  <a:lnTo>
                    <a:pt x="249135" y="210693"/>
                  </a:lnTo>
                  <a:lnTo>
                    <a:pt x="252336" y="212445"/>
                  </a:lnTo>
                  <a:lnTo>
                    <a:pt x="253034" y="210235"/>
                  </a:lnTo>
                  <a:lnTo>
                    <a:pt x="253873" y="207606"/>
                  </a:lnTo>
                  <a:close/>
                </a:path>
                <a:path w="450850" h="213359">
                  <a:moveTo>
                    <a:pt x="262940" y="175183"/>
                  </a:moveTo>
                  <a:lnTo>
                    <a:pt x="262064" y="172046"/>
                  </a:lnTo>
                  <a:lnTo>
                    <a:pt x="256120" y="172326"/>
                  </a:lnTo>
                  <a:lnTo>
                    <a:pt x="254533" y="174536"/>
                  </a:lnTo>
                  <a:lnTo>
                    <a:pt x="256286" y="178676"/>
                  </a:lnTo>
                  <a:lnTo>
                    <a:pt x="259156" y="179489"/>
                  </a:lnTo>
                  <a:lnTo>
                    <a:pt x="260692" y="177749"/>
                  </a:lnTo>
                  <a:lnTo>
                    <a:pt x="262940" y="175183"/>
                  </a:lnTo>
                  <a:close/>
                </a:path>
                <a:path w="450850" h="213359">
                  <a:moveTo>
                    <a:pt x="265684" y="152844"/>
                  </a:moveTo>
                  <a:lnTo>
                    <a:pt x="264731" y="152323"/>
                  </a:lnTo>
                  <a:lnTo>
                    <a:pt x="264541" y="152057"/>
                  </a:lnTo>
                  <a:lnTo>
                    <a:pt x="264414" y="152019"/>
                  </a:lnTo>
                  <a:lnTo>
                    <a:pt x="264414" y="156883"/>
                  </a:lnTo>
                  <a:lnTo>
                    <a:pt x="262712" y="157378"/>
                  </a:lnTo>
                  <a:lnTo>
                    <a:pt x="264337" y="156895"/>
                  </a:lnTo>
                  <a:lnTo>
                    <a:pt x="264414" y="152019"/>
                  </a:lnTo>
                  <a:lnTo>
                    <a:pt x="263664" y="151739"/>
                  </a:lnTo>
                  <a:lnTo>
                    <a:pt x="262204" y="150939"/>
                  </a:lnTo>
                  <a:lnTo>
                    <a:pt x="262077" y="151180"/>
                  </a:lnTo>
                  <a:lnTo>
                    <a:pt x="261289" y="150901"/>
                  </a:lnTo>
                  <a:lnTo>
                    <a:pt x="259689" y="151701"/>
                  </a:lnTo>
                  <a:lnTo>
                    <a:pt x="257556" y="154762"/>
                  </a:lnTo>
                  <a:lnTo>
                    <a:pt x="258749" y="157073"/>
                  </a:lnTo>
                  <a:lnTo>
                    <a:pt x="262394" y="158102"/>
                  </a:lnTo>
                  <a:lnTo>
                    <a:pt x="264820" y="157632"/>
                  </a:lnTo>
                  <a:lnTo>
                    <a:pt x="264871" y="157378"/>
                  </a:lnTo>
                  <a:lnTo>
                    <a:pt x="265417" y="154279"/>
                  </a:lnTo>
                  <a:lnTo>
                    <a:pt x="265544" y="153974"/>
                  </a:lnTo>
                  <a:lnTo>
                    <a:pt x="265544" y="153619"/>
                  </a:lnTo>
                  <a:lnTo>
                    <a:pt x="265684" y="152844"/>
                  </a:lnTo>
                  <a:close/>
                </a:path>
                <a:path w="450850" h="213359">
                  <a:moveTo>
                    <a:pt x="273405" y="159943"/>
                  </a:moveTo>
                  <a:lnTo>
                    <a:pt x="272808" y="159943"/>
                  </a:lnTo>
                  <a:lnTo>
                    <a:pt x="272808" y="160401"/>
                  </a:lnTo>
                  <a:lnTo>
                    <a:pt x="273113" y="160401"/>
                  </a:lnTo>
                  <a:lnTo>
                    <a:pt x="273405" y="160401"/>
                  </a:lnTo>
                  <a:lnTo>
                    <a:pt x="273405" y="159943"/>
                  </a:lnTo>
                  <a:close/>
                </a:path>
                <a:path w="450850" h="213359">
                  <a:moveTo>
                    <a:pt x="279539" y="179311"/>
                  </a:moveTo>
                  <a:lnTo>
                    <a:pt x="271208" y="179311"/>
                  </a:lnTo>
                  <a:lnTo>
                    <a:pt x="271195" y="185788"/>
                  </a:lnTo>
                  <a:lnTo>
                    <a:pt x="275374" y="185788"/>
                  </a:lnTo>
                  <a:lnTo>
                    <a:pt x="279527" y="185788"/>
                  </a:lnTo>
                  <a:lnTo>
                    <a:pt x="279539" y="179311"/>
                  </a:lnTo>
                  <a:close/>
                </a:path>
                <a:path w="450850" h="213359">
                  <a:moveTo>
                    <a:pt x="285254" y="148031"/>
                  </a:moveTo>
                  <a:lnTo>
                    <a:pt x="284988" y="146075"/>
                  </a:lnTo>
                  <a:lnTo>
                    <a:pt x="284873" y="145834"/>
                  </a:lnTo>
                  <a:lnTo>
                    <a:pt x="283629" y="143471"/>
                  </a:lnTo>
                  <a:lnTo>
                    <a:pt x="280962" y="145034"/>
                  </a:lnTo>
                  <a:lnTo>
                    <a:pt x="281889" y="146786"/>
                  </a:lnTo>
                  <a:lnTo>
                    <a:pt x="282206" y="147383"/>
                  </a:lnTo>
                  <a:lnTo>
                    <a:pt x="282359" y="147599"/>
                  </a:lnTo>
                  <a:lnTo>
                    <a:pt x="283908" y="148996"/>
                  </a:lnTo>
                  <a:lnTo>
                    <a:pt x="285254" y="148031"/>
                  </a:lnTo>
                  <a:close/>
                </a:path>
                <a:path w="450850" h="213359">
                  <a:moveTo>
                    <a:pt x="285254" y="132334"/>
                  </a:moveTo>
                  <a:lnTo>
                    <a:pt x="279069" y="130251"/>
                  </a:lnTo>
                  <a:lnTo>
                    <a:pt x="278511" y="133832"/>
                  </a:lnTo>
                  <a:lnTo>
                    <a:pt x="278091" y="136563"/>
                  </a:lnTo>
                  <a:lnTo>
                    <a:pt x="281711" y="138582"/>
                  </a:lnTo>
                  <a:lnTo>
                    <a:pt x="285254" y="132334"/>
                  </a:lnTo>
                  <a:close/>
                </a:path>
                <a:path w="450850" h="213359">
                  <a:moveTo>
                    <a:pt x="293382" y="201066"/>
                  </a:moveTo>
                  <a:lnTo>
                    <a:pt x="289039" y="201066"/>
                  </a:lnTo>
                  <a:lnTo>
                    <a:pt x="289026" y="204444"/>
                  </a:lnTo>
                  <a:lnTo>
                    <a:pt x="291198" y="204444"/>
                  </a:lnTo>
                  <a:lnTo>
                    <a:pt x="293370" y="204444"/>
                  </a:lnTo>
                  <a:lnTo>
                    <a:pt x="293382" y="201066"/>
                  </a:lnTo>
                  <a:close/>
                </a:path>
                <a:path w="450850" h="213359">
                  <a:moveTo>
                    <a:pt x="302488" y="166179"/>
                  </a:moveTo>
                  <a:lnTo>
                    <a:pt x="301625" y="165836"/>
                  </a:lnTo>
                  <a:lnTo>
                    <a:pt x="301447" y="165773"/>
                  </a:lnTo>
                  <a:lnTo>
                    <a:pt x="301282" y="165709"/>
                  </a:lnTo>
                  <a:lnTo>
                    <a:pt x="301117" y="165646"/>
                  </a:lnTo>
                  <a:lnTo>
                    <a:pt x="299313" y="164922"/>
                  </a:lnTo>
                  <a:lnTo>
                    <a:pt x="299300" y="168529"/>
                  </a:lnTo>
                  <a:lnTo>
                    <a:pt x="301117" y="167805"/>
                  </a:lnTo>
                  <a:lnTo>
                    <a:pt x="301282" y="167741"/>
                  </a:lnTo>
                  <a:lnTo>
                    <a:pt x="301625" y="167614"/>
                  </a:lnTo>
                  <a:lnTo>
                    <a:pt x="302488" y="167259"/>
                  </a:lnTo>
                  <a:lnTo>
                    <a:pt x="302488" y="166179"/>
                  </a:lnTo>
                  <a:close/>
                </a:path>
                <a:path w="450850" h="213359">
                  <a:moveTo>
                    <a:pt x="303453" y="163931"/>
                  </a:moveTo>
                  <a:lnTo>
                    <a:pt x="302818" y="163626"/>
                  </a:lnTo>
                  <a:lnTo>
                    <a:pt x="302437" y="163436"/>
                  </a:lnTo>
                  <a:lnTo>
                    <a:pt x="301802" y="163131"/>
                  </a:lnTo>
                  <a:lnTo>
                    <a:pt x="301574" y="163512"/>
                  </a:lnTo>
                  <a:lnTo>
                    <a:pt x="301840" y="163639"/>
                  </a:lnTo>
                  <a:lnTo>
                    <a:pt x="302209" y="163817"/>
                  </a:lnTo>
                  <a:lnTo>
                    <a:pt x="302590" y="164007"/>
                  </a:lnTo>
                  <a:lnTo>
                    <a:pt x="303225" y="164312"/>
                  </a:lnTo>
                  <a:lnTo>
                    <a:pt x="303453" y="163931"/>
                  </a:lnTo>
                  <a:close/>
                </a:path>
                <a:path w="450850" h="213359">
                  <a:moveTo>
                    <a:pt x="307733" y="204368"/>
                  </a:moveTo>
                  <a:lnTo>
                    <a:pt x="300685" y="204368"/>
                  </a:lnTo>
                  <a:lnTo>
                    <a:pt x="300685" y="209854"/>
                  </a:lnTo>
                  <a:lnTo>
                    <a:pt x="304215" y="209854"/>
                  </a:lnTo>
                  <a:lnTo>
                    <a:pt x="307733" y="209854"/>
                  </a:lnTo>
                  <a:lnTo>
                    <a:pt x="307733" y="204368"/>
                  </a:lnTo>
                  <a:close/>
                </a:path>
                <a:path w="450850" h="213359">
                  <a:moveTo>
                    <a:pt x="318782" y="107759"/>
                  </a:moveTo>
                  <a:lnTo>
                    <a:pt x="315810" y="103670"/>
                  </a:lnTo>
                  <a:lnTo>
                    <a:pt x="314464" y="101815"/>
                  </a:lnTo>
                  <a:lnTo>
                    <a:pt x="312572" y="101904"/>
                  </a:lnTo>
                  <a:lnTo>
                    <a:pt x="312572" y="109435"/>
                  </a:lnTo>
                  <a:lnTo>
                    <a:pt x="312407" y="109486"/>
                  </a:lnTo>
                  <a:lnTo>
                    <a:pt x="312559" y="109435"/>
                  </a:lnTo>
                  <a:lnTo>
                    <a:pt x="312572" y="101904"/>
                  </a:lnTo>
                  <a:lnTo>
                    <a:pt x="312140" y="101930"/>
                  </a:lnTo>
                  <a:lnTo>
                    <a:pt x="312140" y="109486"/>
                  </a:lnTo>
                  <a:lnTo>
                    <a:pt x="311873" y="109474"/>
                  </a:lnTo>
                  <a:lnTo>
                    <a:pt x="312127" y="109461"/>
                  </a:lnTo>
                  <a:lnTo>
                    <a:pt x="312140" y="101930"/>
                  </a:lnTo>
                  <a:lnTo>
                    <a:pt x="310286" y="102006"/>
                  </a:lnTo>
                  <a:lnTo>
                    <a:pt x="308914" y="106514"/>
                  </a:lnTo>
                  <a:lnTo>
                    <a:pt x="309194" y="107569"/>
                  </a:lnTo>
                  <a:lnTo>
                    <a:pt x="309295" y="107759"/>
                  </a:lnTo>
                  <a:lnTo>
                    <a:pt x="310908" y="109308"/>
                  </a:lnTo>
                  <a:lnTo>
                    <a:pt x="311950" y="109626"/>
                  </a:lnTo>
                  <a:lnTo>
                    <a:pt x="312178" y="109550"/>
                  </a:lnTo>
                  <a:lnTo>
                    <a:pt x="313105" y="111213"/>
                  </a:lnTo>
                  <a:lnTo>
                    <a:pt x="318782" y="107759"/>
                  </a:lnTo>
                  <a:close/>
                </a:path>
                <a:path w="450850" h="213359">
                  <a:moveTo>
                    <a:pt x="319278" y="137426"/>
                  </a:moveTo>
                  <a:lnTo>
                    <a:pt x="318071" y="136232"/>
                  </a:lnTo>
                  <a:lnTo>
                    <a:pt x="316014" y="136588"/>
                  </a:lnTo>
                  <a:lnTo>
                    <a:pt x="315429" y="136956"/>
                  </a:lnTo>
                  <a:lnTo>
                    <a:pt x="312610" y="138633"/>
                  </a:lnTo>
                  <a:lnTo>
                    <a:pt x="314667" y="141947"/>
                  </a:lnTo>
                  <a:lnTo>
                    <a:pt x="316522" y="140563"/>
                  </a:lnTo>
                  <a:lnTo>
                    <a:pt x="317347" y="139941"/>
                  </a:lnTo>
                  <a:lnTo>
                    <a:pt x="317995" y="139484"/>
                  </a:lnTo>
                  <a:lnTo>
                    <a:pt x="319278" y="137426"/>
                  </a:lnTo>
                  <a:close/>
                </a:path>
                <a:path w="450850" h="213359">
                  <a:moveTo>
                    <a:pt x="324993" y="183261"/>
                  </a:moveTo>
                  <a:lnTo>
                    <a:pt x="313944" y="183210"/>
                  </a:lnTo>
                  <a:lnTo>
                    <a:pt x="317385" y="192646"/>
                  </a:lnTo>
                  <a:lnTo>
                    <a:pt x="321564" y="192646"/>
                  </a:lnTo>
                  <a:lnTo>
                    <a:pt x="322732" y="189458"/>
                  </a:lnTo>
                  <a:lnTo>
                    <a:pt x="324993" y="183261"/>
                  </a:lnTo>
                  <a:close/>
                </a:path>
                <a:path w="450850" h="213359">
                  <a:moveTo>
                    <a:pt x="329260" y="165087"/>
                  </a:moveTo>
                  <a:lnTo>
                    <a:pt x="328701" y="163804"/>
                  </a:lnTo>
                  <a:lnTo>
                    <a:pt x="327406" y="163474"/>
                  </a:lnTo>
                  <a:lnTo>
                    <a:pt x="327075" y="163385"/>
                  </a:lnTo>
                  <a:lnTo>
                    <a:pt x="326301" y="163029"/>
                  </a:lnTo>
                  <a:lnTo>
                    <a:pt x="323761" y="160375"/>
                  </a:lnTo>
                  <a:lnTo>
                    <a:pt x="319354" y="166027"/>
                  </a:lnTo>
                  <a:lnTo>
                    <a:pt x="325208" y="169227"/>
                  </a:lnTo>
                  <a:lnTo>
                    <a:pt x="328485" y="168998"/>
                  </a:lnTo>
                  <a:lnTo>
                    <a:pt x="329260" y="165087"/>
                  </a:lnTo>
                  <a:close/>
                </a:path>
                <a:path w="450850" h="213359">
                  <a:moveTo>
                    <a:pt x="339166" y="128130"/>
                  </a:moveTo>
                  <a:lnTo>
                    <a:pt x="338505" y="127508"/>
                  </a:lnTo>
                  <a:lnTo>
                    <a:pt x="337921" y="127698"/>
                  </a:lnTo>
                  <a:lnTo>
                    <a:pt x="337705" y="127762"/>
                  </a:lnTo>
                  <a:lnTo>
                    <a:pt x="337261" y="127914"/>
                  </a:lnTo>
                  <a:lnTo>
                    <a:pt x="334924" y="128638"/>
                  </a:lnTo>
                  <a:lnTo>
                    <a:pt x="337883" y="131775"/>
                  </a:lnTo>
                  <a:lnTo>
                    <a:pt x="338734" y="129374"/>
                  </a:lnTo>
                  <a:lnTo>
                    <a:pt x="338874" y="128943"/>
                  </a:lnTo>
                  <a:lnTo>
                    <a:pt x="338963" y="128739"/>
                  </a:lnTo>
                  <a:lnTo>
                    <a:pt x="339166" y="128130"/>
                  </a:lnTo>
                  <a:close/>
                </a:path>
                <a:path w="450850" h="213359">
                  <a:moveTo>
                    <a:pt x="339953" y="96913"/>
                  </a:moveTo>
                  <a:lnTo>
                    <a:pt x="338696" y="93472"/>
                  </a:lnTo>
                  <a:lnTo>
                    <a:pt x="339153" y="91643"/>
                  </a:lnTo>
                  <a:lnTo>
                    <a:pt x="338188" y="90347"/>
                  </a:lnTo>
                  <a:lnTo>
                    <a:pt x="335673" y="89281"/>
                  </a:lnTo>
                  <a:lnTo>
                    <a:pt x="334327" y="89471"/>
                  </a:lnTo>
                  <a:lnTo>
                    <a:pt x="331660" y="91490"/>
                  </a:lnTo>
                  <a:lnTo>
                    <a:pt x="331139" y="93510"/>
                  </a:lnTo>
                  <a:lnTo>
                    <a:pt x="334035" y="99326"/>
                  </a:lnTo>
                  <a:lnTo>
                    <a:pt x="339953" y="96913"/>
                  </a:lnTo>
                  <a:close/>
                </a:path>
                <a:path w="450850" h="213359">
                  <a:moveTo>
                    <a:pt x="344182" y="61937"/>
                  </a:moveTo>
                  <a:lnTo>
                    <a:pt x="340017" y="61937"/>
                  </a:lnTo>
                  <a:lnTo>
                    <a:pt x="340017" y="65163"/>
                  </a:lnTo>
                  <a:lnTo>
                    <a:pt x="342099" y="65163"/>
                  </a:lnTo>
                  <a:lnTo>
                    <a:pt x="344182" y="65163"/>
                  </a:lnTo>
                  <a:lnTo>
                    <a:pt x="344182" y="61937"/>
                  </a:lnTo>
                  <a:close/>
                </a:path>
                <a:path w="450850" h="213359">
                  <a:moveTo>
                    <a:pt x="345973" y="194945"/>
                  </a:moveTo>
                  <a:lnTo>
                    <a:pt x="337108" y="194945"/>
                  </a:lnTo>
                  <a:lnTo>
                    <a:pt x="337096" y="201828"/>
                  </a:lnTo>
                  <a:lnTo>
                    <a:pt x="341528" y="201828"/>
                  </a:lnTo>
                  <a:lnTo>
                    <a:pt x="345960" y="201828"/>
                  </a:lnTo>
                  <a:lnTo>
                    <a:pt x="345973" y="194945"/>
                  </a:lnTo>
                  <a:close/>
                </a:path>
                <a:path w="450850" h="213359">
                  <a:moveTo>
                    <a:pt x="347141" y="80721"/>
                  </a:moveTo>
                  <a:lnTo>
                    <a:pt x="344970" y="80721"/>
                  </a:lnTo>
                  <a:lnTo>
                    <a:pt x="344970" y="82410"/>
                  </a:lnTo>
                  <a:lnTo>
                    <a:pt x="346062" y="82410"/>
                  </a:lnTo>
                  <a:lnTo>
                    <a:pt x="347141" y="82410"/>
                  </a:lnTo>
                  <a:lnTo>
                    <a:pt x="347141" y="80721"/>
                  </a:lnTo>
                  <a:close/>
                </a:path>
                <a:path w="450850" h="213359">
                  <a:moveTo>
                    <a:pt x="351993" y="171704"/>
                  </a:moveTo>
                  <a:lnTo>
                    <a:pt x="349872" y="166649"/>
                  </a:lnTo>
                  <a:lnTo>
                    <a:pt x="346252" y="165557"/>
                  </a:lnTo>
                  <a:lnTo>
                    <a:pt x="344385" y="167767"/>
                  </a:lnTo>
                  <a:lnTo>
                    <a:pt x="342036" y="170561"/>
                  </a:lnTo>
                  <a:lnTo>
                    <a:pt x="343166" y="174726"/>
                  </a:lnTo>
                  <a:lnTo>
                    <a:pt x="350050" y="174523"/>
                  </a:lnTo>
                  <a:lnTo>
                    <a:pt x="351993" y="171704"/>
                  </a:lnTo>
                  <a:close/>
                </a:path>
                <a:path w="450850" h="213359">
                  <a:moveTo>
                    <a:pt x="360565" y="89344"/>
                  </a:moveTo>
                  <a:lnTo>
                    <a:pt x="360324" y="87630"/>
                  </a:lnTo>
                  <a:lnTo>
                    <a:pt x="358114" y="86652"/>
                  </a:lnTo>
                  <a:lnTo>
                    <a:pt x="357339" y="86474"/>
                  </a:lnTo>
                  <a:lnTo>
                    <a:pt x="353847" y="86321"/>
                  </a:lnTo>
                  <a:lnTo>
                    <a:pt x="352348" y="88938"/>
                  </a:lnTo>
                  <a:lnTo>
                    <a:pt x="354177" y="93281"/>
                  </a:lnTo>
                  <a:lnTo>
                    <a:pt x="356781" y="93484"/>
                  </a:lnTo>
                  <a:lnTo>
                    <a:pt x="358559" y="92062"/>
                  </a:lnTo>
                  <a:lnTo>
                    <a:pt x="359219" y="91528"/>
                  </a:lnTo>
                  <a:lnTo>
                    <a:pt x="359562" y="91109"/>
                  </a:lnTo>
                  <a:lnTo>
                    <a:pt x="360565" y="89344"/>
                  </a:lnTo>
                  <a:close/>
                </a:path>
                <a:path w="450850" h="213359">
                  <a:moveTo>
                    <a:pt x="364451" y="186690"/>
                  </a:moveTo>
                  <a:lnTo>
                    <a:pt x="362724" y="186690"/>
                  </a:lnTo>
                  <a:lnTo>
                    <a:pt x="362724" y="187147"/>
                  </a:lnTo>
                  <a:lnTo>
                    <a:pt x="363029" y="187147"/>
                  </a:lnTo>
                  <a:lnTo>
                    <a:pt x="364451" y="187147"/>
                  </a:lnTo>
                  <a:lnTo>
                    <a:pt x="364451" y="186690"/>
                  </a:lnTo>
                  <a:close/>
                </a:path>
                <a:path w="450850" h="213359">
                  <a:moveTo>
                    <a:pt x="365709" y="122974"/>
                  </a:moveTo>
                  <a:lnTo>
                    <a:pt x="361696" y="120738"/>
                  </a:lnTo>
                  <a:lnTo>
                    <a:pt x="357771" y="127660"/>
                  </a:lnTo>
                  <a:lnTo>
                    <a:pt x="364617" y="129959"/>
                  </a:lnTo>
                  <a:lnTo>
                    <a:pt x="365239" y="126009"/>
                  </a:lnTo>
                  <a:lnTo>
                    <a:pt x="365709" y="122974"/>
                  </a:lnTo>
                  <a:close/>
                </a:path>
                <a:path w="450850" h="213359">
                  <a:moveTo>
                    <a:pt x="366420" y="53035"/>
                  </a:moveTo>
                  <a:lnTo>
                    <a:pt x="366395" y="49593"/>
                  </a:lnTo>
                  <a:lnTo>
                    <a:pt x="363943" y="48564"/>
                  </a:lnTo>
                  <a:lnTo>
                    <a:pt x="361226" y="51295"/>
                  </a:lnTo>
                  <a:lnTo>
                    <a:pt x="362178" y="53848"/>
                  </a:lnTo>
                  <a:lnTo>
                    <a:pt x="364159" y="53797"/>
                  </a:lnTo>
                  <a:lnTo>
                    <a:pt x="365633" y="53746"/>
                  </a:lnTo>
                  <a:lnTo>
                    <a:pt x="366420" y="53035"/>
                  </a:lnTo>
                  <a:close/>
                </a:path>
                <a:path w="450850" h="213359">
                  <a:moveTo>
                    <a:pt x="371424" y="178892"/>
                  </a:moveTo>
                  <a:lnTo>
                    <a:pt x="370535" y="176745"/>
                  </a:lnTo>
                  <a:lnTo>
                    <a:pt x="370471" y="176568"/>
                  </a:lnTo>
                  <a:lnTo>
                    <a:pt x="370395" y="176415"/>
                  </a:lnTo>
                  <a:lnTo>
                    <a:pt x="370332" y="176250"/>
                  </a:lnTo>
                  <a:lnTo>
                    <a:pt x="369887" y="175196"/>
                  </a:lnTo>
                  <a:lnTo>
                    <a:pt x="368604" y="175196"/>
                  </a:lnTo>
                  <a:lnTo>
                    <a:pt x="368160" y="176250"/>
                  </a:lnTo>
                  <a:lnTo>
                    <a:pt x="368033" y="176568"/>
                  </a:lnTo>
                  <a:lnTo>
                    <a:pt x="367080" y="178879"/>
                  </a:lnTo>
                  <a:lnTo>
                    <a:pt x="371424" y="178892"/>
                  </a:lnTo>
                  <a:close/>
                </a:path>
                <a:path w="450850" h="213359">
                  <a:moveTo>
                    <a:pt x="380669" y="136982"/>
                  </a:moveTo>
                  <a:lnTo>
                    <a:pt x="380377" y="135801"/>
                  </a:lnTo>
                  <a:lnTo>
                    <a:pt x="378345" y="134823"/>
                  </a:lnTo>
                  <a:lnTo>
                    <a:pt x="377596" y="134785"/>
                  </a:lnTo>
                  <a:lnTo>
                    <a:pt x="372198" y="136105"/>
                  </a:lnTo>
                  <a:lnTo>
                    <a:pt x="375246" y="143065"/>
                  </a:lnTo>
                  <a:lnTo>
                    <a:pt x="379234" y="139890"/>
                  </a:lnTo>
                  <a:lnTo>
                    <a:pt x="379933" y="139331"/>
                  </a:lnTo>
                  <a:lnTo>
                    <a:pt x="380314" y="138785"/>
                  </a:lnTo>
                  <a:lnTo>
                    <a:pt x="380669" y="136982"/>
                  </a:lnTo>
                  <a:close/>
                </a:path>
                <a:path w="450850" h="213359">
                  <a:moveTo>
                    <a:pt x="384238" y="177419"/>
                  </a:moveTo>
                  <a:lnTo>
                    <a:pt x="383654" y="177419"/>
                  </a:lnTo>
                  <a:lnTo>
                    <a:pt x="383654" y="177863"/>
                  </a:lnTo>
                  <a:lnTo>
                    <a:pt x="383946" y="177863"/>
                  </a:lnTo>
                  <a:lnTo>
                    <a:pt x="384238" y="177863"/>
                  </a:lnTo>
                  <a:lnTo>
                    <a:pt x="384238" y="177419"/>
                  </a:lnTo>
                  <a:close/>
                </a:path>
                <a:path w="450850" h="213359">
                  <a:moveTo>
                    <a:pt x="385203" y="35585"/>
                  </a:moveTo>
                  <a:lnTo>
                    <a:pt x="384949" y="34010"/>
                  </a:lnTo>
                  <a:lnTo>
                    <a:pt x="385025" y="33680"/>
                  </a:lnTo>
                  <a:lnTo>
                    <a:pt x="384860" y="33464"/>
                  </a:lnTo>
                  <a:lnTo>
                    <a:pt x="383717" y="31927"/>
                  </a:lnTo>
                  <a:lnTo>
                    <a:pt x="381177" y="32943"/>
                  </a:lnTo>
                  <a:lnTo>
                    <a:pt x="380174" y="33489"/>
                  </a:lnTo>
                  <a:lnTo>
                    <a:pt x="378091" y="36144"/>
                  </a:lnTo>
                  <a:lnTo>
                    <a:pt x="378802" y="38620"/>
                  </a:lnTo>
                  <a:lnTo>
                    <a:pt x="382422" y="38709"/>
                  </a:lnTo>
                  <a:lnTo>
                    <a:pt x="383451" y="38265"/>
                  </a:lnTo>
                  <a:lnTo>
                    <a:pt x="384530" y="36893"/>
                  </a:lnTo>
                  <a:lnTo>
                    <a:pt x="385140" y="36118"/>
                  </a:lnTo>
                  <a:lnTo>
                    <a:pt x="385203" y="35585"/>
                  </a:lnTo>
                  <a:close/>
                </a:path>
                <a:path w="450850" h="213359">
                  <a:moveTo>
                    <a:pt x="385889" y="55524"/>
                  </a:moveTo>
                  <a:lnTo>
                    <a:pt x="385546" y="54152"/>
                  </a:lnTo>
                  <a:lnTo>
                    <a:pt x="383933" y="53619"/>
                  </a:lnTo>
                  <a:lnTo>
                    <a:pt x="383463" y="53606"/>
                  </a:lnTo>
                  <a:lnTo>
                    <a:pt x="381685" y="52247"/>
                  </a:lnTo>
                  <a:lnTo>
                    <a:pt x="379755" y="54330"/>
                  </a:lnTo>
                  <a:lnTo>
                    <a:pt x="380695" y="55727"/>
                  </a:lnTo>
                  <a:lnTo>
                    <a:pt x="381723" y="57251"/>
                  </a:lnTo>
                  <a:lnTo>
                    <a:pt x="383679" y="58039"/>
                  </a:lnTo>
                  <a:lnTo>
                    <a:pt x="385889" y="55524"/>
                  </a:lnTo>
                  <a:close/>
                </a:path>
                <a:path w="450850" h="213359">
                  <a:moveTo>
                    <a:pt x="389737" y="166585"/>
                  </a:moveTo>
                  <a:lnTo>
                    <a:pt x="383273" y="159753"/>
                  </a:lnTo>
                  <a:lnTo>
                    <a:pt x="379539" y="164807"/>
                  </a:lnTo>
                  <a:lnTo>
                    <a:pt x="376910" y="168363"/>
                  </a:lnTo>
                  <a:lnTo>
                    <a:pt x="381165" y="172427"/>
                  </a:lnTo>
                  <a:lnTo>
                    <a:pt x="389737" y="166585"/>
                  </a:lnTo>
                  <a:close/>
                </a:path>
                <a:path w="450850" h="213359">
                  <a:moveTo>
                    <a:pt x="392061" y="97053"/>
                  </a:moveTo>
                  <a:lnTo>
                    <a:pt x="386562" y="95008"/>
                  </a:lnTo>
                  <a:lnTo>
                    <a:pt x="383095" y="93700"/>
                  </a:lnTo>
                  <a:lnTo>
                    <a:pt x="380517" y="98475"/>
                  </a:lnTo>
                  <a:lnTo>
                    <a:pt x="387299" y="104673"/>
                  </a:lnTo>
                  <a:lnTo>
                    <a:pt x="392061" y="97053"/>
                  </a:lnTo>
                  <a:close/>
                </a:path>
                <a:path w="450850" h="213359">
                  <a:moveTo>
                    <a:pt x="392188" y="203047"/>
                  </a:moveTo>
                  <a:lnTo>
                    <a:pt x="390855" y="200494"/>
                  </a:lnTo>
                  <a:lnTo>
                    <a:pt x="387223" y="200494"/>
                  </a:lnTo>
                  <a:lnTo>
                    <a:pt x="385902" y="203060"/>
                  </a:lnTo>
                  <a:lnTo>
                    <a:pt x="387451" y="204343"/>
                  </a:lnTo>
                  <a:lnTo>
                    <a:pt x="388556" y="205270"/>
                  </a:lnTo>
                  <a:lnTo>
                    <a:pt x="389509" y="205270"/>
                  </a:lnTo>
                  <a:lnTo>
                    <a:pt x="392188" y="203047"/>
                  </a:lnTo>
                  <a:close/>
                </a:path>
                <a:path w="450850" h="213359">
                  <a:moveTo>
                    <a:pt x="400316" y="43992"/>
                  </a:moveTo>
                  <a:lnTo>
                    <a:pt x="399884" y="42557"/>
                  </a:lnTo>
                  <a:lnTo>
                    <a:pt x="397421" y="42557"/>
                  </a:lnTo>
                  <a:lnTo>
                    <a:pt x="396989" y="43992"/>
                  </a:lnTo>
                  <a:lnTo>
                    <a:pt x="397700" y="44843"/>
                  </a:lnTo>
                  <a:lnTo>
                    <a:pt x="397878" y="45046"/>
                  </a:lnTo>
                  <a:lnTo>
                    <a:pt x="398272" y="45529"/>
                  </a:lnTo>
                  <a:lnTo>
                    <a:pt x="399021" y="45529"/>
                  </a:lnTo>
                  <a:lnTo>
                    <a:pt x="399440" y="45046"/>
                  </a:lnTo>
                  <a:lnTo>
                    <a:pt x="400316" y="43992"/>
                  </a:lnTo>
                  <a:close/>
                </a:path>
                <a:path w="450850" h="213359">
                  <a:moveTo>
                    <a:pt x="400621" y="46990"/>
                  </a:moveTo>
                  <a:lnTo>
                    <a:pt x="400342" y="46964"/>
                  </a:lnTo>
                  <a:lnTo>
                    <a:pt x="399592" y="46888"/>
                  </a:lnTo>
                  <a:lnTo>
                    <a:pt x="398843" y="46824"/>
                  </a:lnTo>
                  <a:lnTo>
                    <a:pt x="397548" y="46710"/>
                  </a:lnTo>
                  <a:lnTo>
                    <a:pt x="397548" y="47650"/>
                  </a:lnTo>
                  <a:lnTo>
                    <a:pt x="398081" y="47599"/>
                  </a:lnTo>
                  <a:lnTo>
                    <a:pt x="398843" y="47536"/>
                  </a:lnTo>
                  <a:lnTo>
                    <a:pt x="400342" y="47383"/>
                  </a:lnTo>
                  <a:lnTo>
                    <a:pt x="400621" y="47358"/>
                  </a:lnTo>
                  <a:lnTo>
                    <a:pt x="400621" y="46990"/>
                  </a:lnTo>
                  <a:close/>
                </a:path>
                <a:path w="450850" h="213359">
                  <a:moveTo>
                    <a:pt x="400646" y="64071"/>
                  </a:moveTo>
                  <a:lnTo>
                    <a:pt x="392137" y="64071"/>
                  </a:lnTo>
                  <a:lnTo>
                    <a:pt x="392125" y="70675"/>
                  </a:lnTo>
                  <a:lnTo>
                    <a:pt x="396392" y="70675"/>
                  </a:lnTo>
                  <a:lnTo>
                    <a:pt x="400634" y="70675"/>
                  </a:lnTo>
                  <a:lnTo>
                    <a:pt x="400646" y="64071"/>
                  </a:lnTo>
                  <a:close/>
                </a:path>
                <a:path w="450850" h="213359">
                  <a:moveTo>
                    <a:pt x="403250" y="129171"/>
                  </a:moveTo>
                  <a:lnTo>
                    <a:pt x="397764" y="127927"/>
                  </a:lnTo>
                  <a:lnTo>
                    <a:pt x="397713" y="132346"/>
                  </a:lnTo>
                  <a:lnTo>
                    <a:pt x="398145" y="133007"/>
                  </a:lnTo>
                  <a:lnTo>
                    <a:pt x="400367" y="134327"/>
                  </a:lnTo>
                  <a:lnTo>
                    <a:pt x="401891" y="133286"/>
                  </a:lnTo>
                  <a:lnTo>
                    <a:pt x="401929" y="132626"/>
                  </a:lnTo>
                  <a:lnTo>
                    <a:pt x="401993" y="131711"/>
                  </a:lnTo>
                  <a:lnTo>
                    <a:pt x="402551" y="130556"/>
                  </a:lnTo>
                  <a:lnTo>
                    <a:pt x="403250" y="129171"/>
                  </a:lnTo>
                  <a:close/>
                </a:path>
                <a:path w="450850" h="213359">
                  <a:moveTo>
                    <a:pt x="403479" y="20942"/>
                  </a:moveTo>
                  <a:lnTo>
                    <a:pt x="394970" y="20942"/>
                  </a:lnTo>
                  <a:lnTo>
                    <a:pt x="394957" y="27559"/>
                  </a:lnTo>
                  <a:lnTo>
                    <a:pt x="399211" y="27559"/>
                  </a:lnTo>
                  <a:lnTo>
                    <a:pt x="403466" y="27559"/>
                  </a:lnTo>
                  <a:lnTo>
                    <a:pt x="403479" y="20942"/>
                  </a:lnTo>
                  <a:close/>
                </a:path>
                <a:path w="450850" h="213359">
                  <a:moveTo>
                    <a:pt x="404583" y="92341"/>
                  </a:moveTo>
                  <a:lnTo>
                    <a:pt x="399961" y="88773"/>
                  </a:lnTo>
                  <a:lnTo>
                    <a:pt x="398297" y="91859"/>
                  </a:lnTo>
                  <a:lnTo>
                    <a:pt x="397814" y="92748"/>
                  </a:lnTo>
                  <a:lnTo>
                    <a:pt x="397789" y="93395"/>
                  </a:lnTo>
                  <a:lnTo>
                    <a:pt x="398132" y="95618"/>
                  </a:lnTo>
                  <a:lnTo>
                    <a:pt x="399643" y="96202"/>
                  </a:lnTo>
                  <a:lnTo>
                    <a:pt x="401205" y="95846"/>
                  </a:lnTo>
                  <a:lnTo>
                    <a:pt x="401548" y="95618"/>
                  </a:lnTo>
                  <a:lnTo>
                    <a:pt x="402056" y="95008"/>
                  </a:lnTo>
                  <a:lnTo>
                    <a:pt x="402793" y="94043"/>
                  </a:lnTo>
                  <a:lnTo>
                    <a:pt x="404583" y="92341"/>
                  </a:lnTo>
                  <a:close/>
                </a:path>
                <a:path w="450850" h="213359">
                  <a:moveTo>
                    <a:pt x="406133" y="152171"/>
                  </a:moveTo>
                  <a:lnTo>
                    <a:pt x="406019" y="150037"/>
                  </a:lnTo>
                  <a:lnTo>
                    <a:pt x="405968" y="149694"/>
                  </a:lnTo>
                  <a:lnTo>
                    <a:pt x="405180" y="147015"/>
                  </a:lnTo>
                  <a:lnTo>
                    <a:pt x="402196" y="147916"/>
                  </a:lnTo>
                  <a:lnTo>
                    <a:pt x="402882" y="149644"/>
                  </a:lnTo>
                  <a:lnTo>
                    <a:pt x="403339" y="150774"/>
                  </a:lnTo>
                  <a:lnTo>
                    <a:pt x="404469" y="152387"/>
                  </a:lnTo>
                  <a:lnTo>
                    <a:pt x="406133" y="152171"/>
                  </a:lnTo>
                  <a:close/>
                </a:path>
                <a:path w="450850" h="213359">
                  <a:moveTo>
                    <a:pt x="406895" y="113080"/>
                  </a:moveTo>
                  <a:lnTo>
                    <a:pt x="406095" y="111709"/>
                  </a:lnTo>
                  <a:lnTo>
                    <a:pt x="405955" y="111506"/>
                  </a:lnTo>
                  <a:lnTo>
                    <a:pt x="404876" y="109664"/>
                  </a:lnTo>
                  <a:lnTo>
                    <a:pt x="402424" y="112242"/>
                  </a:lnTo>
                  <a:lnTo>
                    <a:pt x="404228" y="113233"/>
                  </a:lnTo>
                  <a:lnTo>
                    <a:pt x="404456" y="113360"/>
                  </a:lnTo>
                  <a:lnTo>
                    <a:pt x="404685" y="113474"/>
                  </a:lnTo>
                  <a:lnTo>
                    <a:pt x="404901" y="113601"/>
                  </a:lnTo>
                  <a:lnTo>
                    <a:pt x="405815" y="114084"/>
                  </a:lnTo>
                  <a:lnTo>
                    <a:pt x="406895" y="113080"/>
                  </a:lnTo>
                  <a:close/>
                </a:path>
                <a:path w="450850" h="213359">
                  <a:moveTo>
                    <a:pt x="410819" y="212902"/>
                  </a:moveTo>
                  <a:lnTo>
                    <a:pt x="410235" y="212902"/>
                  </a:lnTo>
                  <a:lnTo>
                    <a:pt x="410235" y="213347"/>
                  </a:lnTo>
                  <a:lnTo>
                    <a:pt x="410527" y="213347"/>
                  </a:lnTo>
                  <a:lnTo>
                    <a:pt x="410819" y="213347"/>
                  </a:lnTo>
                  <a:lnTo>
                    <a:pt x="410819" y="212902"/>
                  </a:lnTo>
                  <a:close/>
                </a:path>
                <a:path w="450850" h="213359">
                  <a:moveTo>
                    <a:pt x="410895" y="34556"/>
                  </a:moveTo>
                  <a:lnTo>
                    <a:pt x="410311" y="33502"/>
                  </a:lnTo>
                  <a:lnTo>
                    <a:pt x="409600" y="34010"/>
                  </a:lnTo>
                  <a:lnTo>
                    <a:pt x="408787" y="34620"/>
                  </a:lnTo>
                  <a:lnTo>
                    <a:pt x="407225" y="35763"/>
                  </a:lnTo>
                  <a:lnTo>
                    <a:pt x="408711" y="37325"/>
                  </a:lnTo>
                  <a:lnTo>
                    <a:pt x="409473" y="36360"/>
                  </a:lnTo>
                  <a:lnTo>
                    <a:pt x="410121" y="35534"/>
                  </a:lnTo>
                  <a:lnTo>
                    <a:pt x="410464" y="35128"/>
                  </a:lnTo>
                  <a:lnTo>
                    <a:pt x="410895" y="34556"/>
                  </a:lnTo>
                  <a:close/>
                </a:path>
                <a:path w="450850" h="213359">
                  <a:moveTo>
                    <a:pt x="411391" y="172504"/>
                  </a:moveTo>
                  <a:lnTo>
                    <a:pt x="410794" y="172504"/>
                  </a:lnTo>
                  <a:lnTo>
                    <a:pt x="410794" y="172948"/>
                  </a:lnTo>
                  <a:lnTo>
                    <a:pt x="411086" y="172948"/>
                  </a:lnTo>
                  <a:lnTo>
                    <a:pt x="411391" y="172948"/>
                  </a:lnTo>
                  <a:lnTo>
                    <a:pt x="411391" y="172504"/>
                  </a:lnTo>
                  <a:close/>
                </a:path>
                <a:path w="450850" h="213359">
                  <a:moveTo>
                    <a:pt x="414642" y="56667"/>
                  </a:moveTo>
                  <a:lnTo>
                    <a:pt x="413689" y="54089"/>
                  </a:lnTo>
                  <a:lnTo>
                    <a:pt x="412229" y="54952"/>
                  </a:lnTo>
                  <a:lnTo>
                    <a:pt x="411340" y="55079"/>
                  </a:lnTo>
                  <a:lnTo>
                    <a:pt x="410400" y="54825"/>
                  </a:lnTo>
                  <a:lnTo>
                    <a:pt x="409879" y="56095"/>
                  </a:lnTo>
                  <a:lnTo>
                    <a:pt x="411518" y="57150"/>
                  </a:lnTo>
                  <a:lnTo>
                    <a:pt x="412140" y="57213"/>
                  </a:lnTo>
                  <a:lnTo>
                    <a:pt x="414642" y="56667"/>
                  </a:lnTo>
                  <a:close/>
                </a:path>
                <a:path w="450850" h="213359">
                  <a:moveTo>
                    <a:pt x="417652" y="184759"/>
                  </a:moveTo>
                  <a:lnTo>
                    <a:pt x="417436" y="182829"/>
                  </a:lnTo>
                  <a:lnTo>
                    <a:pt x="417271" y="181305"/>
                  </a:lnTo>
                  <a:lnTo>
                    <a:pt x="417245" y="181051"/>
                  </a:lnTo>
                  <a:lnTo>
                    <a:pt x="417207" y="180657"/>
                  </a:lnTo>
                  <a:lnTo>
                    <a:pt x="417080" y="179552"/>
                  </a:lnTo>
                  <a:lnTo>
                    <a:pt x="414362" y="180111"/>
                  </a:lnTo>
                  <a:lnTo>
                    <a:pt x="414362" y="181051"/>
                  </a:lnTo>
                  <a:lnTo>
                    <a:pt x="414235" y="181305"/>
                  </a:lnTo>
                  <a:lnTo>
                    <a:pt x="414083" y="181267"/>
                  </a:lnTo>
                  <a:lnTo>
                    <a:pt x="414058" y="181140"/>
                  </a:lnTo>
                  <a:lnTo>
                    <a:pt x="414362" y="181051"/>
                  </a:lnTo>
                  <a:lnTo>
                    <a:pt x="414362" y="180111"/>
                  </a:lnTo>
                  <a:lnTo>
                    <a:pt x="413829" y="180225"/>
                  </a:lnTo>
                  <a:lnTo>
                    <a:pt x="413829" y="180936"/>
                  </a:lnTo>
                  <a:lnTo>
                    <a:pt x="413562" y="180898"/>
                  </a:lnTo>
                  <a:lnTo>
                    <a:pt x="413524" y="180657"/>
                  </a:lnTo>
                  <a:lnTo>
                    <a:pt x="413829" y="180936"/>
                  </a:lnTo>
                  <a:lnTo>
                    <a:pt x="413829" y="180225"/>
                  </a:lnTo>
                  <a:lnTo>
                    <a:pt x="412292" y="180530"/>
                  </a:lnTo>
                  <a:lnTo>
                    <a:pt x="412330" y="181800"/>
                  </a:lnTo>
                  <a:lnTo>
                    <a:pt x="412356" y="182537"/>
                  </a:lnTo>
                  <a:lnTo>
                    <a:pt x="412330" y="181800"/>
                  </a:lnTo>
                  <a:lnTo>
                    <a:pt x="412216" y="181940"/>
                  </a:lnTo>
                  <a:lnTo>
                    <a:pt x="412140" y="182829"/>
                  </a:lnTo>
                  <a:lnTo>
                    <a:pt x="412597" y="184162"/>
                  </a:lnTo>
                  <a:lnTo>
                    <a:pt x="413270" y="184734"/>
                  </a:lnTo>
                  <a:lnTo>
                    <a:pt x="417652" y="184759"/>
                  </a:lnTo>
                  <a:close/>
                </a:path>
                <a:path w="450850" h="213359">
                  <a:moveTo>
                    <a:pt x="417855" y="19888"/>
                  </a:moveTo>
                  <a:lnTo>
                    <a:pt x="412242" y="19888"/>
                  </a:lnTo>
                  <a:lnTo>
                    <a:pt x="412242" y="24244"/>
                  </a:lnTo>
                  <a:lnTo>
                    <a:pt x="415048" y="24244"/>
                  </a:lnTo>
                  <a:lnTo>
                    <a:pt x="417855" y="24244"/>
                  </a:lnTo>
                  <a:lnTo>
                    <a:pt x="417855" y="19888"/>
                  </a:lnTo>
                  <a:close/>
                </a:path>
                <a:path w="450850" h="213359">
                  <a:moveTo>
                    <a:pt x="418515" y="150279"/>
                  </a:moveTo>
                  <a:lnTo>
                    <a:pt x="412724" y="150279"/>
                  </a:lnTo>
                  <a:lnTo>
                    <a:pt x="412711" y="154774"/>
                  </a:lnTo>
                  <a:lnTo>
                    <a:pt x="415620" y="154774"/>
                  </a:lnTo>
                  <a:lnTo>
                    <a:pt x="418503" y="154774"/>
                  </a:lnTo>
                  <a:lnTo>
                    <a:pt x="418515" y="150279"/>
                  </a:lnTo>
                  <a:close/>
                </a:path>
                <a:path w="450850" h="213359">
                  <a:moveTo>
                    <a:pt x="418617" y="46494"/>
                  </a:moveTo>
                  <a:lnTo>
                    <a:pt x="418261" y="46494"/>
                  </a:lnTo>
                  <a:lnTo>
                    <a:pt x="418261" y="46774"/>
                  </a:lnTo>
                  <a:lnTo>
                    <a:pt x="418439" y="46774"/>
                  </a:lnTo>
                  <a:lnTo>
                    <a:pt x="418617" y="46774"/>
                  </a:lnTo>
                  <a:lnTo>
                    <a:pt x="418617" y="46494"/>
                  </a:lnTo>
                  <a:close/>
                </a:path>
                <a:path w="450850" h="213359">
                  <a:moveTo>
                    <a:pt x="419201" y="203974"/>
                  </a:moveTo>
                  <a:lnTo>
                    <a:pt x="419150" y="203809"/>
                  </a:lnTo>
                  <a:lnTo>
                    <a:pt x="418757" y="202920"/>
                  </a:lnTo>
                  <a:lnTo>
                    <a:pt x="418744" y="202031"/>
                  </a:lnTo>
                  <a:lnTo>
                    <a:pt x="419087" y="201129"/>
                  </a:lnTo>
                  <a:lnTo>
                    <a:pt x="418617" y="202082"/>
                  </a:lnTo>
                  <a:lnTo>
                    <a:pt x="418592" y="202869"/>
                  </a:lnTo>
                  <a:lnTo>
                    <a:pt x="418922" y="204050"/>
                  </a:lnTo>
                  <a:lnTo>
                    <a:pt x="419201" y="203974"/>
                  </a:lnTo>
                  <a:close/>
                </a:path>
                <a:path w="450850" h="213359">
                  <a:moveTo>
                    <a:pt x="419569" y="10134"/>
                  </a:moveTo>
                  <a:lnTo>
                    <a:pt x="417969" y="9677"/>
                  </a:lnTo>
                  <a:lnTo>
                    <a:pt x="415569" y="14795"/>
                  </a:lnTo>
                  <a:lnTo>
                    <a:pt x="419201" y="15735"/>
                  </a:lnTo>
                  <a:lnTo>
                    <a:pt x="419354" y="13335"/>
                  </a:lnTo>
                  <a:lnTo>
                    <a:pt x="419569" y="10134"/>
                  </a:lnTo>
                  <a:close/>
                </a:path>
                <a:path w="450850" h="213359">
                  <a:moveTo>
                    <a:pt x="421690" y="121094"/>
                  </a:moveTo>
                  <a:lnTo>
                    <a:pt x="418058" y="119672"/>
                  </a:lnTo>
                  <a:lnTo>
                    <a:pt x="417398" y="122085"/>
                  </a:lnTo>
                  <a:lnTo>
                    <a:pt x="416928" y="123786"/>
                  </a:lnTo>
                  <a:lnTo>
                    <a:pt x="417639" y="125476"/>
                  </a:lnTo>
                  <a:lnTo>
                    <a:pt x="420458" y="125615"/>
                  </a:lnTo>
                  <a:lnTo>
                    <a:pt x="420941" y="124688"/>
                  </a:lnTo>
                  <a:lnTo>
                    <a:pt x="420801" y="123875"/>
                  </a:lnTo>
                  <a:lnTo>
                    <a:pt x="420890" y="123609"/>
                  </a:lnTo>
                  <a:lnTo>
                    <a:pt x="420814" y="123456"/>
                  </a:lnTo>
                  <a:lnTo>
                    <a:pt x="420611" y="123444"/>
                  </a:lnTo>
                  <a:lnTo>
                    <a:pt x="421690" y="121094"/>
                  </a:lnTo>
                  <a:close/>
                </a:path>
                <a:path w="450850" h="213359">
                  <a:moveTo>
                    <a:pt x="423799" y="103746"/>
                  </a:moveTo>
                  <a:lnTo>
                    <a:pt x="421068" y="100952"/>
                  </a:lnTo>
                  <a:lnTo>
                    <a:pt x="419442" y="102692"/>
                  </a:lnTo>
                  <a:lnTo>
                    <a:pt x="418858" y="103314"/>
                  </a:lnTo>
                  <a:lnTo>
                    <a:pt x="418668" y="103543"/>
                  </a:lnTo>
                  <a:lnTo>
                    <a:pt x="417880" y="105359"/>
                  </a:lnTo>
                  <a:lnTo>
                    <a:pt x="418655" y="106997"/>
                  </a:lnTo>
                  <a:lnTo>
                    <a:pt x="420865" y="106159"/>
                  </a:lnTo>
                  <a:lnTo>
                    <a:pt x="421335" y="105867"/>
                  </a:lnTo>
                  <a:lnTo>
                    <a:pt x="423799" y="103746"/>
                  </a:lnTo>
                  <a:close/>
                </a:path>
                <a:path w="450850" h="213359">
                  <a:moveTo>
                    <a:pt x="423824" y="0"/>
                  </a:moveTo>
                  <a:lnTo>
                    <a:pt x="423240" y="0"/>
                  </a:lnTo>
                  <a:lnTo>
                    <a:pt x="423240" y="457"/>
                  </a:lnTo>
                  <a:lnTo>
                    <a:pt x="423532" y="457"/>
                  </a:lnTo>
                  <a:lnTo>
                    <a:pt x="423824" y="457"/>
                  </a:lnTo>
                  <a:lnTo>
                    <a:pt x="423824" y="0"/>
                  </a:lnTo>
                  <a:close/>
                </a:path>
                <a:path w="450850" h="213359">
                  <a:moveTo>
                    <a:pt x="427101" y="72097"/>
                  </a:moveTo>
                  <a:lnTo>
                    <a:pt x="424967" y="69240"/>
                  </a:lnTo>
                  <a:lnTo>
                    <a:pt x="423913" y="67818"/>
                  </a:lnTo>
                  <a:lnTo>
                    <a:pt x="418312" y="69469"/>
                  </a:lnTo>
                  <a:lnTo>
                    <a:pt x="418807" y="71259"/>
                  </a:lnTo>
                  <a:lnTo>
                    <a:pt x="417423" y="73342"/>
                  </a:lnTo>
                  <a:lnTo>
                    <a:pt x="421690" y="76542"/>
                  </a:lnTo>
                  <a:lnTo>
                    <a:pt x="425564" y="73367"/>
                  </a:lnTo>
                  <a:lnTo>
                    <a:pt x="427101" y="72097"/>
                  </a:lnTo>
                  <a:close/>
                </a:path>
                <a:path w="450850" h="213359">
                  <a:moveTo>
                    <a:pt x="430771" y="168008"/>
                  </a:moveTo>
                  <a:lnTo>
                    <a:pt x="429869" y="168008"/>
                  </a:lnTo>
                  <a:lnTo>
                    <a:pt x="429869" y="168719"/>
                  </a:lnTo>
                  <a:lnTo>
                    <a:pt x="430314" y="168719"/>
                  </a:lnTo>
                  <a:lnTo>
                    <a:pt x="430771" y="168719"/>
                  </a:lnTo>
                  <a:lnTo>
                    <a:pt x="430771" y="168008"/>
                  </a:lnTo>
                  <a:close/>
                </a:path>
                <a:path w="450850" h="213359">
                  <a:moveTo>
                    <a:pt x="431165" y="31394"/>
                  </a:moveTo>
                  <a:lnTo>
                    <a:pt x="429666" y="29984"/>
                  </a:lnTo>
                  <a:lnTo>
                    <a:pt x="428472" y="30670"/>
                  </a:lnTo>
                  <a:lnTo>
                    <a:pt x="427393" y="31318"/>
                  </a:lnTo>
                  <a:lnTo>
                    <a:pt x="427075" y="31711"/>
                  </a:lnTo>
                  <a:lnTo>
                    <a:pt x="426974" y="33540"/>
                  </a:lnTo>
                  <a:lnTo>
                    <a:pt x="427507" y="34048"/>
                  </a:lnTo>
                  <a:lnTo>
                    <a:pt x="428053" y="34036"/>
                  </a:lnTo>
                  <a:lnTo>
                    <a:pt x="429323" y="34023"/>
                  </a:lnTo>
                  <a:lnTo>
                    <a:pt x="429717" y="33667"/>
                  </a:lnTo>
                  <a:lnTo>
                    <a:pt x="431165" y="31394"/>
                  </a:lnTo>
                  <a:close/>
                </a:path>
                <a:path w="450850" h="213359">
                  <a:moveTo>
                    <a:pt x="432244" y="117068"/>
                  </a:moveTo>
                  <a:lnTo>
                    <a:pt x="432117" y="116954"/>
                  </a:lnTo>
                  <a:lnTo>
                    <a:pt x="431927" y="116776"/>
                  </a:lnTo>
                  <a:lnTo>
                    <a:pt x="431736" y="116586"/>
                  </a:lnTo>
                  <a:lnTo>
                    <a:pt x="431546" y="116408"/>
                  </a:lnTo>
                  <a:lnTo>
                    <a:pt x="431419" y="116281"/>
                  </a:lnTo>
                  <a:lnTo>
                    <a:pt x="431228" y="116471"/>
                  </a:lnTo>
                  <a:lnTo>
                    <a:pt x="431355" y="116598"/>
                  </a:lnTo>
                  <a:lnTo>
                    <a:pt x="431546" y="116776"/>
                  </a:lnTo>
                  <a:lnTo>
                    <a:pt x="431723" y="116967"/>
                  </a:lnTo>
                  <a:lnTo>
                    <a:pt x="431914" y="117144"/>
                  </a:lnTo>
                  <a:lnTo>
                    <a:pt x="432041" y="117271"/>
                  </a:lnTo>
                  <a:lnTo>
                    <a:pt x="432244" y="117068"/>
                  </a:lnTo>
                  <a:close/>
                </a:path>
                <a:path w="450850" h="213359">
                  <a:moveTo>
                    <a:pt x="432371" y="14376"/>
                  </a:moveTo>
                  <a:lnTo>
                    <a:pt x="428256" y="14363"/>
                  </a:lnTo>
                  <a:lnTo>
                    <a:pt x="429094" y="16395"/>
                  </a:lnTo>
                  <a:lnTo>
                    <a:pt x="429234" y="16725"/>
                  </a:lnTo>
                  <a:lnTo>
                    <a:pt x="429298" y="16891"/>
                  </a:lnTo>
                  <a:lnTo>
                    <a:pt x="429717" y="17881"/>
                  </a:lnTo>
                  <a:lnTo>
                    <a:pt x="430923" y="17881"/>
                  </a:lnTo>
                  <a:lnTo>
                    <a:pt x="431342" y="16891"/>
                  </a:lnTo>
                  <a:lnTo>
                    <a:pt x="431406" y="16725"/>
                  </a:lnTo>
                  <a:lnTo>
                    <a:pt x="431482" y="16560"/>
                  </a:lnTo>
                  <a:lnTo>
                    <a:pt x="431533" y="16395"/>
                  </a:lnTo>
                  <a:lnTo>
                    <a:pt x="432371" y="14376"/>
                  </a:lnTo>
                  <a:close/>
                </a:path>
                <a:path w="450850" h="213359">
                  <a:moveTo>
                    <a:pt x="434454" y="185635"/>
                  </a:moveTo>
                  <a:lnTo>
                    <a:pt x="433857" y="185381"/>
                  </a:lnTo>
                  <a:lnTo>
                    <a:pt x="431736" y="184492"/>
                  </a:lnTo>
                  <a:lnTo>
                    <a:pt x="431634" y="184315"/>
                  </a:lnTo>
                  <a:lnTo>
                    <a:pt x="431190" y="183553"/>
                  </a:lnTo>
                  <a:lnTo>
                    <a:pt x="429094" y="183883"/>
                  </a:lnTo>
                  <a:lnTo>
                    <a:pt x="428498" y="185864"/>
                  </a:lnTo>
                  <a:lnTo>
                    <a:pt x="428205" y="188175"/>
                  </a:lnTo>
                  <a:lnTo>
                    <a:pt x="429666" y="189357"/>
                  </a:lnTo>
                  <a:lnTo>
                    <a:pt x="434327" y="189306"/>
                  </a:lnTo>
                  <a:lnTo>
                    <a:pt x="434454" y="185635"/>
                  </a:lnTo>
                  <a:close/>
                </a:path>
                <a:path w="450850" h="213359">
                  <a:moveTo>
                    <a:pt x="436308" y="102031"/>
                  </a:moveTo>
                  <a:lnTo>
                    <a:pt x="435584" y="98882"/>
                  </a:lnTo>
                  <a:lnTo>
                    <a:pt x="434911" y="95973"/>
                  </a:lnTo>
                  <a:lnTo>
                    <a:pt x="432511" y="95973"/>
                  </a:lnTo>
                  <a:lnTo>
                    <a:pt x="431126" y="102019"/>
                  </a:lnTo>
                  <a:lnTo>
                    <a:pt x="436308" y="102031"/>
                  </a:lnTo>
                  <a:close/>
                </a:path>
                <a:path w="450850" h="213359">
                  <a:moveTo>
                    <a:pt x="437375" y="198120"/>
                  </a:moveTo>
                  <a:lnTo>
                    <a:pt x="433031" y="193548"/>
                  </a:lnTo>
                  <a:lnTo>
                    <a:pt x="432219" y="196888"/>
                  </a:lnTo>
                  <a:lnTo>
                    <a:pt x="431850" y="198412"/>
                  </a:lnTo>
                  <a:lnTo>
                    <a:pt x="432600" y="199097"/>
                  </a:lnTo>
                  <a:lnTo>
                    <a:pt x="433679" y="198882"/>
                  </a:lnTo>
                  <a:lnTo>
                    <a:pt x="433895" y="198831"/>
                  </a:lnTo>
                  <a:lnTo>
                    <a:pt x="437375" y="198120"/>
                  </a:lnTo>
                  <a:close/>
                </a:path>
                <a:path w="450850" h="213359">
                  <a:moveTo>
                    <a:pt x="437388" y="58331"/>
                  </a:moveTo>
                  <a:lnTo>
                    <a:pt x="433184" y="55867"/>
                  </a:lnTo>
                  <a:lnTo>
                    <a:pt x="432917" y="57607"/>
                  </a:lnTo>
                  <a:lnTo>
                    <a:pt x="432536" y="57835"/>
                  </a:lnTo>
                  <a:lnTo>
                    <a:pt x="432676" y="59817"/>
                  </a:lnTo>
                  <a:lnTo>
                    <a:pt x="433819" y="60528"/>
                  </a:lnTo>
                  <a:lnTo>
                    <a:pt x="437388" y="58331"/>
                  </a:lnTo>
                  <a:close/>
                </a:path>
                <a:path w="450850" h="213359">
                  <a:moveTo>
                    <a:pt x="437476" y="158826"/>
                  </a:moveTo>
                  <a:lnTo>
                    <a:pt x="437108" y="158800"/>
                  </a:lnTo>
                  <a:lnTo>
                    <a:pt x="436727" y="158775"/>
                  </a:lnTo>
                  <a:lnTo>
                    <a:pt x="435978" y="158737"/>
                  </a:lnTo>
                  <a:lnTo>
                    <a:pt x="435521" y="158699"/>
                  </a:lnTo>
                  <a:lnTo>
                    <a:pt x="435521" y="159461"/>
                  </a:lnTo>
                  <a:lnTo>
                    <a:pt x="435978" y="159435"/>
                  </a:lnTo>
                  <a:lnTo>
                    <a:pt x="436727" y="159385"/>
                  </a:lnTo>
                  <a:lnTo>
                    <a:pt x="437108" y="159359"/>
                  </a:lnTo>
                  <a:lnTo>
                    <a:pt x="437476" y="159334"/>
                  </a:lnTo>
                  <a:lnTo>
                    <a:pt x="437476" y="158826"/>
                  </a:lnTo>
                  <a:close/>
                </a:path>
                <a:path w="450850" h="213359">
                  <a:moveTo>
                    <a:pt x="440016" y="92925"/>
                  </a:moveTo>
                  <a:lnTo>
                    <a:pt x="438175" y="89763"/>
                  </a:lnTo>
                  <a:lnTo>
                    <a:pt x="435076" y="91668"/>
                  </a:lnTo>
                  <a:lnTo>
                    <a:pt x="435025" y="92925"/>
                  </a:lnTo>
                  <a:lnTo>
                    <a:pt x="436079" y="95300"/>
                  </a:lnTo>
                  <a:lnTo>
                    <a:pt x="438150" y="94640"/>
                  </a:lnTo>
                  <a:lnTo>
                    <a:pt x="438277" y="94272"/>
                  </a:lnTo>
                  <a:lnTo>
                    <a:pt x="438404" y="93916"/>
                  </a:lnTo>
                  <a:lnTo>
                    <a:pt x="439610" y="93179"/>
                  </a:lnTo>
                  <a:lnTo>
                    <a:pt x="440016" y="92925"/>
                  </a:lnTo>
                  <a:close/>
                </a:path>
                <a:path w="450850" h="213359">
                  <a:moveTo>
                    <a:pt x="450240" y="150545"/>
                  </a:moveTo>
                  <a:lnTo>
                    <a:pt x="448919" y="149910"/>
                  </a:lnTo>
                  <a:lnTo>
                    <a:pt x="448398" y="149656"/>
                  </a:lnTo>
                  <a:lnTo>
                    <a:pt x="448259" y="149529"/>
                  </a:lnTo>
                  <a:lnTo>
                    <a:pt x="448487" y="148932"/>
                  </a:lnTo>
                  <a:lnTo>
                    <a:pt x="448703" y="148386"/>
                  </a:lnTo>
                  <a:lnTo>
                    <a:pt x="446620" y="146862"/>
                  </a:lnTo>
                  <a:lnTo>
                    <a:pt x="442379" y="149796"/>
                  </a:lnTo>
                  <a:lnTo>
                    <a:pt x="444055" y="155067"/>
                  </a:lnTo>
                  <a:lnTo>
                    <a:pt x="449465" y="153047"/>
                  </a:lnTo>
                  <a:lnTo>
                    <a:pt x="450240" y="150545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955262" y="7838928"/>
              <a:ext cx="285750" cy="272415"/>
            </a:xfrm>
            <a:custGeom>
              <a:avLst/>
              <a:gdLst/>
              <a:ahLst/>
              <a:cxnLst/>
              <a:rect l="l" t="t" r="r" b="b"/>
              <a:pathLst>
                <a:path w="285750" h="272415">
                  <a:moveTo>
                    <a:pt x="6286" y="176364"/>
                  </a:moveTo>
                  <a:lnTo>
                    <a:pt x="6223" y="175818"/>
                  </a:lnTo>
                  <a:lnTo>
                    <a:pt x="5867" y="173812"/>
                  </a:lnTo>
                  <a:lnTo>
                    <a:pt x="4305" y="173520"/>
                  </a:lnTo>
                  <a:lnTo>
                    <a:pt x="2628" y="174307"/>
                  </a:lnTo>
                  <a:lnTo>
                    <a:pt x="1574" y="175145"/>
                  </a:lnTo>
                  <a:lnTo>
                    <a:pt x="0" y="176364"/>
                  </a:lnTo>
                  <a:lnTo>
                    <a:pt x="863" y="178917"/>
                  </a:lnTo>
                  <a:lnTo>
                    <a:pt x="4292" y="180352"/>
                  </a:lnTo>
                  <a:lnTo>
                    <a:pt x="6159" y="179006"/>
                  </a:lnTo>
                  <a:lnTo>
                    <a:pt x="6261" y="177076"/>
                  </a:lnTo>
                  <a:lnTo>
                    <a:pt x="6286" y="176364"/>
                  </a:lnTo>
                  <a:close/>
                </a:path>
                <a:path w="285750" h="272415">
                  <a:moveTo>
                    <a:pt x="10591" y="51663"/>
                  </a:moveTo>
                  <a:lnTo>
                    <a:pt x="10007" y="51663"/>
                  </a:lnTo>
                  <a:lnTo>
                    <a:pt x="10007" y="52120"/>
                  </a:lnTo>
                  <a:lnTo>
                    <a:pt x="10299" y="52120"/>
                  </a:lnTo>
                  <a:lnTo>
                    <a:pt x="10591" y="52120"/>
                  </a:lnTo>
                  <a:lnTo>
                    <a:pt x="10591" y="51663"/>
                  </a:lnTo>
                  <a:close/>
                </a:path>
                <a:path w="285750" h="272415">
                  <a:moveTo>
                    <a:pt x="14363" y="157937"/>
                  </a:moveTo>
                  <a:lnTo>
                    <a:pt x="13779" y="157937"/>
                  </a:lnTo>
                  <a:lnTo>
                    <a:pt x="13779" y="158381"/>
                  </a:lnTo>
                  <a:lnTo>
                    <a:pt x="14071" y="158381"/>
                  </a:lnTo>
                  <a:lnTo>
                    <a:pt x="14363" y="158381"/>
                  </a:lnTo>
                  <a:lnTo>
                    <a:pt x="14363" y="157937"/>
                  </a:lnTo>
                  <a:close/>
                </a:path>
                <a:path w="285750" h="272415">
                  <a:moveTo>
                    <a:pt x="14935" y="249986"/>
                  </a:moveTo>
                  <a:lnTo>
                    <a:pt x="14033" y="249377"/>
                  </a:lnTo>
                  <a:lnTo>
                    <a:pt x="13487" y="249021"/>
                  </a:lnTo>
                  <a:lnTo>
                    <a:pt x="10109" y="246735"/>
                  </a:lnTo>
                  <a:lnTo>
                    <a:pt x="10109" y="254444"/>
                  </a:lnTo>
                  <a:lnTo>
                    <a:pt x="13487" y="252171"/>
                  </a:lnTo>
                  <a:lnTo>
                    <a:pt x="14935" y="251193"/>
                  </a:lnTo>
                  <a:lnTo>
                    <a:pt x="14935" y="249986"/>
                  </a:lnTo>
                  <a:close/>
                </a:path>
                <a:path w="285750" h="272415">
                  <a:moveTo>
                    <a:pt x="15989" y="122402"/>
                  </a:moveTo>
                  <a:lnTo>
                    <a:pt x="15138" y="121335"/>
                  </a:lnTo>
                  <a:lnTo>
                    <a:pt x="12268" y="123024"/>
                  </a:lnTo>
                  <a:lnTo>
                    <a:pt x="9829" y="124447"/>
                  </a:lnTo>
                  <a:lnTo>
                    <a:pt x="11303" y="126517"/>
                  </a:lnTo>
                  <a:lnTo>
                    <a:pt x="12560" y="125412"/>
                  </a:lnTo>
                  <a:lnTo>
                    <a:pt x="15989" y="122402"/>
                  </a:lnTo>
                  <a:close/>
                </a:path>
                <a:path w="285750" h="272415">
                  <a:moveTo>
                    <a:pt x="18135" y="38569"/>
                  </a:moveTo>
                  <a:lnTo>
                    <a:pt x="17551" y="38569"/>
                  </a:lnTo>
                  <a:lnTo>
                    <a:pt x="17551" y="39014"/>
                  </a:lnTo>
                  <a:lnTo>
                    <a:pt x="17843" y="39014"/>
                  </a:lnTo>
                  <a:lnTo>
                    <a:pt x="18135" y="39014"/>
                  </a:lnTo>
                  <a:lnTo>
                    <a:pt x="18135" y="38569"/>
                  </a:lnTo>
                  <a:close/>
                </a:path>
                <a:path w="285750" h="272415">
                  <a:moveTo>
                    <a:pt x="18884" y="146291"/>
                  </a:moveTo>
                  <a:lnTo>
                    <a:pt x="18300" y="146291"/>
                  </a:lnTo>
                  <a:lnTo>
                    <a:pt x="18300" y="146735"/>
                  </a:lnTo>
                  <a:lnTo>
                    <a:pt x="18592" y="146735"/>
                  </a:lnTo>
                  <a:lnTo>
                    <a:pt x="18884" y="146735"/>
                  </a:lnTo>
                  <a:lnTo>
                    <a:pt x="18884" y="146291"/>
                  </a:lnTo>
                  <a:close/>
                </a:path>
                <a:path w="285750" h="272415">
                  <a:moveTo>
                    <a:pt x="18897" y="132003"/>
                  </a:moveTo>
                  <a:lnTo>
                    <a:pt x="15278" y="132003"/>
                  </a:lnTo>
                  <a:lnTo>
                    <a:pt x="15278" y="134810"/>
                  </a:lnTo>
                  <a:lnTo>
                    <a:pt x="17081" y="134810"/>
                  </a:lnTo>
                  <a:lnTo>
                    <a:pt x="18897" y="134810"/>
                  </a:lnTo>
                  <a:lnTo>
                    <a:pt x="18897" y="132003"/>
                  </a:lnTo>
                  <a:close/>
                </a:path>
                <a:path w="285750" h="272415">
                  <a:moveTo>
                    <a:pt x="19672" y="91376"/>
                  </a:moveTo>
                  <a:lnTo>
                    <a:pt x="14516" y="91376"/>
                  </a:lnTo>
                  <a:lnTo>
                    <a:pt x="14503" y="95377"/>
                  </a:lnTo>
                  <a:lnTo>
                    <a:pt x="17081" y="95377"/>
                  </a:lnTo>
                  <a:lnTo>
                    <a:pt x="19659" y="95377"/>
                  </a:lnTo>
                  <a:lnTo>
                    <a:pt x="19672" y="91376"/>
                  </a:lnTo>
                  <a:close/>
                </a:path>
                <a:path w="285750" h="272415">
                  <a:moveTo>
                    <a:pt x="20053" y="108432"/>
                  </a:moveTo>
                  <a:lnTo>
                    <a:pt x="18656" y="107099"/>
                  </a:lnTo>
                  <a:lnTo>
                    <a:pt x="17602" y="106108"/>
                  </a:lnTo>
                  <a:lnTo>
                    <a:pt x="16573" y="106108"/>
                  </a:lnTo>
                  <a:lnTo>
                    <a:pt x="14109" y="108432"/>
                  </a:lnTo>
                  <a:lnTo>
                    <a:pt x="15201" y="110883"/>
                  </a:lnTo>
                  <a:lnTo>
                    <a:pt x="18961" y="110883"/>
                  </a:lnTo>
                  <a:lnTo>
                    <a:pt x="20053" y="108432"/>
                  </a:lnTo>
                  <a:close/>
                </a:path>
                <a:path w="285750" h="272415">
                  <a:moveTo>
                    <a:pt x="21590" y="31381"/>
                  </a:moveTo>
                  <a:lnTo>
                    <a:pt x="15608" y="31381"/>
                  </a:lnTo>
                  <a:lnTo>
                    <a:pt x="15595" y="36017"/>
                  </a:lnTo>
                  <a:lnTo>
                    <a:pt x="18592" y="36017"/>
                  </a:lnTo>
                  <a:lnTo>
                    <a:pt x="21577" y="36017"/>
                  </a:lnTo>
                  <a:lnTo>
                    <a:pt x="21590" y="31381"/>
                  </a:lnTo>
                  <a:close/>
                </a:path>
                <a:path w="285750" h="272415">
                  <a:moveTo>
                    <a:pt x="23418" y="61861"/>
                  </a:moveTo>
                  <a:lnTo>
                    <a:pt x="22821" y="61861"/>
                  </a:lnTo>
                  <a:lnTo>
                    <a:pt x="22821" y="62306"/>
                  </a:lnTo>
                  <a:lnTo>
                    <a:pt x="23114" y="62306"/>
                  </a:lnTo>
                  <a:lnTo>
                    <a:pt x="23418" y="62306"/>
                  </a:lnTo>
                  <a:lnTo>
                    <a:pt x="23418" y="61861"/>
                  </a:lnTo>
                  <a:close/>
                </a:path>
                <a:path w="285750" h="272415">
                  <a:moveTo>
                    <a:pt x="27825" y="161848"/>
                  </a:moveTo>
                  <a:lnTo>
                    <a:pt x="24003" y="157784"/>
                  </a:lnTo>
                  <a:lnTo>
                    <a:pt x="22047" y="160731"/>
                  </a:lnTo>
                  <a:lnTo>
                    <a:pt x="21755" y="161188"/>
                  </a:lnTo>
                  <a:lnTo>
                    <a:pt x="21590" y="161531"/>
                  </a:lnTo>
                  <a:lnTo>
                    <a:pt x="21247" y="163436"/>
                  </a:lnTo>
                  <a:lnTo>
                    <a:pt x="22250" y="164338"/>
                  </a:lnTo>
                  <a:lnTo>
                    <a:pt x="24130" y="164071"/>
                  </a:lnTo>
                  <a:lnTo>
                    <a:pt x="24460" y="163918"/>
                  </a:lnTo>
                  <a:lnTo>
                    <a:pt x="27825" y="161848"/>
                  </a:lnTo>
                  <a:close/>
                </a:path>
                <a:path w="285750" h="272415">
                  <a:moveTo>
                    <a:pt x="31026" y="259041"/>
                  </a:moveTo>
                  <a:lnTo>
                    <a:pt x="30289" y="259041"/>
                  </a:lnTo>
                  <a:lnTo>
                    <a:pt x="30289" y="259600"/>
                  </a:lnTo>
                  <a:lnTo>
                    <a:pt x="30657" y="259600"/>
                  </a:lnTo>
                  <a:lnTo>
                    <a:pt x="31026" y="259600"/>
                  </a:lnTo>
                  <a:lnTo>
                    <a:pt x="31026" y="259041"/>
                  </a:lnTo>
                  <a:close/>
                </a:path>
                <a:path w="285750" h="272415">
                  <a:moveTo>
                    <a:pt x="31699" y="58775"/>
                  </a:moveTo>
                  <a:lnTo>
                    <a:pt x="29832" y="58369"/>
                  </a:lnTo>
                  <a:lnTo>
                    <a:pt x="29349" y="58280"/>
                  </a:lnTo>
                  <a:lnTo>
                    <a:pt x="25984" y="57556"/>
                  </a:lnTo>
                  <a:lnTo>
                    <a:pt x="25958" y="62242"/>
                  </a:lnTo>
                  <a:lnTo>
                    <a:pt x="28879" y="61633"/>
                  </a:lnTo>
                  <a:lnTo>
                    <a:pt x="29349" y="61518"/>
                  </a:lnTo>
                  <a:lnTo>
                    <a:pt x="29832" y="61429"/>
                  </a:lnTo>
                  <a:lnTo>
                    <a:pt x="31699" y="61023"/>
                  </a:lnTo>
                  <a:lnTo>
                    <a:pt x="31699" y="58775"/>
                  </a:lnTo>
                  <a:close/>
                </a:path>
                <a:path w="285750" h="272415">
                  <a:moveTo>
                    <a:pt x="31864" y="220027"/>
                  </a:moveTo>
                  <a:lnTo>
                    <a:pt x="30924" y="219798"/>
                  </a:lnTo>
                  <a:lnTo>
                    <a:pt x="30454" y="219697"/>
                  </a:lnTo>
                  <a:lnTo>
                    <a:pt x="27355" y="218948"/>
                  </a:lnTo>
                  <a:lnTo>
                    <a:pt x="27343" y="222567"/>
                  </a:lnTo>
                  <a:lnTo>
                    <a:pt x="29502" y="222034"/>
                  </a:lnTo>
                  <a:lnTo>
                    <a:pt x="30454" y="221805"/>
                  </a:lnTo>
                  <a:lnTo>
                    <a:pt x="30924" y="221703"/>
                  </a:lnTo>
                  <a:lnTo>
                    <a:pt x="31864" y="221475"/>
                  </a:lnTo>
                  <a:lnTo>
                    <a:pt x="31864" y="220027"/>
                  </a:lnTo>
                  <a:close/>
                </a:path>
                <a:path w="285750" h="272415">
                  <a:moveTo>
                    <a:pt x="33210" y="239445"/>
                  </a:moveTo>
                  <a:lnTo>
                    <a:pt x="32626" y="239445"/>
                  </a:lnTo>
                  <a:lnTo>
                    <a:pt x="32626" y="239903"/>
                  </a:lnTo>
                  <a:lnTo>
                    <a:pt x="32918" y="239903"/>
                  </a:lnTo>
                  <a:lnTo>
                    <a:pt x="33210" y="239903"/>
                  </a:lnTo>
                  <a:lnTo>
                    <a:pt x="33210" y="239445"/>
                  </a:lnTo>
                  <a:close/>
                </a:path>
                <a:path w="285750" h="272415">
                  <a:moveTo>
                    <a:pt x="34226" y="185559"/>
                  </a:moveTo>
                  <a:lnTo>
                    <a:pt x="33540" y="184594"/>
                  </a:lnTo>
                  <a:lnTo>
                    <a:pt x="32537" y="183197"/>
                  </a:lnTo>
                  <a:lnTo>
                    <a:pt x="30899" y="185026"/>
                  </a:lnTo>
                  <a:lnTo>
                    <a:pt x="30848" y="185559"/>
                  </a:lnTo>
                  <a:lnTo>
                    <a:pt x="31394" y="186575"/>
                  </a:lnTo>
                  <a:lnTo>
                    <a:pt x="31877" y="186817"/>
                  </a:lnTo>
                  <a:lnTo>
                    <a:pt x="32854" y="186905"/>
                  </a:lnTo>
                  <a:lnTo>
                    <a:pt x="33197" y="186690"/>
                  </a:lnTo>
                  <a:lnTo>
                    <a:pt x="33388" y="186334"/>
                  </a:lnTo>
                  <a:lnTo>
                    <a:pt x="33655" y="185813"/>
                  </a:lnTo>
                  <a:lnTo>
                    <a:pt x="34226" y="185559"/>
                  </a:lnTo>
                  <a:close/>
                </a:path>
                <a:path w="285750" h="272415">
                  <a:moveTo>
                    <a:pt x="38773" y="28867"/>
                  </a:moveTo>
                  <a:lnTo>
                    <a:pt x="30086" y="28867"/>
                  </a:lnTo>
                  <a:lnTo>
                    <a:pt x="30086" y="35610"/>
                  </a:lnTo>
                  <a:lnTo>
                    <a:pt x="34429" y="35610"/>
                  </a:lnTo>
                  <a:lnTo>
                    <a:pt x="38773" y="35610"/>
                  </a:lnTo>
                  <a:lnTo>
                    <a:pt x="38773" y="28867"/>
                  </a:lnTo>
                  <a:close/>
                </a:path>
                <a:path w="285750" h="272415">
                  <a:moveTo>
                    <a:pt x="39344" y="131686"/>
                  </a:moveTo>
                  <a:lnTo>
                    <a:pt x="39039" y="131648"/>
                  </a:lnTo>
                  <a:lnTo>
                    <a:pt x="38315" y="131546"/>
                  </a:lnTo>
                  <a:lnTo>
                    <a:pt x="37579" y="131445"/>
                  </a:lnTo>
                  <a:lnTo>
                    <a:pt x="35839" y="131203"/>
                  </a:lnTo>
                  <a:lnTo>
                    <a:pt x="35839" y="132702"/>
                  </a:lnTo>
                  <a:lnTo>
                    <a:pt x="36855" y="132562"/>
                  </a:lnTo>
                  <a:lnTo>
                    <a:pt x="37579" y="132461"/>
                  </a:lnTo>
                  <a:lnTo>
                    <a:pt x="39344" y="132219"/>
                  </a:lnTo>
                  <a:lnTo>
                    <a:pt x="39344" y="131686"/>
                  </a:lnTo>
                  <a:close/>
                </a:path>
                <a:path w="285750" h="272415">
                  <a:moveTo>
                    <a:pt x="42176" y="52984"/>
                  </a:moveTo>
                  <a:lnTo>
                    <a:pt x="40119" y="53581"/>
                  </a:lnTo>
                  <a:lnTo>
                    <a:pt x="39890" y="53657"/>
                  </a:lnTo>
                  <a:lnTo>
                    <a:pt x="39420" y="53784"/>
                  </a:lnTo>
                  <a:lnTo>
                    <a:pt x="38430" y="54076"/>
                  </a:lnTo>
                  <a:lnTo>
                    <a:pt x="38430" y="55537"/>
                  </a:lnTo>
                  <a:lnTo>
                    <a:pt x="39420" y="55829"/>
                  </a:lnTo>
                  <a:lnTo>
                    <a:pt x="39662" y="55892"/>
                  </a:lnTo>
                  <a:lnTo>
                    <a:pt x="39890" y="55956"/>
                  </a:lnTo>
                  <a:lnTo>
                    <a:pt x="40119" y="56019"/>
                  </a:lnTo>
                  <a:lnTo>
                    <a:pt x="42151" y="56616"/>
                  </a:lnTo>
                  <a:lnTo>
                    <a:pt x="42176" y="52984"/>
                  </a:lnTo>
                  <a:close/>
                </a:path>
                <a:path w="285750" h="272415">
                  <a:moveTo>
                    <a:pt x="43815" y="25285"/>
                  </a:moveTo>
                  <a:lnTo>
                    <a:pt x="40132" y="22796"/>
                  </a:lnTo>
                  <a:lnTo>
                    <a:pt x="40132" y="28575"/>
                  </a:lnTo>
                  <a:lnTo>
                    <a:pt x="42659" y="26873"/>
                  </a:lnTo>
                  <a:lnTo>
                    <a:pt x="43815" y="26098"/>
                  </a:lnTo>
                  <a:lnTo>
                    <a:pt x="43815" y="25285"/>
                  </a:lnTo>
                  <a:close/>
                </a:path>
                <a:path w="285750" h="272415">
                  <a:moveTo>
                    <a:pt x="46037" y="207429"/>
                  </a:moveTo>
                  <a:lnTo>
                    <a:pt x="45440" y="207429"/>
                  </a:lnTo>
                  <a:lnTo>
                    <a:pt x="45440" y="207873"/>
                  </a:lnTo>
                  <a:lnTo>
                    <a:pt x="45745" y="207873"/>
                  </a:lnTo>
                  <a:lnTo>
                    <a:pt x="46037" y="207873"/>
                  </a:lnTo>
                  <a:lnTo>
                    <a:pt x="46037" y="207429"/>
                  </a:lnTo>
                  <a:close/>
                </a:path>
                <a:path w="285750" h="272415">
                  <a:moveTo>
                    <a:pt x="47028" y="267525"/>
                  </a:moveTo>
                  <a:lnTo>
                    <a:pt x="45935" y="266877"/>
                  </a:lnTo>
                  <a:lnTo>
                    <a:pt x="41656" y="264312"/>
                  </a:lnTo>
                  <a:lnTo>
                    <a:pt x="41656" y="271818"/>
                  </a:lnTo>
                  <a:lnTo>
                    <a:pt x="45186" y="269697"/>
                  </a:lnTo>
                  <a:lnTo>
                    <a:pt x="47028" y="268605"/>
                  </a:lnTo>
                  <a:lnTo>
                    <a:pt x="47028" y="267525"/>
                  </a:lnTo>
                  <a:close/>
                </a:path>
                <a:path w="285750" h="272415">
                  <a:moveTo>
                    <a:pt x="47218" y="139433"/>
                  </a:moveTo>
                  <a:lnTo>
                    <a:pt x="46951" y="138633"/>
                  </a:lnTo>
                  <a:lnTo>
                    <a:pt x="44843" y="139357"/>
                  </a:lnTo>
                  <a:lnTo>
                    <a:pt x="43840" y="139700"/>
                  </a:lnTo>
                  <a:lnTo>
                    <a:pt x="44551" y="141185"/>
                  </a:lnTo>
                  <a:lnTo>
                    <a:pt x="45377" y="140652"/>
                  </a:lnTo>
                  <a:lnTo>
                    <a:pt x="47218" y="139433"/>
                  </a:lnTo>
                  <a:close/>
                </a:path>
                <a:path w="285750" h="272415">
                  <a:moveTo>
                    <a:pt x="48031" y="93726"/>
                  </a:moveTo>
                  <a:lnTo>
                    <a:pt x="47269" y="90868"/>
                  </a:lnTo>
                  <a:lnTo>
                    <a:pt x="41376" y="91274"/>
                  </a:lnTo>
                  <a:lnTo>
                    <a:pt x="39852" y="93281"/>
                  </a:lnTo>
                  <a:lnTo>
                    <a:pt x="41516" y="97243"/>
                  </a:lnTo>
                  <a:lnTo>
                    <a:pt x="44221" y="97980"/>
                  </a:lnTo>
                  <a:lnTo>
                    <a:pt x="45681" y="96354"/>
                  </a:lnTo>
                  <a:lnTo>
                    <a:pt x="48031" y="93726"/>
                  </a:lnTo>
                  <a:close/>
                </a:path>
                <a:path w="285750" h="272415">
                  <a:moveTo>
                    <a:pt x="48094" y="225996"/>
                  </a:moveTo>
                  <a:lnTo>
                    <a:pt x="44881" y="225983"/>
                  </a:lnTo>
                  <a:lnTo>
                    <a:pt x="45542" y="227558"/>
                  </a:lnTo>
                  <a:lnTo>
                    <a:pt x="45643" y="227787"/>
                  </a:lnTo>
                  <a:lnTo>
                    <a:pt x="45720" y="228003"/>
                  </a:lnTo>
                  <a:lnTo>
                    <a:pt x="45821" y="228206"/>
                  </a:lnTo>
                  <a:lnTo>
                    <a:pt x="46088" y="228879"/>
                  </a:lnTo>
                  <a:lnTo>
                    <a:pt x="46901" y="228879"/>
                  </a:lnTo>
                  <a:lnTo>
                    <a:pt x="47167" y="228206"/>
                  </a:lnTo>
                  <a:lnTo>
                    <a:pt x="47358" y="227787"/>
                  </a:lnTo>
                  <a:lnTo>
                    <a:pt x="47434" y="227558"/>
                  </a:lnTo>
                  <a:lnTo>
                    <a:pt x="48094" y="225996"/>
                  </a:lnTo>
                  <a:close/>
                </a:path>
                <a:path w="285750" h="272415">
                  <a:moveTo>
                    <a:pt x="48996" y="169799"/>
                  </a:moveTo>
                  <a:lnTo>
                    <a:pt x="47040" y="168846"/>
                  </a:lnTo>
                  <a:lnTo>
                    <a:pt x="46012" y="170014"/>
                  </a:lnTo>
                  <a:lnTo>
                    <a:pt x="45885" y="170154"/>
                  </a:lnTo>
                  <a:lnTo>
                    <a:pt x="45770" y="170281"/>
                  </a:lnTo>
                  <a:lnTo>
                    <a:pt x="45199" y="170916"/>
                  </a:lnTo>
                  <a:lnTo>
                    <a:pt x="45199" y="171589"/>
                  </a:lnTo>
                  <a:lnTo>
                    <a:pt x="47053" y="173659"/>
                  </a:lnTo>
                  <a:lnTo>
                    <a:pt x="48996" y="172720"/>
                  </a:lnTo>
                  <a:lnTo>
                    <a:pt x="48996" y="169799"/>
                  </a:lnTo>
                  <a:close/>
                </a:path>
                <a:path w="285750" h="272415">
                  <a:moveTo>
                    <a:pt x="50406" y="242785"/>
                  </a:moveTo>
                  <a:lnTo>
                    <a:pt x="50292" y="242316"/>
                  </a:lnTo>
                  <a:lnTo>
                    <a:pt x="49809" y="241452"/>
                  </a:lnTo>
                  <a:lnTo>
                    <a:pt x="48564" y="239788"/>
                  </a:lnTo>
                  <a:lnTo>
                    <a:pt x="49364" y="240969"/>
                  </a:lnTo>
                  <a:lnTo>
                    <a:pt x="48387" y="240144"/>
                  </a:lnTo>
                  <a:lnTo>
                    <a:pt x="47332" y="240271"/>
                  </a:lnTo>
                  <a:lnTo>
                    <a:pt x="47498" y="240334"/>
                  </a:lnTo>
                  <a:lnTo>
                    <a:pt x="46278" y="240118"/>
                  </a:lnTo>
                  <a:lnTo>
                    <a:pt x="44792" y="240715"/>
                  </a:lnTo>
                  <a:lnTo>
                    <a:pt x="44462" y="242138"/>
                  </a:lnTo>
                  <a:lnTo>
                    <a:pt x="44297" y="242900"/>
                  </a:lnTo>
                  <a:lnTo>
                    <a:pt x="44526" y="245338"/>
                  </a:lnTo>
                  <a:lnTo>
                    <a:pt x="46799" y="247294"/>
                  </a:lnTo>
                  <a:lnTo>
                    <a:pt x="49771" y="245224"/>
                  </a:lnTo>
                  <a:lnTo>
                    <a:pt x="50406" y="244436"/>
                  </a:lnTo>
                  <a:lnTo>
                    <a:pt x="50406" y="242785"/>
                  </a:lnTo>
                  <a:close/>
                </a:path>
                <a:path w="285750" h="272415">
                  <a:moveTo>
                    <a:pt x="52806" y="185013"/>
                  </a:moveTo>
                  <a:lnTo>
                    <a:pt x="52158" y="183857"/>
                  </a:lnTo>
                  <a:lnTo>
                    <a:pt x="49415" y="185864"/>
                  </a:lnTo>
                  <a:lnTo>
                    <a:pt x="50901" y="187426"/>
                  </a:lnTo>
                  <a:lnTo>
                    <a:pt x="51663" y="186461"/>
                  </a:lnTo>
                  <a:lnTo>
                    <a:pt x="52806" y="185013"/>
                  </a:lnTo>
                  <a:close/>
                </a:path>
                <a:path w="285750" h="272415">
                  <a:moveTo>
                    <a:pt x="57302" y="13639"/>
                  </a:moveTo>
                  <a:lnTo>
                    <a:pt x="55283" y="13627"/>
                  </a:lnTo>
                  <a:lnTo>
                    <a:pt x="55486" y="14998"/>
                  </a:lnTo>
                  <a:lnTo>
                    <a:pt x="55549" y="15468"/>
                  </a:lnTo>
                  <a:lnTo>
                    <a:pt x="55587" y="15697"/>
                  </a:lnTo>
                  <a:lnTo>
                    <a:pt x="55676" y="16395"/>
                  </a:lnTo>
                  <a:lnTo>
                    <a:pt x="56908" y="16395"/>
                  </a:lnTo>
                  <a:lnTo>
                    <a:pt x="57048" y="15468"/>
                  </a:lnTo>
                  <a:lnTo>
                    <a:pt x="57111" y="14998"/>
                  </a:lnTo>
                  <a:lnTo>
                    <a:pt x="57302" y="13639"/>
                  </a:lnTo>
                  <a:close/>
                </a:path>
                <a:path w="285750" h="272415">
                  <a:moveTo>
                    <a:pt x="58699" y="72720"/>
                  </a:moveTo>
                  <a:lnTo>
                    <a:pt x="44856" y="72720"/>
                  </a:lnTo>
                  <a:lnTo>
                    <a:pt x="44843" y="83477"/>
                  </a:lnTo>
                  <a:lnTo>
                    <a:pt x="51777" y="83477"/>
                  </a:lnTo>
                  <a:lnTo>
                    <a:pt x="58699" y="83477"/>
                  </a:lnTo>
                  <a:lnTo>
                    <a:pt x="58699" y="72720"/>
                  </a:lnTo>
                  <a:close/>
                </a:path>
                <a:path w="285750" h="272415">
                  <a:moveTo>
                    <a:pt x="60731" y="254571"/>
                  </a:moveTo>
                  <a:lnTo>
                    <a:pt x="60261" y="253504"/>
                  </a:lnTo>
                  <a:lnTo>
                    <a:pt x="59309" y="253631"/>
                  </a:lnTo>
                  <a:lnTo>
                    <a:pt x="59182" y="253631"/>
                  </a:lnTo>
                  <a:lnTo>
                    <a:pt x="58940" y="253682"/>
                  </a:lnTo>
                  <a:lnTo>
                    <a:pt x="57670" y="253834"/>
                  </a:lnTo>
                  <a:lnTo>
                    <a:pt x="56730" y="255155"/>
                  </a:lnTo>
                  <a:lnTo>
                    <a:pt x="57632" y="256324"/>
                  </a:lnTo>
                  <a:lnTo>
                    <a:pt x="58381" y="257276"/>
                  </a:lnTo>
                  <a:lnTo>
                    <a:pt x="60299" y="257136"/>
                  </a:lnTo>
                  <a:lnTo>
                    <a:pt x="60528" y="255765"/>
                  </a:lnTo>
                  <a:lnTo>
                    <a:pt x="60553" y="255612"/>
                  </a:lnTo>
                  <a:lnTo>
                    <a:pt x="60579" y="255460"/>
                  </a:lnTo>
                  <a:lnTo>
                    <a:pt x="60731" y="254571"/>
                  </a:lnTo>
                  <a:close/>
                </a:path>
                <a:path w="285750" h="272415">
                  <a:moveTo>
                    <a:pt x="64350" y="192951"/>
                  </a:moveTo>
                  <a:lnTo>
                    <a:pt x="63080" y="192836"/>
                  </a:lnTo>
                  <a:lnTo>
                    <a:pt x="62585" y="192786"/>
                  </a:lnTo>
                  <a:lnTo>
                    <a:pt x="62077" y="192747"/>
                  </a:lnTo>
                  <a:lnTo>
                    <a:pt x="60134" y="192557"/>
                  </a:lnTo>
                  <a:lnTo>
                    <a:pt x="60134" y="195084"/>
                  </a:lnTo>
                  <a:lnTo>
                    <a:pt x="61569" y="194945"/>
                  </a:lnTo>
                  <a:lnTo>
                    <a:pt x="62077" y="194906"/>
                  </a:lnTo>
                  <a:lnTo>
                    <a:pt x="62585" y="194856"/>
                  </a:lnTo>
                  <a:lnTo>
                    <a:pt x="63080" y="194805"/>
                  </a:lnTo>
                  <a:lnTo>
                    <a:pt x="64350" y="194678"/>
                  </a:lnTo>
                  <a:lnTo>
                    <a:pt x="64350" y="192951"/>
                  </a:lnTo>
                  <a:close/>
                </a:path>
                <a:path w="285750" h="272415">
                  <a:moveTo>
                    <a:pt x="66243" y="156248"/>
                  </a:moveTo>
                  <a:lnTo>
                    <a:pt x="64935" y="153873"/>
                  </a:lnTo>
                  <a:lnTo>
                    <a:pt x="64300" y="152742"/>
                  </a:lnTo>
                  <a:lnTo>
                    <a:pt x="63385" y="152742"/>
                  </a:lnTo>
                  <a:lnTo>
                    <a:pt x="63042" y="153327"/>
                  </a:lnTo>
                  <a:lnTo>
                    <a:pt x="62953" y="153517"/>
                  </a:lnTo>
                  <a:lnTo>
                    <a:pt x="62738" y="153873"/>
                  </a:lnTo>
                  <a:lnTo>
                    <a:pt x="61442" y="156248"/>
                  </a:lnTo>
                  <a:lnTo>
                    <a:pt x="66243" y="156248"/>
                  </a:lnTo>
                  <a:close/>
                </a:path>
                <a:path w="285750" h="272415">
                  <a:moveTo>
                    <a:pt x="68199" y="109372"/>
                  </a:moveTo>
                  <a:lnTo>
                    <a:pt x="61417" y="105702"/>
                  </a:lnTo>
                  <a:lnTo>
                    <a:pt x="57594" y="114554"/>
                  </a:lnTo>
                  <a:lnTo>
                    <a:pt x="62941" y="117983"/>
                  </a:lnTo>
                  <a:lnTo>
                    <a:pt x="65328" y="114058"/>
                  </a:lnTo>
                  <a:lnTo>
                    <a:pt x="68199" y="109372"/>
                  </a:lnTo>
                  <a:close/>
                </a:path>
                <a:path w="285750" h="272415">
                  <a:moveTo>
                    <a:pt x="68770" y="227482"/>
                  </a:moveTo>
                  <a:lnTo>
                    <a:pt x="66001" y="224904"/>
                  </a:lnTo>
                  <a:lnTo>
                    <a:pt x="63233" y="226441"/>
                  </a:lnTo>
                  <a:lnTo>
                    <a:pt x="62255" y="230733"/>
                  </a:lnTo>
                  <a:lnTo>
                    <a:pt x="64592" y="232460"/>
                  </a:lnTo>
                  <a:lnTo>
                    <a:pt x="65951" y="230873"/>
                  </a:lnTo>
                  <a:lnTo>
                    <a:pt x="66522" y="230212"/>
                  </a:lnTo>
                  <a:lnTo>
                    <a:pt x="67437" y="229933"/>
                  </a:lnTo>
                  <a:lnTo>
                    <a:pt x="68757" y="228701"/>
                  </a:lnTo>
                  <a:lnTo>
                    <a:pt x="68770" y="227482"/>
                  </a:lnTo>
                  <a:close/>
                </a:path>
                <a:path w="285750" h="272415">
                  <a:moveTo>
                    <a:pt x="71450" y="2781"/>
                  </a:moveTo>
                  <a:lnTo>
                    <a:pt x="68656" y="0"/>
                  </a:lnTo>
                  <a:lnTo>
                    <a:pt x="66687" y="863"/>
                  </a:lnTo>
                  <a:lnTo>
                    <a:pt x="66027" y="2476"/>
                  </a:lnTo>
                  <a:lnTo>
                    <a:pt x="65100" y="4699"/>
                  </a:lnTo>
                  <a:lnTo>
                    <a:pt x="66802" y="6286"/>
                  </a:lnTo>
                  <a:lnTo>
                    <a:pt x="70675" y="4851"/>
                  </a:lnTo>
                  <a:lnTo>
                    <a:pt x="71450" y="2781"/>
                  </a:lnTo>
                  <a:close/>
                </a:path>
                <a:path w="285750" h="272415">
                  <a:moveTo>
                    <a:pt x="73431" y="211594"/>
                  </a:moveTo>
                  <a:lnTo>
                    <a:pt x="73126" y="211289"/>
                  </a:lnTo>
                  <a:lnTo>
                    <a:pt x="72796" y="211302"/>
                  </a:lnTo>
                  <a:lnTo>
                    <a:pt x="71488" y="211328"/>
                  </a:lnTo>
                  <a:lnTo>
                    <a:pt x="71297" y="211924"/>
                  </a:lnTo>
                  <a:lnTo>
                    <a:pt x="70129" y="213677"/>
                  </a:lnTo>
                  <a:lnTo>
                    <a:pt x="71043" y="214617"/>
                  </a:lnTo>
                  <a:lnTo>
                    <a:pt x="71742" y="214134"/>
                  </a:lnTo>
                  <a:lnTo>
                    <a:pt x="72809" y="213423"/>
                  </a:lnTo>
                  <a:lnTo>
                    <a:pt x="73406" y="213245"/>
                  </a:lnTo>
                  <a:lnTo>
                    <a:pt x="73431" y="211924"/>
                  </a:lnTo>
                  <a:lnTo>
                    <a:pt x="73431" y="211594"/>
                  </a:lnTo>
                  <a:close/>
                </a:path>
                <a:path w="285750" h="272415">
                  <a:moveTo>
                    <a:pt x="74002" y="47383"/>
                  </a:moveTo>
                  <a:lnTo>
                    <a:pt x="72682" y="43395"/>
                  </a:lnTo>
                  <a:lnTo>
                    <a:pt x="67335" y="44018"/>
                  </a:lnTo>
                  <a:lnTo>
                    <a:pt x="65620" y="44856"/>
                  </a:lnTo>
                  <a:lnTo>
                    <a:pt x="63131" y="49022"/>
                  </a:lnTo>
                  <a:lnTo>
                    <a:pt x="63080" y="50774"/>
                  </a:lnTo>
                  <a:lnTo>
                    <a:pt x="64681" y="53454"/>
                  </a:lnTo>
                  <a:lnTo>
                    <a:pt x="65684" y="53670"/>
                  </a:lnTo>
                  <a:lnTo>
                    <a:pt x="66497" y="53251"/>
                  </a:lnTo>
                  <a:lnTo>
                    <a:pt x="68630" y="52146"/>
                  </a:lnTo>
                  <a:lnTo>
                    <a:pt x="70370" y="50774"/>
                  </a:lnTo>
                  <a:lnTo>
                    <a:pt x="74002" y="47383"/>
                  </a:lnTo>
                  <a:close/>
                </a:path>
                <a:path w="285750" h="272415">
                  <a:moveTo>
                    <a:pt x="77304" y="154241"/>
                  </a:moveTo>
                  <a:lnTo>
                    <a:pt x="75285" y="150190"/>
                  </a:lnTo>
                  <a:lnTo>
                    <a:pt x="72313" y="153314"/>
                  </a:lnTo>
                  <a:lnTo>
                    <a:pt x="74434" y="154279"/>
                  </a:lnTo>
                  <a:lnTo>
                    <a:pt x="74752" y="154406"/>
                  </a:lnTo>
                  <a:lnTo>
                    <a:pt x="75057" y="154559"/>
                  </a:lnTo>
                  <a:lnTo>
                    <a:pt x="75374" y="154698"/>
                  </a:lnTo>
                  <a:lnTo>
                    <a:pt x="76327" y="155130"/>
                  </a:lnTo>
                  <a:lnTo>
                    <a:pt x="77304" y="154241"/>
                  </a:lnTo>
                  <a:close/>
                </a:path>
                <a:path w="285750" h="272415">
                  <a:moveTo>
                    <a:pt x="79184" y="175501"/>
                  </a:moveTo>
                  <a:lnTo>
                    <a:pt x="75755" y="173609"/>
                  </a:lnTo>
                  <a:lnTo>
                    <a:pt x="75679" y="173367"/>
                  </a:lnTo>
                  <a:lnTo>
                    <a:pt x="75450" y="173443"/>
                  </a:lnTo>
                  <a:lnTo>
                    <a:pt x="75323" y="173380"/>
                  </a:lnTo>
                  <a:lnTo>
                    <a:pt x="75323" y="176199"/>
                  </a:lnTo>
                  <a:lnTo>
                    <a:pt x="74536" y="176199"/>
                  </a:lnTo>
                  <a:lnTo>
                    <a:pt x="75323" y="176199"/>
                  </a:lnTo>
                  <a:lnTo>
                    <a:pt x="75323" y="173380"/>
                  </a:lnTo>
                  <a:lnTo>
                    <a:pt x="75006" y="173202"/>
                  </a:lnTo>
                  <a:lnTo>
                    <a:pt x="74561" y="173748"/>
                  </a:lnTo>
                  <a:lnTo>
                    <a:pt x="71158" y="174866"/>
                  </a:lnTo>
                  <a:lnTo>
                    <a:pt x="71361" y="179539"/>
                  </a:lnTo>
                  <a:lnTo>
                    <a:pt x="73926" y="179946"/>
                  </a:lnTo>
                  <a:lnTo>
                    <a:pt x="73825" y="180187"/>
                  </a:lnTo>
                  <a:lnTo>
                    <a:pt x="74396" y="180530"/>
                  </a:lnTo>
                  <a:lnTo>
                    <a:pt x="74612" y="180136"/>
                  </a:lnTo>
                  <a:lnTo>
                    <a:pt x="77952" y="180555"/>
                  </a:lnTo>
                  <a:lnTo>
                    <a:pt x="79032" y="176326"/>
                  </a:lnTo>
                  <a:lnTo>
                    <a:pt x="79184" y="175501"/>
                  </a:lnTo>
                  <a:close/>
                </a:path>
                <a:path w="285750" h="272415">
                  <a:moveTo>
                    <a:pt x="79654" y="240995"/>
                  </a:moveTo>
                  <a:lnTo>
                    <a:pt x="73672" y="240995"/>
                  </a:lnTo>
                  <a:lnTo>
                    <a:pt x="73660" y="245630"/>
                  </a:lnTo>
                  <a:lnTo>
                    <a:pt x="76657" y="245630"/>
                  </a:lnTo>
                  <a:lnTo>
                    <a:pt x="79641" y="245630"/>
                  </a:lnTo>
                  <a:lnTo>
                    <a:pt x="79654" y="240995"/>
                  </a:lnTo>
                  <a:close/>
                </a:path>
                <a:path w="285750" h="272415">
                  <a:moveTo>
                    <a:pt x="85496" y="196735"/>
                  </a:moveTo>
                  <a:lnTo>
                    <a:pt x="79883" y="196735"/>
                  </a:lnTo>
                  <a:lnTo>
                    <a:pt x="79883" y="201091"/>
                  </a:lnTo>
                  <a:lnTo>
                    <a:pt x="82689" y="201091"/>
                  </a:lnTo>
                  <a:lnTo>
                    <a:pt x="85496" y="201091"/>
                  </a:lnTo>
                  <a:lnTo>
                    <a:pt x="85496" y="196735"/>
                  </a:lnTo>
                  <a:close/>
                </a:path>
                <a:path w="285750" h="272415">
                  <a:moveTo>
                    <a:pt x="86639" y="27432"/>
                  </a:moveTo>
                  <a:lnTo>
                    <a:pt x="81749" y="27432"/>
                  </a:lnTo>
                  <a:lnTo>
                    <a:pt x="81749" y="31229"/>
                  </a:lnTo>
                  <a:lnTo>
                    <a:pt x="84201" y="31229"/>
                  </a:lnTo>
                  <a:lnTo>
                    <a:pt x="86639" y="31229"/>
                  </a:lnTo>
                  <a:lnTo>
                    <a:pt x="86639" y="27432"/>
                  </a:lnTo>
                  <a:close/>
                </a:path>
                <a:path w="285750" h="272415">
                  <a:moveTo>
                    <a:pt x="89484" y="16103"/>
                  </a:moveTo>
                  <a:lnTo>
                    <a:pt x="86537" y="13296"/>
                  </a:lnTo>
                  <a:lnTo>
                    <a:pt x="77368" y="19126"/>
                  </a:lnTo>
                  <a:lnTo>
                    <a:pt x="83172" y="25285"/>
                  </a:lnTo>
                  <a:lnTo>
                    <a:pt x="86258" y="20789"/>
                  </a:lnTo>
                  <a:lnTo>
                    <a:pt x="89484" y="16103"/>
                  </a:lnTo>
                  <a:close/>
                </a:path>
                <a:path w="285750" h="272415">
                  <a:moveTo>
                    <a:pt x="89789" y="116789"/>
                  </a:moveTo>
                  <a:lnTo>
                    <a:pt x="85991" y="115862"/>
                  </a:lnTo>
                  <a:lnTo>
                    <a:pt x="85077" y="118262"/>
                  </a:lnTo>
                  <a:lnTo>
                    <a:pt x="84683" y="119253"/>
                  </a:lnTo>
                  <a:lnTo>
                    <a:pt x="84404" y="119913"/>
                  </a:lnTo>
                  <a:lnTo>
                    <a:pt x="84683" y="122428"/>
                  </a:lnTo>
                  <a:lnTo>
                    <a:pt x="86360" y="123380"/>
                  </a:lnTo>
                  <a:lnTo>
                    <a:pt x="88417" y="121335"/>
                  </a:lnTo>
                  <a:lnTo>
                    <a:pt x="88646" y="120523"/>
                  </a:lnTo>
                  <a:lnTo>
                    <a:pt x="89789" y="116789"/>
                  </a:lnTo>
                  <a:close/>
                </a:path>
                <a:path w="285750" h="272415">
                  <a:moveTo>
                    <a:pt x="91300" y="97320"/>
                  </a:moveTo>
                  <a:lnTo>
                    <a:pt x="90893" y="96621"/>
                  </a:lnTo>
                  <a:lnTo>
                    <a:pt x="90716" y="96342"/>
                  </a:lnTo>
                  <a:lnTo>
                    <a:pt x="90385" y="95758"/>
                  </a:lnTo>
                  <a:lnTo>
                    <a:pt x="89484" y="94221"/>
                  </a:lnTo>
                  <a:lnTo>
                    <a:pt x="87426" y="96380"/>
                  </a:lnTo>
                  <a:lnTo>
                    <a:pt x="88938" y="97205"/>
                  </a:lnTo>
                  <a:lnTo>
                    <a:pt x="89242" y="97358"/>
                  </a:lnTo>
                  <a:lnTo>
                    <a:pt x="89535" y="97523"/>
                  </a:lnTo>
                  <a:lnTo>
                    <a:pt x="89839" y="97675"/>
                  </a:lnTo>
                  <a:lnTo>
                    <a:pt x="90500" y="98044"/>
                  </a:lnTo>
                  <a:lnTo>
                    <a:pt x="91300" y="97320"/>
                  </a:lnTo>
                  <a:close/>
                </a:path>
                <a:path w="285750" h="272415">
                  <a:moveTo>
                    <a:pt x="91567" y="61493"/>
                  </a:moveTo>
                  <a:lnTo>
                    <a:pt x="89103" y="59855"/>
                  </a:lnTo>
                  <a:lnTo>
                    <a:pt x="87287" y="61074"/>
                  </a:lnTo>
                  <a:lnTo>
                    <a:pt x="85178" y="62496"/>
                  </a:lnTo>
                  <a:lnTo>
                    <a:pt x="85178" y="64592"/>
                  </a:lnTo>
                  <a:lnTo>
                    <a:pt x="86741" y="65633"/>
                  </a:lnTo>
                  <a:lnTo>
                    <a:pt x="87147" y="65900"/>
                  </a:lnTo>
                  <a:lnTo>
                    <a:pt x="83997" y="65900"/>
                  </a:lnTo>
                  <a:lnTo>
                    <a:pt x="83019" y="68110"/>
                  </a:lnTo>
                  <a:lnTo>
                    <a:pt x="84289" y="69316"/>
                  </a:lnTo>
                  <a:lnTo>
                    <a:pt x="85255" y="70231"/>
                  </a:lnTo>
                  <a:lnTo>
                    <a:pt x="86156" y="70243"/>
                  </a:lnTo>
                  <a:lnTo>
                    <a:pt x="88392" y="68110"/>
                  </a:lnTo>
                  <a:lnTo>
                    <a:pt x="87503" y="66141"/>
                  </a:lnTo>
                  <a:lnTo>
                    <a:pt x="89103" y="67221"/>
                  </a:lnTo>
                  <a:lnTo>
                    <a:pt x="91567" y="65595"/>
                  </a:lnTo>
                  <a:lnTo>
                    <a:pt x="91567" y="61493"/>
                  </a:lnTo>
                  <a:close/>
                </a:path>
                <a:path w="285750" h="272415">
                  <a:moveTo>
                    <a:pt x="109994" y="149796"/>
                  </a:moveTo>
                  <a:lnTo>
                    <a:pt x="109131" y="149009"/>
                  </a:lnTo>
                  <a:lnTo>
                    <a:pt x="108940" y="148831"/>
                  </a:lnTo>
                  <a:lnTo>
                    <a:pt x="108800" y="149009"/>
                  </a:lnTo>
                  <a:lnTo>
                    <a:pt x="108927" y="148831"/>
                  </a:lnTo>
                  <a:lnTo>
                    <a:pt x="108864" y="148374"/>
                  </a:lnTo>
                  <a:lnTo>
                    <a:pt x="106959" y="147459"/>
                  </a:lnTo>
                  <a:lnTo>
                    <a:pt x="106095" y="149440"/>
                  </a:lnTo>
                  <a:lnTo>
                    <a:pt x="106997" y="151345"/>
                  </a:lnTo>
                  <a:lnTo>
                    <a:pt x="107797" y="151574"/>
                  </a:lnTo>
                  <a:lnTo>
                    <a:pt x="109626" y="151142"/>
                  </a:lnTo>
                  <a:lnTo>
                    <a:pt x="109994" y="149796"/>
                  </a:lnTo>
                  <a:close/>
                </a:path>
                <a:path w="285750" h="272415">
                  <a:moveTo>
                    <a:pt x="110121" y="160845"/>
                  </a:moveTo>
                  <a:lnTo>
                    <a:pt x="109537" y="160845"/>
                  </a:lnTo>
                  <a:lnTo>
                    <a:pt x="109537" y="161290"/>
                  </a:lnTo>
                  <a:lnTo>
                    <a:pt x="109829" y="161290"/>
                  </a:lnTo>
                  <a:lnTo>
                    <a:pt x="110121" y="161290"/>
                  </a:lnTo>
                  <a:lnTo>
                    <a:pt x="110121" y="160845"/>
                  </a:lnTo>
                  <a:close/>
                </a:path>
                <a:path w="285750" h="272415">
                  <a:moveTo>
                    <a:pt x="111810" y="164871"/>
                  </a:moveTo>
                  <a:lnTo>
                    <a:pt x="110388" y="164236"/>
                  </a:lnTo>
                  <a:lnTo>
                    <a:pt x="108153" y="164617"/>
                  </a:lnTo>
                  <a:lnTo>
                    <a:pt x="107429" y="164998"/>
                  </a:lnTo>
                  <a:lnTo>
                    <a:pt x="103898" y="168135"/>
                  </a:lnTo>
                  <a:lnTo>
                    <a:pt x="108178" y="172237"/>
                  </a:lnTo>
                  <a:lnTo>
                    <a:pt x="110299" y="169583"/>
                  </a:lnTo>
                  <a:lnTo>
                    <a:pt x="111188" y="168452"/>
                  </a:lnTo>
                  <a:lnTo>
                    <a:pt x="111506" y="167601"/>
                  </a:lnTo>
                  <a:lnTo>
                    <a:pt x="111810" y="164871"/>
                  </a:lnTo>
                  <a:close/>
                </a:path>
                <a:path w="285750" h="272415">
                  <a:moveTo>
                    <a:pt x="112991" y="74891"/>
                  </a:moveTo>
                  <a:lnTo>
                    <a:pt x="110134" y="72021"/>
                  </a:lnTo>
                  <a:lnTo>
                    <a:pt x="108483" y="73837"/>
                  </a:lnTo>
                  <a:lnTo>
                    <a:pt x="106616" y="75869"/>
                  </a:lnTo>
                  <a:lnTo>
                    <a:pt x="107467" y="79641"/>
                  </a:lnTo>
                  <a:lnTo>
                    <a:pt x="112102" y="79489"/>
                  </a:lnTo>
                  <a:lnTo>
                    <a:pt x="112522" y="77609"/>
                  </a:lnTo>
                  <a:lnTo>
                    <a:pt x="111328" y="76784"/>
                  </a:lnTo>
                  <a:lnTo>
                    <a:pt x="111163" y="76657"/>
                  </a:lnTo>
                  <a:lnTo>
                    <a:pt x="111163" y="76517"/>
                  </a:lnTo>
                  <a:lnTo>
                    <a:pt x="112991" y="74891"/>
                  </a:lnTo>
                  <a:close/>
                </a:path>
                <a:path w="285750" h="272415">
                  <a:moveTo>
                    <a:pt x="113804" y="117030"/>
                  </a:moveTo>
                  <a:lnTo>
                    <a:pt x="111760" y="117627"/>
                  </a:lnTo>
                  <a:lnTo>
                    <a:pt x="111531" y="117703"/>
                  </a:lnTo>
                  <a:lnTo>
                    <a:pt x="111061" y="117830"/>
                  </a:lnTo>
                  <a:lnTo>
                    <a:pt x="110058" y="118122"/>
                  </a:lnTo>
                  <a:lnTo>
                    <a:pt x="110058" y="119583"/>
                  </a:lnTo>
                  <a:lnTo>
                    <a:pt x="111061" y="119875"/>
                  </a:lnTo>
                  <a:lnTo>
                    <a:pt x="111302" y="119938"/>
                  </a:lnTo>
                  <a:lnTo>
                    <a:pt x="111531" y="120015"/>
                  </a:lnTo>
                  <a:lnTo>
                    <a:pt x="111760" y="120078"/>
                  </a:lnTo>
                  <a:lnTo>
                    <a:pt x="113792" y="120675"/>
                  </a:lnTo>
                  <a:lnTo>
                    <a:pt x="113804" y="117030"/>
                  </a:lnTo>
                  <a:close/>
                </a:path>
                <a:path w="285750" h="272415">
                  <a:moveTo>
                    <a:pt x="123952" y="221284"/>
                  </a:moveTo>
                  <a:lnTo>
                    <a:pt x="123634" y="219964"/>
                  </a:lnTo>
                  <a:lnTo>
                    <a:pt x="119646" y="219138"/>
                  </a:lnTo>
                  <a:lnTo>
                    <a:pt x="117856" y="220916"/>
                  </a:lnTo>
                  <a:lnTo>
                    <a:pt x="119392" y="224548"/>
                  </a:lnTo>
                  <a:lnTo>
                    <a:pt x="122148" y="224993"/>
                  </a:lnTo>
                  <a:lnTo>
                    <a:pt x="123050" y="223139"/>
                  </a:lnTo>
                  <a:lnTo>
                    <a:pt x="123952" y="221284"/>
                  </a:lnTo>
                  <a:close/>
                </a:path>
                <a:path w="285750" h="272415">
                  <a:moveTo>
                    <a:pt x="130911" y="154686"/>
                  </a:moveTo>
                  <a:lnTo>
                    <a:pt x="129463" y="154686"/>
                  </a:lnTo>
                  <a:lnTo>
                    <a:pt x="129463" y="155803"/>
                  </a:lnTo>
                  <a:lnTo>
                    <a:pt x="130187" y="155803"/>
                  </a:lnTo>
                  <a:lnTo>
                    <a:pt x="130911" y="155803"/>
                  </a:lnTo>
                  <a:lnTo>
                    <a:pt x="130911" y="154686"/>
                  </a:lnTo>
                  <a:close/>
                </a:path>
                <a:path w="285750" h="272415">
                  <a:moveTo>
                    <a:pt x="133908" y="88722"/>
                  </a:moveTo>
                  <a:lnTo>
                    <a:pt x="133692" y="87566"/>
                  </a:lnTo>
                  <a:lnTo>
                    <a:pt x="133032" y="84150"/>
                  </a:lnTo>
                  <a:lnTo>
                    <a:pt x="129235" y="85407"/>
                  </a:lnTo>
                  <a:lnTo>
                    <a:pt x="128651" y="86144"/>
                  </a:lnTo>
                  <a:lnTo>
                    <a:pt x="128600" y="87795"/>
                  </a:lnTo>
                  <a:lnTo>
                    <a:pt x="128816" y="88430"/>
                  </a:lnTo>
                  <a:lnTo>
                    <a:pt x="130644" y="89865"/>
                  </a:lnTo>
                  <a:lnTo>
                    <a:pt x="132524" y="89293"/>
                  </a:lnTo>
                  <a:lnTo>
                    <a:pt x="132537" y="89090"/>
                  </a:lnTo>
                  <a:lnTo>
                    <a:pt x="132537" y="88874"/>
                  </a:lnTo>
                  <a:lnTo>
                    <a:pt x="133908" y="88722"/>
                  </a:lnTo>
                  <a:close/>
                </a:path>
                <a:path w="285750" h="272415">
                  <a:moveTo>
                    <a:pt x="134378" y="171348"/>
                  </a:moveTo>
                  <a:lnTo>
                    <a:pt x="133362" y="170002"/>
                  </a:lnTo>
                  <a:lnTo>
                    <a:pt x="131203" y="169354"/>
                  </a:lnTo>
                  <a:lnTo>
                    <a:pt x="130416" y="169443"/>
                  </a:lnTo>
                  <a:lnTo>
                    <a:pt x="124777" y="170599"/>
                  </a:lnTo>
                  <a:lnTo>
                    <a:pt x="128092" y="178409"/>
                  </a:lnTo>
                  <a:lnTo>
                    <a:pt x="132346" y="174828"/>
                  </a:lnTo>
                  <a:lnTo>
                    <a:pt x="133172" y="174142"/>
                  </a:lnTo>
                  <a:lnTo>
                    <a:pt x="133502" y="173520"/>
                  </a:lnTo>
                  <a:lnTo>
                    <a:pt x="134378" y="171348"/>
                  </a:lnTo>
                  <a:close/>
                </a:path>
                <a:path w="285750" h="272415">
                  <a:moveTo>
                    <a:pt x="139776" y="46964"/>
                  </a:moveTo>
                  <a:lnTo>
                    <a:pt x="136372" y="44970"/>
                  </a:lnTo>
                  <a:lnTo>
                    <a:pt x="135204" y="47218"/>
                  </a:lnTo>
                  <a:lnTo>
                    <a:pt x="134734" y="48120"/>
                  </a:lnTo>
                  <a:lnTo>
                    <a:pt x="134569" y="48653"/>
                  </a:lnTo>
                  <a:lnTo>
                    <a:pt x="134493" y="50800"/>
                  </a:lnTo>
                  <a:lnTo>
                    <a:pt x="135978" y="51816"/>
                  </a:lnTo>
                  <a:lnTo>
                    <a:pt x="137744" y="50469"/>
                  </a:lnTo>
                  <a:lnTo>
                    <a:pt x="138137" y="50101"/>
                  </a:lnTo>
                  <a:lnTo>
                    <a:pt x="138607" y="49212"/>
                  </a:lnTo>
                  <a:lnTo>
                    <a:pt x="139776" y="46964"/>
                  </a:lnTo>
                  <a:close/>
                </a:path>
                <a:path w="285750" h="272415">
                  <a:moveTo>
                    <a:pt x="143040" y="218757"/>
                  </a:moveTo>
                  <a:lnTo>
                    <a:pt x="139217" y="215976"/>
                  </a:lnTo>
                  <a:lnTo>
                    <a:pt x="137731" y="218592"/>
                  </a:lnTo>
                  <a:lnTo>
                    <a:pt x="137121" y="219684"/>
                  </a:lnTo>
                  <a:lnTo>
                    <a:pt x="136652" y="220421"/>
                  </a:lnTo>
                  <a:lnTo>
                    <a:pt x="137160" y="222275"/>
                  </a:lnTo>
                  <a:lnTo>
                    <a:pt x="137795" y="222834"/>
                  </a:lnTo>
                  <a:lnTo>
                    <a:pt x="139750" y="222643"/>
                  </a:lnTo>
                  <a:lnTo>
                    <a:pt x="140208" y="222148"/>
                  </a:lnTo>
                  <a:lnTo>
                    <a:pt x="143040" y="218757"/>
                  </a:lnTo>
                  <a:close/>
                </a:path>
                <a:path w="285750" h="272415">
                  <a:moveTo>
                    <a:pt x="152527" y="127520"/>
                  </a:moveTo>
                  <a:lnTo>
                    <a:pt x="150609" y="124536"/>
                  </a:lnTo>
                  <a:lnTo>
                    <a:pt x="150609" y="126898"/>
                  </a:lnTo>
                  <a:lnTo>
                    <a:pt x="150571" y="127228"/>
                  </a:lnTo>
                  <a:lnTo>
                    <a:pt x="150520" y="127101"/>
                  </a:lnTo>
                  <a:lnTo>
                    <a:pt x="150469" y="127228"/>
                  </a:lnTo>
                  <a:lnTo>
                    <a:pt x="150393" y="126809"/>
                  </a:lnTo>
                  <a:lnTo>
                    <a:pt x="150520" y="127101"/>
                  </a:lnTo>
                  <a:lnTo>
                    <a:pt x="150609" y="126898"/>
                  </a:lnTo>
                  <a:lnTo>
                    <a:pt x="150609" y="124536"/>
                  </a:lnTo>
                  <a:lnTo>
                    <a:pt x="150507" y="124371"/>
                  </a:lnTo>
                  <a:lnTo>
                    <a:pt x="149567" y="124637"/>
                  </a:lnTo>
                  <a:lnTo>
                    <a:pt x="148170" y="124396"/>
                  </a:lnTo>
                  <a:lnTo>
                    <a:pt x="147396" y="124358"/>
                  </a:lnTo>
                  <a:lnTo>
                    <a:pt x="145681" y="125564"/>
                  </a:lnTo>
                  <a:lnTo>
                    <a:pt x="144957" y="126771"/>
                  </a:lnTo>
                  <a:lnTo>
                    <a:pt x="145923" y="129425"/>
                  </a:lnTo>
                  <a:lnTo>
                    <a:pt x="146837" y="130200"/>
                  </a:lnTo>
                  <a:lnTo>
                    <a:pt x="149174" y="130289"/>
                  </a:lnTo>
                  <a:lnTo>
                    <a:pt x="149847" y="129933"/>
                  </a:lnTo>
                  <a:lnTo>
                    <a:pt x="151269" y="128651"/>
                  </a:lnTo>
                  <a:lnTo>
                    <a:pt x="152527" y="127520"/>
                  </a:lnTo>
                  <a:close/>
                </a:path>
                <a:path w="285750" h="272415">
                  <a:moveTo>
                    <a:pt x="165976" y="66484"/>
                  </a:moveTo>
                  <a:close/>
                </a:path>
                <a:path w="285750" h="272415">
                  <a:moveTo>
                    <a:pt x="167779" y="63284"/>
                  </a:moveTo>
                  <a:lnTo>
                    <a:pt x="162801" y="60375"/>
                  </a:lnTo>
                  <a:lnTo>
                    <a:pt x="160172" y="64871"/>
                  </a:lnTo>
                  <a:lnTo>
                    <a:pt x="160223" y="66802"/>
                  </a:lnTo>
                  <a:lnTo>
                    <a:pt x="160489" y="68732"/>
                  </a:lnTo>
                  <a:lnTo>
                    <a:pt x="161937" y="69456"/>
                  </a:lnTo>
                  <a:lnTo>
                    <a:pt x="164185" y="69621"/>
                  </a:lnTo>
                  <a:lnTo>
                    <a:pt x="165023" y="69075"/>
                  </a:lnTo>
                  <a:lnTo>
                    <a:pt x="165671" y="67957"/>
                  </a:lnTo>
                  <a:lnTo>
                    <a:pt x="165849" y="67538"/>
                  </a:lnTo>
                  <a:lnTo>
                    <a:pt x="165912" y="67056"/>
                  </a:lnTo>
                  <a:lnTo>
                    <a:pt x="165849" y="65709"/>
                  </a:lnTo>
                  <a:lnTo>
                    <a:pt x="165950" y="66395"/>
                  </a:lnTo>
                  <a:lnTo>
                    <a:pt x="166357" y="65709"/>
                  </a:lnTo>
                  <a:lnTo>
                    <a:pt x="167779" y="63284"/>
                  </a:lnTo>
                  <a:close/>
                </a:path>
                <a:path w="285750" h="272415">
                  <a:moveTo>
                    <a:pt x="245021" y="67144"/>
                  </a:moveTo>
                  <a:lnTo>
                    <a:pt x="244475" y="67144"/>
                  </a:lnTo>
                  <a:lnTo>
                    <a:pt x="244475" y="67564"/>
                  </a:lnTo>
                  <a:lnTo>
                    <a:pt x="244741" y="67564"/>
                  </a:lnTo>
                  <a:lnTo>
                    <a:pt x="245021" y="67564"/>
                  </a:lnTo>
                  <a:lnTo>
                    <a:pt x="245021" y="67144"/>
                  </a:lnTo>
                  <a:close/>
                </a:path>
                <a:path w="285750" h="272415">
                  <a:moveTo>
                    <a:pt x="258292" y="60198"/>
                  </a:moveTo>
                  <a:lnTo>
                    <a:pt x="257517" y="59601"/>
                  </a:lnTo>
                  <a:lnTo>
                    <a:pt x="256705" y="59969"/>
                  </a:lnTo>
                  <a:lnTo>
                    <a:pt x="256514" y="60121"/>
                  </a:lnTo>
                  <a:lnTo>
                    <a:pt x="256298" y="60172"/>
                  </a:lnTo>
                  <a:lnTo>
                    <a:pt x="256070" y="60109"/>
                  </a:lnTo>
                  <a:lnTo>
                    <a:pt x="254546" y="59982"/>
                  </a:lnTo>
                  <a:lnTo>
                    <a:pt x="254546" y="62369"/>
                  </a:lnTo>
                  <a:lnTo>
                    <a:pt x="256070" y="62496"/>
                  </a:lnTo>
                  <a:lnTo>
                    <a:pt x="257124" y="62585"/>
                  </a:lnTo>
                  <a:lnTo>
                    <a:pt x="257975" y="62166"/>
                  </a:lnTo>
                  <a:lnTo>
                    <a:pt x="258152" y="61074"/>
                  </a:lnTo>
                  <a:lnTo>
                    <a:pt x="258292" y="60198"/>
                  </a:lnTo>
                  <a:close/>
                </a:path>
                <a:path w="285750" h="272415">
                  <a:moveTo>
                    <a:pt x="272808" y="70040"/>
                  </a:moveTo>
                  <a:lnTo>
                    <a:pt x="268693" y="70027"/>
                  </a:lnTo>
                  <a:lnTo>
                    <a:pt x="269532" y="72059"/>
                  </a:lnTo>
                  <a:lnTo>
                    <a:pt x="269671" y="72390"/>
                  </a:lnTo>
                  <a:lnTo>
                    <a:pt x="269735" y="72555"/>
                  </a:lnTo>
                  <a:lnTo>
                    <a:pt x="270154" y="73545"/>
                  </a:lnTo>
                  <a:lnTo>
                    <a:pt x="271360" y="73545"/>
                  </a:lnTo>
                  <a:lnTo>
                    <a:pt x="271780" y="72555"/>
                  </a:lnTo>
                  <a:lnTo>
                    <a:pt x="271843" y="72390"/>
                  </a:lnTo>
                  <a:lnTo>
                    <a:pt x="271919" y="72224"/>
                  </a:lnTo>
                  <a:lnTo>
                    <a:pt x="271970" y="72059"/>
                  </a:lnTo>
                  <a:lnTo>
                    <a:pt x="272808" y="70040"/>
                  </a:lnTo>
                  <a:close/>
                </a:path>
                <a:path w="285750" h="272415">
                  <a:moveTo>
                    <a:pt x="274129" y="49974"/>
                  </a:moveTo>
                  <a:lnTo>
                    <a:pt x="270357" y="46570"/>
                  </a:lnTo>
                  <a:lnTo>
                    <a:pt x="268693" y="50444"/>
                  </a:lnTo>
                  <a:lnTo>
                    <a:pt x="270903" y="50825"/>
                  </a:lnTo>
                  <a:lnTo>
                    <a:pt x="273138" y="51193"/>
                  </a:lnTo>
                  <a:lnTo>
                    <a:pt x="274129" y="49974"/>
                  </a:lnTo>
                  <a:close/>
                </a:path>
                <a:path w="285750" h="272415">
                  <a:moveTo>
                    <a:pt x="276707" y="60337"/>
                  </a:moveTo>
                  <a:lnTo>
                    <a:pt x="274777" y="56502"/>
                  </a:lnTo>
                  <a:lnTo>
                    <a:pt x="273850" y="54648"/>
                  </a:lnTo>
                  <a:lnTo>
                    <a:pt x="272199" y="54648"/>
                  </a:lnTo>
                  <a:lnTo>
                    <a:pt x="269328" y="60337"/>
                  </a:lnTo>
                  <a:lnTo>
                    <a:pt x="276707" y="60337"/>
                  </a:lnTo>
                  <a:close/>
                </a:path>
                <a:path w="285750" h="272415">
                  <a:moveTo>
                    <a:pt x="285470" y="65786"/>
                  </a:moveTo>
                  <a:lnTo>
                    <a:pt x="285140" y="65481"/>
                  </a:lnTo>
                  <a:lnTo>
                    <a:pt x="284949" y="65290"/>
                  </a:lnTo>
                  <a:lnTo>
                    <a:pt x="284568" y="64935"/>
                  </a:lnTo>
                  <a:lnTo>
                    <a:pt x="284251" y="64617"/>
                  </a:lnTo>
                  <a:lnTo>
                    <a:pt x="283756" y="65112"/>
                  </a:lnTo>
                  <a:lnTo>
                    <a:pt x="284086" y="65430"/>
                  </a:lnTo>
                  <a:lnTo>
                    <a:pt x="284264" y="65608"/>
                  </a:lnTo>
                  <a:lnTo>
                    <a:pt x="284454" y="65786"/>
                  </a:lnTo>
                  <a:lnTo>
                    <a:pt x="284645" y="65963"/>
                  </a:lnTo>
                  <a:lnTo>
                    <a:pt x="284975" y="66281"/>
                  </a:lnTo>
                  <a:lnTo>
                    <a:pt x="285470" y="6578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965600" y="7742941"/>
              <a:ext cx="451484" cy="361950"/>
            </a:xfrm>
            <a:custGeom>
              <a:avLst/>
              <a:gdLst/>
              <a:ahLst/>
              <a:cxnLst/>
              <a:rect l="l" t="t" r="r" b="b"/>
              <a:pathLst>
                <a:path w="451485" h="361950">
                  <a:moveTo>
                    <a:pt x="7454" y="359676"/>
                  </a:moveTo>
                  <a:lnTo>
                    <a:pt x="5549" y="355701"/>
                  </a:lnTo>
                  <a:lnTo>
                    <a:pt x="4711" y="353961"/>
                  </a:lnTo>
                  <a:lnTo>
                    <a:pt x="2743" y="353961"/>
                  </a:lnTo>
                  <a:lnTo>
                    <a:pt x="0" y="359676"/>
                  </a:lnTo>
                  <a:lnTo>
                    <a:pt x="7454" y="359676"/>
                  </a:lnTo>
                  <a:close/>
                </a:path>
                <a:path w="451485" h="361950">
                  <a:moveTo>
                    <a:pt x="79146" y="112090"/>
                  </a:moveTo>
                  <a:lnTo>
                    <a:pt x="76200" y="109283"/>
                  </a:lnTo>
                  <a:lnTo>
                    <a:pt x="67030" y="115112"/>
                  </a:lnTo>
                  <a:lnTo>
                    <a:pt x="72834" y="121272"/>
                  </a:lnTo>
                  <a:lnTo>
                    <a:pt x="75920" y="116776"/>
                  </a:lnTo>
                  <a:lnTo>
                    <a:pt x="79146" y="112090"/>
                  </a:lnTo>
                  <a:close/>
                </a:path>
                <a:path w="451485" h="361950">
                  <a:moveTo>
                    <a:pt x="86525" y="107861"/>
                  </a:moveTo>
                  <a:lnTo>
                    <a:pt x="85090" y="106527"/>
                  </a:lnTo>
                  <a:lnTo>
                    <a:pt x="83096" y="107264"/>
                  </a:lnTo>
                  <a:lnTo>
                    <a:pt x="79133" y="108737"/>
                  </a:lnTo>
                  <a:lnTo>
                    <a:pt x="84010" y="113931"/>
                  </a:lnTo>
                  <a:lnTo>
                    <a:pt x="85686" y="109867"/>
                  </a:lnTo>
                  <a:lnTo>
                    <a:pt x="86525" y="107861"/>
                  </a:lnTo>
                  <a:close/>
                </a:path>
                <a:path w="451485" h="361950">
                  <a:moveTo>
                    <a:pt x="96774" y="79959"/>
                  </a:moveTo>
                  <a:lnTo>
                    <a:pt x="96189" y="79959"/>
                  </a:lnTo>
                  <a:lnTo>
                    <a:pt x="96189" y="80416"/>
                  </a:lnTo>
                  <a:lnTo>
                    <a:pt x="96481" y="80416"/>
                  </a:lnTo>
                  <a:lnTo>
                    <a:pt x="96774" y="80416"/>
                  </a:lnTo>
                  <a:lnTo>
                    <a:pt x="96774" y="79959"/>
                  </a:lnTo>
                  <a:close/>
                </a:path>
                <a:path w="451485" h="361950">
                  <a:moveTo>
                    <a:pt x="104457" y="89877"/>
                  </a:moveTo>
                  <a:lnTo>
                    <a:pt x="102755" y="85801"/>
                  </a:lnTo>
                  <a:lnTo>
                    <a:pt x="98298" y="84340"/>
                  </a:lnTo>
                  <a:lnTo>
                    <a:pt x="96685" y="84175"/>
                  </a:lnTo>
                  <a:lnTo>
                    <a:pt x="91262" y="83858"/>
                  </a:lnTo>
                  <a:lnTo>
                    <a:pt x="88569" y="87884"/>
                  </a:lnTo>
                  <a:lnTo>
                    <a:pt x="88811" y="88785"/>
                  </a:lnTo>
                  <a:lnTo>
                    <a:pt x="88214" y="88785"/>
                  </a:lnTo>
                  <a:lnTo>
                    <a:pt x="88201" y="93421"/>
                  </a:lnTo>
                  <a:lnTo>
                    <a:pt x="90081" y="93421"/>
                  </a:lnTo>
                  <a:lnTo>
                    <a:pt x="90525" y="95008"/>
                  </a:lnTo>
                  <a:lnTo>
                    <a:pt x="94589" y="96253"/>
                  </a:lnTo>
                  <a:lnTo>
                    <a:pt x="97866" y="94691"/>
                  </a:lnTo>
                  <a:lnTo>
                    <a:pt x="99352" y="93992"/>
                  </a:lnTo>
                  <a:lnTo>
                    <a:pt x="100558" y="93154"/>
                  </a:lnTo>
                  <a:lnTo>
                    <a:pt x="104457" y="89877"/>
                  </a:lnTo>
                  <a:close/>
                </a:path>
                <a:path w="451485" h="361950">
                  <a:moveTo>
                    <a:pt x="106565" y="73647"/>
                  </a:moveTo>
                  <a:lnTo>
                    <a:pt x="104127" y="71056"/>
                  </a:lnTo>
                  <a:lnTo>
                    <a:pt x="102831" y="72948"/>
                  </a:lnTo>
                  <a:lnTo>
                    <a:pt x="101600" y="74752"/>
                  </a:lnTo>
                  <a:lnTo>
                    <a:pt x="102895" y="75971"/>
                  </a:lnTo>
                  <a:lnTo>
                    <a:pt x="106565" y="73647"/>
                  </a:lnTo>
                  <a:close/>
                </a:path>
                <a:path w="451485" h="361950">
                  <a:moveTo>
                    <a:pt x="108153" y="129171"/>
                  </a:moveTo>
                  <a:lnTo>
                    <a:pt x="107010" y="125425"/>
                  </a:lnTo>
                  <a:lnTo>
                    <a:pt x="106794" y="124739"/>
                  </a:lnTo>
                  <a:lnTo>
                    <a:pt x="106641" y="124320"/>
                  </a:lnTo>
                  <a:lnTo>
                    <a:pt x="105473" y="122656"/>
                  </a:lnTo>
                  <a:lnTo>
                    <a:pt x="104063" y="122656"/>
                  </a:lnTo>
                  <a:lnTo>
                    <a:pt x="102908" y="124320"/>
                  </a:lnTo>
                  <a:lnTo>
                    <a:pt x="102743" y="124739"/>
                  </a:lnTo>
                  <a:lnTo>
                    <a:pt x="101396" y="129159"/>
                  </a:lnTo>
                  <a:lnTo>
                    <a:pt x="108153" y="129171"/>
                  </a:lnTo>
                  <a:close/>
                </a:path>
                <a:path w="451485" h="361950">
                  <a:moveTo>
                    <a:pt x="109537" y="75958"/>
                  </a:moveTo>
                  <a:lnTo>
                    <a:pt x="106273" y="76200"/>
                  </a:lnTo>
                  <a:lnTo>
                    <a:pt x="105003" y="76301"/>
                  </a:lnTo>
                  <a:lnTo>
                    <a:pt x="104343" y="76542"/>
                  </a:lnTo>
                  <a:lnTo>
                    <a:pt x="102577" y="77939"/>
                  </a:lnTo>
                  <a:lnTo>
                    <a:pt x="102577" y="79527"/>
                  </a:lnTo>
                  <a:lnTo>
                    <a:pt x="104368" y="80962"/>
                  </a:lnTo>
                  <a:lnTo>
                    <a:pt x="105003" y="81165"/>
                  </a:lnTo>
                  <a:lnTo>
                    <a:pt x="109537" y="81495"/>
                  </a:lnTo>
                  <a:lnTo>
                    <a:pt x="109537" y="75958"/>
                  </a:lnTo>
                  <a:close/>
                </a:path>
                <a:path w="451485" h="361950">
                  <a:moveTo>
                    <a:pt x="114363" y="88049"/>
                  </a:moveTo>
                  <a:lnTo>
                    <a:pt x="110261" y="88049"/>
                  </a:lnTo>
                  <a:lnTo>
                    <a:pt x="111315" y="90233"/>
                  </a:lnTo>
                  <a:lnTo>
                    <a:pt x="111404" y="90424"/>
                  </a:lnTo>
                  <a:lnTo>
                    <a:pt x="111493" y="90614"/>
                  </a:lnTo>
                  <a:lnTo>
                    <a:pt x="111848" y="91351"/>
                  </a:lnTo>
                  <a:lnTo>
                    <a:pt x="112776" y="91351"/>
                  </a:lnTo>
                  <a:lnTo>
                    <a:pt x="113233" y="90424"/>
                  </a:lnTo>
                  <a:lnTo>
                    <a:pt x="113309" y="90233"/>
                  </a:lnTo>
                  <a:lnTo>
                    <a:pt x="114363" y="88049"/>
                  </a:lnTo>
                  <a:close/>
                </a:path>
                <a:path w="451485" h="361950">
                  <a:moveTo>
                    <a:pt x="117614" y="101257"/>
                  </a:moveTo>
                  <a:lnTo>
                    <a:pt x="110020" y="101257"/>
                  </a:lnTo>
                  <a:lnTo>
                    <a:pt x="110020" y="107162"/>
                  </a:lnTo>
                  <a:lnTo>
                    <a:pt x="113817" y="107162"/>
                  </a:lnTo>
                  <a:lnTo>
                    <a:pt x="117614" y="107162"/>
                  </a:lnTo>
                  <a:lnTo>
                    <a:pt x="117614" y="101257"/>
                  </a:lnTo>
                  <a:close/>
                </a:path>
                <a:path w="451485" h="361950">
                  <a:moveTo>
                    <a:pt x="119811" y="79781"/>
                  </a:moveTo>
                  <a:lnTo>
                    <a:pt x="116065" y="77635"/>
                  </a:lnTo>
                  <a:lnTo>
                    <a:pt x="113195" y="76009"/>
                  </a:lnTo>
                  <a:lnTo>
                    <a:pt x="110020" y="79883"/>
                  </a:lnTo>
                  <a:lnTo>
                    <a:pt x="115570" y="85280"/>
                  </a:lnTo>
                  <a:lnTo>
                    <a:pt x="119811" y="79781"/>
                  </a:lnTo>
                  <a:close/>
                </a:path>
                <a:path w="451485" h="361950">
                  <a:moveTo>
                    <a:pt x="126898" y="192341"/>
                  </a:moveTo>
                  <a:lnTo>
                    <a:pt x="123329" y="190893"/>
                  </a:lnTo>
                  <a:lnTo>
                    <a:pt x="121310" y="192874"/>
                  </a:lnTo>
                  <a:lnTo>
                    <a:pt x="119875" y="194284"/>
                  </a:lnTo>
                  <a:lnTo>
                    <a:pt x="119875" y="196100"/>
                  </a:lnTo>
                  <a:lnTo>
                    <a:pt x="123329" y="199478"/>
                  </a:lnTo>
                  <a:lnTo>
                    <a:pt x="126898" y="198043"/>
                  </a:lnTo>
                  <a:lnTo>
                    <a:pt x="126898" y="192341"/>
                  </a:lnTo>
                  <a:close/>
                </a:path>
                <a:path w="451485" h="361950">
                  <a:moveTo>
                    <a:pt x="129197" y="72682"/>
                  </a:moveTo>
                  <a:lnTo>
                    <a:pt x="128612" y="72682"/>
                  </a:lnTo>
                  <a:lnTo>
                    <a:pt x="128612" y="73139"/>
                  </a:lnTo>
                  <a:lnTo>
                    <a:pt x="128905" y="73139"/>
                  </a:lnTo>
                  <a:lnTo>
                    <a:pt x="129197" y="73139"/>
                  </a:lnTo>
                  <a:lnTo>
                    <a:pt x="129197" y="72682"/>
                  </a:lnTo>
                  <a:close/>
                </a:path>
                <a:path w="451485" h="361950">
                  <a:moveTo>
                    <a:pt x="135293" y="97497"/>
                  </a:moveTo>
                  <a:lnTo>
                    <a:pt x="125514" y="97497"/>
                  </a:lnTo>
                  <a:lnTo>
                    <a:pt x="125514" y="105092"/>
                  </a:lnTo>
                  <a:lnTo>
                    <a:pt x="130403" y="105092"/>
                  </a:lnTo>
                  <a:lnTo>
                    <a:pt x="135293" y="105092"/>
                  </a:lnTo>
                  <a:lnTo>
                    <a:pt x="135293" y="97497"/>
                  </a:lnTo>
                  <a:close/>
                </a:path>
                <a:path w="451485" h="361950">
                  <a:moveTo>
                    <a:pt x="137858" y="201015"/>
                  </a:moveTo>
                  <a:lnTo>
                    <a:pt x="136271" y="200012"/>
                  </a:lnTo>
                  <a:lnTo>
                    <a:pt x="134632" y="198970"/>
                  </a:lnTo>
                  <a:lnTo>
                    <a:pt x="133565" y="199974"/>
                  </a:lnTo>
                  <a:lnTo>
                    <a:pt x="134302" y="201041"/>
                  </a:lnTo>
                  <a:lnTo>
                    <a:pt x="134683" y="201599"/>
                  </a:lnTo>
                  <a:lnTo>
                    <a:pt x="135775" y="203187"/>
                  </a:lnTo>
                  <a:lnTo>
                    <a:pt x="137858" y="201015"/>
                  </a:lnTo>
                  <a:close/>
                </a:path>
                <a:path w="451485" h="361950">
                  <a:moveTo>
                    <a:pt x="137985" y="129628"/>
                  </a:moveTo>
                  <a:lnTo>
                    <a:pt x="137210" y="127076"/>
                  </a:lnTo>
                  <a:lnTo>
                    <a:pt x="136613" y="125095"/>
                  </a:lnTo>
                  <a:lnTo>
                    <a:pt x="134759" y="125095"/>
                  </a:lnTo>
                  <a:lnTo>
                    <a:pt x="133388" y="129628"/>
                  </a:lnTo>
                  <a:lnTo>
                    <a:pt x="137985" y="129628"/>
                  </a:lnTo>
                  <a:close/>
                </a:path>
                <a:path w="451485" h="361950">
                  <a:moveTo>
                    <a:pt x="140487" y="73850"/>
                  </a:moveTo>
                  <a:lnTo>
                    <a:pt x="140309" y="72910"/>
                  </a:lnTo>
                  <a:lnTo>
                    <a:pt x="139560" y="69938"/>
                  </a:lnTo>
                  <a:lnTo>
                    <a:pt x="137629" y="69773"/>
                  </a:lnTo>
                  <a:lnTo>
                    <a:pt x="135318" y="71577"/>
                  </a:lnTo>
                  <a:lnTo>
                    <a:pt x="134823" y="72224"/>
                  </a:lnTo>
                  <a:lnTo>
                    <a:pt x="133083" y="77165"/>
                  </a:lnTo>
                  <a:lnTo>
                    <a:pt x="138823" y="78740"/>
                  </a:lnTo>
                  <a:lnTo>
                    <a:pt x="140042" y="75145"/>
                  </a:lnTo>
                  <a:lnTo>
                    <a:pt x="140487" y="73850"/>
                  </a:lnTo>
                  <a:close/>
                </a:path>
                <a:path w="451485" h="361950">
                  <a:moveTo>
                    <a:pt x="143522" y="114173"/>
                  </a:moveTo>
                  <a:lnTo>
                    <a:pt x="142938" y="114173"/>
                  </a:lnTo>
                  <a:lnTo>
                    <a:pt x="142938" y="114617"/>
                  </a:lnTo>
                  <a:lnTo>
                    <a:pt x="143230" y="114617"/>
                  </a:lnTo>
                  <a:lnTo>
                    <a:pt x="143522" y="114617"/>
                  </a:lnTo>
                  <a:lnTo>
                    <a:pt x="143522" y="114173"/>
                  </a:lnTo>
                  <a:close/>
                </a:path>
                <a:path w="451485" h="361950">
                  <a:moveTo>
                    <a:pt x="148755" y="72224"/>
                  </a:moveTo>
                  <a:lnTo>
                    <a:pt x="146202" y="67868"/>
                  </a:lnTo>
                  <a:lnTo>
                    <a:pt x="143256" y="68033"/>
                  </a:lnTo>
                  <a:lnTo>
                    <a:pt x="141986" y="69989"/>
                  </a:lnTo>
                  <a:lnTo>
                    <a:pt x="140665" y="71996"/>
                  </a:lnTo>
                  <a:lnTo>
                    <a:pt x="142189" y="75018"/>
                  </a:lnTo>
                  <a:lnTo>
                    <a:pt x="144627" y="74752"/>
                  </a:lnTo>
                  <a:lnTo>
                    <a:pt x="147015" y="74485"/>
                  </a:lnTo>
                  <a:lnTo>
                    <a:pt x="148755" y="72224"/>
                  </a:lnTo>
                  <a:close/>
                </a:path>
                <a:path w="451485" h="361950">
                  <a:moveTo>
                    <a:pt x="151574" y="179603"/>
                  </a:moveTo>
                  <a:lnTo>
                    <a:pt x="151384" y="178485"/>
                  </a:lnTo>
                  <a:lnTo>
                    <a:pt x="151003" y="176136"/>
                  </a:lnTo>
                  <a:lnTo>
                    <a:pt x="148551" y="175945"/>
                  </a:lnTo>
                  <a:lnTo>
                    <a:pt x="146469" y="178638"/>
                  </a:lnTo>
                  <a:lnTo>
                    <a:pt x="147624" y="180352"/>
                  </a:lnTo>
                  <a:lnTo>
                    <a:pt x="149263" y="180555"/>
                  </a:lnTo>
                  <a:lnTo>
                    <a:pt x="151066" y="180784"/>
                  </a:lnTo>
                  <a:lnTo>
                    <a:pt x="151574" y="179603"/>
                  </a:lnTo>
                  <a:close/>
                </a:path>
                <a:path w="451485" h="361950">
                  <a:moveTo>
                    <a:pt x="152095" y="109220"/>
                  </a:moveTo>
                  <a:lnTo>
                    <a:pt x="151955" y="105664"/>
                  </a:lnTo>
                  <a:lnTo>
                    <a:pt x="151726" y="100203"/>
                  </a:lnTo>
                  <a:lnTo>
                    <a:pt x="147294" y="97701"/>
                  </a:lnTo>
                  <a:lnTo>
                    <a:pt x="141262" y="104787"/>
                  </a:lnTo>
                  <a:lnTo>
                    <a:pt x="141719" y="108775"/>
                  </a:lnTo>
                  <a:lnTo>
                    <a:pt x="148183" y="111493"/>
                  </a:lnTo>
                  <a:lnTo>
                    <a:pt x="152095" y="109220"/>
                  </a:lnTo>
                  <a:close/>
                </a:path>
                <a:path w="451485" h="361950">
                  <a:moveTo>
                    <a:pt x="159588" y="84086"/>
                  </a:moveTo>
                  <a:lnTo>
                    <a:pt x="158292" y="81191"/>
                  </a:lnTo>
                  <a:lnTo>
                    <a:pt x="153809" y="81191"/>
                  </a:lnTo>
                  <a:lnTo>
                    <a:pt x="152501" y="84099"/>
                  </a:lnTo>
                  <a:lnTo>
                    <a:pt x="154178" y="85686"/>
                  </a:lnTo>
                  <a:lnTo>
                    <a:pt x="155397" y="86842"/>
                  </a:lnTo>
                  <a:lnTo>
                    <a:pt x="156692" y="86855"/>
                  </a:lnTo>
                  <a:lnTo>
                    <a:pt x="159588" y="84086"/>
                  </a:lnTo>
                  <a:close/>
                </a:path>
                <a:path w="451485" h="361950">
                  <a:moveTo>
                    <a:pt x="160324" y="128130"/>
                  </a:moveTo>
                  <a:lnTo>
                    <a:pt x="158572" y="120840"/>
                  </a:lnTo>
                  <a:lnTo>
                    <a:pt x="153492" y="122224"/>
                  </a:lnTo>
                  <a:lnTo>
                    <a:pt x="150723" y="122974"/>
                  </a:lnTo>
                  <a:lnTo>
                    <a:pt x="149301" y="124142"/>
                  </a:lnTo>
                  <a:lnTo>
                    <a:pt x="148869" y="127114"/>
                  </a:lnTo>
                  <a:lnTo>
                    <a:pt x="148983" y="128244"/>
                  </a:lnTo>
                  <a:lnTo>
                    <a:pt x="151079" y="130441"/>
                  </a:lnTo>
                  <a:lnTo>
                    <a:pt x="152831" y="131025"/>
                  </a:lnTo>
                  <a:lnTo>
                    <a:pt x="160324" y="128130"/>
                  </a:lnTo>
                  <a:close/>
                </a:path>
                <a:path w="451485" h="361950">
                  <a:moveTo>
                    <a:pt x="162407" y="51689"/>
                  </a:moveTo>
                  <a:lnTo>
                    <a:pt x="160235" y="51689"/>
                  </a:lnTo>
                  <a:lnTo>
                    <a:pt x="160235" y="53378"/>
                  </a:lnTo>
                  <a:lnTo>
                    <a:pt x="161328" y="53378"/>
                  </a:lnTo>
                  <a:lnTo>
                    <a:pt x="162407" y="53378"/>
                  </a:lnTo>
                  <a:lnTo>
                    <a:pt x="162407" y="51689"/>
                  </a:lnTo>
                  <a:close/>
                </a:path>
                <a:path w="451485" h="361950">
                  <a:moveTo>
                    <a:pt x="167132" y="172504"/>
                  </a:moveTo>
                  <a:lnTo>
                    <a:pt x="163068" y="172504"/>
                  </a:lnTo>
                  <a:lnTo>
                    <a:pt x="163055" y="175666"/>
                  </a:lnTo>
                  <a:lnTo>
                    <a:pt x="165100" y="175666"/>
                  </a:lnTo>
                  <a:lnTo>
                    <a:pt x="167119" y="175666"/>
                  </a:lnTo>
                  <a:lnTo>
                    <a:pt x="167132" y="172504"/>
                  </a:lnTo>
                  <a:close/>
                </a:path>
                <a:path w="451485" h="361950">
                  <a:moveTo>
                    <a:pt x="170992" y="69570"/>
                  </a:moveTo>
                  <a:lnTo>
                    <a:pt x="165633" y="64363"/>
                  </a:lnTo>
                  <a:lnTo>
                    <a:pt x="161556" y="69672"/>
                  </a:lnTo>
                  <a:lnTo>
                    <a:pt x="165163" y="71729"/>
                  </a:lnTo>
                  <a:lnTo>
                    <a:pt x="167932" y="73304"/>
                  </a:lnTo>
                  <a:lnTo>
                    <a:pt x="170992" y="69570"/>
                  </a:lnTo>
                  <a:close/>
                </a:path>
                <a:path w="451485" h="361950">
                  <a:moveTo>
                    <a:pt x="171424" y="153479"/>
                  </a:moveTo>
                  <a:lnTo>
                    <a:pt x="170827" y="153479"/>
                  </a:lnTo>
                  <a:lnTo>
                    <a:pt x="170827" y="153924"/>
                  </a:lnTo>
                  <a:lnTo>
                    <a:pt x="171119" y="153924"/>
                  </a:lnTo>
                  <a:lnTo>
                    <a:pt x="171424" y="153924"/>
                  </a:lnTo>
                  <a:lnTo>
                    <a:pt x="171424" y="153479"/>
                  </a:lnTo>
                  <a:close/>
                </a:path>
                <a:path w="451485" h="361950">
                  <a:moveTo>
                    <a:pt x="177863" y="46697"/>
                  </a:moveTo>
                  <a:lnTo>
                    <a:pt x="175602" y="44577"/>
                  </a:lnTo>
                  <a:lnTo>
                    <a:pt x="172935" y="46139"/>
                  </a:lnTo>
                  <a:lnTo>
                    <a:pt x="172135" y="46723"/>
                  </a:lnTo>
                  <a:lnTo>
                    <a:pt x="168084" y="49796"/>
                  </a:lnTo>
                  <a:lnTo>
                    <a:pt x="172224" y="54254"/>
                  </a:lnTo>
                  <a:lnTo>
                    <a:pt x="174498" y="51485"/>
                  </a:lnTo>
                  <a:lnTo>
                    <a:pt x="176047" y="49555"/>
                  </a:lnTo>
                  <a:lnTo>
                    <a:pt x="177863" y="46697"/>
                  </a:lnTo>
                  <a:close/>
                </a:path>
                <a:path w="451485" h="361950">
                  <a:moveTo>
                    <a:pt x="178955" y="182587"/>
                  </a:moveTo>
                  <a:lnTo>
                    <a:pt x="178371" y="182587"/>
                  </a:lnTo>
                  <a:lnTo>
                    <a:pt x="178371" y="183045"/>
                  </a:lnTo>
                  <a:lnTo>
                    <a:pt x="178663" y="183045"/>
                  </a:lnTo>
                  <a:lnTo>
                    <a:pt x="178955" y="183045"/>
                  </a:lnTo>
                  <a:lnTo>
                    <a:pt x="178955" y="182587"/>
                  </a:lnTo>
                  <a:close/>
                </a:path>
                <a:path w="451485" h="361950">
                  <a:moveTo>
                    <a:pt x="185750" y="49390"/>
                  </a:moveTo>
                  <a:lnTo>
                    <a:pt x="185153" y="49390"/>
                  </a:lnTo>
                  <a:lnTo>
                    <a:pt x="185153" y="49847"/>
                  </a:lnTo>
                  <a:lnTo>
                    <a:pt x="185458" y="49847"/>
                  </a:lnTo>
                  <a:lnTo>
                    <a:pt x="185750" y="49847"/>
                  </a:lnTo>
                  <a:lnTo>
                    <a:pt x="185750" y="49390"/>
                  </a:lnTo>
                  <a:close/>
                </a:path>
                <a:path w="451485" h="361950">
                  <a:moveTo>
                    <a:pt x="190080" y="175120"/>
                  </a:moveTo>
                  <a:lnTo>
                    <a:pt x="189687" y="171894"/>
                  </a:lnTo>
                  <a:lnTo>
                    <a:pt x="184937" y="169113"/>
                  </a:lnTo>
                  <a:lnTo>
                    <a:pt x="182346" y="170599"/>
                  </a:lnTo>
                  <a:lnTo>
                    <a:pt x="182041" y="171348"/>
                  </a:lnTo>
                  <a:lnTo>
                    <a:pt x="180174" y="172224"/>
                  </a:lnTo>
                  <a:lnTo>
                    <a:pt x="180467" y="176339"/>
                  </a:lnTo>
                  <a:lnTo>
                    <a:pt x="184670" y="178714"/>
                  </a:lnTo>
                  <a:lnTo>
                    <a:pt x="186778" y="178511"/>
                  </a:lnTo>
                  <a:lnTo>
                    <a:pt x="190080" y="175120"/>
                  </a:lnTo>
                  <a:close/>
                </a:path>
                <a:path w="451485" h="361950">
                  <a:moveTo>
                    <a:pt x="190627" y="104076"/>
                  </a:moveTo>
                  <a:lnTo>
                    <a:pt x="189064" y="102285"/>
                  </a:lnTo>
                  <a:lnTo>
                    <a:pt x="186283" y="103746"/>
                  </a:lnTo>
                  <a:lnTo>
                    <a:pt x="184429" y="104140"/>
                  </a:lnTo>
                  <a:lnTo>
                    <a:pt x="181571" y="104863"/>
                  </a:lnTo>
                  <a:lnTo>
                    <a:pt x="181457" y="106934"/>
                  </a:lnTo>
                  <a:lnTo>
                    <a:pt x="182829" y="107188"/>
                  </a:lnTo>
                  <a:lnTo>
                    <a:pt x="185508" y="107696"/>
                  </a:lnTo>
                  <a:lnTo>
                    <a:pt x="187363" y="106908"/>
                  </a:lnTo>
                  <a:lnTo>
                    <a:pt x="190627" y="104076"/>
                  </a:lnTo>
                  <a:close/>
                </a:path>
                <a:path w="451485" h="361950">
                  <a:moveTo>
                    <a:pt x="193979" y="117983"/>
                  </a:moveTo>
                  <a:lnTo>
                    <a:pt x="184467" y="117983"/>
                  </a:lnTo>
                  <a:lnTo>
                    <a:pt x="184467" y="125361"/>
                  </a:lnTo>
                  <a:lnTo>
                    <a:pt x="189217" y="125361"/>
                  </a:lnTo>
                  <a:lnTo>
                    <a:pt x="193979" y="125361"/>
                  </a:lnTo>
                  <a:lnTo>
                    <a:pt x="193979" y="117983"/>
                  </a:lnTo>
                  <a:close/>
                </a:path>
                <a:path w="451485" h="361950">
                  <a:moveTo>
                    <a:pt x="196862" y="76123"/>
                  </a:moveTo>
                  <a:lnTo>
                    <a:pt x="190030" y="74142"/>
                  </a:lnTo>
                  <a:lnTo>
                    <a:pt x="187477" y="76174"/>
                  </a:lnTo>
                  <a:lnTo>
                    <a:pt x="187477" y="81292"/>
                  </a:lnTo>
                  <a:lnTo>
                    <a:pt x="190030" y="83324"/>
                  </a:lnTo>
                  <a:lnTo>
                    <a:pt x="192544" y="82600"/>
                  </a:lnTo>
                  <a:lnTo>
                    <a:pt x="196850" y="81343"/>
                  </a:lnTo>
                  <a:lnTo>
                    <a:pt x="196862" y="76123"/>
                  </a:lnTo>
                  <a:close/>
                </a:path>
                <a:path w="451485" h="361950">
                  <a:moveTo>
                    <a:pt x="200177" y="130886"/>
                  </a:moveTo>
                  <a:lnTo>
                    <a:pt x="193484" y="129489"/>
                  </a:lnTo>
                  <a:lnTo>
                    <a:pt x="193776" y="136055"/>
                  </a:lnTo>
                  <a:lnTo>
                    <a:pt x="197548" y="137668"/>
                  </a:lnTo>
                  <a:lnTo>
                    <a:pt x="198983" y="134848"/>
                  </a:lnTo>
                  <a:lnTo>
                    <a:pt x="199758" y="133324"/>
                  </a:lnTo>
                  <a:lnTo>
                    <a:pt x="199212" y="132676"/>
                  </a:lnTo>
                  <a:lnTo>
                    <a:pt x="199974" y="131267"/>
                  </a:lnTo>
                  <a:lnTo>
                    <a:pt x="200177" y="130886"/>
                  </a:lnTo>
                  <a:close/>
                </a:path>
                <a:path w="451485" h="361950">
                  <a:moveTo>
                    <a:pt x="204825" y="32727"/>
                  </a:moveTo>
                  <a:lnTo>
                    <a:pt x="199136" y="23469"/>
                  </a:lnTo>
                  <a:lnTo>
                    <a:pt x="190080" y="27266"/>
                  </a:lnTo>
                  <a:lnTo>
                    <a:pt x="190855" y="35382"/>
                  </a:lnTo>
                  <a:lnTo>
                    <a:pt x="192544" y="37528"/>
                  </a:lnTo>
                  <a:lnTo>
                    <a:pt x="195262" y="37528"/>
                  </a:lnTo>
                  <a:lnTo>
                    <a:pt x="199110" y="37515"/>
                  </a:lnTo>
                  <a:lnTo>
                    <a:pt x="204825" y="32727"/>
                  </a:lnTo>
                  <a:close/>
                </a:path>
                <a:path w="451485" h="361950">
                  <a:moveTo>
                    <a:pt x="211251" y="125679"/>
                  </a:moveTo>
                  <a:lnTo>
                    <a:pt x="207899" y="123774"/>
                  </a:lnTo>
                  <a:lnTo>
                    <a:pt x="205346" y="122313"/>
                  </a:lnTo>
                  <a:lnTo>
                    <a:pt x="202501" y="125768"/>
                  </a:lnTo>
                  <a:lnTo>
                    <a:pt x="207454" y="130594"/>
                  </a:lnTo>
                  <a:lnTo>
                    <a:pt x="211251" y="125679"/>
                  </a:lnTo>
                  <a:close/>
                </a:path>
                <a:path w="451485" h="361950">
                  <a:moveTo>
                    <a:pt x="212864" y="93687"/>
                  </a:moveTo>
                  <a:lnTo>
                    <a:pt x="206984" y="90855"/>
                  </a:lnTo>
                  <a:lnTo>
                    <a:pt x="201599" y="100063"/>
                  </a:lnTo>
                  <a:lnTo>
                    <a:pt x="210705" y="103644"/>
                  </a:lnTo>
                  <a:lnTo>
                    <a:pt x="211937" y="97993"/>
                  </a:lnTo>
                  <a:lnTo>
                    <a:pt x="212864" y="93687"/>
                  </a:lnTo>
                  <a:close/>
                </a:path>
                <a:path w="451485" h="361950">
                  <a:moveTo>
                    <a:pt x="212890" y="74142"/>
                  </a:moveTo>
                  <a:lnTo>
                    <a:pt x="212305" y="74142"/>
                  </a:lnTo>
                  <a:lnTo>
                    <a:pt x="212305" y="74587"/>
                  </a:lnTo>
                  <a:lnTo>
                    <a:pt x="212598" y="74587"/>
                  </a:lnTo>
                  <a:lnTo>
                    <a:pt x="212890" y="74587"/>
                  </a:lnTo>
                  <a:lnTo>
                    <a:pt x="212890" y="74142"/>
                  </a:lnTo>
                  <a:close/>
                </a:path>
                <a:path w="451485" h="361950">
                  <a:moveTo>
                    <a:pt x="214922" y="158165"/>
                  </a:moveTo>
                  <a:lnTo>
                    <a:pt x="213283" y="158165"/>
                  </a:lnTo>
                  <a:lnTo>
                    <a:pt x="213283" y="159423"/>
                  </a:lnTo>
                  <a:lnTo>
                    <a:pt x="214109" y="159423"/>
                  </a:lnTo>
                  <a:lnTo>
                    <a:pt x="214922" y="159423"/>
                  </a:lnTo>
                  <a:lnTo>
                    <a:pt x="214922" y="158165"/>
                  </a:lnTo>
                  <a:close/>
                </a:path>
                <a:path w="451485" h="361950">
                  <a:moveTo>
                    <a:pt x="223126" y="56413"/>
                  </a:moveTo>
                  <a:lnTo>
                    <a:pt x="222313" y="53187"/>
                  </a:lnTo>
                  <a:lnTo>
                    <a:pt x="215214" y="53187"/>
                  </a:lnTo>
                  <a:lnTo>
                    <a:pt x="213423" y="55981"/>
                  </a:lnTo>
                  <a:lnTo>
                    <a:pt x="215379" y="60642"/>
                  </a:lnTo>
                  <a:lnTo>
                    <a:pt x="218909" y="61836"/>
                  </a:lnTo>
                  <a:lnTo>
                    <a:pt x="220599" y="59664"/>
                  </a:lnTo>
                  <a:lnTo>
                    <a:pt x="223126" y="56413"/>
                  </a:lnTo>
                  <a:close/>
                </a:path>
                <a:path w="451485" h="361950">
                  <a:moveTo>
                    <a:pt x="224320" y="128638"/>
                  </a:moveTo>
                  <a:lnTo>
                    <a:pt x="223494" y="128638"/>
                  </a:lnTo>
                  <a:lnTo>
                    <a:pt x="223494" y="129273"/>
                  </a:lnTo>
                  <a:lnTo>
                    <a:pt x="223913" y="129273"/>
                  </a:lnTo>
                  <a:lnTo>
                    <a:pt x="224320" y="129273"/>
                  </a:lnTo>
                  <a:lnTo>
                    <a:pt x="224320" y="128638"/>
                  </a:lnTo>
                  <a:close/>
                </a:path>
                <a:path w="451485" h="361950">
                  <a:moveTo>
                    <a:pt x="228193" y="23583"/>
                  </a:moveTo>
                  <a:lnTo>
                    <a:pt x="221132" y="23583"/>
                  </a:lnTo>
                  <a:lnTo>
                    <a:pt x="221132" y="29070"/>
                  </a:lnTo>
                  <a:lnTo>
                    <a:pt x="224663" y="29070"/>
                  </a:lnTo>
                  <a:lnTo>
                    <a:pt x="228193" y="29070"/>
                  </a:lnTo>
                  <a:lnTo>
                    <a:pt x="228193" y="23583"/>
                  </a:lnTo>
                  <a:close/>
                </a:path>
                <a:path w="451485" h="361950">
                  <a:moveTo>
                    <a:pt x="230352" y="42481"/>
                  </a:moveTo>
                  <a:lnTo>
                    <a:pt x="225437" y="36334"/>
                  </a:lnTo>
                  <a:lnTo>
                    <a:pt x="223024" y="36245"/>
                  </a:lnTo>
                  <a:lnTo>
                    <a:pt x="223024" y="44665"/>
                  </a:lnTo>
                  <a:lnTo>
                    <a:pt x="222834" y="44551"/>
                  </a:lnTo>
                  <a:lnTo>
                    <a:pt x="222415" y="44297"/>
                  </a:lnTo>
                  <a:lnTo>
                    <a:pt x="222821" y="43611"/>
                  </a:lnTo>
                  <a:lnTo>
                    <a:pt x="222859" y="44564"/>
                  </a:lnTo>
                  <a:lnTo>
                    <a:pt x="223024" y="44665"/>
                  </a:lnTo>
                  <a:lnTo>
                    <a:pt x="223024" y="36245"/>
                  </a:lnTo>
                  <a:lnTo>
                    <a:pt x="220789" y="36144"/>
                  </a:lnTo>
                  <a:lnTo>
                    <a:pt x="214642" y="41198"/>
                  </a:lnTo>
                  <a:lnTo>
                    <a:pt x="213766" y="45745"/>
                  </a:lnTo>
                  <a:lnTo>
                    <a:pt x="218986" y="51371"/>
                  </a:lnTo>
                  <a:lnTo>
                    <a:pt x="223189" y="52070"/>
                  </a:lnTo>
                  <a:lnTo>
                    <a:pt x="224383" y="51295"/>
                  </a:lnTo>
                  <a:lnTo>
                    <a:pt x="225386" y="52070"/>
                  </a:lnTo>
                  <a:lnTo>
                    <a:pt x="227812" y="49072"/>
                  </a:lnTo>
                  <a:lnTo>
                    <a:pt x="229044" y="48272"/>
                  </a:lnTo>
                  <a:lnTo>
                    <a:pt x="228879" y="47764"/>
                  </a:lnTo>
                  <a:lnTo>
                    <a:pt x="230098" y="46278"/>
                  </a:lnTo>
                  <a:lnTo>
                    <a:pt x="230327" y="42875"/>
                  </a:lnTo>
                  <a:lnTo>
                    <a:pt x="230352" y="42481"/>
                  </a:lnTo>
                  <a:close/>
                </a:path>
                <a:path w="451485" h="361950">
                  <a:moveTo>
                    <a:pt x="232422" y="135026"/>
                  </a:moveTo>
                  <a:lnTo>
                    <a:pt x="219925" y="135026"/>
                  </a:lnTo>
                  <a:lnTo>
                    <a:pt x="219913" y="144716"/>
                  </a:lnTo>
                  <a:lnTo>
                    <a:pt x="226174" y="144716"/>
                  </a:lnTo>
                  <a:lnTo>
                    <a:pt x="232410" y="144716"/>
                  </a:lnTo>
                  <a:lnTo>
                    <a:pt x="232422" y="135026"/>
                  </a:lnTo>
                  <a:close/>
                </a:path>
                <a:path w="451485" h="361950">
                  <a:moveTo>
                    <a:pt x="233591" y="119468"/>
                  </a:moveTo>
                  <a:lnTo>
                    <a:pt x="233222" y="117754"/>
                  </a:lnTo>
                  <a:lnTo>
                    <a:pt x="233108" y="117297"/>
                  </a:lnTo>
                  <a:lnTo>
                    <a:pt x="233019" y="116852"/>
                  </a:lnTo>
                  <a:lnTo>
                    <a:pt x="232752" y="115684"/>
                  </a:lnTo>
                  <a:lnTo>
                    <a:pt x="231648" y="115684"/>
                  </a:lnTo>
                  <a:lnTo>
                    <a:pt x="231381" y="116852"/>
                  </a:lnTo>
                  <a:lnTo>
                    <a:pt x="231292" y="117297"/>
                  </a:lnTo>
                  <a:lnTo>
                    <a:pt x="230809" y="119456"/>
                  </a:lnTo>
                  <a:lnTo>
                    <a:pt x="233591" y="119468"/>
                  </a:lnTo>
                  <a:close/>
                </a:path>
                <a:path w="451485" h="361950">
                  <a:moveTo>
                    <a:pt x="236258" y="103251"/>
                  </a:moveTo>
                  <a:lnTo>
                    <a:pt x="235673" y="103251"/>
                  </a:lnTo>
                  <a:lnTo>
                    <a:pt x="235673" y="103708"/>
                  </a:lnTo>
                  <a:lnTo>
                    <a:pt x="235966" y="103708"/>
                  </a:lnTo>
                  <a:lnTo>
                    <a:pt x="236258" y="103708"/>
                  </a:lnTo>
                  <a:lnTo>
                    <a:pt x="236258" y="103251"/>
                  </a:lnTo>
                  <a:close/>
                </a:path>
                <a:path w="451485" h="361950">
                  <a:moveTo>
                    <a:pt x="237756" y="19088"/>
                  </a:moveTo>
                  <a:lnTo>
                    <a:pt x="236702" y="18935"/>
                  </a:lnTo>
                  <a:lnTo>
                    <a:pt x="236461" y="18897"/>
                  </a:lnTo>
                  <a:lnTo>
                    <a:pt x="234696" y="18656"/>
                  </a:lnTo>
                  <a:lnTo>
                    <a:pt x="234683" y="20916"/>
                  </a:lnTo>
                  <a:lnTo>
                    <a:pt x="236220" y="20701"/>
                  </a:lnTo>
                  <a:lnTo>
                    <a:pt x="236461" y="20662"/>
                  </a:lnTo>
                  <a:lnTo>
                    <a:pt x="236702" y="20624"/>
                  </a:lnTo>
                  <a:lnTo>
                    <a:pt x="237756" y="20472"/>
                  </a:lnTo>
                  <a:lnTo>
                    <a:pt x="237756" y="19088"/>
                  </a:lnTo>
                  <a:close/>
                </a:path>
                <a:path w="451485" h="361950">
                  <a:moveTo>
                    <a:pt x="239953" y="76873"/>
                  </a:moveTo>
                  <a:lnTo>
                    <a:pt x="237147" y="75057"/>
                  </a:lnTo>
                  <a:lnTo>
                    <a:pt x="235966" y="77127"/>
                  </a:lnTo>
                  <a:lnTo>
                    <a:pt x="234518" y="79692"/>
                  </a:lnTo>
                  <a:lnTo>
                    <a:pt x="233807" y="83566"/>
                  </a:lnTo>
                  <a:lnTo>
                    <a:pt x="237172" y="86906"/>
                  </a:lnTo>
                  <a:lnTo>
                    <a:pt x="239293" y="86194"/>
                  </a:lnTo>
                  <a:lnTo>
                    <a:pt x="239052" y="82588"/>
                  </a:lnTo>
                  <a:lnTo>
                    <a:pt x="238201" y="80937"/>
                  </a:lnTo>
                  <a:lnTo>
                    <a:pt x="239953" y="76873"/>
                  </a:lnTo>
                  <a:close/>
                </a:path>
                <a:path w="451485" h="361950">
                  <a:moveTo>
                    <a:pt x="247421" y="55333"/>
                  </a:moveTo>
                  <a:lnTo>
                    <a:pt x="247142" y="55333"/>
                  </a:lnTo>
                  <a:lnTo>
                    <a:pt x="247142" y="55549"/>
                  </a:lnTo>
                  <a:lnTo>
                    <a:pt x="247281" y="55549"/>
                  </a:lnTo>
                  <a:lnTo>
                    <a:pt x="247421" y="55549"/>
                  </a:lnTo>
                  <a:lnTo>
                    <a:pt x="247421" y="55333"/>
                  </a:lnTo>
                  <a:close/>
                </a:path>
                <a:path w="451485" h="361950">
                  <a:moveTo>
                    <a:pt x="252095" y="66141"/>
                  </a:moveTo>
                  <a:lnTo>
                    <a:pt x="251510" y="66141"/>
                  </a:lnTo>
                  <a:lnTo>
                    <a:pt x="251510" y="66586"/>
                  </a:lnTo>
                  <a:lnTo>
                    <a:pt x="251802" y="66586"/>
                  </a:lnTo>
                  <a:lnTo>
                    <a:pt x="252095" y="66586"/>
                  </a:lnTo>
                  <a:lnTo>
                    <a:pt x="252095" y="66141"/>
                  </a:lnTo>
                  <a:close/>
                </a:path>
                <a:path w="451485" h="361950">
                  <a:moveTo>
                    <a:pt x="252095" y="62496"/>
                  </a:moveTo>
                  <a:lnTo>
                    <a:pt x="251510" y="62496"/>
                  </a:lnTo>
                  <a:lnTo>
                    <a:pt x="251510" y="62941"/>
                  </a:lnTo>
                  <a:lnTo>
                    <a:pt x="251802" y="62941"/>
                  </a:lnTo>
                  <a:lnTo>
                    <a:pt x="252095" y="62941"/>
                  </a:lnTo>
                  <a:lnTo>
                    <a:pt x="252095" y="62496"/>
                  </a:lnTo>
                  <a:close/>
                </a:path>
                <a:path w="451485" h="361950">
                  <a:moveTo>
                    <a:pt x="253352" y="13982"/>
                  </a:moveTo>
                  <a:lnTo>
                    <a:pt x="250532" y="11226"/>
                  </a:lnTo>
                  <a:lnTo>
                    <a:pt x="247662" y="12382"/>
                  </a:lnTo>
                  <a:lnTo>
                    <a:pt x="247662" y="16979"/>
                  </a:lnTo>
                  <a:lnTo>
                    <a:pt x="250532" y="18135"/>
                  </a:lnTo>
                  <a:lnTo>
                    <a:pt x="252158" y="16548"/>
                  </a:lnTo>
                  <a:lnTo>
                    <a:pt x="252539" y="16167"/>
                  </a:lnTo>
                  <a:lnTo>
                    <a:pt x="253352" y="15379"/>
                  </a:lnTo>
                  <a:lnTo>
                    <a:pt x="253352" y="13982"/>
                  </a:lnTo>
                  <a:close/>
                </a:path>
                <a:path w="451485" h="361950">
                  <a:moveTo>
                    <a:pt x="254939" y="40043"/>
                  </a:moveTo>
                  <a:lnTo>
                    <a:pt x="251333" y="36245"/>
                  </a:lnTo>
                  <a:lnTo>
                    <a:pt x="249491" y="38595"/>
                  </a:lnTo>
                  <a:lnTo>
                    <a:pt x="248869" y="39370"/>
                  </a:lnTo>
                  <a:lnTo>
                    <a:pt x="248577" y="39903"/>
                  </a:lnTo>
                  <a:lnTo>
                    <a:pt x="248437" y="41833"/>
                  </a:lnTo>
                  <a:lnTo>
                    <a:pt x="249377" y="42710"/>
                  </a:lnTo>
                  <a:lnTo>
                    <a:pt x="251053" y="42659"/>
                  </a:lnTo>
                  <a:lnTo>
                    <a:pt x="251561" y="42519"/>
                  </a:lnTo>
                  <a:lnTo>
                    <a:pt x="254939" y="40043"/>
                  </a:lnTo>
                  <a:close/>
                </a:path>
                <a:path w="451485" h="361950">
                  <a:moveTo>
                    <a:pt x="255955" y="105117"/>
                  </a:moveTo>
                  <a:lnTo>
                    <a:pt x="253682" y="105105"/>
                  </a:lnTo>
                  <a:lnTo>
                    <a:pt x="253911" y="106641"/>
                  </a:lnTo>
                  <a:lnTo>
                    <a:pt x="253936" y="106870"/>
                  </a:lnTo>
                  <a:lnTo>
                    <a:pt x="253974" y="107111"/>
                  </a:lnTo>
                  <a:lnTo>
                    <a:pt x="254127" y="108153"/>
                  </a:lnTo>
                  <a:lnTo>
                    <a:pt x="255524" y="108153"/>
                  </a:lnTo>
                  <a:lnTo>
                    <a:pt x="255663" y="107111"/>
                  </a:lnTo>
                  <a:lnTo>
                    <a:pt x="255701" y="106870"/>
                  </a:lnTo>
                  <a:lnTo>
                    <a:pt x="255955" y="105117"/>
                  </a:lnTo>
                  <a:close/>
                </a:path>
                <a:path w="451485" h="361950">
                  <a:moveTo>
                    <a:pt x="256997" y="100330"/>
                  </a:moveTo>
                  <a:lnTo>
                    <a:pt x="255879" y="100177"/>
                  </a:lnTo>
                  <a:lnTo>
                    <a:pt x="255397" y="100114"/>
                  </a:lnTo>
                  <a:lnTo>
                    <a:pt x="255155" y="100076"/>
                  </a:lnTo>
                  <a:lnTo>
                    <a:pt x="253123" y="99796"/>
                  </a:lnTo>
                  <a:lnTo>
                    <a:pt x="253111" y="102806"/>
                  </a:lnTo>
                  <a:lnTo>
                    <a:pt x="256997" y="102260"/>
                  </a:lnTo>
                  <a:lnTo>
                    <a:pt x="256997" y="100330"/>
                  </a:lnTo>
                  <a:close/>
                </a:path>
                <a:path w="451485" h="361950">
                  <a:moveTo>
                    <a:pt x="261023" y="132143"/>
                  </a:moveTo>
                  <a:lnTo>
                    <a:pt x="260756" y="131381"/>
                  </a:lnTo>
                  <a:lnTo>
                    <a:pt x="259778" y="129095"/>
                  </a:lnTo>
                  <a:lnTo>
                    <a:pt x="258152" y="128752"/>
                  </a:lnTo>
                  <a:lnTo>
                    <a:pt x="255828" y="129209"/>
                  </a:lnTo>
                  <a:lnTo>
                    <a:pt x="255117" y="129781"/>
                  </a:lnTo>
                  <a:lnTo>
                    <a:pt x="252095" y="132334"/>
                  </a:lnTo>
                  <a:lnTo>
                    <a:pt x="253149" y="135851"/>
                  </a:lnTo>
                  <a:lnTo>
                    <a:pt x="258216" y="137998"/>
                  </a:lnTo>
                  <a:lnTo>
                    <a:pt x="260616" y="135978"/>
                  </a:lnTo>
                  <a:lnTo>
                    <a:pt x="260896" y="133286"/>
                  </a:lnTo>
                  <a:lnTo>
                    <a:pt x="261023" y="132143"/>
                  </a:lnTo>
                  <a:close/>
                </a:path>
                <a:path w="451485" h="361950">
                  <a:moveTo>
                    <a:pt x="261835" y="125755"/>
                  </a:moveTo>
                  <a:lnTo>
                    <a:pt x="261378" y="125755"/>
                  </a:lnTo>
                  <a:lnTo>
                    <a:pt x="261378" y="127063"/>
                  </a:lnTo>
                  <a:lnTo>
                    <a:pt x="261835" y="127063"/>
                  </a:lnTo>
                  <a:lnTo>
                    <a:pt x="261835" y="126771"/>
                  </a:lnTo>
                  <a:lnTo>
                    <a:pt x="261835" y="125755"/>
                  </a:lnTo>
                  <a:close/>
                </a:path>
                <a:path w="451485" h="361950">
                  <a:moveTo>
                    <a:pt x="265010" y="86575"/>
                  </a:moveTo>
                  <a:lnTo>
                    <a:pt x="264782" y="85039"/>
                  </a:lnTo>
                  <a:lnTo>
                    <a:pt x="264718" y="84556"/>
                  </a:lnTo>
                  <a:lnTo>
                    <a:pt x="264680" y="84328"/>
                  </a:lnTo>
                  <a:lnTo>
                    <a:pt x="264566" y="83527"/>
                  </a:lnTo>
                  <a:lnTo>
                    <a:pt x="263740" y="83527"/>
                  </a:lnTo>
                  <a:lnTo>
                    <a:pt x="264350" y="82740"/>
                  </a:lnTo>
                  <a:lnTo>
                    <a:pt x="263944" y="81508"/>
                  </a:lnTo>
                  <a:lnTo>
                    <a:pt x="263309" y="79629"/>
                  </a:lnTo>
                  <a:lnTo>
                    <a:pt x="259080" y="77381"/>
                  </a:lnTo>
                  <a:lnTo>
                    <a:pt x="256159" y="77393"/>
                  </a:lnTo>
                  <a:lnTo>
                    <a:pt x="252056" y="82321"/>
                  </a:lnTo>
                  <a:lnTo>
                    <a:pt x="252323" y="85979"/>
                  </a:lnTo>
                  <a:lnTo>
                    <a:pt x="259575" y="90716"/>
                  </a:lnTo>
                  <a:lnTo>
                    <a:pt x="264312" y="86575"/>
                  </a:lnTo>
                  <a:lnTo>
                    <a:pt x="265010" y="86575"/>
                  </a:lnTo>
                  <a:close/>
                </a:path>
                <a:path w="451485" h="361950">
                  <a:moveTo>
                    <a:pt x="270446" y="16446"/>
                  </a:moveTo>
                  <a:lnTo>
                    <a:pt x="269354" y="16446"/>
                  </a:lnTo>
                  <a:lnTo>
                    <a:pt x="269354" y="17284"/>
                  </a:lnTo>
                  <a:lnTo>
                    <a:pt x="269900" y="17284"/>
                  </a:lnTo>
                  <a:lnTo>
                    <a:pt x="270446" y="17284"/>
                  </a:lnTo>
                  <a:lnTo>
                    <a:pt x="270446" y="16446"/>
                  </a:lnTo>
                  <a:close/>
                </a:path>
                <a:path w="451485" h="361950">
                  <a:moveTo>
                    <a:pt x="271526" y="52260"/>
                  </a:moveTo>
                  <a:lnTo>
                    <a:pt x="268566" y="49618"/>
                  </a:lnTo>
                  <a:lnTo>
                    <a:pt x="263677" y="55092"/>
                  </a:lnTo>
                  <a:lnTo>
                    <a:pt x="261874" y="59029"/>
                  </a:lnTo>
                  <a:lnTo>
                    <a:pt x="262204" y="61302"/>
                  </a:lnTo>
                  <a:lnTo>
                    <a:pt x="265823" y="63436"/>
                  </a:lnTo>
                  <a:lnTo>
                    <a:pt x="268605" y="62966"/>
                  </a:lnTo>
                  <a:lnTo>
                    <a:pt x="269481" y="61048"/>
                  </a:lnTo>
                  <a:lnTo>
                    <a:pt x="270459" y="58915"/>
                  </a:lnTo>
                  <a:lnTo>
                    <a:pt x="270878" y="57061"/>
                  </a:lnTo>
                  <a:lnTo>
                    <a:pt x="271526" y="52260"/>
                  </a:lnTo>
                  <a:close/>
                </a:path>
                <a:path w="451485" h="361950">
                  <a:moveTo>
                    <a:pt x="273177" y="29311"/>
                  </a:moveTo>
                  <a:lnTo>
                    <a:pt x="269608" y="27863"/>
                  </a:lnTo>
                  <a:lnTo>
                    <a:pt x="267589" y="29845"/>
                  </a:lnTo>
                  <a:lnTo>
                    <a:pt x="266153" y="31242"/>
                  </a:lnTo>
                  <a:lnTo>
                    <a:pt x="266153" y="33070"/>
                  </a:lnTo>
                  <a:lnTo>
                    <a:pt x="269608" y="36436"/>
                  </a:lnTo>
                  <a:lnTo>
                    <a:pt x="273177" y="35001"/>
                  </a:lnTo>
                  <a:lnTo>
                    <a:pt x="273177" y="29311"/>
                  </a:lnTo>
                  <a:close/>
                </a:path>
                <a:path w="451485" h="361950">
                  <a:moveTo>
                    <a:pt x="275577" y="6858"/>
                  </a:moveTo>
                  <a:lnTo>
                    <a:pt x="274612" y="3898"/>
                  </a:lnTo>
                  <a:lnTo>
                    <a:pt x="272110" y="2324"/>
                  </a:lnTo>
                  <a:lnTo>
                    <a:pt x="268401" y="0"/>
                  </a:lnTo>
                  <a:lnTo>
                    <a:pt x="264363" y="1574"/>
                  </a:lnTo>
                  <a:lnTo>
                    <a:pt x="261607" y="8102"/>
                  </a:lnTo>
                  <a:lnTo>
                    <a:pt x="263537" y="11468"/>
                  </a:lnTo>
                  <a:lnTo>
                    <a:pt x="270332" y="13881"/>
                  </a:lnTo>
                  <a:lnTo>
                    <a:pt x="273481" y="12065"/>
                  </a:lnTo>
                  <a:lnTo>
                    <a:pt x="275577" y="6858"/>
                  </a:lnTo>
                  <a:close/>
                </a:path>
                <a:path w="451485" h="361950">
                  <a:moveTo>
                    <a:pt x="392569" y="352717"/>
                  </a:moveTo>
                  <a:lnTo>
                    <a:pt x="388226" y="352717"/>
                  </a:lnTo>
                  <a:lnTo>
                    <a:pt x="388213" y="356095"/>
                  </a:lnTo>
                  <a:lnTo>
                    <a:pt x="390385" y="356095"/>
                  </a:lnTo>
                  <a:lnTo>
                    <a:pt x="392557" y="356095"/>
                  </a:lnTo>
                  <a:lnTo>
                    <a:pt x="392569" y="352717"/>
                  </a:lnTo>
                  <a:close/>
                </a:path>
                <a:path w="451485" h="361950">
                  <a:moveTo>
                    <a:pt x="402640" y="315582"/>
                  </a:moveTo>
                  <a:lnTo>
                    <a:pt x="402005" y="315277"/>
                  </a:lnTo>
                  <a:lnTo>
                    <a:pt x="401624" y="315087"/>
                  </a:lnTo>
                  <a:lnTo>
                    <a:pt x="400989" y="314782"/>
                  </a:lnTo>
                  <a:lnTo>
                    <a:pt x="400761" y="315163"/>
                  </a:lnTo>
                  <a:lnTo>
                    <a:pt x="401015" y="315290"/>
                  </a:lnTo>
                  <a:lnTo>
                    <a:pt x="401396" y="315468"/>
                  </a:lnTo>
                  <a:lnTo>
                    <a:pt x="401777" y="315658"/>
                  </a:lnTo>
                  <a:lnTo>
                    <a:pt x="402412" y="315963"/>
                  </a:lnTo>
                  <a:lnTo>
                    <a:pt x="402640" y="315582"/>
                  </a:lnTo>
                  <a:close/>
                </a:path>
                <a:path w="451485" h="361950">
                  <a:moveTo>
                    <a:pt x="406920" y="356019"/>
                  </a:moveTo>
                  <a:lnTo>
                    <a:pt x="399872" y="356019"/>
                  </a:lnTo>
                  <a:lnTo>
                    <a:pt x="399872" y="361505"/>
                  </a:lnTo>
                  <a:lnTo>
                    <a:pt x="403390" y="361505"/>
                  </a:lnTo>
                  <a:lnTo>
                    <a:pt x="406920" y="361505"/>
                  </a:lnTo>
                  <a:lnTo>
                    <a:pt x="406920" y="356019"/>
                  </a:lnTo>
                  <a:close/>
                </a:path>
                <a:path w="451485" h="361950">
                  <a:moveTo>
                    <a:pt x="428447" y="316738"/>
                  </a:moveTo>
                  <a:lnTo>
                    <a:pt x="427888" y="315455"/>
                  </a:lnTo>
                  <a:lnTo>
                    <a:pt x="426580" y="315125"/>
                  </a:lnTo>
                  <a:lnTo>
                    <a:pt x="426262" y="315036"/>
                  </a:lnTo>
                  <a:lnTo>
                    <a:pt x="425488" y="314680"/>
                  </a:lnTo>
                  <a:lnTo>
                    <a:pt x="422948" y="312026"/>
                  </a:lnTo>
                  <a:lnTo>
                    <a:pt x="418541" y="317677"/>
                  </a:lnTo>
                  <a:lnTo>
                    <a:pt x="424395" y="320878"/>
                  </a:lnTo>
                  <a:lnTo>
                    <a:pt x="427659" y="320649"/>
                  </a:lnTo>
                  <a:lnTo>
                    <a:pt x="428447" y="316738"/>
                  </a:lnTo>
                  <a:close/>
                </a:path>
                <a:path w="451485" h="361950">
                  <a:moveTo>
                    <a:pt x="451180" y="323354"/>
                  </a:moveTo>
                  <a:lnTo>
                    <a:pt x="449059" y="318300"/>
                  </a:lnTo>
                  <a:lnTo>
                    <a:pt x="445427" y="317207"/>
                  </a:lnTo>
                  <a:lnTo>
                    <a:pt x="443572" y="319417"/>
                  </a:lnTo>
                  <a:lnTo>
                    <a:pt x="441223" y="322211"/>
                  </a:lnTo>
                  <a:lnTo>
                    <a:pt x="442353" y="326377"/>
                  </a:lnTo>
                  <a:lnTo>
                    <a:pt x="449237" y="326174"/>
                  </a:lnTo>
                  <a:lnTo>
                    <a:pt x="451180" y="32335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4307205" y="7885499"/>
              <a:ext cx="208279" cy="222885"/>
            </a:xfrm>
            <a:custGeom>
              <a:avLst/>
              <a:gdLst/>
              <a:ahLst/>
              <a:cxnLst/>
              <a:rect l="l" t="t" r="r" b="b"/>
              <a:pathLst>
                <a:path w="208279" h="222884">
                  <a:moveTo>
                    <a:pt x="6934" y="70218"/>
                  </a:moveTo>
                  <a:lnTo>
                    <a:pt x="3149" y="69291"/>
                  </a:lnTo>
                  <a:lnTo>
                    <a:pt x="2222" y="71691"/>
                  </a:lnTo>
                  <a:lnTo>
                    <a:pt x="1828" y="72682"/>
                  </a:lnTo>
                  <a:lnTo>
                    <a:pt x="1549" y="73342"/>
                  </a:lnTo>
                  <a:lnTo>
                    <a:pt x="1828" y="75857"/>
                  </a:lnTo>
                  <a:lnTo>
                    <a:pt x="3505" y="76809"/>
                  </a:lnTo>
                  <a:lnTo>
                    <a:pt x="5562" y="74764"/>
                  </a:lnTo>
                  <a:lnTo>
                    <a:pt x="5791" y="73952"/>
                  </a:lnTo>
                  <a:lnTo>
                    <a:pt x="6934" y="70218"/>
                  </a:lnTo>
                  <a:close/>
                </a:path>
                <a:path w="208279" h="222884">
                  <a:moveTo>
                    <a:pt x="9626" y="199961"/>
                  </a:moveTo>
                  <a:lnTo>
                    <a:pt x="9359" y="198818"/>
                  </a:lnTo>
                  <a:lnTo>
                    <a:pt x="7124" y="197510"/>
                  </a:lnTo>
                  <a:lnTo>
                    <a:pt x="6210" y="197586"/>
                  </a:lnTo>
                  <a:lnTo>
                    <a:pt x="0" y="198653"/>
                  </a:lnTo>
                  <a:lnTo>
                    <a:pt x="3771" y="207391"/>
                  </a:lnTo>
                  <a:lnTo>
                    <a:pt x="8178" y="203327"/>
                  </a:lnTo>
                  <a:lnTo>
                    <a:pt x="8851" y="202692"/>
                  </a:lnTo>
                  <a:lnTo>
                    <a:pt x="9334" y="202069"/>
                  </a:lnTo>
                  <a:lnTo>
                    <a:pt x="9626" y="199961"/>
                  </a:lnTo>
                  <a:close/>
                </a:path>
                <a:path w="208279" h="222884">
                  <a:moveTo>
                    <a:pt x="11442" y="216700"/>
                  </a:moveTo>
                  <a:lnTo>
                    <a:pt x="9474" y="216154"/>
                  </a:lnTo>
                  <a:lnTo>
                    <a:pt x="6718" y="219786"/>
                  </a:lnTo>
                  <a:lnTo>
                    <a:pt x="9918" y="221538"/>
                  </a:lnTo>
                  <a:lnTo>
                    <a:pt x="10617" y="219329"/>
                  </a:lnTo>
                  <a:lnTo>
                    <a:pt x="11442" y="216700"/>
                  </a:lnTo>
                  <a:close/>
                </a:path>
                <a:path w="208279" h="222884">
                  <a:moveTo>
                    <a:pt x="20523" y="184277"/>
                  </a:moveTo>
                  <a:lnTo>
                    <a:pt x="19646" y="181140"/>
                  </a:lnTo>
                  <a:lnTo>
                    <a:pt x="13703" y="181419"/>
                  </a:lnTo>
                  <a:lnTo>
                    <a:pt x="12115" y="183629"/>
                  </a:lnTo>
                  <a:lnTo>
                    <a:pt x="13868" y="187769"/>
                  </a:lnTo>
                  <a:lnTo>
                    <a:pt x="16738" y="188582"/>
                  </a:lnTo>
                  <a:lnTo>
                    <a:pt x="18275" y="186842"/>
                  </a:lnTo>
                  <a:lnTo>
                    <a:pt x="20523" y="184277"/>
                  </a:lnTo>
                  <a:close/>
                </a:path>
                <a:path w="208279" h="222884">
                  <a:moveTo>
                    <a:pt x="23266" y="161937"/>
                  </a:moveTo>
                  <a:lnTo>
                    <a:pt x="22313" y="161417"/>
                  </a:lnTo>
                  <a:lnTo>
                    <a:pt x="22123" y="161150"/>
                  </a:lnTo>
                  <a:lnTo>
                    <a:pt x="21996" y="161112"/>
                  </a:lnTo>
                  <a:lnTo>
                    <a:pt x="21996" y="165976"/>
                  </a:lnTo>
                  <a:lnTo>
                    <a:pt x="20281" y="166471"/>
                  </a:lnTo>
                  <a:lnTo>
                    <a:pt x="21920" y="165989"/>
                  </a:lnTo>
                  <a:lnTo>
                    <a:pt x="21996" y="161112"/>
                  </a:lnTo>
                  <a:lnTo>
                    <a:pt x="21234" y="160832"/>
                  </a:lnTo>
                  <a:lnTo>
                    <a:pt x="19786" y="160032"/>
                  </a:lnTo>
                  <a:lnTo>
                    <a:pt x="19659" y="160274"/>
                  </a:lnTo>
                  <a:lnTo>
                    <a:pt x="18872" y="159994"/>
                  </a:lnTo>
                  <a:lnTo>
                    <a:pt x="17272" y="160794"/>
                  </a:lnTo>
                  <a:lnTo>
                    <a:pt x="15138" y="163855"/>
                  </a:lnTo>
                  <a:lnTo>
                    <a:pt x="16332" y="166166"/>
                  </a:lnTo>
                  <a:lnTo>
                    <a:pt x="19977" y="167195"/>
                  </a:lnTo>
                  <a:lnTo>
                    <a:pt x="22402" y="166725"/>
                  </a:lnTo>
                  <a:lnTo>
                    <a:pt x="22453" y="166471"/>
                  </a:lnTo>
                  <a:lnTo>
                    <a:pt x="22999" y="163372"/>
                  </a:lnTo>
                  <a:lnTo>
                    <a:pt x="23126" y="163068"/>
                  </a:lnTo>
                  <a:lnTo>
                    <a:pt x="23126" y="162712"/>
                  </a:lnTo>
                  <a:lnTo>
                    <a:pt x="23266" y="161937"/>
                  </a:lnTo>
                  <a:close/>
                </a:path>
                <a:path w="208279" h="222884">
                  <a:moveTo>
                    <a:pt x="30975" y="169037"/>
                  </a:moveTo>
                  <a:lnTo>
                    <a:pt x="30391" y="169037"/>
                  </a:lnTo>
                  <a:lnTo>
                    <a:pt x="30391" y="169494"/>
                  </a:lnTo>
                  <a:lnTo>
                    <a:pt x="30683" y="169494"/>
                  </a:lnTo>
                  <a:lnTo>
                    <a:pt x="30975" y="169494"/>
                  </a:lnTo>
                  <a:lnTo>
                    <a:pt x="30975" y="169037"/>
                  </a:lnTo>
                  <a:close/>
                </a:path>
                <a:path w="208279" h="222884">
                  <a:moveTo>
                    <a:pt x="37122" y="188404"/>
                  </a:moveTo>
                  <a:lnTo>
                    <a:pt x="28790" y="188404"/>
                  </a:lnTo>
                  <a:lnTo>
                    <a:pt x="28778" y="194881"/>
                  </a:lnTo>
                  <a:lnTo>
                    <a:pt x="32943" y="194881"/>
                  </a:lnTo>
                  <a:lnTo>
                    <a:pt x="37109" y="194881"/>
                  </a:lnTo>
                  <a:lnTo>
                    <a:pt x="37122" y="188404"/>
                  </a:lnTo>
                  <a:close/>
                </a:path>
                <a:path w="208279" h="222884">
                  <a:moveTo>
                    <a:pt x="41097" y="174713"/>
                  </a:moveTo>
                  <a:lnTo>
                    <a:pt x="40779" y="173393"/>
                  </a:lnTo>
                  <a:lnTo>
                    <a:pt x="36791" y="172567"/>
                  </a:lnTo>
                  <a:lnTo>
                    <a:pt x="35001" y="174345"/>
                  </a:lnTo>
                  <a:lnTo>
                    <a:pt x="36537" y="177977"/>
                  </a:lnTo>
                  <a:lnTo>
                    <a:pt x="39293" y="178422"/>
                  </a:lnTo>
                  <a:lnTo>
                    <a:pt x="40195" y="176568"/>
                  </a:lnTo>
                  <a:lnTo>
                    <a:pt x="41097" y="174713"/>
                  </a:lnTo>
                  <a:close/>
                </a:path>
                <a:path w="208279" h="222884">
                  <a:moveTo>
                    <a:pt x="42824" y="141427"/>
                  </a:moveTo>
                  <a:lnTo>
                    <a:pt x="36652" y="139344"/>
                  </a:lnTo>
                  <a:lnTo>
                    <a:pt x="36093" y="142925"/>
                  </a:lnTo>
                  <a:lnTo>
                    <a:pt x="35661" y="145656"/>
                  </a:lnTo>
                  <a:lnTo>
                    <a:pt x="39293" y="147675"/>
                  </a:lnTo>
                  <a:lnTo>
                    <a:pt x="42824" y="141427"/>
                  </a:lnTo>
                  <a:close/>
                </a:path>
                <a:path w="208279" h="222884">
                  <a:moveTo>
                    <a:pt x="42837" y="157124"/>
                  </a:moveTo>
                  <a:lnTo>
                    <a:pt x="42570" y="155168"/>
                  </a:lnTo>
                  <a:lnTo>
                    <a:pt x="42456" y="154927"/>
                  </a:lnTo>
                  <a:lnTo>
                    <a:pt x="41211" y="152565"/>
                  </a:lnTo>
                  <a:lnTo>
                    <a:pt x="38531" y="154127"/>
                  </a:lnTo>
                  <a:lnTo>
                    <a:pt x="39471" y="155879"/>
                  </a:lnTo>
                  <a:lnTo>
                    <a:pt x="39789" y="156476"/>
                  </a:lnTo>
                  <a:lnTo>
                    <a:pt x="39941" y="156692"/>
                  </a:lnTo>
                  <a:lnTo>
                    <a:pt x="41490" y="158089"/>
                  </a:lnTo>
                  <a:lnTo>
                    <a:pt x="42837" y="157124"/>
                  </a:lnTo>
                  <a:close/>
                </a:path>
                <a:path w="208279" h="222884">
                  <a:moveTo>
                    <a:pt x="60185" y="172186"/>
                  </a:moveTo>
                  <a:lnTo>
                    <a:pt x="56362" y="169405"/>
                  </a:lnTo>
                  <a:lnTo>
                    <a:pt x="54876" y="172021"/>
                  </a:lnTo>
                  <a:lnTo>
                    <a:pt x="54267" y="173113"/>
                  </a:lnTo>
                  <a:lnTo>
                    <a:pt x="53797" y="173850"/>
                  </a:lnTo>
                  <a:lnTo>
                    <a:pt x="54305" y="175704"/>
                  </a:lnTo>
                  <a:lnTo>
                    <a:pt x="54927" y="176263"/>
                  </a:lnTo>
                  <a:lnTo>
                    <a:pt x="56883" y="176085"/>
                  </a:lnTo>
                  <a:lnTo>
                    <a:pt x="56883" y="177622"/>
                  </a:lnTo>
                  <a:lnTo>
                    <a:pt x="58699" y="176898"/>
                  </a:lnTo>
                  <a:lnTo>
                    <a:pt x="58864" y="176834"/>
                  </a:lnTo>
                  <a:lnTo>
                    <a:pt x="59207" y="176707"/>
                  </a:lnTo>
                  <a:lnTo>
                    <a:pt x="60071" y="176352"/>
                  </a:lnTo>
                  <a:lnTo>
                    <a:pt x="60071" y="175272"/>
                  </a:lnTo>
                  <a:lnTo>
                    <a:pt x="59207" y="174929"/>
                  </a:lnTo>
                  <a:lnTo>
                    <a:pt x="59029" y="174866"/>
                  </a:lnTo>
                  <a:lnTo>
                    <a:pt x="58864" y="174802"/>
                  </a:lnTo>
                  <a:lnTo>
                    <a:pt x="58699" y="174739"/>
                  </a:lnTo>
                  <a:lnTo>
                    <a:pt x="58204" y="174548"/>
                  </a:lnTo>
                  <a:lnTo>
                    <a:pt x="60185" y="172186"/>
                  </a:lnTo>
                  <a:close/>
                </a:path>
                <a:path w="208279" h="222884">
                  <a:moveTo>
                    <a:pt x="76365" y="116852"/>
                  </a:moveTo>
                  <a:lnTo>
                    <a:pt x="73393" y="112763"/>
                  </a:lnTo>
                  <a:lnTo>
                    <a:pt x="72047" y="110909"/>
                  </a:lnTo>
                  <a:lnTo>
                    <a:pt x="69710" y="111023"/>
                  </a:lnTo>
                  <a:lnTo>
                    <a:pt x="69710" y="118579"/>
                  </a:lnTo>
                  <a:lnTo>
                    <a:pt x="69456" y="118567"/>
                  </a:lnTo>
                  <a:lnTo>
                    <a:pt x="69697" y="118554"/>
                  </a:lnTo>
                  <a:lnTo>
                    <a:pt x="69710" y="111023"/>
                  </a:lnTo>
                  <a:lnTo>
                    <a:pt x="67868" y="111099"/>
                  </a:lnTo>
                  <a:lnTo>
                    <a:pt x="66484" y="115608"/>
                  </a:lnTo>
                  <a:lnTo>
                    <a:pt x="66776" y="116662"/>
                  </a:lnTo>
                  <a:lnTo>
                    <a:pt x="66878" y="116852"/>
                  </a:lnTo>
                  <a:lnTo>
                    <a:pt x="68491" y="118402"/>
                  </a:lnTo>
                  <a:lnTo>
                    <a:pt x="69532" y="118719"/>
                  </a:lnTo>
                  <a:lnTo>
                    <a:pt x="69761" y="118643"/>
                  </a:lnTo>
                  <a:lnTo>
                    <a:pt x="70688" y="120307"/>
                  </a:lnTo>
                  <a:lnTo>
                    <a:pt x="76365" y="116852"/>
                  </a:lnTo>
                  <a:close/>
                </a:path>
                <a:path w="208279" h="222884">
                  <a:moveTo>
                    <a:pt x="76860" y="146519"/>
                  </a:moveTo>
                  <a:lnTo>
                    <a:pt x="75641" y="145326"/>
                  </a:lnTo>
                  <a:lnTo>
                    <a:pt x="73596" y="145681"/>
                  </a:lnTo>
                  <a:lnTo>
                    <a:pt x="73012" y="146050"/>
                  </a:lnTo>
                  <a:lnTo>
                    <a:pt x="70192" y="147726"/>
                  </a:lnTo>
                  <a:lnTo>
                    <a:pt x="72237" y="151041"/>
                  </a:lnTo>
                  <a:lnTo>
                    <a:pt x="74091" y="149656"/>
                  </a:lnTo>
                  <a:lnTo>
                    <a:pt x="74917" y="149034"/>
                  </a:lnTo>
                  <a:lnTo>
                    <a:pt x="75577" y="148577"/>
                  </a:lnTo>
                  <a:lnTo>
                    <a:pt x="76860" y="146519"/>
                  </a:lnTo>
                  <a:close/>
                </a:path>
                <a:path w="208279" h="222884">
                  <a:moveTo>
                    <a:pt x="82575" y="192354"/>
                  </a:moveTo>
                  <a:lnTo>
                    <a:pt x="71539" y="192303"/>
                  </a:lnTo>
                  <a:lnTo>
                    <a:pt x="74968" y="201739"/>
                  </a:lnTo>
                  <a:lnTo>
                    <a:pt x="79146" y="201739"/>
                  </a:lnTo>
                  <a:lnTo>
                    <a:pt x="80314" y="198551"/>
                  </a:lnTo>
                  <a:lnTo>
                    <a:pt x="82575" y="192354"/>
                  </a:lnTo>
                  <a:close/>
                </a:path>
                <a:path w="208279" h="222884">
                  <a:moveTo>
                    <a:pt x="86842" y="174180"/>
                  </a:moveTo>
                  <a:lnTo>
                    <a:pt x="86283" y="172897"/>
                  </a:lnTo>
                  <a:lnTo>
                    <a:pt x="84975" y="172567"/>
                  </a:lnTo>
                  <a:lnTo>
                    <a:pt x="84658" y="172478"/>
                  </a:lnTo>
                  <a:lnTo>
                    <a:pt x="83883" y="172123"/>
                  </a:lnTo>
                  <a:lnTo>
                    <a:pt x="81343" y="169468"/>
                  </a:lnTo>
                  <a:lnTo>
                    <a:pt x="76936" y="175120"/>
                  </a:lnTo>
                  <a:lnTo>
                    <a:pt x="82791" y="178320"/>
                  </a:lnTo>
                  <a:lnTo>
                    <a:pt x="86055" y="178092"/>
                  </a:lnTo>
                  <a:lnTo>
                    <a:pt x="86842" y="174180"/>
                  </a:lnTo>
                  <a:close/>
                </a:path>
                <a:path w="208279" h="222884">
                  <a:moveTo>
                    <a:pt x="96748" y="137223"/>
                  </a:moveTo>
                  <a:lnTo>
                    <a:pt x="96088" y="136601"/>
                  </a:lnTo>
                  <a:lnTo>
                    <a:pt x="95504" y="136791"/>
                  </a:lnTo>
                  <a:lnTo>
                    <a:pt x="95288" y="136855"/>
                  </a:lnTo>
                  <a:lnTo>
                    <a:pt x="94843" y="137007"/>
                  </a:lnTo>
                  <a:lnTo>
                    <a:pt x="92506" y="137731"/>
                  </a:lnTo>
                  <a:lnTo>
                    <a:pt x="95465" y="140868"/>
                  </a:lnTo>
                  <a:lnTo>
                    <a:pt x="96304" y="138468"/>
                  </a:lnTo>
                  <a:lnTo>
                    <a:pt x="96456" y="138036"/>
                  </a:lnTo>
                  <a:lnTo>
                    <a:pt x="96532" y="137833"/>
                  </a:lnTo>
                  <a:lnTo>
                    <a:pt x="96748" y="137223"/>
                  </a:lnTo>
                  <a:close/>
                </a:path>
                <a:path w="208279" h="222884">
                  <a:moveTo>
                    <a:pt x="97536" y="106006"/>
                  </a:moveTo>
                  <a:lnTo>
                    <a:pt x="96278" y="102577"/>
                  </a:lnTo>
                  <a:lnTo>
                    <a:pt x="96723" y="100736"/>
                  </a:lnTo>
                  <a:lnTo>
                    <a:pt x="95770" y="99441"/>
                  </a:lnTo>
                  <a:lnTo>
                    <a:pt x="93256" y="98374"/>
                  </a:lnTo>
                  <a:lnTo>
                    <a:pt x="91909" y="98564"/>
                  </a:lnTo>
                  <a:lnTo>
                    <a:pt x="89242" y="100584"/>
                  </a:lnTo>
                  <a:lnTo>
                    <a:pt x="88722" y="102603"/>
                  </a:lnTo>
                  <a:lnTo>
                    <a:pt x="91617" y="108419"/>
                  </a:lnTo>
                  <a:lnTo>
                    <a:pt x="97536" y="106006"/>
                  </a:lnTo>
                  <a:close/>
                </a:path>
                <a:path w="208279" h="222884">
                  <a:moveTo>
                    <a:pt x="101765" y="71031"/>
                  </a:moveTo>
                  <a:lnTo>
                    <a:pt x="97599" y="71031"/>
                  </a:lnTo>
                  <a:lnTo>
                    <a:pt x="97599" y="74256"/>
                  </a:lnTo>
                  <a:lnTo>
                    <a:pt x="99682" y="74256"/>
                  </a:lnTo>
                  <a:lnTo>
                    <a:pt x="101765" y="74256"/>
                  </a:lnTo>
                  <a:lnTo>
                    <a:pt x="101765" y="71031"/>
                  </a:lnTo>
                  <a:close/>
                </a:path>
                <a:path w="208279" h="222884">
                  <a:moveTo>
                    <a:pt x="103555" y="204038"/>
                  </a:moveTo>
                  <a:lnTo>
                    <a:pt x="94691" y="204038"/>
                  </a:lnTo>
                  <a:lnTo>
                    <a:pt x="94678" y="210921"/>
                  </a:lnTo>
                  <a:lnTo>
                    <a:pt x="99110" y="210921"/>
                  </a:lnTo>
                  <a:lnTo>
                    <a:pt x="103543" y="210921"/>
                  </a:lnTo>
                  <a:lnTo>
                    <a:pt x="103555" y="204038"/>
                  </a:lnTo>
                  <a:close/>
                </a:path>
                <a:path w="208279" h="222884">
                  <a:moveTo>
                    <a:pt x="104724" y="89814"/>
                  </a:moveTo>
                  <a:lnTo>
                    <a:pt x="102552" y="89814"/>
                  </a:lnTo>
                  <a:lnTo>
                    <a:pt x="102552" y="91503"/>
                  </a:lnTo>
                  <a:lnTo>
                    <a:pt x="103644" y="91503"/>
                  </a:lnTo>
                  <a:lnTo>
                    <a:pt x="104724" y="91503"/>
                  </a:lnTo>
                  <a:lnTo>
                    <a:pt x="104724" y="89814"/>
                  </a:lnTo>
                  <a:close/>
                </a:path>
                <a:path w="208279" h="222884">
                  <a:moveTo>
                    <a:pt x="118148" y="98437"/>
                  </a:moveTo>
                  <a:lnTo>
                    <a:pt x="117906" y="96723"/>
                  </a:lnTo>
                  <a:lnTo>
                    <a:pt x="115697" y="95745"/>
                  </a:lnTo>
                  <a:lnTo>
                    <a:pt x="114922" y="95567"/>
                  </a:lnTo>
                  <a:lnTo>
                    <a:pt x="111429" y="95415"/>
                  </a:lnTo>
                  <a:lnTo>
                    <a:pt x="109918" y="98031"/>
                  </a:lnTo>
                  <a:lnTo>
                    <a:pt x="111760" y="102374"/>
                  </a:lnTo>
                  <a:lnTo>
                    <a:pt x="114363" y="102577"/>
                  </a:lnTo>
                  <a:lnTo>
                    <a:pt x="116141" y="101155"/>
                  </a:lnTo>
                  <a:lnTo>
                    <a:pt x="116801" y="100622"/>
                  </a:lnTo>
                  <a:lnTo>
                    <a:pt x="117144" y="100203"/>
                  </a:lnTo>
                  <a:lnTo>
                    <a:pt x="118148" y="98437"/>
                  </a:lnTo>
                  <a:close/>
                </a:path>
                <a:path w="208279" h="222884">
                  <a:moveTo>
                    <a:pt x="122021" y="195783"/>
                  </a:moveTo>
                  <a:lnTo>
                    <a:pt x="120307" y="195783"/>
                  </a:lnTo>
                  <a:lnTo>
                    <a:pt x="120307" y="196240"/>
                  </a:lnTo>
                  <a:lnTo>
                    <a:pt x="120599" y="196240"/>
                  </a:lnTo>
                  <a:lnTo>
                    <a:pt x="122021" y="196240"/>
                  </a:lnTo>
                  <a:lnTo>
                    <a:pt x="122021" y="195783"/>
                  </a:lnTo>
                  <a:close/>
                </a:path>
                <a:path w="208279" h="222884">
                  <a:moveTo>
                    <a:pt x="123291" y="132067"/>
                  </a:moveTo>
                  <a:lnTo>
                    <a:pt x="119278" y="129832"/>
                  </a:lnTo>
                  <a:lnTo>
                    <a:pt x="115354" y="136753"/>
                  </a:lnTo>
                  <a:lnTo>
                    <a:pt x="122199" y="139052"/>
                  </a:lnTo>
                  <a:lnTo>
                    <a:pt x="122821" y="135102"/>
                  </a:lnTo>
                  <a:lnTo>
                    <a:pt x="123291" y="132067"/>
                  </a:lnTo>
                  <a:close/>
                </a:path>
                <a:path w="208279" h="222884">
                  <a:moveTo>
                    <a:pt x="124002" y="62128"/>
                  </a:moveTo>
                  <a:lnTo>
                    <a:pt x="123977" y="58686"/>
                  </a:lnTo>
                  <a:lnTo>
                    <a:pt x="121526" y="57658"/>
                  </a:lnTo>
                  <a:lnTo>
                    <a:pt x="118795" y="60388"/>
                  </a:lnTo>
                  <a:lnTo>
                    <a:pt x="119761" y="62941"/>
                  </a:lnTo>
                  <a:lnTo>
                    <a:pt x="121729" y="62890"/>
                  </a:lnTo>
                  <a:lnTo>
                    <a:pt x="123215" y="62839"/>
                  </a:lnTo>
                  <a:lnTo>
                    <a:pt x="124002" y="62128"/>
                  </a:lnTo>
                  <a:close/>
                </a:path>
                <a:path w="208279" h="222884">
                  <a:moveTo>
                    <a:pt x="129006" y="187985"/>
                  </a:moveTo>
                  <a:lnTo>
                    <a:pt x="128117" y="185839"/>
                  </a:lnTo>
                  <a:lnTo>
                    <a:pt x="127977" y="185508"/>
                  </a:lnTo>
                  <a:lnTo>
                    <a:pt x="127914" y="185343"/>
                  </a:lnTo>
                  <a:lnTo>
                    <a:pt x="127469" y="184289"/>
                  </a:lnTo>
                  <a:lnTo>
                    <a:pt x="126187" y="184289"/>
                  </a:lnTo>
                  <a:lnTo>
                    <a:pt x="125730" y="185343"/>
                  </a:lnTo>
                  <a:lnTo>
                    <a:pt x="125666" y="185508"/>
                  </a:lnTo>
                  <a:lnTo>
                    <a:pt x="125603" y="185661"/>
                  </a:lnTo>
                  <a:lnTo>
                    <a:pt x="125539" y="185839"/>
                  </a:lnTo>
                  <a:lnTo>
                    <a:pt x="124650" y="187972"/>
                  </a:lnTo>
                  <a:lnTo>
                    <a:pt x="129006" y="187985"/>
                  </a:lnTo>
                  <a:close/>
                </a:path>
                <a:path w="208279" h="222884">
                  <a:moveTo>
                    <a:pt x="138252" y="146075"/>
                  </a:moveTo>
                  <a:lnTo>
                    <a:pt x="137960" y="144894"/>
                  </a:lnTo>
                  <a:lnTo>
                    <a:pt x="135928" y="143916"/>
                  </a:lnTo>
                  <a:lnTo>
                    <a:pt x="135178" y="143878"/>
                  </a:lnTo>
                  <a:lnTo>
                    <a:pt x="129781" y="145199"/>
                  </a:lnTo>
                  <a:lnTo>
                    <a:pt x="132829" y="152158"/>
                  </a:lnTo>
                  <a:lnTo>
                    <a:pt x="136817" y="148983"/>
                  </a:lnTo>
                  <a:lnTo>
                    <a:pt x="137515" y="148424"/>
                  </a:lnTo>
                  <a:lnTo>
                    <a:pt x="137883" y="147878"/>
                  </a:lnTo>
                  <a:lnTo>
                    <a:pt x="138252" y="146075"/>
                  </a:lnTo>
                  <a:close/>
                </a:path>
                <a:path w="208279" h="222884">
                  <a:moveTo>
                    <a:pt x="141820" y="186512"/>
                  </a:moveTo>
                  <a:lnTo>
                    <a:pt x="141236" y="186512"/>
                  </a:lnTo>
                  <a:lnTo>
                    <a:pt x="141236" y="186956"/>
                  </a:lnTo>
                  <a:lnTo>
                    <a:pt x="141528" y="186956"/>
                  </a:lnTo>
                  <a:lnTo>
                    <a:pt x="141820" y="186956"/>
                  </a:lnTo>
                  <a:lnTo>
                    <a:pt x="141820" y="186512"/>
                  </a:lnTo>
                  <a:close/>
                </a:path>
                <a:path w="208279" h="222884">
                  <a:moveTo>
                    <a:pt x="142786" y="44678"/>
                  </a:moveTo>
                  <a:lnTo>
                    <a:pt x="142532" y="43103"/>
                  </a:lnTo>
                  <a:lnTo>
                    <a:pt x="142608" y="42773"/>
                  </a:lnTo>
                  <a:lnTo>
                    <a:pt x="142443" y="42557"/>
                  </a:lnTo>
                  <a:lnTo>
                    <a:pt x="141300" y="41021"/>
                  </a:lnTo>
                  <a:lnTo>
                    <a:pt x="138747" y="42037"/>
                  </a:lnTo>
                  <a:lnTo>
                    <a:pt x="137744" y="42583"/>
                  </a:lnTo>
                  <a:lnTo>
                    <a:pt x="135674" y="45237"/>
                  </a:lnTo>
                  <a:lnTo>
                    <a:pt x="136385" y="47713"/>
                  </a:lnTo>
                  <a:lnTo>
                    <a:pt x="140004" y="47802"/>
                  </a:lnTo>
                  <a:lnTo>
                    <a:pt x="141033" y="47358"/>
                  </a:lnTo>
                  <a:lnTo>
                    <a:pt x="142113" y="45986"/>
                  </a:lnTo>
                  <a:lnTo>
                    <a:pt x="142722" y="45212"/>
                  </a:lnTo>
                  <a:lnTo>
                    <a:pt x="142786" y="44678"/>
                  </a:lnTo>
                  <a:close/>
                </a:path>
                <a:path w="208279" h="222884">
                  <a:moveTo>
                    <a:pt x="143471" y="64617"/>
                  </a:moveTo>
                  <a:lnTo>
                    <a:pt x="143116" y="63246"/>
                  </a:lnTo>
                  <a:lnTo>
                    <a:pt x="141516" y="62712"/>
                  </a:lnTo>
                  <a:lnTo>
                    <a:pt x="141046" y="62699"/>
                  </a:lnTo>
                  <a:lnTo>
                    <a:pt x="139268" y="61341"/>
                  </a:lnTo>
                  <a:lnTo>
                    <a:pt x="137337" y="63423"/>
                  </a:lnTo>
                  <a:lnTo>
                    <a:pt x="138277" y="64820"/>
                  </a:lnTo>
                  <a:lnTo>
                    <a:pt x="139306" y="66344"/>
                  </a:lnTo>
                  <a:lnTo>
                    <a:pt x="141262" y="67132"/>
                  </a:lnTo>
                  <a:lnTo>
                    <a:pt x="143471" y="64617"/>
                  </a:lnTo>
                  <a:close/>
                </a:path>
                <a:path w="208279" h="222884">
                  <a:moveTo>
                    <a:pt x="147320" y="175679"/>
                  </a:moveTo>
                  <a:lnTo>
                    <a:pt x="140843" y="168846"/>
                  </a:lnTo>
                  <a:lnTo>
                    <a:pt x="137121" y="173901"/>
                  </a:lnTo>
                  <a:lnTo>
                    <a:pt x="134493" y="177457"/>
                  </a:lnTo>
                  <a:lnTo>
                    <a:pt x="138747" y="181521"/>
                  </a:lnTo>
                  <a:lnTo>
                    <a:pt x="147320" y="175679"/>
                  </a:lnTo>
                  <a:close/>
                </a:path>
                <a:path w="208279" h="222884">
                  <a:moveTo>
                    <a:pt x="149644" y="106146"/>
                  </a:moveTo>
                  <a:lnTo>
                    <a:pt x="144145" y="104101"/>
                  </a:lnTo>
                  <a:lnTo>
                    <a:pt x="140677" y="102793"/>
                  </a:lnTo>
                  <a:lnTo>
                    <a:pt x="138099" y="107569"/>
                  </a:lnTo>
                  <a:lnTo>
                    <a:pt x="144868" y="113766"/>
                  </a:lnTo>
                  <a:lnTo>
                    <a:pt x="149644" y="106146"/>
                  </a:lnTo>
                  <a:close/>
                </a:path>
                <a:path w="208279" h="222884">
                  <a:moveTo>
                    <a:pt x="149771" y="212140"/>
                  </a:moveTo>
                  <a:lnTo>
                    <a:pt x="148437" y="209588"/>
                  </a:lnTo>
                  <a:lnTo>
                    <a:pt x="144792" y="209588"/>
                  </a:lnTo>
                  <a:lnTo>
                    <a:pt x="143484" y="212153"/>
                  </a:lnTo>
                  <a:lnTo>
                    <a:pt x="145034" y="213436"/>
                  </a:lnTo>
                  <a:lnTo>
                    <a:pt x="146138" y="214363"/>
                  </a:lnTo>
                  <a:lnTo>
                    <a:pt x="147091" y="214363"/>
                  </a:lnTo>
                  <a:lnTo>
                    <a:pt x="149771" y="212140"/>
                  </a:lnTo>
                  <a:close/>
                </a:path>
                <a:path w="208279" h="222884">
                  <a:moveTo>
                    <a:pt x="157899" y="53086"/>
                  </a:moveTo>
                  <a:lnTo>
                    <a:pt x="157467" y="51650"/>
                  </a:lnTo>
                  <a:lnTo>
                    <a:pt x="155003" y="51650"/>
                  </a:lnTo>
                  <a:lnTo>
                    <a:pt x="154571" y="53086"/>
                  </a:lnTo>
                  <a:lnTo>
                    <a:pt x="155282" y="53936"/>
                  </a:lnTo>
                  <a:lnTo>
                    <a:pt x="155448" y="54140"/>
                  </a:lnTo>
                  <a:lnTo>
                    <a:pt x="155854" y="54622"/>
                  </a:lnTo>
                  <a:lnTo>
                    <a:pt x="156603" y="54622"/>
                  </a:lnTo>
                  <a:lnTo>
                    <a:pt x="157010" y="54140"/>
                  </a:lnTo>
                  <a:lnTo>
                    <a:pt x="157899" y="53086"/>
                  </a:lnTo>
                  <a:close/>
                </a:path>
                <a:path w="208279" h="222884">
                  <a:moveTo>
                    <a:pt x="158203" y="56083"/>
                  </a:moveTo>
                  <a:lnTo>
                    <a:pt x="157924" y="56057"/>
                  </a:lnTo>
                  <a:lnTo>
                    <a:pt x="157175" y="55981"/>
                  </a:lnTo>
                  <a:lnTo>
                    <a:pt x="156425" y="55918"/>
                  </a:lnTo>
                  <a:lnTo>
                    <a:pt x="155117" y="55803"/>
                  </a:lnTo>
                  <a:lnTo>
                    <a:pt x="155117" y="56743"/>
                  </a:lnTo>
                  <a:lnTo>
                    <a:pt x="155663" y="56692"/>
                  </a:lnTo>
                  <a:lnTo>
                    <a:pt x="156425" y="56629"/>
                  </a:lnTo>
                  <a:lnTo>
                    <a:pt x="157924" y="56476"/>
                  </a:lnTo>
                  <a:lnTo>
                    <a:pt x="158203" y="56451"/>
                  </a:lnTo>
                  <a:lnTo>
                    <a:pt x="158203" y="56083"/>
                  </a:lnTo>
                  <a:close/>
                </a:path>
                <a:path w="208279" h="222884">
                  <a:moveTo>
                    <a:pt x="158229" y="73164"/>
                  </a:moveTo>
                  <a:lnTo>
                    <a:pt x="149720" y="73164"/>
                  </a:lnTo>
                  <a:lnTo>
                    <a:pt x="149707" y="79768"/>
                  </a:lnTo>
                  <a:lnTo>
                    <a:pt x="153974" y="79768"/>
                  </a:lnTo>
                  <a:lnTo>
                    <a:pt x="158216" y="79768"/>
                  </a:lnTo>
                  <a:lnTo>
                    <a:pt x="158229" y="73164"/>
                  </a:lnTo>
                  <a:close/>
                </a:path>
                <a:path w="208279" h="222884">
                  <a:moveTo>
                    <a:pt x="160820" y="138264"/>
                  </a:moveTo>
                  <a:lnTo>
                    <a:pt x="155346" y="137020"/>
                  </a:lnTo>
                  <a:lnTo>
                    <a:pt x="155295" y="141439"/>
                  </a:lnTo>
                  <a:lnTo>
                    <a:pt x="155727" y="142100"/>
                  </a:lnTo>
                  <a:lnTo>
                    <a:pt x="157949" y="143421"/>
                  </a:lnTo>
                  <a:lnTo>
                    <a:pt x="159473" y="142379"/>
                  </a:lnTo>
                  <a:lnTo>
                    <a:pt x="159512" y="141719"/>
                  </a:lnTo>
                  <a:lnTo>
                    <a:pt x="159562" y="140804"/>
                  </a:lnTo>
                  <a:lnTo>
                    <a:pt x="160134" y="139649"/>
                  </a:lnTo>
                  <a:lnTo>
                    <a:pt x="160820" y="138264"/>
                  </a:lnTo>
                  <a:close/>
                </a:path>
                <a:path w="208279" h="222884">
                  <a:moveTo>
                    <a:pt x="161061" y="30035"/>
                  </a:moveTo>
                  <a:lnTo>
                    <a:pt x="152552" y="30035"/>
                  </a:lnTo>
                  <a:lnTo>
                    <a:pt x="152539" y="36652"/>
                  </a:lnTo>
                  <a:lnTo>
                    <a:pt x="156794" y="36652"/>
                  </a:lnTo>
                  <a:lnTo>
                    <a:pt x="161048" y="36652"/>
                  </a:lnTo>
                  <a:lnTo>
                    <a:pt x="161061" y="30035"/>
                  </a:lnTo>
                  <a:close/>
                </a:path>
                <a:path w="208279" h="222884">
                  <a:moveTo>
                    <a:pt x="162153" y="20574"/>
                  </a:moveTo>
                  <a:lnTo>
                    <a:pt x="161620" y="20574"/>
                  </a:lnTo>
                  <a:lnTo>
                    <a:pt x="161620" y="20993"/>
                  </a:lnTo>
                  <a:lnTo>
                    <a:pt x="161886" y="20993"/>
                  </a:lnTo>
                  <a:lnTo>
                    <a:pt x="162153" y="20993"/>
                  </a:lnTo>
                  <a:lnTo>
                    <a:pt x="162153" y="20574"/>
                  </a:lnTo>
                  <a:close/>
                </a:path>
                <a:path w="208279" h="222884">
                  <a:moveTo>
                    <a:pt x="162166" y="101434"/>
                  </a:moveTo>
                  <a:lnTo>
                    <a:pt x="157543" y="97866"/>
                  </a:lnTo>
                  <a:lnTo>
                    <a:pt x="155879" y="100952"/>
                  </a:lnTo>
                  <a:lnTo>
                    <a:pt x="155397" y="101841"/>
                  </a:lnTo>
                  <a:lnTo>
                    <a:pt x="155371" y="102489"/>
                  </a:lnTo>
                  <a:lnTo>
                    <a:pt x="155714" y="104711"/>
                  </a:lnTo>
                  <a:lnTo>
                    <a:pt x="157226" y="105295"/>
                  </a:lnTo>
                  <a:lnTo>
                    <a:pt x="158788" y="104940"/>
                  </a:lnTo>
                  <a:lnTo>
                    <a:pt x="159131" y="104711"/>
                  </a:lnTo>
                  <a:lnTo>
                    <a:pt x="159639" y="104101"/>
                  </a:lnTo>
                  <a:lnTo>
                    <a:pt x="160401" y="103111"/>
                  </a:lnTo>
                  <a:lnTo>
                    <a:pt x="162166" y="101434"/>
                  </a:lnTo>
                  <a:close/>
                </a:path>
                <a:path w="208279" h="222884">
                  <a:moveTo>
                    <a:pt x="163703" y="161264"/>
                  </a:moveTo>
                  <a:lnTo>
                    <a:pt x="163601" y="159131"/>
                  </a:lnTo>
                  <a:lnTo>
                    <a:pt x="163550" y="158788"/>
                  </a:lnTo>
                  <a:lnTo>
                    <a:pt x="162763" y="156108"/>
                  </a:lnTo>
                  <a:lnTo>
                    <a:pt x="159766" y="157010"/>
                  </a:lnTo>
                  <a:lnTo>
                    <a:pt x="160464" y="158737"/>
                  </a:lnTo>
                  <a:lnTo>
                    <a:pt x="160909" y="159867"/>
                  </a:lnTo>
                  <a:lnTo>
                    <a:pt x="162039" y="161480"/>
                  </a:lnTo>
                  <a:lnTo>
                    <a:pt x="163703" y="161264"/>
                  </a:lnTo>
                  <a:close/>
                </a:path>
                <a:path w="208279" h="222884">
                  <a:moveTo>
                    <a:pt x="164477" y="122174"/>
                  </a:moveTo>
                  <a:lnTo>
                    <a:pt x="163677" y="120802"/>
                  </a:lnTo>
                  <a:lnTo>
                    <a:pt x="163537" y="120599"/>
                  </a:lnTo>
                  <a:lnTo>
                    <a:pt x="162458" y="118757"/>
                  </a:lnTo>
                  <a:lnTo>
                    <a:pt x="160007" y="121335"/>
                  </a:lnTo>
                  <a:lnTo>
                    <a:pt x="161810" y="122326"/>
                  </a:lnTo>
                  <a:lnTo>
                    <a:pt x="162039" y="122453"/>
                  </a:lnTo>
                  <a:lnTo>
                    <a:pt x="162267" y="122567"/>
                  </a:lnTo>
                  <a:lnTo>
                    <a:pt x="162483" y="122694"/>
                  </a:lnTo>
                  <a:lnTo>
                    <a:pt x="163398" y="123177"/>
                  </a:lnTo>
                  <a:lnTo>
                    <a:pt x="164477" y="122174"/>
                  </a:lnTo>
                  <a:close/>
                </a:path>
                <a:path w="208279" h="222884">
                  <a:moveTo>
                    <a:pt x="168402" y="221996"/>
                  </a:moveTo>
                  <a:lnTo>
                    <a:pt x="167817" y="221996"/>
                  </a:lnTo>
                  <a:lnTo>
                    <a:pt x="167817" y="222440"/>
                  </a:lnTo>
                  <a:lnTo>
                    <a:pt x="168109" y="222440"/>
                  </a:lnTo>
                  <a:lnTo>
                    <a:pt x="168402" y="222440"/>
                  </a:lnTo>
                  <a:lnTo>
                    <a:pt x="168402" y="221996"/>
                  </a:lnTo>
                  <a:close/>
                </a:path>
                <a:path w="208279" h="222884">
                  <a:moveTo>
                    <a:pt x="168478" y="43649"/>
                  </a:moveTo>
                  <a:lnTo>
                    <a:pt x="167894" y="42595"/>
                  </a:lnTo>
                  <a:lnTo>
                    <a:pt x="167182" y="43103"/>
                  </a:lnTo>
                  <a:lnTo>
                    <a:pt x="166370" y="43713"/>
                  </a:lnTo>
                  <a:lnTo>
                    <a:pt x="164807" y="44856"/>
                  </a:lnTo>
                  <a:lnTo>
                    <a:pt x="166293" y="46418"/>
                  </a:lnTo>
                  <a:lnTo>
                    <a:pt x="167055" y="45453"/>
                  </a:lnTo>
                  <a:lnTo>
                    <a:pt x="167703" y="44627"/>
                  </a:lnTo>
                  <a:lnTo>
                    <a:pt x="168046" y="44221"/>
                  </a:lnTo>
                  <a:lnTo>
                    <a:pt x="168478" y="43649"/>
                  </a:lnTo>
                  <a:close/>
                </a:path>
                <a:path w="208279" h="222884">
                  <a:moveTo>
                    <a:pt x="168960" y="181597"/>
                  </a:moveTo>
                  <a:lnTo>
                    <a:pt x="168376" y="181597"/>
                  </a:lnTo>
                  <a:lnTo>
                    <a:pt x="168376" y="182041"/>
                  </a:lnTo>
                  <a:lnTo>
                    <a:pt x="168668" y="182041"/>
                  </a:lnTo>
                  <a:lnTo>
                    <a:pt x="168960" y="182041"/>
                  </a:lnTo>
                  <a:lnTo>
                    <a:pt x="168960" y="181597"/>
                  </a:lnTo>
                  <a:close/>
                </a:path>
                <a:path w="208279" h="222884">
                  <a:moveTo>
                    <a:pt x="172224" y="65760"/>
                  </a:moveTo>
                  <a:lnTo>
                    <a:pt x="171272" y="63182"/>
                  </a:lnTo>
                  <a:lnTo>
                    <a:pt x="169811" y="64046"/>
                  </a:lnTo>
                  <a:lnTo>
                    <a:pt x="168922" y="64173"/>
                  </a:lnTo>
                  <a:lnTo>
                    <a:pt x="167982" y="63919"/>
                  </a:lnTo>
                  <a:lnTo>
                    <a:pt x="167462" y="65189"/>
                  </a:lnTo>
                  <a:lnTo>
                    <a:pt x="169100" y="66243"/>
                  </a:lnTo>
                  <a:lnTo>
                    <a:pt x="169722" y="66306"/>
                  </a:lnTo>
                  <a:lnTo>
                    <a:pt x="172224" y="65760"/>
                  </a:lnTo>
                  <a:close/>
                </a:path>
                <a:path w="208279" h="222884">
                  <a:moveTo>
                    <a:pt x="175234" y="193852"/>
                  </a:moveTo>
                  <a:lnTo>
                    <a:pt x="175018" y="191922"/>
                  </a:lnTo>
                  <a:lnTo>
                    <a:pt x="174853" y="190398"/>
                  </a:lnTo>
                  <a:lnTo>
                    <a:pt x="174828" y="190144"/>
                  </a:lnTo>
                  <a:lnTo>
                    <a:pt x="174777" y="189750"/>
                  </a:lnTo>
                  <a:lnTo>
                    <a:pt x="174663" y="188645"/>
                  </a:lnTo>
                  <a:lnTo>
                    <a:pt x="171945" y="189204"/>
                  </a:lnTo>
                  <a:lnTo>
                    <a:pt x="171945" y="190144"/>
                  </a:lnTo>
                  <a:lnTo>
                    <a:pt x="171818" y="190398"/>
                  </a:lnTo>
                  <a:lnTo>
                    <a:pt x="171653" y="190360"/>
                  </a:lnTo>
                  <a:lnTo>
                    <a:pt x="171640" y="190233"/>
                  </a:lnTo>
                  <a:lnTo>
                    <a:pt x="171945" y="190144"/>
                  </a:lnTo>
                  <a:lnTo>
                    <a:pt x="171945" y="189204"/>
                  </a:lnTo>
                  <a:lnTo>
                    <a:pt x="171411" y="189318"/>
                  </a:lnTo>
                  <a:lnTo>
                    <a:pt x="171411" y="190030"/>
                  </a:lnTo>
                  <a:lnTo>
                    <a:pt x="171145" y="189992"/>
                  </a:lnTo>
                  <a:lnTo>
                    <a:pt x="171107" y="189750"/>
                  </a:lnTo>
                  <a:lnTo>
                    <a:pt x="171411" y="190030"/>
                  </a:lnTo>
                  <a:lnTo>
                    <a:pt x="171411" y="189318"/>
                  </a:lnTo>
                  <a:lnTo>
                    <a:pt x="169875" y="189623"/>
                  </a:lnTo>
                  <a:lnTo>
                    <a:pt x="169913" y="190893"/>
                  </a:lnTo>
                  <a:lnTo>
                    <a:pt x="169938" y="191630"/>
                  </a:lnTo>
                  <a:lnTo>
                    <a:pt x="169913" y="190893"/>
                  </a:lnTo>
                  <a:lnTo>
                    <a:pt x="169799" y="191033"/>
                  </a:lnTo>
                  <a:lnTo>
                    <a:pt x="169722" y="191922"/>
                  </a:lnTo>
                  <a:lnTo>
                    <a:pt x="170180" y="193255"/>
                  </a:lnTo>
                  <a:lnTo>
                    <a:pt x="170853" y="193827"/>
                  </a:lnTo>
                  <a:lnTo>
                    <a:pt x="175234" y="193852"/>
                  </a:lnTo>
                  <a:close/>
                </a:path>
                <a:path w="208279" h="222884">
                  <a:moveTo>
                    <a:pt x="175437" y="28981"/>
                  </a:moveTo>
                  <a:lnTo>
                    <a:pt x="169824" y="28981"/>
                  </a:lnTo>
                  <a:lnTo>
                    <a:pt x="169824" y="33337"/>
                  </a:lnTo>
                  <a:lnTo>
                    <a:pt x="172631" y="33337"/>
                  </a:lnTo>
                  <a:lnTo>
                    <a:pt x="175437" y="33337"/>
                  </a:lnTo>
                  <a:lnTo>
                    <a:pt x="175437" y="28981"/>
                  </a:lnTo>
                  <a:close/>
                </a:path>
                <a:path w="208279" h="222884">
                  <a:moveTo>
                    <a:pt x="175437" y="13627"/>
                  </a:moveTo>
                  <a:lnTo>
                    <a:pt x="174663" y="13030"/>
                  </a:lnTo>
                  <a:lnTo>
                    <a:pt x="173850" y="13398"/>
                  </a:lnTo>
                  <a:lnTo>
                    <a:pt x="173659" y="13550"/>
                  </a:lnTo>
                  <a:lnTo>
                    <a:pt x="173443" y="13601"/>
                  </a:lnTo>
                  <a:lnTo>
                    <a:pt x="173215" y="13538"/>
                  </a:lnTo>
                  <a:lnTo>
                    <a:pt x="171691" y="13411"/>
                  </a:lnTo>
                  <a:lnTo>
                    <a:pt x="171691" y="15798"/>
                  </a:lnTo>
                  <a:lnTo>
                    <a:pt x="173215" y="15925"/>
                  </a:lnTo>
                  <a:lnTo>
                    <a:pt x="174269" y="16014"/>
                  </a:lnTo>
                  <a:lnTo>
                    <a:pt x="175120" y="15595"/>
                  </a:lnTo>
                  <a:lnTo>
                    <a:pt x="175285" y="14503"/>
                  </a:lnTo>
                  <a:lnTo>
                    <a:pt x="175437" y="13627"/>
                  </a:lnTo>
                  <a:close/>
                </a:path>
                <a:path w="208279" h="222884">
                  <a:moveTo>
                    <a:pt x="176098" y="159372"/>
                  </a:moveTo>
                  <a:lnTo>
                    <a:pt x="170307" y="159372"/>
                  </a:lnTo>
                  <a:lnTo>
                    <a:pt x="170294" y="163868"/>
                  </a:lnTo>
                  <a:lnTo>
                    <a:pt x="173202" y="163868"/>
                  </a:lnTo>
                  <a:lnTo>
                    <a:pt x="176085" y="163868"/>
                  </a:lnTo>
                  <a:lnTo>
                    <a:pt x="176098" y="159372"/>
                  </a:lnTo>
                  <a:close/>
                </a:path>
                <a:path w="208279" h="222884">
                  <a:moveTo>
                    <a:pt x="176199" y="55587"/>
                  </a:moveTo>
                  <a:lnTo>
                    <a:pt x="175844" y="55587"/>
                  </a:lnTo>
                  <a:lnTo>
                    <a:pt x="175844" y="55867"/>
                  </a:lnTo>
                  <a:lnTo>
                    <a:pt x="176022" y="55867"/>
                  </a:lnTo>
                  <a:lnTo>
                    <a:pt x="176199" y="55867"/>
                  </a:lnTo>
                  <a:lnTo>
                    <a:pt x="176199" y="55587"/>
                  </a:lnTo>
                  <a:close/>
                </a:path>
                <a:path w="208279" h="222884">
                  <a:moveTo>
                    <a:pt x="176784" y="213067"/>
                  </a:moveTo>
                  <a:lnTo>
                    <a:pt x="176733" y="212902"/>
                  </a:lnTo>
                  <a:lnTo>
                    <a:pt x="176339" y="212013"/>
                  </a:lnTo>
                  <a:lnTo>
                    <a:pt x="176314" y="211124"/>
                  </a:lnTo>
                  <a:lnTo>
                    <a:pt x="176669" y="210223"/>
                  </a:lnTo>
                  <a:lnTo>
                    <a:pt x="176199" y="211175"/>
                  </a:lnTo>
                  <a:lnTo>
                    <a:pt x="176174" y="211963"/>
                  </a:lnTo>
                  <a:lnTo>
                    <a:pt x="176504" y="213144"/>
                  </a:lnTo>
                  <a:lnTo>
                    <a:pt x="176784" y="213067"/>
                  </a:lnTo>
                  <a:close/>
                </a:path>
                <a:path w="208279" h="222884">
                  <a:moveTo>
                    <a:pt x="177139" y="19227"/>
                  </a:moveTo>
                  <a:lnTo>
                    <a:pt x="175552" y="18770"/>
                  </a:lnTo>
                  <a:lnTo>
                    <a:pt x="173139" y="23888"/>
                  </a:lnTo>
                  <a:lnTo>
                    <a:pt x="176784" y="24828"/>
                  </a:lnTo>
                  <a:lnTo>
                    <a:pt x="176936" y="22428"/>
                  </a:lnTo>
                  <a:lnTo>
                    <a:pt x="177139" y="19227"/>
                  </a:lnTo>
                  <a:close/>
                </a:path>
                <a:path w="208279" h="222884">
                  <a:moveTo>
                    <a:pt x="179273" y="130187"/>
                  </a:moveTo>
                  <a:lnTo>
                    <a:pt x="175641" y="128765"/>
                  </a:lnTo>
                  <a:lnTo>
                    <a:pt x="174980" y="131178"/>
                  </a:lnTo>
                  <a:lnTo>
                    <a:pt x="174498" y="132880"/>
                  </a:lnTo>
                  <a:lnTo>
                    <a:pt x="175209" y="134569"/>
                  </a:lnTo>
                  <a:lnTo>
                    <a:pt x="178041" y="134708"/>
                  </a:lnTo>
                  <a:lnTo>
                    <a:pt x="178523" y="133781"/>
                  </a:lnTo>
                  <a:lnTo>
                    <a:pt x="178384" y="132969"/>
                  </a:lnTo>
                  <a:lnTo>
                    <a:pt x="178473" y="132702"/>
                  </a:lnTo>
                  <a:lnTo>
                    <a:pt x="178396" y="132549"/>
                  </a:lnTo>
                  <a:lnTo>
                    <a:pt x="178193" y="132537"/>
                  </a:lnTo>
                  <a:lnTo>
                    <a:pt x="179273" y="130187"/>
                  </a:lnTo>
                  <a:close/>
                </a:path>
                <a:path w="208279" h="222884">
                  <a:moveTo>
                    <a:pt x="181381" y="112839"/>
                  </a:moveTo>
                  <a:lnTo>
                    <a:pt x="178650" y="110045"/>
                  </a:lnTo>
                  <a:lnTo>
                    <a:pt x="177025" y="111785"/>
                  </a:lnTo>
                  <a:lnTo>
                    <a:pt x="176441" y="112407"/>
                  </a:lnTo>
                  <a:lnTo>
                    <a:pt x="176237" y="112636"/>
                  </a:lnTo>
                  <a:lnTo>
                    <a:pt x="175463" y="114452"/>
                  </a:lnTo>
                  <a:lnTo>
                    <a:pt x="176225" y="116090"/>
                  </a:lnTo>
                  <a:lnTo>
                    <a:pt x="178435" y="115252"/>
                  </a:lnTo>
                  <a:lnTo>
                    <a:pt x="178917" y="114960"/>
                  </a:lnTo>
                  <a:lnTo>
                    <a:pt x="181381" y="112839"/>
                  </a:lnTo>
                  <a:close/>
                </a:path>
                <a:path w="208279" h="222884">
                  <a:moveTo>
                    <a:pt x="181406" y="9093"/>
                  </a:moveTo>
                  <a:lnTo>
                    <a:pt x="180822" y="9093"/>
                  </a:lnTo>
                  <a:lnTo>
                    <a:pt x="180822" y="9550"/>
                  </a:lnTo>
                  <a:lnTo>
                    <a:pt x="181114" y="9550"/>
                  </a:lnTo>
                  <a:lnTo>
                    <a:pt x="181406" y="9550"/>
                  </a:lnTo>
                  <a:lnTo>
                    <a:pt x="181406" y="9093"/>
                  </a:lnTo>
                  <a:close/>
                </a:path>
                <a:path w="208279" h="222884">
                  <a:moveTo>
                    <a:pt x="184683" y="81191"/>
                  </a:moveTo>
                  <a:lnTo>
                    <a:pt x="182549" y="78333"/>
                  </a:lnTo>
                  <a:lnTo>
                    <a:pt x="181495" y="76911"/>
                  </a:lnTo>
                  <a:lnTo>
                    <a:pt x="175895" y="78562"/>
                  </a:lnTo>
                  <a:lnTo>
                    <a:pt x="176390" y="80352"/>
                  </a:lnTo>
                  <a:lnTo>
                    <a:pt x="175006" y="82435"/>
                  </a:lnTo>
                  <a:lnTo>
                    <a:pt x="179273" y="85636"/>
                  </a:lnTo>
                  <a:lnTo>
                    <a:pt x="183134" y="82461"/>
                  </a:lnTo>
                  <a:lnTo>
                    <a:pt x="184683" y="81191"/>
                  </a:lnTo>
                  <a:close/>
                </a:path>
                <a:path w="208279" h="222884">
                  <a:moveTo>
                    <a:pt x="188353" y="177101"/>
                  </a:moveTo>
                  <a:lnTo>
                    <a:pt x="187452" y="177101"/>
                  </a:lnTo>
                  <a:lnTo>
                    <a:pt x="187452" y="177812"/>
                  </a:lnTo>
                  <a:lnTo>
                    <a:pt x="187896" y="177812"/>
                  </a:lnTo>
                  <a:lnTo>
                    <a:pt x="188353" y="177812"/>
                  </a:lnTo>
                  <a:lnTo>
                    <a:pt x="188353" y="177101"/>
                  </a:lnTo>
                  <a:close/>
                </a:path>
                <a:path w="208279" h="222884">
                  <a:moveTo>
                    <a:pt x="188747" y="40487"/>
                  </a:moveTo>
                  <a:lnTo>
                    <a:pt x="187248" y="39077"/>
                  </a:lnTo>
                  <a:lnTo>
                    <a:pt x="186055" y="39763"/>
                  </a:lnTo>
                  <a:lnTo>
                    <a:pt x="184975" y="40411"/>
                  </a:lnTo>
                  <a:lnTo>
                    <a:pt x="184658" y="40805"/>
                  </a:lnTo>
                  <a:lnTo>
                    <a:pt x="184581" y="42075"/>
                  </a:lnTo>
                  <a:lnTo>
                    <a:pt x="184556" y="42633"/>
                  </a:lnTo>
                  <a:lnTo>
                    <a:pt x="185089" y="43141"/>
                  </a:lnTo>
                  <a:lnTo>
                    <a:pt x="185635" y="43129"/>
                  </a:lnTo>
                  <a:lnTo>
                    <a:pt x="186905" y="43116"/>
                  </a:lnTo>
                  <a:lnTo>
                    <a:pt x="187299" y="42760"/>
                  </a:lnTo>
                  <a:lnTo>
                    <a:pt x="188747" y="40487"/>
                  </a:lnTo>
                  <a:close/>
                </a:path>
                <a:path w="208279" h="222884">
                  <a:moveTo>
                    <a:pt x="189826" y="126161"/>
                  </a:moveTo>
                  <a:lnTo>
                    <a:pt x="189699" y="126047"/>
                  </a:lnTo>
                  <a:lnTo>
                    <a:pt x="189509" y="125869"/>
                  </a:lnTo>
                  <a:lnTo>
                    <a:pt x="189318" y="125679"/>
                  </a:lnTo>
                  <a:lnTo>
                    <a:pt x="189128" y="125501"/>
                  </a:lnTo>
                  <a:lnTo>
                    <a:pt x="189001" y="125374"/>
                  </a:lnTo>
                  <a:lnTo>
                    <a:pt x="188810" y="125564"/>
                  </a:lnTo>
                  <a:lnTo>
                    <a:pt x="188925" y="125691"/>
                  </a:lnTo>
                  <a:lnTo>
                    <a:pt x="189115" y="125869"/>
                  </a:lnTo>
                  <a:lnTo>
                    <a:pt x="189306" y="126060"/>
                  </a:lnTo>
                  <a:lnTo>
                    <a:pt x="189496" y="126238"/>
                  </a:lnTo>
                  <a:lnTo>
                    <a:pt x="189623" y="126365"/>
                  </a:lnTo>
                  <a:lnTo>
                    <a:pt x="189826" y="126161"/>
                  </a:lnTo>
                  <a:close/>
                </a:path>
                <a:path w="208279" h="222884">
                  <a:moveTo>
                    <a:pt x="189953" y="23469"/>
                  </a:moveTo>
                  <a:lnTo>
                    <a:pt x="185826" y="23456"/>
                  </a:lnTo>
                  <a:lnTo>
                    <a:pt x="186677" y="25488"/>
                  </a:lnTo>
                  <a:lnTo>
                    <a:pt x="186740" y="25654"/>
                  </a:lnTo>
                  <a:lnTo>
                    <a:pt x="186817" y="25819"/>
                  </a:lnTo>
                  <a:lnTo>
                    <a:pt x="186880" y="25984"/>
                  </a:lnTo>
                  <a:lnTo>
                    <a:pt x="187299" y="26974"/>
                  </a:lnTo>
                  <a:lnTo>
                    <a:pt x="188506" y="26974"/>
                  </a:lnTo>
                  <a:lnTo>
                    <a:pt x="188925" y="25984"/>
                  </a:lnTo>
                  <a:lnTo>
                    <a:pt x="188988" y="25819"/>
                  </a:lnTo>
                  <a:lnTo>
                    <a:pt x="189052" y="25654"/>
                  </a:lnTo>
                  <a:lnTo>
                    <a:pt x="189115" y="25488"/>
                  </a:lnTo>
                  <a:lnTo>
                    <a:pt x="189953" y="23469"/>
                  </a:lnTo>
                  <a:close/>
                </a:path>
                <a:path w="208279" h="222884">
                  <a:moveTo>
                    <a:pt x="191274" y="3403"/>
                  </a:moveTo>
                  <a:lnTo>
                    <a:pt x="187502" y="0"/>
                  </a:lnTo>
                  <a:lnTo>
                    <a:pt x="185839" y="3873"/>
                  </a:lnTo>
                  <a:lnTo>
                    <a:pt x="188048" y="4254"/>
                  </a:lnTo>
                  <a:lnTo>
                    <a:pt x="190271" y="4622"/>
                  </a:lnTo>
                  <a:lnTo>
                    <a:pt x="191274" y="3403"/>
                  </a:lnTo>
                  <a:close/>
                </a:path>
                <a:path w="208279" h="222884">
                  <a:moveTo>
                    <a:pt x="192036" y="194729"/>
                  </a:moveTo>
                  <a:lnTo>
                    <a:pt x="191439" y="194475"/>
                  </a:lnTo>
                  <a:lnTo>
                    <a:pt x="189318" y="193586"/>
                  </a:lnTo>
                  <a:lnTo>
                    <a:pt x="189217" y="193408"/>
                  </a:lnTo>
                  <a:lnTo>
                    <a:pt x="188772" y="192646"/>
                  </a:lnTo>
                  <a:lnTo>
                    <a:pt x="186677" y="192976"/>
                  </a:lnTo>
                  <a:lnTo>
                    <a:pt x="186080" y="194957"/>
                  </a:lnTo>
                  <a:lnTo>
                    <a:pt x="185788" y="197269"/>
                  </a:lnTo>
                  <a:lnTo>
                    <a:pt x="187248" y="198450"/>
                  </a:lnTo>
                  <a:lnTo>
                    <a:pt x="191909" y="198399"/>
                  </a:lnTo>
                  <a:lnTo>
                    <a:pt x="192036" y="194729"/>
                  </a:lnTo>
                  <a:close/>
                </a:path>
                <a:path w="208279" h="222884">
                  <a:moveTo>
                    <a:pt x="193852" y="13766"/>
                  </a:moveTo>
                  <a:lnTo>
                    <a:pt x="191922" y="9931"/>
                  </a:lnTo>
                  <a:lnTo>
                    <a:pt x="190995" y="8077"/>
                  </a:lnTo>
                  <a:lnTo>
                    <a:pt x="189331" y="8077"/>
                  </a:lnTo>
                  <a:lnTo>
                    <a:pt x="186461" y="13766"/>
                  </a:lnTo>
                  <a:lnTo>
                    <a:pt x="193852" y="13766"/>
                  </a:lnTo>
                  <a:close/>
                </a:path>
                <a:path w="208279" h="222884">
                  <a:moveTo>
                    <a:pt x="193890" y="111125"/>
                  </a:moveTo>
                  <a:lnTo>
                    <a:pt x="193167" y="107975"/>
                  </a:lnTo>
                  <a:lnTo>
                    <a:pt x="192493" y="105067"/>
                  </a:lnTo>
                  <a:lnTo>
                    <a:pt x="190093" y="105067"/>
                  </a:lnTo>
                  <a:lnTo>
                    <a:pt x="188709" y="111112"/>
                  </a:lnTo>
                  <a:lnTo>
                    <a:pt x="193890" y="111125"/>
                  </a:lnTo>
                  <a:close/>
                </a:path>
                <a:path w="208279" h="222884">
                  <a:moveTo>
                    <a:pt x="194957" y="207213"/>
                  </a:moveTo>
                  <a:lnTo>
                    <a:pt x="190614" y="202641"/>
                  </a:lnTo>
                  <a:lnTo>
                    <a:pt x="189801" y="205981"/>
                  </a:lnTo>
                  <a:lnTo>
                    <a:pt x="189433" y="207505"/>
                  </a:lnTo>
                  <a:lnTo>
                    <a:pt x="190182" y="208191"/>
                  </a:lnTo>
                  <a:lnTo>
                    <a:pt x="194957" y="207213"/>
                  </a:lnTo>
                  <a:close/>
                </a:path>
                <a:path w="208279" h="222884">
                  <a:moveTo>
                    <a:pt x="194970" y="67424"/>
                  </a:moveTo>
                  <a:lnTo>
                    <a:pt x="190754" y="64960"/>
                  </a:lnTo>
                  <a:lnTo>
                    <a:pt x="190487" y="66700"/>
                  </a:lnTo>
                  <a:lnTo>
                    <a:pt x="190119" y="66929"/>
                  </a:lnTo>
                  <a:lnTo>
                    <a:pt x="190258" y="68910"/>
                  </a:lnTo>
                  <a:lnTo>
                    <a:pt x="191401" y="69621"/>
                  </a:lnTo>
                  <a:lnTo>
                    <a:pt x="194970" y="67424"/>
                  </a:lnTo>
                  <a:close/>
                </a:path>
                <a:path w="208279" h="222884">
                  <a:moveTo>
                    <a:pt x="195046" y="167919"/>
                  </a:moveTo>
                  <a:lnTo>
                    <a:pt x="194691" y="167894"/>
                  </a:lnTo>
                  <a:lnTo>
                    <a:pt x="194310" y="167868"/>
                  </a:lnTo>
                  <a:lnTo>
                    <a:pt x="193560" y="167830"/>
                  </a:lnTo>
                  <a:lnTo>
                    <a:pt x="193103" y="167792"/>
                  </a:lnTo>
                  <a:lnTo>
                    <a:pt x="193103" y="168554"/>
                  </a:lnTo>
                  <a:lnTo>
                    <a:pt x="193560" y="168529"/>
                  </a:lnTo>
                  <a:lnTo>
                    <a:pt x="194310" y="168478"/>
                  </a:lnTo>
                  <a:lnTo>
                    <a:pt x="194691" y="168452"/>
                  </a:lnTo>
                  <a:lnTo>
                    <a:pt x="195046" y="168427"/>
                  </a:lnTo>
                  <a:lnTo>
                    <a:pt x="195046" y="167919"/>
                  </a:lnTo>
                  <a:close/>
                </a:path>
                <a:path w="208279" h="222884">
                  <a:moveTo>
                    <a:pt x="197599" y="102019"/>
                  </a:moveTo>
                  <a:lnTo>
                    <a:pt x="195757" y="98856"/>
                  </a:lnTo>
                  <a:lnTo>
                    <a:pt x="192659" y="100761"/>
                  </a:lnTo>
                  <a:lnTo>
                    <a:pt x="192608" y="102019"/>
                  </a:lnTo>
                  <a:lnTo>
                    <a:pt x="193662" y="104394"/>
                  </a:lnTo>
                  <a:lnTo>
                    <a:pt x="195719" y="103733"/>
                  </a:lnTo>
                  <a:lnTo>
                    <a:pt x="195859" y="103365"/>
                  </a:lnTo>
                  <a:lnTo>
                    <a:pt x="195986" y="103009"/>
                  </a:lnTo>
                  <a:lnTo>
                    <a:pt x="197192" y="102273"/>
                  </a:lnTo>
                  <a:lnTo>
                    <a:pt x="197599" y="102019"/>
                  </a:lnTo>
                  <a:close/>
                </a:path>
                <a:path w="208279" h="222884">
                  <a:moveTo>
                    <a:pt x="202615" y="19215"/>
                  </a:moveTo>
                  <a:lnTo>
                    <a:pt x="202285" y="18910"/>
                  </a:lnTo>
                  <a:lnTo>
                    <a:pt x="202095" y="18719"/>
                  </a:lnTo>
                  <a:lnTo>
                    <a:pt x="201714" y="18364"/>
                  </a:lnTo>
                  <a:lnTo>
                    <a:pt x="201396" y="18046"/>
                  </a:lnTo>
                  <a:lnTo>
                    <a:pt x="200901" y="18542"/>
                  </a:lnTo>
                  <a:lnTo>
                    <a:pt x="201218" y="18859"/>
                  </a:lnTo>
                  <a:lnTo>
                    <a:pt x="201409" y="19037"/>
                  </a:lnTo>
                  <a:lnTo>
                    <a:pt x="201599" y="19215"/>
                  </a:lnTo>
                  <a:lnTo>
                    <a:pt x="201790" y="19392"/>
                  </a:lnTo>
                  <a:lnTo>
                    <a:pt x="202120" y="19710"/>
                  </a:lnTo>
                  <a:lnTo>
                    <a:pt x="202615" y="19215"/>
                  </a:lnTo>
                  <a:close/>
                </a:path>
                <a:path w="208279" h="222884">
                  <a:moveTo>
                    <a:pt x="207822" y="159639"/>
                  </a:moveTo>
                  <a:lnTo>
                    <a:pt x="206502" y="159004"/>
                  </a:lnTo>
                  <a:lnTo>
                    <a:pt x="205981" y="158750"/>
                  </a:lnTo>
                  <a:lnTo>
                    <a:pt x="205841" y="158623"/>
                  </a:lnTo>
                  <a:lnTo>
                    <a:pt x="206070" y="158026"/>
                  </a:lnTo>
                  <a:lnTo>
                    <a:pt x="206286" y="157480"/>
                  </a:lnTo>
                  <a:lnTo>
                    <a:pt x="204203" y="155956"/>
                  </a:lnTo>
                  <a:lnTo>
                    <a:pt x="199961" y="158889"/>
                  </a:lnTo>
                  <a:lnTo>
                    <a:pt x="201637" y="164160"/>
                  </a:lnTo>
                  <a:lnTo>
                    <a:pt x="207048" y="162140"/>
                  </a:lnTo>
                  <a:lnTo>
                    <a:pt x="207822" y="15963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4234180" y="7822901"/>
              <a:ext cx="158115" cy="288290"/>
            </a:xfrm>
            <a:custGeom>
              <a:avLst/>
              <a:gdLst/>
              <a:ahLst/>
              <a:cxnLst/>
              <a:rect l="l" t="t" r="r" b="b"/>
              <a:pathLst>
                <a:path w="158114" h="288290">
                  <a:moveTo>
                    <a:pt x="4533" y="173964"/>
                  </a:moveTo>
                  <a:lnTo>
                    <a:pt x="3949" y="173964"/>
                  </a:lnTo>
                  <a:lnTo>
                    <a:pt x="3949" y="174409"/>
                  </a:lnTo>
                  <a:lnTo>
                    <a:pt x="4241" y="174409"/>
                  </a:lnTo>
                  <a:lnTo>
                    <a:pt x="4533" y="174409"/>
                  </a:lnTo>
                  <a:lnTo>
                    <a:pt x="4533" y="173964"/>
                  </a:lnTo>
                  <a:close/>
                </a:path>
                <a:path w="158114" h="288290">
                  <a:moveTo>
                    <a:pt x="5105" y="266014"/>
                  </a:moveTo>
                  <a:lnTo>
                    <a:pt x="4203" y="265404"/>
                  </a:lnTo>
                  <a:lnTo>
                    <a:pt x="3657" y="265049"/>
                  </a:lnTo>
                  <a:lnTo>
                    <a:pt x="266" y="262763"/>
                  </a:lnTo>
                  <a:lnTo>
                    <a:pt x="266" y="270471"/>
                  </a:lnTo>
                  <a:lnTo>
                    <a:pt x="3657" y="268198"/>
                  </a:lnTo>
                  <a:lnTo>
                    <a:pt x="5105" y="267220"/>
                  </a:lnTo>
                  <a:lnTo>
                    <a:pt x="5105" y="266014"/>
                  </a:lnTo>
                  <a:close/>
                </a:path>
                <a:path w="158114" h="288290">
                  <a:moveTo>
                    <a:pt x="6159" y="138430"/>
                  </a:moveTo>
                  <a:lnTo>
                    <a:pt x="5308" y="137363"/>
                  </a:lnTo>
                  <a:lnTo>
                    <a:pt x="2438" y="139052"/>
                  </a:lnTo>
                  <a:lnTo>
                    <a:pt x="0" y="140474"/>
                  </a:lnTo>
                  <a:lnTo>
                    <a:pt x="1473" y="142544"/>
                  </a:lnTo>
                  <a:lnTo>
                    <a:pt x="2730" y="141439"/>
                  </a:lnTo>
                  <a:lnTo>
                    <a:pt x="6159" y="138430"/>
                  </a:lnTo>
                  <a:close/>
                </a:path>
                <a:path w="158114" h="288290">
                  <a:moveTo>
                    <a:pt x="8305" y="54597"/>
                  </a:moveTo>
                  <a:lnTo>
                    <a:pt x="7721" y="54597"/>
                  </a:lnTo>
                  <a:lnTo>
                    <a:pt x="7721" y="55041"/>
                  </a:lnTo>
                  <a:lnTo>
                    <a:pt x="8013" y="55041"/>
                  </a:lnTo>
                  <a:lnTo>
                    <a:pt x="8305" y="55041"/>
                  </a:lnTo>
                  <a:lnTo>
                    <a:pt x="8305" y="54597"/>
                  </a:lnTo>
                  <a:close/>
                </a:path>
                <a:path w="158114" h="288290">
                  <a:moveTo>
                    <a:pt x="9055" y="162318"/>
                  </a:moveTo>
                  <a:lnTo>
                    <a:pt x="8470" y="162318"/>
                  </a:lnTo>
                  <a:lnTo>
                    <a:pt x="8470" y="162763"/>
                  </a:lnTo>
                  <a:lnTo>
                    <a:pt x="8763" y="162763"/>
                  </a:lnTo>
                  <a:lnTo>
                    <a:pt x="9055" y="162763"/>
                  </a:lnTo>
                  <a:lnTo>
                    <a:pt x="9055" y="162318"/>
                  </a:lnTo>
                  <a:close/>
                </a:path>
                <a:path w="158114" h="288290">
                  <a:moveTo>
                    <a:pt x="9067" y="148031"/>
                  </a:moveTo>
                  <a:lnTo>
                    <a:pt x="5448" y="148031"/>
                  </a:lnTo>
                  <a:lnTo>
                    <a:pt x="5448" y="150837"/>
                  </a:lnTo>
                  <a:lnTo>
                    <a:pt x="7251" y="150837"/>
                  </a:lnTo>
                  <a:lnTo>
                    <a:pt x="9067" y="150837"/>
                  </a:lnTo>
                  <a:lnTo>
                    <a:pt x="9067" y="148031"/>
                  </a:lnTo>
                  <a:close/>
                </a:path>
                <a:path w="158114" h="288290">
                  <a:moveTo>
                    <a:pt x="9842" y="107403"/>
                  </a:moveTo>
                  <a:lnTo>
                    <a:pt x="4686" y="107403"/>
                  </a:lnTo>
                  <a:lnTo>
                    <a:pt x="4673" y="111404"/>
                  </a:lnTo>
                  <a:lnTo>
                    <a:pt x="7251" y="111404"/>
                  </a:lnTo>
                  <a:lnTo>
                    <a:pt x="9829" y="111404"/>
                  </a:lnTo>
                  <a:lnTo>
                    <a:pt x="9842" y="107403"/>
                  </a:lnTo>
                  <a:close/>
                </a:path>
                <a:path w="158114" h="288290">
                  <a:moveTo>
                    <a:pt x="10223" y="124460"/>
                  </a:moveTo>
                  <a:lnTo>
                    <a:pt x="8826" y="123126"/>
                  </a:lnTo>
                  <a:lnTo>
                    <a:pt x="7772" y="122135"/>
                  </a:lnTo>
                  <a:lnTo>
                    <a:pt x="6743" y="122135"/>
                  </a:lnTo>
                  <a:lnTo>
                    <a:pt x="4279" y="124460"/>
                  </a:lnTo>
                  <a:lnTo>
                    <a:pt x="5372" y="126911"/>
                  </a:lnTo>
                  <a:lnTo>
                    <a:pt x="9131" y="126911"/>
                  </a:lnTo>
                  <a:lnTo>
                    <a:pt x="10223" y="124460"/>
                  </a:lnTo>
                  <a:close/>
                </a:path>
                <a:path w="158114" h="288290">
                  <a:moveTo>
                    <a:pt x="11760" y="47409"/>
                  </a:moveTo>
                  <a:lnTo>
                    <a:pt x="5778" y="47409"/>
                  </a:lnTo>
                  <a:lnTo>
                    <a:pt x="5778" y="52044"/>
                  </a:lnTo>
                  <a:lnTo>
                    <a:pt x="8763" y="52044"/>
                  </a:lnTo>
                  <a:lnTo>
                    <a:pt x="11747" y="52044"/>
                  </a:lnTo>
                  <a:lnTo>
                    <a:pt x="11760" y="47409"/>
                  </a:lnTo>
                  <a:close/>
                </a:path>
                <a:path w="158114" h="288290">
                  <a:moveTo>
                    <a:pt x="13576" y="77889"/>
                  </a:moveTo>
                  <a:lnTo>
                    <a:pt x="12992" y="77889"/>
                  </a:lnTo>
                  <a:lnTo>
                    <a:pt x="12992" y="78333"/>
                  </a:lnTo>
                  <a:lnTo>
                    <a:pt x="13284" y="78333"/>
                  </a:lnTo>
                  <a:lnTo>
                    <a:pt x="13576" y="78333"/>
                  </a:lnTo>
                  <a:lnTo>
                    <a:pt x="13576" y="77889"/>
                  </a:lnTo>
                  <a:close/>
                </a:path>
                <a:path w="158114" h="288290">
                  <a:moveTo>
                    <a:pt x="17995" y="177876"/>
                  </a:moveTo>
                  <a:lnTo>
                    <a:pt x="14173" y="173812"/>
                  </a:lnTo>
                  <a:lnTo>
                    <a:pt x="12217" y="176758"/>
                  </a:lnTo>
                  <a:lnTo>
                    <a:pt x="11912" y="177215"/>
                  </a:lnTo>
                  <a:lnTo>
                    <a:pt x="11760" y="177558"/>
                  </a:lnTo>
                  <a:lnTo>
                    <a:pt x="11417" y="179463"/>
                  </a:lnTo>
                  <a:lnTo>
                    <a:pt x="12420" y="180365"/>
                  </a:lnTo>
                  <a:lnTo>
                    <a:pt x="14300" y="180098"/>
                  </a:lnTo>
                  <a:lnTo>
                    <a:pt x="14630" y="179946"/>
                  </a:lnTo>
                  <a:lnTo>
                    <a:pt x="17995" y="177876"/>
                  </a:lnTo>
                  <a:close/>
                </a:path>
                <a:path w="158114" h="288290">
                  <a:moveTo>
                    <a:pt x="21196" y="275069"/>
                  </a:moveTo>
                  <a:lnTo>
                    <a:pt x="20459" y="275069"/>
                  </a:lnTo>
                  <a:lnTo>
                    <a:pt x="20459" y="275628"/>
                  </a:lnTo>
                  <a:lnTo>
                    <a:pt x="20828" y="275628"/>
                  </a:lnTo>
                  <a:lnTo>
                    <a:pt x="21196" y="275628"/>
                  </a:lnTo>
                  <a:lnTo>
                    <a:pt x="21196" y="275069"/>
                  </a:lnTo>
                  <a:close/>
                </a:path>
                <a:path w="158114" h="288290">
                  <a:moveTo>
                    <a:pt x="21882" y="74803"/>
                  </a:moveTo>
                  <a:lnTo>
                    <a:pt x="19989" y="74396"/>
                  </a:lnTo>
                  <a:lnTo>
                    <a:pt x="19507" y="74307"/>
                  </a:lnTo>
                  <a:lnTo>
                    <a:pt x="16154" y="73583"/>
                  </a:lnTo>
                  <a:lnTo>
                    <a:pt x="16129" y="78270"/>
                  </a:lnTo>
                  <a:lnTo>
                    <a:pt x="19037" y="77660"/>
                  </a:lnTo>
                  <a:lnTo>
                    <a:pt x="19507" y="77546"/>
                  </a:lnTo>
                  <a:lnTo>
                    <a:pt x="19989" y="77457"/>
                  </a:lnTo>
                  <a:lnTo>
                    <a:pt x="21869" y="77050"/>
                  </a:lnTo>
                  <a:lnTo>
                    <a:pt x="21882" y="74803"/>
                  </a:lnTo>
                  <a:close/>
                </a:path>
                <a:path w="158114" h="288290">
                  <a:moveTo>
                    <a:pt x="22034" y="236054"/>
                  </a:moveTo>
                  <a:lnTo>
                    <a:pt x="21082" y="235826"/>
                  </a:lnTo>
                  <a:lnTo>
                    <a:pt x="20612" y="235724"/>
                  </a:lnTo>
                  <a:lnTo>
                    <a:pt x="17526" y="234975"/>
                  </a:lnTo>
                  <a:lnTo>
                    <a:pt x="17513" y="238594"/>
                  </a:lnTo>
                  <a:lnTo>
                    <a:pt x="19672" y="238061"/>
                  </a:lnTo>
                  <a:lnTo>
                    <a:pt x="20612" y="237832"/>
                  </a:lnTo>
                  <a:lnTo>
                    <a:pt x="21082" y="237731"/>
                  </a:lnTo>
                  <a:lnTo>
                    <a:pt x="22034" y="237502"/>
                  </a:lnTo>
                  <a:lnTo>
                    <a:pt x="22034" y="236054"/>
                  </a:lnTo>
                  <a:close/>
                </a:path>
                <a:path w="158114" h="288290">
                  <a:moveTo>
                    <a:pt x="23380" y="255473"/>
                  </a:moveTo>
                  <a:lnTo>
                    <a:pt x="22796" y="255473"/>
                  </a:lnTo>
                  <a:lnTo>
                    <a:pt x="22796" y="255930"/>
                  </a:lnTo>
                  <a:lnTo>
                    <a:pt x="23088" y="255930"/>
                  </a:lnTo>
                  <a:lnTo>
                    <a:pt x="23380" y="255930"/>
                  </a:lnTo>
                  <a:lnTo>
                    <a:pt x="23380" y="255473"/>
                  </a:lnTo>
                  <a:close/>
                </a:path>
                <a:path w="158114" h="288290">
                  <a:moveTo>
                    <a:pt x="24384" y="201587"/>
                  </a:moveTo>
                  <a:lnTo>
                    <a:pt x="23710" y="200621"/>
                  </a:lnTo>
                  <a:lnTo>
                    <a:pt x="22707" y="199224"/>
                  </a:lnTo>
                  <a:lnTo>
                    <a:pt x="21069" y="201053"/>
                  </a:lnTo>
                  <a:lnTo>
                    <a:pt x="21018" y="201587"/>
                  </a:lnTo>
                  <a:lnTo>
                    <a:pt x="21564" y="202603"/>
                  </a:lnTo>
                  <a:lnTo>
                    <a:pt x="22047" y="202844"/>
                  </a:lnTo>
                  <a:lnTo>
                    <a:pt x="23025" y="202933"/>
                  </a:lnTo>
                  <a:lnTo>
                    <a:pt x="23355" y="202717"/>
                  </a:lnTo>
                  <a:lnTo>
                    <a:pt x="23545" y="202361"/>
                  </a:lnTo>
                  <a:lnTo>
                    <a:pt x="23825" y="201841"/>
                  </a:lnTo>
                  <a:lnTo>
                    <a:pt x="24384" y="201587"/>
                  </a:lnTo>
                  <a:close/>
                </a:path>
                <a:path w="158114" h="288290">
                  <a:moveTo>
                    <a:pt x="28943" y="44894"/>
                  </a:moveTo>
                  <a:lnTo>
                    <a:pt x="20256" y="44894"/>
                  </a:lnTo>
                  <a:lnTo>
                    <a:pt x="20256" y="51638"/>
                  </a:lnTo>
                  <a:lnTo>
                    <a:pt x="24599" y="51638"/>
                  </a:lnTo>
                  <a:lnTo>
                    <a:pt x="28943" y="51638"/>
                  </a:lnTo>
                  <a:lnTo>
                    <a:pt x="28943" y="44894"/>
                  </a:lnTo>
                  <a:close/>
                </a:path>
                <a:path w="158114" h="288290">
                  <a:moveTo>
                    <a:pt x="29514" y="147713"/>
                  </a:moveTo>
                  <a:lnTo>
                    <a:pt x="29210" y="147675"/>
                  </a:lnTo>
                  <a:lnTo>
                    <a:pt x="28486" y="147574"/>
                  </a:lnTo>
                  <a:lnTo>
                    <a:pt x="27749" y="147472"/>
                  </a:lnTo>
                  <a:lnTo>
                    <a:pt x="26009" y="147231"/>
                  </a:lnTo>
                  <a:lnTo>
                    <a:pt x="25996" y="148729"/>
                  </a:lnTo>
                  <a:lnTo>
                    <a:pt x="27025" y="148590"/>
                  </a:lnTo>
                  <a:lnTo>
                    <a:pt x="27749" y="148488"/>
                  </a:lnTo>
                  <a:lnTo>
                    <a:pt x="29514" y="148247"/>
                  </a:lnTo>
                  <a:lnTo>
                    <a:pt x="29514" y="147713"/>
                  </a:lnTo>
                  <a:close/>
                </a:path>
                <a:path w="158114" h="288290">
                  <a:moveTo>
                    <a:pt x="32346" y="69011"/>
                  </a:moveTo>
                  <a:lnTo>
                    <a:pt x="30289" y="69608"/>
                  </a:lnTo>
                  <a:lnTo>
                    <a:pt x="30060" y="69684"/>
                  </a:lnTo>
                  <a:lnTo>
                    <a:pt x="29591" y="69811"/>
                  </a:lnTo>
                  <a:lnTo>
                    <a:pt x="28600" y="70104"/>
                  </a:lnTo>
                  <a:lnTo>
                    <a:pt x="28600" y="71564"/>
                  </a:lnTo>
                  <a:lnTo>
                    <a:pt x="29591" y="71856"/>
                  </a:lnTo>
                  <a:lnTo>
                    <a:pt x="29832" y="71920"/>
                  </a:lnTo>
                  <a:lnTo>
                    <a:pt x="30060" y="71983"/>
                  </a:lnTo>
                  <a:lnTo>
                    <a:pt x="30289" y="72047"/>
                  </a:lnTo>
                  <a:lnTo>
                    <a:pt x="32321" y="72644"/>
                  </a:lnTo>
                  <a:lnTo>
                    <a:pt x="32346" y="69011"/>
                  </a:lnTo>
                  <a:close/>
                </a:path>
                <a:path w="158114" h="288290">
                  <a:moveTo>
                    <a:pt x="33985" y="41313"/>
                  </a:moveTo>
                  <a:lnTo>
                    <a:pt x="30302" y="38823"/>
                  </a:lnTo>
                  <a:lnTo>
                    <a:pt x="30302" y="44602"/>
                  </a:lnTo>
                  <a:lnTo>
                    <a:pt x="32829" y="42900"/>
                  </a:lnTo>
                  <a:lnTo>
                    <a:pt x="33985" y="42125"/>
                  </a:lnTo>
                  <a:lnTo>
                    <a:pt x="33985" y="41313"/>
                  </a:lnTo>
                  <a:close/>
                </a:path>
                <a:path w="158114" h="288290">
                  <a:moveTo>
                    <a:pt x="36207" y="223456"/>
                  </a:moveTo>
                  <a:lnTo>
                    <a:pt x="35610" y="223456"/>
                  </a:lnTo>
                  <a:lnTo>
                    <a:pt x="35610" y="223901"/>
                  </a:lnTo>
                  <a:lnTo>
                    <a:pt x="35902" y="223901"/>
                  </a:lnTo>
                  <a:lnTo>
                    <a:pt x="36207" y="223901"/>
                  </a:lnTo>
                  <a:lnTo>
                    <a:pt x="36207" y="223456"/>
                  </a:lnTo>
                  <a:close/>
                </a:path>
                <a:path w="158114" h="288290">
                  <a:moveTo>
                    <a:pt x="37198" y="283552"/>
                  </a:moveTo>
                  <a:lnTo>
                    <a:pt x="36106" y="282905"/>
                  </a:lnTo>
                  <a:lnTo>
                    <a:pt x="31813" y="280339"/>
                  </a:lnTo>
                  <a:lnTo>
                    <a:pt x="31813" y="287845"/>
                  </a:lnTo>
                  <a:lnTo>
                    <a:pt x="35356" y="285724"/>
                  </a:lnTo>
                  <a:lnTo>
                    <a:pt x="37198" y="284632"/>
                  </a:lnTo>
                  <a:lnTo>
                    <a:pt x="37198" y="283552"/>
                  </a:lnTo>
                  <a:close/>
                </a:path>
                <a:path w="158114" h="288290">
                  <a:moveTo>
                    <a:pt x="37388" y="155460"/>
                  </a:moveTo>
                  <a:lnTo>
                    <a:pt x="37122" y="154660"/>
                  </a:lnTo>
                  <a:lnTo>
                    <a:pt x="35001" y="155384"/>
                  </a:lnTo>
                  <a:lnTo>
                    <a:pt x="34010" y="155727"/>
                  </a:lnTo>
                  <a:lnTo>
                    <a:pt x="34721" y="157213"/>
                  </a:lnTo>
                  <a:lnTo>
                    <a:pt x="35547" y="156679"/>
                  </a:lnTo>
                  <a:lnTo>
                    <a:pt x="37388" y="155460"/>
                  </a:lnTo>
                  <a:close/>
                </a:path>
                <a:path w="158114" h="288290">
                  <a:moveTo>
                    <a:pt x="38201" y="109753"/>
                  </a:moveTo>
                  <a:lnTo>
                    <a:pt x="37426" y="106895"/>
                  </a:lnTo>
                  <a:lnTo>
                    <a:pt x="31546" y="107302"/>
                  </a:lnTo>
                  <a:lnTo>
                    <a:pt x="30022" y="109308"/>
                  </a:lnTo>
                  <a:lnTo>
                    <a:pt x="31686" y="113271"/>
                  </a:lnTo>
                  <a:lnTo>
                    <a:pt x="34391" y="114007"/>
                  </a:lnTo>
                  <a:lnTo>
                    <a:pt x="35852" y="112382"/>
                  </a:lnTo>
                  <a:lnTo>
                    <a:pt x="38201" y="109753"/>
                  </a:lnTo>
                  <a:close/>
                </a:path>
                <a:path w="158114" h="288290">
                  <a:moveTo>
                    <a:pt x="38265" y="242023"/>
                  </a:moveTo>
                  <a:lnTo>
                    <a:pt x="35052" y="242011"/>
                  </a:lnTo>
                  <a:lnTo>
                    <a:pt x="35712" y="243586"/>
                  </a:lnTo>
                  <a:lnTo>
                    <a:pt x="35801" y="243814"/>
                  </a:lnTo>
                  <a:lnTo>
                    <a:pt x="35890" y="244030"/>
                  </a:lnTo>
                  <a:lnTo>
                    <a:pt x="35979" y="244233"/>
                  </a:lnTo>
                  <a:lnTo>
                    <a:pt x="36258" y="244906"/>
                  </a:lnTo>
                  <a:lnTo>
                    <a:pt x="37058" y="244906"/>
                  </a:lnTo>
                  <a:lnTo>
                    <a:pt x="37338" y="244233"/>
                  </a:lnTo>
                  <a:lnTo>
                    <a:pt x="37528" y="243814"/>
                  </a:lnTo>
                  <a:lnTo>
                    <a:pt x="37604" y="243586"/>
                  </a:lnTo>
                  <a:lnTo>
                    <a:pt x="38265" y="242023"/>
                  </a:lnTo>
                  <a:close/>
                </a:path>
                <a:path w="158114" h="288290">
                  <a:moveTo>
                    <a:pt x="39166" y="185826"/>
                  </a:moveTo>
                  <a:lnTo>
                    <a:pt x="37211" y="184873"/>
                  </a:lnTo>
                  <a:lnTo>
                    <a:pt x="36169" y="186042"/>
                  </a:lnTo>
                  <a:lnTo>
                    <a:pt x="36055" y="186182"/>
                  </a:lnTo>
                  <a:lnTo>
                    <a:pt x="35928" y="186309"/>
                  </a:lnTo>
                  <a:lnTo>
                    <a:pt x="35369" y="186944"/>
                  </a:lnTo>
                  <a:lnTo>
                    <a:pt x="35369" y="187617"/>
                  </a:lnTo>
                  <a:lnTo>
                    <a:pt x="37223" y="189687"/>
                  </a:lnTo>
                  <a:lnTo>
                    <a:pt x="39166" y="188747"/>
                  </a:lnTo>
                  <a:lnTo>
                    <a:pt x="39166" y="185826"/>
                  </a:lnTo>
                  <a:close/>
                </a:path>
                <a:path w="158114" h="288290">
                  <a:moveTo>
                    <a:pt x="40576" y="258813"/>
                  </a:moveTo>
                  <a:lnTo>
                    <a:pt x="40462" y="258343"/>
                  </a:lnTo>
                  <a:lnTo>
                    <a:pt x="39979" y="257479"/>
                  </a:lnTo>
                  <a:lnTo>
                    <a:pt x="38735" y="255816"/>
                  </a:lnTo>
                  <a:lnTo>
                    <a:pt x="39535" y="256997"/>
                  </a:lnTo>
                  <a:lnTo>
                    <a:pt x="38557" y="256171"/>
                  </a:lnTo>
                  <a:lnTo>
                    <a:pt x="37503" y="256298"/>
                  </a:lnTo>
                  <a:lnTo>
                    <a:pt x="37668" y="256362"/>
                  </a:lnTo>
                  <a:lnTo>
                    <a:pt x="36436" y="256146"/>
                  </a:lnTo>
                  <a:lnTo>
                    <a:pt x="34963" y="256743"/>
                  </a:lnTo>
                  <a:lnTo>
                    <a:pt x="34632" y="258165"/>
                  </a:lnTo>
                  <a:lnTo>
                    <a:pt x="34455" y="258927"/>
                  </a:lnTo>
                  <a:lnTo>
                    <a:pt x="34696" y="261366"/>
                  </a:lnTo>
                  <a:lnTo>
                    <a:pt x="36969" y="263321"/>
                  </a:lnTo>
                  <a:lnTo>
                    <a:pt x="39941" y="261251"/>
                  </a:lnTo>
                  <a:lnTo>
                    <a:pt x="40576" y="260464"/>
                  </a:lnTo>
                  <a:lnTo>
                    <a:pt x="40576" y="258813"/>
                  </a:lnTo>
                  <a:close/>
                </a:path>
                <a:path w="158114" h="288290">
                  <a:moveTo>
                    <a:pt x="42976" y="201041"/>
                  </a:moveTo>
                  <a:lnTo>
                    <a:pt x="42329" y="199885"/>
                  </a:lnTo>
                  <a:lnTo>
                    <a:pt x="41275" y="200647"/>
                  </a:lnTo>
                  <a:lnTo>
                    <a:pt x="41008" y="200850"/>
                  </a:lnTo>
                  <a:lnTo>
                    <a:pt x="40728" y="201053"/>
                  </a:lnTo>
                  <a:lnTo>
                    <a:pt x="39585" y="201891"/>
                  </a:lnTo>
                  <a:lnTo>
                    <a:pt x="41071" y="203454"/>
                  </a:lnTo>
                  <a:lnTo>
                    <a:pt x="41833" y="202488"/>
                  </a:lnTo>
                  <a:lnTo>
                    <a:pt x="42976" y="201041"/>
                  </a:lnTo>
                  <a:close/>
                </a:path>
                <a:path w="158114" h="288290">
                  <a:moveTo>
                    <a:pt x="47472" y="29667"/>
                  </a:moveTo>
                  <a:lnTo>
                    <a:pt x="45453" y="29654"/>
                  </a:lnTo>
                  <a:lnTo>
                    <a:pt x="45656" y="31026"/>
                  </a:lnTo>
                  <a:lnTo>
                    <a:pt x="45681" y="31254"/>
                  </a:lnTo>
                  <a:lnTo>
                    <a:pt x="45720" y="31496"/>
                  </a:lnTo>
                  <a:lnTo>
                    <a:pt x="45859" y="32423"/>
                  </a:lnTo>
                  <a:lnTo>
                    <a:pt x="47078" y="32423"/>
                  </a:lnTo>
                  <a:lnTo>
                    <a:pt x="47205" y="31496"/>
                  </a:lnTo>
                  <a:lnTo>
                    <a:pt x="47269" y="31026"/>
                  </a:lnTo>
                  <a:lnTo>
                    <a:pt x="47472" y="29667"/>
                  </a:lnTo>
                  <a:close/>
                </a:path>
                <a:path w="158114" h="288290">
                  <a:moveTo>
                    <a:pt x="48869" y="88747"/>
                  </a:moveTo>
                  <a:lnTo>
                    <a:pt x="35013" y="88747"/>
                  </a:lnTo>
                  <a:lnTo>
                    <a:pt x="35013" y="99504"/>
                  </a:lnTo>
                  <a:lnTo>
                    <a:pt x="41935" y="99504"/>
                  </a:lnTo>
                  <a:lnTo>
                    <a:pt x="48856" y="99504"/>
                  </a:lnTo>
                  <a:lnTo>
                    <a:pt x="48869" y="88747"/>
                  </a:lnTo>
                  <a:close/>
                </a:path>
                <a:path w="158114" h="288290">
                  <a:moveTo>
                    <a:pt x="50888" y="270598"/>
                  </a:moveTo>
                  <a:lnTo>
                    <a:pt x="50431" y="269532"/>
                  </a:lnTo>
                  <a:lnTo>
                    <a:pt x="49479" y="269659"/>
                  </a:lnTo>
                  <a:lnTo>
                    <a:pt x="49352" y="269659"/>
                  </a:lnTo>
                  <a:lnTo>
                    <a:pt x="49098" y="269709"/>
                  </a:lnTo>
                  <a:lnTo>
                    <a:pt x="47840" y="269862"/>
                  </a:lnTo>
                  <a:lnTo>
                    <a:pt x="46901" y="271183"/>
                  </a:lnTo>
                  <a:lnTo>
                    <a:pt x="47802" y="272351"/>
                  </a:lnTo>
                  <a:lnTo>
                    <a:pt x="48552" y="273304"/>
                  </a:lnTo>
                  <a:lnTo>
                    <a:pt x="50469" y="273164"/>
                  </a:lnTo>
                  <a:lnTo>
                    <a:pt x="50698" y="271792"/>
                  </a:lnTo>
                  <a:lnTo>
                    <a:pt x="50711" y="271640"/>
                  </a:lnTo>
                  <a:lnTo>
                    <a:pt x="50749" y="271487"/>
                  </a:lnTo>
                  <a:lnTo>
                    <a:pt x="50888" y="270598"/>
                  </a:lnTo>
                  <a:close/>
                </a:path>
                <a:path w="158114" h="288290">
                  <a:moveTo>
                    <a:pt x="54521" y="208978"/>
                  </a:moveTo>
                  <a:lnTo>
                    <a:pt x="53251" y="208864"/>
                  </a:lnTo>
                  <a:lnTo>
                    <a:pt x="52743" y="208813"/>
                  </a:lnTo>
                  <a:lnTo>
                    <a:pt x="52247" y="208775"/>
                  </a:lnTo>
                  <a:lnTo>
                    <a:pt x="50292" y="208584"/>
                  </a:lnTo>
                  <a:lnTo>
                    <a:pt x="50292" y="211112"/>
                  </a:lnTo>
                  <a:lnTo>
                    <a:pt x="51739" y="210972"/>
                  </a:lnTo>
                  <a:lnTo>
                    <a:pt x="52247" y="210934"/>
                  </a:lnTo>
                  <a:lnTo>
                    <a:pt x="52743" y="210883"/>
                  </a:lnTo>
                  <a:lnTo>
                    <a:pt x="53251" y="210832"/>
                  </a:lnTo>
                  <a:lnTo>
                    <a:pt x="54521" y="210705"/>
                  </a:lnTo>
                  <a:lnTo>
                    <a:pt x="54521" y="208978"/>
                  </a:lnTo>
                  <a:close/>
                </a:path>
                <a:path w="158114" h="288290">
                  <a:moveTo>
                    <a:pt x="56400" y="172275"/>
                  </a:moveTo>
                  <a:lnTo>
                    <a:pt x="55092" y="169900"/>
                  </a:lnTo>
                  <a:lnTo>
                    <a:pt x="54470" y="168770"/>
                  </a:lnTo>
                  <a:lnTo>
                    <a:pt x="53543" y="168770"/>
                  </a:lnTo>
                  <a:lnTo>
                    <a:pt x="53213" y="169354"/>
                  </a:lnTo>
                  <a:lnTo>
                    <a:pt x="53124" y="169545"/>
                  </a:lnTo>
                  <a:lnTo>
                    <a:pt x="52908" y="169900"/>
                  </a:lnTo>
                  <a:lnTo>
                    <a:pt x="51612" y="172275"/>
                  </a:lnTo>
                  <a:lnTo>
                    <a:pt x="56400" y="172275"/>
                  </a:lnTo>
                  <a:close/>
                </a:path>
                <a:path w="158114" h="288290">
                  <a:moveTo>
                    <a:pt x="58369" y="125399"/>
                  </a:moveTo>
                  <a:lnTo>
                    <a:pt x="51587" y="121729"/>
                  </a:lnTo>
                  <a:lnTo>
                    <a:pt x="47764" y="130581"/>
                  </a:lnTo>
                  <a:lnTo>
                    <a:pt x="53098" y="134010"/>
                  </a:lnTo>
                  <a:lnTo>
                    <a:pt x="55499" y="130086"/>
                  </a:lnTo>
                  <a:lnTo>
                    <a:pt x="58369" y="125399"/>
                  </a:lnTo>
                  <a:close/>
                </a:path>
                <a:path w="158114" h="288290">
                  <a:moveTo>
                    <a:pt x="58940" y="243509"/>
                  </a:moveTo>
                  <a:lnTo>
                    <a:pt x="56172" y="240931"/>
                  </a:lnTo>
                  <a:lnTo>
                    <a:pt x="53403" y="242468"/>
                  </a:lnTo>
                  <a:lnTo>
                    <a:pt x="52425" y="246761"/>
                  </a:lnTo>
                  <a:lnTo>
                    <a:pt x="54762" y="248488"/>
                  </a:lnTo>
                  <a:lnTo>
                    <a:pt x="56121" y="246900"/>
                  </a:lnTo>
                  <a:lnTo>
                    <a:pt x="56692" y="246240"/>
                  </a:lnTo>
                  <a:lnTo>
                    <a:pt x="57607" y="245960"/>
                  </a:lnTo>
                  <a:lnTo>
                    <a:pt x="58928" y="244729"/>
                  </a:lnTo>
                  <a:lnTo>
                    <a:pt x="58940" y="243509"/>
                  </a:lnTo>
                  <a:close/>
                </a:path>
                <a:path w="158114" h="288290">
                  <a:moveTo>
                    <a:pt x="61620" y="18808"/>
                  </a:moveTo>
                  <a:lnTo>
                    <a:pt x="58826" y="16027"/>
                  </a:lnTo>
                  <a:lnTo>
                    <a:pt x="56857" y="16891"/>
                  </a:lnTo>
                  <a:lnTo>
                    <a:pt x="56184" y="18503"/>
                  </a:lnTo>
                  <a:lnTo>
                    <a:pt x="55270" y="20726"/>
                  </a:lnTo>
                  <a:lnTo>
                    <a:pt x="56959" y="22313"/>
                  </a:lnTo>
                  <a:lnTo>
                    <a:pt x="60845" y="20878"/>
                  </a:lnTo>
                  <a:lnTo>
                    <a:pt x="61620" y="18808"/>
                  </a:lnTo>
                  <a:close/>
                </a:path>
                <a:path w="158114" h="288290">
                  <a:moveTo>
                    <a:pt x="63601" y="227622"/>
                  </a:moveTo>
                  <a:lnTo>
                    <a:pt x="63296" y="227317"/>
                  </a:lnTo>
                  <a:lnTo>
                    <a:pt x="62966" y="227330"/>
                  </a:lnTo>
                  <a:lnTo>
                    <a:pt x="61658" y="227355"/>
                  </a:lnTo>
                  <a:lnTo>
                    <a:pt x="61468" y="227952"/>
                  </a:lnTo>
                  <a:lnTo>
                    <a:pt x="60299" y="229704"/>
                  </a:lnTo>
                  <a:lnTo>
                    <a:pt x="61214" y="230644"/>
                  </a:lnTo>
                  <a:lnTo>
                    <a:pt x="61912" y="230162"/>
                  </a:lnTo>
                  <a:lnTo>
                    <a:pt x="62979" y="229450"/>
                  </a:lnTo>
                  <a:lnTo>
                    <a:pt x="63576" y="229273"/>
                  </a:lnTo>
                  <a:lnTo>
                    <a:pt x="63588" y="227952"/>
                  </a:lnTo>
                  <a:lnTo>
                    <a:pt x="63601" y="227622"/>
                  </a:lnTo>
                  <a:close/>
                </a:path>
                <a:path w="158114" h="288290">
                  <a:moveTo>
                    <a:pt x="64173" y="63411"/>
                  </a:moveTo>
                  <a:lnTo>
                    <a:pt x="62852" y="59423"/>
                  </a:lnTo>
                  <a:lnTo>
                    <a:pt x="57505" y="60045"/>
                  </a:lnTo>
                  <a:lnTo>
                    <a:pt x="55791" y="60883"/>
                  </a:lnTo>
                  <a:lnTo>
                    <a:pt x="53301" y="65049"/>
                  </a:lnTo>
                  <a:lnTo>
                    <a:pt x="53238" y="66802"/>
                  </a:lnTo>
                  <a:lnTo>
                    <a:pt x="54838" y="69481"/>
                  </a:lnTo>
                  <a:lnTo>
                    <a:pt x="55854" y="69697"/>
                  </a:lnTo>
                  <a:lnTo>
                    <a:pt x="56667" y="69278"/>
                  </a:lnTo>
                  <a:lnTo>
                    <a:pt x="58801" y="68173"/>
                  </a:lnTo>
                  <a:lnTo>
                    <a:pt x="60540" y="66802"/>
                  </a:lnTo>
                  <a:lnTo>
                    <a:pt x="64173" y="63411"/>
                  </a:lnTo>
                  <a:close/>
                </a:path>
                <a:path w="158114" h="288290">
                  <a:moveTo>
                    <a:pt x="67475" y="170268"/>
                  </a:moveTo>
                  <a:lnTo>
                    <a:pt x="65455" y="166217"/>
                  </a:lnTo>
                  <a:lnTo>
                    <a:pt x="62484" y="169341"/>
                  </a:lnTo>
                  <a:lnTo>
                    <a:pt x="64604" y="170307"/>
                  </a:lnTo>
                  <a:lnTo>
                    <a:pt x="64922" y="170434"/>
                  </a:lnTo>
                  <a:lnTo>
                    <a:pt x="65227" y="170586"/>
                  </a:lnTo>
                  <a:lnTo>
                    <a:pt x="65532" y="170726"/>
                  </a:lnTo>
                  <a:lnTo>
                    <a:pt x="66484" y="171157"/>
                  </a:lnTo>
                  <a:lnTo>
                    <a:pt x="67475" y="170268"/>
                  </a:lnTo>
                  <a:close/>
                </a:path>
                <a:path w="158114" h="288290">
                  <a:moveTo>
                    <a:pt x="69354" y="191528"/>
                  </a:moveTo>
                  <a:lnTo>
                    <a:pt x="65913" y="189636"/>
                  </a:lnTo>
                  <a:lnTo>
                    <a:pt x="65849" y="189395"/>
                  </a:lnTo>
                  <a:lnTo>
                    <a:pt x="65620" y="189471"/>
                  </a:lnTo>
                  <a:lnTo>
                    <a:pt x="65493" y="189407"/>
                  </a:lnTo>
                  <a:lnTo>
                    <a:pt x="65493" y="192227"/>
                  </a:lnTo>
                  <a:lnTo>
                    <a:pt x="64706" y="192227"/>
                  </a:lnTo>
                  <a:lnTo>
                    <a:pt x="65493" y="192227"/>
                  </a:lnTo>
                  <a:lnTo>
                    <a:pt x="65493" y="189407"/>
                  </a:lnTo>
                  <a:lnTo>
                    <a:pt x="65176" y="189230"/>
                  </a:lnTo>
                  <a:lnTo>
                    <a:pt x="64731" y="189776"/>
                  </a:lnTo>
                  <a:lnTo>
                    <a:pt x="61328" y="190893"/>
                  </a:lnTo>
                  <a:lnTo>
                    <a:pt x="61531" y="195567"/>
                  </a:lnTo>
                  <a:lnTo>
                    <a:pt x="64096" y="195973"/>
                  </a:lnTo>
                  <a:lnTo>
                    <a:pt x="63995" y="196215"/>
                  </a:lnTo>
                  <a:lnTo>
                    <a:pt x="64566" y="196557"/>
                  </a:lnTo>
                  <a:lnTo>
                    <a:pt x="64782" y="196164"/>
                  </a:lnTo>
                  <a:lnTo>
                    <a:pt x="68122" y="196583"/>
                  </a:lnTo>
                  <a:lnTo>
                    <a:pt x="69202" y="192354"/>
                  </a:lnTo>
                  <a:lnTo>
                    <a:pt x="69354" y="191528"/>
                  </a:lnTo>
                  <a:close/>
                </a:path>
                <a:path w="158114" h="288290">
                  <a:moveTo>
                    <a:pt x="69811" y="257022"/>
                  </a:moveTo>
                  <a:lnTo>
                    <a:pt x="63842" y="257022"/>
                  </a:lnTo>
                  <a:lnTo>
                    <a:pt x="63830" y="261658"/>
                  </a:lnTo>
                  <a:lnTo>
                    <a:pt x="66827" y="261658"/>
                  </a:lnTo>
                  <a:lnTo>
                    <a:pt x="69811" y="261658"/>
                  </a:lnTo>
                  <a:lnTo>
                    <a:pt x="69811" y="257022"/>
                  </a:lnTo>
                  <a:close/>
                </a:path>
                <a:path w="158114" h="288290">
                  <a:moveTo>
                    <a:pt x="75666" y="212763"/>
                  </a:moveTo>
                  <a:lnTo>
                    <a:pt x="70053" y="212763"/>
                  </a:lnTo>
                  <a:lnTo>
                    <a:pt x="70053" y="217119"/>
                  </a:lnTo>
                  <a:lnTo>
                    <a:pt x="72859" y="217119"/>
                  </a:lnTo>
                  <a:lnTo>
                    <a:pt x="75666" y="217119"/>
                  </a:lnTo>
                  <a:lnTo>
                    <a:pt x="75666" y="212763"/>
                  </a:lnTo>
                  <a:close/>
                </a:path>
                <a:path w="158114" h="288290">
                  <a:moveTo>
                    <a:pt x="76809" y="43459"/>
                  </a:moveTo>
                  <a:lnTo>
                    <a:pt x="71920" y="43459"/>
                  </a:lnTo>
                  <a:lnTo>
                    <a:pt x="71907" y="47256"/>
                  </a:lnTo>
                  <a:lnTo>
                    <a:pt x="74358" y="47256"/>
                  </a:lnTo>
                  <a:lnTo>
                    <a:pt x="76796" y="47256"/>
                  </a:lnTo>
                  <a:lnTo>
                    <a:pt x="76809" y="43459"/>
                  </a:lnTo>
                  <a:close/>
                </a:path>
                <a:path w="158114" h="288290">
                  <a:moveTo>
                    <a:pt x="79641" y="32131"/>
                  </a:moveTo>
                  <a:lnTo>
                    <a:pt x="76708" y="29324"/>
                  </a:lnTo>
                  <a:lnTo>
                    <a:pt x="67538" y="35153"/>
                  </a:lnTo>
                  <a:lnTo>
                    <a:pt x="73342" y="41313"/>
                  </a:lnTo>
                  <a:lnTo>
                    <a:pt x="76428" y="36817"/>
                  </a:lnTo>
                  <a:lnTo>
                    <a:pt x="79641" y="32131"/>
                  </a:lnTo>
                  <a:close/>
                </a:path>
                <a:path w="158114" h="288290">
                  <a:moveTo>
                    <a:pt x="79959" y="132816"/>
                  </a:moveTo>
                  <a:lnTo>
                    <a:pt x="76174" y="131889"/>
                  </a:lnTo>
                  <a:lnTo>
                    <a:pt x="75247" y="134289"/>
                  </a:lnTo>
                  <a:lnTo>
                    <a:pt x="74853" y="135280"/>
                  </a:lnTo>
                  <a:lnTo>
                    <a:pt x="74574" y="135940"/>
                  </a:lnTo>
                  <a:lnTo>
                    <a:pt x="74853" y="138455"/>
                  </a:lnTo>
                  <a:lnTo>
                    <a:pt x="76530" y="139407"/>
                  </a:lnTo>
                  <a:lnTo>
                    <a:pt x="78587" y="137363"/>
                  </a:lnTo>
                  <a:lnTo>
                    <a:pt x="78816" y="136550"/>
                  </a:lnTo>
                  <a:lnTo>
                    <a:pt x="79959" y="132816"/>
                  </a:lnTo>
                  <a:close/>
                </a:path>
                <a:path w="158114" h="288290">
                  <a:moveTo>
                    <a:pt x="81470" y="113347"/>
                  </a:moveTo>
                  <a:lnTo>
                    <a:pt x="81064" y="112649"/>
                  </a:lnTo>
                  <a:lnTo>
                    <a:pt x="80886" y="112369"/>
                  </a:lnTo>
                  <a:lnTo>
                    <a:pt x="80556" y="111785"/>
                  </a:lnTo>
                  <a:lnTo>
                    <a:pt x="79654" y="110248"/>
                  </a:lnTo>
                  <a:lnTo>
                    <a:pt x="77597" y="112407"/>
                  </a:lnTo>
                  <a:lnTo>
                    <a:pt x="79108" y="113233"/>
                  </a:lnTo>
                  <a:lnTo>
                    <a:pt x="79413" y="113385"/>
                  </a:lnTo>
                  <a:lnTo>
                    <a:pt x="79705" y="113550"/>
                  </a:lnTo>
                  <a:lnTo>
                    <a:pt x="80010" y="113703"/>
                  </a:lnTo>
                  <a:lnTo>
                    <a:pt x="80670" y="114071"/>
                  </a:lnTo>
                  <a:lnTo>
                    <a:pt x="81470" y="113347"/>
                  </a:lnTo>
                  <a:close/>
                </a:path>
                <a:path w="158114" h="288290">
                  <a:moveTo>
                    <a:pt x="81737" y="77520"/>
                  </a:moveTo>
                  <a:lnTo>
                    <a:pt x="79273" y="75882"/>
                  </a:lnTo>
                  <a:lnTo>
                    <a:pt x="77457" y="77101"/>
                  </a:lnTo>
                  <a:lnTo>
                    <a:pt x="75349" y="78524"/>
                  </a:lnTo>
                  <a:lnTo>
                    <a:pt x="75349" y="80619"/>
                  </a:lnTo>
                  <a:lnTo>
                    <a:pt x="76911" y="81661"/>
                  </a:lnTo>
                  <a:lnTo>
                    <a:pt x="77317" y="81927"/>
                  </a:lnTo>
                  <a:lnTo>
                    <a:pt x="74168" y="81927"/>
                  </a:lnTo>
                  <a:lnTo>
                    <a:pt x="73190" y="84137"/>
                  </a:lnTo>
                  <a:lnTo>
                    <a:pt x="74460" y="85344"/>
                  </a:lnTo>
                  <a:lnTo>
                    <a:pt x="75412" y="86258"/>
                  </a:lnTo>
                  <a:lnTo>
                    <a:pt x="76327" y="86271"/>
                  </a:lnTo>
                  <a:lnTo>
                    <a:pt x="78562" y="84137"/>
                  </a:lnTo>
                  <a:lnTo>
                    <a:pt x="77673" y="82169"/>
                  </a:lnTo>
                  <a:lnTo>
                    <a:pt x="79273" y="83248"/>
                  </a:lnTo>
                  <a:lnTo>
                    <a:pt x="81737" y="81622"/>
                  </a:lnTo>
                  <a:lnTo>
                    <a:pt x="81737" y="77520"/>
                  </a:lnTo>
                  <a:close/>
                </a:path>
                <a:path w="158114" h="288290">
                  <a:moveTo>
                    <a:pt x="87020" y="27901"/>
                  </a:moveTo>
                  <a:lnTo>
                    <a:pt x="85598" y="26568"/>
                  </a:lnTo>
                  <a:lnTo>
                    <a:pt x="83604" y="27305"/>
                  </a:lnTo>
                  <a:lnTo>
                    <a:pt x="79641" y="28778"/>
                  </a:lnTo>
                  <a:lnTo>
                    <a:pt x="84518" y="33972"/>
                  </a:lnTo>
                  <a:lnTo>
                    <a:pt x="86194" y="29908"/>
                  </a:lnTo>
                  <a:lnTo>
                    <a:pt x="87020" y="27901"/>
                  </a:lnTo>
                  <a:close/>
                </a:path>
                <a:path w="158114" h="288290">
                  <a:moveTo>
                    <a:pt x="97282" y="0"/>
                  </a:moveTo>
                  <a:lnTo>
                    <a:pt x="96685" y="0"/>
                  </a:lnTo>
                  <a:lnTo>
                    <a:pt x="96685" y="457"/>
                  </a:lnTo>
                  <a:lnTo>
                    <a:pt x="96977" y="457"/>
                  </a:lnTo>
                  <a:lnTo>
                    <a:pt x="97282" y="457"/>
                  </a:lnTo>
                  <a:lnTo>
                    <a:pt x="97282" y="0"/>
                  </a:lnTo>
                  <a:close/>
                </a:path>
                <a:path w="158114" h="288290">
                  <a:moveTo>
                    <a:pt x="100152" y="165823"/>
                  </a:moveTo>
                  <a:lnTo>
                    <a:pt x="99301" y="165036"/>
                  </a:lnTo>
                  <a:lnTo>
                    <a:pt x="99098" y="164858"/>
                  </a:lnTo>
                  <a:lnTo>
                    <a:pt x="99021" y="164401"/>
                  </a:lnTo>
                  <a:lnTo>
                    <a:pt x="97129" y="163487"/>
                  </a:lnTo>
                  <a:lnTo>
                    <a:pt x="96266" y="165468"/>
                  </a:lnTo>
                  <a:lnTo>
                    <a:pt x="97167" y="167373"/>
                  </a:lnTo>
                  <a:lnTo>
                    <a:pt x="97967" y="167601"/>
                  </a:lnTo>
                  <a:lnTo>
                    <a:pt x="99796" y="167170"/>
                  </a:lnTo>
                  <a:lnTo>
                    <a:pt x="100152" y="165823"/>
                  </a:lnTo>
                  <a:close/>
                </a:path>
                <a:path w="158114" h="288290">
                  <a:moveTo>
                    <a:pt x="100291" y="176872"/>
                  </a:moveTo>
                  <a:lnTo>
                    <a:pt x="99707" y="176872"/>
                  </a:lnTo>
                  <a:lnTo>
                    <a:pt x="99707" y="177317"/>
                  </a:lnTo>
                  <a:lnTo>
                    <a:pt x="99999" y="177317"/>
                  </a:lnTo>
                  <a:lnTo>
                    <a:pt x="100291" y="177317"/>
                  </a:lnTo>
                  <a:lnTo>
                    <a:pt x="100291" y="176872"/>
                  </a:lnTo>
                  <a:close/>
                </a:path>
                <a:path w="158114" h="288290">
                  <a:moveTo>
                    <a:pt x="101981" y="180898"/>
                  </a:moveTo>
                  <a:lnTo>
                    <a:pt x="100558" y="180263"/>
                  </a:lnTo>
                  <a:lnTo>
                    <a:pt x="98310" y="180644"/>
                  </a:lnTo>
                  <a:lnTo>
                    <a:pt x="97586" y="181025"/>
                  </a:lnTo>
                  <a:lnTo>
                    <a:pt x="94068" y="184162"/>
                  </a:lnTo>
                  <a:lnTo>
                    <a:pt x="98348" y="188264"/>
                  </a:lnTo>
                  <a:lnTo>
                    <a:pt x="100457" y="185610"/>
                  </a:lnTo>
                  <a:lnTo>
                    <a:pt x="101358" y="184480"/>
                  </a:lnTo>
                  <a:lnTo>
                    <a:pt x="101676" y="183629"/>
                  </a:lnTo>
                  <a:lnTo>
                    <a:pt x="101981" y="180898"/>
                  </a:lnTo>
                  <a:close/>
                </a:path>
                <a:path w="158114" h="288290">
                  <a:moveTo>
                    <a:pt x="103162" y="90919"/>
                  </a:moveTo>
                  <a:lnTo>
                    <a:pt x="100304" y="88049"/>
                  </a:lnTo>
                  <a:lnTo>
                    <a:pt x="98653" y="89865"/>
                  </a:lnTo>
                  <a:lnTo>
                    <a:pt x="96786" y="91897"/>
                  </a:lnTo>
                  <a:lnTo>
                    <a:pt x="97637" y="95669"/>
                  </a:lnTo>
                  <a:lnTo>
                    <a:pt x="102273" y="95516"/>
                  </a:lnTo>
                  <a:lnTo>
                    <a:pt x="102679" y="93637"/>
                  </a:lnTo>
                  <a:lnTo>
                    <a:pt x="101498" y="92811"/>
                  </a:lnTo>
                  <a:lnTo>
                    <a:pt x="101333" y="92684"/>
                  </a:lnTo>
                  <a:lnTo>
                    <a:pt x="101333" y="92544"/>
                  </a:lnTo>
                  <a:lnTo>
                    <a:pt x="103162" y="90919"/>
                  </a:lnTo>
                  <a:close/>
                </a:path>
                <a:path w="158114" h="288290">
                  <a:moveTo>
                    <a:pt x="103962" y="133057"/>
                  </a:moveTo>
                  <a:lnTo>
                    <a:pt x="101930" y="133654"/>
                  </a:lnTo>
                  <a:lnTo>
                    <a:pt x="101701" y="133731"/>
                  </a:lnTo>
                  <a:lnTo>
                    <a:pt x="101219" y="133858"/>
                  </a:lnTo>
                  <a:lnTo>
                    <a:pt x="100228" y="134150"/>
                  </a:lnTo>
                  <a:lnTo>
                    <a:pt x="100228" y="135610"/>
                  </a:lnTo>
                  <a:lnTo>
                    <a:pt x="101219" y="135902"/>
                  </a:lnTo>
                  <a:lnTo>
                    <a:pt x="101460" y="135966"/>
                  </a:lnTo>
                  <a:lnTo>
                    <a:pt x="101701" y="136042"/>
                  </a:lnTo>
                  <a:lnTo>
                    <a:pt x="101930" y="136105"/>
                  </a:lnTo>
                  <a:lnTo>
                    <a:pt x="103962" y="136702"/>
                  </a:lnTo>
                  <a:lnTo>
                    <a:pt x="103962" y="133057"/>
                  </a:lnTo>
                  <a:close/>
                </a:path>
                <a:path w="158114" h="288290">
                  <a:moveTo>
                    <a:pt x="104965" y="9918"/>
                  </a:moveTo>
                  <a:lnTo>
                    <a:pt x="103263" y="5842"/>
                  </a:lnTo>
                  <a:lnTo>
                    <a:pt x="98806" y="4381"/>
                  </a:lnTo>
                  <a:lnTo>
                    <a:pt x="97193" y="4216"/>
                  </a:lnTo>
                  <a:lnTo>
                    <a:pt x="91770" y="3898"/>
                  </a:lnTo>
                  <a:lnTo>
                    <a:pt x="89077" y="7924"/>
                  </a:lnTo>
                  <a:lnTo>
                    <a:pt x="89319" y="8826"/>
                  </a:lnTo>
                  <a:lnTo>
                    <a:pt x="88722" y="8826"/>
                  </a:lnTo>
                  <a:lnTo>
                    <a:pt x="88709" y="13462"/>
                  </a:lnTo>
                  <a:lnTo>
                    <a:pt x="90589" y="13462"/>
                  </a:lnTo>
                  <a:lnTo>
                    <a:pt x="91033" y="15049"/>
                  </a:lnTo>
                  <a:lnTo>
                    <a:pt x="95097" y="16294"/>
                  </a:lnTo>
                  <a:lnTo>
                    <a:pt x="98374" y="14732"/>
                  </a:lnTo>
                  <a:lnTo>
                    <a:pt x="99860" y="14033"/>
                  </a:lnTo>
                  <a:lnTo>
                    <a:pt x="101066" y="13195"/>
                  </a:lnTo>
                  <a:lnTo>
                    <a:pt x="104965" y="9918"/>
                  </a:lnTo>
                  <a:close/>
                </a:path>
                <a:path w="158114" h="288290">
                  <a:moveTo>
                    <a:pt x="108661" y="49212"/>
                  </a:moveTo>
                  <a:lnTo>
                    <a:pt x="107518" y="45466"/>
                  </a:lnTo>
                  <a:lnTo>
                    <a:pt x="107302" y="44780"/>
                  </a:lnTo>
                  <a:lnTo>
                    <a:pt x="107149" y="44361"/>
                  </a:lnTo>
                  <a:lnTo>
                    <a:pt x="105981" y="42697"/>
                  </a:lnTo>
                  <a:lnTo>
                    <a:pt x="104571" y="42697"/>
                  </a:lnTo>
                  <a:lnTo>
                    <a:pt x="103416" y="44361"/>
                  </a:lnTo>
                  <a:lnTo>
                    <a:pt x="103251" y="44780"/>
                  </a:lnTo>
                  <a:lnTo>
                    <a:pt x="101904" y="49199"/>
                  </a:lnTo>
                  <a:lnTo>
                    <a:pt x="108661" y="49212"/>
                  </a:lnTo>
                  <a:close/>
                </a:path>
                <a:path w="158114" h="288290">
                  <a:moveTo>
                    <a:pt x="114871" y="8089"/>
                  </a:moveTo>
                  <a:lnTo>
                    <a:pt x="110769" y="8089"/>
                  </a:lnTo>
                  <a:lnTo>
                    <a:pt x="111810" y="10274"/>
                  </a:lnTo>
                  <a:lnTo>
                    <a:pt x="111912" y="10464"/>
                  </a:lnTo>
                  <a:lnTo>
                    <a:pt x="111988" y="10655"/>
                  </a:lnTo>
                  <a:lnTo>
                    <a:pt x="112344" y="11391"/>
                  </a:lnTo>
                  <a:lnTo>
                    <a:pt x="113284" y="11391"/>
                  </a:lnTo>
                  <a:lnTo>
                    <a:pt x="113728" y="10464"/>
                  </a:lnTo>
                  <a:lnTo>
                    <a:pt x="113817" y="10274"/>
                  </a:lnTo>
                  <a:lnTo>
                    <a:pt x="114871" y="8089"/>
                  </a:lnTo>
                  <a:close/>
                </a:path>
                <a:path w="158114" h="288290">
                  <a:moveTo>
                    <a:pt x="118122" y="21297"/>
                  </a:moveTo>
                  <a:lnTo>
                    <a:pt x="110528" y="21297"/>
                  </a:lnTo>
                  <a:lnTo>
                    <a:pt x="110528" y="27203"/>
                  </a:lnTo>
                  <a:lnTo>
                    <a:pt x="114325" y="27203"/>
                  </a:lnTo>
                  <a:lnTo>
                    <a:pt x="118122" y="27203"/>
                  </a:lnTo>
                  <a:lnTo>
                    <a:pt x="118122" y="21297"/>
                  </a:lnTo>
                  <a:close/>
                </a:path>
                <a:path w="158114" h="288290">
                  <a:moveTo>
                    <a:pt x="121081" y="170713"/>
                  </a:moveTo>
                  <a:lnTo>
                    <a:pt x="119634" y="170713"/>
                  </a:lnTo>
                  <a:lnTo>
                    <a:pt x="119634" y="171831"/>
                  </a:lnTo>
                  <a:lnTo>
                    <a:pt x="120357" y="171831"/>
                  </a:lnTo>
                  <a:lnTo>
                    <a:pt x="121081" y="171831"/>
                  </a:lnTo>
                  <a:lnTo>
                    <a:pt x="121081" y="170713"/>
                  </a:lnTo>
                  <a:close/>
                </a:path>
                <a:path w="158114" h="288290">
                  <a:moveTo>
                    <a:pt x="124079" y="104749"/>
                  </a:moveTo>
                  <a:lnTo>
                    <a:pt x="123850" y="103593"/>
                  </a:lnTo>
                  <a:lnTo>
                    <a:pt x="123202" y="100177"/>
                  </a:lnTo>
                  <a:lnTo>
                    <a:pt x="119405" y="101434"/>
                  </a:lnTo>
                  <a:lnTo>
                    <a:pt x="118821" y="102171"/>
                  </a:lnTo>
                  <a:lnTo>
                    <a:pt x="118770" y="103822"/>
                  </a:lnTo>
                  <a:lnTo>
                    <a:pt x="118986" y="104457"/>
                  </a:lnTo>
                  <a:lnTo>
                    <a:pt x="120815" y="105892"/>
                  </a:lnTo>
                  <a:lnTo>
                    <a:pt x="122694" y="105321"/>
                  </a:lnTo>
                  <a:lnTo>
                    <a:pt x="122707" y="105117"/>
                  </a:lnTo>
                  <a:lnTo>
                    <a:pt x="122707" y="104902"/>
                  </a:lnTo>
                  <a:lnTo>
                    <a:pt x="124079" y="104749"/>
                  </a:lnTo>
                  <a:close/>
                </a:path>
                <a:path w="158114" h="288290">
                  <a:moveTo>
                    <a:pt x="124536" y="187375"/>
                  </a:moveTo>
                  <a:lnTo>
                    <a:pt x="123532" y="186029"/>
                  </a:lnTo>
                  <a:lnTo>
                    <a:pt x="121373" y="185381"/>
                  </a:lnTo>
                  <a:lnTo>
                    <a:pt x="120586" y="185470"/>
                  </a:lnTo>
                  <a:lnTo>
                    <a:pt x="114947" y="186626"/>
                  </a:lnTo>
                  <a:lnTo>
                    <a:pt x="118262" y="194437"/>
                  </a:lnTo>
                  <a:lnTo>
                    <a:pt x="122504" y="190855"/>
                  </a:lnTo>
                  <a:lnTo>
                    <a:pt x="123342" y="190169"/>
                  </a:lnTo>
                  <a:lnTo>
                    <a:pt x="123672" y="189547"/>
                  </a:lnTo>
                  <a:lnTo>
                    <a:pt x="124536" y="187375"/>
                  </a:lnTo>
                  <a:close/>
                </a:path>
                <a:path w="158114" h="288290">
                  <a:moveTo>
                    <a:pt x="129933" y="62992"/>
                  </a:moveTo>
                  <a:lnTo>
                    <a:pt x="126542" y="60998"/>
                  </a:lnTo>
                  <a:lnTo>
                    <a:pt x="125374" y="63246"/>
                  </a:lnTo>
                  <a:lnTo>
                    <a:pt x="124904" y="64147"/>
                  </a:lnTo>
                  <a:lnTo>
                    <a:pt x="124739" y="64681"/>
                  </a:lnTo>
                  <a:lnTo>
                    <a:pt x="124663" y="66827"/>
                  </a:lnTo>
                  <a:lnTo>
                    <a:pt x="126149" y="67843"/>
                  </a:lnTo>
                  <a:lnTo>
                    <a:pt x="127914" y="66497"/>
                  </a:lnTo>
                  <a:lnTo>
                    <a:pt x="128308" y="66128"/>
                  </a:lnTo>
                  <a:lnTo>
                    <a:pt x="128778" y="65239"/>
                  </a:lnTo>
                  <a:lnTo>
                    <a:pt x="129933" y="62992"/>
                  </a:lnTo>
                  <a:close/>
                </a:path>
                <a:path w="158114" h="288290">
                  <a:moveTo>
                    <a:pt x="135801" y="17538"/>
                  </a:moveTo>
                  <a:lnTo>
                    <a:pt x="126034" y="17538"/>
                  </a:lnTo>
                  <a:lnTo>
                    <a:pt x="126022" y="25133"/>
                  </a:lnTo>
                  <a:lnTo>
                    <a:pt x="130911" y="25133"/>
                  </a:lnTo>
                  <a:lnTo>
                    <a:pt x="135788" y="25133"/>
                  </a:lnTo>
                  <a:lnTo>
                    <a:pt x="135801" y="17538"/>
                  </a:lnTo>
                  <a:close/>
                </a:path>
                <a:path w="158114" h="288290">
                  <a:moveTo>
                    <a:pt x="138493" y="49669"/>
                  </a:moveTo>
                  <a:lnTo>
                    <a:pt x="137718" y="47117"/>
                  </a:lnTo>
                  <a:lnTo>
                    <a:pt x="137121" y="45135"/>
                  </a:lnTo>
                  <a:lnTo>
                    <a:pt x="135267" y="45135"/>
                  </a:lnTo>
                  <a:lnTo>
                    <a:pt x="133896" y="49669"/>
                  </a:lnTo>
                  <a:lnTo>
                    <a:pt x="138493" y="49669"/>
                  </a:lnTo>
                  <a:close/>
                </a:path>
                <a:path w="158114" h="288290">
                  <a:moveTo>
                    <a:pt x="142697" y="143548"/>
                  </a:moveTo>
                  <a:lnTo>
                    <a:pt x="140779" y="140563"/>
                  </a:lnTo>
                  <a:lnTo>
                    <a:pt x="140779" y="142925"/>
                  </a:lnTo>
                  <a:lnTo>
                    <a:pt x="140741" y="143256"/>
                  </a:lnTo>
                  <a:lnTo>
                    <a:pt x="140690" y="143129"/>
                  </a:lnTo>
                  <a:lnTo>
                    <a:pt x="140639" y="143256"/>
                  </a:lnTo>
                  <a:lnTo>
                    <a:pt x="140550" y="142798"/>
                  </a:lnTo>
                  <a:lnTo>
                    <a:pt x="140690" y="143129"/>
                  </a:lnTo>
                  <a:lnTo>
                    <a:pt x="140779" y="142925"/>
                  </a:lnTo>
                  <a:lnTo>
                    <a:pt x="140779" y="140563"/>
                  </a:lnTo>
                  <a:lnTo>
                    <a:pt x="140677" y="140398"/>
                  </a:lnTo>
                  <a:lnTo>
                    <a:pt x="139738" y="140665"/>
                  </a:lnTo>
                  <a:lnTo>
                    <a:pt x="138341" y="140423"/>
                  </a:lnTo>
                  <a:lnTo>
                    <a:pt x="137566" y="140385"/>
                  </a:lnTo>
                  <a:lnTo>
                    <a:pt x="135851" y="141592"/>
                  </a:lnTo>
                  <a:lnTo>
                    <a:pt x="135115" y="142798"/>
                  </a:lnTo>
                  <a:lnTo>
                    <a:pt x="136093" y="145453"/>
                  </a:lnTo>
                  <a:lnTo>
                    <a:pt x="137007" y="146227"/>
                  </a:lnTo>
                  <a:lnTo>
                    <a:pt x="139344" y="146316"/>
                  </a:lnTo>
                  <a:lnTo>
                    <a:pt x="140017" y="145961"/>
                  </a:lnTo>
                  <a:lnTo>
                    <a:pt x="141439" y="144678"/>
                  </a:lnTo>
                  <a:lnTo>
                    <a:pt x="142697" y="143548"/>
                  </a:lnTo>
                  <a:close/>
                </a:path>
                <a:path w="158114" h="288290">
                  <a:moveTo>
                    <a:pt x="156146" y="82511"/>
                  </a:moveTo>
                  <a:close/>
                </a:path>
                <a:path w="158114" h="288290">
                  <a:moveTo>
                    <a:pt x="157949" y="79311"/>
                  </a:moveTo>
                  <a:lnTo>
                    <a:pt x="152971" y="76403"/>
                  </a:lnTo>
                  <a:lnTo>
                    <a:pt x="150342" y="80899"/>
                  </a:lnTo>
                  <a:lnTo>
                    <a:pt x="150393" y="82829"/>
                  </a:lnTo>
                  <a:lnTo>
                    <a:pt x="150660" y="84759"/>
                  </a:lnTo>
                  <a:lnTo>
                    <a:pt x="152107" y="85483"/>
                  </a:lnTo>
                  <a:lnTo>
                    <a:pt x="154355" y="85648"/>
                  </a:lnTo>
                  <a:lnTo>
                    <a:pt x="155194" y="85102"/>
                  </a:lnTo>
                  <a:lnTo>
                    <a:pt x="155841" y="83985"/>
                  </a:lnTo>
                  <a:lnTo>
                    <a:pt x="156019" y="83566"/>
                  </a:lnTo>
                  <a:lnTo>
                    <a:pt x="156095" y="83083"/>
                  </a:lnTo>
                  <a:lnTo>
                    <a:pt x="156019" y="81737"/>
                  </a:lnTo>
                  <a:lnTo>
                    <a:pt x="156121" y="82410"/>
                  </a:lnTo>
                  <a:lnTo>
                    <a:pt x="156514" y="81737"/>
                  </a:lnTo>
                  <a:lnTo>
                    <a:pt x="157949" y="79311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4234688" y="7742941"/>
              <a:ext cx="275590" cy="360045"/>
            </a:xfrm>
            <a:custGeom>
              <a:avLst/>
              <a:gdLst/>
              <a:ahLst/>
              <a:cxnLst/>
              <a:rect l="l" t="t" r="r" b="b"/>
              <a:pathLst>
                <a:path w="275589" h="360045">
                  <a:moveTo>
                    <a:pt x="7454" y="359676"/>
                  </a:moveTo>
                  <a:lnTo>
                    <a:pt x="5549" y="355701"/>
                  </a:lnTo>
                  <a:lnTo>
                    <a:pt x="4711" y="353961"/>
                  </a:lnTo>
                  <a:lnTo>
                    <a:pt x="2743" y="353961"/>
                  </a:lnTo>
                  <a:lnTo>
                    <a:pt x="0" y="359676"/>
                  </a:lnTo>
                  <a:lnTo>
                    <a:pt x="7454" y="359676"/>
                  </a:lnTo>
                  <a:close/>
                </a:path>
                <a:path w="275589" h="360045">
                  <a:moveTo>
                    <a:pt x="22885" y="76161"/>
                  </a:moveTo>
                  <a:lnTo>
                    <a:pt x="19088" y="76161"/>
                  </a:lnTo>
                  <a:lnTo>
                    <a:pt x="19075" y="79121"/>
                  </a:lnTo>
                  <a:lnTo>
                    <a:pt x="20980" y="79121"/>
                  </a:lnTo>
                  <a:lnTo>
                    <a:pt x="22885" y="79121"/>
                  </a:lnTo>
                  <a:lnTo>
                    <a:pt x="22885" y="76161"/>
                  </a:lnTo>
                  <a:close/>
                </a:path>
                <a:path w="275589" h="360045">
                  <a:moveTo>
                    <a:pt x="29806" y="55791"/>
                  </a:moveTo>
                  <a:lnTo>
                    <a:pt x="25184" y="50863"/>
                  </a:lnTo>
                  <a:lnTo>
                    <a:pt x="23571" y="54724"/>
                  </a:lnTo>
                  <a:lnTo>
                    <a:pt x="22834" y="56515"/>
                  </a:lnTo>
                  <a:lnTo>
                    <a:pt x="24257" y="57848"/>
                  </a:lnTo>
                  <a:lnTo>
                    <a:pt x="29806" y="55791"/>
                  </a:lnTo>
                  <a:close/>
                </a:path>
                <a:path w="275589" h="360045">
                  <a:moveTo>
                    <a:pt x="37096" y="80708"/>
                  </a:moveTo>
                  <a:lnTo>
                    <a:pt x="36550" y="80708"/>
                  </a:lnTo>
                  <a:lnTo>
                    <a:pt x="36550" y="81127"/>
                  </a:lnTo>
                  <a:lnTo>
                    <a:pt x="36817" y="81127"/>
                  </a:lnTo>
                  <a:lnTo>
                    <a:pt x="37096" y="81127"/>
                  </a:lnTo>
                  <a:lnTo>
                    <a:pt x="37096" y="80708"/>
                  </a:lnTo>
                  <a:close/>
                </a:path>
                <a:path w="275589" h="360045">
                  <a:moveTo>
                    <a:pt x="37109" y="48488"/>
                  </a:moveTo>
                  <a:lnTo>
                    <a:pt x="36525" y="48488"/>
                  </a:lnTo>
                  <a:lnTo>
                    <a:pt x="36525" y="48933"/>
                  </a:lnTo>
                  <a:lnTo>
                    <a:pt x="36817" y="48933"/>
                  </a:lnTo>
                  <a:lnTo>
                    <a:pt x="37109" y="48933"/>
                  </a:lnTo>
                  <a:lnTo>
                    <a:pt x="37109" y="48488"/>
                  </a:lnTo>
                  <a:close/>
                </a:path>
                <a:path w="275589" h="360045">
                  <a:moveTo>
                    <a:pt x="42392" y="14338"/>
                  </a:moveTo>
                  <a:lnTo>
                    <a:pt x="32346" y="14338"/>
                  </a:lnTo>
                  <a:lnTo>
                    <a:pt x="32346" y="22136"/>
                  </a:lnTo>
                  <a:lnTo>
                    <a:pt x="37363" y="22136"/>
                  </a:lnTo>
                  <a:lnTo>
                    <a:pt x="42379" y="22136"/>
                  </a:lnTo>
                  <a:lnTo>
                    <a:pt x="42392" y="14338"/>
                  </a:lnTo>
                  <a:close/>
                </a:path>
                <a:path w="275589" h="360045">
                  <a:moveTo>
                    <a:pt x="43294" y="49263"/>
                  </a:moveTo>
                  <a:lnTo>
                    <a:pt x="34874" y="49263"/>
                  </a:lnTo>
                  <a:lnTo>
                    <a:pt x="34874" y="55803"/>
                  </a:lnTo>
                  <a:lnTo>
                    <a:pt x="39077" y="55803"/>
                  </a:lnTo>
                  <a:lnTo>
                    <a:pt x="43294" y="55803"/>
                  </a:lnTo>
                  <a:lnTo>
                    <a:pt x="43294" y="49263"/>
                  </a:lnTo>
                  <a:close/>
                </a:path>
                <a:path w="275589" h="360045">
                  <a:moveTo>
                    <a:pt x="54190" y="77774"/>
                  </a:moveTo>
                  <a:lnTo>
                    <a:pt x="53162" y="74523"/>
                  </a:lnTo>
                  <a:lnTo>
                    <a:pt x="48158" y="73139"/>
                  </a:lnTo>
                  <a:lnTo>
                    <a:pt x="46202" y="75552"/>
                  </a:lnTo>
                  <a:lnTo>
                    <a:pt x="46659" y="78016"/>
                  </a:lnTo>
                  <a:lnTo>
                    <a:pt x="47282" y="81419"/>
                  </a:lnTo>
                  <a:lnTo>
                    <a:pt x="49847" y="81737"/>
                  </a:lnTo>
                  <a:lnTo>
                    <a:pt x="54190" y="77774"/>
                  </a:lnTo>
                  <a:close/>
                </a:path>
                <a:path w="275589" h="360045">
                  <a:moveTo>
                    <a:pt x="54432" y="52527"/>
                  </a:moveTo>
                  <a:lnTo>
                    <a:pt x="53467" y="52184"/>
                  </a:lnTo>
                  <a:lnTo>
                    <a:pt x="52311" y="51066"/>
                  </a:lnTo>
                  <a:lnTo>
                    <a:pt x="51650" y="49085"/>
                  </a:lnTo>
                  <a:lnTo>
                    <a:pt x="48704" y="50546"/>
                  </a:lnTo>
                  <a:lnTo>
                    <a:pt x="49809" y="52120"/>
                  </a:lnTo>
                  <a:lnTo>
                    <a:pt x="50673" y="53352"/>
                  </a:lnTo>
                  <a:lnTo>
                    <a:pt x="51701" y="53975"/>
                  </a:lnTo>
                  <a:lnTo>
                    <a:pt x="54343" y="54114"/>
                  </a:lnTo>
                  <a:lnTo>
                    <a:pt x="54432" y="52527"/>
                  </a:lnTo>
                  <a:close/>
                </a:path>
                <a:path w="275589" h="360045">
                  <a:moveTo>
                    <a:pt x="68440" y="67005"/>
                  </a:moveTo>
                  <a:lnTo>
                    <a:pt x="68351" y="65811"/>
                  </a:lnTo>
                  <a:lnTo>
                    <a:pt x="68326" y="65633"/>
                  </a:lnTo>
                  <a:lnTo>
                    <a:pt x="68199" y="63855"/>
                  </a:lnTo>
                  <a:lnTo>
                    <a:pt x="66090" y="62776"/>
                  </a:lnTo>
                  <a:lnTo>
                    <a:pt x="63423" y="65455"/>
                  </a:lnTo>
                  <a:lnTo>
                    <a:pt x="64427" y="67678"/>
                  </a:lnTo>
                  <a:lnTo>
                    <a:pt x="66230" y="67741"/>
                  </a:lnTo>
                  <a:lnTo>
                    <a:pt x="66408" y="67754"/>
                  </a:lnTo>
                  <a:lnTo>
                    <a:pt x="66598" y="67754"/>
                  </a:lnTo>
                  <a:lnTo>
                    <a:pt x="67602" y="67779"/>
                  </a:lnTo>
                  <a:lnTo>
                    <a:pt x="68440" y="67005"/>
                  </a:lnTo>
                  <a:close/>
                </a:path>
                <a:path w="275589" h="360045">
                  <a:moveTo>
                    <a:pt x="73367" y="38036"/>
                  </a:moveTo>
                  <a:lnTo>
                    <a:pt x="71094" y="32639"/>
                  </a:lnTo>
                  <a:lnTo>
                    <a:pt x="67678" y="31915"/>
                  </a:lnTo>
                  <a:lnTo>
                    <a:pt x="65684" y="33921"/>
                  </a:lnTo>
                  <a:lnTo>
                    <a:pt x="63144" y="36461"/>
                  </a:lnTo>
                  <a:lnTo>
                    <a:pt x="64528" y="41224"/>
                  </a:lnTo>
                  <a:lnTo>
                    <a:pt x="71272" y="40436"/>
                  </a:lnTo>
                  <a:lnTo>
                    <a:pt x="73367" y="38036"/>
                  </a:lnTo>
                  <a:close/>
                </a:path>
                <a:path w="275589" h="360045">
                  <a:moveTo>
                    <a:pt x="83781" y="79375"/>
                  </a:moveTo>
                  <a:lnTo>
                    <a:pt x="80137" y="72974"/>
                  </a:lnTo>
                  <a:lnTo>
                    <a:pt x="77419" y="68173"/>
                  </a:lnTo>
                  <a:lnTo>
                    <a:pt x="69570" y="71272"/>
                  </a:lnTo>
                  <a:lnTo>
                    <a:pt x="72974" y="83654"/>
                  </a:lnTo>
                  <a:lnTo>
                    <a:pt x="83781" y="79375"/>
                  </a:lnTo>
                  <a:close/>
                </a:path>
                <a:path w="275589" h="360045">
                  <a:moveTo>
                    <a:pt x="91567" y="46875"/>
                  </a:moveTo>
                  <a:lnTo>
                    <a:pt x="90957" y="39624"/>
                  </a:lnTo>
                  <a:lnTo>
                    <a:pt x="83375" y="39585"/>
                  </a:lnTo>
                  <a:lnTo>
                    <a:pt x="83604" y="42392"/>
                  </a:lnTo>
                  <a:lnTo>
                    <a:pt x="83566" y="46520"/>
                  </a:lnTo>
                  <a:lnTo>
                    <a:pt x="85318" y="48704"/>
                  </a:lnTo>
                  <a:lnTo>
                    <a:pt x="89484" y="48196"/>
                  </a:lnTo>
                  <a:lnTo>
                    <a:pt x="91567" y="46875"/>
                  </a:lnTo>
                  <a:close/>
                </a:path>
                <a:path w="275589" h="360045">
                  <a:moveTo>
                    <a:pt x="97167" y="36385"/>
                  </a:moveTo>
                  <a:lnTo>
                    <a:pt x="96354" y="36385"/>
                  </a:lnTo>
                  <a:lnTo>
                    <a:pt x="96354" y="37020"/>
                  </a:lnTo>
                  <a:lnTo>
                    <a:pt x="96761" y="37020"/>
                  </a:lnTo>
                  <a:lnTo>
                    <a:pt x="97167" y="37020"/>
                  </a:lnTo>
                  <a:lnTo>
                    <a:pt x="97167" y="36385"/>
                  </a:lnTo>
                  <a:close/>
                </a:path>
                <a:path w="275589" h="360045">
                  <a:moveTo>
                    <a:pt x="97599" y="64897"/>
                  </a:moveTo>
                  <a:lnTo>
                    <a:pt x="96329" y="61849"/>
                  </a:lnTo>
                  <a:lnTo>
                    <a:pt x="95351" y="59486"/>
                  </a:lnTo>
                  <a:lnTo>
                    <a:pt x="93662" y="59474"/>
                  </a:lnTo>
                  <a:lnTo>
                    <a:pt x="91414" y="64884"/>
                  </a:lnTo>
                  <a:lnTo>
                    <a:pt x="97599" y="64897"/>
                  </a:lnTo>
                  <a:close/>
                </a:path>
                <a:path w="275589" h="360045">
                  <a:moveTo>
                    <a:pt x="106565" y="73647"/>
                  </a:moveTo>
                  <a:lnTo>
                    <a:pt x="104127" y="71056"/>
                  </a:lnTo>
                  <a:lnTo>
                    <a:pt x="102831" y="72948"/>
                  </a:lnTo>
                  <a:lnTo>
                    <a:pt x="101600" y="74752"/>
                  </a:lnTo>
                  <a:lnTo>
                    <a:pt x="102895" y="75971"/>
                  </a:lnTo>
                  <a:lnTo>
                    <a:pt x="106565" y="73647"/>
                  </a:lnTo>
                  <a:close/>
                </a:path>
                <a:path w="275589" h="360045">
                  <a:moveTo>
                    <a:pt x="109537" y="75958"/>
                  </a:moveTo>
                  <a:lnTo>
                    <a:pt x="106273" y="76200"/>
                  </a:lnTo>
                  <a:lnTo>
                    <a:pt x="105003" y="76301"/>
                  </a:lnTo>
                  <a:lnTo>
                    <a:pt x="104343" y="76542"/>
                  </a:lnTo>
                  <a:lnTo>
                    <a:pt x="102565" y="77939"/>
                  </a:lnTo>
                  <a:lnTo>
                    <a:pt x="102565" y="79527"/>
                  </a:lnTo>
                  <a:lnTo>
                    <a:pt x="104355" y="80962"/>
                  </a:lnTo>
                  <a:lnTo>
                    <a:pt x="105003" y="81165"/>
                  </a:lnTo>
                  <a:lnTo>
                    <a:pt x="109537" y="81495"/>
                  </a:lnTo>
                  <a:lnTo>
                    <a:pt x="109537" y="75958"/>
                  </a:lnTo>
                  <a:close/>
                </a:path>
                <a:path w="275589" h="360045">
                  <a:moveTo>
                    <a:pt x="113804" y="51689"/>
                  </a:moveTo>
                  <a:lnTo>
                    <a:pt x="105537" y="45885"/>
                  </a:lnTo>
                  <a:lnTo>
                    <a:pt x="100050" y="49669"/>
                  </a:lnTo>
                  <a:lnTo>
                    <a:pt x="100050" y="58674"/>
                  </a:lnTo>
                  <a:lnTo>
                    <a:pt x="105537" y="62458"/>
                  </a:lnTo>
                  <a:lnTo>
                    <a:pt x="109575" y="59626"/>
                  </a:lnTo>
                  <a:lnTo>
                    <a:pt x="113804" y="56654"/>
                  </a:lnTo>
                  <a:lnTo>
                    <a:pt x="113804" y="51689"/>
                  </a:lnTo>
                  <a:close/>
                </a:path>
                <a:path w="275589" h="360045">
                  <a:moveTo>
                    <a:pt x="119811" y="79781"/>
                  </a:moveTo>
                  <a:lnTo>
                    <a:pt x="116065" y="77635"/>
                  </a:lnTo>
                  <a:lnTo>
                    <a:pt x="113195" y="76009"/>
                  </a:lnTo>
                  <a:lnTo>
                    <a:pt x="110020" y="79883"/>
                  </a:lnTo>
                  <a:lnTo>
                    <a:pt x="115570" y="85280"/>
                  </a:lnTo>
                  <a:lnTo>
                    <a:pt x="119811" y="79781"/>
                  </a:lnTo>
                  <a:close/>
                </a:path>
                <a:path w="275589" h="360045">
                  <a:moveTo>
                    <a:pt x="126885" y="192341"/>
                  </a:moveTo>
                  <a:lnTo>
                    <a:pt x="123329" y="190893"/>
                  </a:lnTo>
                  <a:lnTo>
                    <a:pt x="121310" y="192874"/>
                  </a:lnTo>
                  <a:lnTo>
                    <a:pt x="119875" y="194284"/>
                  </a:lnTo>
                  <a:lnTo>
                    <a:pt x="119875" y="196100"/>
                  </a:lnTo>
                  <a:lnTo>
                    <a:pt x="123329" y="199478"/>
                  </a:lnTo>
                  <a:lnTo>
                    <a:pt x="126885" y="198043"/>
                  </a:lnTo>
                  <a:lnTo>
                    <a:pt x="126885" y="192341"/>
                  </a:lnTo>
                  <a:close/>
                </a:path>
                <a:path w="275589" h="360045">
                  <a:moveTo>
                    <a:pt x="129197" y="72682"/>
                  </a:moveTo>
                  <a:lnTo>
                    <a:pt x="128600" y="72682"/>
                  </a:lnTo>
                  <a:lnTo>
                    <a:pt x="128600" y="73139"/>
                  </a:lnTo>
                  <a:lnTo>
                    <a:pt x="128892" y="73139"/>
                  </a:lnTo>
                  <a:lnTo>
                    <a:pt x="129197" y="73139"/>
                  </a:lnTo>
                  <a:lnTo>
                    <a:pt x="129197" y="72682"/>
                  </a:lnTo>
                  <a:close/>
                </a:path>
                <a:path w="275589" h="360045">
                  <a:moveTo>
                    <a:pt x="137845" y="201015"/>
                  </a:moveTo>
                  <a:lnTo>
                    <a:pt x="136271" y="200012"/>
                  </a:lnTo>
                  <a:lnTo>
                    <a:pt x="134620" y="198970"/>
                  </a:lnTo>
                  <a:lnTo>
                    <a:pt x="133565" y="199974"/>
                  </a:lnTo>
                  <a:lnTo>
                    <a:pt x="134302" y="201041"/>
                  </a:lnTo>
                  <a:lnTo>
                    <a:pt x="134683" y="201599"/>
                  </a:lnTo>
                  <a:lnTo>
                    <a:pt x="135763" y="203187"/>
                  </a:lnTo>
                  <a:lnTo>
                    <a:pt x="137845" y="201015"/>
                  </a:lnTo>
                  <a:close/>
                </a:path>
                <a:path w="275589" h="360045">
                  <a:moveTo>
                    <a:pt x="137985" y="129628"/>
                  </a:moveTo>
                  <a:lnTo>
                    <a:pt x="137210" y="127076"/>
                  </a:lnTo>
                  <a:lnTo>
                    <a:pt x="136613" y="125095"/>
                  </a:lnTo>
                  <a:lnTo>
                    <a:pt x="134759" y="125095"/>
                  </a:lnTo>
                  <a:lnTo>
                    <a:pt x="133388" y="129628"/>
                  </a:lnTo>
                  <a:lnTo>
                    <a:pt x="137985" y="129628"/>
                  </a:lnTo>
                  <a:close/>
                </a:path>
                <a:path w="275589" h="360045">
                  <a:moveTo>
                    <a:pt x="140474" y="73850"/>
                  </a:moveTo>
                  <a:lnTo>
                    <a:pt x="140296" y="72910"/>
                  </a:lnTo>
                  <a:lnTo>
                    <a:pt x="139560" y="69938"/>
                  </a:lnTo>
                  <a:lnTo>
                    <a:pt x="137629" y="69773"/>
                  </a:lnTo>
                  <a:lnTo>
                    <a:pt x="135318" y="71577"/>
                  </a:lnTo>
                  <a:lnTo>
                    <a:pt x="134823" y="72224"/>
                  </a:lnTo>
                  <a:lnTo>
                    <a:pt x="133083" y="77165"/>
                  </a:lnTo>
                  <a:lnTo>
                    <a:pt x="138823" y="78740"/>
                  </a:lnTo>
                  <a:lnTo>
                    <a:pt x="140042" y="75145"/>
                  </a:lnTo>
                  <a:lnTo>
                    <a:pt x="140474" y="73850"/>
                  </a:lnTo>
                  <a:close/>
                </a:path>
                <a:path w="275589" h="360045">
                  <a:moveTo>
                    <a:pt x="143522" y="114173"/>
                  </a:moveTo>
                  <a:lnTo>
                    <a:pt x="142925" y="114173"/>
                  </a:lnTo>
                  <a:lnTo>
                    <a:pt x="142925" y="114617"/>
                  </a:lnTo>
                  <a:lnTo>
                    <a:pt x="143230" y="114617"/>
                  </a:lnTo>
                  <a:lnTo>
                    <a:pt x="143522" y="114617"/>
                  </a:lnTo>
                  <a:lnTo>
                    <a:pt x="143522" y="114173"/>
                  </a:lnTo>
                  <a:close/>
                </a:path>
                <a:path w="275589" h="360045">
                  <a:moveTo>
                    <a:pt x="148755" y="72224"/>
                  </a:moveTo>
                  <a:lnTo>
                    <a:pt x="146202" y="67868"/>
                  </a:lnTo>
                  <a:lnTo>
                    <a:pt x="143268" y="68033"/>
                  </a:lnTo>
                  <a:lnTo>
                    <a:pt x="141973" y="69989"/>
                  </a:lnTo>
                  <a:lnTo>
                    <a:pt x="140665" y="71996"/>
                  </a:lnTo>
                  <a:lnTo>
                    <a:pt x="142189" y="75018"/>
                  </a:lnTo>
                  <a:lnTo>
                    <a:pt x="144627" y="74752"/>
                  </a:lnTo>
                  <a:lnTo>
                    <a:pt x="147015" y="74485"/>
                  </a:lnTo>
                  <a:lnTo>
                    <a:pt x="148755" y="72224"/>
                  </a:lnTo>
                  <a:close/>
                </a:path>
                <a:path w="275589" h="360045">
                  <a:moveTo>
                    <a:pt x="151574" y="179603"/>
                  </a:moveTo>
                  <a:lnTo>
                    <a:pt x="151384" y="178485"/>
                  </a:lnTo>
                  <a:lnTo>
                    <a:pt x="151003" y="176136"/>
                  </a:lnTo>
                  <a:lnTo>
                    <a:pt x="148539" y="175945"/>
                  </a:lnTo>
                  <a:lnTo>
                    <a:pt x="146456" y="178638"/>
                  </a:lnTo>
                  <a:lnTo>
                    <a:pt x="147624" y="180352"/>
                  </a:lnTo>
                  <a:lnTo>
                    <a:pt x="149263" y="180555"/>
                  </a:lnTo>
                  <a:lnTo>
                    <a:pt x="151053" y="180784"/>
                  </a:lnTo>
                  <a:lnTo>
                    <a:pt x="151574" y="179603"/>
                  </a:lnTo>
                  <a:close/>
                </a:path>
                <a:path w="275589" h="360045">
                  <a:moveTo>
                    <a:pt x="152095" y="109220"/>
                  </a:moveTo>
                  <a:lnTo>
                    <a:pt x="151955" y="105664"/>
                  </a:lnTo>
                  <a:lnTo>
                    <a:pt x="151726" y="100203"/>
                  </a:lnTo>
                  <a:lnTo>
                    <a:pt x="147294" y="97701"/>
                  </a:lnTo>
                  <a:lnTo>
                    <a:pt x="141262" y="104787"/>
                  </a:lnTo>
                  <a:lnTo>
                    <a:pt x="141719" y="108775"/>
                  </a:lnTo>
                  <a:lnTo>
                    <a:pt x="148183" y="111493"/>
                  </a:lnTo>
                  <a:lnTo>
                    <a:pt x="152095" y="109220"/>
                  </a:lnTo>
                  <a:close/>
                </a:path>
                <a:path w="275589" h="360045">
                  <a:moveTo>
                    <a:pt x="159588" y="84086"/>
                  </a:moveTo>
                  <a:lnTo>
                    <a:pt x="158280" y="81191"/>
                  </a:lnTo>
                  <a:lnTo>
                    <a:pt x="153797" y="81191"/>
                  </a:lnTo>
                  <a:lnTo>
                    <a:pt x="152501" y="84099"/>
                  </a:lnTo>
                  <a:lnTo>
                    <a:pt x="154178" y="85686"/>
                  </a:lnTo>
                  <a:lnTo>
                    <a:pt x="155397" y="86842"/>
                  </a:lnTo>
                  <a:lnTo>
                    <a:pt x="156692" y="86855"/>
                  </a:lnTo>
                  <a:lnTo>
                    <a:pt x="159588" y="84086"/>
                  </a:lnTo>
                  <a:close/>
                </a:path>
                <a:path w="275589" h="360045">
                  <a:moveTo>
                    <a:pt x="160324" y="128130"/>
                  </a:moveTo>
                  <a:lnTo>
                    <a:pt x="158572" y="120840"/>
                  </a:lnTo>
                  <a:lnTo>
                    <a:pt x="153479" y="122224"/>
                  </a:lnTo>
                  <a:lnTo>
                    <a:pt x="150723" y="122974"/>
                  </a:lnTo>
                  <a:lnTo>
                    <a:pt x="149301" y="124142"/>
                  </a:lnTo>
                  <a:lnTo>
                    <a:pt x="148869" y="127114"/>
                  </a:lnTo>
                  <a:lnTo>
                    <a:pt x="148983" y="128244"/>
                  </a:lnTo>
                  <a:lnTo>
                    <a:pt x="151079" y="130441"/>
                  </a:lnTo>
                  <a:lnTo>
                    <a:pt x="152831" y="131025"/>
                  </a:lnTo>
                  <a:lnTo>
                    <a:pt x="160324" y="128130"/>
                  </a:lnTo>
                  <a:close/>
                </a:path>
                <a:path w="275589" h="360045">
                  <a:moveTo>
                    <a:pt x="162407" y="51689"/>
                  </a:moveTo>
                  <a:lnTo>
                    <a:pt x="160235" y="51689"/>
                  </a:lnTo>
                  <a:lnTo>
                    <a:pt x="160235" y="53378"/>
                  </a:lnTo>
                  <a:lnTo>
                    <a:pt x="161315" y="53378"/>
                  </a:lnTo>
                  <a:lnTo>
                    <a:pt x="162407" y="53378"/>
                  </a:lnTo>
                  <a:lnTo>
                    <a:pt x="162407" y="51689"/>
                  </a:lnTo>
                  <a:close/>
                </a:path>
                <a:path w="275589" h="360045">
                  <a:moveTo>
                    <a:pt x="167132" y="172504"/>
                  </a:moveTo>
                  <a:lnTo>
                    <a:pt x="163055" y="172504"/>
                  </a:lnTo>
                  <a:lnTo>
                    <a:pt x="163055" y="175666"/>
                  </a:lnTo>
                  <a:lnTo>
                    <a:pt x="165087" y="175666"/>
                  </a:lnTo>
                  <a:lnTo>
                    <a:pt x="167119" y="175666"/>
                  </a:lnTo>
                  <a:lnTo>
                    <a:pt x="167132" y="172504"/>
                  </a:lnTo>
                  <a:close/>
                </a:path>
                <a:path w="275589" h="360045">
                  <a:moveTo>
                    <a:pt x="170980" y="69570"/>
                  </a:moveTo>
                  <a:lnTo>
                    <a:pt x="165633" y="64363"/>
                  </a:lnTo>
                  <a:lnTo>
                    <a:pt x="161556" y="69672"/>
                  </a:lnTo>
                  <a:lnTo>
                    <a:pt x="165163" y="71729"/>
                  </a:lnTo>
                  <a:lnTo>
                    <a:pt x="167932" y="73304"/>
                  </a:lnTo>
                  <a:lnTo>
                    <a:pt x="170980" y="69570"/>
                  </a:lnTo>
                  <a:close/>
                </a:path>
                <a:path w="275589" h="360045">
                  <a:moveTo>
                    <a:pt x="171411" y="153479"/>
                  </a:moveTo>
                  <a:lnTo>
                    <a:pt x="170827" y="153479"/>
                  </a:lnTo>
                  <a:lnTo>
                    <a:pt x="170827" y="153924"/>
                  </a:lnTo>
                  <a:lnTo>
                    <a:pt x="171119" y="153924"/>
                  </a:lnTo>
                  <a:lnTo>
                    <a:pt x="171411" y="153924"/>
                  </a:lnTo>
                  <a:lnTo>
                    <a:pt x="171411" y="153479"/>
                  </a:lnTo>
                  <a:close/>
                </a:path>
                <a:path w="275589" h="360045">
                  <a:moveTo>
                    <a:pt x="177863" y="46697"/>
                  </a:moveTo>
                  <a:lnTo>
                    <a:pt x="175602" y="44577"/>
                  </a:lnTo>
                  <a:lnTo>
                    <a:pt x="172935" y="46139"/>
                  </a:lnTo>
                  <a:lnTo>
                    <a:pt x="172135" y="46723"/>
                  </a:lnTo>
                  <a:lnTo>
                    <a:pt x="168084" y="49796"/>
                  </a:lnTo>
                  <a:lnTo>
                    <a:pt x="172224" y="54254"/>
                  </a:lnTo>
                  <a:lnTo>
                    <a:pt x="174498" y="51485"/>
                  </a:lnTo>
                  <a:lnTo>
                    <a:pt x="176047" y="49555"/>
                  </a:lnTo>
                  <a:lnTo>
                    <a:pt x="177863" y="46697"/>
                  </a:lnTo>
                  <a:close/>
                </a:path>
                <a:path w="275589" h="360045">
                  <a:moveTo>
                    <a:pt x="178955" y="182587"/>
                  </a:moveTo>
                  <a:lnTo>
                    <a:pt x="178371" y="182587"/>
                  </a:lnTo>
                  <a:lnTo>
                    <a:pt x="178371" y="183045"/>
                  </a:lnTo>
                  <a:lnTo>
                    <a:pt x="178663" y="183045"/>
                  </a:lnTo>
                  <a:lnTo>
                    <a:pt x="178955" y="183045"/>
                  </a:lnTo>
                  <a:lnTo>
                    <a:pt x="178955" y="182587"/>
                  </a:lnTo>
                  <a:close/>
                </a:path>
                <a:path w="275589" h="360045">
                  <a:moveTo>
                    <a:pt x="185750" y="49390"/>
                  </a:moveTo>
                  <a:lnTo>
                    <a:pt x="185153" y="49390"/>
                  </a:lnTo>
                  <a:lnTo>
                    <a:pt x="185153" y="49847"/>
                  </a:lnTo>
                  <a:lnTo>
                    <a:pt x="185445" y="49847"/>
                  </a:lnTo>
                  <a:lnTo>
                    <a:pt x="185750" y="49847"/>
                  </a:lnTo>
                  <a:lnTo>
                    <a:pt x="185750" y="49390"/>
                  </a:lnTo>
                  <a:close/>
                </a:path>
                <a:path w="275589" h="360045">
                  <a:moveTo>
                    <a:pt x="190080" y="175120"/>
                  </a:moveTo>
                  <a:lnTo>
                    <a:pt x="189687" y="171894"/>
                  </a:lnTo>
                  <a:lnTo>
                    <a:pt x="184937" y="169113"/>
                  </a:lnTo>
                  <a:lnTo>
                    <a:pt x="182346" y="170599"/>
                  </a:lnTo>
                  <a:lnTo>
                    <a:pt x="182041" y="171348"/>
                  </a:lnTo>
                  <a:lnTo>
                    <a:pt x="180174" y="172224"/>
                  </a:lnTo>
                  <a:lnTo>
                    <a:pt x="180467" y="176339"/>
                  </a:lnTo>
                  <a:lnTo>
                    <a:pt x="184670" y="178714"/>
                  </a:lnTo>
                  <a:lnTo>
                    <a:pt x="186766" y="178511"/>
                  </a:lnTo>
                  <a:lnTo>
                    <a:pt x="190080" y="175120"/>
                  </a:lnTo>
                  <a:close/>
                </a:path>
                <a:path w="275589" h="360045">
                  <a:moveTo>
                    <a:pt x="190627" y="104076"/>
                  </a:moveTo>
                  <a:lnTo>
                    <a:pt x="189064" y="102285"/>
                  </a:lnTo>
                  <a:lnTo>
                    <a:pt x="186283" y="103746"/>
                  </a:lnTo>
                  <a:lnTo>
                    <a:pt x="184429" y="104140"/>
                  </a:lnTo>
                  <a:lnTo>
                    <a:pt x="181571" y="104863"/>
                  </a:lnTo>
                  <a:lnTo>
                    <a:pt x="181457" y="106934"/>
                  </a:lnTo>
                  <a:lnTo>
                    <a:pt x="182816" y="107188"/>
                  </a:lnTo>
                  <a:lnTo>
                    <a:pt x="185508" y="107696"/>
                  </a:lnTo>
                  <a:lnTo>
                    <a:pt x="187350" y="106908"/>
                  </a:lnTo>
                  <a:lnTo>
                    <a:pt x="190627" y="104076"/>
                  </a:lnTo>
                  <a:close/>
                </a:path>
                <a:path w="275589" h="360045">
                  <a:moveTo>
                    <a:pt x="193979" y="117983"/>
                  </a:moveTo>
                  <a:lnTo>
                    <a:pt x="184480" y="117983"/>
                  </a:lnTo>
                  <a:lnTo>
                    <a:pt x="184467" y="125361"/>
                  </a:lnTo>
                  <a:lnTo>
                    <a:pt x="189217" y="125361"/>
                  </a:lnTo>
                  <a:lnTo>
                    <a:pt x="193979" y="125361"/>
                  </a:lnTo>
                  <a:lnTo>
                    <a:pt x="193979" y="117983"/>
                  </a:lnTo>
                  <a:close/>
                </a:path>
                <a:path w="275589" h="360045">
                  <a:moveTo>
                    <a:pt x="196862" y="76123"/>
                  </a:moveTo>
                  <a:lnTo>
                    <a:pt x="190030" y="74142"/>
                  </a:lnTo>
                  <a:lnTo>
                    <a:pt x="187477" y="76174"/>
                  </a:lnTo>
                  <a:lnTo>
                    <a:pt x="187477" y="81292"/>
                  </a:lnTo>
                  <a:lnTo>
                    <a:pt x="190030" y="83324"/>
                  </a:lnTo>
                  <a:lnTo>
                    <a:pt x="192544" y="82600"/>
                  </a:lnTo>
                  <a:lnTo>
                    <a:pt x="196850" y="81343"/>
                  </a:lnTo>
                  <a:lnTo>
                    <a:pt x="196862" y="76123"/>
                  </a:lnTo>
                  <a:close/>
                </a:path>
                <a:path w="275589" h="360045">
                  <a:moveTo>
                    <a:pt x="200177" y="130886"/>
                  </a:moveTo>
                  <a:lnTo>
                    <a:pt x="193484" y="129489"/>
                  </a:lnTo>
                  <a:lnTo>
                    <a:pt x="193776" y="136055"/>
                  </a:lnTo>
                  <a:lnTo>
                    <a:pt x="197548" y="137668"/>
                  </a:lnTo>
                  <a:lnTo>
                    <a:pt x="198983" y="134848"/>
                  </a:lnTo>
                  <a:lnTo>
                    <a:pt x="199758" y="133324"/>
                  </a:lnTo>
                  <a:lnTo>
                    <a:pt x="199212" y="132676"/>
                  </a:lnTo>
                  <a:lnTo>
                    <a:pt x="199974" y="131267"/>
                  </a:lnTo>
                  <a:lnTo>
                    <a:pt x="200177" y="130886"/>
                  </a:lnTo>
                  <a:close/>
                </a:path>
                <a:path w="275589" h="360045">
                  <a:moveTo>
                    <a:pt x="204825" y="32727"/>
                  </a:moveTo>
                  <a:lnTo>
                    <a:pt x="199136" y="23469"/>
                  </a:lnTo>
                  <a:lnTo>
                    <a:pt x="190080" y="27266"/>
                  </a:lnTo>
                  <a:lnTo>
                    <a:pt x="190855" y="35382"/>
                  </a:lnTo>
                  <a:lnTo>
                    <a:pt x="192544" y="37528"/>
                  </a:lnTo>
                  <a:lnTo>
                    <a:pt x="195249" y="37528"/>
                  </a:lnTo>
                  <a:lnTo>
                    <a:pt x="199110" y="37515"/>
                  </a:lnTo>
                  <a:lnTo>
                    <a:pt x="204825" y="32727"/>
                  </a:lnTo>
                  <a:close/>
                </a:path>
                <a:path w="275589" h="360045">
                  <a:moveTo>
                    <a:pt x="211239" y="125679"/>
                  </a:moveTo>
                  <a:lnTo>
                    <a:pt x="207899" y="123774"/>
                  </a:lnTo>
                  <a:lnTo>
                    <a:pt x="205333" y="122313"/>
                  </a:lnTo>
                  <a:lnTo>
                    <a:pt x="202501" y="125768"/>
                  </a:lnTo>
                  <a:lnTo>
                    <a:pt x="207454" y="130594"/>
                  </a:lnTo>
                  <a:lnTo>
                    <a:pt x="211239" y="125679"/>
                  </a:lnTo>
                  <a:close/>
                </a:path>
                <a:path w="275589" h="360045">
                  <a:moveTo>
                    <a:pt x="212864" y="93687"/>
                  </a:moveTo>
                  <a:lnTo>
                    <a:pt x="206984" y="90855"/>
                  </a:lnTo>
                  <a:lnTo>
                    <a:pt x="201599" y="100063"/>
                  </a:lnTo>
                  <a:lnTo>
                    <a:pt x="210705" y="103644"/>
                  </a:lnTo>
                  <a:lnTo>
                    <a:pt x="211937" y="97993"/>
                  </a:lnTo>
                  <a:lnTo>
                    <a:pt x="212864" y="93687"/>
                  </a:lnTo>
                  <a:close/>
                </a:path>
                <a:path w="275589" h="360045">
                  <a:moveTo>
                    <a:pt x="212890" y="74142"/>
                  </a:moveTo>
                  <a:lnTo>
                    <a:pt x="212305" y="74142"/>
                  </a:lnTo>
                  <a:lnTo>
                    <a:pt x="212305" y="74587"/>
                  </a:lnTo>
                  <a:lnTo>
                    <a:pt x="212598" y="74587"/>
                  </a:lnTo>
                  <a:lnTo>
                    <a:pt x="212890" y="74587"/>
                  </a:lnTo>
                  <a:lnTo>
                    <a:pt x="212890" y="74142"/>
                  </a:lnTo>
                  <a:close/>
                </a:path>
                <a:path w="275589" h="360045">
                  <a:moveTo>
                    <a:pt x="214922" y="158165"/>
                  </a:moveTo>
                  <a:lnTo>
                    <a:pt x="213283" y="158165"/>
                  </a:lnTo>
                  <a:lnTo>
                    <a:pt x="213283" y="159423"/>
                  </a:lnTo>
                  <a:lnTo>
                    <a:pt x="214109" y="159423"/>
                  </a:lnTo>
                  <a:lnTo>
                    <a:pt x="214922" y="159423"/>
                  </a:lnTo>
                  <a:lnTo>
                    <a:pt x="214922" y="158165"/>
                  </a:lnTo>
                  <a:close/>
                </a:path>
                <a:path w="275589" h="360045">
                  <a:moveTo>
                    <a:pt x="223126" y="56413"/>
                  </a:moveTo>
                  <a:lnTo>
                    <a:pt x="222300" y="53187"/>
                  </a:lnTo>
                  <a:lnTo>
                    <a:pt x="215201" y="53187"/>
                  </a:lnTo>
                  <a:lnTo>
                    <a:pt x="213410" y="55981"/>
                  </a:lnTo>
                  <a:lnTo>
                    <a:pt x="215379" y="60642"/>
                  </a:lnTo>
                  <a:lnTo>
                    <a:pt x="218897" y="61836"/>
                  </a:lnTo>
                  <a:lnTo>
                    <a:pt x="220599" y="59664"/>
                  </a:lnTo>
                  <a:lnTo>
                    <a:pt x="223126" y="56413"/>
                  </a:lnTo>
                  <a:close/>
                </a:path>
                <a:path w="275589" h="360045">
                  <a:moveTo>
                    <a:pt x="224307" y="128638"/>
                  </a:moveTo>
                  <a:lnTo>
                    <a:pt x="223494" y="128638"/>
                  </a:lnTo>
                  <a:lnTo>
                    <a:pt x="223494" y="129273"/>
                  </a:lnTo>
                  <a:lnTo>
                    <a:pt x="223901" y="129273"/>
                  </a:lnTo>
                  <a:lnTo>
                    <a:pt x="224307" y="129273"/>
                  </a:lnTo>
                  <a:lnTo>
                    <a:pt x="224307" y="128638"/>
                  </a:lnTo>
                  <a:close/>
                </a:path>
                <a:path w="275589" h="360045">
                  <a:moveTo>
                    <a:pt x="228193" y="23583"/>
                  </a:moveTo>
                  <a:lnTo>
                    <a:pt x="221132" y="23583"/>
                  </a:lnTo>
                  <a:lnTo>
                    <a:pt x="221132" y="29070"/>
                  </a:lnTo>
                  <a:lnTo>
                    <a:pt x="224663" y="29070"/>
                  </a:lnTo>
                  <a:lnTo>
                    <a:pt x="228193" y="29070"/>
                  </a:lnTo>
                  <a:lnTo>
                    <a:pt x="228193" y="23583"/>
                  </a:lnTo>
                  <a:close/>
                </a:path>
                <a:path w="275589" h="360045">
                  <a:moveTo>
                    <a:pt x="230352" y="42481"/>
                  </a:moveTo>
                  <a:lnTo>
                    <a:pt x="225437" y="36334"/>
                  </a:lnTo>
                  <a:lnTo>
                    <a:pt x="223024" y="36245"/>
                  </a:lnTo>
                  <a:lnTo>
                    <a:pt x="223024" y="44665"/>
                  </a:lnTo>
                  <a:lnTo>
                    <a:pt x="222834" y="44551"/>
                  </a:lnTo>
                  <a:lnTo>
                    <a:pt x="222415" y="44297"/>
                  </a:lnTo>
                  <a:lnTo>
                    <a:pt x="222821" y="43611"/>
                  </a:lnTo>
                  <a:lnTo>
                    <a:pt x="222859" y="44564"/>
                  </a:lnTo>
                  <a:lnTo>
                    <a:pt x="223024" y="44665"/>
                  </a:lnTo>
                  <a:lnTo>
                    <a:pt x="223024" y="36245"/>
                  </a:lnTo>
                  <a:lnTo>
                    <a:pt x="220776" y="36144"/>
                  </a:lnTo>
                  <a:lnTo>
                    <a:pt x="214642" y="41198"/>
                  </a:lnTo>
                  <a:lnTo>
                    <a:pt x="213766" y="45745"/>
                  </a:lnTo>
                  <a:lnTo>
                    <a:pt x="218986" y="51371"/>
                  </a:lnTo>
                  <a:lnTo>
                    <a:pt x="223189" y="52070"/>
                  </a:lnTo>
                  <a:lnTo>
                    <a:pt x="224383" y="51295"/>
                  </a:lnTo>
                  <a:lnTo>
                    <a:pt x="225374" y="52070"/>
                  </a:lnTo>
                  <a:lnTo>
                    <a:pt x="227812" y="49072"/>
                  </a:lnTo>
                  <a:lnTo>
                    <a:pt x="229044" y="48272"/>
                  </a:lnTo>
                  <a:lnTo>
                    <a:pt x="228879" y="47764"/>
                  </a:lnTo>
                  <a:lnTo>
                    <a:pt x="230085" y="46278"/>
                  </a:lnTo>
                  <a:lnTo>
                    <a:pt x="230327" y="42875"/>
                  </a:lnTo>
                  <a:lnTo>
                    <a:pt x="230352" y="42481"/>
                  </a:lnTo>
                  <a:close/>
                </a:path>
                <a:path w="275589" h="360045">
                  <a:moveTo>
                    <a:pt x="232422" y="135026"/>
                  </a:moveTo>
                  <a:lnTo>
                    <a:pt x="219925" y="135026"/>
                  </a:lnTo>
                  <a:lnTo>
                    <a:pt x="219913" y="144716"/>
                  </a:lnTo>
                  <a:lnTo>
                    <a:pt x="226161" y="144716"/>
                  </a:lnTo>
                  <a:lnTo>
                    <a:pt x="232410" y="144716"/>
                  </a:lnTo>
                  <a:lnTo>
                    <a:pt x="232422" y="135026"/>
                  </a:lnTo>
                  <a:close/>
                </a:path>
                <a:path w="275589" h="360045">
                  <a:moveTo>
                    <a:pt x="233591" y="119468"/>
                  </a:moveTo>
                  <a:lnTo>
                    <a:pt x="233210" y="117754"/>
                  </a:lnTo>
                  <a:lnTo>
                    <a:pt x="233108" y="117297"/>
                  </a:lnTo>
                  <a:lnTo>
                    <a:pt x="233019" y="116852"/>
                  </a:lnTo>
                  <a:lnTo>
                    <a:pt x="232752" y="115684"/>
                  </a:lnTo>
                  <a:lnTo>
                    <a:pt x="231648" y="115684"/>
                  </a:lnTo>
                  <a:lnTo>
                    <a:pt x="231381" y="116852"/>
                  </a:lnTo>
                  <a:lnTo>
                    <a:pt x="231292" y="117297"/>
                  </a:lnTo>
                  <a:lnTo>
                    <a:pt x="230809" y="119456"/>
                  </a:lnTo>
                  <a:lnTo>
                    <a:pt x="233591" y="119468"/>
                  </a:lnTo>
                  <a:close/>
                </a:path>
                <a:path w="275589" h="360045">
                  <a:moveTo>
                    <a:pt x="236258" y="103251"/>
                  </a:moveTo>
                  <a:lnTo>
                    <a:pt x="235673" y="103251"/>
                  </a:lnTo>
                  <a:lnTo>
                    <a:pt x="235673" y="103708"/>
                  </a:lnTo>
                  <a:lnTo>
                    <a:pt x="235966" y="103708"/>
                  </a:lnTo>
                  <a:lnTo>
                    <a:pt x="236258" y="103708"/>
                  </a:lnTo>
                  <a:lnTo>
                    <a:pt x="236258" y="103251"/>
                  </a:lnTo>
                  <a:close/>
                </a:path>
                <a:path w="275589" h="360045">
                  <a:moveTo>
                    <a:pt x="237756" y="19088"/>
                  </a:moveTo>
                  <a:lnTo>
                    <a:pt x="236702" y="18935"/>
                  </a:lnTo>
                  <a:lnTo>
                    <a:pt x="236461" y="18897"/>
                  </a:lnTo>
                  <a:lnTo>
                    <a:pt x="234696" y="18656"/>
                  </a:lnTo>
                  <a:lnTo>
                    <a:pt x="234683" y="20916"/>
                  </a:lnTo>
                  <a:lnTo>
                    <a:pt x="236220" y="20701"/>
                  </a:lnTo>
                  <a:lnTo>
                    <a:pt x="236461" y="20662"/>
                  </a:lnTo>
                  <a:lnTo>
                    <a:pt x="236702" y="20624"/>
                  </a:lnTo>
                  <a:lnTo>
                    <a:pt x="237756" y="20472"/>
                  </a:lnTo>
                  <a:lnTo>
                    <a:pt x="237756" y="19088"/>
                  </a:lnTo>
                  <a:close/>
                </a:path>
                <a:path w="275589" h="360045">
                  <a:moveTo>
                    <a:pt x="239953" y="76873"/>
                  </a:moveTo>
                  <a:lnTo>
                    <a:pt x="237134" y="75057"/>
                  </a:lnTo>
                  <a:lnTo>
                    <a:pt x="235966" y="77127"/>
                  </a:lnTo>
                  <a:lnTo>
                    <a:pt x="234518" y="79692"/>
                  </a:lnTo>
                  <a:lnTo>
                    <a:pt x="233807" y="83566"/>
                  </a:lnTo>
                  <a:lnTo>
                    <a:pt x="237172" y="86906"/>
                  </a:lnTo>
                  <a:lnTo>
                    <a:pt x="239280" y="86194"/>
                  </a:lnTo>
                  <a:lnTo>
                    <a:pt x="239052" y="82588"/>
                  </a:lnTo>
                  <a:lnTo>
                    <a:pt x="238201" y="80937"/>
                  </a:lnTo>
                  <a:lnTo>
                    <a:pt x="239953" y="76873"/>
                  </a:lnTo>
                  <a:close/>
                </a:path>
                <a:path w="275589" h="360045">
                  <a:moveTo>
                    <a:pt x="247421" y="55333"/>
                  </a:moveTo>
                  <a:lnTo>
                    <a:pt x="247142" y="55333"/>
                  </a:lnTo>
                  <a:lnTo>
                    <a:pt x="247142" y="55549"/>
                  </a:lnTo>
                  <a:lnTo>
                    <a:pt x="247281" y="55549"/>
                  </a:lnTo>
                  <a:lnTo>
                    <a:pt x="247421" y="55549"/>
                  </a:lnTo>
                  <a:lnTo>
                    <a:pt x="247421" y="55333"/>
                  </a:lnTo>
                  <a:close/>
                </a:path>
                <a:path w="275589" h="360045">
                  <a:moveTo>
                    <a:pt x="252095" y="66141"/>
                  </a:moveTo>
                  <a:lnTo>
                    <a:pt x="251510" y="66141"/>
                  </a:lnTo>
                  <a:lnTo>
                    <a:pt x="251510" y="66586"/>
                  </a:lnTo>
                  <a:lnTo>
                    <a:pt x="251802" y="66586"/>
                  </a:lnTo>
                  <a:lnTo>
                    <a:pt x="252095" y="66586"/>
                  </a:lnTo>
                  <a:lnTo>
                    <a:pt x="252095" y="66141"/>
                  </a:lnTo>
                  <a:close/>
                </a:path>
                <a:path w="275589" h="360045">
                  <a:moveTo>
                    <a:pt x="252095" y="62496"/>
                  </a:moveTo>
                  <a:lnTo>
                    <a:pt x="251510" y="62496"/>
                  </a:lnTo>
                  <a:lnTo>
                    <a:pt x="251510" y="62941"/>
                  </a:lnTo>
                  <a:lnTo>
                    <a:pt x="251802" y="62941"/>
                  </a:lnTo>
                  <a:lnTo>
                    <a:pt x="252095" y="62941"/>
                  </a:lnTo>
                  <a:lnTo>
                    <a:pt x="252095" y="62496"/>
                  </a:lnTo>
                  <a:close/>
                </a:path>
                <a:path w="275589" h="360045">
                  <a:moveTo>
                    <a:pt x="253352" y="13982"/>
                  </a:moveTo>
                  <a:lnTo>
                    <a:pt x="250520" y="11226"/>
                  </a:lnTo>
                  <a:lnTo>
                    <a:pt x="247662" y="12382"/>
                  </a:lnTo>
                  <a:lnTo>
                    <a:pt x="247662" y="16979"/>
                  </a:lnTo>
                  <a:lnTo>
                    <a:pt x="250520" y="18135"/>
                  </a:lnTo>
                  <a:lnTo>
                    <a:pt x="252158" y="16548"/>
                  </a:lnTo>
                  <a:lnTo>
                    <a:pt x="252539" y="16167"/>
                  </a:lnTo>
                  <a:lnTo>
                    <a:pt x="253352" y="15379"/>
                  </a:lnTo>
                  <a:lnTo>
                    <a:pt x="253352" y="13982"/>
                  </a:lnTo>
                  <a:close/>
                </a:path>
                <a:path w="275589" h="360045">
                  <a:moveTo>
                    <a:pt x="254939" y="40043"/>
                  </a:moveTo>
                  <a:lnTo>
                    <a:pt x="251333" y="36245"/>
                  </a:lnTo>
                  <a:lnTo>
                    <a:pt x="249478" y="38595"/>
                  </a:lnTo>
                  <a:lnTo>
                    <a:pt x="248869" y="39370"/>
                  </a:lnTo>
                  <a:lnTo>
                    <a:pt x="248577" y="39903"/>
                  </a:lnTo>
                  <a:lnTo>
                    <a:pt x="248437" y="41833"/>
                  </a:lnTo>
                  <a:lnTo>
                    <a:pt x="249377" y="42710"/>
                  </a:lnTo>
                  <a:lnTo>
                    <a:pt x="251053" y="42659"/>
                  </a:lnTo>
                  <a:lnTo>
                    <a:pt x="251561" y="42519"/>
                  </a:lnTo>
                  <a:lnTo>
                    <a:pt x="254939" y="40043"/>
                  </a:lnTo>
                  <a:close/>
                </a:path>
                <a:path w="275589" h="360045">
                  <a:moveTo>
                    <a:pt x="255955" y="105117"/>
                  </a:moveTo>
                  <a:lnTo>
                    <a:pt x="253682" y="105105"/>
                  </a:lnTo>
                  <a:lnTo>
                    <a:pt x="253911" y="106641"/>
                  </a:lnTo>
                  <a:lnTo>
                    <a:pt x="253961" y="107111"/>
                  </a:lnTo>
                  <a:lnTo>
                    <a:pt x="254012" y="107340"/>
                  </a:lnTo>
                  <a:lnTo>
                    <a:pt x="254127" y="108153"/>
                  </a:lnTo>
                  <a:lnTo>
                    <a:pt x="255511" y="108153"/>
                  </a:lnTo>
                  <a:lnTo>
                    <a:pt x="255663" y="107111"/>
                  </a:lnTo>
                  <a:lnTo>
                    <a:pt x="255701" y="106870"/>
                  </a:lnTo>
                  <a:lnTo>
                    <a:pt x="255955" y="105117"/>
                  </a:lnTo>
                  <a:close/>
                </a:path>
                <a:path w="275589" h="360045">
                  <a:moveTo>
                    <a:pt x="256997" y="100330"/>
                  </a:moveTo>
                  <a:lnTo>
                    <a:pt x="255879" y="100177"/>
                  </a:lnTo>
                  <a:lnTo>
                    <a:pt x="255397" y="100114"/>
                  </a:lnTo>
                  <a:lnTo>
                    <a:pt x="255155" y="100076"/>
                  </a:lnTo>
                  <a:lnTo>
                    <a:pt x="253123" y="99796"/>
                  </a:lnTo>
                  <a:lnTo>
                    <a:pt x="253111" y="102806"/>
                  </a:lnTo>
                  <a:lnTo>
                    <a:pt x="256997" y="102260"/>
                  </a:lnTo>
                  <a:lnTo>
                    <a:pt x="256997" y="100330"/>
                  </a:lnTo>
                  <a:close/>
                </a:path>
                <a:path w="275589" h="360045">
                  <a:moveTo>
                    <a:pt x="261010" y="132143"/>
                  </a:moveTo>
                  <a:lnTo>
                    <a:pt x="260756" y="131381"/>
                  </a:lnTo>
                  <a:lnTo>
                    <a:pt x="259778" y="129095"/>
                  </a:lnTo>
                  <a:lnTo>
                    <a:pt x="258152" y="128752"/>
                  </a:lnTo>
                  <a:lnTo>
                    <a:pt x="255828" y="129209"/>
                  </a:lnTo>
                  <a:lnTo>
                    <a:pt x="255104" y="129781"/>
                  </a:lnTo>
                  <a:lnTo>
                    <a:pt x="252095" y="132334"/>
                  </a:lnTo>
                  <a:lnTo>
                    <a:pt x="253149" y="135851"/>
                  </a:lnTo>
                  <a:lnTo>
                    <a:pt x="258216" y="137998"/>
                  </a:lnTo>
                  <a:lnTo>
                    <a:pt x="260616" y="135978"/>
                  </a:lnTo>
                  <a:lnTo>
                    <a:pt x="260896" y="133286"/>
                  </a:lnTo>
                  <a:lnTo>
                    <a:pt x="261010" y="132143"/>
                  </a:lnTo>
                  <a:close/>
                </a:path>
                <a:path w="275589" h="360045">
                  <a:moveTo>
                    <a:pt x="261835" y="125755"/>
                  </a:moveTo>
                  <a:lnTo>
                    <a:pt x="261378" y="125755"/>
                  </a:lnTo>
                  <a:lnTo>
                    <a:pt x="261378" y="127063"/>
                  </a:lnTo>
                  <a:lnTo>
                    <a:pt x="261835" y="127063"/>
                  </a:lnTo>
                  <a:lnTo>
                    <a:pt x="261835" y="126771"/>
                  </a:lnTo>
                  <a:lnTo>
                    <a:pt x="261835" y="125755"/>
                  </a:lnTo>
                  <a:close/>
                </a:path>
                <a:path w="275589" h="360045">
                  <a:moveTo>
                    <a:pt x="264998" y="86575"/>
                  </a:moveTo>
                  <a:lnTo>
                    <a:pt x="264782" y="85039"/>
                  </a:lnTo>
                  <a:lnTo>
                    <a:pt x="264718" y="84556"/>
                  </a:lnTo>
                  <a:lnTo>
                    <a:pt x="264680" y="84328"/>
                  </a:lnTo>
                  <a:lnTo>
                    <a:pt x="264566" y="83527"/>
                  </a:lnTo>
                  <a:lnTo>
                    <a:pt x="263740" y="83527"/>
                  </a:lnTo>
                  <a:lnTo>
                    <a:pt x="264350" y="82740"/>
                  </a:lnTo>
                  <a:lnTo>
                    <a:pt x="263944" y="81508"/>
                  </a:lnTo>
                  <a:lnTo>
                    <a:pt x="263309" y="79629"/>
                  </a:lnTo>
                  <a:lnTo>
                    <a:pt x="259067" y="77381"/>
                  </a:lnTo>
                  <a:lnTo>
                    <a:pt x="256146" y="77393"/>
                  </a:lnTo>
                  <a:lnTo>
                    <a:pt x="252056" y="82321"/>
                  </a:lnTo>
                  <a:lnTo>
                    <a:pt x="252323" y="85979"/>
                  </a:lnTo>
                  <a:lnTo>
                    <a:pt x="259575" y="90716"/>
                  </a:lnTo>
                  <a:lnTo>
                    <a:pt x="264312" y="86575"/>
                  </a:lnTo>
                  <a:lnTo>
                    <a:pt x="264998" y="86575"/>
                  </a:lnTo>
                  <a:close/>
                </a:path>
                <a:path w="275589" h="360045">
                  <a:moveTo>
                    <a:pt x="270446" y="16446"/>
                  </a:moveTo>
                  <a:lnTo>
                    <a:pt x="269354" y="16446"/>
                  </a:lnTo>
                  <a:lnTo>
                    <a:pt x="269354" y="17284"/>
                  </a:lnTo>
                  <a:lnTo>
                    <a:pt x="269900" y="17284"/>
                  </a:lnTo>
                  <a:lnTo>
                    <a:pt x="270446" y="17284"/>
                  </a:lnTo>
                  <a:lnTo>
                    <a:pt x="270446" y="16446"/>
                  </a:lnTo>
                  <a:close/>
                </a:path>
                <a:path w="275589" h="360045">
                  <a:moveTo>
                    <a:pt x="271526" y="52260"/>
                  </a:moveTo>
                  <a:lnTo>
                    <a:pt x="268554" y="49618"/>
                  </a:lnTo>
                  <a:lnTo>
                    <a:pt x="263664" y="55092"/>
                  </a:lnTo>
                  <a:lnTo>
                    <a:pt x="261874" y="59029"/>
                  </a:lnTo>
                  <a:lnTo>
                    <a:pt x="262204" y="61302"/>
                  </a:lnTo>
                  <a:lnTo>
                    <a:pt x="265823" y="63436"/>
                  </a:lnTo>
                  <a:lnTo>
                    <a:pt x="268605" y="62966"/>
                  </a:lnTo>
                  <a:lnTo>
                    <a:pt x="269481" y="61048"/>
                  </a:lnTo>
                  <a:lnTo>
                    <a:pt x="270459" y="58915"/>
                  </a:lnTo>
                  <a:lnTo>
                    <a:pt x="270878" y="57061"/>
                  </a:lnTo>
                  <a:lnTo>
                    <a:pt x="271526" y="52260"/>
                  </a:lnTo>
                  <a:close/>
                </a:path>
                <a:path w="275589" h="360045">
                  <a:moveTo>
                    <a:pt x="273164" y="29311"/>
                  </a:moveTo>
                  <a:lnTo>
                    <a:pt x="269608" y="27863"/>
                  </a:lnTo>
                  <a:lnTo>
                    <a:pt x="267589" y="29845"/>
                  </a:lnTo>
                  <a:lnTo>
                    <a:pt x="266153" y="31242"/>
                  </a:lnTo>
                  <a:lnTo>
                    <a:pt x="266153" y="33070"/>
                  </a:lnTo>
                  <a:lnTo>
                    <a:pt x="269608" y="36436"/>
                  </a:lnTo>
                  <a:lnTo>
                    <a:pt x="273164" y="35001"/>
                  </a:lnTo>
                  <a:lnTo>
                    <a:pt x="273164" y="29311"/>
                  </a:lnTo>
                  <a:close/>
                </a:path>
                <a:path w="275589" h="360045">
                  <a:moveTo>
                    <a:pt x="275577" y="6858"/>
                  </a:moveTo>
                  <a:lnTo>
                    <a:pt x="274612" y="3898"/>
                  </a:lnTo>
                  <a:lnTo>
                    <a:pt x="272110" y="2324"/>
                  </a:lnTo>
                  <a:lnTo>
                    <a:pt x="268401" y="0"/>
                  </a:lnTo>
                  <a:lnTo>
                    <a:pt x="264363" y="1574"/>
                  </a:lnTo>
                  <a:lnTo>
                    <a:pt x="261620" y="8102"/>
                  </a:lnTo>
                  <a:lnTo>
                    <a:pt x="263537" y="11468"/>
                  </a:lnTo>
                  <a:lnTo>
                    <a:pt x="270332" y="13881"/>
                  </a:lnTo>
                  <a:lnTo>
                    <a:pt x="273481" y="12065"/>
                  </a:lnTo>
                  <a:lnTo>
                    <a:pt x="275577" y="685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4249153" y="7691900"/>
              <a:ext cx="440690" cy="415290"/>
            </a:xfrm>
            <a:custGeom>
              <a:avLst/>
              <a:gdLst/>
              <a:ahLst/>
              <a:cxnLst/>
              <a:rect l="l" t="t" r="r" b="b"/>
              <a:pathLst>
                <a:path w="440689" h="415290">
                  <a:moveTo>
                    <a:pt x="596" y="53124"/>
                  </a:moveTo>
                  <a:lnTo>
                    <a:pt x="0" y="53124"/>
                  </a:lnTo>
                  <a:lnTo>
                    <a:pt x="0" y="53581"/>
                  </a:lnTo>
                  <a:lnTo>
                    <a:pt x="292" y="53581"/>
                  </a:lnTo>
                  <a:lnTo>
                    <a:pt x="596" y="53581"/>
                  </a:lnTo>
                  <a:lnTo>
                    <a:pt x="596" y="53124"/>
                  </a:lnTo>
                  <a:close/>
                </a:path>
                <a:path w="440689" h="415290">
                  <a:moveTo>
                    <a:pt x="27165" y="47180"/>
                  </a:moveTo>
                  <a:lnTo>
                    <a:pt x="25539" y="43421"/>
                  </a:lnTo>
                  <a:lnTo>
                    <a:pt x="23545" y="45148"/>
                  </a:lnTo>
                  <a:lnTo>
                    <a:pt x="21691" y="46748"/>
                  </a:lnTo>
                  <a:lnTo>
                    <a:pt x="22720" y="48082"/>
                  </a:lnTo>
                  <a:lnTo>
                    <a:pt x="24574" y="47701"/>
                  </a:lnTo>
                  <a:lnTo>
                    <a:pt x="24980" y="47625"/>
                  </a:lnTo>
                  <a:lnTo>
                    <a:pt x="27165" y="47180"/>
                  </a:lnTo>
                  <a:close/>
                </a:path>
                <a:path w="440689" h="415290">
                  <a:moveTo>
                    <a:pt x="43446" y="48120"/>
                  </a:moveTo>
                  <a:lnTo>
                    <a:pt x="40767" y="42189"/>
                  </a:lnTo>
                  <a:lnTo>
                    <a:pt x="37287" y="44310"/>
                  </a:lnTo>
                  <a:lnTo>
                    <a:pt x="36982" y="44526"/>
                  </a:lnTo>
                  <a:lnTo>
                    <a:pt x="36664" y="44704"/>
                  </a:lnTo>
                  <a:lnTo>
                    <a:pt x="36309" y="44843"/>
                  </a:lnTo>
                  <a:lnTo>
                    <a:pt x="34709" y="45618"/>
                  </a:lnTo>
                  <a:lnTo>
                    <a:pt x="34607" y="48488"/>
                  </a:lnTo>
                  <a:lnTo>
                    <a:pt x="37477" y="49720"/>
                  </a:lnTo>
                  <a:lnTo>
                    <a:pt x="38265" y="49949"/>
                  </a:lnTo>
                  <a:lnTo>
                    <a:pt x="43446" y="48120"/>
                  </a:lnTo>
                  <a:close/>
                </a:path>
                <a:path w="440689" h="415290">
                  <a:moveTo>
                    <a:pt x="53708" y="63804"/>
                  </a:moveTo>
                  <a:lnTo>
                    <a:pt x="45288" y="63804"/>
                  </a:lnTo>
                  <a:lnTo>
                    <a:pt x="45288" y="70345"/>
                  </a:lnTo>
                  <a:lnTo>
                    <a:pt x="49504" y="70345"/>
                  </a:lnTo>
                  <a:lnTo>
                    <a:pt x="53708" y="70345"/>
                  </a:lnTo>
                  <a:lnTo>
                    <a:pt x="53708" y="63804"/>
                  </a:lnTo>
                  <a:close/>
                </a:path>
                <a:path w="440689" h="415290">
                  <a:moveTo>
                    <a:pt x="66789" y="38341"/>
                  </a:moveTo>
                  <a:lnTo>
                    <a:pt x="54838" y="38341"/>
                  </a:lnTo>
                  <a:lnTo>
                    <a:pt x="54825" y="47625"/>
                  </a:lnTo>
                  <a:lnTo>
                    <a:pt x="60807" y="47625"/>
                  </a:lnTo>
                  <a:lnTo>
                    <a:pt x="66776" y="47625"/>
                  </a:lnTo>
                  <a:lnTo>
                    <a:pt x="66789" y="38341"/>
                  </a:lnTo>
                  <a:close/>
                </a:path>
                <a:path w="440689" h="415290">
                  <a:moveTo>
                    <a:pt x="70154" y="38938"/>
                  </a:moveTo>
                  <a:lnTo>
                    <a:pt x="69570" y="38938"/>
                  </a:lnTo>
                  <a:lnTo>
                    <a:pt x="69570" y="39382"/>
                  </a:lnTo>
                  <a:lnTo>
                    <a:pt x="69862" y="39382"/>
                  </a:lnTo>
                  <a:lnTo>
                    <a:pt x="70154" y="39382"/>
                  </a:lnTo>
                  <a:lnTo>
                    <a:pt x="70154" y="38938"/>
                  </a:lnTo>
                  <a:close/>
                </a:path>
                <a:path w="440689" h="415290">
                  <a:moveTo>
                    <a:pt x="70345" y="67983"/>
                  </a:moveTo>
                  <a:lnTo>
                    <a:pt x="66433" y="67894"/>
                  </a:lnTo>
                  <a:lnTo>
                    <a:pt x="65303" y="67856"/>
                  </a:lnTo>
                  <a:lnTo>
                    <a:pt x="64008" y="67843"/>
                  </a:lnTo>
                  <a:lnTo>
                    <a:pt x="63639" y="69342"/>
                  </a:lnTo>
                  <a:lnTo>
                    <a:pt x="67221" y="73748"/>
                  </a:lnTo>
                  <a:lnTo>
                    <a:pt x="70345" y="67983"/>
                  </a:lnTo>
                  <a:close/>
                </a:path>
                <a:path w="440689" h="415290">
                  <a:moveTo>
                    <a:pt x="84493" y="71259"/>
                  </a:moveTo>
                  <a:lnTo>
                    <a:pt x="83502" y="69926"/>
                  </a:lnTo>
                  <a:lnTo>
                    <a:pt x="77812" y="66522"/>
                  </a:lnTo>
                  <a:lnTo>
                    <a:pt x="73037" y="71399"/>
                  </a:lnTo>
                  <a:lnTo>
                    <a:pt x="76377" y="77127"/>
                  </a:lnTo>
                  <a:lnTo>
                    <a:pt x="78257" y="77939"/>
                  </a:lnTo>
                  <a:lnTo>
                    <a:pt x="82677" y="77419"/>
                  </a:lnTo>
                  <a:lnTo>
                    <a:pt x="83947" y="75425"/>
                  </a:lnTo>
                  <a:lnTo>
                    <a:pt x="84251" y="73063"/>
                  </a:lnTo>
                  <a:lnTo>
                    <a:pt x="84493" y="71259"/>
                  </a:lnTo>
                  <a:close/>
                </a:path>
                <a:path w="440689" h="415290">
                  <a:moveTo>
                    <a:pt x="85026" y="28435"/>
                  </a:moveTo>
                  <a:lnTo>
                    <a:pt x="80530" y="23952"/>
                  </a:lnTo>
                  <a:lnTo>
                    <a:pt x="77228" y="24726"/>
                  </a:lnTo>
                  <a:lnTo>
                    <a:pt x="74066" y="29083"/>
                  </a:lnTo>
                  <a:lnTo>
                    <a:pt x="74891" y="31369"/>
                  </a:lnTo>
                  <a:lnTo>
                    <a:pt x="77889" y="35166"/>
                  </a:lnTo>
                  <a:lnTo>
                    <a:pt x="80962" y="34467"/>
                  </a:lnTo>
                  <a:lnTo>
                    <a:pt x="82054" y="33604"/>
                  </a:lnTo>
                  <a:lnTo>
                    <a:pt x="83972" y="32067"/>
                  </a:lnTo>
                  <a:lnTo>
                    <a:pt x="83997" y="31877"/>
                  </a:lnTo>
                  <a:lnTo>
                    <a:pt x="84213" y="31724"/>
                  </a:lnTo>
                  <a:lnTo>
                    <a:pt x="85026" y="28435"/>
                  </a:lnTo>
                  <a:close/>
                </a:path>
                <a:path w="440689" h="415290">
                  <a:moveTo>
                    <a:pt x="93751" y="51269"/>
                  </a:moveTo>
                  <a:lnTo>
                    <a:pt x="87744" y="47358"/>
                  </a:lnTo>
                  <a:lnTo>
                    <a:pt x="85686" y="51587"/>
                  </a:lnTo>
                  <a:lnTo>
                    <a:pt x="88557" y="52552"/>
                  </a:lnTo>
                  <a:lnTo>
                    <a:pt x="92773" y="53975"/>
                  </a:lnTo>
                  <a:lnTo>
                    <a:pt x="93751" y="51269"/>
                  </a:lnTo>
                  <a:close/>
                </a:path>
                <a:path w="440689" h="415290">
                  <a:moveTo>
                    <a:pt x="110464" y="92824"/>
                  </a:moveTo>
                  <a:lnTo>
                    <a:pt x="98247" y="92824"/>
                  </a:lnTo>
                  <a:lnTo>
                    <a:pt x="98234" y="101955"/>
                  </a:lnTo>
                  <a:lnTo>
                    <a:pt x="91071" y="96926"/>
                  </a:lnTo>
                  <a:lnTo>
                    <a:pt x="85585" y="100711"/>
                  </a:lnTo>
                  <a:lnTo>
                    <a:pt x="85585" y="109715"/>
                  </a:lnTo>
                  <a:lnTo>
                    <a:pt x="91071" y="113499"/>
                  </a:lnTo>
                  <a:lnTo>
                    <a:pt x="95110" y="110667"/>
                  </a:lnTo>
                  <a:lnTo>
                    <a:pt x="99339" y="107696"/>
                  </a:lnTo>
                  <a:lnTo>
                    <a:pt x="99339" y="102730"/>
                  </a:lnTo>
                  <a:lnTo>
                    <a:pt x="98729" y="102311"/>
                  </a:lnTo>
                  <a:lnTo>
                    <a:pt x="104355" y="102311"/>
                  </a:lnTo>
                  <a:lnTo>
                    <a:pt x="110451" y="102311"/>
                  </a:lnTo>
                  <a:lnTo>
                    <a:pt x="110464" y="92824"/>
                  </a:lnTo>
                  <a:close/>
                </a:path>
                <a:path w="440689" h="415290">
                  <a:moveTo>
                    <a:pt x="113690" y="55308"/>
                  </a:moveTo>
                  <a:lnTo>
                    <a:pt x="113106" y="55308"/>
                  </a:lnTo>
                  <a:lnTo>
                    <a:pt x="113106" y="55765"/>
                  </a:lnTo>
                  <a:lnTo>
                    <a:pt x="113398" y="55765"/>
                  </a:lnTo>
                  <a:lnTo>
                    <a:pt x="113690" y="55765"/>
                  </a:lnTo>
                  <a:lnTo>
                    <a:pt x="113690" y="55308"/>
                  </a:lnTo>
                  <a:close/>
                </a:path>
                <a:path w="440689" h="415290">
                  <a:moveTo>
                    <a:pt x="121119" y="63525"/>
                  </a:moveTo>
                  <a:lnTo>
                    <a:pt x="120561" y="62560"/>
                  </a:lnTo>
                  <a:lnTo>
                    <a:pt x="120802" y="60109"/>
                  </a:lnTo>
                  <a:lnTo>
                    <a:pt x="120967" y="58521"/>
                  </a:lnTo>
                  <a:lnTo>
                    <a:pt x="116179" y="58089"/>
                  </a:lnTo>
                  <a:lnTo>
                    <a:pt x="114096" y="61010"/>
                  </a:lnTo>
                  <a:lnTo>
                    <a:pt x="113106" y="61379"/>
                  </a:lnTo>
                  <a:lnTo>
                    <a:pt x="109296" y="65671"/>
                  </a:lnTo>
                  <a:lnTo>
                    <a:pt x="114947" y="71094"/>
                  </a:lnTo>
                  <a:lnTo>
                    <a:pt x="117157" y="68313"/>
                  </a:lnTo>
                  <a:lnTo>
                    <a:pt x="117475" y="67919"/>
                  </a:lnTo>
                  <a:lnTo>
                    <a:pt x="119202" y="67348"/>
                  </a:lnTo>
                  <a:lnTo>
                    <a:pt x="120307" y="65011"/>
                  </a:lnTo>
                  <a:lnTo>
                    <a:pt x="120370" y="64414"/>
                  </a:lnTo>
                  <a:lnTo>
                    <a:pt x="121119" y="63525"/>
                  </a:lnTo>
                  <a:close/>
                </a:path>
                <a:path w="440689" h="415290">
                  <a:moveTo>
                    <a:pt x="128905" y="24892"/>
                  </a:moveTo>
                  <a:lnTo>
                    <a:pt x="125336" y="22517"/>
                  </a:lnTo>
                  <a:lnTo>
                    <a:pt x="124409" y="24676"/>
                  </a:lnTo>
                  <a:lnTo>
                    <a:pt x="124091" y="25412"/>
                  </a:lnTo>
                  <a:lnTo>
                    <a:pt x="123774" y="26073"/>
                  </a:lnTo>
                  <a:lnTo>
                    <a:pt x="123456" y="27800"/>
                  </a:lnTo>
                  <a:lnTo>
                    <a:pt x="124396" y="28740"/>
                  </a:lnTo>
                  <a:lnTo>
                    <a:pt x="125996" y="27762"/>
                  </a:lnTo>
                  <a:lnTo>
                    <a:pt x="128905" y="24892"/>
                  </a:lnTo>
                  <a:close/>
                </a:path>
                <a:path w="440689" h="415290">
                  <a:moveTo>
                    <a:pt x="134620" y="33477"/>
                  </a:moveTo>
                  <a:lnTo>
                    <a:pt x="134035" y="33477"/>
                  </a:lnTo>
                  <a:lnTo>
                    <a:pt x="134035" y="33921"/>
                  </a:lnTo>
                  <a:lnTo>
                    <a:pt x="134327" y="33921"/>
                  </a:lnTo>
                  <a:lnTo>
                    <a:pt x="134620" y="33921"/>
                  </a:lnTo>
                  <a:lnTo>
                    <a:pt x="134620" y="33477"/>
                  </a:lnTo>
                  <a:close/>
                </a:path>
                <a:path w="440689" h="415290">
                  <a:moveTo>
                    <a:pt x="141516" y="52578"/>
                  </a:moveTo>
                  <a:lnTo>
                    <a:pt x="133921" y="52578"/>
                  </a:lnTo>
                  <a:lnTo>
                    <a:pt x="133921" y="58483"/>
                  </a:lnTo>
                  <a:lnTo>
                    <a:pt x="137718" y="58483"/>
                  </a:lnTo>
                  <a:lnTo>
                    <a:pt x="141516" y="58483"/>
                  </a:lnTo>
                  <a:lnTo>
                    <a:pt x="141516" y="52578"/>
                  </a:lnTo>
                  <a:close/>
                </a:path>
                <a:path w="440689" h="415290">
                  <a:moveTo>
                    <a:pt x="144538" y="81711"/>
                  </a:moveTo>
                  <a:lnTo>
                    <a:pt x="138823" y="81711"/>
                  </a:lnTo>
                  <a:lnTo>
                    <a:pt x="138823" y="86131"/>
                  </a:lnTo>
                  <a:lnTo>
                    <a:pt x="141681" y="86131"/>
                  </a:lnTo>
                  <a:lnTo>
                    <a:pt x="144526" y="86131"/>
                  </a:lnTo>
                  <a:lnTo>
                    <a:pt x="144538" y="81711"/>
                  </a:lnTo>
                  <a:close/>
                </a:path>
                <a:path w="440689" h="415290">
                  <a:moveTo>
                    <a:pt x="152082" y="14325"/>
                  </a:moveTo>
                  <a:lnTo>
                    <a:pt x="150507" y="11874"/>
                  </a:lnTo>
                  <a:lnTo>
                    <a:pt x="144424" y="11188"/>
                  </a:lnTo>
                  <a:lnTo>
                    <a:pt x="143014" y="14058"/>
                  </a:lnTo>
                  <a:lnTo>
                    <a:pt x="144729" y="18148"/>
                  </a:lnTo>
                  <a:lnTo>
                    <a:pt x="147434" y="18567"/>
                  </a:lnTo>
                  <a:lnTo>
                    <a:pt x="149123" y="17030"/>
                  </a:lnTo>
                  <a:lnTo>
                    <a:pt x="152082" y="14325"/>
                  </a:lnTo>
                  <a:close/>
                </a:path>
                <a:path w="440689" h="415290">
                  <a:moveTo>
                    <a:pt x="161874" y="26238"/>
                  </a:moveTo>
                  <a:lnTo>
                    <a:pt x="160045" y="24066"/>
                  </a:lnTo>
                  <a:lnTo>
                    <a:pt x="159842" y="23837"/>
                  </a:lnTo>
                  <a:lnTo>
                    <a:pt x="159613" y="23558"/>
                  </a:lnTo>
                  <a:lnTo>
                    <a:pt x="157073" y="23774"/>
                  </a:lnTo>
                  <a:lnTo>
                    <a:pt x="156654" y="23723"/>
                  </a:lnTo>
                  <a:lnTo>
                    <a:pt x="156527" y="23622"/>
                  </a:lnTo>
                  <a:lnTo>
                    <a:pt x="156083" y="23279"/>
                  </a:lnTo>
                  <a:lnTo>
                    <a:pt x="155321" y="23418"/>
                  </a:lnTo>
                  <a:lnTo>
                    <a:pt x="155321" y="23672"/>
                  </a:lnTo>
                  <a:lnTo>
                    <a:pt x="154266" y="23863"/>
                  </a:lnTo>
                  <a:lnTo>
                    <a:pt x="154787" y="23749"/>
                  </a:lnTo>
                  <a:lnTo>
                    <a:pt x="155321" y="23672"/>
                  </a:lnTo>
                  <a:lnTo>
                    <a:pt x="155321" y="23418"/>
                  </a:lnTo>
                  <a:lnTo>
                    <a:pt x="154508" y="23558"/>
                  </a:lnTo>
                  <a:lnTo>
                    <a:pt x="152311" y="24676"/>
                  </a:lnTo>
                  <a:lnTo>
                    <a:pt x="151295" y="25946"/>
                  </a:lnTo>
                  <a:lnTo>
                    <a:pt x="150634" y="30149"/>
                  </a:lnTo>
                  <a:lnTo>
                    <a:pt x="151815" y="32258"/>
                  </a:lnTo>
                  <a:lnTo>
                    <a:pt x="155308" y="33667"/>
                  </a:lnTo>
                  <a:lnTo>
                    <a:pt x="156108" y="33769"/>
                  </a:lnTo>
                  <a:lnTo>
                    <a:pt x="159600" y="33464"/>
                  </a:lnTo>
                  <a:lnTo>
                    <a:pt x="161874" y="31572"/>
                  </a:lnTo>
                  <a:lnTo>
                    <a:pt x="161874" y="26238"/>
                  </a:lnTo>
                  <a:close/>
                </a:path>
                <a:path w="440689" h="415290">
                  <a:moveTo>
                    <a:pt x="168592" y="68592"/>
                  </a:moveTo>
                  <a:close/>
                </a:path>
                <a:path w="440689" h="415290">
                  <a:moveTo>
                    <a:pt x="172072" y="68364"/>
                  </a:moveTo>
                  <a:lnTo>
                    <a:pt x="169227" y="65405"/>
                  </a:lnTo>
                  <a:lnTo>
                    <a:pt x="168935" y="65112"/>
                  </a:lnTo>
                  <a:lnTo>
                    <a:pt x="168935" y="70040"/>
                  </a:lnTo>
                  <a:lnTo>
                    <a:pt x="168732" y="70421"/>
                  </a:lnTo>
                  <a:lnTo>
                    <a:pt x="168630" y="70586"/>
                  </a:lnTo>
                  <a:lnTo>
                    <a:pt x="168579" y="69316"/>
                  </a:lnTo>
                  <a:lnTo>
                    <a:pt x="168478" y="68554"/>
                  </a:lnTo>
                  <a:lnTo>
                    <a:pt x="168452" y="68364"/>
                  </a:lnTo>
                  <a:lnTo>
                    <a:pt x="168592" y="68592"/>
                  </a:lnTo>
                  <a:lnTo>
                    <a:pt x="166090" y="62141"/>
                  </a:lnTo>
                  <a:lnTo>
                    <a:pt x="161175" y="67792"/>
                  </a:lnTo>
                  <a:lnTo>
                    <a:pt x="160985" y="69583"/>
                  </a:lnTo>
                  <a:lnTo>
                    <a:pt x="162725" y="73164"/>
                  </a:lnTo>
                  <a:lnTo>
                    <a:pt x="164757" y="73863"/>
                  </a:lnTo>
                  <a:lnTo>
                    <a:pt x="169824" y="72390"/>
                  </a:lnTo>
                  <a:lnTo>
                    <a:pt x="169913" y="71767"/>
                  </a:lnTo>
                  <a:lnTo>
                    <a:pt x="170167" y="70002"/>
                  </a:lnTo>
                  <a:lnTo>
                    <a:pt x="170218" y="69621"/>
                  </a:lnTo>
                  <a:lnTo>
                    <a:pt x="170167" y="70002"/>
                  </a:lnTo>
                  <a:lnTo>
                    <a:pt x="172008" y="68554"/>
                  </a:lnTo>
                  <a:lnTo>
                    <a:pt x="172072" y="68364"/>
                  </a:lnTo>
                  <a:close/>
                </a:path>
                <a:path w="440689" h="415290">
                  <a:moveTo>
                    <a:pt x="177126" y="34582"/>
                  </a:moveTo>
                  <a:lnTo>
                    <a:pt x="175069" y="31445"/>
                  </a:lnTo>
                  <a:lnTo>
                    <a:pt x="169443" y="29895"/>
                  </a:lnTo>
                  <a:lnTo>
                    <a:pt x="166763" y="31711"/>
                  </a:lnTo>
                  <a:lnTo>
                    <a:pt x="166687" y="31915"/>
                  </a:lnTo>
                  <a:lnTo>
                    <a:pt x="166484" y="31978"/>
                  </a:lnTo>
                  <a:lnTo>
                    <a:pt x="164490" y="36220"/>
                  </a:lnTo>
                  <a:lnTo>
                    <a:pt x="165112" y="38989"/>
                  </a:lnTo>
                  <a:lnTo>
                    <a:pt x="170992" y="42964"/>
                  </a:lnTo>
                  <a:lnTo>
                    <a:pt x="174955" y="40754"/>
                  </a:lnTo>
                  <a:lnTo>
                    <a:pt x="177126" y="34582"/>
                  </a:lnTo>
                  <a:close/>
                </a:path>
                <a:path w="440689" h="415290">
                  <a:moveTo>
                    <a:pt x="184378" y="67868"/>
                  </a:moveTo>
                  <a:lnTo>
                    <a:pt x="183794" y="67868"/>
                  </a:lnTo>
                  <a:lnTo>
                    <a:pt x="183794" y="68313"/>
                  </a:lnTo>
                  <a:lnTo>
                    <a:pt x="184086" y="68313"/>
                  </a:lnTo>
                  <a:lnTo>
                    <a:pt x="184378" y="68313"/>
                  </a:lnTo>
                  <a:lnTo>
                    <a:pt x="184378" y="67868"/>
                  </a:lnTo>
                  <a:close/>
                </a:path>
                <a:path w="440689" h="415290">
                  <a:moveTo>
                    <a:pt x="187248" y="10502"/>
                  </a:moveTo>
                  <a:lnTo>
                    <a:pt x="175298" y="10502"/>
                  </a:lnTo>
                  <a:lnTo>
                    <a:pt x="175285" y="14554"/>
                  </a:lnTo>
                  <a:lnTo>
                    <a:pt x="172631" y="14554"/>
                  </a:lnTo>
                  <a:lnTo>
                    <a:pt x="172618" y="24460"/>
                  </a:lnTo>
                  <a:lnTo>
                    <a:pt x="179006" y="24460"/>
                  </a:lnTo>
                  <a:lnTo>
                    <a:pt x="185381" y="24460"/>
                  </a:lnTo>
                  <a:lnTo>
                    <a:pt x="185381" y="19786"/>
                  </a:lnTo>
                  <a:lnTo>
                    <a:pt x="187236" y="19786"/>
                  </a:lnTo>
                  <a:lnTo>
                    <a:pt x="187248" y="10502"/>
                  </a:lnTo>
                  <a:close/>
                </a:path>
                <a:path w="440689" h="415290">
                  <a:moveTo>
                    <a:pt x="192824" y="45262"/>
                  </a:moveTo>
                  <a:lnTo>
                    <a:pt x="190690" y="43294"/>
                  </a:lnTo>
                  <a:lnTo>
                    <a:pt x="180721" y="47828"/>
                  </a:lnTo>
                  <a:lnTo>
                    <a:pt x="187794" y="55372"/>
                  </a:lnTo>
                  <a:lnTo>
                    <a:pt x="190398" y="50139"/>
                  </a:lnTo>
                  <a:lnTo>
                    <a:pt x="192824" y="45262"/>
                  </a:lnTo>
                  <a:close/>
                </a:path>
                <a:path w="440689" h="415290">
                  <a:moveTo>
                    <a:pt x="195122" y="7277"/>
                  </a:moveTo>
                  <a:lnTo>
                    <a:pt x="194538" y="7277"/>
                  </a:lnTo>
                  <a:lnTo>
                    <a:pt x="194538" y="7721"/>
                  </a:lnTo>
                  <a:lnTo>
                    <a:pt x="194830" y="7721"/>
                  </a:lnTo>
                  <a:lnTo>
                    <a:pt x="195122" y="7721"/>
                  </a:lnTo>
                  <a:lnTo>
                    <a:pt x="195122" y="7277"/>
                  </a:lnTo>
                  <a:close/>
                </a:path>
                <a:path w="440689" h="415290">
                  <a:moveTo>
                    <a:pt x="204927" y="20548"/>
                  </a:moveTo>
                  <a:lnTo>
                    <a:pt x="200583" y="20548"/>
                  </a:lnTo>
                  <a:lnTo>
                    <a:pt x="200571" y="23926"/>
                  </a:lnTo>
                  <a:lnTo>
                    <a:pt x="202755" y="23926"/>
                  </a:lnTo>
                  <a:lnTo>
                    <a:pt x="204914" y="23926"/>
                  </a:lnTo>
                  <a:lnTo>
                    <a:pt x="204927" y="20548"/>
                  </a:lnTo>
                  <a:close/>
                </a:path>
                <a:path w="440689" h="415290">
                  <a:moveTo>
                    <a:pt x="214566" y="11417"/>
                  </a:moveTo>
                  <a:lnTo>
                    <a:pt x="213461" y="10604"/>
                  </a:lnTo>
                  <a:lnTo>
                    <a:pt x="209423" y="7632"/>
                  </a:lnTo>
                  <a:lnTo>
                    <a:pt x="205270" y="11328"/>
                  </a:lnTo>
                  <a:lnTo>
                    <a:pt x="204990" y="11734"/>
                  </a:lnTo>
                  <a:lnTo>
                    <a:pt x="204825" y="11963"/>
                  </a:lnTo>
                  <a:lnTo>
                    <a:pt x="204406" y="13004"/>
                  </a:lnTo>
                  <a:lnTo>
                    <a:pt x="204749" y="12103"/>
                  </a:lnTo>
                  <a:lnTo>
                    <a:pt x="204381" y="13004"/>
                  </a:lnTo>
                  <a:lnTo>
                    <a:pt x="204381" y="9055"/>
                  </a:lnTo>
                  <a:lnTo>
                    <a:pt x="194348" y="9055"/>
                  </a:lnTo>
                  <a:lnTo>
                    <a:pt x="194335" y="16852"/>
                  </a:lnTo>
                  <a:lnTo>
                    <a:pt x="199364" y="16852"/>
                  </a:lnTo>
                  <a:lnTo>
                    <a:pt x="204381" y="16852"/>
                  </a:lnTo>
                  <a:lnTo>
                    <a:pt x="204381" y="14897"/>
                  </a:lnTo>
                  <a:lnTo>
                    <a:pt x="205384" y="17056"/>
                  </a:lnTo>
                  <a:lnTo>
                    <a:pt x="207022" y="18021"/>
                  </a:lnTo>
                  <a:lnTo>
                    <a:pt x="210083" y="17678"/>
                  </a:lnTo>
                  <a:lnTo>
                    <a:pt x="211429" y="17157"/>
                  </a:lnTo>
                  <a:lnTo>
                    <a:pt x="214566" y="11417"/>
                  </a:lnTo>
                  <a:close/>
                </a:path>
                <a:path w="440689" h="415290">
                  <a:moveTo>
                    <a:pt x="216623" y="10553"/>
                  </a:moveTo>
                  <a:lnTo>
                    <a:pt x="216027" y="10553"/>
                  </a:lnTo>
                  <a:lnTo>
                    <a:pt x="216027" y="10998"/>
                  </a:lnTo>
                  <a:lnTo>
                    <a:pt x="216319" y="10998"/>
                  </a:lnTo>
                  <a:lnTo>
                    <a:pt x="216623" y="10998"/>
                  </a:lnTo>
                  <a:lnTo>
                    <a:pt x="216623" y="10553"/>
                  </a:lnTo>
                  <a:close/>
                </a:path>
                <a:path w="440689" h="415290">
                  <a:moveTo>
                    <a:pt x="219468" y="41109"/>
                  </a:moveTo>
                  <a:lnTo>
                    <a:pt x="210362" y="43230"/>
                  </a:lnTo>
                  <a:lnTo>
                    <a:pt x="212979" y="47929"/>
                  </a:lnTo>
                  <a:lnTo>
                    <a:pt x="214312" y="50330"/>
                  </a:lnTo>
                  <a:lnTo>
                    <a:pt x="218224" y="50203"/>
                  </a:lnTo>
                  <a:lnTo>
                    <a:pt x="219468" y="41109"/>
                  </a:lnTo>
                  <a:close/>
                </a:path>
                <a:path w="440689" h="415290">
                  <a:moveTo>
                    <a:pt x="235800" y="35775"/>
                  </a:moveTo>
                  <a:lnTo>
                    <a:pt x="233832" y="33985"/>
                  </a:lnTo>
                  <a:lnTo>
                    <a:pt x="225653" y="35229"/>
                  </a:lnTo>
                  <a:lnTo>
                    <a:pt x="224942" y="40195"/>
                  </a:lnTo>
                  <a:lnTo>
                    <a:pt x="229489" y="44754"/>
                  </a:lnTo>
                  <a:lnTo>
                    <a:pt x="234276" y="43916"/>
                  </a:lnTo>
                  <a:lnTo>
                    <a:pt x="234937" y="40398"/>
                  </a:lnTo>
                  <a:lnTo>
                    <a:pt x="235800" y="35775"/>
                  </a:lnTo>
                  <a:close/>
                </a:path>
                <a:path w="440689" h="415290">
                  <a:moveTo>
                    <a:pt x="239344" y="13652"/>
                  </a:moveTo>
                  <a:lnTo>
                    <a:pt x="238391" y="8572"/>
                  </a:lnTo>
                  <a:lnTo>
                    <a:pt x="238061" y="6794"/>
                  </a:lnTo>
                  <a:lnTo>
                    <a:pt x="231533" y="7378"/>
                  </a:lnTo>
                  <a:lnTo>
                    <a:pt x="231076" y="6934"/>
                  </a:lnTo>
                  <a:lnTo>
                    <a:pt x="228854" y="7277"/>
                  </a:lnTo>
                  <a:lnTo>
                    <a:pt x="226301" y="9245"/>
                  </a:lnTo>
                  <a:lnTo>
                    <a:pt x="225679" y="10363"/>
                  </a:lnTo>
                  <a:lnTo>
                    <a:pt x="224624" y="15201"/>
                  </a:lnTo>
                  <a:lnTo>
                    <a:pt x="227825" y="18796"/>
                  </a:lnTo>
                  <a:lnTo>
                    <a:pt x="233172" y="17335"/>
                  </a:lnTo>
                  <a:lnTo>
                    <a:pt x="239344" y="13652"/>
                  </a:lnTo>
                  <a:close/>
                </a:path>
                <a:path w="440689" h="415290">
                  <a:moveTo>
                    <a:pt x="251777" y="43535"/>
                  </a:moveTo>
                  <a:lnTo>
                    <a:pt x="251523" y="40614"/>
                  </a:lnTo>
                  <a:lnTo>
                    <a:pt x="251485" y="40119"/>
                  </a:lnTo>
                  <a:lnTo>
                    <a:pt x="251345" y="38481"/>
                  </a:lnTo>
                  <a:lnTo>
                    <a:pt x="248716" y="38227"/>
                  </a:lnTo>
                  <a:lnTo>
                    <a:pt x="247421" y="36461"/>
                  </a:lnTo>
                  <a:lnTo>
                    <a:pt x="243255" y="41910"/>
                  </a:lnTo>
                  <a:lnTo>
                    <a:pt x="248716" y="44615"/>
                  </a:lnTo>
                  <a:lnTo>
                    <a:pt x="251777" y="43535"/>
                  </a:lnTo>
                  <a:close/>
                </a:path>
                <a:path w="440689" h="415290">
                  <a:moveTo>
                    <a:pt x="254165" y="37579"/>
                  </a:moveTo>
                  <a:lnTo>
                    <a:pt x="253898" y="36207"/>
                  </a:lnTo>
                  <a:lnTo>
                    <a:pt x="253834" y="35864"/>
                  </a:lnTo>
                  <a:lnTo>
                    <a:pt x="253796" y="35687"/>
                  </a:lnTo>
                  <a:lnTo>
                    <a:pt x="253657" y="34975"/>
                  </a:lnTo>
                  <a:lnTo>
                    <a:pt x="252514" y="34975"/>
                  </a:lnTo>
                  <a:lnTo>
                    <a:pt x="252336" y="35864"/>
                  </a:lnTo>
                  <a:lnTo>
                    <a:pt x="252272" y="36207"/>
                  </a:lnTo>
                  <a:lnTo>
                    <a:pt x="252006" y="37566"/>
                  </a:lnTo>
                  <a:lnTo>
                    <a:pt x="254165" y="37579"/>
                  </a:lnTo>
                  <a:close/>
                </a:path>
                <a:path w="440689" h="415290">
                  <a:moveTo>
                    <a:pt x="255993" y="24638"/>
                  </a:moveTo>
                  <a:lnTo>
                    <a:pt x="251180" y="18681"/>
                  </a:lnTo>
                  <a:lnTo>
                    <a:pt x="245491" y="25019"/>
                  </a:lnTo>
                  <a:lnTo>
                    <a:pt x="248348" y="29121"/>
                  </a:lnTo>
                  <a:lnTo>
                    <a:pt x="251447" y="27305"/>
                  </a:lnTo>
                  <a:lnTo>
                    <a:pt x="255993" y="24638"/>
                  </a:lnTo>
                  <a:close/>
                </a:path>
                <a:path w="440689" h="415290">
                  <a:moveTo>
                    <a:pt x="258521" y="14973"/>
                  </a:moveTo>
                  <a:lnTo>
                    <a:pt x="257238" y="13157"/>
                  </a:lnTo>
                  <a:lnTo>
                    <a:pt x="255689" y="10972"/>
                  </a:lnTo>
                  <a:lnTo>
                    <a:pt x="253860" y="10972"/>
                  </a:lnTo>
                  <a:lnTo>
                    <a:pt x="251040" y="14973"/>
                  </a:lnTo>
                  <a:lnTo>
                    <a:pt x="252768" y="17437"/>
                  </a:lnTo>
                  <a:lnTo>
                    <a:pt x="256794" y="17437"/>
                  </a:lnTo>
                  <a:lnTo>
                    <a:pt x="258521" y="14973"/>
                  </a:lnTo>
                  <a:close/>
                </a:path>
                <a:path w="440689" h="415290">
                  <a:moveTo>
                    <a:pt x="260210" y="0"/>
                  </a:moveTo>
                  <a:lnTo>
                    <a:pt x="249351" y="0"/>
                  </a:lnTo>
                  <a:lnTo>
                    <a:pt x="249339" y="8445"/>
                  </a:lnTo>
                  <a:lnTo>
                    <a:pt x="254774" y="8445"/>
                  </a:lnTo>
                  <a:lnTo>
                    <a:pt x="260197" y="8445"/>
                  </a:lnTo>
                  <a:lnTo>
                    <a:pt x="260210" y="0"/>
                  </a:lnTo>
                  <a:close/>
                </a:path>
                <a:path w="440689" h="415290">
                  <a:moveTo>
                    <a:pt x="288709" y="393560"/>
                  </a:moveTo>
                  <a:lnTo>
                    <a:pt x="288455" y="392417"/>
                  </a:lnTo>
                  <a:lnTo>
                    <a:pt x="286207" y="391109"/>
                  </a:lnTo>
                  <a:lnTo>
                    <a:pt x="285305" y="391185"/>
                  </a:lnTo>
                  <a:lnTo>
                    <a:pt x="279095" y="392252"/>
                  </a:lnTo>
                  <a:lnTo>
                    <a:pt x="282854" y="400989"/>
                  </a:lnTo>
                  <a:lnTo>
                    <a:pt x="287261" y="396925"/>
                  </a:lnTo>
                  <a:lnTo>
                    <a:pt x="287934" y="396290"/>
                  </a:lnTo>
                  <a:lnTo>
                    <a:pt x="288417" y="395668"/>
                  </a:lnTo>
                  <a:lnTo>
                    <a:pt x="288709" y="393560"/>
                  </a:lnTo>
                  <a:close/>
                </a:path>
                <a:path w="440689" h="415290">
                  <a:moveTo>
                    <a:pt x="290537" y="410298"/>
                  </a:moveTo>
                  <a:lnTo>
                    <a:pt x="288569" y="409752"/>
                  </a:lnTo>
                  <a:lnTo>
                    <a:pt x="285800" y="413385"/>
                  </a:lnTo>
                  <a:lnTo>
                    <a:pt x="289001" y="415137"/>
                  </a:lnTo>
                  <a:lnTo>
                    <a:pt x="289712" y="412927"/>
                  </a:lnTo>
                  <a:lnTo>
                    <a:pt x="290537" y="410298"/>
                  </a:lnTo>
                  <a:close/>
                </a:path>
                <a:path w="440689" h="415290">
                  <a:moveTo>
                    <a:pt x="299605" y="377875"/>
                  </a:moveTo>
                  <a:lnTo>
                    <a:pt x="298729" y="374738"/>
                  </a:lnTo>
                  <a:lnTo>
                    <a:pt x="292785" y="375018"/>
                  </a:lnTo>
                  <a:lnTo>
                    <a:pt x="291198" y="377228"/>
                  </a:lnTo>
                  <a:lnTo>
                    <a:pt x="292950" y="381368"/>
                  </a:lnTo>
                  <a:lnTo>
                    <a:pt x="295833" y="382181"/>
                  </a:lnTo>
                  <a:lnTo>
                    <a:pt x="297357" y="380441"/>
                  </a:lnTo>
                  <a:lnTo>
                    <a:pt x="299605" y="377875"/>
                  </a:lnTo>
                  <a:close/>
                </a:path>
                <a:path w="440689" h="415290">
                  <a:moveTo>
                    <a:pt x="302348" y="355536"/>
                  </a:moveTo>
                  <a:lnTo>
                    <a:pt x="301396" y="355015"/>
                  </a:lnTo>
                  <a:lnTo>
                    <a:pt x="301205" y="354749"/>
                  </a:lnTo>
                  <a:lnTo>
                    <a:pt x="301078" y="354711"/>
                  </a:lnTo>
                  <a:lnTo>
                    <a:pt x="301078" y="359575"/>
                  </a:lnTo>
                  <a:lnTo>
                    <a:pt x="299377" y="360070"/>
                  </a:lnTo>
                  <a:lnTo>
                    <a:pt x="301002" y="359587"/>
                  </a:lnTo>
                  <a:lnTo>
                    <a:pt x="301078" y="354711"/>
                  </a:lnTo>
                  <a:lnTo>
                    <a:pt x="300329" y="354431"/>
                  </a:lnTo>
                  <a:lnTo>
                    <a:pt x="298869" y="353631"/>
                  </a:lnTo>
                  <a:lnTo>
                    <a:pt x="298742" y="353872"/>
                  </a:lnTo>
                  <a:lnTo>
                    <a:pt x="297954" y="353593"/>
                  </a:lnTo>
                  <a:lnTo>
                    <a:pt x="296354" y="354393"/>
                  </a:lnTo>
                  <a:lnTo>
                    <a:pt x="294220" y="357454"/>
                  </a:lnTo>
                  <a:lnTo>
                    <a:pt x="295414" y="359765"/>
                  </a:lnTo>
                  <a:lnTo>
                    <a:pt x="299059" y="360794"/>
                  </a:lnTo>
                  <a:lnTo>
                    <a:pt x="301485" y="360324"/>
                  </a:lnTo>
                  <a:lnTo>
                    <a:pt x="301536" y="360070"/>
                  </a:lnTo>
                  <a:lnTo>
                    <a:pt x="302094" y="356971"/>
                  </a:lnTo>
                  <a:lnTo>
                    <a:pt x="302209" y="356666"/>
                  </a:lnTo>
                  <a:lnTo>
                    <a:pt x="302209" y="356311"/>
                  </a:lnTo>
                  <a:lnTo>
                    <a:pt x="302348" y="355536"/>
                  </a:lnTo>
                  <a:close/>
                </a:path>
                <a:path w="440689" h="415290">
                  <a:moveTo>
                    <a:pt x="310070" y="362635"/>
                  </a:moveTo>
                  <a:lnTo>
                    <a:pt x="309486" y="362635"/>
                  </a:lnTo>
                  <a:lnTo>
                    <a:pt x="309486" y="363093"/>
                  </a:lnTo>
                  <a:lnTo>
                    <a:pt x="309778" y="363093"/>
                  </a:lnTo>
                  <a:lnTo>
                    <a:pt x="310070" y="363093"/>
                  </a:lnTo>
                  <a:lnTo>
                    <a:pt x="310070" y="362635"/>
                  </a:lnTo>
                  <a:close/>
                </a:path>
                <a:path w="440689" h="415290">
                  <a:moveTo>
                    <a:pt x="316204" y="382003"/>
                  </a:moveTo>
                  <a:lnTo>
                    <a:pt x="307873" y="382003"/>
                  </a:lnTo>
                  <a:lnTo>
                    <a:pt x="307873" y="388480"/>
                  </a:lnTo>
                  <a:lnTo>
                    <a:pt x="312039" y="388480"/>
                  </a:lnTo>
                  <a:lnTo>
                    <a:pt x="316191" y="388480"/>
                  </a:lnTo>
                  <a:lnTo>
                    <a:pt x="316204" y="382003"/>
                  </a:lnTo>
                  <a:close/>
                </a:path>
                <a:path w="440689" h="415290">
                  <a:moveTo>
                    <a:pt x="321919" y="335026"/>
                  </a:moveTo>
                  <a:lnTo>
                    <a:pt x="315734" y="332943"/>
                  </a:lnTo>
                  <a:lnTo>
                    <a:pt x="315188" y="336524"/>
                  </a:lnTo>
                  <a:lnTo>
                    <a:pt x="314756" y="339255"/>
                  </a:lnTo>
                  <a:lnTo>
                    <a:pt x="318376" y="341274"/>
                  </a:lnTo>
                  <a:lnTo>
                    <a:pt x="321919" y="335026"/>
                  </a:lnTo>
                  <a:close/>
                </a:path>
                <a:path w="440689" h="415290">
                  <a:moveTo>
                    <a:pt x="321932" y="350723"/>
                  </a:moveTo>
                  <a:lnTo>
                    <a:pt x="321652" y="348767"/>
                  </a:lnTo>
                  <a:lnTo>
                    <a:pt x="321538" y="348526"/>
                  </a:lnTo>
                  <a:lnTo>
                    <a:pt x="320294" y="346163"/>
                  </a:lnTo>
                  <a:lnTo>
                    <a:pt x="317627" y="347726"/>
                  </a:lnTo>
                  <a:lnTo>
                    <a:pt x="318554" y="349478"/>
                  </a:lnTo>
                  <a:lnTo>
                    <a:pt x="318871" y="350075"/>
                  </a:lnTo>
                  <a:lnTo>
                    <a:pt x="319024" y="350291"/>
                  </a:lnTo>
                  <a:lnTo>
                    <a:pt x="320573" y="351688"/>
                  </a:lnTo>
                  <a:lnTo>
                    <a:pt x="321932" y="350723"/>
                  </a:lnTo>
                  <a:close/>
                </a:path>
                <a:path w="440689" h="415290">
                  <a:moveTo>
                    <a:pt x="330047" y="403758"/>
                  </a:moveTo>
                  <a:lnTo>
                    <a:pt x="325704" y="403758"/>
                  </a:lnTo>
                  <a:lnTo>
                    <a:pt x="325691" y="407136"/>
                  </a:lnTo>
                  <a:lnTo>
                    <a:pt x="327875" y="407136"/>
                  </a:lnTo>
                  <a:lnTo>
                    <a:pt x="330034" y="407136"/>
                  </a:lnTo>
                  <a:lnTo>
                    <a:pt x="330047" y="403758"/>
                  </a:lnTo>
                  <a:close/>
                </a:path>
                <a:path w="440689" h="415290">
                  <a:moveTo>
                    <a:pt x="340118" y="366623"/>
                  </a:moveTo>
                  <a:lnTo>
                    <a:pt x="339483" y="366318"/>
                  </a:lnTo>
                  <a:lnTo>
                    <a:pt x="339102" y="366128"/>
                  </a:lnTo>
                  <a:lnTo>
                    <a:pt x="338467" y="365823"/>
                  </a:lnTo>
                  <a:lnTo>
                    <a:pt x="338239" y="366204"/>
                  </a:lnTo>
                  <a:lnTo>
                    <a:pt x="338505" y="366331"/>
                  </a:lnTo>
                  <a:lnTo>
                    <a:pt x="338874" y="366509"/>
                  </a:lnTo>
                  <a:lnTo>
                    <a:pt x="339255" y="366699"/>
                  </a:lnTo>
                  <a:lnTo>
                    <a:pt x="339890" y="367004"/>
                  </a:lnTo>
                  <a:lnTo>
                    <a:pt x="340118" y="366623"/>
                  </a:lnTo>
                  <a:close/>
                </a:path>
                <a:path w="440689" h="415290">
                  <a:moveTo>
                    <a:pt x="344411" y="407060"/>
                  </a:moveTo>
                  <a:lnTo>
                    <a:pt x="337350" y="407060"/>
                  </a:lnTo>
                  <a:lnTo>
                    <a:pt x="337350" y="412546"/>
                  </a:lnTo>
                  <a:lnTo>
                    <a:pt x="340880" y="412546"/>
                  </a:lnTo>
                  <a:lnTo>
                    <a:pt x="344411" y="412546"/>
                  </a:lnTo>
                  <a:lnTo>
                    <a:pt x="344411" y="407060"/>
                  </a:lnTo>
                  <a:close/>
                </a:path>
                <a:path w="440689" h="415290">
                  <a:moveTo>
                    <a:pt x="355447" y="310451"/>
                  </a:moveTo>
                  <a:lnTo>
                    <a:pt x="352475" y="306362"/>
                  </a:lnTo>
                  <a:lnTo>
                    <a:pt x="351142" y="304507"/>
                  </a:lnTo>
                  <a:lnTo>
                    <a:pt x="349237" y="304596"/>
                  </a:lnTo>
                  <a:lnTo>
                    <a:pt x="349237" y="312127"/>
                  </a:lnTo>
                  <a:lnTo>
                    <a:pt x="349072" y="312178"/>
                  </a:lnTo>
                  <a:lnTo>
                    <a:pt x="349224" y="312127"/>
                  </a:lnTo>
                  <a:lnTo>
                    <a:pt x="349237" y="304596"/>
                  </a:lnTo>
                  <a:lnTo>
                    <a:pt x="348805" y="304622"/>
                  </a:lnTo>
                  <a:lnTo>
                    <a:pt x="348805" y="312178"/>
                  </a:lnTo>
                  <a:lnTo>
                    <a:pt x="348538" y="312166"/>
                  </a:lnTo>
                  <a:lnTo>
                    <a:pt x="348792" y="312153"/>
                  </a:lnTo>
                  <a:lnTo>
                    <a:pt x="348805" y="304622"/>
                  </a:lnTo>
                  <a:lnTo>
                    <a:pt x="346964" y="304698"/>
                  </a:lnTo>
                  <a:lnTo>
                    <a:pt x="345579" y="309206"/>
                  </a:lnTo>
                  <a:lnTo>
                    <a:pt x="345871" y="310261"/>
                  </a:lnTo>
                  <a:lnTo>
                    <a:pt x="345960" y="310451"/>
                  </a:lnTo>
                  <a:lnTo>
                    <a:pt x="347573" y="312000"/>
                  </a:lnTo>
                  <a:lnTo>
                    <a:pt x="348615" y="312318"/>
                  </a:lnTo>
                  <a:lnTo>
                    <a:pt x="348843" y="312242"/>
                  </a:lnTo>
                  <a:lnTo>
                    <a:pt x="349770" y="313905"/>
                  </a:lnTo>
                  <a:lnTo>
                    <a:pt x="355447" y="310451"/>
                  </a:lnTo>
                  <a:close/>
                </a:path>
                <a:path w="440689" h="415290">
                  <a:moveTo>
                    <a:pt x="355942" y="340118"/>
                  </a:moveTo>
                  <a:lnTo>
                    <a:pt x="354736" y="338924"/>
                  </a:lnTo>
                  <a:lnTo>
                    <a:pt x="352679" y="339280"/>
                  </a:lnTo>
                  <a:lnTo>
                    <a:pt x="352094" y="339648"/>
                  </a:lnTo>
                  <a:lnTo>
                    <a:pt x="349275" y="341325"/>
                  </a:lnTo>
                  <a:lnTo>
                    <a:pt x="351332" y="344639"/>
                  </a:lnTo>
                  <a:lnTo>
                    <a:pt x="353187" y="343255"/>
                  </a:lnTo>
                  <a:lnTo>
                    <a:pt x="354012" y="342633"/>
                  </a:lnTo>
                  <a:lnTo>
                    <a:pt x="354660" y="342176"/>
                  </a:lnTo>
                  <a:lnTo>
                    <a:pt x="355942" y="340118"/>
                  </a:lnTo>
                  <a:close/>
                </a:path>
                <a:path w="440689" h="415290">
                  <a:moveTo>
                    <a:pt x="365925" y="367779"/>
                  </a:moveTo>
                  <a:lnTo>
                    <a:pt x="365366" y="366496"/>
                  </a:lnTo>
                  <a:lnTo>
                    <a:pt x="364070" y="366166"/>
                  </a:lnTo>
                  <a:lnTo>
                    <a:pt x="363740" y="366077"/>
                  </a:lnTo>
                  <a:lnTo>
                    <a:pt x="362978" y="365709"/>
                  </a:lnTo>
                  <a:lnTo>
                    <a:pt x="363410" y="366166"/>
                  </a:lnTo>
                  <a:lnTo>
                    <a:pt x="362966" y="365709"/>
                  </a:lnTo>
                  <a:lnTo>
                    <a:pt x="360438" y="363067"/>
                  </a:lnTo>
                  <a:lnTo>
                    <a:pt x="356031" y="368719"/>
                  </a:lnTo>
                  <a:lnTo>
                    <a:pt x="361873" y="371919"/>
                  </a:lnTo>
                  <a:lnTo>
                    <a:pt x="365150" y="371690"/>
                  </a:lnTo>
                  <a:lnTo>
                    <a:pt x="365925" y="367779"/>
                  </a:lnTo>
                  <a:close/>
                </a:path>
                <a:path w="440689" h="415290">
                  <a:moveTo>
                    <a:pt x="375831" y="330822"/>
                  </a:moveTo>
                  <a:lnTo>
                    <a:pt x="375170" y="330200"/>
                  </a:lnTo>
                  <a:lnTo>
                    <a:pt x="374586" y="330390"/>
                  </a:lnTo>
                  <a:lnTo>
                    <a:pt x="374370" y="330454"/>
                  </a:lnTo>
                  <a:lnTo>
                    <a:pt x="373926" y="330606"/>
                  </a:lnTo>
                  <a:lnTo>
                    <a:pt x="371589" y="331330"/>
                  </a:lnTo>
                  <a:lnTo>
                    <a:pt x="374548" y="334467"/>
                  </a:lnTo>
                  <a:lnTo>
                    <a:pt x="375399" y="332066"/>
                  </a:lnTo>
                  <a:lnTo>
                    <a:pt x="375539" y="331635"/>
                  </a:lnTo>
                  <a:lnTo>
                    <a:pt x="375627" y="331431"/>
                  </a:lnTo>
                  <a:lnTo>
                    <a:pt x="375831" y="330822"/>
                  </a:lnTo>
                  <a:close/>
                </a:path>
                <a:path w="440689" h="415290">
                  <a:moveTo>
                    <a:pt x="376618" y="299605"/>
                  </a:moveTo>
                  <a:lnTo>
                    <a:pt x="375361" y="296164"/>
                  </a:lnTo>
                  <a:lnTo>
                    <a:pt x="375818" y="294335"/>
                  </a:lnTo>
                  <a:lnTo>
                    <a:pt x="374853" y="293039"/>
                  </a:lnTo>
                  <a:lnTo>
                    <a:pt x="372338" y="291973"/>
                  </a:lnTo>
                  <a:lnTo>
                    <a:pt x="370992" y="292163"/>
                  </a:lnTo>
                  <a:lnTo>
                    <a:pt x="368325" y="294182"/>
                  </a:lnTo>
                  <a:lnTo>
                    <a:pt x="367804" y="296202"/>
                  </a:lnTo>
                  <a:lnTo>
                    <a:pt x="370700" y="302018"/>
                  </a:lnTo>
                  <a:lnTo>
                    <a:pt x="376618" y="299605"/>
                  </a:lnTo>
                  <a:close/>
                </a:path>
                <a:path w="440689" h="415290">
                  <a:moveTo>
                    <a:pt x="380847" y="264629"/>
                  </a:moveTo>
                  <a:lnTo>
                    <a:pt x="376682" y="264629"/>
                  </a:lnTo>
                  <a:lnTo>
                    <a:pt x="376682" y="267855"/>
                  </a:lnTo>
                  <a:lnTo>
                    <a:pt x="378764" y="267855"/>
                  </a:lnTo>
                  <a:lnTo>
                    <a:pt x="380847" y="267855"/>
                  </a:lnTo>
                  <a:lnTo>
                    <a:pt x="380847" y="264629"/>
                  </a:lnTo>
                  <a:close/>
                </a:path>
                <a:path w="440689" h="415290">
                  <a:moveTo>
                    <a:pt x="383819" y="283413"/>
                  </a:moveTo>
                  <a:lnTo>
                    <a:pt x="381635" y="283413"/>
                  </a:lnTo>
                  <a:lnTo>
                    <a:pt x="381635" y="285102"/>
                  </a:lnTo>
                  <a:lnTo>
                    <a:pt x="382727" y="285102"/>
                  </a:lnTo>
                  <a:lnTo>
                    <a:pt x="383819" y="285102"/>
                  </a:lnTo>
                  <a:lnTo>
                    <a:pt x="383819" y="283413"/>
                  </a:lnTo>
                  <a:close/>
                </a:path>
                <a:path w="440689" h="415290">
                  <a:moveTo>
                    <a:pt x="388658" y="374396"/>
                  </a:moveTo>
                  <a:lnTo>
                    <a:pt x="386537" y="369341"/>
                  </a:lnTo>
                  <a:lnTo>
                    <a:pt x="382917" y="368249"/>
                  </a:lnTo>
                  <a:lnTo>
                    <a:pt x="381050" y="370459"/>
                  </a:lnTo>
                  <a:lnTo>
                    <a:pt x="378701" y="373253"/>
                  </a:lnTo>
                  <a:lnTo>
                    <a:pt x="379831" y="377418"/>
                  </a:lnTo>
                  <a:lnTo>
                    <a:pt x="386715" y="377215"/>
                  </a:lnTo>
                  <a:lnTo>
                    <a:pt x="388658" y="374396"/>
                  </a:lnTo>
                  <a:close/>
                </a:path>
                <a:path w="440689" h="415290">
                  <a:moveTo>
                    <a:pt x="397230" y="292036"/>
                  </a:moveTo>
                  <a:lnTo>
                    <a:pt x="396989" y="290322"/>
                  </a:lnTo>
                  <a:lnTo>
                    <a:pt x="394779" y="289344"/>
                  </a:lnTo>
                  <a:lnTo>
                    <a:pt x="394004" y="289166"/>
                  </a:lnTo>
                  <a:lnTo>
                    <a:pt x="390512" y="289013"/>
                  </a:lnTo>
                  <a:lnTo>
                    <a:pt x="389013" y="291630"/>
                  </a:lnTo>
                  <a:lnTo>
                    <a:pt x="390842" y="295973"/>
                  </a:lnTo>
                  <a:lnTo>
                    <a:pt x="393446" y="296176"/>
                  </a:lnTo>
                  <a:lnTo>
                    <a:pt x="395224" y="294754"/>
                  </a:lnTo>
                  <a:lnTo>
                    <a:pt x="395884" y="294220"/>
                  </a:lnTo>
                  <a:lnTo>
                    <a:pt x="396240" y="293801"/>
                  </a:lnTo>
                  <a:lnTo>
                    <a:pt x="397230" y="292036"/>
                  </a:lnTo>
                  <a:close/>
                </a:path>
                <a:path w="440689" h="415290">
                  <a:moveTo>
                    <a:pt x="401116" y="389382"/>
                  </a:moveTo>
                  <a:lnTo>
                    <a:pt x="399402" y="389382"/>
                  </a:lnTo>
                  <a:lnTo>
                    <a:pt x="399402" y="389839"/>
                  </a:lnTo>
                  <a:lnTo>
                    <a:pt x="399694" y="389839"/>
                  </a:lnTo>
                  <a:lnTo>
                    <a:pt x="401116" y="389839"/>
                  </a:lnTo>
                  <a:lnTo>
                    <a:pt x="401116" y="389382"/>
                  </a:lnTo>
                  <a:close/>
                </a:path>
                <a:path w="440689" h="415290">
                  <a:moveTo>
                    <a:pt x="402374" y="325666"/>
                  </a:moveTo>
                  <a:lnTo>
                    <a:pt x="398348" y="323430"/>
                  </a:lnTo>
                  <a:lnTo>
                    <a:pt x="394436" y="330352"/>
                  </a:lnTo>
                  <a:lnTo>
                    <a:pt x="401281" y="332651"/>
                  </a:lnTo>
                  <a:lnTo>
                    <a:pt x="401904" y="328701"/>
                  </a:lnTo>
                  <a:lnTo>
                    <a:pt x="402374" y="325666"/>
                  </a:lnTo>
                  <a:close/>
                </a:path>
                <a:path w="440689" h="415290">
                  <a:moveTo>
                    <a:pt x="403085" y="255727"/>
                  </a:moveTo>
                  <a:lnTo>
                    <a:pt x="403059" y="252285"/>
                  </a:lnTo>
                  <a:lnTo>
                    <a:pt x="400608" y="251256"/>
                  </a:lnTo>
                  <a:lnTo>
                    <a:pt x="397878" y="253987"/>
                  </a:lnTo>
                  <a:lnTo>
                    <a:pt x="398843" y="256540"/>
                  </a:lnTo>
                  <a:lnTo>
                    <a:pt x="400824" y="256489"/>
                  </a:lnTo>
                  <a:lnTo>
                    <a:pt x="402297" y="256438"/>
                  </a:lnTo>
                  <a:lnTo>
                    <a:pt x="403085" y="255727"/>
                  </a:lnTo>
                  <a:close/>
                </a:path>
                <a:path w="440689" h="415290">
                  <a:moveTo>
                    <a:pt x="408089" y="381584"/>
                  </a:moveTo>
                  <a:lnTo>
                    <a:pt x="407200" y="379437"/>
                  </a:lnTo>
                  <a:lnTo>
                    <a:pt x="407060" y="379107"/>
                  </a:lnTo>
                  <a:lnTo>
                    <a:pt x="406996" y="378942"/>
                  </a:lnTo>
                  <a:lnTo>
                    <a:pt x="406565" y="377888"/>
                  </a:lnTo>
                  <a:lnTo>
                    <a:pt x="405269" y="377888"/>
                  </a:lnTo>
                  <a:lnTo>
                    <a:pt x="404825" y="378942"/>
                  </a:lnTo>
                  <a:lnTo>
                    <a:pt x="404761" y="379107"/>
                  </a:lnTo>
                  <a:lnTo>
                    <a:pt x="404685" y="379260"/>
                  </a:lnTo>
                  <a:lnTo>
                    <a:pt x="404622" y="379437"/>
                  </a:lnTo>
                  <a:lnTo>
                    <a:pt x="403733" y="381571"/>
                  </a:lnTo>
                  <a:lnTo>
                    <a:pt x="408089" y="381584"/>
                  </a:lnTo>
                  <a:close/>
                </a:path>
                <a:path w="440689" h="415290">
                  <a:moveTo>
                    <a:pt x="417347" y="339674"/>
                  </a:moveTo>
                  <a:lnTo>
                    <a:pt x="417055" y="338493"/>
                  </a:lnTo>
                  <a:lnTo>
                    <a:pt x="415023" y="337515"/>
                  </a:lnTo>
                  <a:lnTo>
                    <a:pt x="414261" y="337477"/>
                  </a:lnTo>
                  <a:lnTo>
                    <a:pt x="408863" y="338797"/>
                  </a:lnTo>
                  <a:lnTo>
                    <a:pt x="411924" y="345757"/>
                  </a:lnTo>
                  <a:lnTo>
                    <a:pt x="415899" y="342582"/>
                  </a:lnTo>
                  <a:lnTo>
                    <a:pt x="416598" y="342023"/>
                  </a:lnTo>
                  <a:lnTo>
                    <a:pt x="416979" y="341477"/>
                  </a:lnTo>
                  <a:lnTo>
                    <a:pt x="417347" y="339674"/>
                  </a:lnTo>
                  <a:close/>
                </a:path>
                <a:path w="440689" h="415290">
                  <a:moveTo>
                    <a:pt x="420903" y="380111"/>
                  </a:moveTo>
                  <a:lnTo>
                    <a:pt x="420319" y="380111"/>
                  </a:lnTo>
                  <a:lnTo>
                    <a:pt x="420319" y="380555"/>
                  </a:lnTo>
                  <a:lnTo>
                    <a:pt x="420611" y="380555"/>
                  </a:lnTo>
                  <a:lnTo>
                    <a:pt x="420903" y="380555"/>
                  </a:lnTo>
                  <a:lnTo>
                    <a:pt x="420903" y="380111"/>
                  </a:lnTo>
                  <a:close/>
                </a:path>
                <a:path w="440689" h="415290">
                  <a:moveTo>
                    <a:pt x="422554" y="258216"/>
                  </a:moveTo>
                  <a:lnTo>
                    <a:pt x="422211" y="256844"/>
                  </a:lnTo>
                  <a:lnTo>
                    <a:pt x="420598" y="256311"/>
                  </a:lnTo>
                  <a:lnTo>
                    <a:pt x="420128" y="256298"/>
                  </a:lnTo>
                  <a:lnTo>
                    <a:pt x="418350" y="254939"/>
                  </a:lnTo>
                  <a:lnTo>
                    <a:pt x="416420" y="257022"/>
                  </a:lnTo>
                  <a:lnTo>
                    <a:pt x="417360" y="258419"/>
                  </a:lnTo>
                  <a:lnTo>
                    <a:pt x="418388" y="259943"/>
                  </a:lnTo>
                  <a:lnTo>
                    <a:pt x="420344" y="260731"/>
                  </a:lnTo>
                  <a:lnTo>
                    <a:pt x="422554" y="258216"/>
                  </a:lnTo>
                  <a:close/>
                </a:path>
                <a:path w="440689" h="415290">
                  <a:moveTo>
                    <a:pt x="426402" y="369277"/>
                  </a:moveTo>
                  <a:lnTo>
                    <a:pt x="419938" y="362445"/>
                  </a:lnTo>
                  <a:lnTo>
                    <a:pt x="416204" y="367499"/>
                  </a:lnTo>
                  <a:lnTo>
                    <a:pt x="413575" y="371055"/>
                  </a:lnTo>
                  <a:lnTo>
                    <a:pt x="417830" y="375119"/>
                  </a:lnTo>
                  <a:lnTo>
                    <a:pt x="426402" y="369277"/>
                  </a:lnTo>
                  <a:close/>
                </a:path>
                <a:path w="440689" h="415290">
                  <a:moveTo>
                    <a:pt x="428726" y="299745"/>
                  </a:moveTo>
                  <a:lnTo>
                    <a:pt x="423227" y="297700"/>
                  </a:lnTo>
                  <a:lnTo>
                    <a:pt x="419760" y="296392"/>
                  </a:lnTo>
                  <a:lnTo>
                    <a:pt x="417182" y="301167"/>
                  </a:lnTo>
                  <a:lnTo>
                    <a:pt x="423964" y="307365"/>
                  </a:lnTo>
                  <a:lnTo>
                    <a:pt x="428726" y="299745"/>
                  </a:lnTo>
                  <a:close/>
                </a:path>
                <a:path w="440689" h="415290">
                  <a:moveTo>
                    <a:pt x="428853" y="405739"/>
                  </a:moveTo>
                  <a:lnTo>
                    <a:pt x="427532" y="403186"/>
                  </a:lnTo>
                  <a:lnTo>
                    <a:pt x="423887" y="403186"/>
                  </a:lnTo>
                  <a:lnTo>
                    <a:pt x="422567" y="405752"/>
                  </a:lnTo>
                  <a:lnTo>
                    <a:pt x="424116" y="407035"/>
                  </a:lnTo>
                  <a:lnTo>
                    <a:pt x="425221" y="407962"/>
                  </a:lnTo>
                  <a:lnTo>
                    <a:pt x="426173" y="407962"/>
                  </a:lnTo>
                  <a:lnTo>
                    <a:pt x="428853" y="405739"/>
                  </a:lnTo>
                  <a:close/>
                </a:path>
                <a:path w="440689" h="415290">
                  <a:moveTo>
                    <a:pt x="437311" y="266763"/>
                  </a:moveTo>
                  <a:lnTo>
                    <a:pt x="428802" y="266763"/>
                  </a:lnTo>
                  <a:lnTo>
                    <a:pt x="428790" y="273367"/>
                  </a:lnTo>
                  <a:lnTo>
                    <a:pt x="433057" y="273367"/>
                  </a:lnTo>
                  <a:lnTo>
                    <a:pt x="437311" y="273367"/>
                  </a:lnTo>
                  <a:lnTo>
                    <a:pt x="437311" y="266763"/>
                  </a:lnTo>
                  <a:close/>
                </a:path>
                <a:path w="440689" h="415290">
                  <a:moveTo>
                    <a:pt x="440143" y="223634"/>
                  </a:moveTo>
                  <a:lnTo>
                    <a:pt x="431634" y="223634"/>
                  </a:lnTo>
                  <a:lnTo>
                    <a:pt x="431622" y="230251"/>
                  </a:lnTo>
                  <a:lnTo>
                    <a:pt x="435889" y="230251"/>
                  </a:lnTo>
                  <a:lnTo>
                    <a:pt x="440131" y="230251"/>
                  </a:lnTo>
                  <a:lnTo>
                    <a:pt x="440143" y="22363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4490225" y="7838928"/>
              <a:ext cx="246379" cy="269240"/>
            </a:xfrm>
            <a:custGeom>
              <a:avLst/>
              <a:gdLst/>
              <a:ahLst/>
              <a:cxnLst/>
              <a:rect l="l" t="t" r="r" b="b"/>
              <a:pathLst>
                <a:path w="246379" h="269240">
                  <a:moveTo>
                    <a:pt x="12458" y="13639"/>
                  </a:moveTo>
                  <a:lnTo>
                    <a:pt x="10439" y="13627"/>
                  </a:lnTo>
                  <a:lnTo>
                    <a:pt x="10642" y="14998"/>
                  </a:lnTo>
                  <a:lnTo>
                    <a:pt x="10668" y="15227"/>
                  </a:lnTo>
                  <a:lnTo>
                    <a:pt x="10718" y="15468"/>
                  </a:lnTo>
                  <a:lnTo>
                    <a:pt x="10845" y="16395"/>
                  </a:lnTo>
                  <a:lnTo>
                    <a:pt x="12065" y="16395"/>
                  </a:lnTo>
                  <a:lnTo>
                    <a:pt x="12204" y="15468"/>
                  </a:lnTo>
                  <a:lnTo>
                    <a:pt x="12268" y="14998"/>
                  </a:lnTo>
                  <a:lnTo>
                    <a:pt x="12458" y="13639"/>
                  </a:lnTo>
                  <a:close/>
                </a:path>
                <a:path w="246379" h="269240">
                  <a:moveTo>
                    <a:pt x="13868" y="72720"/>
                  </a:moveTo>
                  <a:lnTo>
                    <a:pt x="12" y="72720"/>
                  </a:lnTo>
                  <a:lnTo>
                    <a:pt x="0" y="83477"/>
                  </a:lnTo>
                  <a:lnTo>
                    <a:pt x="6934" y="83477"/>
                  </a:lnTo>
                  <a:lnTo>
                    <a:pt x="13855" y="83477"/>
                  </a:lnTo>
                  <a:lnTo>
                    <a:pt x="13868" y="72720"/>
                  </a:lnTo>
                  <a:close/>
                </a:path>
                <a:path w="246379" h="269240">
                  <a:moveTo>
                    <a:pt x="15887" y="254571"/>
                  </a:moveTo>
                  <a:lnTo>
                    <a:pt x="15417" y="253504"/>
                  </a:lnTo>
                  <a:lnTo>
                    <a:pt x="14465" y="253631"/>
                  </a:lnTo>
                  <a:lnTo>
                    <a:pt x="14097" y="253682"/>
                  </a:lnTo>
                  <a:lnTo>
                    <a:pt x="12827" y="253834"/>
                  </a:lnTo>
                  <a:lnTo>
                    <a:pt x="11899" y="255155"/>
                  </a:lnTo>
                  <a:lnTo>
                    <a:pt x="12788" y="256324"/>
                  </a:lnTo>
                  <a:lnTo>
                    <a:pt x="13538" y="257276"/>
                  </a:lnTo>
                  <a:lnTo>
                    <a:pt x="15455" y="257136"/>
                  </a:lnTo>
                  <a:lnTo>
                    <a:pt x="15684" y="255765"/>
                  </a:lnTo>
                  <a:lnTo>
                    <a:pt x="15709" y="255612"/>
                  </a:lnTo>
                  <a:lnTo>
                    <a:pt x="15735" y="255460"/>
                  </a:lnTo>
                  <a:lnTo>
                    <a:pt x="15887" y="254571"/>
                  </a:lnTo>
                  <a:close/>
                </a:path>
                <a:path w="246379" h="269240">
                  <a:moveTo>
                    <a:pt x="19507" y="192951"/>
                  </a:moveTo>
                  <a:lnTo>
                    <a:pt x="18237" y="192836"/>
                  </a:lnTo>
                  <a:lnTo>
                    <a:pt x="17741" y="192786"/>
                  </a:lnTo>
                  <a:lnTo>
                    <a:pt x="17233" y="192747"/>
                  </a:lnTo>
                  <a:lnTo>
                    <a:pt x="15290" y="192557"/>
                  </a:lnTo>
                  <a:lnTo>
                    <a:pt x="15290" y="195084"/>
                  </a:lnTo>
                  <a:lnTo>
                    <a:pt x="16738" y="194945"/>
                  </a:lnTo>
                  <a:lnTo>
                    <a:pt x="17233" y="194906"/>
                  </a:lnTo>
                  <a:lnTo>
                    <a:pt x="17741" y="194856"/>
                  </a:lnTo>
                  <a:lnTo>
                    <a:pt x="18237" y="194805"/>
                  </a:lnTo>
                  <a:lnTo>
                    <a:pt x="19507" y="194678"/>
                  </a:lnTo>
                  <a:lnTo>
                    <a:pt x="19507" y="192951"/>
                  </a:lnTo>
                  <a:close/>
                </a:path>
                <a:path w="246379" h="269240">
                  <a:moveTo>
                    <a:pt x="21399" y="156248"/>
                  </a:moveTo>
                  <a:lnTo>
                    <a:pt x="20091" y="153873"/>
                  </a:lnTo>
                  <a:lnTo>
                    <a:pt x="19456" y="152742"/>
                  </a:lnTo>
                  <a:lnTo>
                    <a:pt x="18542" y="152742"/>
                  </a:lnTo>
                  <a:lnTo>
                    <a:pt x="18199" y="153327"/>
                  </a:lnTo>
                  <a:lnTo>
                    <a:pt x="18110" y="153517"/>
                  </a:lnTo>
                  <a:lnTo>
                    <a:pt x="17894" y="153873"/>
                  </a:lnTo>
                  <a:lnTo>
                    <a:pt x="16598" y="156248"/>
                  </a:lnTo>
                  <a:lnTo>
                    <a:pt x="21399" y="156248"/>
                  </a:lnTo>
                  <a:close/>
                </a:path>
                <a:path w="246379" h="269240">
                  <a:moveTo>
                    <a:pt x="23355" y="109372"/>
                  </a:moveTo>
                  <a:lnTo>
                    <a:pt x="16573" y="105702"/>
                  </a:lnTo>
                  <a:lnTo>
                    <a:pt x="12750" y="114554"/>
                  </a:lnTo>
                  <a:lnTo>
                    <a:pt x="18097" y="117983"/>
                  </a:lnTo>
                  <a:lnTo>
                    <a:pt x="20485" y="114058"/>
                  </a:lnTo>
                  <a:lnTo>
                    <a:pt x="23355" y="109372"/>
                  </a:lnTo>
                  <a:close/>
                </a:path>
                <a:path w="246379" h="269240">
                  <a:moveTo>
                    <a:pt x="23926" y="227482"/>
                  </a:moveTo>
                  <a:lnTo>
                    <a:pt x="21170" y="224904"/>
                  </a:lnTo>
                  <a:lnTo>
                    <a:pt x="18389" y="226441"/>
                  </a:lnTo>
                  <a:lnTo>
                    <a:pt x="17411" y="230733"/>
                  </a:lnTo>
                  <a:lnTo>
                    <a:pt x="19748" y="232460"/>
                  </a:lnTo>
                  <a:lnTo>
                    <a:pt x="21107" y="230873"/>
                  </a:lnTo>
                  <a:lnTo>
                    <a:pt x="21678" y="230212"/>
                  </a:lnTo>
                  <a:lnTo>
                    <a:pt x="22606" y="229933"/>
                  </a:lnTo>
                  <a:lnTo>
                    <a:pt x="23914" y="228701"/>
                  </a:lnTo>
                  <a:lnTo>
                    <a:pt x="23926" y="227482"/>
                  </a:lnTo>
                  <a:close/>
                </a:path>
                <a:path w="246379" h="269240">
                  <a:moveTo>
                    <a:pt x="26606" y="2781"/>
                  </a:moveTo>
                  <a:lnTo>
                    <a:pt x="23825" y="0"/>
                  </a:lnTo>
                  <a:lnTo>
                    <a:pt x="21856" y="863"/>
                  </a:lnTo>
                  <a:lnTo>
                    <a:pt x="21183" y="2476"/>
                  </a:lnTo>
                  <a:lnTo>
                    <a:pt x="20256" y="4699"/>
                  </a:lnTo>
                  <a:lnTo>
                    <a:pt x="21958" y="6286"/>
                  </a:lnTo>
                  <a:lnTo>
                    <a:pt x="25831" y="4851"/>
                  </a:lnTo>
                  <a:lnTo>
                    <a:pt x="26606" y="2781"/>
                  </a:lnTo>
                  <a:close/>
                </a:path>
                <a:path w="246379" h="269240">
                  <a:moveTo>
                    <a:pt x="28587" y="211594"/>
                  </a:moveTo>
                  <a:lnTo>
                    <a:pt x="28295" y="211289"/>
                  </a:lnTo>
                  <a:lnTo>
                    <a:pt x="27952" y="211302"/>
                  </a:lnTo>
                  <a:lnTo>
                    <a:pt x="26644" y="211328"/>
                  </a:lnTo>
                  <a:lnTo>
                    <a:pt x="26454" y="211924"/>
                  </a:lnTo>
                  <a:lnTo>
                    <a:pt x="25285" y="213677"/>
                  </a:lnTo>
                  <a:lnTo>
                    <a:pt x="26200" y="214617"/>
                  </a:lnTo>
                  <a:lnTo>
                    <a:pt x="26898" y="214134"/>
                  </a:lnTo>
                  <a:lnTo>
                    <a:pt x="27965" y="213423"/>
                  </a:lnTo>
                  <a:lnTo>
                    <a:pt x="28562" y="213245"/>
                  </a:lnTo>
                  <a:lnTo>
                    <a:pt x="28587" y="211924"/>
                  </a:lnTo>
                  <a:lnTo>
                    <a:pt x="28587" y="211594"/>
                  </a:lnTo>
                  <a:close/>
                </a:path>
                <a:path w="246379" h="269240">
                  <a:moveTo>
                    <a:pt x="29159" y="47383"/>
                  </a:moveTo>
                  <a:lnTo>
                    <a:pt x="27838" y="43395"/>
                  </a:lnTo>
                  <a:lnTo>
                    <a:pt x="22491" y="44018"/>
                  </a:lnTo>
                  <a:lnTo>
                    <a:pt x="20777" y="44856"/>
                  </a:lnTo>
                  <a:lnTo>
                    <a:pt x="18300" y="49022"/>
                  </a:lnTo>
                  <a:lnTo>
                    <a:pt x="18237" y="50774"/>
                  </a:lnTo>
                  <a:lnTo>
                    <a:pt x="19837" y="53454"/>
                  </a:lnTo>
                  <a:lnTo>
                    <a:pt x="20840" y="53670"/>
                  </a:lnTo>
                  <a:lnTo>
                    <a:pt x="21653" y="53251"/>
                  </a:lnTo>
                  <a:lnTo>
                    <a:pt x="23787" y="52146"/>
                  </a:lnTo>
                  <a:lnTo>
                    <a:pt x="25527" y="50774"/>
                  </a:lnTo>
                  <a:lnTo>
                    <a:pt x="29159" y="47383"/>
                  </a:lnTo>
                  <a:close/>
                </a:path>
                <a:path w="246379" h="269240">
                  <a:moveTo>
                    <a:pt x="32461" y="154241"/>
                  </a:moveTo>
                  <a:lnTo>
                    <a:pt x="30441" y="150190"/>
                  </a:lnTo>
                  <a:lnTo>
                    <a:pt x="27470" y="153314"/>
                  </a:lnTo>
                  <a:lnTo>
                    <a:pt x="29591" y="154279"/>
                  </a:lnTo>
                  <a:lnTo>
                    <a:pt x="29908" y="154406"/>
                  </a:lnTo>
                  <a:lnTo>
                    <a:pt x="30213" y="154559"/>
                  </a:lnTo>
                  <a:lnTo>
                    <a:pt x="30530" y="154698"/>
                  </a:lnTo>
                  <a:lnTo>
                    <a:pt x="31483" y="155130"/>
                  </a:lnTo>
                  <a:lnTo>
                    <a:pt x="32461" y="154241"/>
                  </a:lnTo>
                  <a:close/>
                </a:path>
                <a:path w="246379" h="269240">
                  <a:moveTo>
                    <a:pt x="34340" y="175501"/>
                  </a:moveTo>
                  <a:lnTo>
                    <a:pt x="30911" y="173609"/>
                  </a:lnTo>
                  <a:lnTo>
                    <a:pt x="30835" y="173367"/>
                  </a:lnTo>
                  <a:lnTo>
                    <a:pt x="30607" y="173443"/>
                  </a:lnTo>
                  <a:lnTo>
                    <a:pt x="30480" y="173380"/>
                  </a:lnTo>
                  <a:lnTo>
                    <a:pt x="30480" y="176199"/>
                  </a:lnTo>
                  <a:lnTo>
                    <a:pt x="29692" y="176212"/>
                  </a:lnTo>
                  <a:lnTo>
                    <a:pt x="30480" y="176199"/>
                  </a:lnTo>
                  <a:lnTo>
                    <a:pt x="30480" y="173380"/>
                  </a:lnTo>
                  <a:lnTo>
                    <a:pt x="30175" y="173202"/>
                  </a:lnTo>
                  <a:lnTo>
                    <a:pt x="29718" y="173748"/>
                  </a:lnTo>
                  <a:lnTo>
                    <a:pt x="26314" y="174866"/>
                  </a:lnTo>
                  <a:lnTo>
                    <a:pt x="26530" y="179539"/>
                  </a:lnTo>
                  <a:lnTo>
                    <a:pt x="29095" y="179946"/>
                  </a:lnTo>
                  <a:lnTo>
                    <a:pt x="28981" y="180187"/>
                  </a:lnTo>
                  <a:lnTo>
                    <a:pt x="29552" y="180530"/>
                  </a:lnTo>
                  <a:lnTo>
                    <a:pt x="29768" y="180136"/>
                  </a:lnTo>
                  <a:lnTo>
                    <a:pt x="33108" y="180555"/>
                  </a:lnTo>
                  <a:lnTo>
                    <a:pt x="34201" y="176326"/>
                  </a:lnTo>
                  <a:lnTo>
                    <a:pt x="34340" y="175501"/>
                  </a:lnTo>
                  <a:close/>
                </a:path>
                <a:path w="246379" h="269240">
                  <a:moveTo>
                    <a:pt x="34810" y="240995"/>
                  </a:moveTo>
                  <a:lnTo>
                    <a:pt x="28829" y="240995"/>
                  </a:lnTo>
                  <a:lnTo>
                    <a:pt x="28816" y="245630"/>
                  </a:lnTo>
                  <a:lnTo>
                    <a:pt x="31813" y="245630"/>
                  </a:lnTo>
                  <a:lnTo>
                    <a:pt x="34798" y="245630"/>
                  </a:lnTo>
                  <a:lnTo>
                    <a:pt x="34810" y="240995"/>
                  </a:lnTo>
                  <a:close/>
                </a:path>
                <a:path w="246379" h="269240">
                  <a:moveTo>
                    <a:pt x="40652" y="196735"/>
                  </a:moveTo>
                  <a:lnTo>
                    <a:pt x="35039" y="196735"/>
                  </a:lnTo>
                  <a:lnTo>
                    <a:pt x="35039" y="201091"/>
                  </a:lnTo>
                  <a:lnTo>
                    <a:pt x="37846" y="201091"/>
                  </a:lnTo>
                  <a:lnTo>
                    <a:pt x="40652" y="201091"/>
                  </a:lnTo>
                  <a:lnTo>
                    <a:pt x="40652" y="196735"/>
                  </a:lnTo>
                  <a:close/>
                </a:path>
                <a:path w="246379" h="269240">
                  <a:moveTo>
                    <a:pt x="44945" y="116789"/>
                  </a:moveTo>
                  <a:lnTo>
                    <a:pt x="41160" y="115862"/>
                  </a:lnTo>
                  <a:lnTo>
                    <a:pt x="40233" y="118262"/>
                  </a:lnTo>
                  <a:lnTo>
                    <a:pt x="39852" y="119253"/>
                  </a:lnTo>
                  <a:lnTo>
                    <a:pt x="39560" y="119913"/>
                  </a:lnTo>
                  <a:lnTo>
                    <a:pt x="39852" y="122428"/>
                  </a:lnTo>
                  <a:lnTo>
                    <a:pt x="41516" y="123380"/>
                  </a:lnTo>
                  <a:lnTo>
                    <a:pt x="43573" y="121335"/>
                  </a:lnTo>
                  <a:lnTo>
                    <a:pt x="43802" y="120523"/>
                  </a:lnTo>
                  <a:lnTo>
                    <a:pt x="44945" y="116789"/>
                  </a:lnTo>
                  <a:close/>
                </a:path>
                <a:path w="246379" h="269240">
                  <a:moveTo>
                    <a:pt x="46456" y="97320"/>
                  </a:moveTo>
                  <a:lnTo>
                    <a:pt x="46062" y="96621"/>
                  </a:lnTo>
                  <a:lnTo>
                    <a:pt x="45885" y="96342"/>
                  </a:lnTo>
                  <a:lnTo>
                    <a:pt x="45542" y="95758"/>
                  </a:lnTo>
                  <a:lnTo>
                    <a:pt x="44640" y="94221"/>
                  </a:lnTo>
                  <a:lnTo>
                    <a:pt x="42595" y="96380"/>
                  </a:lnTo>
                  <a:lnTo>
                    <a:pt x="44094" y="97205"/>
                  </a:lnTo>
                  <a:lnTo>
                    <a:pt x="44399" y="97358"/>
                  </a:lnTo>
                  <a:lnTo>
                    <a:pt x="44691" y="97523"/>
                  </a:lnTo>
                  <a:lnTo>
                    <a:pt x="44996" y="97675"/>
                  </a:lnTo>
                  <a:lnTo>
                    <a:pt x="45656" y="98044"/>
                  </a:lnTo>
                  <a:lnTo>
                    <a:pt x="46456" y="97320"/>
                  </a:lnTo>
                  <a:close/>
                </a:path>
                <a:path w="246379" h="269240">
                  <a:moveTo>
                    <a:pt x="65138" y="149796"/>
                  </a:moveTo>
                  <a:lnTo>
                    <a:pt x="64287" y="149009"/>
                  </a:lnTo>
                  <a:lnTo>
                    <a:pt x="64096" y="148831"/>
                  </a:lnTo>
                  <a:lnTo>
                    <a:pt x="64008" y="148374"/>
                  </a:lnTo>
                  <a:lnTo>
                    <a:pt x="62115" y="147459"/>
                  </a:lnTo>
                  <a:lnTo>
                    <a:pt x="61264" y="149440"/>
                  </a:lnTo>
                  <a:lnTo>
                    <a:pt x="62166" y="151345"/>
                  </a:lnTo>
                  <a:lnTo>
                    <a:pt x="62953" y="151574"/>
                  </a:lnTo>
                  <a:lnTo>
                    <a:pt x="64782" y="151142"/>
                  </a:lnTo>
                  <a:lnTo>
                    <a:pt x="65138" y="149796"/>
                  </a:lnTo>
                  <a:close/>
                </a:path>
                <a:path w="246379" h="269240">
                  <a:moveTo>
                    <a:pt x="65278" y="160845"/>
                  </a:moveTo>
                  <a:lnTo>
                    <a:pt x="64693" y="160845"/>
                  </a:lnTo>
                  <a:lnTo>
                    <a:pt x="64693" y="161290"/>
                  </a:lnTo>
                  <a:lnTo>
                    <a:pt x="64985" y="161290"/>
                  </a:lnTo>
                  <a:lnTo>
                    <a:pt x="65278" y="161290"/>
                  </a:lnTo>
                  <a:lnTo>
                    <a:pt x="65278" y="160845"/>
                  </a:lnTo>
                  <a:close/>
                </a:path>
                <a:path w="246379" h="269240">
                  <a:moveTo>
                    <a:pt x="66967" y="164871"/>
                  </a:moveTo>
                  <a:lnTo>
                    <a:pt x="65544" y="164236"/>
                  </a:lnTo>
                  <a:lnTo>
                    <a:pt x="63309" y="164617"/>
                  </a:lnTo>
                  <a:lnTo>
                    <a:pt x="62585" y="164998"/>
                  </a:lnTo>
                  <a:lnTo>
                    <a:pt x="59055" y="168135"/>
                  </a:lnTo>
                  <a:lnTo>
                    <a:pt x="63334" y="172237"/>
                  </a:lnTo>
                  <a:lnTo>
                    <a:pt x="65455" y="169583"/>
                  </a:lnTo>
                  <a:lnTo>
                    <a:pt x="66357" y="168452"/>
                  </a:lnTo>
                  <a:lnTo>
                    <a:pt x="66662" y="167601"/>
                  </a:lnTo>
                  <a:lnTo>
                    <a:pt x="66967" y="164871"/>
                  </a:lnTo>
                  <a:close/>
                </a:path>
                <a:path w="246379" h="269240">
                  <a:moveTo>
                    <a:pt x="68148" y="74891"/>
                  </a:moveTo>
                  <a:lnTo>
                    <a:pt x="65303" y="72021"/>
                  </a:lnTo>
                  <a:lnTo>
                    <a:pt x="63639" y="73837"/>
                  </a:lnTo>
                  <a:lnTo>
                    <a:pt x="61785" y="75869"/>
                  </a:lnTo>
                  <a:lnTo>
                    <a:pt x="62623" y="79641"/>
                  </a:lnTo>
                  <a:lnTo>
                    <a:pt x="67271" y="79489"/>
                  </a:lnTo>
                  <a:lnTo>
                    <a:pt x="67678" y="77609"/>
                  </a:lnTo>
                  <a:lnTo>
                    <a:pt x="66497" y="76784"/>
                  </a:lnTo>
                  <a:lnTo>
                    <a:pt x="66319" y="76657"/>
                  </a:lnTo>
                  <a:lnTo>
                    <a:pt x="66319" y="76517"/>
                  </a:lnTo>
                  <a:lnTo>
                    <a:pt x="68148" y="74891"/>
                  </a:lnTo>
                  <a:close/>
                </a:path>
                <a:path w="246379" h="269240">
                  <a:moveTo>
                    <a:pt x="68961" y="117030"/>
                  </a:moveTo>
                  <a:lnTo>
                    <a:pt x="66916" y="117627"/>
                  </a:lnTo>
                  <a:lnTo>
                    <a:pt x="66687" y="117703"/>
                  </a:lnTo>
                  <a:lnTo>
                    <a:pt x="66217" y="117830"/>
                  </a:lnTo>
                  <a:lnTo>
                    <a:pt x="65214" y="118122"/>
                  </a:lnTo>
                  <a:lnTo>
                    <a:pt x="65214" y="119583"/>
                  </a:lnTo>
                  <a:lnTo>
                    <a:pt x="66217" y="119875"/>
                  </a:lnTo>
                  <a:lnTo>
                    <a:pt x="66459" y="119938"/>
                  </a:lnTo>
                  <a:lnTo>
                    <a:pt x="66687" y="120015"/>
                  </a:lnTo>
                  <a:lnTo>
                    <a:pt x="66916" y="120078"/>
                  </a:lnTo>
                  <a:lnTo>
                    <a:pt x="68948" y="120675"/>
                  </a:lnTo>
                  <a:lnTo>
                    <a:pt x="68961" y="117030"/>
                  </a:lnTo>
                  <a:close/>
                </a:path>
                <a:path w="246379" h="269240">
                  <a:moveTo>
                    <a:pt x="79108" y="221284"/>
                  </a:moveTo>
                  <a:lnTo>
                    <a:pt x="78790" y="219964"/>
                  </a:lnTo>
                  <a:lnTo>
                    <a:pt x="74803" y="219138"/>
                  </a:lnTo>
                  <a:lnTo>
                    <a:pt x="73012" y="220916"/>
                  </a:lnTo>
                  <a:lnTo>
                    <a:pt x="74549" y="224548"/>
                  </a:lnTo>
                  <a:lnTo>
                    <a:pt x="77304" y="224993"/>
                  </a:lnTo>
                  <a:lnTo>
                    <a:pt x="78206" y="223139"/>
                  </a:lnTo>
                  <a:lnTo>
                    <a:pt x="79108" y="221284"/>
                  </a:lnTo>
                  <a:close/>
                </a:path>
                <a:path w="246379" h="269240">
                  <a:moveTo>
                    <a:pt x="86067" y="154686"/>
                  </a:moveTo>
                  <a:lnTo>
                    <a:pt x="84620" y="154686"/>
                  </a:lnTo>
                  <a:lnTo>
                    <a:pt x="84620" y="155803"/>
                  </a:lnTo>
                  <a:lnTo>
                    <a:pt x="85344" y="155803"/>
                  </a:lnTo>
                  <a:lnTo>
                    <a:pt x="86067" y="155803"/>
                  </a:lnTo>
                  <a:lnTo>
                    <a:pt x="86067" y="154686"/>
                  </a:lnTo>
                  <a:close/>
                </a:path>
                <a:path w="246379" h="269240">
                  <a:moveTo>
                    <a:pt x="89065" y="88722"/>
                  </a:moveTo>
                  <a:lnTo>
                    <a:pt x="88849" y="87566"/>
                  </a:lnTo>
                  <a:lnTo>
                    <a:pt x="88201" y="84150"/>
                  </a:lnTo>
                  <a:lnTo>
                    <a:pt x="84391" y="85407"/>
                  </a:lnTo>
                  <a:lnTo>
                    <a:pt x="83807" y="86144"/>
                  </a:lnTo>
                  <a:lnTo>
                    <a:pt x="83756" y="87795"/>
                  </a:lnTo>
                  <a:lnTo>
                    <a:pt x="83972" y="88430"/>
                  </a:lnTo>
                  <a:lnTo>
                    <a:pt x="85801" y="89865"/>
                  </a:lnTo>
                  <a:lnTo>
                    <a:pt x="87680" y="89293"/>
                  </a:lnTo>
                  <a:lnTo>
                    <a:pt x="87693" y="89090"/>
                  </a:lnTo>
                  <a:lnTo>
                    <a:pt x="87693" y="88874"/>
                  </a:lnTo>
                  <a:lnTo>
                    <a:pt x="89065" y="88722"/>
                  </a:lnTo>
                  <a:close/>
                </a:path>
                <a:path w="246379" h="269240">
                  <a:moveTo>
                    <a:pt x="89535" y="171348"/>
                  </a:moveTo>
                  <a:lnTo>
                    <a:pt x="88519" y="170002"/>
                  </a:lnTo>
                  <a:lnTo>
                    <a:pt x="86360" y="169354"/>
                  </a:lnTo>
                  <a:lnTo>
                    <a:pt x="85572" y="169443"/>
                  </a:lnTo>
                  <a:lnTo>
                    <a:pt x="79933" y="170599"/>
                  </a:lnTo>
                  <a:lnTo>
                    <a:pt x="83248" y="178409"/>
                  </a:lnTo>
                  <a:lnTo>
                    <a:pt x="87503" y="174828"/>
                  </a:lnTo>
                  <a:lnTo>
                    <a:pt x="88328" y="174142"/>
                  </a:lnTo>
                  <a:lnTo>
                    <a:pt x="88658" y="173520"/>
                  </a:lnTo>
                  <a:lnTo>
                    <a:pt x="89535" y="171348"/>
                  </a:lnTo>
                  <a:close/>
                </a:path>
                <a:path w="246379" h="269240">
                  <a:moveTo>
                    <a:pt x="94932" y="46964"/>
                  </a:moveTo>
                  <a:lnTo>
                    <a:pt x="89649" y="50800"/>
                  </a:lnTo>
                  <a:lnTo>
                    <a:pt x="91135" y="51816"/>
                  </a:lnTo>
                  <a:lnTo>
                    <a:pt x="92913" y="50469"/>
                  </a:lnTo>
                  <a:lnTo>
                    <a:pt x="93294" y="50101"/>
                  </a:lnTo>
                  <a:lnTo>
                    <a:pt x="93764" y="49212"/>
                  </a:lnTo>
                  <a:lnTo>
                    <a:pt x="94932" y="46964"/>
                  </a:lnTo>
                  <a:close/>
                </a:path>
                <a:path w="246379" h="269240">
                  <a:moveTo>
                    <a:pt x="98209" y="218757"/>
                  </a:moveTo>
                  <a:lnTo>
                    <a:pt x="94373" y="215976"/>
                  </a:lnTo>
                  <a:lnTo>
                    <a:pt x="92900" y="218592"/>
                  </a:lnTo>
                  <a:lnTo>
                    <a:pt x="92278" y="219684"/>
                  </a:lnTo>
                  <a:lnTo>
                    <a:pt x="91808" y="220421"/>
                  </a:lnTo>
                  <a:lnTo>
                    <a:pt x="92316" y="222275"/>
                  </a:lnTo>
                  <a:lnTo>
                    <a:pt x="92951" y="222834"/>
                  </a:lnTo>
                  <a:lnTo>
                    <a:pt x="94894" y="222656"/>
                  </a:lnTo>
                  <a:lnTo>
                    <a:pt x="94894" y="224193"/>
                  </a:lnTo>
                  <a:lnTo>
                    <a:pt x="96710" y="223469"/>
                  </a:lnTo>
                  <a:lnTo>
                    <a:pt x="96875" y="223405"/>
                  </a:lnTo>
                  <a:lnTo>
                    <a:pt x="97218" y="223278"/>
                  </a:lnTo>
                  <a:lnTo>
                    <a:pt x="98082" y="222923"/>
                  </a:lnTo>
                  <a:lnTo>
                    <a:pt x="98082" y="221843"/>
                  </a:lnTo>
                  <a:lnTo>
                    <a:pt x="97218" y="221500"/>
                  </a:lnTo>
                  <a:lnTo>
                    <a:pt x="97040" y="221437"/>
                  </a:lnTo>
                  <a:lnTo>
                    <a:pt x="96875" y="221373"/>
                  </a:lnTo>
                  <a:lnTo>
                    <a:pt x="96710" y="221310"/>
                  </a:lnTo>
                  <a:lnTo>
                    <a:pt x="96227" y="221119"/>
                  </a:lnTo>
                  <a:lnTo>
                    <a:pt x="98209" y="218757"/>
                  </a:lnTo>
                  <a:close/>
                </a:path>
                <a:path w="246379" h="269240">
                  <a:moveTo>
                    <a:pt x="107696" y="127520"/>
                  </a:moveTo>
                  <a:lnTo>
                    <a:pt x="105765" y="124536"/>
                  </a:lnTo>
                  <a:lnTo>
                    <a:pt x="105765" y="126898"/>
                  </a:lnTo>
                  <a:lnTo>
                    <a:pt x="105727" y="127228"/>
                  </a:lnTo>
                  <a:lnTo>
                    <a:pt x="105676" y="127101"/>
                  </a:lnTo>
                  <a:lnTo>
                    <a:pt x="105625" y="127228"/>
                  </a:lnTo>
                  <a:lnTo>
                    <a:pt x="105549" y="126809"/>
                  </a:lnTo>
                  <a:lnTo>
                    <a:pt x="105676" y="127101"/>
                  </a:lnTo>
                  <a:lnTo>
                    <a:pt x="105765" y="126898"/>
                  </a:lnTo>
                  <a:lnTo>
                    <a:pt x="105765" y="124536"/>
                  </a:lnTo>
                  <a:lnTo>
                    <a:pt x="105664" y="124371"/>
                  </a:lnTo>
                  <a:lnTo>
                    <a:pt x="104724" y="124637"/>
                  </a:lnTo>
                  <a:lnTo>
                    <a:pt x="103327" y="124396"/>
                  </a:lnTo>
                  <a:lnTo>
                    <a:pt x="102565" y="124358"/>
                  </a:lnTo>
                  <a:lnTo>
                    <a:pt x="100838" y="125564"/>
                  </a:lnTo>
                  <a:lnTo>
                    <a:pt x="100114" y="126771"/>
                  </a:lnTo>
                  <a:lnTo>
                    <a:pt x="101079" y="129425"/>
                  </a:lnTo>
                  <a:lnTo>
                    <a:pt x="101993" y="130200"/>
                  </a:lnTo>
                  <a:lnTo>
                    <a:pt x="104330" y="130289"/>
                  </a:lnTo>
                  <a:lnTo>
                    <a:pt x="105016" y="129933"/>
                  </a:lnTo>
                  <a:lnTo>
                    <a:pt x="106426" y="128651"/>
                  </a:lnTo>
                  <a:lnTo>
                    <a:pt x="107696" y="127520"/>
                  </a:lnTo>
                  <a:close/>
                </a:path>
                <a:path w="246379" h="269240">
                  <a:moveTo>
                    <a:pt x="120586" y="238925"/>
                  </a:moveTo>
                  <a:lnTo>
                    <a:pt x="109550" y="238874"/>
                  </a:lnTo>
                  <a:lnTo>
                    <a:pt x="112991" y="248310"/>
                  </a:lnTo>
                  <a:lnTo>
                    <a:pt x="117170" y="248310"/>
                  </a:lnTo>
                  <a:lnTo>
                    <a:pt x="118325" y="245122"/>
                  </a:lnTo>
                  <a:lnTo>
                    <a:pt x="120586" y="238925"/>
                  </a:lnTo>
                  <a:close/>
                </a:path>
                <a:path w="246379" h="269240">
                  <a:moveTo>
                    <a:pt x="121132" y="66484"/>
                  </a:moveTo>
                  <a:close/>
                </a:path>
                <a:path w="246379" h="269240">
                  <a:moveTo>
                    <a:pt x="122936" y="63284"/>
                  </a:moveTo>
                  <a:lnTo>
                    <a:pt x="117957" y="60375"/>
                  </a:lnTo>
                  <a:lnTo>
                    <a:pt x="115328" y="64871"/>
                  </a:lnTo>
                  <a:lnTo>
                    <a:pt x="115379" y="66802"/>
                  </a:lnTo>
                  <a:lnTo>
                    <a:pt x="115646" y="68732"/>
                  </a:lnTo>
                  <a:lnTo>
                    <a:pt x="117094" y="69456"/>
                  </a:lnTo>
                  <a:lnTo>
                    <a:pt x="119341" y="69621"/>
                  </a:lnTo>
                  <a:lnTo>
                    <a:pt x="120180" y="69075"/>
                  </a:lnTo>
                  <a:lnTo>
                    <a:pt x="120840" y="67957"/>
                  </a:lnTo>
                  <a:lnTo>
                    <a:pt x="121018" y="67538"/>
                  </a:lnTo>
                  <a:lnTo>
                    <a:pt x="121081" y="67056"/>
                  </a:lnTo>
                  <a:lnTo>
                    <a:pt x="121018" y="65709"/>
                  </a:lnTo>
                  <a:lnTo>
                    <a:pt x="121107" y="66382"/>
                  </a:lnTo>
                  <a:lnTo>
                    <a:pt x="121513" y="65709"/>
                  </a:lnTo>
                  <a:lnTo>
                    <a:pt x="122936" y="63284"/>
                  </a:lnTo>
                  <a:close/>
                </a:path>
                <a:path w="246379" h="269240">
                  <a:moveTo>
                    <a:pt x="141566" y="250609"/>
                  </a:moveTo>
                  <a:lnTo>
                    <a:pt x="132702" y="250609"/>
                  </a:lnTo>
                  <a:lnTo>
                    <a:pt x="132689" y="257492"/>
                  </a:lnTo>
                  <a:lnTo>
                    <a:pt x="137134" y="257492"/>
                  </a:lnTo>
                  <a:lnTo>
                    <a:pt x="141554" y="257492"/>
                  </a:lnTo>
                  <a:lnTo>
                    <a:pt x="141566" y="250609"/>
                  </a:lnTo>
                  <a:close/>
                </a:path>
                <a:path w="246379" h="269240">
                  <a:moveTo>
                    <a:pt x="161302" y="178638"/>
                  </a:moveTo>
                  <a:lnTo>
                    <a:pt x="157276" y="176403"/>
                  </a:lnTo>
                  <a:lnTo>
                    <a:pt x="153365" y="183324"/>
                  </a:lnTo>
                  <a:lnTo>
                    <a:pt x="160210" y="185623"/>
                  </a:lnTo>
                  <a:lnTo>
                    <a:pt x="160832" y="181673"/>
                  </a:lnTo>
                  <a:lnTo>
                    <a:pt x="161302" y="178638"/>
                  </a:lnTo>
                  <a:close/>
                </a:path>
                <a:path w="246379" h="269240">
                  <a:moveTo>
                    <a:pt x="180809" y="91249"/>
                  </a:moveTo>
                  <a:lnTo>
                    <a:pt x="180543" y="89674"/>
                  </a:lnTo>
                  <a:lnTo>
                    <a:pt x="180619" y="89344"/>
                  </a:lnTo>
                  <a:lnTo>
                    <a:pt x="180454" y="89128"/>
                  </a:lnTo>
                  <a:lnTo>
                    <a:pt x="179311" y="87591"/>
                  </a:lnTo>
                  <a:lnTo>
                    <a:pt x="176771" y="88607"/>
                  </a:lnTo>
                  <a:lnTo>
                    <a:pt x="175768" y="89154"/>
                  </a:lnTo>
                  <a:lnTo>
                    <a:pt x="173685" y="91808"/>
                  </a:lnTo>
                  <a:lnTo>
                    <a:pt x="174409" y="94284"/>
                  </a:lnTo>
                  <a:lnTo>
                    <a:pt x="178015" y="94373"/>
                  </a:lnTo>
                  <a:lnTo>
                    <a:pt x="179057" y="93929"/>
                  </a:lnTo>
                  <a:lnTo>
                    <a:pt x="180124" y="92557"/>
                  </a:lnTo>
                  <a:lnTo>
                    <a:pt x="180733" y="91782"/>
                  </a:lnTo>
                  <a:lnTo>
                    <a:pt x="180809" y="91249"/>
                  </a:lnTo>
                  <a:close/>
                </a:path>
                <a:path w="246379" h="269240">
                  <a:moveTo>
                    <a:pt x="195910" y="99656"/>
                  </a:moveTo>
                  <a:lnTo>
                    <a:pt x="195478" y="98221"/>
                  </a:lnTo>
                  <a:lnTo>
                    <a:pt x="193014" y="98221"/>
                  </a:lnTo>
                  <a:lnTo>
                    <a:pt x="192595" y="99656"/>
                  </a:lnTo>
                  <a:lnTo>
                    <a:pt x="193306" y="100507"/>
                  </a:lnTo>
                  <a:lnTo>
                    <a:pt x="193471" y="100711"/>
                  </a:lnTo>
                  <a:lnTo>
                    <a:pt x="193865" y="101193"/>
                  </a:lnTo>
                  <a:lnTo>
                    <a:pt x="194614" y="101193"/>
                  </a:lnTo>
                  <a:lnTo>
                    <a:pt x="195033" y="100711"/>
                  </a:lnTo>
                  <a:lnTo>
                    <a:pt x="195910" y="99656"/>
                  </a:lnTo>
                  <a:close/>
                </a:path>
                <a:path w="246379" h="269240">
                  <a:moveTo>
                    <a:pt x="196215" y="102654"/>
                  </a:moveTo>
                  <a:lnTo>
                    <a:pt x="195948" y="102628"/>
                  </a:lnTo>
                  <a:lnTo>
                    <a:pt x="195186" y="102552"/>
                  </a:lnTo>
                  <a:lnTo>
                    <a:pt x="194437" y="102489"/>
                  </a:lnTo>
                  <a:lnTo>
                    <a:pt x="193141" y="102374"/>
                  </a:lnTo>
                  <a:lnTo>
                    <a:pt x="193141" y="103314"/>
                  </a:lnTo>
                  <a:lnTo>
                    <a:pt x="193675" y="103263"/>
                  </a:lnTo>
                  <a:lnTo>
                    <a:pt x="194437" y="103200"/>
                  </a:lnTo>
                  <a:lnTo>
                    <a:pt x="195948" y="103047"/>
                  </a:lnTo>
                  <a:lnTo>
                    <a:pt x="196215" y="103022"/>
                  </a:lnTo>
                  <a:lnTo>
                    <a:pt x="196215" y="102654"/>
                  </a:lnTo>
                  <a:close/>
                </a:path>
                <a:path w="246379" h="269240">
                  <a:moveTo>
                    <a:pt x="198843" y="184835"/>
                  </a:moveTo>
                  <a:lnTo>
                    <a:pt x="193370" y="183591"/>
                  </a:lnTo>
                  <a:lnTo>
                    <a:pt x="193306" y="188010"/>
                  </a:lnTo>
                  <a:lnTo>
                    <a:pt x="193738" y="188671"/>
                  </a:lnTo>
                  <a:lnTo>
                    <a:pt x="195961" y="189992"/>
                  </a:lnTo>
                  <a:lnTo>
                    <a:pt x="197485" y="188950"/>
                  </a:lnTo>
                  <a:lnTo>
                    <a:pt x="197523" y="188290"/>
                  </a:lnTo>
                  <a:lnTo>
                    <a:pt x="197586" y="187375"/>
                  </a:lnTo>
                  <a:lnTo>
                    <a:pt x="198158" y="186220"/>
                  </a:lnTo>
                  <a:lnTo>
                    <a:pt x="198843" y="184835"/>
                  </a:lnTo>
                  <a:close/>
                </a:path>
                <a:path w="246379" h="269240">
                  <a:moveTo>
                    <a:pt x="200177" y="148005"/>
                  </a:moveTo>
                  <a:lnTo>
                    <a:pt x="195554" y="144437"/>
                  </a:lnTo>
                  <a:lnTo>
                    <a:pt x="193903" y="147523"/>
                  </a:lnTo>
                  <a:lnTo>
                    <a:pt x="193421" y="148412"/>
                  </a:lnTo>
                  <a:lnTo>
                    <a:pt x="193382" y="149059"/>
                  </a:lnTo>
                  <a:lnTo>
                    <a:pt x="193725" y="151282"/>
                  </a:lnTo>
                  <a:lnTo>
                    <a:pt x="195237" y="151866"/>
                  </a:lnTo>
                  <a:lnTo>
                    <a:pt x="196799" y="151511"/>
                  </a:lnTo>
                  <a:lnTo>
                    <a:pt x="197142" y="151282"/>
                  </a:lnTo>
                  <a:lnTo>
                    <a:pt x="197662" y="150672"/>
                  </a:lnTo>
                  <a:lnTo>
                    <a:pt x="198437" y="149669"/>
                  </a:lnTo>
                  <a:lnTo>
                    <a:pt x="200177" y="148005"/>
                  </a:lnTo>
                  <a:close/>
                </a:path>
                <a:path w="246379" h="269240">
                  <a:moveTo>
                    <a:pt x="200177" y="67144"/>
                  </a:moveTo>
                  <a:lnTo>
                    <a:pt x="199631" y="67144"/>
                  </a:lnTo>
                  <a:lnTo>
                    <a:pt x="199631" y="67564"/>
                  </a:lnTo>
                  <a:lnTo>
                    <a:pt x="199898" y="67564"/>
                  </a:lnTo>
                  <a:lnTo>
                    <a:pt x="200177" y="67564"/>
                  </a:lnTo>
                  <a:lnTo>
                    <a:pt x="200177" y="67144"/>
                  </a:lnTo>
                  <a:close/>
                </a:path>
                <a:path w="246379" h="269240">
                  <a:moveTo>
                    <a:pt x="201726" y="207835"/>
                  </a:moveTo>
                  <a:lnTo>
                    <a:pt x="201612" y="205701"/>
                  </a:lnTo>
                  <a:lnTo>
                    <a:pt x="201561" y="205359"/>
                  </a:lnTo>
                  <a:lnTo>
                    <a:pt x="200787" y="202679"/>
                  </a:lnTo>
                  <a:lnTo>
                    <a:pt x="197789" y="203581"/>
                  </a:lnTo>
                  <a:lnTo>
                    <a:pt x="198475" y="205308"/>
                  </a:lnTo>
                  <a:lnTo>
                    <a:pt x="198932" y="206438"/>
                  </a:lnTo>
                  <a:lnTo>
                    <a:pt x="200063" y="208051"/>
                  </a:lnTo>
                  <a:lnTo>
                    <a:pt x="201726" y="207835"/>
                  </a:lnTo>
                  <a:close/>
                </a:path>
                <a:path w="246379" h="269240">
                  <a:moveTo>
                    <a:pt x="202488" y="168744"/>
                  </a:moveTo>
                  <a:lnTo>
                    <a:pt x="201688" y="167373"/>
                  </a:lnTo>
                  <a:lnTo>
                    <a:pt x="201561" y="167170"/>
                  </a:lnTo>
                  <a:lnTo>
                    <a:pt x="200482" y="165328"/>
                  </a:lnTo>
                  <a:lnTo>
                    <a:pt x="198018" y="167906"/>
                  </a:lnTo>
                  <a:lnTo>
                    <a:pt x="199834" y="168897"/>
                  </a:lnTo>
                  <a:lnTo>
                    <a:pt x="200050" y="169024"/>
                  </a:lnTo>
                  <a:lnTo>
                    <a:pt x="200279" y="169138"/>
                  </a:lnTo>
                  <a:lnTo>
                    <a:pt x="200494" y="169265"/>
                  </a:lnTo>
                  <a:lnTo>
                    <a:pt x="201409" y="169748"/>
                  </a:lnTo>
                  <a:lnTo>
                    <a:pt x="202488" y="168744"/>
                  </a:lnTo>
                  <a:close/>
                </a:path>
                <a:path w="246379" h="269240">
                  <a:moveTo>
                    <a:pt x="206413" y="268566"/>
                  </a:moveTo>
                  <a:lnTo>
                    <a:pt x="205828" y="268566"/>
                  </a:lnTo>
                  <a:lnTo>
                    <a:pt x="205828" y="269011"/>
                  </a:lnTo>
                  <a:lnTo>
                    <a:pt x="206121" y="269011"/>
                  </a:lnTo>
                  <a:lnTo>
                    <a:pt x="206413" y="269011"/>
                  </a:lnTo>
                  <a:lnTo>
                    <a:pt x="206413" y="268566"/>
                  </a:lnTo>
                  <a:close/>
                </a:path>
                <a:path w="246379" h="269240">
                  <a:moveTo>
                    <a:pt x="206502" y="90220"/>
                  </a:moveTo>
                  <a:lnTo>
                    <a:pt x="205905" y="89166"/>
                  </a:lnTo>
                  <a:lnTo>
                    <a:pt x="205193" y="89674"/>
                  </a:lnTo>
                  <a:lnTo>
                    <a:pt x="204381" y="90284"/>
                  </a:lnTo>
                  <a:lnTo>
                    <a:pt x="202819" y="91427"/>
                  </a:lnTo>
                  <a:lnTo>
                    <a:pt x="204304" y="92989"/>
                  </a:lnTo>
                  <a:lnTo>
                    <a:pt x="205066" y="92024"/>
                  </a:lnTo>
                  <a:lnTo>
                    <a:pt x="205727" y="91198"/>
                  </a:lnTo>
                  <a:lnTo>
                    <a:pt x="206057" y="90792"/>
                  </a:lnTo>
                  <a:lnTo>
                    <a:pt x="206502" y="90220"/>
                  </a:lnTo>
                  <a:close/>
                </a:path>
                <a:path w="246379" h="269240">
                  <a:moveTo>
                    <a:pt x="206984" y="228168"/>
                  </a:moveTo>
                  <a:lnTo>
                    <a:pt x="206400" y="228168"/>
                  </a:lnTo>
                  <a:lnTo>
                    <a:pt x="206400" y="228612"/>
                  </a:lnTo>
                  <a:lnTo>
                    <a:pt x="206692" y="228612"/>
                  </a:lnTo>
                  <a:lnTo>
                    <a:pt x="206984" y="228612"/>
                  </a:lnTo>
                  <a:lnTo>
                    <a:pt x="206984" y="228168"/>
                  </a:lnTo>
                  <a:close/>
                </a:path>
                <a:path w="246379" h="269240">
                  <a:moveTo>
                    <a:pt x="210248" y="112331"/>
                  </a:moveTo>
                  <a:lnTo>
                    <a:pt x="209296" y="109753"/>
                  </a:lnTo>
                  <a:lnTo>
                    <a:pt x="207822" y="110617"/>
                  </a:lnTo>
                  <a:lnTo>
                    <a:pt x="206933" y="110744"/>
                  </a:lnTo>
                  <a:lnTo>
                    <a:pt x="205994" y="110490"/>
                  </a:lnTo>
                  <a:lnTo>
                    <a:pt x="205473" y="111760"/>
                  </a:lnTo>
                  <a:lnTo>
                    <a:pt x="207111" y="112814"/>
                  </a:lnTo>
                  <a:lnTo>
                    <a:pt x="207746" y="112877"/>
                  </a:lnTo>
                  <a:lnTo>
                    <a:pt x="210248" y="112331"/>
                  </a:lnTo>
                  <a:close/>
                </a:path>
                <a:path w="246379" h="269240">
                  <a:moveTo>
                    <a:pt x="213245" y="240423"/>
                  </a:moveTo>
                  <a:lnTo>
                    <a:pt x="213042" y="238493"/>
                  </a:lnTo>
                  <a:lnTo>
                    <a:pt x="212864" y="236969"/>
                  </a:lnTo>
                  <a:lnTo>
                    <a:pt x="212839" y="236715"/>
                  </a:lnTo>
                  <a:lnTo>
                    <a:pt x="212801" y="236321"/>
                  </a:lnTo>
                  <a:lnTo>
                    <a:pt x="212674" y="235216"/>
                  </a:lnTo>
                  <a:lnTo>
                    <a:pt x="209956" y="235775"/>
                  </a:lnTo>
                  <a:lnTo>
                    <a:pt x="209956" y="236715"/>
                  </a:lnTo>
                  <a:lnTo>
                    <a:pt x="209842" y="236969"/>
                  </a:lnTo>
                  <a:lnTo>
                    <a:pt x="209677" y="236931"/>
                  </a:lnTo>
                  <a:lnTo>
                    <a:pt x="209651" y="236804"/>
                  </a:lnTo>
                  <a:lnTo>
                    <a:pt x="209956" y="236715"/>
                  </a:lnTo>
                  <a:lnTo>
                    <a:pt x="209956" y="235775"/>
                  </a:lnTo>
                  <a:lnTo>
                    <a:pt x="209423" y="235889"/>
                  </a:lnTo>
                  <a:lnTo>
                    <a:pt x="209423" y="236601"/>
                  </a:lnTo>
                  <a:lnTo>
                    <a:pt x="209156" y="236562"/>
                  </a:lnTo>
                  <a:lnTo>
                    <a:pt x="209118" y="236321"/>
                  </a:lnTo>
                  <a:lnTo>
                    <a:pt x="209423" y="236601"/>
                  </a:lnTo>
                  <a:lnTo>
                    <a:pt x="209423" y="235889"/>
                  </a:lnTo>
                  <a:lnTo>
                    <a:pt x="207886" y="236194"/>
                  </a:lnTo>
                  <a:lnTo>
                    <a:pt x="207924" y="237464"/>
                  </a:lnTo>
                  <a:lnTo>
                    <a:pt x="207949" y="238201"/>
                  </a:lnTo>
                  <a:lnTo>
                    <a:pt x="207924" y="237464"/>
                  </a:lnTo>
                  <a:lnTo>
                    <a:pt x="207810" y="237604"/>
                  </a:lnTo>
                  <a:lnTo>
                    <a:pt x="207733" y="238493"/>
                  </a:lnTo>
                  <a:lnTo>
                    <a:pt x="208191" y="239826"/>
                  </a:lnTo>
                  <a:lnTo>
                    <a:pt x="208864" y="240398"/>
                  </a:lnTo>
                  <a:lnTo>
                    <a:pt x="213245" y="240423"/>
                  </a:lnTo>
                  <a:close/>
                </a:path>
                <a:path w="246379" h="269240">
                  <a:moveTo>
                    <a:pt x="213448" y="75552"/>
                  </a:moveTo>
                  <a:lnTo>
                    <a:pt x="207835" y="75552"/>
                  </a:lnTo>
                  <a:lnTo>
                    <a:pt x="207835" y="79908"/>
                  </a:lnTo>
                  <a:lnTo>
                    <a:pt x="210642" y="79908"/>
                  </a:lnTo>
                  <a:lnTo>
                    <a:pt x="213448" y="79908"/>
                  </a:lnTo>
                  <a:lnTo>
                    <a:pt x="213448" y="75552"/>
                  </a:lnTo>
                  <a:close/>
                </a:path>
                <a:path w="246379" h="269240">
                  <a:moveTo>
                    <a:pt x="213448" y="60198"/>
                  </a:moveTo>
                  <a:lnTo>
                    <a:pt x="212674" y="59601"/>
                  </a:lnTo>
                  <a:lnTo>
                    <a:pt x="211861" y="59969"/>
                  </a:lnTo>
                  <a:lnTo>
                    <a:pt x="211670" y="60121"/>
                  </a:lnTo>
                  <a:lnTo>
                    <a:pt x="211467" y="60172"/>
                  </a:lnTo>
                  <a:lnTo>
                    <a:pt x="211226" y="60109"/>
                  </a:lnTo>
                  <a:lnTo>
                    <a:pt x="209702" y="59982"/>
                  </a:lnTo>
                  <a:lnTo>
                    <a:pt x="209702" y="62369"/>
                  </a:lnTo>
                  <a:lnTo>
                    <a:pt x="211226" y="62496"/>
                  </a:lnTo>
                  <a:lnTo>
                    <a:pt x="212280" y="62585"/>
                  </a:lnTo>
                  <a:lnTo>
                    <a:pt x="213144" y="62166"/>
                  </a:lnTo>
                  <a:lnTo>
                    <a:pt x="213309" y="61074"/>
                  </a:lnTo>
                  <a:lnTo>
                    <a:pt x="213448" y="60198"/>
                  </a:lnTo>
                  <a:close/>
                </a:path>
                <a:path w="246379" h="269240">
                  <a:moveTo>
                    <a:pt x="214109" y="205943"/>
                  </a:moveTo>
                  <a:lnTo>
                    <a:pt x="208318" y="205943"/>
                  </a:lnTo>
                  <a:lnTo>
                    <a:pt x="208305" y="210439"/>
                  </a:lnTo>
                  <a:lnTo>
                    <a:pt x="211213" y="210439"/>
                  </a:lnTo>
                  <a:lnTo>
                    <a:pt x="214096" y="210439"/>
                  </a:lnTo>
                  <a:lnTo>
                    <a:pt x="214109" y="205943"/>
                  </a:lnTo>
                  <a:close/>
                </a:path>
                <a:path w="246379" h="269240">
                  <a:moveTo>
                    <a:pt x="214223" y="102158"/>
                  </a:moveTo>
                  <a:lnTo>
                    <a:pt x="213855" y="102158"/>
                  </a:lnTo>
                  <a:lnTo>
                    <a:pt x="213855" y="102438"/>
                  </a:lnTo>
                  <a:lnTo>
                    <a:pt x="214033" y="102438"/>
                  </a:lnTo>
                  <a:lnTo>
                    <a:pt x="214223" y="102438"/>
                  </a:lnTo>
                  <a:lnTo>
                    <a:pt x="214223" y="102158"/>
                  </a:lnTo>
                  <a:close/>
                </a:path>
                <a:path w="246379" h="269240">
                  <a:moveTo>
                    <a:pt x="214795" y="259638"/>
                  </a:moveTo>
                  <a:lnTo>
                    <a:pt x="214744" y="259473"/>
                  </a:lnTo>
                  <a:lnTo>
                    <a:pt x="214350" y="258584"/>
                  </a:lnTo>
                  <a:lnTo>
                    <a:pt x="214337" y="257695"/>
                  </a:lnTo>
                  <a:lnTo>
                    <a:pt x="214680" y="256794"/>
                  </a:lnTo>
                  <a:lnTo>
                    <a:pt x="214210" y="257746"/>
                  </a:lnTo>
                  <a:lnTo>
                    <a:pt x="214185" y="258533"/>
                  </a:lnTo>
                  <a:lnTo>
                    <a:pt x="214528" y="259715"/>
                  </a:lnTo>
                  <a:lnTo>
                    <a:pt x="214795" y="259638"/>
                  </a:lnTo>
                  <a:close/>
                </a:path>
                <a:path w="246379" h="269240">
                  <a:moveTo>
                    <a:pt x="215163" y="65798"/>
                  </a:moveTo>
                  <a:lnTo>
                    <a:pt x="213563" y="65341"/>
                  </a:lnTo>
                  <a:lnTo>
                    <a:pt x="211162" y="70459"/>
                  </a:lnTo>
                  <a:lnTo>
                    <a:pt x="214795" y="71399"/>
                  </a:lnTo>
                  <a:lnTo>
                    <a:pt x="214947" y="68999"/>
                  </a:lnTo>
                  <a:lnTo>
                    <a:pt x="215163" y="65798"/>
                  </a:lnTo>
                  <a:close/>
                </a:path>
                <a:path w="246379" h="269240">
                  <a:moveTo>
                    <a:pt x="217284" y="176758"/>
                  </a:moveTo>
                  <a:lnTo>
                    <a:pt x="213664" y="175336"/>
                  </a:lnTo>
                  <a:lnTo>
                    <a:pt x="212991" y="177749"/>
                  </a:lnTo>
                  <a:lnTo>
                    <a:pt x="212521" y="179451"/>
                  </a:lnTo>
                  <a:lnTo>
                    <a:pt x="213233" y="181140"/>
                  </a:lnTo>
                  <a:lnTo>
                    <a:pt x="216052" y="181279"/>
                  </a:lnTo>
                  <a:lnTo>
                    <a:pt x="216535" y="180352"/>
                  </a:lnTo>
                  <a:lnTo>
                    <a:pt x="216408" y="179539"/>
                  </a:lnTo>
                  <a:lnTo>
                    <a:pt x="216484" y="179273"/>
                  </a:lnTo>
                  <a:lnTo>
                    <a:pt x="216408" y="179120"/>
                  </a:lnTo>
                  <a:lnTo>
                    <a:pt x="216204" y="179108"/>
                  </a:lnTo>
                  <a:lnTo>
                    <a:pt x="217284" y="176758"/>
                  </a:lnTo>
                  <a:close/>
                </a:path>
                <a:path w="246379" h="269240">
                  <a:moveTo>
                    <a:pt x="219392" y="159410"/>
                  </a:moveTo>
                  <a:lnTo>
                    <a:pt x="216662" y="156616"/>
                  </a:lnTo>
                  <a:lnTo>
                    <a:pt x="215036" y="158356"/>
                  </a:lnTo>
                  <a:lnTo>
                    <a:pt x="214452" y="158978"/>
                  </a:lnTo>
                  <a:lnTo>
                    <a:pt x="214261" y="159207"/>
                  </a:lnTo>
                  <a:lnTo>
                    <a:pt x="213487" y="161023"/>
                  </a:lnTo>
                  <a:lnTo>
                    <a:pt x="214249" y="162661"/>
                  </a:lnTo>
                  <a:lnTo>
                    <a:pt x="216458" y="161823"/>
                  </a:lnTo>
                  <a:lnTo>
                    <a:pt x="216928" y="161531"/>
                  </a:lnTo>
                  <a:lnTo>
                    <a:pt x="219392" y="159410"/>
                  </a:lnTo>
                  <a:close/>
                </a:path>
                <a:path w="246379" h="269240">
                  <a:moveTo>
                    <a:pt x="219417" y="55664"/>
                  </a:moveTo>
                  <a:lnTo>
                    <a:pt x="218833" y="55664"/>
                  </a:lnTo>
                  <a:lnTo>
                    <a:pt x="218833" y="56121"/>
                  </a:lnTo>
                  <a:lnTo>
                    <a:pt x="219125" y="56121"/>
                  </a:lnTo>
                  <a:lnTo>
                    <a:pt x="219417" y="56121"/>
                  </a:lnTo>
                  <a:lnTo>
                    <a:pt x="219417" y="55664"/>
                  </a:lnTo>
                  <a:close/>
                </a:path>
                <a:path w="246379" h="269240">
                  <a:moveTo>
                    <a:pt x="222694" y="127762"/>
                  </a:moveTo>
                  <a:lnTo>
                    <a:pt x="220560" y="124904"/>
                  </a:lnTo>
                  <a:lnTo>
                    <a:pt x="219506" y="123482"/>
                  </a:lnTo>
                  <a:lnTo>
                    <a:pt x="213918" y="125133"/>
                  </a:lnTo>
                  <a:lnTo>
                    <a:pt x="214414" y="126923"/>
                  </a:lnTo>
                  <a:lnTo>
                    <a:pt x="213029" y="129006"/>
                  </a:lnTo>
                  <a:lnTo>
                    <a:pt x="217284" y="132207"/>
                  </a:lnTo>
                  <a:lnTo>
                    <a:pt x="221157" y="129032"/>
                  </a:lnTo>
                  <a:lnTo>
                    <a:pt x="222694" y="127762"/>
                  </a:lnTo>
                  <a:close/>
                </a:path>
                <a:path w="246379" h="269240">
                  <a:moveTo>
                    <a:pt x="226364" y="223672"/>
                  </a:moveTo>
                  <a:lnTo>
                    <a:pt x="225463" y="223672"/>
                  </a:lnTo>
                  <a:lnTo>
                    <a:pt x="225463" y="224383"/>
                  </a:lnTo>
                  <a:lnTo>
                    <a:pt x="225920" y="224383"/>
                  </a:lnTo>
                  <a:lnTo>
                    <a:pt x="226364" y="224383"/>
                  </a:lnTo>
                  <a:lnTo>
                    <a:pt x="226364" y="223672"/>
                  </a:lnTo>
                  <a:close/>
                </a:path>
                <a:path w="246379" h="269240">
                  <a:moveTo>
                    <a:pt x="226758" y="87058"/>
                  </a:moveTo>
                  <a:lnTo>
                    <a:pt x="225259" y="85648"/>
                  </a:lnTo>
                  <a:lnTo>
                    <a:pt x="224066" y="86334"/>
                  </a:lnTo>
                  <a:lnTo>
                    <a:pt x="222999" y="86982"/>
                  </a:lnTo>
                  <a:lnTo>
                    <a:pt x="222669" y="87376"/>
                  </a:lnTo>
                  <a:lnTo>
                    <a:pt x="222592" y="88646"/>
                  </a:lnTo>
                  <a:lnTo>
                    <a:pt x="222580" y="89204"/>
                  </a:lnTo>
                  <a:lnTo>
                    <a:pt x="223113" y="89712"/>
                  </a:lnTo>
                  <a:lnTo>
                    <a:pt x="223647" y="89700"/>
                  </a:lnTo>
                  <a:lnTo>
                    <a:pt x="224917" y="89687"/>
                  </a:lnTo>
                  <a:lnTo>
                    <a:pt x="225323" y="89331"/>
                  </a:lnTo>
                  <a:lnTo>
                    <a:pt x="226758" y="87058"/>
                  </a:lnTo>
                  <a:close/>
                </a:path>
                <a:path w="246379" h="269240">
                  <a:moveTo>
                    <a:pt x="227838" y="172732"/>
                  </a:moveTo>
                  <a:lnTo>
                    <a:pt x="227711" y="172618"/>
                  </a:lnTo>
                  <a:lnTo>
                    <a:pt x="227520" y="172440"/>
                  </a:lnTo>
                  <a:lnTo>
                    <a:pt x="227330" y="172250"/>
                  </a:lnTo>
                  <a:lnTo>
                    <a:pt x="227139" y="172072"/>
                  </a:lnTo>
                  <a:lnTo>
                    <a:pt x="227025" y="171945"/>
                  </a:lnTo>
                  <a:lnTo>
                    <a:pt x="226822" y="172135"/>
                  </a:lnTo>
                  <a:lnTo>
                    <a:pt x="226949" y="172262"/>
                  </a:lnTo>
                  <a:lnTo>
                    <a:pt x="227139" y="172440"/>
                  </a:lnTo>
                  <a:lnTo>
                    <a:pt x="227330" y="172631"/>
                  </a:lnTo>
                  <a:lnTo>
                    <a:pt x="227507" y="172808"/>
                  </a:lnTo>
                  <a:lnTo>
                    <a:pt x="227634" y="172935"/>
                  </a:lnTo>
                  <a:lnTo>
                    <a:pt x="227838" y="172732"/>
                  </a:lnTo>
                  <a:close/>
                </a:path>
                <a:path w="246379" h="269240">
                  <a:moveTo>
                    <a:pt x="227977" y="70040"/>
                  </a:moveTo>
                  <a:lnTo>
                    <a:pt x="223850" y="70027"/>
                  </a:lnTo>
                  <a:lnTo>
                    <a:pt x="224701" y="72059"/>
                  </a:lnTo>
                  <a:lnTo>
                    <a:pt x="224764" y="72224"/>
                  </a:lnTo>
                  <a:lnTo>
                    <a:pt x="224828" y="72390"/>
                  </a:lnTo>
                  <a:lnTo>
                    <a:pt x="224891" y="72555"/>
                  </a:lnTo>
                  <a:lnTo>
                    <a:pt x="225310" y="73545"/>
                  </a:lnTo>
                  <a:lnTo>
                    <a:pt x="226517" y="73545"/>
                  </a:lnTo>
                  <a:lnTo>
                    <a:pt x="226936" y="72555"/>
                  </a:lnTo>
                  <a:lnTo>
                    <a:pt x="226999" y="72390"/>
                  </a:lnTo>
                  <a:lnTo>
                    <a:pt x="227076" y="72224"/>
                  </a:lnTo>
                  <a:lnTo>
                    <a:pt x="227139" y="72059"/>
                  </a:lnTo>
                  <a:lnTo>
                    <a:pt x="227977" y="70040"/>
                  </a:lnTo>
                  <a:close/>
                </a:path>
                <a:path w="246379" h="269240">
                  <a:moveTo>
                    <a:pt x="229285" y="49974"/>
                  </a:moveTo>
                  <a:lnTo>
                    <a:pt x="225513" y="46570"/>
                  </a:lnTo>
                  <a:lnTo>
                    <a:pt x="223850" y="50444"/>
                  </a:lnTo>
                  <a:lnTo>
                    <a:pt x="226060" y="50825"/>
                  </a:lnTo>
                  <a:lnTo>
                    <a:pt x="228295" y="51193"/>
                  </a:lnTo>
                  <a:lnTo>
                    <a:pt x="229285" y="49974"/>
                  </a:lnTo>
                  <a:close/>
                </a:path>
                <a:path w="246379" h="269240">
                  <a:moveTo>
                    <a:pt x="230047" y="241300"/>
                  </a:moveTo>
                  <a:lnTo>
                    <a:pt x="229450" y="241046"/>
                  </a:lnTo>
                  <a:lnTo>
                    <a:pt x="227330" y="240157"/>
                  </a:lnTo>
                  <a:lnTo>
                    <a:pt x="227228" y="239979"/>
                  </a:lnTo>
                  <a:lnTo>
                    <a:pt x="226783" y="239217"/>
                  </a:lnTo>
                  <a:lnTo>
                    <a:pt x="224688" y="239547"/>
                  </a:lnTo>
                  <a:lnTo>
                    <a:pt x="224091" y="241528"/>
                  </a:lnTo>
                  <a:lnTo>
                    <a:pt x="223799" y="243840"/>
                  </a:lnTo>
                  <a:lnTo>
                    <a:pt x="225259" y="245021"/>
                  </a:lnTo>
                  <a:lnTo>
                    <a:pt x="229933" y="244970"/>
                  </a:lnTo>
                  <a:lnTo>
                    <a:pt x="230047" y="241300"/>
                  </a:lnTo>
                  <a:close/>
                </a:path>
                <a:path w="246379" h="269240">
                  <a:moveTo>
                    <a:pt x="231863" y="60337"/>
                  </a:moveTo>
                  <a:lnTo>
                    <a:pt x="229933" y="56502"/>
                  </a:lnTo>
                  <a:lnTo>
                    <a:pt x="229006" y="54648"/>
                  </a:lnTo>
                  <a:lnTo>
                    <a:pt x="227355" y="54648"/>
                  </a:lnTo>
                  <a:lnTo>
                    <a:pt x="224485" y="60337"/>
                  </a:lnTo>
                  <a:lnTo>
                    <a:pt x="231863" y="60337"/>
                  </a:lnTo>
                  <a:close/>
                </a:path>
                <a:path w="246379" h="269240">
                  <a:moveTo>
                    <a:pt x="231902" y="157695"/>
                  </a:moveTo>
                  <a:lnTo>
                    <a:pt x="231178" y="154546"/>
                  </a:lnTo>
                  <a:lnTo>
                    <a:pt x="230505" y="151638"/>
                  </a:lnTo>
                  <a:lnTo>
                    <a:pt x="228104" y="151638"/>
                  </a:lnTo>
                  <a:lnTo>
                    <a:pt x="226720" y="157683"/>
                  </a:lnTo>
                  <a:lnTo>
                    <a:pt x="231902" y="157695"/>
                  </a:lnTo>
                  <a:close/>
                </a:path>
                <a:path w="246379" h="269240">
                  <a:moveTo>
                    <a:pt x="232968" y="253784"/>
                  </a:moveTo>
                  <a:lnTo>
                    <a:pt x="228625" y="249212"/>
                  </a:lnTo>
                  <a:lnTo>
                    <a:pt x="227812" y="252552"/>
                  </a:lnTo>
                  <a:lnTo>
                    <a:pt x="227444" y="254076"/>
                  </a:lnTo>
                  <a:lnTo>
                    <a:pt x="228193" y="254762"/>
                  </a:lnTo>
                  <a:lnTo>
                    <a:pt x="232968" y="253784"/>
                  </a:lnTo>
                  <a:close/>
                </a:path>
                <a:path w="246379" h="269240">
                  <a:moveTo>
                    <a:pt x="232981" y="113995"/>
                  </a:moveTo>
                  <a:lnTo>
                    <a:pt x="228777" y="111531"/>
                  </a:lnTo>
                  <a:lnTo>
                    <a:pt x="228511" y="113271"/>
                  </a:lnTo>
                  <a:lnTo>
                    <a:pt x="228130" y="113499"/>
                  </a:lnTo>
                  <a:lnTo>
                    <a:pt x="228269" y="115481"/>
                  </a:lnTo>
                  <a:lnTo>
                    <a:pt x="229412" y="116192"/>
                  </a:lnTo>
                  <a:lnTo>
                    <a:pt x="232981" y="113995"/>
                  </a:lnTo>
                  <a:close/>
                </a:path>
                <a:path w="246379" h="269240">
                  <a:moveTo>
                    <a:pt x="233070" y="214490"/>
                  </a:moveTo>
                  <a:lnTo>
                    <a:pt x="232702" y="214464"/>
                  </a:lnTo>
                  <a:lnTo>
                    <a:pt x="232321" y="214439"/>
                  </a:lnTo>
                  <a:lnTo>
                    <a:pt x="231571" y="214401"/>
                  </a:lnTo>
                  <a:lnTo>
                    <a:pt x="231114" y="214363"/>
                  </a:lnTo>
                  <a:lnTo>
                    <a:pt x="231114" y="215125"/>
                  </a:lnTo>
                  <a:lnTo>
                    <a:pt x="231571" y="215099"/>
                  </a:lnTo>
                  <a:lnTo>
                    <a:pt x="232321" y="215049"/>
                  </a:lnTo>
                  <a:lnTo>
                    <a:pt x="232702" y="215023"/>
                  </a:lnTo>
                  <a:lnTo>
                    <a:pt x="233070" y="214998"/>
                  </a:lnTo>
                  <a:lnTo>
                    <a:pt x="233070" y="214490"/>
                  </a:lnTo>
                  <a:close/>
                </a:path>
                <a:path w="246379" h="269240">
                  <a:moveTo>
                    <a:pt x="235610" y="148590"/>
                  </a:moveTo>
                  <a:lnTo>
                    <a:pt x="233768" y="145427"/>
                  </a:lnTo>
                  <a:lnTo>
                    <a:pt x="230670" y="147332"/>
                  </a:lnTo>
                  <a:lnTo>
                    <a:pt x="230619" y="148590"/>
                  </a:lnTo>
                  <a:lnTo>
                    <a:pt x="231673" y="150964"/>
                  </a:lnTo>
                  <a:lnTo>
                    <a:pt x="233743" y="150304"/>
                  </a:lnTo>
                  <a:lnTo>
                    <a:pt x="233870" y="149936"/>
                  </a:lnTo>
                  <a:lnTo>
                    <a:pt x="233997" y="149580"/>
                  </a:lnTo>
                  <a:lnTo>
                    <a:pt x="235204" y="148844"/>
                  </a:lnTo>
                  <a:lnTo>
                    <a:pt x="235610" y="148590"/>
                  </a:lnTo>
                  <a:close/>
                </a:path>
                <a:path w="246379" h="269240">
                  <a:moveTo>
                    <a:pt x="240626" y="65786"/>
                  </a:moveTo>
                  <a:lnTo>
                    <a:pt x="240296" y="65481"/>
                  </a:lnTo>
                  <a:lnTo>
                    <a:pt x="240106" y="65290"/>
                  </a:lnTo>
                  <a:lnTo>
                    <a:pt x="239725" y="64935"/>
                  </a:lnTo>
                  <a:lnTo>
                    <a:pt x="239407" y="64617"/>
                  </a:lnTo>
                  <a:lnTo>
                    <a:pt x="238912" y="65112"/>
                  </a:lnTo>
                  <a:lnTo>
                    <a:pt x="239242" y="65430"/>
                  </a:lnTo>
                  <a:lnTo>
                    <a:pt x="239433" y="65608"/>
                  </a:lnTo>
                  <a:lnTo>
                    <a:pt x="239610" y="65786"/>
                  </a:lnTo>
                  <a:lnTo>
                    <a:pt x="239801" y="65963"/>
                  </a:lnTo>
                  <a:lnTo>
                    <a:pt x="240131" y="66281"/>
                  </a:lnTo>
                  <a:lnTo>
                    <a:pt x="240626" y="65786"/>
                  </a:lnTo>
                  <a:close/>
                </a:path>
                <a:path w="246379" h="269240">
                  <a:moveTo>
                    <a:pt x="245846" y="206209"/>
                  </a:moveTo>
                  <a:lnTo>
                    <a:pt x="244513" y="205574"/>
                  </a:lnTo>
                  <a:lnTo>
                    <a:pt x="243992" y="205320"/>
                  </a:lnTo>
                  <a:lnTo>
                    <a:pt x="243852" y="205193"/>
                  </a:lnTo>
                  <a:lnTo>
                    <a:pt x="244094" y="204597"/>
                  </a:lnTo>
                  <a:lnTo>
                    <a:pt x="244297" y="204050"/>
                  </a:lnTo>
                  <a:lnTo>
                    <a:pt x="242214" y="202526"/>
                  </a:lnTo>
                  <a:lnTo>
                    <a:pt x="237972" y="205460"/>
                  </a:lnTo>
                  <a:lnTo>
                    <a:pt x="239649" y="210731"/>
                  </a:lnTo>
                  <a:lnTo>
                    <a:pt x="245071" y="208711"/>
                  </a:lnTo>
                  <a:lnTo>
                    <a:pt x="245846" y="20620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4494809" y="7742941"/>
              <a:ext cx="236854" cy="203200"/>
            </a:xfrm>
            <a:custGeom>
              <a:avLst/>
              <a:gdLst/>
              <a:ahLst/>
              <a:cxnLst/>
              <a:rect l="l" t="t" r="r" b="b"/>
              <a:pathLst>
                <a:path w="236854" h="203200">
                  <a:moveTo>
                    <a:pt x="21132" y="20345"/>
                  </a:moveTo>
                  <a:lnTo>
                    <a:pt x="21031" y="15328"/>
                  </a:lnTo>
                  <a:lnTo>
                    <a:pt x="20878" y="8547"/>
                  </a:lnTo>
                  <a:lnTo>
                    <a:pt x="15646" y="3911"/>
                  </a:lnTo>
                  <a:lnTo>
                    <a:pt x="3340" y="5562"/>
                  </a:lnTo>
                  <a:lnTo>
                    <a:pt x="0" y="11353"/>
                  </a:lnTo>
                  <a:lnTo>
                    <a:pt x="2324" y="22860"/>
                  </a:lnTo>
                  <a:lnTo>
                    <a:pt x="7747" y="25793"/>
                  </a:lnTo>
                  <a:lnTo>
                    <a:pt x="17132" y="24523"/>
                  </a:lnTo>
                  <a:lnTo>
                    <a:pt x="21132" y="20345"/>
                  </a:lnTo>
                  <a:close/>
                </a:path>
                <a:path w="236854" h="203200">
                  <a:moveTo>
                    <a:pt x="24574" y="143370"/>
                  </a:moveTo>
                  <a:lnTo>
                    <a:pt x="23253" y="139382"/>
                  </a:lnTo>
                  <a:lnTo>
                    <a:pt x="17907" y="140004"/>
                  </a:lnTo>
                  <a:lnTo>
                    <a:pt x="16192" y="140843"/>
                  </a:lnTo>
                  <a:lnTo>
                    <a:pt x="13716" y="145008"/>
                  </a:lnTo>
                  <a:lnTo>
                    <a:pt x="13652" y="146761"/>
                  </a:lnTo>
                  <a:lnTo>
                    <a:pt x="15252" y="149440"/>
                  </a:lnTo>
                  <a:lnTo>
                    <a:pt x="16256" y="149656"/>
                  </a:lnTo>
                  <a:lnTo>
                    <a:pt x="17068" y="149237"/>
                  </a:lnTo>
                  <a:lnTo>
                    <a:pt x="19202" y="148132"/>
                  </a:lnTo>
                  <a:lnTo>
                    <a:pt x="20942" y="146761"/>
                  </a:lnTo>
                  <a:lnTo>
                    <a:pt x="24574" y="143370"/>
                  </a:lnTo>
                  <a:close/>
                </a:path>
                <a:path w="236854" h="203200">
                  <a:moveTo>
                    <a:pt x="37223" y="123418"/>
                  </a:moveTo>
                  <a:lnTo>
                    <a:pt x="32334" y="123418"/>
                  </a:lnTo>
                  <a:lnTo>
                    <a:pt x="32321" y="127215"/>
                  </a:lnTo>
                  <a:lnTo>
                    <a:pt x="34772" y="127215"/>
                  </a:lnTo>
                  <a:lnTo>
                    <a:pt x="37211" y="127215"/>
                  </a:lnTo>
                  <a:lnTo>
                    <a:pt x="37223" y="123418"/>
                  </a:lnTo>
                  <a:close/>
                </a:path>
                <a:path w="236854" h="203200">
                  <a:moveTo>
                    <a:pt x="40055" y="112090"/>
                  </a:moveTo>
                  <a:lnTo>
                    <a:pt x="37109" y="109283"/>
                  </a:lnTo>
                  <a:lnTo>
                    <a:pt x="27952" y="115112"/>
                  </a:lnTo>
                  <a:lnTo>
                    <a:pt x="33743" y="121272"/>
                  </a:lnTo>
                  <a:lnTo>
                    <a:pt x="36842" y="116776"/>
                  </a:lnTo>
                  <a:lnTo>
                    <a:pt x="40055" y="112090"/>
                  </a:lnTo>
                  <a:close/>
                </a:path>
                <a:path w="236854" h="203200">
                  <a:moveTo>
                    <a:pt x="42138" y="157480"/>
                  </a:moveTo>
                  <a:lnTo>
                    <a:pt x="39674" y="155841"/>
                  </a:lnTo>
                  <a:lnTo>
                    <a:pt x="37858" y="157060"/>
                  </a:lnTo>
                  <a:lnTo>
                    <a:pt x="35750" y="158483"/>
                  </a:lnTo>
                  <a:lnTo>
                    <a:pt x="35750" y="160578"/>
                  </a:lnTo>
                  <a:lnTo>
                    <a:pt x="37312" y="161620"/>
                  </a:lnTo>
                  <a:lnTo>
                    <a:pt x="37719" y="161886"/>
                  </a:lnTo>
                  <a:lnTo>
                    <a:pt x="34582" y="161886"/>
                  </a:lnTo>
                  <a:lnTo>
                    <a:pt x="33591" y="164096"/>
                  </a:lnTo>
                  <a:lnTo>
                    <a:pt x="34861" y="165303"/>
                  </a:lnTo>
                  <a:lnTo>
                    <a:pt x="35826" y="166217"/>
                  </a:lnTo>
                  <a:lnTo>
                    <a:pt x="36728" y="166230"/>
                  </a:lnTo>
                  <a:lnTo>
                    <a:pt x="38963" y="164096"/>
                  </a:lnTo>
                  <a:lnTo>
                    <a:pt x="38087" y="162140"/>
                  </a:lnTo>
                  <a:lnTo>
                    <a:pt x="39674" y="163207"/>
                  </a:lnTo>
                  <a:lnTo>
                    <a:pt x="42138" y="161582"/>
                  </a:lnTo>
                  <a:lnTo>
                    <a:pt x="42138" y="157480"/>
                  </a:lnTo>
                  <a:close/>
                </a:path>
                <a:path w="236854" h="203200">
                  <a:moveTo>
                    <a:pt x="47434" y="107861"/>
                  </a:moveTo>
                  <a:lnTo>
                    <a:pt x="46012" y="106527"/>
                  </a:lnTo>
                  <a:lnTo>
                    <a:pt x="44005" y="107264"/>
                  </a:lnTo>
                  <a:lnTo>
                    <a:pt x="40043" y="108737"/>
                  </a:lnTo>
                  <a:lnTo>
                    <a:pt x="44919" y="113931"/>
                  </a:lnTo>
                  <a:lnTo>
                    <a:pt x="46609" y="109867"/>
                  </a:lnTo>
                  <a:lnTo>
                    <a:pt x="47434" y="107861"/>
                  </a:lnTo>
                  <a:close/>
                </a:path>
                <a:path w="236854" h="203200">
                  <a:moveTo>
                    <a:pt x="57683" y="79959"/>
                  </a:moveTo>
                  <a:lnTo>
                    <a:pt x="57099" y="79959"/>
                  </a:lnTo>
                  <a:lnTo>
                    <a:pt x="57099" y="80416"/>
                  </a:lnTo>
                  <a:lnTo>
                    <a:pt x="57391" y="80416"/>
                  </a:lnTo>
                  <a:lnTo>
                    <a:pt x="57683" y="80416"/>
                  </a:lnTo>
                  <a:lnTo>
                    <a:pt x="57683" y="79959"/>
                  </a:lnTo>
                  <a:close/>
                </a:path>
                <a:path w="236854" h="203200">
                  <a:moveTo>
                    <a:pt x="65366" y="89877"/>
                  </a:moveTo>
                  <a:lnTo>
                    <a:pt x="63665" y="85801"/>
                  </a:lnTo>
                  <a:lnTo>
                    <a:pt x="59207" y="84340"/>
                  </a:lnTo>
                  <a:lnTo>
                    <a:pt x="57594" y="84175"/>
                  </a:lnTo>
                  <a:lnTo>
                    <a:pt x="52171" y="83858"/>
                  </a:lnTo>
                  <a:lnTo>
                    <a:pt x="49479" y="87884"/>
                  </a:lnTo>
                  <a:lnTo>
                    <a:pt x="49720" y="88785"/>
                  </a:lnTo>
                  <a:lnTo>
                    <a:pt x="49123" y="88785"/>
                  </a:lnTo>
                  <a:lnTo>
                    <a:pt x="49110" y="93421"/>
                  </a:lnTo>
                  <a:lnTo>
                    <a:pt x="50990" y="93421"/>
                  </a:lnTo>
                  <a:lnTo>
                    <a:pt x="51435" y="95008"/>
                  </a:lnTo>
                  <a:lnTo>
                    <a:pt x="55499" y="96253"/>
                  </a:lnTo>
                  <a:lnTo>
                    <a:pt x="58775" y="94691"/>
                  </a:lnTo>
                  <a:lnTo>
                    <a:pt x="60261" y="93992"/>
                  </a:lnTo>
                  <a:lnTo>
                    <a:pt x="61468" y="93154"/>
                  </a:lnTo>
                  <a:lnTo>
                    <a:pt x="65366" y="89877"/>
                  </a:lnTo>
                  <a:close/>
                </a:path>
                <a:path w="236854" h="203200">
                  <a:moveTo>
                    <a:pt x="67475" y="73647"/>
                  </a:moveTo>
                  <a:lnTo>
                    <a:pt x="65049" y="71056"/>
                  </a:lnTo>
                  <a:lnTo>
                    <a:pt x="63741" y="72948"/>
                  </a:lnTo>
                  <a:lnTo>
                    <a:pt x="62509" y="74752"/>
                  </a:lnTo>
                  <a:lnTo>
                    <a:pt x="63804" y="75971"/>
                  </a:lnTo>
                  <a:lnTo>
                    <a:pt x="67475" y="73647"/>
                  </a:lnTo>
                  <a:close/>
                </a:path>
                <a:path w="236854" h="203200">
                  <a:moveTo>
                    <a:pt x="69075" y="129171"/>
                  </a:moveTo>
                  <a:lnTo>
                    <a:pt x="67919" y="125425"/>
                  </a:lnTo>
                  <a:lnTo>
                    <a:pt x="67703" y="124739"/>
                  </a:lnTo>
                  <a:lnTo>
                    <a:pt x="67551" y="124320"/>
                  </a:lnTo>
                  <a:lnTo>
                    <a:pt x="66382" y="122656"/>
                  </a:lnTo>
                  <a:lnTo>
                    <a:pt x="64973" y="122656"/>
                  </a:lnTo>
                  <a:lnTo>
                    <a:pt x="63817" y="124320"/>
                  </a:lnTo>
                  <a:lnTo>
                    <a:pt x="63652" y="124739"/>
                  </a:lnTo>
                  <a:lnTo>
                    <a:pt x="62306" y="129159"/>
                  </a:lnTo>
                  <a:lnTo>
                    <a:pt x="69075" y="129171"/>
                  </a:lnTo>
                  <a:close/>
                </a:path>
                <a:path w="236854" h="203200">
                  <a:moveTo>
                    <a:pt x="70446" y="75958"/>
                  </a:moveTo>
                  <a:lnTo>
                    <a:pt x="67195" y="76200"/>
                  </a:lnTo>
                  <a:lnTo>
                    <a:pt x="65913" y="76301"/>
                  </a:lnTo>
                  <a:lnTo>
                    <a:pt x="65252" y="76542"/>
                  </a:lnTo>
                  <a:lnTo>
                    <a:pt x="63487" y="77939"/>
                  </a:lnTo>
                  <a:lnTo>
                    <a:pt x="63487" y="79527"/>
                  </a:lnTo>
                  <a:lnTo>
                    <a:pt x="65278" y="80962"/>
                  </a:lnTo>
                  <a:lnTo>
                    <a:pt x="65913" y="81165"/>
                  </a:lnTo>
                  <a:lnTo>
                    <a:pt x="70446" y="81495"/>
                  </a:lnTo>
                  <a:lnTo>
                    <a:pt x="70446" y="75958"/>
                  </a:lnTo>
                  <a:close/>
                </a:path>
                <a:path w="236854" h="203200">
                  <a:moveTo>
                    <a:pt x="75285" y="88049"/>
                  </a:moveTo>
                  <a:lnTo>
                    <a:pt x="71170" y="88049"/>
                  </a:lnTo>
                  <a:lnTo>
                    <a:pt x="72224" y="90233"/>
                  </a:lnTo>
                  <a:lnTo>
                    <a:pt x="72313" y="90424"/>
                  </a:lnTo>
                  <a:lnTo>
                    <a:pt x="72402" y="90614"/>
                  </a:lnTo>
                  <a:lnTo>
                    <a:pt x="72758" y="91351"/>
                  </a:lnTo>
                  <a:lnTo>
                    <a:pt x="73685" y="91351"/>
                  </a:lnTo>
                  <a:lnTo>
                    <a:pt x="74142" y="90424"/>
                  </a:lnTo>
                  <a:lnTo>
                    <a:pt x="74218" y="90233"/>
                  </a:lnTo>
                  <a:lnTo>
                    <a:pt x="75285" y="88049"/>
                  </a:lnTo>
                  <a:close/>
                </a:path>
                <a:path w="236854" h="203200">
                  <a:moveTo>
                    <a:pt x="78536" y="101257"/>
                  </a:moveTo>
                  <a:lnTo>
                    <a:pt x="70929" y="101257"/>
                  </a:lnTo>
                  <a:lnTo>
                    <a:pt x="70929" y="107162"/>
                  </a:lnTo>
                  <a:lnTo>
                    <a:pt x="74726" y="107162"/>
                  </a:lnTo>
                  <a:lnTo>
                    <a:pt x="78536" y="107162"/>
                  </a:lnTo>
                  <a:lnTo>
                    <a:pt x="78536" y="101257"/>
                  </a:lnTo>
                  <a:close/>
                </a:path>
                <a:path w="236854" h="203200">
                  <a:moveTo>
                    <a:pt x="80721" y="79781"/>
                  </a:moveTo>
                  <a:lnTo>
                    <a:pt x="76974" y="77635"/>
                  </a:lnTo>
                  <a:lnTo>
                    <a:pt x="74104" y="76009"/>
                  </a:lnTo>
                  <a:lnTo>
                    <a:pt x="70929" y="79883"/>
                  </a:lnTo>
                  <a:lnTo>
                    <a:pt x="76479" y="85280"/>
                  </a:lnTo>
                  <a:lnTo>
                    <a:pt x="80721" y="79781"/>
                  </a:lnTo>
                  <a:close/>
                </a:path>
                <a:path w="236854" h="203200">
                  <a:moveTo>
                    <a:pt x="87807" y="192341"/>
                  </a:moveTo>
                  <a:lnTo>
                    <a:pt x="84239" y="190893"/>
                  </a:lnTo>
                  <a:lnTo>
                    <a:pt x="82219" y="192874"/>
                  </a:lnTo>
                  <a:lnTo>
                    <a:pt x="80784" y="194284"/>
                  </a:lnTo>
                  <a:lnTo>
                    <a:pt x="80784" y="196100"/>
                  </a:lnTo>
                  <a:lnTo>
                    <a:pt x="84239" y="199478"/>
                  </a:lnTo>
                  <a:lnTo>
                    <a:pt x="87807" y="198043"/>
                  </a:lnTo>
                  <a:lnTo>
                    <a:pt x="87807" y="192341"/>
                  </a:lnTo>
                  <a:close/>
                </a:path>
                <a:path w="236854" h="203200">
                  <a:moveTo>
                    <a:pt x="90106" y="72682"/>
                  </a:moveTo>
                  <a:lnTo>
                    <a:pt x="89522" y="72682"/>
                  </a:lnTo>
                  <a:lnTo>
                    <a:pt x="89522" y="73139"/>
                  </a:lnTo>
                  <a:lnTo>
                    <a:pt x="89814" y="73139"/>
                  </a:lnTo>
                  <a:lnTo>
                    <a:pt x="90106" y="73139"/>
                  </a:lnTo>
                  <a:lnTo>
                    <a:pt x="90106" y="72682"/>
                  </a:lnTo>
                  <a:close/>
                </a:path>
                <a:path w="236854" h="203200">
                  <a:moveTo>
                    <a:pt x="96215" y="97497"/>
                  </a:moveTo>
                  <a:lnTo>
                    <a:pt x="86436" y="97497"/>
                  </a:lnTo>
                  <a:lnTo>
                    <a:pt x="86436" y="105092"/>
                  </a:lnTo>
                  <a:lnTo>
                    <a:pt x="91325" y="105092"/>
                  </a:lnTo>
                  <a:lnTo>
                    <a:pt x="96202" y="105092"/>
                  </a:lnTo>
                  <a:lnTo>
                    <a:pt x="96215" y="97497"/>
                  </a:lnTo>
                  <a:close/>
                </a:path>
                <a:path w="236854" h="203200">
                  <a:moveTo>
                    <a:pt x="98767" y="201015"/>
                  </a:moveTo>
                  <a:lnTo>
                    <a:pt x="97180" y="200012"/>
                  </a:lnTo>
                  <a:lnTo>
                    <a:pt x="95542" y="198970"/>
                  </a:lnTo>
                  <a:lnTo>
                    <a:pt x="94488" y="199974"/>
                  </a:lnTo>
                  <a:lnTo>
                    <a:pt x="95211" y="201041"/>
                  </a:lnTo>
                  <a:lnTo>
                    <a:pt x="95592" y="201599"/>
                  </a:lnTo>
                  <a:lnTo>
                    <a:pt x="96685" y="203187"/>
                  </a:lnTo>
                  <a:lnTo>
                    <a:pt x="98767" y="201015"/>
                  </a:lnTo>
                  <a:close/>
                </a:path>
                <a:path w="236854" h="203200">
                  <a:moveTo>
                    <a:pt x="98894" y="129628"/>
                  </a:moveTo>
                  <a:lnTo>
                    <a:pt x="98120" y="127076"/>
                  </a:lnTo>
                  <a:lnTo>
                    <a:pt x="97523" y="125095"/>
                  </a:lnTo>
                  <a:lnTo>
                    <a:pt x="95669" y="125095"/>
                  </a:lnTo>
                  <a:lnTo>
                    <a:pt x="94297" y="129628"/>
                  </a:lnTo>
                  <a:lnTo>
                    <a:pt x="98894" y="129628"/>
                  </a:lnTo>
                  <a:close/>
                </a:path>
                <a:path w="236854" h="203200">
                  <a:moveTo>
                    <a:pt x="101396" y="73850"/>
                  </a:moveTo>
                  <a:lnTo>
                    <a:pt x="101219" y="72910"/>
                  </a:lnTo>
                  <a:lnTo>
                    <a:pt x="100469" y="69938"/>
                  </a:lnTo>
                  <a:lnTo>
                    <a:pt x="98539" y="69773"/>
                  </a:lnTo>
                  <a:lnTo>
                    <a:pt x="96227" y="71577"/>
                  </a:lnTo>
                  <a:lnTo>
                    <a:pt x="95732" y="72224"/>
                  </a:lnTo>
                  <a:lnTo>
                    <a:pt x="94005" y="77165"/>
                  </a:lnTo>
                  <a:lnTo>
                    <a:pt x="99733" y="78740"/>
                  </a:lnTo>
                  <a:lnTo>
                    <a:pt x="100952" y="75145"/>
                  </a:lnTo>
                  <a:lnTo>
                    <a:pt x="101396" y="73850"/>
                  </a:lnTo>
                  <a:close/>
                </a:path>
                <a:path w="236854" h="203200">
                  <a:moveTo>
                    <a:pt x="104432" y="114173"/>
                  </a:moveTo>
                  <a:lnTo>
                    <a:pt x="103847" y="114173"/>
                  </a:lnTo>
                  <a:lnTo>
                    <a:pt x="103847" y="114617"/>
                  </a:lnTo>
                  <a:lnTo>
                    <a:pt x="104140" y="114617"/>
                  </a:lnTo>
                  <a:lnTo>
                    <a:pt x="104432" y="114617"/>
                  </a:lnTo>
                  <a:lnTo>
                    <a:pt x="104432" y="114173"/>
                  </a:lnTo>
                  <a:close/>
                </a:path>
                <a:path w="236854" h="203200">
                  <a:moveTo>
                    <a:pt x="109664" y="72224"/>
                  </a:moveTo>
                  <a:lnTo>
                    <a:pt x="107111" y="67868"/>
                  </a:lnTo>
                  <a:lnTo>
                    <a:pt x="104178" y="68033"/>
                  </a:lnTo>
                  <a:lnTo>
                    <a:pt x="102895" y="69989"/>
                  </a:lnTo>
                  <a:lnTo>
                    <a:pt x="101574" y="71996"/>
                  </a:lnTo>
                  <a:lnTo>
                    <a:pt x="103098" y="75018"/>
                  </a:lnTo>
                  <a:lnTo>
                    <a:pt x="105537" y="74752"/>
                  </a:lnTo>
                  <a:lnTo>
                    <a:pt x="107924" y="74485"/>
                  </a:lnTo>
                  <a:lnTo>
                    <a:pt x="109664" y="72224"/>
                  </a:lnTo>
                  <a:close/>
                </a:path>
                <a:path w="236854" h="203200">
                  <a:moveTo>
                    <a:pt x="112483" y="179603"/>
                  </a:moveTo>
                  <a:lnTo>
                    <a:pt x="112293" y="178485"/>
                  </a:lnTo>
                  <a:lnTo>
                    <a:pt x="111925" y="176136"/>
                  </a:lnTo>
                  <a:lnTo>
                    <a:pt x="109461" y="175945"/>
                  </a:lnTo>
                  <a:lnTo>
                    <a:pt x="107378" y="178638"/>
                  </a:lnTo>
                  <a:lnTo>
                    <a:pt x="108534" y="180352"/>
                  </a:lnTo>
                  <a:lnTo>
                    <a:pt x="110172" y="180555"/>
                  </a:lnTo>
                  <a:lnTo>
                    <a:pt x="111975" y="180784"/>
                  </a:lnTo>
                  <a:lnTo>
                    <a:pt x="112483" y="179603"/>
                  </a:lnTo>
                  <a:close/>
                </a:path>
                <a:path w="236854" h="203200">
                  <a:moveTo>
                    <a:pt x="113004" y="109220"/>
                  </a:moveTo>
                  <a:lnTo>
                    <a:pt x="112864" y="105664"/>
                  </a:lnTo>
                  <a:lnTo>
                    <a:pt x="112649" y="100203"/>
                  </a:lnTo>
                  <a:lnTo>
                    <a:pt x="108204" y="97701"/>
                  </a:lnTo>
                  <a:lnTo>
                    <a:pt x="102171" y="104787"/>
                  </a:lnTo>
                  <a:lnTo>
                    <a:pt x="102628" y="108775"/>
                  </a:lnTo>
                  <a:lnTo>
                    <a:pt x="109093" y="111493"/>
                  </a:lnTo>
                  <a:lnTo>
                    <a:pt x="113004" y="109220"/>
                  </a:lnTo>
                  <a:close/>
                </a:path>
                <a:path w="236854" h="203200">
                  <a:moveTo>
                    <a:pt x="120497" y="84086"/>
                  </a:moveTo>
                  <a:lnTo>
                    <a:pt x="119202" y="81191"/>
                  </a:lnTo>
                  <a:lnTo>
                    <a:pt x="114719" y="81191"/>
                  </a:lnTo>
                  <a:lnTo>
                    <a:pt x="113411" y="84099"/>
                  </a:lnTo>
                  <a:lnTo>
                    <a:pt x="115087" y="85686"/>
                  </a:lnTo>
                  <a:lnTo>
                    <a:pt x="116306" y="86842"/>
                  </a:lnTo>
                  <a:lnTo>
                    <a:pt x="117602" y="86855"/>
                  </a:lnTo>
                  <a:lnTo>
                    <a:pt x="120497" y="84086"/>
                  </a:lnTo>
                  <a:close/>
                </a:path>
                <a:path w="236854" h="203200">
                  <a:moveTo>
                    <a:pt x="121234" y="128130"/>
                  </a:moveTo>
                  <a:lnTo>
                    <a:pt x="119481" y="120840"/>
                  </a:lnTo>
                  <a:lnTo>
                    <a:pt x="114401" y="122224"/>
                  </a:lnTo>
                  <a:lnTo>
                    <a:pt x="111633" y="122974"/>
                  </a:lnTo>
                  <a:lnTo>
                    <a:pt x="110210" y="124142"/>
                  </a:lnTo>
                  <a:lnTo>
                    <a:pt x="109778" y="127114"/>
                  </a:lnTo>
                  <a:lnTo>
                    <a:pt x="109893" y="128244"/>
                  </a:lnTo>
                  <a:lnTo>
                    <a:pt x="111988" y="130441"/>
                  </a:lnTo>
                  <a:lnTo>
                    <a:pt x="113753" y="131025"/>
                  </a:lnTo>
                  <a:lnTo>
                    <a:pt x="121234" y="128130"/>
                  </a:lnTo>
                  <a:close/>
                </a:path>
                <a:path w="236854" h="203200">
                  <a:moveTo>
                    <a:pt x="123317" y="51689"/>
                  </a:moveTo>
                  <a:lnTo>
                    <a:pt x="121145" y="51689"/>
                  </a:lnTo>
                  <a:lnTo>
                    <a:pt x="121145" y="53378"/>
                  </a:lnTo>
                  <a:lnTo>
                    <a:pt x="122237" y="53378"/>
                  </a:lnTo>
                  <a:lnTo>
                    <a:pt x="123317" y="53378"/>
                  </a:lnTo>
                  <a:lnTo>
                    <a:pt x="123317" y="51689"/>
                  </a:lnTo>
                  <a:close/>
                </a:path>
                <a:path w="236854" h="203200">
                  <a:moveTo>
                    <a:pt x="128041" y="172504"/>
                  </a:moveTo>
                  <a:lnTo>
                    <a:pt x="123977" y="172504"/>
                  </a:lnTo>
                  <a:lnTo>
                    <a:pt x="123964" y="175666"/>
                  </a:lnTo>
                  <a:lnTo>
                    <a:pt x="126009" y="175666"/>
                  </a:lnTo>
                  <a:lnTo>
                    <a:pt x="128041" y="175666"/>
                  </a:lnTo>
                  <a:lnTo>
                    <a:pt x="128041" y="172504"/>
                  </a:lnTo>
                  <a:close/>
                </a:path>
                <a:path w="236854" h="203200">
                  <a:moveTo>
                    <a:pt x="131902" y="69570"/>
                  </a:moveTo>
                  <a:lnTo>
                    <a:pt x="126542" y="64363"/>
                  </a:lnTo>
                  <a:lnTo>
                    <a:pt x="122466" y="69672"/>
                  </a:lnTo>
                  <a:lnTo>
                    <a:pt x="126072" y="71729"/>
                  </a:lnTo>
                  <a:lnTo>
                    <a:pt x="128841" y="73304"/>
                  </a:lnTo>
                  <a:lnTo>
                    <a:pt x="131902" y="69570"/>
                  </a:lnTo>
                  <a:close/>
                </a:path>
                <a:path w="236854" h="203200">
                  <a:moveTo>
                    <a:pt x="132334" y="153479"/>
                  </a:moveTo>
                  <a:lnTo>
                    <a:pt x="131749" y="153479"/>
                  </a:lnTo>
                  <a:lnTo>
                    <a:pt x="131749" y="153924"/>
                  </a:lnTo>
                  <a:lnTo>
                    <a:pt x="132041" y="153924"/>
                  </a:lnTo>
                  <a:lnTo>
                    <a:pt x="132334" y="153924"/>
                  </a:lnTo>
                  <a:lnTo>
                    <a:pt x="132334" y="153479"/>
                  </a:lnTo>
                  <a:close/>
                </a:path>
                <a:path w="236854" h="203200">
                  <a:moveTo>
                    <a:pt x="138785" y="46697"/>
                  </a:moveTo>
                  <a:lnTo>
                    <a:pt x="136512" y="44577"/>
                  </a:lnTo>
                  <a:lnTo>
                    <a:pt x="133845" y="46139"/>
                  </a:lnTo>
                  <a:lnTo>
                    <a:pt x="133045" y="46723"/>
                  </a:lnTo>
                  <a:lnTo>
                    <a:pt x="129006" y="49796"/>
                  </a:lnTo>
                  <a:lnTo>
                    <a:pt x="133134" y="54254"/>
                  </a:lnTo>
                  <a:lnTo>
                    <a:pt x="135407" y="51485"/>
                  </a:lnTo>
                  <a:lnTo>
                    <a:pt x="136956" y="49555"/>
                  </a:lnTo>
                  <a:lnTo>
                    <a:pt x="138785" y="46697"/>
                  </a:lnTo>
                  <a:close/>
                </a:path>
                <a:path w="236854" h="203200">
                  <a:moveTo>
                    <a:pt x="139865" y="182587"/>
                  </a:moveTo>
                  <a:lnTo>
                    <a:pt x="139280" y="182587"/>
                  </a:lnTo>
                  <a:lnTo>
                    <a:pt x="139280" y="183045"/>
                  </a:lnTo>
                  <a:lnTo>
                    <a:pt x="139573" y="183045"/>
                  </a:lnTo>
                  <a:lnTo>
                    <a:pt x="139865" y="183045"/>
                  </a:lnTo>
                  <a:lnTo>
                    <a:pt x="139865" y="182587"/>
                  </a:lnTo>
                  <a:close/>
                </a:path>
                <a:path w="236854" h="203200">
                  <a:moveTo>
                    <a:pt x="146659" y="49390"/>
                  </a:moveTo>
                  <a:lnTo>
                    <a:pt x="146075" y="49390"/>
                  </a:lnTo>
                  <a:lnTo>
                    <a:pt x="146075" y="49847"/>
                  </a:lnTo>
                  <a:lnTo>
                    <a:pt x="146367" y="49847"/>
                  </a:lnTo>
                  <a:lnTo>
                    <a:pt x="146659" y="49847"/>
                  </a:lnTo>
                  <a:lnTo>
                    <a:pt x="146659" y="49390"/>
                  </a:lnTo>
                  <a:close/>
                </a:path>
                <a:path w="236854" h="203200">
                  <a:moveTo>
                    <a:pt x="150990" y="175120"/>
                  </a:moveTo>
                  <a:lnTo>
                    <a:pt x="150596" y="171894"/>
                  </a:lnTo>
                  <a:lnTo>
                    <a:pt x="145846" y="169113"/>
                  </a:lnTo>
                  <a:lnTo>
                    <a:pt x="143256" y="170599"/>
                  </a:lnTo>
                  <a:lnTo>
                    <a:pt x="142938" y="171348"/>
                  </a:lnTo>
                  <a:lnTo>
                    <a:pt x="141097" y="172224"/>
                  </a:lnTo>
                  <a:lnTo>
                    <a:pt x="141376" y="176339"/>
                  </a:lnTo>
                  <a:lnTo>
                    <a:pt x="145580" y="178714"/>
                  </a:lnTo>
                  <a:lnTo>
                    <a:pt x="147675" y="178511"/>
                  </a:lnTo>
                  <a:lnTo>
                    <a:pt x="150990" y="175120"/>
                  </a:lnTo>
                  <a:close/>
                </a:path>
                <a:path w="236854" h="203200">
                  <a:moveTo>
                    <a:pt x="151536" y="104076"/>
                  </a:moveTo>
                  <a:lnTo>
                    <a:pt x="149974" y="102285"/>
                  </a:lnTo>
                  <a:lnTo>
                    <a:pt x="147193" y="103746"/>
                  </a:lnTo>
                  <a:lnTo>
                    <a:pt x="145338" y="104140"/>
                  </a:lnTo>
                  <a:lnTo>
                    <a:pt x="142481" y="104863"/>
                  </a:lnTo>
                  <a:lnTo>
                    <a:pt x="142379" y="106934"/>
                  </a:lnTo>
                  <a:lnTo>
                    <a:pt x="143738" y="107188"/>
                  </a:lnTo>
                  <a:lnTo>
                    <a:pt x="146431" y="107696"/>
                  </a:lnTo>
                  <a:lnTo>
                    <a:pt x="148272" y="106908"/>
                  </a:lnTo>
                  <a:lnTo>
                    <a:pt x="151536" y="104076"/>
                  </a:lnTo>
                  <a:close/>
                </a:path>
                <a:path w="236854" h="203200">
                  <a:moveTo>
                    <a:pt x="154889" y="117983"/>
                  </a:moveTo>
                  <a:lnTo>
                    <a:pt x="145389" y="117983"/>
                  </a:lnTo>
                  <a:lnTo>
                    <a:pt x="145376" y="125361"/>
                  </a:lnTo>
                  <a:lnTo>
                    <a:pt x="150126" y="125361"/>
                  </a:lnTo>
                  <a:lnTo>
                    <a:pt x="154889" y="125361"/>
                  </a:lnTo>
                  <a:lnTo>
                    <a:pt x="154889" y="117983"/>
                  </a:lnTo>
                  <a:close/>
                </a:path>
                <a:path w="236854" h="203200">
                  <a:moveTo>
                    <a:pt x="157772" y="76123"/>
                  </a:moveTo>
                  <a:lnTo>
                    <a:pt x="150952" y="74142"/>
                  </a:lnTo>
                  <a:lnTo>
                    <a:pt x="148386" y="76174"/>
                  </a:lnTo>
                  <a:lnTo>
                    <a:pt x="148386" y="81292"/>
                  </a:lnTo>
                  <a:lnTo>
                    <a:pt x="150952" y="83324"/>
                  </a:lnTo>
                  <a:lnTo>
                    <a:pt x="153466" y="82600"/>
                  </a:lnTo>
                  <a:lnTo>
                    <a:pt x="157759" y="81343"/>
                  </a:lnTo>
                  <a:lnTo>
                    <a:pt x="157772" y="76123"/>
                  </a:lnTo>
                  <a:close/>
                </a:path>
                <a:path w="236854" h="203200">
                  <a:moveTo>
                    <a:pt x="161086" y="130886"/>
                  </a:moveTo>
                  <a:lnTo>
                    <a:pt x="154406" y="129489"/>
                  </a:lnTo>
                  <a:lnTo>
                    <a:pt x="154686" y="136055"/>
                  </a:lnTo>
                  <a:lnTo>
                    <a:pt x="158457" y="137668"/>
                  </a:lnTo>
                  <a:lnTo>
                    <a:pt x="159893" y="134848"/>
                  </a:lnTo>
                  <a:lnTo>
                    <a:pt x="160667" y="133324"/>
                  </a:lnTo>
                  <a:lnTo>
                    <a:pt x="160121" y="132676"/>
                  </a:lnTo>
                  <a:lnTo>
                    <a:pt x="160883" y="131267"/>
                  </a:lnTo>
                  <a:lnTo>
                    <a:pt x="161086" y="130886"/>
                  </a:lnTo>
                  <a:close/>
                </a:path>
                <a:path w="236854" h="203200">
                  <a:moveTo>
                    <a:pt x="165735" y="32727"/>
                  </a:moveTo>
                  <a:lnTo>
                    <a:pt x="160058" y="23469"/>
                  </a:lnTo>
                  <a:lnTo>
                    <a:pt x="151003" y="27266"/>
                  </a:lnTo>
                  <a:lnTo>
                    <a:pt x="151777" y="35382"/>
                  </a:lnTo>
                  <a:lnTo>
                    <a:pt x="153454" y="37528"/>
                  </a:lnTo>
                  <a:lnTo>
                    <a:pt x="156171" y="37528"/>
                  </a:lnTo>
                  <a:lnTo>
                    <a:pt x="160020" y="37515"/>
                  </a:lnTo>
                  <a:lnTo>
                    <a:pt x="165735" y="32727"/>
                  </a:lnTo>
                  <a:close/>
                </a:path>
                <a:path w="236854" h="203200">
                  <a:moveTo>
                    <a:pt x="172161" y="125679"/>
                  </a:moveTo>
                  <a:lnTo>
                    <a:pt x="168808" y="123774"/>
                  </a:lnTo>
                  <a:lnTo>
                    <a:pt x="166255" y="122313"/>
                  </a:lnTo>
                  <a:lnTo>
                    <a:pt x="163410" y="125768"/>
                  </a:lnTo>
                  <a:lnTo>
                    <a:pt x="168363" y="130594"/>
                  </a:lnTo>
                  <a:lnTo>
                    <a:pt x="172161" y="125679"/>
                  </a:lnTo>
                  <a:close/>
                </a:path>
                <a:path w="236854" h="203200">
                  <a:moveTo>
                    <a:pt x="173774" y="93687"/>
                  </a:moveTo>
                  <a:lnTo>
                    <a:pt x="167894" y="90855"/>
                  </a:lnTo>
                  <a:lnTo>
                    <a:pt x="162509" y="100063"/>
                  </a:lnTo>
                  <a:lnTo>
                    <a:pt x="171627" y="103644"/>
                  </a:lnTo>
                  <a:lnTo>
                    <a:pt x="172847" y="97993"/>
                  </a:lnTo>
                  <a:lnTo>
                    <a:pt x="173774" y="93687"/>
                  </a:lnTo>
                  <a:close/>
                </a:path>
                <a:path w="236854" h="203200">
                  <a:moveTo>
                    <a:pt x="173799" y="74142"/>
                  </a:moveTo>
                  <a:lnTo>
                    <a:pt x="173215" y="74142"/>
                  </a:lnTo>
                  <a:lnTo>
                    <a:pt x="173215" y="74587"/>
                  </a:lnTo>
                  <a:lnTo>
                    <a:pt x="173507" y="74587"/>
                  </a:lnTo>
                  <a:lnTo>
                    <a:pt x="173799" y="74587"/>
                  </a:lnTo>
                  <a:lnTo>
                    <a:pt x="173799" y="74142"/>
                  </a:lnTo>
                  <a:close/>
                </a:path>
                <a:path w="236854" h="203200">
                  <a:moveTo>
                    <a:pt x="175831" y="158165"/>
                  </a:moveTo>
                  <a:lnTo>
                    <a:pt x="174193" y="158165"/>
                  </a:lnTo>
                  <a:lnTo>
                    <a:pt x="174193" y="159423"/>
                  </a:lnTo>
                  <a:lnTo>
                    <a:pt x="175018" y="159423"/>
                  </a:lnTo>
                  <a:lnTo>
                    <a:pt x="175831" y="159423"/>
                  </a:lnTo>
                  <a:lnTo>
                    <a:pt x="175831" y="158165"/>
                  </a:lnTo>
                  <a:close/>
                </a:path>
                <a:path w="236854" h="203200">
                  <a:moveTo>
                    <a:pt x="184035" y="56413"/>
                  </a:moveTo>
                  <a:lnTo>
                    <a:pt x="183222" y="53187"/>
                  </a:lnTo>
                  <a:lnTo>
                    <a:pt x="176123" y="53187"/>
                  </a:lnTo>
                  <a:lnTo>
                    <a:pt x="174332" y="55981"/>
                  </a:lnTo>
                  <a:lnTo>
                    <a:pt x="176288" y="60642"/>
                  </a:lnTo>
                  <a:lnTo>
                    <a:pt x="179819" y="61836"/>
                  </a:lnTo>
                  <a:lnTo>
                    <a:pt x="181508" y="59664"/>
                  </a:lnTo>
                  <a:lnTo>
                    <a:pt x="184035" y="56413"/>
                  </a:lnTo>
                  <a:close/>
                </a:path>
                <a:path w="236854" h="203200">
                  <a:moveTo>
                    <a:pt x="185229" y="128638"/>
                  </a:moveTo>
                  <a:lnTo>
                    <a:pt x="184404" y="128638"/>
                  </a:lnTo>
                  <a:lnTo>
                    <a:pt x="184404" y="129273"/>
                  </a:lnTo>
                  <a:lnTo>
                    <a:pt x="184823" y="129273"/>
                  </a:lnTo>
                  <a:lnTo>
                    <a:pt x="185229" y="129273"/>
                  </a:lnTo>
                  <a:lnTo>
                    <a:pt x="185229" y="128638"/>
                  </a:lnTo>
                  <a:close/>
                </a:path>
                <a:path w="236854" h="203200">
                  <a:moveTo>
                    <a:pt x="189103" y="23583"/>
                  </a:moveTo>
                  <a:lnTo>
                    <a:pt x="182041" y="23583"/>
                  </a:lnTo>
                  <a:lnTo>
                    <a:pt x="182041" y="29070"/>
                  </a:lnTo>
                  <a:lnTo>
                    <a:pt x="185572" y="29070"/>
                  </a:lnTo>
                  <a:lnTo>
                    <a:pt x="189103" y="29070"/>
                  </a:lnTo>
                  <a:lnTo>
                    <a:pt x="189103" y="23583"/>
                  </a:lnTo>
                  <a:close/>
                </a:path>
                <a:path w="236854" h="203200">
                  <a:moveTo>
                    <a:pt x="191262" y="42481"/>
                  </a:moveTo>
                  <a:lnTo>
                    <a:pt x="186359" y="36334"/>
                  </a:lnTo>
                  <a:lnTo>
                    <a:pt x="183934" y="36245"/>
                  </a:lnTo>
                  <a:lnTo>
                    <a:pt x="183934" y="44665"/>
                  </a:lnTo>
                  <a:lnTo>
                    <a:pt x="183743" y="44551"/>
                  </a:lnTo>
                  <a:lnTo>
                    <a:pt x="183324" y="44297"/>
                  </a:lnTo>
                  <a:lnTo>
                    <a:pt x="183730" y="43611"/>
                  </a:lnTo>
                  <a:lnTo>
                    <a:pt x="183781" y="44564"/>
                  </a:lnTo>
                  <a:lnTo>
                    <a:pt x="183934" y="44665"/>
                  </a:lnTo>
                  <a:lnTo>
                    <a:pt x="183934" y="36245"/>
                  </a:lnTo>
                  <a:lnTo>
                    <a:pt x="181698" y="36144"/>
                  </a:lnTo>
                  <a:lnTo>
                    <a:pt x="175552" y="41198"/>
                  </a:lnTo>
                  <a:lnTo>
                    <a:pt x="174675" y="45745"/>
                  </a:lnTo>
                  <a:lnTo>
                    <a:pt x="179895" y="51371"/>
                  </a:lnTo>
                  <a:lnTo>
                    <a:pt x="184099" y="52070"/>
                  </a:lnTo>
                  <a:lnTo>
                    <a:pt x="185293" y="51295"/>
                  </a:lnTo>
                  <a:lnTo>
                    <a:pt x="186296" y="52070"/>
                  </a:lnTo>
                  <a:lnTo>
                    <a:pt x="188722" y="49072"/>
                  </a:lnTo>
                  <a:lnTo>
                    <a:pt x="189953" y="48272"/>
                  </a:lnTo>
                  <a:lnTo>
                    <a:pt x="189788" y="47764"/>
                  </a:lnTo>
                  <a:lnTo>
                    <a:pt x="191008" y="46278"/>
                  </a:lnTo>
                  <a:lnTo>
                    <a:pt x="191236" y="42875"/>
                  </a:lnTo>
                  <a:lnTo>
                    <a:pt x="191262" y="42481"/>
                  </a:lnTo>
                  <a:close/>
                </a:path>
                <a:path w="236854" h="203200">
                  <a:moveTo>
                    <a:pt x="193332" y="135026"/>
                  </a:moveTo>
                  <a:lnTo>
                    <a:pt x="180835" y="135026"/>
                  </a:lnTo>
                  <a:lnTo>
                    <a:pt x="180835" y="144716"/>
                  </a:lnTo>
                  <a:lnTo>
                    <a:pt x="187083" y="144716"/>
                  </a:lnTo>
                  <a:lnTo>
                    <a:pt x="193319" y="144716"/>
                  </a:lnTo>
                  <a:lnTo>
                    <a:pt x="193332" y="135026"/>
                  </a:lnTo>
                  <a:close/>
                </a:path>
                <a:path w="236854" h="203200">
                  <a:moveTo>
                    <a:pt x="194500" y="119468"/>
                  </a:moveTo>
                  <a:lnTo>
                    <a:pt x="194132" y="117754"/>
                  </a:lnTo>
                  <a:lnTo>
                    <a:pt x="194030" y="117297"/>
                  </a:lnTo>
                  <a:lnTo>
                    <a:pt x="193929" y="116852"/>
                  </a:lnTo>
                  <a:lnTo>
                    <a:pt x="193675" y="115684"/>
                  </a:lnTo>
                  <a:lnTo>
                    <a:pt x="192557" y="115684"/>
                  </a:lnTo>
                  <a:lnTo>
                    <a:pt x="192303" y="116852"/>
                  </a:lnTo>
                  <a:lnTo>
                    <a:pt x="192201" y="117297"/>
                  </a:lnTo>
                  <a:lnTo>
                    <a:pt x="191719" y="119456"/>
                  </a:lnTo>
                  <a:lnTo>
                    <a:pt x="194500" y="119468"/>
                  </a:lnTo>
                  <a:close/>
                </a:path>
                <a:path w="236854" h="203200">
                  <a:moveTo>
                    <a:pt x="197180" y="103251"/>
                  </a:moveTo>
                  <a:lnTo>
                    <a:pt x="196583" y="103251"/>
                  </a:lnTo>
                  <a:lnTo>
                    <a:pt x="196583" y="103708"/>
                  </a:lnTo>
                  <a:lnTo>
                    <a:pt x="196888" y="103708"/>
                  </a:lnTo>
                  <a:lnTo>
                    <a:pt x="197180" y="103708"/>
                  </a:lnTo>
                  <a:lnTo>
                    <a:pt x="197180" y="103251"/>
                  </a:lnTo>
                  <a:close/>
                </a:path>
                <a:path w="236854" h="203200">
                  <a:moveTo>
                    <a:pt x="198666" y="19088"/>
                  </a:moveTo>
                  <a:lnTo>
                    <a:pt x="197612" y="18935"/>
                  </a:lnTo>
                  <a:lnTo>
                    <a:pt x="197370" y="18897"/>
                  </a:lnTo>
                  <a:lnTo>
                    <a:pt x="195605" y="18656"/>
                  </a:lnTo>
                  <a:lnTo>
                    <a:pt x="195592" y="20916"/>
                  </a:lnTo>
                  <a:lnTo>
                    <a:pt x="197129" y="20701"/>
                  </a:lnTo>
                  <a:lnTo>
                    <a:pt x="197370" y="20662"/>
                  </a:lnTo>
                  <a:lnTo>
                    <a:pt x="197612" y="20624"/>
                  </a:lnTo>
                  <a:lnTo>
                    <a:pt x="198666" y="20472"/>
                  </a:lnTo>
                  <a:lnTo>
                    <a:pt x="198666" y="19088"/>
                  </a:lnTo>
                  <a:close/>
                </a:path>
                <a:path w="236854" h="203200">
                  <a:moveTo>
                    <a:pt x="200875" y="76873"/>
                  </a:moveTo>
                  <a:lnTo>
                    <a:pt x="198056" y="75057"/>
                  </a:lnTo>
                  <a:lnTo>
                    <a:pt x="196875" y="77127"/>
                  </a:lnTo>
                  <a:lnTo>
                    <a:pt x="195427" y="79692"/>
                  </a:lnTo>
                  <a:lnTo>
                    <a:pt x="194729" y="83566"/>
                  </a:lnTo>
                  <a:lnTo>
                    <a:pt x="198081" y="86906"/>
                  </a:lnTo>
                  <a:lnTo>
                    <a:pt x="200202" y="86194"/>
                  </a:lnTo>
                  <a:lnTo>
                    <a:pt x="199974" y="82588"/>
                  </a:lnTo>
                  <a:lnTo>
                    <a:pt x="199110" y="80937"/>
                  </a:lnTo>
                  <a:lnTo>
                    <a:pt x="200875" y="76873"/>
                  </a:lnTo>
                  <a:close/>
                </a:path>
                <a:path w="236854" h="203200">
                  <a:moveTo>
                    <a:pt x="208330" y="55333"/>
                  </a:moveTo>
                  <a:lnTo>
                    <a:pt x="208051" y="55333"/>
                  </a:lnTo>
                  <a:lnTo>
                    <a:pt x="208051" y="55549"/>
                  </a:lnTo>
                  <a:lnTo>
                    <a:pt x="208191" y="55549"/>
                  </a:lnTo>
                  <a:lnTo>
                    <a:pt x="208330" y="55549"/>
                  </a:lnTo>
                  <a:lnTo>
                    <a:pt x="208330" y="55333"/>
                  </a:lnTo>
                  <a:close/>
                </a:path>
                <a:path w="236854" h="203200">
                  <a:moveTo>
                    <a:pt x="213004" y="66141"/>
                  </a:moveTo>
                  <a:lnTo>
                    <a:pt x="212420" y="66141"/>
                  </a:lnTo>
                  <a:lnTo>
                    <a:pt x="212420" y="66586"/>
                  </a:lnTo>
                  <a:lnTo>
                    <a:pt x="212712" y="66586"/>
                  </a:lnTo>
                  <a:lnTo>
                    <a:pt x="213004" y="66586"/>
                  </a:lnTo>
                  <a:lnTo>
                    <a:pt x="213004" y="66141"/>
                  </a:lnTo>
                  <a:close/>
                </a:path>
                <a:path w="236854" h="203200">
                  <a:moveTo>
                    <a:pt x="213004" y="62496"/>
                  </a:moveTo>
                  <a:lnTo>
                    <a:pt x="212420" y="62496"/>
                  </a:lnTo>
                  <a:lnTo>
                    <a:pt x="212420" y="62941"/>
                  </a:lnTo>
                  <a:lnTo>
                    <a:pt x="212712" y="62941"/>
                  </a:lnTo>
                  <a:lnTo>
                    <a:pt x="213004" y="62941"/>
                  </a:lnTo>
                  <a:lnTo>
                    <a:pt x="213004" y="62496"/>
                  </a:lnTo>
                  <a:close/>
                </a:path>
                <a:path w="236854" h="203200">
                  <a:moveTo>
                    <a:pt x="214261" y="13982"/>
                  </a:moveTo>
                  <a:lnTo>
                    <a:pt x="211442" y="11226"/>
                  </a:lnTo>
                  <a:lnTo>
                    <a:pt x="208572" y="12382"/>
                  </a:lnTo>
                  <a:lnTo>
                    <a:pt x="208572" y="16979"/>
                  </a:lnTo>
                  <a:lnTo>
                    <a:pt x="211442" y="18135"/>
                  </a:lnTo>
                  <a:lnTo>
                    <a:pt x="213067" y="16548"/>
                  </a:lnTo>
                  <a:lnTo>
                    <a:pt x="213448" y="16167"/>
                  </a:lnTo>
                  <a:lnTo>
                    <a:pt x="214261" y="15379"/>
                  </a:lnTo>
                  <a:lnTo>
                    <a:pt x="214261" y="13982"/>
                  </a:lnTo>
                  <a:close/>
                </a:path>
                <a:path w="236854" h="203200">
                  <a:moveTo>
                    <a:pt x="215849" y="40043"/>
                  </a:moveTo>
                  <a:lnTo>
                    <a:pt x="212242" y="36245"/>
                  </a:lnTo>
                  <a:lnTo>
                    <a:pt x="210400" y="38595"/>
                  </a:lnTo>
                  <a:lnTo>
                    <a:pt x="209778" y="39370"/>
                  </a:lnTo>
                  <a:lnTo>
                    <a:pt x="209486" y="39903"/>
                  </a:lnTo>
                  <a:lnTo>
                    <a:pt x="209346" y="41833"/>
                  </a:lnTo>
                  <a:lnTo>
                    <a:pt x="210286" y="42710"/>
                  </a:lnTo>
                  <a:lnTo>
                    <a:pt x="211963" y="42659"/>
                  </a:lnTo>
                  <a:lnTo>
                    <a:pt x="212471" y="42519"/>
                  </a:lnTo>
                  <a:lnTo>
                    <a:pt x="215849" y="40043"/>
                  </a:lnTo>
                  <a:close/>
                </a:path>
                <a:path w="236854" h="203200">
                  <a:moveTo>
                    <a:pt x="216865" y="105117"/>
                  </a:moveTo>
                  <a:lnTo>
                    <a:pt x="214591" y="105105"/>
                  </a:lnTo>
                  <a:lnTo>
                    <a:pt x="214820" y="106641"/>
                  </a:lnTo>
                  <a:lnTo>
                    <a:pt x="214884" y="107111"/>
                  </a:lnTo>
                  <a:lnTo>
                    <a:pt x="214922" y="107340"/>
                  </a:lnTo>
                  <a:lnTo>
                    <a:pt x="215036" y="108153"/>
                  </a:lnTo>
                  <a:lnTo>
                    <a:pt x="216433" y="108153"/>
                  </a:lnTo>
                  <a:lnTo>
                    <a:pt x="216573" y="107111"/>
                  </a:lnTo>
                  <a:lnTo>
                    <a:pt x="216623" y="106870"/>
                  </a:lnTo>
                  <a:lnTo>
                    <a:pt x="216865" y="105117"/>
                  </a:lnTo>
                  <a:close/>
                </a:path>
                <a:path w="236854" h="203200">
                  <a:moveTo>
                    <a:pt x="217906" y="100330"/>
                  </a:moveTo>
                  <a:lnTo>
                    <a:pt x="216801" y="100177"/>
                  </a:lnTo>
                  <a:lnTo>
                    <a:pt x="216319" y="100114"/>
                  </a:lnTo>
                  <a:lnTo>
                    <a:pt x="216077" y="100076"/>
                  </a:lnTo>
                  <a:lnTo>
                    <a:pt x="214033" y="99796"/>
                  </a:lnTo>
                  <a:lnTo>
                    <a:pt x="214020" y="102806"/>
                  </a:lnTo>
                  <a:lnTo>
                    <a:pt x="217906" y="102260"/>
                  </a:lnTo>
                  <a:lnTo>
                    <a:pt x="217906" y="100330"/>
                  </a:lnTo>
                  <a:close/>
                </a:path>
                <a:path w="236854" h="203200">
                  <a:moveTo>
                    <a:pt x="221932" y="132143"/>
                  </a:moveTo>
                  <a:lnTo>
                    <a:pt x="221665" y="131381"/>
                  </a:lnTo>
                  <a:lnTo>
                    <a:pt x="220687" y="129095"/>
                  </a:lnTo>
                  <a:lnTo>
                    <a:pt x="219075" y="128752"/>
                  </a:lnTo>
                  <a:lnTo>
                    <a:pt x="216750" y="129209"/>
                  </a:lnTo>
                  <a:lnTo>
                    <a:pt x="216027" y="129781"/>
                  </a:lnTo>
                  <a:lnTo>
                    <a:pt x="213004" y="132334"/>
                  </a:lnTo>
                  <a:lnTo>
                    <a:pt x="214071" y="135851"/>
                  </a:lnTo>
                  <a:lnTo>
                    <a:pt x="219138" y="137998"/>
                  </a:lnTo>
                  <a:lnTo>
                    <a:pt x="221526" y="135978"/>
                  </a:lnTo>
                  <a:lnTo>
                    <a:pt x="221818" y="133286"/>
                  </a:lnTo>
                  <a:lnTo>
                    <a:pt x="221932" y="132143"/>
                  </a:lnTo>
                  <a:close/>
                </a:path>
                <a:path w="236854" h="203200">
                  <a:moveTo>
                    <a:pt x="222745" y="125755"/>
                  </a:moveTo>
                  <a:lnTo>
                    <a:pt x="222288" y="125755"/>
                  </a:lnTo>
                  <a:lnTo>
                    <a:pt x="222288" y="127063"/>
                  </a:lnTo>
                  <a:lnTo>
                    <a:pt x="222745" y="127063"/>
                  </a:lnTo>
                  <a:lnTo>
                    <a:pt x="222745" y="126771"/>
                  </a:lnTo>
                  <a:lnTo>
                    <a:pt x="222745" y="125755"/>
                  </a:lnTo>
                  <a:close/>
                </a:path>
                <a:path w="236854" h="203200">
                  <a:moveTo>
                    <a:pt x="225920" y="86575"/>
                  </a:moveTo>
                  <a:lnTo>
                    <a:pt x="225691" y="85039"/>
                  </a:lnTo>
                  <a:lnTo>
                    <a:pt x="225628" y="84556"/>
                  </a:lnTo>
                  <a:lnTo>
                    <a:pt x="225590" y="84328"/>
                  </a:lnTo>
                  <a:lnTo>
                    <a:pt x="225475" y="83527"/>
                  </a:lnTo>
                  <a:lnTo>
                    <a:pt x="224663" y="83527"/>
                  </a:lnTo>
                  <a:lnTo>
                    <a:pt x="225259" y="82740"/>
                  </a:lnTo>
                  <a:lnTo>
                    <a:pt x="224853" y="81508"/>
                  </a:lnTo>
                  <a:lnTo>
                    <a:pt x="224231" y="79629"/>
                  </a:lnTo>
                  <a:lnTo>
                    <a:pt x="219989" y="77381"/>
                  </a:lnTo>
                  <a:lnTo>
                    <a:pt x="217068" y="77393"/>
                  </a:lnTo>
                  <a:lnTo>
                    <a:pt x="212966" y="82321"/>
                  </a:lnTo>
                  <a:lnTo>
                    <a:pt x="213233" y="85979"/>
                  </a:lnTo>
                  <a:lnTo>
                    <a:pt x="220484" y="90716"/>
                  </a:lnTo>
                  <a:lnTo>
                    <a:pt x="225221" y="86575"/>
                  </a:lnTo>
                  <a:lnTo>
                    <a:pt x="225920" y="86575"/>
                  </a:lnTo>
                  <a:close/>
                </a:path>
                <a:path w="236854" h="203200">
                  <a:moveTo>
                    <a:pt x="231355" y="16446"/>
                  </a:moveTo>
                  <a:lnTo>
                    <a:pt x="230263" y="16446"/>
                  </a:lnTo>
                  <a:lnTo>
                    <a:pt x="230263" y="17284"/>
                  </a:lnTo>
                  <a:lnTo>
                    <a:pt x="230809" y="17284"/>
                  </a:lnTo>
                  <a:lnTo>
                    <a:pt x="231355" y="17284"/>
                  </a:lnTo>
                  <a:lnTo>
                    <a:pt x="231355" y="16446"/>
                  </a:lnTo>
                  <a:close/>
                </a:path>
                <a:path w="236854" h="203200">
                  <a:moveTo>
                    <a:pt x="232435" y="52260"/>
                  </a:moveTo>
                  <a:lnTo>
                    <a:pt x="229476" y="49618"/>
                  </a:lnTo>
                  <a:lnTo>
                    <a:pt x="224586" y="55092"/>
                  </a:lnTo>
                  <a:lnTo>
                    <a:pt x="222783" y="59029"/>
                  </a:lnTo>
                  <a:lnTo>
                    <a:pt x="223113" y="61302"/>
                  </a:lnTo>
                  <a:lnTo>
                    <a:pt x="226745" y="63436"/>
                  </a:lnTo>
                  <a:lnTo>
                    <a:pt x="229514" y="62966"/>
                  </a:lnTo>
                  <a:lnTo>
                    <a:pt x="230390" y="61048"/>
                  </a:lnTo>
                  <a:lnTo>
                    <a:pt x="231368" y="58915"/>
                  </a:lnTo>
                  <a:lnTo>
                    <a:pt x="231787" y="57061"/>
                  </a:lnTo>
                  <a:lnTo>
                    <a:pt x="232435" y="52260"/>
                  </a:lnTo>
                  <a:close/>
                </a:path>
                <a:path w="236854" h="203200">
                  <a:moveTo>
                    <a:pt x="234086" y="29311"/>
                  </a:moveTo>
                  <a:lnTo>
                    <a:pt x="230517" y="27863"/>
                  </a:lnTo>
                  <a:lnTo>
                    <a:pt x="228498" y="29845"/>
                  </a:lnTo>
                  <a:lnTo>
                    <a:pt x="227063" y="31242"/>
                  </a:lnTo>
                  <a:lnTo>
                    <a:pt x="227063" y="33070"/>
                  </a:lnTo>
                  <a:lnTo>
                    <a:pt x="230517" y="36436"/>
                  </a:lnTo>
                  <a:lnTo>
                    <a:pt x="234086" y="35001"/>
                  </a:lnTo>
                  <a:lnTo>
                    <a:pt x="234086" y="29311"/>
                  </a:lnTo>
                  <a:close/>
                </a:path>
                <a:path w="236854" h="203200">
                  <a:moveTo>
                    <a:pt x="236486" y="6858"/>
                  </a:moveTo>
                  <a:lnTo>
                    <a:pt x="235521" y="3898"/>
                  </a:lnTo>
                  <a:lnTo>
                    <a:pt x="233019" y="2324"/>
                  </a:lnTo>
                  <a:lnTo>
                    <a:pt x="229311" y="0"/>
                  </a:lnTo>
                  <a:lnTo>
                    <a:pt x="225272" y="1574"/>
                  </a:lnTo>
                  <a:lnTo>
                    <a:pt x="222529" y="8102"/>
                  </a:lnTo>
                  <a:lnTo>
                    <a:pt x="224447" y="11468"/>
                  </a:lnTo>
                  <a:lnTo>
                    <a:pt x="231241" y="13881"/>
                  </a:lnTo>
                  <a:lnTo>
                    <a:pt x="234391" y="12065"/>
                  </a:lnTo>
                  <a:lnTo>
                    <a:pt x="236486" y="685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4494809" y="7676050"/>
              <a:ext cx="1075690" cy="431165"/>
            </a:xfrm>
            <a:custGeom>
              <a:avLst/>
              <a:gdLst/>
              <a:ahLst/>
              <a:cxnLst/>
              <a:rect l="l" t="t" r="r" b="b"/>
              <a:pathLst>
                <a:path w="1075689" h="431165">
                  <a:moveTo>
                    <a:pt x="15100" y="144665"/>
                  </a:moveTo>
                  <a:lnTo>
                    <a:pt x="14084" y="141414"/>
                  </a:lnTo>
                  <a:lnTo>
                    <a:pt x="9080" y="140030"/>
                  </a:lnTo>
                  <a:lnTo>
                    <a:pt x="7112" y="142443"/>
                  </a:lnTo>
                  <a:lnTo>
                    <a:pt x="7569" y="144907"/>
                  </a:lnTo>
                  <a:lnTo>
                    <a:pt x="8191" y="148310"/>
                  </a:lnTo>
                  <a:lnTo>
                    <a:pt x="10756" y="148628"/>
                  </a:lnTo>
                  <a:lnTo>
                    <a:pt x="15100" y="144665"/>
                  </a:lnTo>
                  <a:close/>
                </a:path>
                <a:path w="1075689" h="431165">
                  <a:moveTo>
                    <a:pt x="15341" y="119418"/>
                  </a:moveTo>
                  <a:lnTo>
                    <a:pt x="14376" y="119075"/>
                  </a:lnTo>
                  <a:lnTo>
                    <a:pt x="13220" y="117957"/>
                  </a:lnTo>
                  <a:lnTo>
                    <a:pt x="12560" y="115976"/>
                  </a:lnTo>
                  <a:lnTo>
                    <a:pt x="9613" y="117436"/>
                  </a:lnTo>
                  <a:lnTo>
                    <a:pt x="10718" y="119011"/>
                  </a:lnTo>
                  <a:lnTo>
                    <a:pt x="11582" y="120243"/>
                  </a:lnTo>
                  <a:lnTo>
                    <a:pt x="12611" y="120865"/>
                  </a:lnTo>
                  <a:lnTo>
                    <a:pt x="15252" y="121005"/>
                  </a:lnTo>
                  <a:lnTo>
                    <a:pt x="15341" y="119418"/>
                  </a:lnTo>
                  <a:close/>
                </a:path>
                <a:path w="1075689" h="431165">
                  <a:moveTo>
                    <a:pt x="16776" y="97942"/>
                  </a:moveTo>
                  <a:lnTo>
                    <a:pt x="6858" y="95211"/>
                  </a:lnTo>
                  <a:lnTo>
                    <a:pt x="3403" y="97167"/>
                  </a:lnTo>
                  <a:lnTo>
                    <a:pt x="1485" y="104140"/>
                  </a:lnTo>
                  <a:lnTo>
                    <a:pt x="4419" y="108153"/>
                  </a:lnTo>
                  <a:lnTo>
                    <a:pt x="8420" y="108102"/>
                  </a:lnTo>
                  <a:lnTo>
                    <a:pt x="15265" y="108000"/>
                  </a:lnTo>
                  <a:lnTo>
                    <a:pt x="16776" y="97942"/>
                  </a:lnTo>
                  <a:close/>
                </a:path>
                <a:path w="1075689" h="431165">
                  <a:moveTo>
                    <a:pt x="18821" y="63969"/>
                  </a:moveTo>
                  <a:lnTo>
                    <a:pt x="16141" y="58039"/>
                  </a:lnTo>
                  <a:lnTo>
                    <a:pt x="12661" y="60159"/>
                  </a:lnTo>
                  <a:lnTo>
                    <a:pt x="12369" y="60375"/>
                  </a:lnTo>
                  <a:lnTo>
                    <a:pt x="12039" y="60553"/>
                  </a:lnTo>
                  <a:lnTo>
                    <a:pt x="11696" y="60693"/>
                  </a:lnTo>
                  <a:lnTo>
                    <a:pt x="10096" y="61468"/>
                  </a:lnTo>
                  <a:lnTo>
                    <a:pt x="9982" y="64338"/>
                  </a:lnTo>
                  <a:lnTo>
                    <a:pt x="12852" y="65570"/>
                  </a:lnTo>
                  <a:lnTo>
                    <a:pt x="13639" y="65798"/>
                  </a:lnTo>
                  <a:lnTo>
                    <a:pt x="18821" y="63969"/>
                  </a:lnTo>
                  <a:close/>
                </a:path>
                <a:path w="1075689" h="431165">
                  <a:moveTo>
                    <a:pt x="29083" y="79654"/>
                  </a:moveTo>
                  <a:lnTo>
                    <a:pt x="20967" y="79654"/>
                  </a:lnTo>
                  <a:lnTo>
                    <a:pt x="20878" y="75438"/>
                  </a:lnTo>
                  <a:lnTo>
                    <a:pt x="15646" y="70802"/>
                  </a:lnTo>
                  <a:lnTo>
                    <a:pt x="3340" y="72453"/>
                  </a:lnTo>
                  <a:lnTo>
                    <a:pt x="0" y="78244"/>
                  </a:lnTo>
                  <a:lnTo>
                    <a:pt x="2324" y="89750"/>
                  </a:lnTo>
                  <a:lnTo>
                    <a:pt x="7747" y="92684"/>
                  </a:lnTo>
                  <a:lnTo>
                    <a:pt x="17132" y="91414"/>
                  </a:lnTo>
                  <a:lnTo>
                    <a:pt x="21132" y="87236"/>
                  </a:lnTo>
                  <a:lnTo>
                    <a:pt x="21107" y="86194"/>
                  </a:lnTo>
                  <a:lnTo>
                    <a:pt x="24879" y="86194"/>
                  </a:lnTo>
                  <a:lnTo>
                    <a:pt x="29083" y="86194"/>
                  </a:lnTo>
                  <a:lnTo>
                    <a:pt x="29083" y="79654"/>
                  </a:lnTo>
                  <a:close/>
                </a:path>
                <a:path w="1075689" h="431165">
                  <a:moveTo>
                    <a:pt x="29349" y="133896"/>
                  </a:moveTo>
                  <a:lnTo>
                    <a:pt x="29260" y="132702"/>
                  </a:lnTo>
                  <a:lnTo>
                    <a:pt x="29248" y="132524"/>
                  </a:lnTo>
                  <a:lnTo>
                    <a:pt x="29121" y="130746"/>
                  </a:lnTo>
                  <a:lnTo>
                    <a:pt x="27000" y="129667"/>
                  </a:lnTo>
                  <a:lnTo>
                    <a:pt x="24333" y="132346"/>
                  </a:lnTo>
                  <a:lnTo>
                    <a:pt x="25336" y="134569"/>
                  </a:lnTo>
                  <a:lnTo>
                    <a:pt x="27139" y="134632"/>
                  </a:lnTo>
                  <a:lnTo>
                    <a:pt x="27330" y="134645"/>
                  </a:lnTo>
                  <a:lnTo>
                    <a:pt x="27520" y="134645"/>
                  </a:lnTo>
                  <a:lnTo>
                    <a:pt x="28524" y="134670"/>
                  </a:lnTo>
                  <a:lnTo>
                    <a:pt x="29349" y="133896"/>
                  </a:lnTo>
                  <a:close/>
                </a:path>
                <a:path w="1075689" h="431165">
                  <a:moveTo>
                    <a:pt x="30314" y="29857"/>
                  </a:moveTo>
                  <a:lnTo>
                    <a:pt x="29425" y="29438"/>
                  </a:lnTo>
                  <a:lnTo>
                    <a:pt x="25654" y="27711"/>
                  </a:lnTo>
                  <a:lnTo>
                    <a:pt x="25654" y="33553"/>
                  </a:lnTo>
                  <a:lnTo>
                    <a:pt x="29019" y="31991"/>
                  </a:lnTo>
                  <a:lnTo>
                    <a:pt x="30314" y="31407"/>
                  </a:lnTo>
                  <a:lnTo>
                    <a:pt x="30314" y="29857"/>
                  </a:lnTo>
                  <a:close/>
                </a:path>
                <a:path w="1075689" h="431165">
                  <a:moveTo>
                    <a:pt x="34277" y="104927"/>
                  </a:moveTo>
                  <a:lnTo>
                    <a:pt x="32004" y="99529"/>
                  </a:lnTo>
                  <a:lnTo>
                    <a:pt x="28600" y="98806"/>
                  </a:lnTo>
                  <a:lnTo>
                    <a:pt x="26593" y="100812"/>
                  </a:lnTo>
                  <a:lnTo>
                    <a:pt x="24066" y="103352"/>
                  </a:lnTo>
                  <a:lnTo>
                    <a:pt x="25438" y="108115"/>
                  </a:lnTo>
                  <a:lnTo>
                    <a:pt x="32181" y="107327"/>
                  </a:lnTo>
                  <a:lnTo>
                    <a:pt x="34277" y="104927"/>
                  </a:lnTo>
                  <a:close/>
                </a:path>
                <a:path w="1075689" h="431165">
                  <a:moveTo>
                    <a:pt x="36550" y="18605"/>
                  </a:moveTo>
                  <a:lnTo>
                    <a:pt x="34328" y="17513"/>
                  </a:lnTo>
                  <a:lnTo>
                    <a:pt x="33832" y="17259"/>
                  </a:lnTo>
                  <a:lnTo>
                    <a:pt x="32613" y="16662"/>
                  </a:lnTo>
                  <a:lnTo>
                    <a:pt x="31546" y="18491"/>
                  </a:lnTo>
                  <a:lnTo>
                    <a:pt x="32766" y="19088"/>
                  </a:lnTo>
                  <a:lnTo>
                    <a:pt x="33769" y="19570"/>
                  </a:lnTo>
                  <a:lnTo>
                    <a:pt x="34264" y="19824"/>
                  </a:lnTo>
                  <a:lnTo>
                    <a:pt x="35471" y="20421"/>
                  </a:lnTo>
                  <a:lnTo>
                    <a:pt x="36550" y="18605"/>
                  </a:lnTo>
                  <a:close/>
                </a:path>
                <a:path w="1075689" h="431165">
                  <a:moveTo>
                    <a:pt x="42164" y="54190"/>
                  </a:moveTo>
                  <a:lnTo>
                    <a:pt x="30213" y="54190"/>
                  </a:lnTo>
                  <a:lnTo>
                    <a:pt x="30213" y="63474"/>
                  </a:lnTo>
                  <a:lnTo>
                    <a:pt x="36182" y="63474"/>
                  </a:lnTo>
                  <a:lnTo>
                    <a:pt x="42151" y="63474"/>
                  </a:lnTo>
                  <a:lnTo>
                    <a:pt x="42164" y="54190"/>
                  </a:lnTo>
                  <a:close/>
                </a:path>
                <a:path w="1075689" h="431165">
                  <a:moveTo>
                    <a:pt x="44704" y="146265"/>
                  </a:moveTo>
                  <a:lnTo>
                    <a:pt x="41059" y="139865"/>
                  </a:lnTo>
                  <a:lnTo>
                    <a:pt x="38328" y="135064"/>
                  </a:lnTo>
                  <a:lnTo>
                    <a:pt x="30480" y="138163"/>
                  </a:lnTo>
                  <a:lnTo>
                    <a:pt x="33896" y="150545"/>
                  </a:lnTo>
                  <a:lnTo>
                    <a:pt x="44704" y="146265"/>
                  </a:lnTo>
                  <a:close/>
                </a:path>
                <a:path w="1075689" h="431165">
                  <a:moveTo>
                    <a:pt x="45529" y="54787"/>
                  </a:moveTo>
                  <a:lnTo>
                    <a:pt x="44945" y="54787"/>
                  </a:lnTo>
                  <a:lnTo>
                    <a:pt x="44945" y="55232"/>
                  </a:lnTo>
                  <a:lnTo>
                    <a:pt x="45237" y="55232"/>
                  </a:lnTo>
                  <a:lnTo>
                    <a:pt x="45529" y="55232"/>
                  </a:lnTo>
                  <a:lnTo>
                    <a:pt x="45529" y="54787"/>
                  </a:lnTo>
                  <a:close/>
                </a:path>
                <a:path w="1075689" h="431165">
                  <a:moveTo>
                    <a:pt x="45732" y="83832"/>
                  </a:moveTo>
                  <a:lnTo>
                    <a:pt x="41808" y="83743"/>
                  </a:lnTo>
                  <a:lnTo>
                    <a:pt x="40678" y="83705"/>
                  </a:lnTo>
                  <a:lnTo>
                    <a:pt x="39395" y="83693"/>
                  </a:lnTo>
                  <a:lnTo>
                    <a:pt x="39014" y="85191"/>
                  </a:lnTo>
                  <a:lnTo>
                    <a:pt x="42595" y="89598"/>
                  </a:lnTo>
                  <a:lnTo>
                    <a:pt x="45732" y="83832"/>
                  </a:lnTo>
                  <a:close/>
                </a:path>
                <a:path w="1075689" h="431165">
                  <a:moveTo>
                    <a:pt x="52476" y="113766"/>
                  </a:moveTo>
                  <a:lnTo>
                    <a:pt x="51879" y="106514"/>
                  </a:lnTo>
                  <a:lnTo>
                    <a:pt x="44284" y="106476"/>
                  </a:lnTo>
                  <a:lnTo>
                    <a:pt x="44513" y="109283"/>
                  </a:lnTo>
                  <a:lnTo>
                    <a:pt x="44475" y="113411"/>
                  </a:lnTo>
                  <a:lnTo>
                    <a:pt x="46228" y="115595"/>
                  </a:lnTo>
                  <a:lnTo>
                    <a:pt x="50393" y="115087"/>
                  </a:lnTo>
                  <a:lnTo>
                    <a:pt x="52476" y="113766"/>
                  </a:lnTo>
                  <a:close/>
                </a:path>
                <a:path w="1075689" h="431165">
                  <a:moveTo>
                    <a:pt x="58089" y="103276"/>
                  </a:moveTo>
                  <a:lnTo>
                    <a:pt x="57264" y="103276"/>
                  </a:lnTo>
                  <a:lnTo>
                    <a:pt x="57264" y="103911"/>
                  </a:lnTo>
                  <a:lnTo>
                    <a:pt x="57683" y="103911"/>
                  </a:lnTo>
                  <a:lnTo>
                    <a:pt x="58089" y="103911"/>
                  </a:lnTo>
                  <a:lnTo>
                    <a:pt x="58089" y="103276"/>
                  </a:lnTo>
                  <a:close/>
                </a:path>
                <a:path w="1075689" h="431165">
                  <a:moveTo>
                    <a:pt x="58508" y="131787"/>
                  </a:moveTo>
                  <a:lnTo>
                    <a:pt x="57238" y="128739"/>
                  </a:lnTo>
                  <a:lnTo>
                    <a:pt x="56261" y="126377"/>
                  </a:lnTo>
                  <a:lnTo>
                    <a:pt x="54571" y="126365"/>
                  </a:lnTo>
                  <a:lnTo>
                    <a:pt x="52324" y="131775"/>
                  </a:lnTo>
                  <a:lnTo>
                    <a:pt x="58508" y="131787"/>
                  </a:lnTo>
                  <a:close/>
                </a:path>
                <a:path w="1075689" h="431165">
                  <a:moveTo>
                    <a:pt x="59690" y="20104"/>
                  </a:moveTo>
                  <a:lnTo>
                    <a:pt x="55079" y="20104"/>
                  </a:lnTo>
                  <a:lnTo>
                    <a:pt x="55067" y="23685"/>
                  </a:lnTo>
                  <a:lnTo>
                    <a:pt x="57378" y="23685"/>
                  </a:lnTo>
                  <a:lnTo>
                    <a:pt x="59690" y="23685"/>
                  </a:lnTo>
                  <a:lnTo>
                    <a:pt x="59690" y="20104"/>
                  </a:lnTo>
                  <a:close/>
                </a:path>
                <a:path w="1075689" h="431165">
                  <a:moveTo>
                    <a:pt x="59867" y="87109"/>
                  </a:moveTo>
                  <a:lnTo>
                    <a:pt x="58877" y="85775"/>
                  </a:lnTo>
                  <a:lnTo>
                    <a:pt x="53200" y="82372"/>
                  </a:lnTo>
                  <a:lnTo>
                    <a:pt x="48412" y="87249"/>
                  </a:lnTo>
                  <a:lnTo>
                    <a:pt x="51765" y="92976"/>
                  </a:lnTo>
                  <a:lnTo>
                    <a:pt x="53632" y="93789"/>
                  </a:lnTo>
                  <a:lnTo>
                    <a:pt x="58051" y="93268"/>
                  </a:lnTo>
                  <a:lnTo>
                    <a:pt x="59321" y="91274"/>
                  </a:lnTo>
                  <a:lnTo>
                    <a:pt x="59626" y="88912"/>
                  </a:lnTo>
                  <a:lnTo>
                    <a:pt x="59867" y="87109"/>
                  </a:lnTo>
                  <a:close/>
                </a:path>
                <a:path w="1075689" h="431165">
                  <a:moveTo>
                    <a:pt x="60401" y="44284"/>
                  </a:moveTo>
                  <a:lnTo>
                    <a:pt x="55905" y="39801"/>
                  </a:lnTo>
                  <a:lnTo>
                    <a:pt x="52603" y="40576"/>
                  </a:lnTo>
                  <a:lnTo>
                    <a:pt x="49441" y="44932"/>
                  </a:lnTo>
                  <a:lnTo>
                    <a:pt x="50266" y="47218"/>
                  </a:lnTo>
                  <a:lnTo>
                    <a:pt x="53263" y="51015"/>
                  </a:lnTo>
                  <a:lnTo>
                    <a:pt x="56337" y="50317"/>
                  </a:lnTo>
                  <a:lnTo>
                    <a:pt x="57429" y="49453"/>
                  </a:lnTo>
                  <a:lnTo>
                    <a:pt x="59347" y="47917"/>
                  </a:lnTo>
                  <a:lnTo>
                    <a:pt x="59372" y="47726"/>
                  </a:lnTo>
                  <a:lnTo>
                    <a:pt x="59588" y="47574"/>
                  </a:lnTo>
                  <a:lnTo>
                    <a:pt x="60401" y="44284"/>
                  </a:lnTo>
                  <a:close/>
                </a:path>
                <a:path w="1075689" h="431165">
                  <a:moveTo>
                    <a:pt x="69126" y="67119"/>
                  </a:moveTo>
                  <a:lnTo>
                    <a:pt x="63119" y="63207"/>
                  </a:lnTo>
                  <a:lnTo>
                    <a:pt x="61061" y="67437"/>
                  </a:lnTo>
                  <a:lnTo>
                    <a:pt x="63931" y="68402"/>
                  </a:lnTo>
                  <a:lnTo>
                    <a:pt x="68148" y="69824"/>
                  </a:lnTo>
                  <a:lnTo>
                    <a:pt x="69126" y="67119"/>
                  </a:lnTo>
                  <a:close/>
                </a:path>
                <a:path w="1075689" h="431165">
                  <a:moveTo>
                    <a:pt x="70650" y="9296"/>
                  </a:moveTo>
                  <a:lnTo>
                    <a:pt x="65163" y="6781"/>
                  </a:lnTo>
                  <a:lnTo>
                    <a:pt x="65163" y="13716"/>
                  </a:lnTo>
                  <a:lnTo>
                    <a:pt x="68948" y="11976"/>
                  </a:lnTo>
                  <a:lnTo>
                    <a:pt x="70650" y="11188"/>
                  </a:lnTo>
                  <a:lnTo>
                    <a:pt x="70650" y="9296"/>
                  </a:lnTo>
                  <a:close/>
                </a:path>
                <a:path w="1075689" h="431165">
                  <a:moveTo>
                    <a:pt x="85852" y="108673"/>
                  </a:moveTo>
                  <a:lnTo>
                    <a:pt x="73621" y="108673"/>
                  </a:lnTo>
                  <a:lnTo>
                    <a:pt x="73621" y="117817"/>
                  </a:lnTo>
                  <a:lnTo>
                    <a:pt x="66446" y="112776"/>
                  </a:lnTo>
                  <a:lnTo>
                    <a:pt x="60960" y="116560"/>
                  </a:lnTo>
                  <a:lnTo>
                    <a:pt x="60960" y="125564"/>
                  </a:lnTo>
                  <a:lnTo>
                    <a:pt x="66446" y="129349"/>
                  </a:lnTo>
                  <a:lnTo>
                    <a:pt x="70485" y="126517"/>
                  </a:lnTo>
                  <a:lnTo>
                    <a:pt x="74726" y="123545"/>
                  </a:lnTo>
                  <a:lnTo>
                    <a:pt x="74726" y="118579"/>
                  </a:lnTo>
                  <a:lnTo>
                    <a:pt x="74117" y="118160"/>
                  </a:lnTo>
                  <a:lnTo>
                    <a:pt x="79730" y="118160"/>
                  </a:lnTo>
                  <a:lnTo>
                    <a:pt x="85839" y="118160"/>
                  </a:lnTo>
                  <a:lnTo>
                    <a:pt x="85852" y="108673"/>
                  </a:lnTo>
                  <a:close/>
                </a:path>
                <a:path w="1075689" h="431165">
                  <a:moveTo>
                    <a:pt x="87401" y="38722"/>
                  </a:moveTo>
                  <a:lnTo>
                    <a:pt x="81711" y="34899"/>
                  </a:lnTo>
                  <a:lnTo>
                    <a:pt x="78257" y="37198"/>
                  </a:lnTo>
                  <a:lnTo>
                    <a:pt x="78257" y="42976"/>
                  </a:lnTo>
                  <a:lnTo>
                    <a:pt x="81711" y="45275"/>
                  </a:lnTo>
                  <a:lnTo>
                    <a:pt x="84289" y="43548"/>
                  </a:lnTo>
                  <a:lnTo>
                    <a:pt x="87401" y="41452"/>
                  </a:lnTo>
                  <a:lnTo>
                    <a:pt x="87401" y="38722"/>
                  </a:lnTo>
                  <a:close/>
                </a:path>
                <a:path w="1075689" h="431165">
                  <a:moveTo>
                    <a:pt x="87845" y="26644"/>
                  </a:moveTo>
                  <a:lnTo>
                    <a:pt x="78232" y="17373"/>
                  </a:lnTo>
                  <a:lnTo>
                    <a:pt x="71666" y="23926"/>
                  </a:lnTo>
                  <a:lnTo>
                    <a:pt x="75971" y="28079"/>
                  </a:lnTo>
                  <a:lnTo>
                    <a:pt x="81267" y="33210"/>
                  </a:lnTo>
                  <a:lnTo>
                    <a:pt x="87845" y="26644"/>
                  </a:lnTo>
                  <a:close/>
                </a:path>
                <a:path w="1075689" h="431165">
                  <a:moveTo>
                    <a:pt x="89077" y="71158"/>
                  </a:moveTo>
                  <a:lnTo>
                    <a:pt x="88480" y="71158"/>
                  </a:lnTo>
                  <a:lnTo>
                    <a:pt x="88480" y="71615"/>
                  </a:lnTo>
                  <a:lnTo>
                    <a:pt x="88785" y="71615"/>
                  </a:lnTo>
                  <a:lnTo>
                    <a:pt x="89077" y="71615"/>
                  </a:lnTo>
                  <a:lnTo>
                    <a:pt x="89077" y="71158"/>
                  </a:lnTo>
                  <a:close/>
                </a:path>
                <a:path w="1075689" h="431165">
                  <a:moveTo>
                    <a:pt x="96494" y="79375"/>
                  </a:moveTo>
                  <a:lnTo>
                    <a:pt x="95935" y="78409"/>
                  </a:lnTo>
                  <a:lnTo>
                    <a:pt x="96189" y="75958"/>
                  </a:lnTo>
                  <a:lnTo>
                    <a:pt x="96342" y="74371"/>
                  </a:lnTo>
                  <a:lnTo>
                    <a:pt x="91554" y="73939"/>
                  </a:lnTo>
                  <a:lnTo>
                    <a:pt x="89471" y="76860"/>
                  </a:lnTo>
                  <a:lnTo>
                    <a:pt x="88480" y="77228"/>
                  </a:lnTo>
                  <a:lnTo>
                    <a:pt x="84670" y="81521"/>
                  </a:lnTo>
                  <a:lnTo>
                    <a:pt x="90322" y="86944"/>
                  </a:lnTo>
                  <a:lnTo>
                    <a:pt x="92532" y="84162"/>
                  </a:lnTo>
                  <a:lnTo>
                    <a:pt x="92849" y="83769"/>
                  </a:lnTo>
                  <a:lnTo>
                    <a:pt x="94576" y="83197"/>
                  </a:lnTo>
                  <a:lnTo>
                    <a:pt x="95681" y="80860"/>
                  </a:lnTo>
                  <a:lnTo>
                    <a:pt x="95745" y="80264"/>
                  </a:lnTo>
                  <a:lnTo>
                    <a:pt x="96494" y="79375"/>
                  </a:lnTo>
                  <a:close/>
                </a:path>
                <a:path w="1075689" h="431165">
                  <a:moveTo>
                    <a:pt x="104292" y="40741"/>
                  </a:moveTo>
                  <a:lnTo>
                    <a:pt x="100723" y="38366"/>
                  </a:lnTo>
                  <a:lnTo>
                    <a:pt x="99783" y="40525"/>
                  </a:lnTo>
                  <a:lnTo>
                    <a:pt x="99466" y="41262"/>
                  </a:lnTo>
                  <a:lnTo>
                    <a:pt x="99148" y="41922"/>
                  </a:lnTo>
                  <a:lnTo>
                    <a:pt x="98831" y="43649"/>
                  </a:lnTo>
                  <a:lnTo>
                    <a:pt x="99771" y="44589"/>
                  </a:lnTo>
                  <a:lnTo>
                    <a:pt x="101384" y="43611"/>
                  </a:lnTo>
                  <a:lnTo>
                    <a:pt x="104292" y="40741"/>
                  </a:lnTo>
                  <a:close/>
                </a:path>
                <a:path w="1075689" h="431165">
                  <a:moveTo>
                    <a:pt x="108280" y="24549"/>
                  </a:moveTo>
                  <a:lnTo>
                    <a:pt x="105181" y="19799"/>
                  </a:lnTo>
                  <a:lnTo>
                    <a:pt x="102908" y="16319"/>
                  </a:lnTo>
                  <a:lnTo>
                    <a:pt x="98628" y="15544"/>
                  </a:lnTo>
                  <a:lnTo>
                    <a:pt x="93345" y="20828"/>
                  </a:lnTo>
                  <a:lnTo>
                    <a:pt x="93954" y="25285"/>
                  </a:lnTo>
                  <a:lnTo>
                    <a:pt x="102209" y="30264"/>
                  </a:lnTo>
                  <a:lnTo>
                    <a:pt x="108280" y="24549"/>
                  </a:lnTo>
                  <a:close/>
                </a:path>
                <a:path w="1075689" h="431165">
                  <a:moveTo>
                    <a:pt x="109994" y="49326"/>
                  </a:moveTo>
                  <a:lnTo>
                    <a:pt x="109410" y="49326"/>
                  </a:lnTo>
                  <a:lnTo>
                    <a:pt x="109410" y="49771"/>
                  </a:lnTo>
                  <a:lnTo>
                    <a:pt x="109702" y="49771"/>
                  </a:lnTo>
                  <a:lnTo>
                    <a:pt x="109994" y="49771"/>
                  </a:lnTo>
                  <a:lnTo>
                    <a:pt x="109994" y="49326"/>
                  </a:lnTo>
                  <a:close/>
                </a:path>
                <a:path w="1075689" h="431165">
                  <a:moveTo>
                    <a:pt x="111658" y="13081"/>
                  </a:moveTo>
                  <a:lnTo>
                    <a:pt x="109867" y="8788"/>
                  </a:lnTo>
                  <a:lnTo>
                    <a:pt x="108902" y="7620"/>
                  </a:lnTo>
                  <a:lnTo>
                    <a:pt x="102298" y="3352"/>
                  </a:lnTo>
                  <a:lnTo>
                    <a:pt x="97840" y="11023"/>
                  </a:lnTo>
                  <a:lnTo>
                    <a:pt x="102628" y="14097"/>
                  </a:lnTo>
                  <a:lnTo>
                    <a:pt x="104038" y="15011"/>
                  </a:lnTo>
                  <a:lnTo>
                    <a:pt x="105460" y="15481"/>
                  </a:lnTo>
                  <a:lnTo>
                    <a:pt x="109245" y="15354"/>
                  </a:lnTo>
                  <a:lnTo>
                    <a:pt x="111658" y="13081"/>
                  </a:lnTo>
                  <a:close/>
                </a:path>
                <a:path w="1075689" h="431165">
                  <a:moveTo>
                    <a:pt x="116903" y="68427"/>
                  </a:moveTo>
                  <a:lnTo>
                    <a:pt x="109296" y="68427"/>
                  </a:lnTo>
                  <a:lnTo>
                    <a:pt x="109296" y="74333"/>
                  </a:lnTo>
                  <a:lnTo>
                    <a:pt x="113093" y="74333"/>
                  </a:lnTo>
                  <a:lnTo>
                    <a:pt x="116903" y="74333"/>
                  </a:lnTo>
                  <a:lnTo>
                    <a:pt x="116903" y="68427"/>
                  </a:lnTo>
                  <a:close/>
                </a:path>
                <a:path w="1075689" h="431165">
                  <a:moveTo>
                    <a:pt x="119913" y="97561"/>
                  </a:moveTo>
                  <a:lnTo>
                    <a:pt x="114211" y="97561"/>
                  </a:lnTo>
                  <a:lnTo>
                    <a:pt x="114198" y="101981"/>
                  </a:lnTo>
                  <a:lnTo>
                    <a:pt x="117055" y="101981"/>
                  </a:lnTo>
                  <a:lnTo>
                    <a:pt x="119900" y="101981"/>
                  </a:lnTo>
                  <a:lnTo>
                    <a:pt x="119913" y="97561"/>
                  </a:lnTo>
                  <a:close/>
                </a:path>
                <a:path w="1075689" h="431165">
                  <a:moveTo>
                    <a:pt x="127457" y="30175"/>
                  </a:moveTo>
                  <a:lnTo>
                    <a:pt x="125895" y="27724"/>
                  </a:lnTo>
                  <a:lnTo>
                    <a:pt x="119811" y="27038"/>
                  </a:lnTo>
                  <a:lnTo>
                    <a:pt x="118389" y="29908"/>
                  </a:lnTo>
                  <a:lnTo>
                    <a:pt x="120116" y="33997"/>
                  </a:lnTo>
                  <a:lnTo>
                    <a:pt x="122809" y="34417"/>
                  </a:lnTo>
                  <a:lnTo>
                    <a:pt x="124498" y="32880"/>
                  </a:lnTo>
                  <a:lnTo>
                    <a:pt x="127457" y="30175"/>
                  </a:lnTo>
                  <a:close/>
                </a:path>
                <a:path w="1075689" h="431165">
                  <a:moveTo>
                    <a:pt x="137261" y="42087"/>
                  </a:moveTo>
                  <a:lnTo>
                    <a:pt x="135420" y="39916"/>
                  </a:lnTo>
                  <a:lnTo>
                    <a:pt x="135229" y="39687"/>
                  </a:lnTo>
                  <a:lnTo>
                    <a:pt x="134988" y="39408"/>
                  </a:lnTo>
                  <a:lnTo>
                    <a:pt x="132448" y="39624"/>
                  </a:lnTo>
                  <a:lnTo>
                    <a:pt x="132029" y="39573"/>
                  </a:lnTo>
                  <a:lnTo>
                    <a:pt x="131457" y="39128"/>
                  </a:lnTo>
                  <a:lnTo>
                    <a:pt x="130708" y="39268"/>
                  </a:lnTo>
                  <a:lnTo>
                    <a:pt x="130708" y="39522"/>
                  </a:lnTo>
                  <a:lnTo>
                    <a:pt x="129641" y="39712"/>
                  </a:lnTo>
                  <a:lnTo>
                    <a:pt x="130175" y="39598"/>
                  </a:lnTo>
                  <a:lnTo>
                    <a:pt x="130708" y="39522"/>
                  </a:lnTo>
                  <a:lnTo>
                    <a:pt x="130708" y="39268"/>
                  </a:lnTo>
                  <a:lnTo>
                    <a:pt x="129882" y="39408"/>
                  </a:lnTo>
                  <a:lnTo>
                    <a:pt x="127685" y="40525"/>
                  </a:lnTo>
                  <a:lnTo>
                    <a:pt x="126669" y="41795"/>
                  </a:lnTo>
                  <a:lnTo>
                    <a:pt x="126009" y="45999"/>
                  </a:lnTo>
                  <a:lnTo>
                    <a:pt x="127190" y="48107"/>
                  </a:lnTo>
                  <a:lnTo>
                    <a:pt x="130683" y="49517"/>
                  </a:lnTo>
                  <a:lnTo>
                    <a:pt x="131495" y="49618"/>
                  </a:lnTo>
                  <a:lnTo>
                    <a:pt x="134975" y="49314"/>
                  </a:lnTo>
                  <a:lnTo>
                    <a:pt x="137261" y="47421"/>
                  </a:lnTo>
                  <a:lnTo>
                    <a:pt x="137261" y="42087"/>
                  </a:lnTo>
                  <a:close/>
                </a:path>
                <a:path w="1075689" h="431165">
                  <a:moveTo>
                    <a:pt x="144081" y="13639"/>
                  </a:moveTo>
                  <a:lnTo>
                    <a:pt x="141274" y="12242"/>
                  </a:lnTo>
                  <a:lnTo>
                    <a:pt x="138963" y="11099"/>
                  </a:lnTo>
                  <a:lnTo>
                    <a:pt x="137426" y="12522"/>
                  </a:lnTo>
                  <a:lnTo>
                    <a:pt x="140220" y="17691"/>
                  </a:lnTo>
                  <a:lnTo>
                    <a:pt x="144081" y="13639"/>
                  </a:lnTo>
                  <a:close/>
                </a:path>
                <a:path w="1075689" h="431165">
                  <a:moveTo>
                    <a:pt x="146011" y="10668"/>
                  </a:moveTo>
                  <a:lnTo>
                    <a:pt x="145186" y="10668"/>
                  </a:lnTo>
                  <a:lnTo>
                    <a:pt x="145186" y="11290"/>
                  </a:lnTo>
                  <a:lnTo>
                    <a:pt x="145605" y="11290"/>
                  </a:lnTo>
                  <a:lnTo>
                    <a:pt x="146011" y="11290"/>
                  </a:lnTo>
                  <a:lnTo>
                    <a:pt x="146011" y="10668"/>
                  </a:lnTo>
                  <a:close/>
                </a:path>
                <a:path w="1075689" h="431165">
                  <a:moveTo>
                    <a:pt x="147447" y="84213"/>
                  </a:moveTo>
                  <a:lnTo>
                    <a:pt x="144602" y="81254"/>
                  </a:lnTo>
                  <a:lnTo>
                    <a:pt x="144335" y="80987"/>
                  </a:lnTo>
                  <a:lnTo>
                    <a:pt x="144335" y="85852"/>
                  </a:lnTo>
                  <a:lnTo>
                    <a:pt x="144106" y="86271"/>
                  </a:lnTo>
                  <a:lnTo>
                    <a:pt x="144005" y="86436"/>
                  </a:lnTo>
                  <a:lnTo>
                    <a:pt x="143967" y="85191"/>
                  </a:lnTo>
                  <a:lnTo>
                    <a:pt x="144106" y="86271"/>
                  </a:lnTo>
                  <a:lnTo>
                    <a:pt x="144335" y="85852"/>
                  </a:lnTo>
                  <a:lnTo>
                    <a:pt x="144335" y="80987"/>
                  </a:lnTo>
                  <a:lnTo>
                    <a:pt x="143979" y="80619"/>
                  </a:lnTo>
                  <a:lnTo>
                    <a:pt x="143979" y="84442"/>
                  </a:lnTo>
                  <a:lnTo>
                    <a:pt x="143891" y="84582"/>
                  </a:lnTo>
                  <a:lnTo>
                    <a:pt x="143929" y="84899"/>
                  </a:lnTo>
                  <a:lnTo>
                    <a:pt x="143865" y="84442"/>
                  </a:lnTo>
                  <a:lnTo>
                    <a:pt x="143840" y="84213"/>
                  </a:lnTo>
                  <a:lnTo>
                    <a:pt x="143979" y="84442"/>
                  </a:lnTo>
                  <a:lnTo>
                    <a:pt x="143979" y="80619"/>
                  </a:lnTo>
                  <a:lnTo>
                    <a:pt x="141465" y="77990"/>
                  </a:lnTo>
                  <a:lnTo>
                    <a:pt x="136563" y="83642"/>
                  </a:lnTo>
                  <a:lnTo>
                    <a:pt x="136359" y="85432"/>
                  </a:lnTo>
                  <a:lnTo>
                    <a:pt x="138099" y="89014"/>
                  </a:lnTo>
                  <a:lnTo>
                    <a:pt x="140131" y="89712"/>
                  </a:lnTo>
                  <a:lnTo>
                    <a:pt x="145211" y="88239"/>
                  </a:lnTo>
                  <a:lnTo>
                    <a:pt x="145300" y="87617"/>
                  </a:lnTo>
                  <a:lnTo>
                    <a:pt x="145542" y="85852"/>
                  </a:lnTo>
                  <a:lnTo>
                    <a:pt x="145592" y="85471"/>
                  </a:lnTo>
                  <a:lnTo>
                    <a:pt x="145542" y="85852"/>
                  </a:lnTo>
                  <a:lnTo>
                    <a:pt x="147383" y="84404"/>
                  </a:lnTo>
                  <a:lnTo>
                    <a:pt x="147447" y="84213"/>
                  </a:lnTo>
                  <a:close/>
                </a:path>
                <a:path w="1075689" h="431165">
                  <a:moveTo>
                    <a:pt x="152501" y="50431"/>
                  </a:moveTo>
                  <a:lnTo>
                    <a:pt x="150456" y="47294"/>
                  </a:lnTo>
                  <a:lnTo>
                    <a:pt x="144818" y="45745"/>
                  </a:lnTo>
                  <a:lnTo>
                    <a:pt x="142138" y="47561"/>
                  </a:lnTo>
                  <a:lnTo>
                    <a:pt x="142062" y="47764"/>
                  </a:lnTo>
                  <a:lnTo>
                    <a:pt x="141859" y="47828"/>
                  </a:lnTo>
                  <a:lnTo>
                    <a:pt x="139865" y="52070"/>
                  </a:lnTo>
                  <a:lnTo>
                    <a:pt x="140487" y="54838"/>
                  </a:lnTo>
                  <a:lnTo>
                    <a:pt x="146367" y="58813"/>
                  </a:lnTo>
                  <a:lnTo>
                    <a:pt x="150342" y="56603"/>
                  </a:lnTo>
                  <a:lnTo>
                    <a:pt x="152501" y="50431"/>
                  </a:lnTo>
                  <a:close/>
                </a:path>
                <a:path w="1075689" h="431165">
                  <a:moveTo>
                    <a:pt x="159766" y="83718"/>
                  </a:moveTo>
                  <a:lnTo>
                    <a:pt x="159181" y="83718"/>
                  </a:lnTo>
                  <a:lnTo>
                    <a:pt x="159181" y="84162"/>
                  </a:lnTo>
                  <a:lnTo>
                    <a:pt x="159473" y="84162"/>
                  </a:lnTo>
                  <a:lnTo>
                    <a:pt x="159766" y="84162"/>
                  </a:lnTo>
                  <a:lnTo>
                    <a:pt x="159766" y="83718"/>
                  </a:lnTo>
                  <a:close/>
                </a:path>
                <a:path w="1075689" h="431165">
                  <a:moveTo>
                    <a:pt x="162623" y="26352"/>
                  </a:moveTo>
                  <a:lnTo>
                    <a:pt x="150672" y="26352"/>
                  </a:lnTo>
                  <a:lnTo>
                    <a:pt x="150660" y="30403"/>
                  </a:lnTo>
                  <a:lnTo>
                    <a:pt x="148005" y="30403"/>
                  </a:lnTo>
                  <a:lnTo>
                    <a:pt x="147993" y="40309"/>
                  </a:lnTo>
                  <a:lnTo>
                    <a:pt x="154381" y="40309"/>
                  </a:lnTo>
                  <a:lnTo>
                    <a:pt x="160756" y="40309"/>
                  </a:lnTo>
                  <a:lnTo>
                    <a:pt x="160756" y="35636"/>
                  </a:lnTo>
                  <a:lnTo>
                    <a:pt x="162610" y="35636"/>
                  </a:lnTo>
                  <a:lnTo>
                    <a:pt x="162623" y="26352"/>
                  </a:lnTo>
                  <a:close/>
                </a:path>
                <a:path w="1075689" h="431165">
                  <a:moveTo>
                    <a:pt x="167043" y="13957"/>
                  </a:moveTo>
                  <a:lnTo>
                    <a:pt x="164058" y="8851"/>
                  </a:lnTo>
                  <a:lnTo>
                    <a:pt x="160655" y="10528"/>
                  </a:lnTo>
                  <a:lnTo>
                    <a:pt x="159613" y="11049"/>
                  </a:lnTo>
                  <a:lnTo>
                    <a:pt x="159042" y="11518"/>
                  </a:lnTo>
                  <a:lnTo>
                    <a:pt x="157924" y="13931"/>
                  </a:lnTo>
                  <a:lnTo>
                    <a:pt x="158356" y="15786"/>
                  </a:lnTo>
                  <a:lnTo>
                    <a:pt x="161480" y="16484"/>
                  </a:lnTo>
                  <a:lnTo>
                    <a:pt x="162306" y="16281"/>
                  </a:lnTo>
                  <a:lnTo>
                    <a:pt x="167043" y="13957"/>
                  </a:lnTo>
                  <a:close/>
                </a:path>
                <a:path w="1075689" h="431165">
                  <a:moveTo>
                    <a:pt x="168198" y="61112"/>
                  </a:moveTo>
                  <a:lnTo>
                    <a:pt x="166065" y="59143"/>
                  </a:lnTo>
                  <a:lnTo>
                    <a:pt x="156095" y="63677"/>
                  </a:lnTo>
                  <a:lnTo>
                    <a:pt x="163169" y="71221"/>
                  </a:lnTo>
                  <a:lnTo>
                    <a:pt x="165773" y="65989"/>
                  </a:lnTo>
                  <a:lnTo>
                    <a:pt x="168198" y="61112"/>
                  </a:lnTo>
                  <a:close/>
                </a:path>
                <a:path w="1075689" h="431165">
                  <a:moveTo>
                    <a:pt x="168795" y="5372"/>
                  </a:moveTo>
                  <a:lnTo>
                    <a:pt x="167525" y="4368"/>
                  </a:lnTo>
                  <a:lnTo>
                    <a:pt x="167576" y="4838"/>
                  </a:lnTo>
                  <a:lnTo>
                    <a:pt x="167500" y="4292"/>
                  </a:lnTo>
                  <a:lnTo>
                    <a:pt x="167411" y="4102"/>
                  </a:lnTo>
                  <a:lnTo>
                    <a:pt x="167411" y="3924"/>
                  </a:lnTo>
                  <a:lnTo>
                    <a:pt x="167513" y="3746"/>
                  </a:lnTo>
                  <a:lnTo>
                    <a:pt x="167906" y="254"/>
                  </a:lnTo>
                  <a:lnTo>
                    <a:pt x="162737" y="0"/>
                  </a:lnTo>
                  <a:lnTo>
                    <a:pt x="161709" y="2959"/>
                  </a:lnTo>
                  <a:lnTo>
                    <a:pt x="160566" y="6223"/>
                  </a:lnTo>
                  <a:lnTo>
                    <a:pt x="163436" y="8648"/>
                  </a:lnTo>
                  <a:lnTo>
                    <a:pt x="168071" y="7785"/>
                  </a:lnTo>
                  <a:lnTo>
                    <a:pt x="168795" y="5372"/>
                  </a:lnTo>
                  <a:close/>
                </a:path>
                <a:path w="1075689" h="431165">
                  <a:moveTo>
                    <a:pt x="170510" y="23126"/>
                  </a:moveTo>
                  <a:lnTo>
                    <a:pt x="169926" y="23126"/>
                  </a:lnTo>
                  <a:lnTo>
                    <a:pt x="169926" y="23571"/>
                  </a:lnTo>
                  <a:lnTo>
                    <a:pt x="170218" y="23571"/>
                  </a:lnTo>
                  <a:lnTo>
                    <a:pt x="170510" y="23571"/>
                  </a:lnTo>
                  <a:lnTo>
                    <a:pt x="170510" y="23126"/>
                  </a:lnTo>
                  <a:close/>
                </a:path>
                <a:path w="1075689" h="431165">
                  <a:moveTo>
                    <a:pt x="176949" y="14224"/>
                  </a:moveTo>
                  <a:lnTo>
                    <a:pt x="176187" y="14528"/>
                  </a:lnTo>
                  <a:lnTo>
                    <a:pt x="176949" y="14224"/>
                  </a:lnTo>
                  <a:close/>
                </a:path>
                <a:path w="1075689" h="431165">
                  <a:moveTo>
                    <a:pt x="180289" y="11518"/>
                  </a:moveTo>
                  <a:lnTo>
                    <a:pt x="180263" y="7594"/>
                  </a:lnTo>
                  <a:lnTo>
                    <a:pt x="180263" y="7467"/>
                  </a:lnTo>
                  <a:lnTo>
                    <a:pt x="180263" y="7315"/>
                  </a:lnTo>
                  <a:lnTo>
                    <a:pt x="176530" y="5257"/>
                  </a:lnTo>
                  <a:lnTo>
                    <a:pt x="175552" y="6502"/>
                  </a:lnTo>
                  <a:lnTo>
                    <a:pt x="174777" y="6477"/>
                  </a:lnTo>
                  <a:lnTo>
                    <a:pt x="172732" y="6273"/>
                  </a:lnTo>
                  <a:lnTo>
                    <a:pt x="171297" y="7378"/>
                  </a:lnTo>
                  <a:lnTo>
                    <a:pt x="169964" y="9436"/>
                  </a:lnTo>
                  <a:lnTo>
                    <a:pt x="169824" y="10261"/>
                  </a:lnTo>
                  <a:lnTo>
                    <a:pt x="169456" y="14554"/>
                  </a:lnTo>
                  <a:lnTo>
                    <a:pt x="173266" y="15900"/>
                  </a:lnTo>
                  <a:lnTo>
                    <a:pt x="174498" y="15316"/>
                  </a:lnTo>
                  <a:lnTo>
                    <a:pt x="175818" y="14719"/>
                  </a:lnTo>
                  <a:lnTo>
                    <a:pt x="176187" y="14554"/>
                  </a:lnTo>
                  <a:lnTo>
                    <a:pt x="177126" y="14135"/>
                  </a:lnTo>
                  <a:lnTo>
                    <a:pt x="176949" y="14224"/>
                  </a:lnTo>
                  <a:lnTo>
                    <a:pt x="177253" y="14135"/>
                  </a:lnTo>
                  <a:lnTo>
                    <a:pt x="177571" y="14058"/>
                  </a:lnTo>
                  <a:lnTo>
                    <a:pt x="179552" y="12801"/>
                  </a:lnTo>
                  <a:lnTo>
                    <a:pt x="180289" y="11518"/>
                  </a:lnTo>
                  <a:close/>
                </a:path>
                <a:path w="1075689" h="431165">
                  <a:moveTo>
                    <a:pt x="180314" y="36398"/>
                  </a:moveTo>
                  <a:lnTo>
                    <a:pt x="175958" y="36398"/>
                  </a:lnTo>
                  <a:lnTo>
                    <a:pt x="175958" y="39776"/>
                  </a:lnTo>
                  <a:lnTo>
                    <a:pt x="178130" y="39776"/>
                  </a:lnTo>
                  <a:lnTo>
                    <a:pt x="180301" y="39776"/>
                  </a:lnTo>
                  <a:lnTo>
                    <a:pt x="180314" y="36398"/>
                  </a:lnTo>
                  <a:close/>
                </a:path>
                <a:path w="1075689" h="431165">
                  <a:moveTo>
                    <a:pt x="189941" y="27266"/>
                  </a:moveTo>
                  <a:lnTo>
                    <a:pt x="188836" y="26454"/>
                  </a:lnTo>
                  <a:lnTo>
                    <a:pt x="184810" y="23482"/>
                  </a:lnTo>
                  <a:lnTo>
                    <a:pt x="180644" y="27178"/>
                  </a:lnTo>
                  <a:lnTo>
                    <a:pt x="180365" y="27584"/>
                  </a:lnTo>
                  <a:lnTo>
                    <a:pt x="180200" y="27813"/>
                  </a:lnTo>
                  <a:lnTo>
                    <a:pt x="180136" y="27952"/>
                  </a:lnTo>
                  <a:lnTo>
                    <a:pt x="179768" y="28854"/>
                  </a:lnTo>
                  <a:lnTo>
                    <a:pt x="179768" y="24904"/>
                  </a:lnTo>
                  <a:lnTo>
                    <a:pt x="169722" y="24904"/>
                  </a:lnTo>
                  <a:lnTo>
                    <a:pt x="169710" y="32702"/>
                  </a:lnTo>
                  <a:lnTo>
                    <a:pt x="174739" y="32702"/>
                  </a:lnTo>
                  <a:lnTo>
                    <a:pt x="179755" y="32702"/>
                  </a:lnTo>
                  <a:lnTo>
                    <a:pt x="179755" y="30759"/>
                  </a:lnTo>
                  <a:lnTo>
                    <a:pt x="180759" y="32905"/>
                  </a:lnTo>
                  <a:lnTo>
                    <a:pt x="182397" y="33870"/>
                  </a:lnTo>
                  <a:lnTo>
                    <a:pt x="185458" y="33528"/>
                  </a:lnTo>
                  <a:lnTo>
                    <a:pt x="186804" y="33007"/>
                  </a:lnTo>
                  <a:lnTo>
                    <a:pt x="189941" y="27266"/>
                  </a:lnTo>
                  <a:close/>
                </a:path>
                <a:path w="1075689" h="431165">
                  <a:moveTo>
                    <a:pt x="191998" y="26403"/>
                  </a:moveTo>
                  <a:lnTo>
                    <a:pt x="191414" y="26403"/>
                  </a:lnTo>
                  <a:lnTo>
                    <a:pt x="191414" y="26847"/>
                  </a:lnTo>
                  <a:lnTo>
                    <a:pt x="191706" y="26847"/>
                  </a:lnTo>
                  <a:lnTo>
                    <a:pt x="191998" y="26847"/>
                  </a:lnTo>
                  <a:lnTo>
                    <a:pt x="191998" y="26403"/>
                  </a:lnTo>
                  <a:close/>
                </a:path>
                <a:path w="1075689" h="431165">
                  <a:moveTo>
                    <a:pt x="193395" y="8559"/>
                  </a:moveTo>
                  <a:lnTo>
                    <a:pt x="192811" y="8559"/>
                  </a:lnTo>
                  <a:lnTo>
                    <a:pt x="192811" y="9017"/>
                  </a:lnTo>
                  <a:lnTo>
                    <a:pt x="193103" y="9017"/>
                  </a:lnTo>
                  <a:lnTo>
                    <a:pt x="193395" y="9017"/>
                  </a:lnTo>
                  <a:lnTo>
                    <a:pt x="193395" y="8559"/>
                  </a:lnTo>
                  <a:close/>
                </a:path>
                <a:path w="1075689" h="431165">
                  <a:moveTo>
                    <a:pt x="194843" y="56959"/>
                  </a:moveTo>
                  <a:lnTo>
                    <a:pt x="185737" y="59080"/>
                  </a:lnTo>
                  <a:lnTo>
                    <a:pt x="188353" y="63779"/>
                  </a:lnTo>
                  <a:lnTo>
                    <a:pt x="189699" y="66179"/>
                  </a:lnTo>
                  <a:lnTo>
                    <a:pt x="193598" y="66052"/>
                  </a:lnTo>
                  <a:lnTo>
                    <a:pt x="194843" y="56959"/>
                  </a:lnTo>
                  <a:close/>
                </a:path>
                <a:path w="1075689" h="431165">
                  <a:moveTo>
                    <a:pt x="208661" y="17780"/>
                  </a:moveTo>
                  <a:lnTo>
                    <a:pt x="207975" y="15570"/>
                  </a:lnTo>
                  <a:lnTo>
                    <a:pt x="205193" y="16319"/>
                  </a:lnTo>
                  <a:lnTo>
                    <a:pt x="202006" y="17170"/>
                  </a:lnTo>
                  <a:lnTo>
                    <a:pt x="204012" y="21234"/>
                  </a:lnTo>
                  <a:lnTo>
                    <a:pt x="206032" y="19735"/>
                  </a:lnTo>
                  <a:lnTo>
                    <a:pt x="208661" y="17780"/>
                  </a:lnTo>
                  <a:close/>
                </a:path>
                <a:path w="1075689" h="431165">
                  <a:moveTo>
                    <a:pt x="211188" y="51625"/>
                  </a:moveTo>
                  <a:lnTo>
                    <a:pt x="209219" y="49834"/>
                  </a:lnTo>
                  <a:lnTo>
                    <a:pt x="201041" y="51079"/>
                  </a:lnTo>
                  <a:lnTo>
                    <a:pt x="200317" y="56045"/>
                  </a:lnTo>
                  <a:lnTo>
                    <a:pt x="204863" y="60604"/>
                  </a:lnTo>
                  <a:lnTo>
                    <a:pt x="209651" y="59766"/>
                  </a:lnTo>
                  <a:lnTo>
                    <a:pt x="210312" y="56248"/>
                  </a:lnTo>
                  <a:lnTo>
                    <a:pt x="211188" y="51625"/>
                  </a:lnTo>
                  <a:close/>
                </a:path>
                <a:path w="1075689" h="431165">
                  <a:moveTo>
                    <a:pt x="214718" y="29502"/>
                  </a:moveTo>
                  <a:lnTo>
                    <a:pt x="213779" y="24422"/>
                  </a:lnTo>
                  <a:lnTo>
                    <a:pt x="213448" y="22644"/>
                  </a:lnTo>
                  <a:lnTo>
                    <a:pt x="206908" y="23228"/>
                  </a:lnTo>
                  <a:lnTo>
                    <a:pt x="206463" y="22783"/>
                  </a:lnTo>
                  <a:lnTo>
                    <a:pt x="204228" y="23126"/>
                  </a:lnTo>
                  <a:lnTo>
                    <a:pt x="201688" y="25095"/>
                  </a:lnTo>
                  <a:lnTo>
                    <a:pt x="201053" y="26212"/>
                  </a:lnTo>
                  <a:lnTo>
                    <a:pt x="200012" y="31051"/>
                  </a:lnTo>
                  <a:lnTo>
                    <a:pt x="203200" y="34645"/>
                  </a:lnTo>
                  <a:lnTo>
                    <a:pt x="208559" y="33185"/>
                  </a:lnTo>
                  <a:lnTo>
                    <a:pt x="214718" y="29502"/>
                  </a:lnTo>
                  <a:close/>
                </a:path>
                <a:path w="1075689" h="431165">
                  <a:moveTo>
                    <a:pt x="227152" y="59385"/>
                  </a:moveTo>
                  <a:lnTo>
                    <a:pt x="226910" y="56464"/>
                  </a:lnTo>
                  <a:lnTo>
                    <a:pt x="226860" y="55968"/>
                  </a:lnTo>
                  <a:lnTo>
                    <a:pt x="226720" y="54330"/>
                  </a:lnTo>
                  <a:lnTo>
                    <a:pt x="224091" y="54076"/>
                  </a:lnTo>
                  <a:lnTo>
                    <a:pt x="222796" y="52311"/>
                  </a:lnTo>
                  <a:lnTo>
                    <a:pt x="218630" y="57759"/>
                  </a:lnTo>
                  <a:lnTo>
                    <a:pt x="224091" y="60464"/>
                  </a:lnTo>
                  <a:lnTo>
                    <a:pt x="227152" y="59385"/>
                  </a:lnTo>
                  <a:close/>
                </a:path>
                <a:path w="1075689" h="431165">
                  <a:moveTo>
                    <a:pt x="229552" y="53428"/>
                  </a:moveTo>
                  <a:lnTo>
                    <a:pt x="229273" y="52057"/>
                  </a:lnTo>
                  <a:lnTo>
                    <a:pt x="229209" y="51714"/>
                  </a:lnTo>
                  <a:lnTo>
                    <a:pt x="229171" y="51536"/>
                  </a:lnTo>
                  <a:lnTo>
                    <a:pt x="229031" y="50825"/>
                  </a:lnTo>
                  <a:lnTo>
                    <a:pt x="227888" y="50825"/>
                  </a:lnTo>
                  <a:lnTo>
                    <a:pt x="227711" y="51714"/>
                  </a:lnTo>
                  <a:lnTo>
                    <a:pt x="227647" y="52057"/>
                  </a:lnTo>
                  <a:lnTo>
                    <a:pt x="227380" y="53416"/>
                  </a:lnTo>
                  <a:lnTo>
                    <a:pt x="229552" y="53428"/>
                  </a:lnTo>
                  <a:close/>
                </a:path>
                <a:path w="1075689" h="431165">
                  <a:moveTo>
                    <a:pt x="231368" y="40487"/>
                  </a:moveTo>
                  <a:lnTo>
                    <a:pt x="226555" y="34531"/>
                  </a:lnTo>
                  <a:lnTo>
                    <a:pt x="220865" y="40868"/>
                  </a:lnTo>
                  <a:lnTo>
                    <a:pt x="223723" y="44970"/>
                  </a:lnTo>
                  <a:lnTo>
                    <a:pt x="226822" y="43154"/>
                  </a:lnTo>
                  <a:lnTo>
                    <a:pt x="231368" y="40487"/>
                  </a:lnTo>
                  <a:close/>
                </a:path>
                <a:path w="1075689" h="431165">
                  <a:moveTo>
                    <a:pt x="233895" y="30822"/>
                  </a:moveTo>
                  <a:lnTo>
                    <a:pt x="232613" y="29006"/>
                  </a:lnTo>
                  <a:lnTo>
                    <a:pt x="231063" y="26822"/>
                  </a:lnTo>
                  <a:lnTo>
                    <a:pt x="229247" y="26822"/>
                  </a:lnTo>
                  <a:lnTo>
                    <a:pt x="226415" y="30822"/>
                  </a:lnTo>
                  <a:lnTo>
                    <a:pt x="228142" y="33286"/>
                  </a:lnTo>
                  <a:lnTo>
                    <a:pt x="232181" y="33286"/>
                  </a:lnTo>
                  <a:lnTo>
                    <a:pt x="233895" y="30822"/>
                  </a:lnTo>
                  <a:close/>
                </a:path>
                <a:path w="1075689" h="431165">
                  <a:moveTo>
                    <a:pt x="235597" y="15849"/>
                  </a:moveTo>
                  <a:lnTo>
                    <a:pt x="224739" y="15849"/>
                  </a:lnTo>
                  <a:lnTo>
                    <a:pt x="224726" y="24295"/>
                  </a:lnTo>
                  <a:lnTo>
                    <a:pt x="230162" y="24295"/>
                  </a:lnTo>
                  <a:lnTo>
                    <a:pt x="235585" y="24295"/>
                  </a:lnTo>
                  <a:lnTo>
                    <a:pt x="235597" y="15849"/>
                  </a:lnTo>
                  <a:close/>
                </a:path>
                <a:path w="1075689" h="431165">
                  <a:moveTo>
                    <a:pt x="1027785" y="429348"/>
                  </a:moveTo>
                  <a:lnTo>
                    <a:pt x="1027391" y="426427"/>
                  </a:lnTo>
                  <a:lnTo>
                    <a:pt x="1022565" y="426427"/>
                  </a:lnTo>
                  <a:lnTo>
                    <a:pt x="1022159" y="429348"/>
                  </a:lnTo>
                  <a:lnTo>
                    <a:pt x="1023835" y="430606"/>
                  </a:lnTo>
                  <a:lnTo>
                    <a:pt x="1024509" y="431126"/>
                  </a:lnTo>
                  <a:lnTo>
                    <a:pt x="1025436" y="431126"/>
                  </a:lnTo>
                  <a:lnTo>
                    <a:pt x="1027785" y="429348"/>
                  </a:lnTo>
                  <a:close/>
                </a:path>
                <a:path w="1075689" h="431165">
                  <a:moveTo>
                    <a:pt x="1030160" y="404291"/>
                  </a:moveTo>
                  <a:lnTo>
                    <a:pt x="1029576" y="404291"/>
                  </a:lnTo>
                  <a:lnTo>
                    <a:pt x="1029576" y="404749"/>
                  </a:lnTo>
                  <a:lnTo>
                    <a:pt x="1029868" y="404749"/>
                  </a:lnTo>
                  <a:lnTo>
                    <a:pt x="1030160" y="404749"/>
                  </a:lnTo>
                  <a:lnTo>
                    <a:pt x="1030160" y="404291"/>
                  </a:lnTo>
                  <a:close/>
                </a:path>
                <a:path w="1075689" h="431165">
                  <a:moveTo>
                    <a:pt x="1036815" y="395668"/>
                  </a:moveTo>
                  <a:lnTo>
                    <a:pt x="1030554" y="387045"/>
                  </a:lnTo>
                  <a:lnTo>
                    <a:pt x="1023975" y="393903"/>
                  </a:lnTo>
                  <a:lnTo>
                    <a:pt x="1029042" y="397306"/>
                  </a:lnTo>
                  <a:lnTo>
                    <a:pt x="1032598" y="399694"/>
                  </a:lnTo>
                  <a:lnTo>
                    <a:pt x="1036815" y="395668"/>
                  </a:lnTo>
                  <a:close/>
                </a:path>
                <a:path w="1075689" h="431165">
                  <a:moveTo>
                    <a:pt x="1041387" y="364490"/>
                  </a:moveTo>
                  <a:lnTo>
                    <a:pt x="1037132" y="363474"/>
                  </a:lnTo>
                  <a:lnTo>
                    <a:pt x="1036002" y="363220"/>
                  </a:lnTo>
                  <a:lnTo>
                    <a:pt x="1035164" y="363207"/>
                  </a:lnTo>
                  <a:lnTo>
                    <a:pt x="1033208" y="364312"/>
                  </a:lnTo>
                  <a:lnTo>
                    <a:pt x="1032967" y="365328"/>
                  </a:lnTo>
                  <a:lnTo>
                    <a:pt x="1033246" y="367195"/>
                  </a:lnTo>
                  <a:lnTo>
                    <a:pt x="1033653" y="367753"/>
                  </a:lnTo>
                  <a:lnTo>
                    <a:pt x="1038263" y="371487"/>
                  </a:lnTo>
                  <a:lnTo>
                    <a:pt x="1041387" y="364490"/>
                  </a:lnTo>
                  <a:close/>
                </a:path>
                <a:path w="1075689" h="431165">
                  <a:moveTo>
                    <a:pt x="1046264" y="405841"/>
                  </a:moveTo>
                  <a:lnTo>
                    <a:pt x="1045159" y="403326"/>
                  </a:lnTo>
                  <a:lnTo>
                    <a:pt x="1045032" y="403034"/>
                  </a:lnTo>
                  <a:lnTo>
                    <a:pt x="1044981" y="402907"/>
                  </a:lnTo>
                  <a:lnTo>
                    <a:pt x="1044663" y="402170"/>
                  </a:lnTo>
                  <a:lnTo>
                    <a:pt x="1043355" y="402170"/>
                  </a:lnTo>
                  <a:lnTo>
                    <a:pt x="1042974" y="403034"/>
                  </a:lnTo>
                  <a:lnTo>
                    <a:pt x="1042924" y="403186"/>
                  </a:lnTo>
                  <a:lnTo>
                    <a:pt x="1041755" y="405841"/>
                  </a:lnTo>
                  <a:lnTo>
                    <a:pt x="1046264" y="405841"/>
                  </a:lnTo>
                  <a:close/>
                </a:path>
                <a:path w="1075689" h="431165">
                  <a:moveTo>
                    <a:pt x="1050290" y="413219"/>
                  </a:moveTo>
                  <a:lnTo>
                    <a:pt x="1049985" y="413219"/>
                  </a:lnTo>
                  <a:lnTo>
                    <a:pt x="1048613" y="413219"/>
                  </a:lnTo>
                  <a:lnTo>
                    <a:pt x="1048613" y="413677"/>
                  </a:lnTo>
                  <a:lnTo>
                    <a:pt x="1050290" y="413677"/>
                  </a:lnTo>
                  <a:lnTo>
                    <a:pt x="1050290" y="413219"/>
                  </a:lnTo>
                  <a:close/>
                </a:path>
                <a:path w="1075689" h="431165">
                  <a:moveTo>
                    <a:pt x="1054252" y="351243"/>
                  </a:moveTo>
                  <a:lnTo>
                    <a:pt x="1046822" y="351243"/>
                  </a:lnTo>
                  <a:lnTo>
                    <a:pt x="1046822" y="357009"/>
                  </a:lnTo>
                  <a:lnTo>
                    <a:pt x="1050531" y="357009"/>
                  </a:lnTo>
                  <a:lnTo>
                    <a:pt x="1054239" y="357009"/>
                  </a:lnTo>
                  <a:lnTo>
                    <a:pt x="1054252" y="351243"/>
                  </a:lnTo>
                  <a:close/>
                </a:path>
                <a:path w="1075689" h="431165">
                  <a:moveTo>
                    <a:pt x="1070330" y="397751"/>
                  </a:moveTo>
                  <a:lnTo>
                    <a:pt x="1066203" y="392671"/>
                  </a:lnTo>
                  <a:lnTo>
                    <a:pt x="1062520" y="393839"/>
                  </a:lnTo>
                  <a:lnTo>
                    <a:pt x="1060424" y="398805"/>
                  </a:lnTo>
                  <a:lnTo>
                    <a:pt x="1062342" y="401726"/>
                  </a:lnTo>
                  <a:lnTo>
                    <a:pt x="1065187" y="401751"/>
                  </a:lnTo>
                  <a:lnTo>
                    <a:pt x="1069251" y="401789"/>
                  </a:lnTo>
                  <a:lnTo>
                    <a:pt x="1070330" y="397751"/>
                  </a:lnTo>
                  <a:close/>
                </a:path>
                <a:path w="1075689" h="431165">
                  <a:moveTo>
                    <a:pt x="1075093" y="421030"/>
                  </a:moveTo>
                  <a:lnTo>
                    <a:pt x="1066228" y="421030"/>
                  </a:lnTo>
                  <a:lnTo>
                    <a:pt x="1066215" y="427913"/>
                  </a:lnTo>
                  <a:lnTo>
                    <a:pt x="1070660" y="427913"/>
                  </a:lnTo>
                  <a:lnTo>
                    <a:pt x="1075080" y="427913"/>
                  </a:lnTo>
                  <a:lnTo>
                    <a:pt x="1075093" y="42103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5206314" y="7909743"/>
              <a:ext cx="363855" cy="197485"/>
            </a:xfrm>
            <a:custGeom>
              <a:avLst/>
              <a:gdLst/>
              <a:ahLst/>
              <a:cxnLst/>
              <a:rect l="l" t="t" r="r" b="b"/>
              <a:pathLst>
                <a:path w="363854" h="197484">
                  <a:moveTo>
                    <a:pt x="5537" y="190842"/>
                  </a:moveTo>
                  <a:lnTo>
                    <a:pt x="5346" y="189953"/>
                  </a:lnTo>
                  <a:lnTo>
                    <a:pt x="4483" y="185915"/>
                  </a:lnTo>
                  <a:lnTo>
                    <a:pt x="0" y="190627"/>
                  </a:lnTo>
                  <a:lnTo>
                    <a:pt x="3314" y="191223"/>
                  </a:lnTo>
                  <a:lnTo>
                    <a:pt x="3746" y="191300"/>
                  </a:lnTo>
                  <a:lnTo>
                    <a:pt x="3975" y="191338"/>
                  </a:lnTo>
                  <a:lnTo>
                    <a:pt x="4826" y="191490"/>
                  </a:lnTo>
                  <a:lnTo>
                    <a:pt x="5537" y="190842"/>
                  </a:lnTo>
                  <a:close/>
                </a:path>
                <a:path w="363854" h="197484">
                  <a:moveTo>
                    <a:pt x="7429" y="161556"/>
                  </a:moveTo>
                  <a:lnTo>
                    <a:pt x="6527" y="161556"/>
                  </a:lnTo>
                  <a:lnTo>
                    <a:pt x="6527" y="162255"/>
                  </a:lnTo>
                  <a:lnTo>
                    <a:pt x="6985" y="162255"/>
                  </a:lnTo>
                  <a:lnTo>
                    <a:pt x="7429" y="162255"/>
                  </a:lnTo>
                  <a:lnTo>
                    <a:pt x="7429" y="161556"/>
                  </a:lnTo>
                  <a:close/>
                </a:path>
                <a:path w="363854" h="197484">
                  <a:moveTo>
                    <a:pt x="9144" y="180555"/>
                  </a:moveTo>
                  <a:lnTo>
                    <a:pt x="8826" y="178752"/>
                  </a:lnTo>
                  <a:lnTo>
                    <a:pt x="8763" y="178485"/>
                  </a:lnTo>
                  <a:lnTo>
                    <a:pt x="8648" y="178231"/>
                  </a:lnTo>
                  <a:lnTo>
                    <a:pt x="8293" y="177114"/>
                  </a:lnTo>
                  <a:lnTo>
                    <a:pt x="8178" y="176745"/>
                  </a:lnTo>
                  <a:lnTo>
                    <a:pt x="6146" y="176428"/>
                  </a:lnTo>
                  <a:lnTo>
                    <a:pt x="5613" y="177317"/>
                  </a:lnTo>
                  <a:lnTo>
                    <a:pt x="2374" y="178701"/>
                  </a:lnTo>
                  <a:lnTo>
                    <a:pt x="3721" y="182130"/>
                  </a:lnTo>
                  <a:lnTo>
                    <a:pt x="8191" y="182219"/>
                  </a:lnTo>
                  <a:lnTo>
                    <a:pt x="9144" y="180555"/>
                  </a:lnTo>
                  <a:close/>
                </a:path>
                <a:path w="363854" h="197484">
                  <a:moveTo>
                    <a:pt x="13804" y="0"/>
                  </a:moveTo>
                  <a:lnTo>
                    <a:pt x="13220" y="0"/>
                  </a:lnTo>
                  <a:lnTo>
                    <a:pt x="13220" y="444"/>
                  </a:lnTo>
                  <a:lnTo>
                    <a:pt x="13512" y="444"/>
                  </a:lnTo>
                  <a:lnTo>
                    <a:pt x="13804" y="444"/>
                  </a:lnTo>
                  <a:lnTo>
                    <a:pt x="13804" y="0"/>
                  </a:lnTo>
                  <a:close/>
                </a:path>
                <a:path w="363854" h="197484">
                  <a:moveTo>
                    <a:pt x="18262" y="195097"/>
                  </a:moveTo>
                  <a:lnTo>
                    <a:pt x="18249" y="194335"/>
                  </a:lnTo>
                  <a:lnTo>
                    <a:pt x="17919" y="193382"/>
                  </a:lnTo>
                  <a:lnTo>
                    <a:pt x="17767" y="193332"/>
                  </a:lnTo>
                  <a:lnTo>
                    <a:pt x="18122" y="194284"/>
                  </a:lnTo>
                  <a:lnTo>
                    <a:pt x="18084" y="195148"/>
                  </a:lnTo>
                  <a:lnTo>
                    <a:pt x="17716" y="195986"/>
                  </a:lnTo>
                  <a:lnTo>
                    <a:pt x="17665" y="196151"/>
                  </a:lnTo>
                  <a:lnTo>
                    <a:pt x="17945" y="196240"/>
                  </a:lnTo>
                  <a:lnTo>
                    <a:pt x="17995" y="196062"/>
                  </a:lnTo>
                  <a:lnTo>
                    <a:pt x="18262" y="195097"/>
                  </a:lnTo>
                  <a:close/>
                </a:path>
                <a:path w="363854" h="197484">
                  <a:moveTo>
                    <a:pt x="18580" y="44704"/>
                  </a:moveTo>
                  <a:lnTo>
                    <a:pt x="18224" y="44704"/>
                  </a:lnTo>
                  <a:lnTo>
                    <a:pt x="18224" y="44983"/>
                  </a:lnTo>
                  <a:lnTo>
                    <a:pt x="18402" y="44983"/>
                  </a:lnTo>
                  <a:lnTo>
                    <a:pt x="18580" y="44983"/>
                  </a:lnTo>
                  <a:lnTo>
                    <a:pt x="18580" y="44704"/>
                  </a:lnTo>
                  <a:close/>
                </a:path>
                <a:path w="363854" h="197484">
                  <a:moveTo>
                    <a:pt x="19126" y="101676"/>
                  </a:moveTo>
                  <a:lnTo>
                    <a:pt x="18719" y="100647"/>
                  </a:lnTo>
                  <a:lnTo>
                    <a:pt x="18376" y="99822"/>
                  </a:lnTo>
                  <a:lnTo>
                    <a:pt x="18097" y="99352"/>
                  </a:lnTo>
                  <a:lnTo>
                    <a:pt x="15862" y="96964"/>
                  </a:lnTo>
                  <a:lnTo>
                    <a:pt x="13119" y="99758"/>
                  </a:lnTo>
                  <a:lnTo>
                    <a:pt x="14909" y="101282"/>
                  </a:lnTo>
                  <a:lnTo>
                    <a:pt x="15582" y="101866"/>
                  </a:lnTo>
                  <a:lnTo>
                    <a:pt x="16052" y="102158"/>
                  </a:lnTo>
                  <a:lnTo>
                    <a:pt x="17894" y="102819"/>
                  </a:lnTo>
                  <a:lnTo>
                    <a:pt x="19126" y="101676"/>
                  </a:lnTo>
                  <a:close/>
                </a:path>
                <a:path w="363854" h="197484">
                  <a:moveTo>
                    <a:pt x="19507" y="70548"/>
                  </a:moveTo>
                  <a:lnTo>
                    <a:pt x="18148" y="68541"/>
                  </a:lnTo>
                  <a:lnTo>
                    <a:pt x="18643" y="66763"/>
                  </a:lnTo>
                  <a:lnTo>
                    <a:pt x="17805" y="66509"/>
                  </a:lnTo>
                  <a:lnTo>
                    <a:pt x="13068" y="65112"/>
                  </a:lnTo>
                  <a:lnTo>
                    <a:pt x="10020" y="69303"/>
                  </a:lnTo>
                  <a:lnTo>
                    <a:pt x="15265" y="73736"/>
                  </a:lnTo>
                  <a:lnTo>
                    <a:pt x="19354" y="70662"/>
                  </a:lnTo>
                  <a:lnTo>
                    <a:pt x="19507" y="70548"/>
                  </a:lnTo>
                  <a:close/>
                </a:path>
                <a:path w="363854" h="197484">
                  <a:moveTo>
                    <a:pt x="19926" y="119024"/>
                  </a:moveTo>
                  <a:lnTo>
                    <a:pt x="18834" y="114998"/>
                  </a:lnTo>
                  <a:lnTo>
                    <a:pt x="15151" y="116370"/>
                  </a:lnTo>
                  <a:lnTo>
                    <a:pt x="16268" y="118745"/>
                  </a:lnTo>
                  <a:lnTo>
                    <a:pt x="16052" y="118668"/>
                  </a:lnTo>
                  <a:lnTo>
                    <a:pt x="15989" y="118795"/>
                  </a:lnTo>
                  <a:lnTo>
                    <a:pt x="16078" y="119113"/>
                  </a:lnTo>
                  <a:lnTo>
                    <a:pt x="15963" y="119951"/>
                  </a:lnTo>
                  <a:lnTo>
                    <a:pt x="16408" y="120815"/>
                  </a:lnTo>
                  <a:lnTo>
                    <a:pt x="19227" y="120789"/>
                  </a:lnTo>
                  <a:lnTo>
                    <a:pt x="19926" y="119024"/>
                  </a:lnTo>
                  <a:close/>
                </a:path>
                <a:path w="363854" h="197484">
                  <a:moveTo>
                    <a:pt x="21285" y="14287"/>
                  </a:moveTo>
                  <a:lnTo>
                    <a:pt x="20218" y="12077"/>
                  </a:lnTo>
                  <a:lnTo>
                    <a:pt x="18859" y="9245"/>
                  </a:lnTo>
                  <a:lnTo>
                    <a:pt x="17297" y="9702"/>
                  </a:lnTo>
                  <a:lnTo>
                    <a:pt x="17399" y="11417"/>
                  </a:lnTo>
                  <a:lnTo>
                    <a:pt x="17475" y="12814"/>
                  </a:lnTo>
                  <a:lnTo>
                    <a:pt x="17614" y="15201"/>
                  </a:lnTo>
                  <a:lnTo>
                    <a:pt x="21285" y="14287"/>
                  </a:lnTo>
                  <a:close/>
                </a:path>
                <a:path w="363854" h="197484">
                  <a:moveTo>
                    <a:pt x="24028" y="144424"/>
                  </a:moveTo>
                  <a:lnTo>
                    <a:pt x="18237" y="144424"/>
                  </a:lnTo>
                  <a:lnTo>
                    <a:pt x="18224" y="148932"/>
                  </a:lnTo>
                  <a:lnTo>
                    <a:pt x="21120" y="148932"/>
                  </a:lnTo>
                  <a:lnTo>
                    <a:pt x="24015" y="148932"/>
                  </a:lnTo>
                  <a:lnTo>
                    <a:pt x="24028" y="144424"/>
                  </a:lnTo>
                  <a:close/>
                </a:path>
                <a:path w="363854" h="197484">
                  <a:moveTo>
                    <a:pt x="24472" y="19037"/>
                  </a:moveTo>
                  <a:lnTo>
                    <a:pt x="18859" y="19037"/>
                  </a:lnTo>
                  <a:lnTo>
                    <a:pt x="18859" y="23393"/>
                  </a:lnTo>
                  <a:lnTo>
                    <a:pt x="21666" y="23393"/>
                  </a:lnTo>
                  <a:lnTo>
                    <a:pt x="24472" y="23393"/>
                  </a:lnTo>
                  <a:lnTo>
                    <a:pt x="24472" y="19037"/>
                  </a:lnTo>
                  <a:close/>
                </a:path>
                <a:path w="363854" h="197484">
                  <a:moveTo>
                    <a:pt x="24853" y="175552"/>
                  </a:moveTo>
                  <a:lnTo>
                    <a:pt x="24345" y="174891"/>
                  </a:lnTo>
                  <a:lnTo>
                    <a:pt x="24320" y="175552"/>
                  </a:lnTo>
                  <a:lnTo>
                    <a:pt x="24307" y="174853"/>
                  </a:lnTo>
                  <a:lnTo>
                    <a:pt x="24371" y="173799"/>
                  </a:lnTo>
                  <a:lnTo>
                    <a:pt x="24371" y="173583"/>
                  </a:lnTo>
                  <a:lnTo>
                    <a:pt x="24295" y="174840"/>
                  </a:lnTo>
                  <a:lnTo>
                    <a:pt x="23393" y="174840"/>
                  </a:lnTo>
                  <a:lnTo>
                    <a:pt x="23329" y="175742"/>
                  </a:lnTo>
                  <a:lnTo>
                    <a:pt x="23190" y="174688"/>
                  </a:lnTo>
                  <a:lnTo>
                    <a:pt x="22339" y="174040"/>
                  </a:lnTo>
                  <a:lnTo>
                    <a:pt x="22504" y="174040"/>
                  </a:lnTo>
                  <a:lnTo>
                    <a:pt x="23190" y="174688"/>
                  </a:lnTo>
                  <a:lnTo>
                    <a:pt x="24180" y="174688"/>
                  </a:lnTo>
                  <a:lnTo>
                    <a:pt x="24295" y="174840"/>
                  </a:lnTo>
                  <a:lnTo>
                    <a:pt x="24295" y="173570"/>
                  </a:lnTo>
                  <a:lnTo>
                    <a:pt x="23774" y="173456"/>
                  </a:lnTo>
                  <a:lnTo>
                    <a:pt x="23774" y="174155"/>
                  </a:lnTo>
                  <a:lnTo>
                    <a:pt x="23583" y="174028"/>
                  </a:lnTo>
                  <a:lnTo>
                    <a:pt x="23774" y="174155"/>
                  </a:lnTo>
                  <a:lnTo>
                    <a:pt x="23774" y="173456"/>
                  </a:lnTo>
                  <a:lnTo>
                    <a:pt x="22809" y="173253"/>
                  </a:lnTo>
                  <a:lnTo>
                    <a:pt x="22809" y="174028"/>
                  </a:lnTo>
                  <a:lnTo>
                    <a:pt x="22631" y="174155"/>
                  </a:lnTo>
                  <a:lnTo>
                    <a:pt x="22783" y="174028"/>
                  </a:lnTo>
                  <a:lnTo>
                    <a:pt x="22809" y="173253"/>
                  </a:lnTo>
                  <a:lnTo>
                    <a:pt x="20777" y="172808"/>
                  </a:lnTo>
                  <a:lnTo>
                    <a:pt x="18897" y="175552"/>
                  </a:lnTo>
                  <a:lnTo>
                    <a:pt x="21640" y="177723"/>
                  </a:lnTo>
                  <a:lnTo>
                    <a:pt x="22453" y="177965"/>
                  </a:lnTo>
                  <a:lnTo>
                    <a:pt x="24307" y="176860"/>
                  </a:lnTo>
                  <a:lnTo>
                    <a:pt x="24803" y="175869"/>
                  </a:lnTo>
                  <a:lnTo>
                    <a:pt x="24853" y="175552"/>
                  </a:lnTo>
                  <a:close/>
                </a:path>
                <a:path w="363854" h="197484">
                  <a:moveTo>
                    <a:pt x="25768" y="165874"/>
                  </a:moveTo>
                  <a:lnTo>
                    <a:pt x="25184" y="165874"/>
                  </a:lnTo>
                  <a:lnTo>
                    <a:pt x="25184" y="166331"/>
                  </a:lnTo>
                  <a:lnTo>
                    <a:pt x="25476" y="166331"/>
                  </a:lnTo>
                  <a:lnTo>
                    <a:pt x="25768" y="166331"/>
                  </a:lnTo>
                  <a:lnTo>
                    <a:pt x="25768" y="165874"/>
                  </a:lnTo>
                  <a:close/>
                </a:path>
                <a:path w="363854" h="197484">
                  <a:moveTo>
                    <a:pt x="29273" y="34404"/>
                  </a:moveTo>
                  <a:lnTo>
                    <a:pt x="28105" y="33553"/>
                  </a:lnTo>
                  <a:lnTo>
                    <a:pt x="26212" y="32169"/>
                  </a:lnTo>
                  <a:lnTo>
                    <a:pt x="25615" y="33223"/>
                  </a:lnTo>
                  <a:lnTo>
                    <a:pt x="27749" y="35941"/>
                  </a:lnTo>
                  <a:lnTo>
                    <a:pt x="29273" y="34404"/>
                  </a:lnTo>
                  <a:close/>
                </a:path>
                <a:path w="363854" h="197484">
                  <a:moveTo>
                    <a:pt x="33909" y="107975"/>
                  </a:moveTo>
                  <a:lnTo>
                    <a:pt x="31432" y="105321"/>
                  </a:lnTo>
                  <a:lnTo>
                    <a:pt x="30365" y="107200"/>
                  </a:lnTo>
                  <a:lnTo>
                    <a:pt x="30238" y="107403"/>
                  </a:lnTo>
                  <a:lnTo>
                    <a:pt x="30124" y="107619"/>
                  </a:lnTo>
                  <a:lnTo>
                    <a:pt x="29997" y="107823"/>
                  </a:lnTo>
                  <a:lnTo>
                    <a:pt x="29464" y="108762"/>
                  </a:lnTo>
                  <a:lnTo>
                    <a:pt x="30518" y="109753"/>
                  </a:lnTo>
                  <a:lnTo>
                    <a:pt x="33909" y="107975"/>
                  </a:lnTo>
                  <a:close/>
                </a:path>
                <a:path w="363854" h="197484">
                  <a:moveTo>
                    <a:pt x="34112" y="142201"/>
                  </a:moveTo>
                  <a:lnTo>
                    <a:pt x="31115" y="141274"/>
                  </a:lnTo>
                  <a:lnTo>
                    <a:pt x="30581" y="143141"/>
                  </a:lnTo>
                  <a:lnTo>
                    <a:pt x="30340" y="143941"/>
                  </a:lnTo>
                  <a:lnTo>
                    <a:pt x="30289" y="144284"/>
                  </a:lnTo>
                  <a:lnTo>
                    <a:pt x="30213" y="146380"/>
                  </a:lnTo>
                  <a:lnTo>
                    <a:pt x="31838" y="146596"/>
                  </a:lnTo>
                  <a:lnTo>
                    <a:pt x="32486" y="145707"/>
                  </a:lnTo>
                  <a:lnTo>
                    <a:pt x="32981" y="145008"/>
                  </a:lnTo>
                  <a:lnTo>
                    <a:pt x="34112" y="142201"/>
                  </a:lnTo>
                  <a:close/>
                </a:path>
                <a:path w="363854" h="197484">
                  <a:moveTo>
                    <a:pt x="38417" y="127304"/>
                  </a:moveTo>
                  <a:lnTo>
                    <a:pt x="38392" y="122910"/>
                  </a:lnTo>
                  <a:lnTo>
                    <a:pt x="32854" y="124117"/>
                  </a:lnTo>
                  <a:lnTo>
                    <a:pt x="34150" y="126707"/>
                  </a:lnTo>
                  <a:lnTo>
                    <a:pt x="33997" y="128308"/>
                  </a:lnTo>
                  <a:lnTo>
                    <a:pt x="35928" y="129159"/>
                  </a:lnTo>
                  <a:lnTo>
                    <a:pt x="37998" y="127965"/>
                  </a:lnTo>
                  <a:lnTo>
                    <a:pt x="38417" y="127304"/>
                  </a:lnTo>
                  <a:close/>
                </a:path>
                <a:path w="363854" h="197484">
                  <a:moveTo>
                    <a:pt x="41160" y="20015"/>
                  </a:moveTo>
                  <a:lnTo>
                    <a:pt x="32639" y="20015"/>
                  </a:lnTo>
                  <a:lnTo>
                    <a:pt x="32639" y="26619"/>
                  </a:lnTo>
                  <a:lnTo>
                    <a:pt x="36893" y="26619"/>
                  </a:lnTo>
                  <a:lnTo>
                    <a:pt x="41148" y="26619"/>
                  </a:lnTo>
                  <a:lnTo>
                    <a:pt x="41160" y="20015"/>
                  </a:lnTo>
                  <a:close/>
                </a:path>
                <a:path w="363854" h="197484">
                  <a:moveTo>
                    <a:pt x="43878" y="61480"/>
                  </a:moveTo>
                  <a:lnTo>
                    <a:pt x="35356" y="61480"/>
                  </a:lnTo>
                  <a:lnTo>
                    <a:pt x="35356" y="68097"/>
                  </a:lnTo>
                  <a:lnTo>
                    <a:pt x="39611" y="68097"/>
                  </a:lnTo>
                  <a:lnTo>
                    <a:pt x="43865" y="68097"/>
                  </a:lnTo>
                  <a:lnTo>
                    <a:pt x="43878" y="61480"/>
                  </a:lnTo>
                  <a:close/>
                </a:path>
                <a:path w="363854" h="197484">
                  <a:moveTo>
                    <a:pt x="49491" y="195656"/>
                  </a:moveTo>
                  <a:lnTo>
                    <a:pt x="49098" y="192735"/>
                  </a:lnTo>
                  <a:lnTo>
                    <a:pt x="44272" y="192735"/>
                  </a:lnTo>
                  <a:lnTo>
                    <a:pt x="43878" y="195656"/>
                  </a:lnTo>
                  <a:lnTo>
                    <a:pt x="45554" y="196913"/>
                  </a:lnTo>
                  <a:lnTo>
                    <a:pt x="46215" y="197434"/>
                  </a:lnTo>
                  <a:lnTo>
                    <a:pt x="47142" y="197434"/>
                  </a:lnTo>
                  <a:lnTo>
                    <a:pt x="49491" y="195656"/>
                  </a:lnTo>
                  <a:close/>
                </a:path>
                <a:path w="363854" h="197484">
                  <a:moveTo>
                    <a:pt x="51866" y="170599"/>
                  </a:moveTo>
                  <a:lnTo>
                    <a:pt x="51282" y="170599"/>
                  </a:lnTo>
                  <a:lnTo>
                    <a:pt x="51282" y="171056"/>
                  </a:lnTo>
                  <a:lnTo>
                    <a:pt x="51574" y="171056"/>
                  </a:lnTo>
                  <a:lnTo>
                    <a:pt x="51866" y="171056"/>
                  </a:lnTo>
                  <a:lnTo>
                    <a:pt x="51866" y="170599"/>
                  </a:lnTo>
                  <a:close/>
                </a:path>
                <a:path w="363854" h="197484">
                  <a:moveTo>
                    <a:pt x="55054" y="94691"/>
                  </a:moveTo>
                  <a:lnTo>
                    <a:pt x="52501" y="89966"/>
                  </a:lnTo>
                  <a:lnTo>
                    <a:pt x="43548" y="93230"/>
                  </a:lnTo>
                  <a:lnTo>
                    <a:pt x="48298" y="100952"/>
                  </a:lnTo>
                  <a:lnTo>
                    <a:pt x="52451" y="97104"/>
                  </a:lnTo>
                  <a:lnTo>
                    <a:pt x="55054" y="94691"/>
                  </a:lnTo>
                  <a:close/>
                </a:path>
                <a:path w="363854" h="197484">
                  <a:moveTo>
                    <a:pt x="55689" y="52209"/>
                  </a:moveTo>
                  <a:lnTo>
                    <a:pt x="53771" y="50152"/>
                  </a:lnTo>
                  <a:lnTo>
                    <a:pt x="52362" y="51219"/>
                  </a:lnTo>
                  <a:lnTo>
                    <a:pt x="52019" y="51485"/>
                  </a:lnTo>
                  <a:lnTo>
                    <a:pt x="51562" y="51485"/>
                  </a:lnTo>
                  <a:lnTo>
                    <a:pt x="49974" y="52070"/>
                  </a:lnTo>
                  <a:lnTo>
                    <a:pt x="49644" y="53365"/>
                  </a:lnTo>
                  <a:lnTo>
                    <a:pt x="50457" y="54343"/>
                  </a:lnTo>
                  <a:lnTo>
                    <a:pt x="51790" y="55918"/>
                  </a:lnTo>
                  <a:lnTo>
                    <a:pt x="53784" y="55105"/>
                  </a:lnTo>
                  <a:lnTo>
                    <a:pt x="54775" y="53632"/>
                  </a:lnTo>
                  <a:lnTo>
                    <a:pt x="55689" y="52209"/>
                  </a:lnTo>
                  <a:close/>
                </a:path>
                <a:path w="363854" h="197484">
                  <a:moveTo>
                    <a:pt x="58534" y="161975"/>
                  </a:moveTo>
                  <a:lnTo>
                    <a:pt x="52273" y="153352"/>
                  </a:lnTo>
                  <a:lnTo>
                    <a:pt x="45681" y="160210"/>
                  </a:lnTo>
                  <a:lnTo>
                    <a:pt x="50749" y="163614"/>
                  </a:lnTo>
                  <a:lnTo>
                    <a:pt x="54305" y="166001"/>
                  </a:lnTo>
                  <a:lnTo>
                    <a:pt x="58534" y="161975"/>
                  </a:lnTo>
                  <a:close/>
                </a:path>
                <a:path w="363854" h="197484">
                  <a:moveTo>
                    <a:pt x="63106" y="130797"/>
                  </a:moveTo>
                  <a:lnTo>
                    <a:pt x="58839" y="129781"/>
                  </a:lnTo>
                  <a:lnTo>
                    <a:pt x="57708" y="129527"/>
                  </a:lnTo>
                  <a:lnTo>
                    <a:pt x="56870" y="129514"/>
                  </a:lnTo>
                  <a:lnTo>
                    <a:pt x="54914" y="130619"/>
                  </a:lnTo>
                  <a:lnTo>
                    <a:pt x="54673" y="131635"/>
                  </a:lnTo>
                  <a:lnTo>
                    <a:pt x="54952" y="133502"/>
                  </a:lnTo>
                  <a:lnTo>
                    <a:pt x="55359" y="134061"/>
                  </a:lnTo>
                  <a:lnTo>
                    <a:pt x="59969" y="137795"/>
                  </a:lnTo>
                  <a:lnTo>
                    <a:pt x="63106" y="130797"/>
                  </a:lnTo>
                  <a:close/>
                </a:path>
                <a:path w="363854" h="197484">
                  <a:moveTo>
                    <a:pt x="67970" y="172148"/>
                  </a:moveTo>
                  <a:lnTo>
                    <a:pt x="66865" y="169633"/>
                  </a:lnTo>
                  <a:lnTo>
                    <a:pt x="66751" y="169341"/>
                  </a:lnTo>
                  <a:lnTo>
                    <a:pt x="66687" y="169214"/>
                  </a:lnTo>
                  <a:lnTo>
                    <a:pt x="66370" y="168478"/>
                  </a:lnTo>
                  <a:lnTo>
                    <a:pt x="65074" y="168478"/>
                  </a:lnTo>
                  <a:lnTo>
                    <a:pt x="64681" y="169341"/>
                  </a:lnTo>
                  <a:lnTo>
                    <a:pt x="64630" y="169494"/>
                  </a:lnTo>
                  <a:lnTo>
                    <a:pt x="63461" y="172148"/>
                  </a:lnTo>
                  <a:lnTo>
                    <a:pt x="67970" y="172148"/>
                  </a:lnTo>
                  <a:close/>
                </a:path>
                <a:path w="363854" h="197484">
                  <a:moveTo>
                    <a:pt x="71996" y="179527"/>
                  </a:moveTo>
                  <a:lnTo>
                    <a:pt x="71704" y="179527"/>
                  </a:lnTo>
                  <a:lnTo>
                    <a:pt x="70319" y="179527"/>
                  </a:lnTo>
                  <a:lnTo>
                    <a:pt x="70319" y="179984"/>
                  </a:lnTo>
                  <a:lnTo>
                    <a:pt x="71996" y="179984"/>
                  </a:lnTo>
                  <a:lnTo>
                    <a:pt x="71996" y="179527"/>
                  </a:lnTo>
                  <a:close/>
                </a:path>
                <a:path w="363854" h="197484">
                  <a:moveTo>
                    <a:pt x="73520" y="49288"/>
                  </a:moveTo>
                  <a:lnTo>
                    <a:pt x="70866" y="46634"/>
                  </a:lnTo>
                  <a:lnTo>
                    <a:pt x="68287" y="47586"/>
                  </a:lnTo>
                  <a:lnTo>
                    <a:pt x="68364" y="49568"/>
                  </a:lnTo>
                  <a:lnTo>
                    <a:pt x="68414" y="51054"/>
                  </a:lnTo>
                  <a:lnTo>
                    <a:pt x="69126" y="51714"/>
                  </a:lnTo>
                  <a:lnTo>
                    <a:pt x="70243" y="51790"/>
                  </a:lnTo>
                  <a:lnTo>
                    <a:pt x="70421" y="51803"/>
                  </a:lnTo>
                  <a:lnTo>
                    <a:pt x="72618" y="51955"/>
                  </a:lnTo>
                  <a:lnTo>
                    <a:pt x="73520" y="49288"/>
                  </a:lnTo>
                  <a:close/>
                </a:path>
                <a:path w="363854" h="197484">
                  <a:moveTo>
                    <a:pt x="75958" y="117551"/>
                  </a:moveTo>
                  <a:lnTo>
                    <a:pt x="68541" y="117551"/>
                  </a:lnTo>
                  <a:lnTo>
                    <a:pt x="68529" y="123317"/>
                  </a:lnTo>
                  <a:lnTo>
                    <a:pt x="72250" y="123317"/>
                  </a:lnTo>
                  <a:lnTo>
                    <a:pt x="75946" y="123317"/>
                  </a:lnTo>
                  <a:lnTo>
                    <a:pt x="75958" y="117551"/>
                  </a:lnTo>
                  <a:close/>
                </a:path>
                <a:path w="363854" h="197484">
                  <a:moveTo>
                    <a:pt x="82105" y="85509"/>
                  </a:moveTo>
                  <a:lnTo>
                    <a:pt x="80619" y="82842"/>
                  </a:lnTo>
                  <a:lnTo>
                    <a:pt x="78232" y="82981"/>
                  </a:lnTo>
                  <a:lnTo>
                    <a:pt x="77152" y="83045"/>
                  </a:lnTo>
                  <a:lnTo>
                    <a:pt x="76377" y="83210"/>
                  </a:lnTo>
                  <a:lnTo>
                    <a:pt x="74206" y="84264"/>
                  </a:lnTo>
                  <a:lnTo>
                    <a:pt x="73990" y="85877"/>
                  </a:lnTo>
                  <a:lnTo>
                    <a:pt x="74536" y="86956"/>
                  </a:lnTo>
                  <a:lnTo>
                    <a:pt x="74930" y="87680"/>
                  </a:lnTo>
                  <a:lnTo>
                    <a:pt x="75260" y="88087"/>
                  </a:lnTo>
                  <a:lnTo>
                    <a:pt x="77660" y="90081"/>
                  </a:lnTo>
                  <a:lnTo>
                    <a:pt x="80302" y="89814"/>
                  </a:lnTo>
                  <a:lnTo>
                    <a:pt x="82105" y="85509"/>
                  </a:lnTo>
                  <a:close/>
                </a:path>
                <a:path w="363854" h="197484">
                  <a:moveTo>
                    <a:pt x="89103" y="77597"/>
                  </a:moveTo>
                  <a:lnTo>
                    <a:pt x="86931" y="77597"/>
                  </a:lnTo>
                  <a:lnTo>
                    <a:pt x="86931" y="79286"/>
                  </a:lnTo>
                  <a:lnTo>
                    <a:pt x="88011" y="79286"/>
                  </a:lnTo>
                  <a:lnTo>
                    <a:pt x="89103" y="79286"/>
                  </a:lnTo>
                  <a:lnTo>
                    <a:pt x="89103" y="77597"/>
                  </a:lnTo>
                  <a:close/>
                </a:path>
                <a:path w="363854" h="197484">
                  <a:moveTo>
                    <a:pt x="92036" y="164058"/>
                  </a:moveTo>
                  <a:lnTo>
                    <a:pt x="87909" y="158978"/>
                  </a:lnTo>
                  <a:lnTo>
                    <a:pt x="84226" y="160147"/>
                  </a:lnTo>
                  <a:lnTo>
                    <a:pt x="82143" y="165112"/>
                  </a:lnTo>
                  <a:lnTo>
                    <a:pt x="84048" y="168033"/>
                  </a:lnTo>
                  <a:lnTo>
                    <a:pt x="86906" y="168059"/>
                  </a:lnTo>
                  <a:lnTo>
                    <a:pt x="90970" y="168097"/>
                  </a:lnTo>
                  <a:lnTo>
                    <a:pt x="92036" y="164058"/>
                  </a:lnTo>
                  <a:close/>
                </a:path>
                <a:path w="363854" h="197484">
                  <a:moveTo>
                    <a:pt x="93903" y="59499"/>
                  </a:moveTo>
                  <a:lnTo>
                    <a:pt x="89738" y="59499"/>
                  </a:lnTo>
                  <a:lnTo>
                    <a:pt x="89738" y="62725"/>
                  </a:lnTo>
                  <a:lnTo>
                    <a:pt x="91821" y="62725"/>
                  </a:lnTo>
                  <a:lnTo>
                    <a:pt x="93903" y="62725"/>
                  </a:lnTo>
                  <a:lnTo>
                    <a:pt x="93903" y="59499"/>
                  </a:lnTo>
                  <a:close/>
                </a:path>
                <a:path w="363854" h="197484">
                  <a:moveTo>
                    <a:pt x="96799" y="187337"/>
                  </a:moveTo>
                  <a:lnTo>
                    <a:pt x="87934" y="187337"/>
                  </a:lnTo>
                  <a:lnTo>
                    <a:pt x="87922" y="194221"/>
                  </a:lnTo>
                  <a:lnTo>
                    <a:pt x="92367" y="194221"/>
                  </a:lnTo>
                  <a:lnTo>
                    <a:pt x="96799" y="194221"/>
                  </a:lnTo>
                  <a:lnTo>
                    <a:pt x="96799" y="187337"/>
                  </a:lnTo>
                  <a:close/>
                </a:path>
                <a:path w="363854" h="197484">
                  <a:moveTo>
                    <a:pt x="98856" y="123647"/>
                  </a:moveTo>
                  <a:lnTo>
                    <a:pt x="96494" y="122961"/>
                  </a:lnTo>
                  <a:lnTo>
                    <a:pt x="95846" y="122770"/>
                  </a:lnTo>
                  <a:lnTo>
                    <a:pt x="95250" y="122605"/>
                  </a:lnTo>
                  <a:lnTo>
                    <a:pt x="94615" y="123202"/>
                  </a:lnTo>
                  <a:lnTo>
                    <a:pt x="94894" y="124015"/>
                  </a:lnTo>
                  <a:lnTo>
                    <a:pt x="94957" y="124218"/>
                  </a:lnTo>
                  <a:lnTo>
                    <a:pt x="95021" y="124421"/>
                  </a:lnTo>
                  <a:lnTo>
                    <a:pt x="95834" y="126860"/>
                  </a:lnTo>
                  <a:lnTo>
                    <a:pt x="98856" y="123647"/>
                  </a:lnTo>
                  <a:close/>
                </a:path>
                <a:path w="363854" h="197484">
                  <a:moveTo>
                    <a:pt x="102514" y="89916"/>
                  </a:moveTo>
                  <a:lnTo>
                    <a:pt x="102323" y="89166"/>
                  </a:lnTo>
                  <a:lnTo>
                    <a:pt x="102006" y="87884"/>
                  </a:lnTo>
                  <a:lnTo>
                    <a:pt x="98920" y="85610"/>
                  </a:lnTo>
                  <a:lnTo>
                    <a:pt x="97536" y="85852"/>
                  </a:lnTo>
                  <a:lnTo>
                    <a:pt x="95072" y="87058"/>
                  </a:lnTo>
                  <a:lnTo>
                    <a:pt x="94869" y="87884"/>
                  </a:lnTo>
                  <a:lnTo>
                    <a:pt x="94830" y="89166"/>
                  </a:lnTo>
                  <a:lnTo>
                    <a:pt x="94957" y="89839"/>
                  </a:lnTo>
                  <a:lnTo>
                    <a:pt x="93726" y="93256"/>
                  </a:lnTo>
                  <a:lnTo>
                    <a:pt x="99606" y="95758"/>
                  </a:lnTo>
                  <a:lnTo>
                    <a:pt x="101955" y="91020"/>
                  </a:lnTo>
                  <a:lnTo>
                    <a:pt x="102514" y="89916"/>
                  </a:lnTo>
                  <a:close/>
                </a:path>
                <a:path w="363854" h="197484">
                  <a:moveTo>
                    <a:pt x="113792" y="159969"/>
                  </a:moveTo>
                  <a:lnTo>
                    <a:pt x="109740" y="153987"/>
                  </a:lnTo>
                  <a:lnTo>
                    <a:pt x="106680" y="156959"/>
                  </a:lnTo>
                  <a:lnTo>
                    <a:pt x="106362" y="156984"/>
                  </a:lnTo>
                  <a:lnTo>
                    <a:pt x="106121" y="157048"/>
                  </a:lnTo>
                  <a:lnTo>
                    <a:pt x="105879" y="157137"/>
                  </a:lnTo>
                  <a:lnTo>
                    <a:pt x="104686" y="157518"/>
                  </a:lnTo>
                  <a:lnTo>
                    <a:pt x="104038" y="158686"/>
                  </a:lnTo>
                  <a:lnTo>
                    <a:pt x="104609" y="161226"/>
                  </a:lnTo>
                  <a:lnTo>
                    <a:pt x="105410" y="161912"/>
                  </a:lnTo>
                  <a:lnTo>
                    <a:pt x="107670" y="162598"/>
                  </a:lnTo>
                  <a:lnTo>
                    <a:pt x="108788" y="162394"/>
                  </a:lnTo>
                  <a:lnTo>
                    <a:pt x="113792" y="159969"/>
                  </a:lnTo>
                  <a:close/>
                </a:path>
                <a:path w="363854" h="197484">
                  <a:moveTo>
                    <a:pt x="117843" y="179539"/>
                  </a:moveTo>
                  <a:lnTo>
                    <a:pt x="115722" y="177241"/>
                  </a:lnTo>
                  <a:lnTo>
                    <a:pt x="111429" y="177241"/>
                  </a:lnTo>
                  <a:lnTo>
                    <a:pt x="109296" y="179552"/>
                  </a:lnTo>
                  <a:lnTo>
                    <a:pt x="111531" y="185407"/>
                  </a:lnTo>
                  <a:lnTo>
                    <a:pt x="115608" y="185420"/>
                  </a:lnTo>
                  <a:lnTo>
                    <a:pt x="116827" y="182219"/>
                  </a:lnTo>
                  <a:lnTo>
                    <a:pt x="117843" y="179539"/>
                  </a:lnTo>
                  <a:close/>
                </a:path>
                <a:path w="363854" h="197484">
                  <a:moveTo>
                    <a:pt x="120294" y="133299"/>
                  </a:moveTo>
                  <a:lnTo>
                    <a:pt x="118237" y="132080"/>
                  </a:lnTo>
                  <a:lnTo>
                    <a:pt x="117500" y="131648"/>
                  </a:lnTo>
                  <a:lnTo>
                    <a:pt x="116928" y="131279"/>
                  </a:lnTo>
                  <a:lnTo>
                    <a:pt x="114896" y="130962"/>
                  </a:lnTo>
                  <a:lnTo>
                    <a:pt x="113715" y="132118"/>
                  </a:lnTo>
                  <a:lnTo>
                    <a:pt x="114427" y="133324"/>
                  </a:lnTo>
                  <a:lnTo>
                    <a:pt x="114947" y="134175"/>
                  </a:lnTo>
                  <a:lnTo>
                    <a:pt x="115595" y="134632"/>
                  </a:lnTo>
                  <a:lnTo>
                    <a:pt x="118237" y="136626"/>
                  </a:lnTo>
                  <a:lnTo>
                    <a:pt x="120294" y="133299"/>
                  </a:lnTo>
                  <a:close/>
                </a:path>
                <a:path w="363854" h="197484">
                  <a:moveTo>
                    <a:pt x="123850" y="102425"/>
                  </a:moveTo>
                  <a:lnTo>
                    <a:pt x="123520" y="101307"/>
                  </a:lnTo>
                  <a:lnTo>
                    <a:pt x="122999" y="99593"/>
                  </a:lnTo>
                  <a:lnTo>
                    <a:pt x="122491" y="97942"/>
                  </a:lnTo>
                  <a:lnTo>
                    <a:pt x="120815" y="97878"/>
                  </a:lnTo>
                  <a:lnTo>
                    <a:pt x="120815" y="105206"/>
                  </a:lnTo>
                  <a:lnTo>
                    <a:pt x="120815" y="97878"/>
                  </a:lnTo>
                  <a:lnTo>
                    <a:pt x="118351" y="97777"/>
                  </a:lnTo>
                  <a:lnTo>
                    <a:pt x="114058" y="103682"/>
                  </a:lnTo>
                  <a:lnTo>
                    <a:pt x="119722" y="107162"/>
                  </a:lnTo>
                  <a:lnTo>
                    <a:pt x="120637" y="105537"/>
                  </a:lnTo>
                  <a:lnTo>
                    <a:pt x="120802" y="105600"/>
                  </a:lnTo>
                  <a:lnTo>
                    <a:pt x="121881" y="105168"/>
                  </a:lnTo>
                  <a:lnTo>
                    <a:pt x="123507" y="103682"/>
                  </a:lnTo>
                  <a:lnTo>
                    <a:pt x="123583" y="103479"/>
                  </a:lnTo>
                  <a:lnTo>
                    <a:pt x="123850" y="102425"/>
                  </a:lnTo>
                  <a:close/>
                </a:path>
                <a:path w="363854" h="197484">
                  <a:moveTo>
                    <a:pt x="130810" y="157251"/>
                  </a:moveTo>
                  <a:lnTo>
                    <a:pt x="130581" y="156857"/>
                  </a:lnTo>
                  <a:lnTo>
                    <a:pt x="130314" y="156984"/>
                  </a:lnTo>
                  <a:lnTo>
                    <a:pt x="129959" y="157162"/>
                  </a:lnTo>
                  <a:lnTo>
                    <a:pt x="129603" y="157327"/>
                  </a:lnTo>
                  <a:lnTo>
                    <a:pt x="128968" y="157632"/>
                  </a:lnTo>
                  <a:lnTo>
                    <a:pt x="129197" y="158026"/>
                  </a:lnTo>
                  <a:lnTo>
                    <a:pt x="129819" y="157734"/>
                  </a:lnTo>
                  <a:lnTo>
                    <a:pt x="130810" y="157251"/>
                  </a:lnTo>
                  <a:close/>
                </a:path>
                <a:path w="363854" h="197484">
                  <a:moveTo>
                    <a:pt x="133032" y="158496"/>
                  </a:moveTo>
                  <a:lnTo>
                    <a:pt x="131216" y="159245"/>
                  </a:lnTo>
                  <a:lnTo>
                    <a:pt x="130898" y="159385"/>
                  </a:lnTo>
                  <a:lnTo>
                    <a:pt x="130733" y="159448"/>
                  </a:lnTo>
                  <a:lnTo>
                    <a:pt x="129870" y="159816"/>
                  </a:lnTo>
                  <a:lnTo>
                    <a:pt x="129870" y="160845"/>
                  </a:lnTo>
                  <a:lnTo>
                    <a:pt x="130733" y="161213"/>
                  </a:lnTo>
                  <a:lnTo>
                    <a:pt x="130898" y="161277"/>
                  </a:lnTo>
                  <a:lnTo>
                    <a:pt x="131051" y="161353"/>
                  </a:lnTo>
                  <a:lnTo>
                    <a:pt x="131216" y="161417"/>
                  </a:lnTo>
                  <a:lnTo>
                    <a:pt x="133007" y="162166"/>
                  </a:lnTo>
                  <a:lnTo>
                    <a:pt x="133032" y="158496"/>
                  </a:lnTo>
                  <a:close/>
                </a:path>
                <a:path w="363854" h="197484">
                  <a:moveTo>
                    <a:pt x="142951" y="193294"/>
                  </a:moveTo>
                  <a:lnTo>
                    <a:pt x="138595" y="193294"/>
                  </a:lnTo>
                  <a:lnTo>
                    <a:pt x="138595" y="196659"/>
                  </a:lnTo>
                  <a:lnTo>
                    <a:pt x="140766" y="196659"/>
                  </a:lnTo>
                  <a:lnTo>
                    <a:pt x="142938" y="196659"/>
                  </a:lnTo>
                  <a:lnTo>
                    <a:pt x="142951" y="193294"/>
                  </a:lnTo>
                  <a:close/>
                </a:path>
                <a:path w="363854" h="197484">
                  <a:moveTo>
                    <a:pt x="150710" y="139433"/>
                  </a:moveTo>
                  <a:lnTo>
                    <a:pt x="148031" y="137871"/>
                  </a:lnTo>
                  <a:lnTo>
                    <a:pt x="147104" y="139636"/>
                  </a:lnTo>
                  <a:lnTo>
                    <a:pt x="146761" y="140284"/>
                  </a:lnTo>
                  <a:lnTo>
                    <a:pt x="146646" y="140728"/>
                  </a:lnTo>
                  <a:lnTo>
                    <a:pt x="146392" y="142709"/>
                  </a:lnTo>
                  <a:lnTo>
                    <a:pt x="148069" y="143078"/>
                  </a:lnTo>
                  <a:lnTo>
                    <a:pt x="149313" y="141973"/>
                  </a:lnTo>
                  <a:lnTo>
                    <a:pt x="149466" y="141757"/>
                  </a:lnTo>
                  <a:lnTo>
                    <a:pt x="150710" y="139433"/>
                  </a:lnTo>
                  <a:close/>
                </a:path>
                <a:path w="363854" h="197484">
                  <a:moveTo>
                    <a:pt x="153911" y="126758"/>
                  </a:moveTo>
                  <a:lnTo>
                    <a:pt x="147205" y="126758"/>
                  </a:lnTo>
                  <a:lnTo>
                    <a:pt x="147205" y="131953"/>
                  </a:lnTo>
                  <a:lnTo>
                    <a:pt x="150558" y="131953"/>
                  </a:lnTo>
                  <a:lnTo>
                    <a:pt x="153911" y="131953"/>
                  </a:lnTo>
                  <a:lnTo>
                    <a:pt x="153911" y="126758"/>
                  </a:lnTo>
                  <a:close/>
                </a:path>
                <a:path w="363854" h="197484">
                  <a:moveTo>
                    <a:pt x="158457" y="153809"/>
                  </a:moveTo>
                  <a:lnTo>
                    <a:pt x="157873" y="153809"/>
                  </a:lnTo>
                  <a:lnTo>
                    <a:pt x="157873" y="154254"/>
                  </a:lnTo>
                  <a:lnTo>
                    <a:pt x="158165" y="154254"/>
                  </a:lnTo>
                  <a:lnTo>
                    <a:pt x="158457" y="154254"/>
                  </a:lnTo>
                  <a:lnTo>
                    <a:pt x="158457" y="153809"/>
                  </a:lnTo>
                  <a:close/>
                </a:path>
                <a:path w="363854" h="197484">
                  <a:moveTo>
                    <a:pt x="160159" y="172313"/>
                  </a:moveTo>
                  <a:lnTo>
                    <a:pt x="151841" y="172313"/>
                  </a:lnTo>
                  <a:lnTo>
                    <a:pt x="151828" y="178790"/>
                  </a:lnTo>
                  <a:lnTo>
                    <a:pt x="155994" y="178790"/>
                  </a:lnTo>
                  <a:lnTo>
                    <a:pt x="160147" y="178790"/>
                  </a:lnTo>
                  <a:lnTo>
                    <a:pt x="160159" y="172313"/>
                  </a:lnTo>
                  <a:close/>
                </a:path>
                <a:path w="363854" h="197484">
                  <a:moveTo>
                    <a:pt x="172897" y="148145"/>
                  </a:moveTo>
                  <a:lnTo>
                    <a:pt x="172440" y="147574"/>
                  </a:lnTo>
                  <a:lnTo>
                    <a:pt x="170573" y="145211"/>
                  </a:lnTo>
                  <a:lnTo>
                    <a:pt x="169659" y="144056"/>
                  </a:lnTo>
                  <a:lnTo>
                    <a:pt x="167576" y="144868"/>
                  </a:lnTo>
                  <a:lnTo>
                    <a:pt x="167576" y="150660"/>
                  </a:lnTo>
                  <a:lnTo>
                    <a:pt x="167513" y="150964"/>
                  </a:lnTo>
                  <a:lnTo>
                    <a:pt x="167449" y="150558"/>
                  </a:lnTo>
                  <a:lnTo>
                    <a:pt x="167513" y="148399"/>
                  </a:lnTo>
                  <a:lnTo>
                    <a:pt x="167513" y="147142"/>
                  </a:lnTo>
                  <a:lnTo>
                    <a:pt x="167576" y="150660"/>
                  </a:lnTo>
                  <a:lnTo>
                    <a:pt x="167576" y="144868"/>
                  </a:lnTo>
                  <a:lnTo>
                    <a:pt x="164617" y="145999"/>
                  </a:lnTo>
                  <a:lnTo>
                    <a:pt x="165315" y="147878"/>
                  </a:lnTo>
                  <a:lnTo>
                    <a:pt x="166192" y="151803"/>
                  </a:lnTo>
                  <a:lnTo>
                    <a:pt x="168351" y="151955"/>
                  </a:lnTo>
                  <a:lnTo>
                    <a:pt x="170815" y="151549"/>
                  </a:lnTo>
                  <a:lnTo>
                    <a:pt x="172821" y="151231"/>
                  </a:lnTo>
                  <a:lnTo>
                    <a:pt x="172834" y="150660"/>
                  </a:lnTo>
                  <a:lnTo>
                    <a:pt x="172897" y="148145"/>
                  </a:lnTo>
                  <a:close/>
                </a:path>
                <a:path w="363854" h="197484">
                  <a:moveTo>
                    <a:pt x="176161" y="167843"/>
                  </a:moveTo>
                  <a:lnTo>
                    <a:pt x="174586" y="165569"/>
                  </a:lnTo>
                  <a:lnTo>
                    <a:pt x="172313" y="165493"/>
                  </a:lnTo>
                  <a:lnTo>
                    <a:pt x="168681" y="165392"/>
                  </a:lnTo>
                  <a:lnTo>
                    <a:pt x="167843" y="168427"/>
                  </a:lnTo>
                  <a:lnTo>
                    <a:pt x="171526" y="172796"/>
                  </a:lnTo>
                  <a:lnTo>
                    <a:pt x="174447" y="171919"/>
                  </a:lnTo>
                  <a:lnTo>
                    <a:pt x="176161" y="167843"/>
                  </a:lnTo>
                  <a:close/>
                </a:path>
                <a:path w="363854" h="197484">
                  <a:moveTo>
                    <a:pt x="187947" y="182143"/>
                  </a:moveTo>
                  <a:lnTo>
                    <a:pt x="182943" y="181356"/>
                  </a:lnTo>
                  <a:lnTo>
                    <a:pt x="181406" y="181114"/>
                  </a:lnTo>
                  <a:lnTo>
                    <a:pt x="179616" y="181140"/>
                  </a:lnTo>
                  <a:lnTo>
                    <a:pt x="177914" y="184150"/>
                  </a:lnTo>
                  <a:lnTo>
                    <a:pt x="178612" y="185813"/>
                  </a:lnTo>
                  <a:lnTo>
                    <a:pt x="184061" y="190969"/>
                  </a:lnTo>
                  <a:lnTo>
                    <a:pt x="187947" y="182143"/>
                  </a:lnTo>
                  <a:close/>
                </a:path>
                <a:path w="363854" h="197484">
                  <a:moveTo>
                    <a:pt x="261302" y="144995"/>
                  </a:moveTo>
                  <a:lnTo>
                    <a:pt x="261200" y="144170"/>
                  </a:lnTo>
                  <a:lnTo>
                    <a:pt x="261086" y="143192"/>
                  </a:lnTo>
                  <a:lnTo>
                    <a:pt x="258076" y="141147"/>
                  </a:lnTo>
                  <a:lnTo>
                    <a:pt x="256006" y="142646"/>
                  </a:lnTo>
                  <a:lnTo>
                    <a:pt x="256438" y="143751"/>
                  </a:lnTo>
                  <a:lnTo>
                    <a:pt x="256565" y="143611"/>
                  </a:lnTo>
                  <a:lnTo>
                    <a:pt x="256476" y="143840"/>
                  </a:lnTo>
                  <a:lnTo>
                    <a:pt x="256590" y="144170"/>
                  </a:lnTo>
                  <a:lnTo>
                    <a:pt x="256438" y="143751"/>
                  </a:lnTo>
                  <a:lnTo>
                    <a:pt x="254508" y="144780"/>
                  </a:lnTo>
                  <a:lnTo>
                    <a:pt x="255270" y="147193"/>
                  </a:lnTo>
                  <a:lnTo>
                    <a:pt x="257314" y="148005"/>
                  </a:lnTo>
                  <a:lnTo>
                    <a:pt x="257733" y="148069"/>
                  </a:lnTo>
                  <a:lnTo>
                    <a:pt x="259092" y="147993"/>
                  </a:lnTo>
                  <a:lnTo>
                    <a:pt x="260019" y="147599"/>
                  </a:lnTo>
                  <a:lnTo>
                    <a:pt x="261302" y="144995"/>
                  </a:lnTo>
                  <a:close/>
                </a:path>
                <a:path w="363854" h="197484">
                  <a:moveTo>
                    <a:pt x="268782" y="152603"/>
                  </a:moveTo>
                  <a:lnTo>
                    <a:pt x="268325" y="152628"/>
                  </a:lnTo>
                  <a:lnTo>
                    <a:pt x="267614" y="152666"/>
                  </a:lnTo>
                  <a:lnTo>
                    <a:pt x="267246" y="152704"/>
                  </a:lnTo>
                  <a:lnTo>
                    <a:pt x="266890" y="152717"/>
                  </a:lnTo>
                  <a:lnTo>
                    <a:pt x="266890" y="153238"/>
                  </a:lnTo>
                  <a:lnTo>
                    <a:pt x="267246" y="153263"/>
                  </a:lnTo>
                  <a:lnTo>
                    <a:pt x="267614" y="153289"/>
                  </a:lnTo>
                  <a:lnTo>
                    <a:pt x="268325" y="153327"/>
                  </a:lnTo>
                  <a:lnTo>
                    <a:pt x="268782" y="153365"/>
                  </a:lnTo>
                  <a:lnTo>
                    <a:pt x="268782" y="152603"/>
                  </a:lnTo>
                  <a:close/>
                </a:path>
                <a:path w="363854" h="197484">
                  <a:moveTo>
                    <a:pt x="269443" y="89154"/>
                  </a:moveTo>
                  <a:lnTo>
                    <a:pt x="269265" y="88112"/>
                  </a:lnTo>
                  <a:lnTo>
                    <a:pt x="268249" y="87490"/>
                  </a:lnTo>
                  <a:lnTo>
                    <a:pt x="266166" y="86220"/>
                  </a:lnTo>
                  <a:lnTo>
                    <a:pt x="264325" y="89382"/>
                  </a:lnTo>
                  <a:lnTo>
                    <a:pt x="265950" y="90373"/>
                  </a:lnTo>
                  <a:lnTo>
                    <a:pt x="266217" y="91071"/>
                  </a:lnTo>
                  <a:lnTo>
                    <a:pt x="268236" y="91732"/>
                  </a:lnTo>
                  <a:lnTo>
                    <a:pt x="268986" y="90119"/>
                  </a:lnTo>
                  <a:lnTo>
                    <a:pt x="269443" y="89154"/>
                  </a:lnTo>
                  <a:close/>
                </a:path>
                <a:path w="363854" h="197484">
                  <a:moveTo>
                    <a:pt x="271614" y="56578"/>
                  </a:moveTo>
                  <a:lnTo>
                    <a:pt x="271564" y="55511"/>
                  </a:lnTo>
                  <a:lnTo>
                    <a:pt x="271335" y="55372"/>
                  </a:lnTo>
                  <a:lnTo>
                    <a:pt x="271272" y="54940"/>
                  </a:lnTo>
                  <a:lnTo>
                    <a:pt x="271068" y="53301"/>
                  </a:lnTo>
                  <a:lnTo>
                    <a:pt x="266992" y="56235"/>
                  </a:lnTo>
                  <a:lnTo>
                    <a:pt x="270408" y="58242"/>
                  </a:lnTo>
                  <a:lnTo>
                    <a:pt x="271513" y="57619"/>
                  </a:lnTo>
                  <a:lnTo>
                    <a:pt x="271614" y="56578"/>
                  </a:lnTo>
                  <a:close/>
                </a:path>
                <a:path w="363854" h="197484">
                  <a:moveTo>
                    <a:pt x="272326" y="190842"/>
                  </a:moveTo>
                  <a:lnTo>
                    <a:pt x="272135" y="189953"/>
                  </a:lnTo>
                  <a:lnTo>
                    <a:pt x="271272" y="185915"/>
                  </a:lnTo>
                  <a:lnTo>
                    <a:pt x="266788" y="190627"/>
                  </a:lnTo>
                  <a:lnTo>
                    <a:pt x="270090" y="191223"/>
                  </a:lnTo>
                  <a:lnTo>
                    <a:pt x="270535" y="191300"/>
                  </a:lnTo>
                  <a:lnTo>
                    <a:pt x="270751" y="191338"/>
                  </a:lnTo>
                  <a:lnTo>
                    <a:pt x="271614" y="191490"/>
                  </a:lnTo>
                  <a:lnTo>
                    <a:pt x="272326" y="190842"/>
                  </a:lnTo>
                  <a:close/>
                </a:path>
                <a:path w="363854" h="197484">
                  <a:moveTo>
                    <a:pt x="272910" y="112014"/>
                  </a:moveTo>
                  <a:lnTo>
                    <a:pt x="272707" y="111810"/>
                  </a:lnTo>
                  <a:lnTo>
                    <a:pt x="272580" y="111937"/>
                  </a:lnTo>
                  <a:lnTo>
                    <a:pt x="272402" y="112115"/>
                  </a:lnTo>
                  <a:lnTo>
                    <a:pt x="272211" y="112280"/>
                  </a:lnTo>
                  <a:lnTo>
                    <a:pt x="271907" y="112585"/>
                  </a:lnTo>
                  <a:lnTo>
                    <a:pt x="272110" y="112788"/>
                  </a:lnTo>
                  <a:lnTo>
                    <a:pt x="272415" y="112483"/>
                  </a:lnTo>
                  <a:lnTo>
                    <a:pt x="272605" y="112306"/>
                  </a:lnTo>
                  <a:lnTo>
                    <a:pt x="272910" y="112014"/>
                  </a:lnTo>
                  <a:close/>
                </a:path>
                <a:path w="363854" h="197484">
                  <a:moveTo>
                    <a:pt x="273138" y="98221"/>
                  </a:moveTo>
                  <a:lnTo>
                    <a:pt x="272376" y="95072"/>
                  </a:lnTo>
                  <a:lnTo>
                    <a:pt x="271703" y="92227"/>
                  </a:lnTo>
                  <a:lnTo>
                    <a:pt x="269316" y="92214"/>
                  </a:lnTo>
                  <a:lnTo>
                    <a:pt x="267893" y="98196"/>
                  </a:lnTo>
                  <a:lnTo>
                    <a:pt x="273138" y="98221"/>
                  </a:lnTo>
                  <a:close/>
                </a:path>
                <a:path w="363854" h="197484">
                  <a:moveTo>
                    <a:pt x="274218" y="161556"/>
                  </a:moveTo>
                  <a:lnTo>
                    <a:pt x="273316" y="161556"/>
                  </a:lnTo>
                  <a:lnTo>
                    <a:pt x="273316" y="162255"/>
                  </a:lnTo>
                  <a:lnTo>
                    <a:pt x="273773" y="162255"/>
                  </a:lnTo>
                  <a:lnTo>
                    <a:pt x="274218" y="162255"/>
                  </a:lnTo>
                  <a:lnTo>
                    <a:pt x="274218" y="161556"/>
                  </a:lnTo>
                  <a:close/>
                </a:path>
                <a:path w="363854" h="197484">
                  <a:moveTo>
                    <a:pt x="275932" y="180555"/>
                  </a:moveTo>
                  <a:lnTo>
                    <a:pt x="275602" y="178752"/>
                  </a:lnTo>
                  <a:lnTo>
                    <a:pt x="275551" y="178485"/>
                  </a:lnTo>
                  <a:lnTo>
                    <a:pt x="275437" y="178231"/>
                  </a:lnTo>
                  <a:lnTo>
                    <a:pt x="275082" y="177114"/>
                  </a:lnTo>
                  <a:lnTo>
                    <a:pt x="274967" y="176745"/>
                  </a:lnTo>
                  <a:lnTo>
                    <a:pt x="272923" y="176428"/>
                  </a:lnTo>
                  <a:lnTo>
                    <a:pt x="272402" y="177317"/>
                  </a:lnTo>
                  <a:lnTo>
                    <a:pt x="269163" y="178701"/>
                  </a:lnTo>
                  <a:lnTo>
                    <a:pt x="270510" y="182130"/>
                  </a:lnTo>
                  <a:lnTo>
                    <a:pt x="274967" y="182219"/>
                  </a:lnTo>
                  <a:lnTo>
                    <a:pt x="275932" y="180555"/>
                  </a:lnTo>
                  <a:close/>
                </a:path>
                <a:path w="363854" h="197484">
                  <a:moveTo>
                    <a:pt x="285051" y="195097"/>
                  </a:moveTo>
                  <a:lnTo>
                    <a:pt x="285026" y="194335"/>
                  </a:lnTo>
                  <a:lnTo>
                    <a:pt x="284708" y="193382"/>
                  </a:lnTo>
                  <a:lnTo>
                    <a:pt x="284556" y="193332"/>
                  </a:lnTo>
                  <a:lnTo>
                    <a:pt x="284911" y="194284"/>
                  </a:lnTo>
                  <a:lnTo>
                    <a:pt x="284886" y="195148"/>
                  </a:lnTo>
                  <a:lnTo>
                    <a:pt x="284505" y="195986"/>
                  </a:lnTo>
                  <a:lnTo>
                    <a:pt x="284454" y="196151"/>
                  </a:lnTo>
                  <a:lnTo>
                    <a:pt x="284734" y="196240"/>
                  </a:lnTo>
                  <a:lnTo>
                    <a:pt x="284784" y="196062"/>
                  </a:lnTo>
                  <a:lnTo>
                    <a:pt x="285051" y="195097"/>
                  </a:lnTo>
                  <a:close/>
                </a:path>
                <a:path w="363854" h="197484">
                  <a:moveTo>
                    <a:pt x="285915" y="101676"/>
                  </a:moveTo>
                  <a:lnTo>
                    <a:pt x="285153" y="99822"/>
                  </a:lnTo>
                  <a:lnTo>
                    <a:pt x="284886" y="99352"/>
                  </a:lnTo>
                  <a:lnTo>
                    <a:pt x="282651" y="96964"/>
                  </a:lnTo>
                  <a:lnTo>
                    <a:pt x="279908" y="99758"/>
                  </a:lnTo>
                  <a:lnTo>
                    <a:pt x="281686" y="101282"/>
                  </a:lnTo>
                  <a:lnTo>
                    <a:pt x="282371" y="101866"/>
                  </a:lnTo>
                  <a:lnTo>
                    <a:pt x="282829" y="102158"/>
                  </a:lnTo>
                  <a:lnTo>
                    <a:pt x="284670" y="102819"/>
                  </a:lnTo>
                  <a:lnTo>
                    <a:pt x="285915" y="101676"/>
                  </a:lnTo>
                  <a:close/>
                </a:path>
                <a:path w="363854" h="197484">
                  <a:moveTo>
                    <a:pt x="286702" y="119024"/>
                  </a:moveTo>
                  <a:lnTo>
                    <a:pt x="285623" y="114998"/>
                  </a:lnTo>
                  <a:lnTo>
                    <a:pt x="281940" y="116370"/>
                  </a:lnTo>
                  <a:lnTo>
                    <a:pt x="283057" y="118745"/>
                  </a:lnTo>
                  <a:lnTo>
                    <a:pt x="282841" y="118668"/>
                  </a:lnTo>
                  <a:lnTo>
                    <a:pt x="282778" y="118795"/>
                  </a:lnTo>
                  <a:lnTo>
                    <a:pt x="282867" y="119113"/>
                  </a:lnTo>
                  <a:lnTo>
                    <a:pt x="282752" y="119951"/>
                  </a:lnTo>
                  <a:lnTo>
                    <a:pt x="283197" y="120815"/>
                  </a:lnTo>
                  <a:lnTo>
                    <a:pt x="286016" y="120789"/>
                  </a:lnTo>
                  <a:lnTo>
                    <a:pt x="286702" y="119024"/>
                  </a:lnTo>
                  <a:close/>
                </a:path>
                <a:path w="363854" h="197484">
                  <a:moveTo>
                    <a:pt x="290804" y="144424"/>
                  </a:moveTo>
                  <a:lnTo>
                    <a:pt x="285013" y="144424"/>
                  </a:lnTo>
                  <a:lnTo>
                    <a:pt x="285013" y="148932"/>
                  </a:lnTo>
                  <a:lnTo>
                    <a:pt x="287909" y="148932"/>
                  </a:lnTo>
                  <a:lnTo>
                    <a:pt x="290804" y="148932"/>
                  </a:lnTo>
                  <a:lnTo>
                    <a:pt x="290804" y="144424"/>
                  </a:lnTo>
                  <a:close/>
                </a:path>
                <a:path w="363854" h="197484">
                  <a:moveTo>
                    <a:pt x="291642" y="175552"/>
                  </a:moveTo>
                  <a:lnTo>
                    <a:pt x="291122" y="174891"/>
                  </a:lnTo>
                  <a:lnTo>
                    <a:pt x="291109" y="175552"/>
                  </a:lnTo>
                  <a:lnTo>
                    <a:pt x="291096" y="174866"/>
                  </a:lnTo>
                  <a:lnTo>
                    <a:pt x="291160" y="173799"/>
                  </a:lnTo>
                  <a:lnTo>
                    <a:pt x="291160" y="173583"/>
                  </a:lnTo>
                  <a:lnTo>
                    <a:pt x="291071" y="174840"/>
                  </a:lnTo>
                  <a:lnTo>
                    <a:pt x="290182" y="174840"/>
                  </a:lnTo>
                  <a:lnTo>
                    <a:pt x="290118" y="175742"/>
                  </a:lnTo>
                  <a:lnTo>
                    <a:pt x="289979" y="174688"/>
                  </a:lnTo>
                  <a:lnTo>
                    <a:pt x="289128" y="174040"/>
                  </a:lnTo>
                  <a:lnTo>
                    <a:pt x="289293" y="174040"/>
                  </a:lnTo>
                  <a:lnTo>
                    <a:pt x="289166" y="174066"/>
                  </a:lnTo>
                  <a:lnTo>
                    <a:pt x="289979" y="174688"/>
                  </a:lnTo>
                  <a:lnTo>
                    <a:pt x="290957" y="174688"/>
                  </a:lnTo>
                  <a:lnTo>
                    <a:pt x="291071" y="174840"/>
                  </a:lnTo>
                  <a:lnTo>
                    <a:pt x="291071" y="173570"/>
                  </a:lnTo>
                  <a:lnTo>
                    <a:pt x="290563" y="173456"/>
                  </a:lnTo>
                  <a:lnTo>
                    <a:pt x="290563" y="174155"/>
                  </a:lnTo>
                  <a:lnTo>
                    <a:pt x="290372" y="174028"/>
                  </a:lnTo>
                  <a:lnTo>
                    <a:pt x="290563" y="174155"/>
                  </a:lnTo>
                  <a:lnTo>
                    <a:pt x="290563" y="173456"/>
                  </a:lnTo>
                  <a:lnTo>
                    <a:pt x="289598" y="173253"/>
                  </a:lnTo>
                  <a:lnTo>
                    <a:pt x="289598" y="174028"/>
                  </a:lnTo>
                  <a:lnTo>
                    <a:pt x="289407" y="174155"/>
                  </a:lnTo>
                  <a:lnTo>
                    <a:pt x="289572" y="174028"/>
                  </a:lnTo>
                  <a:lnTo>
                    <a:pt x="289598" y="173253"/>
                  </a:lnTo>
                  <a:lnTo>
                    <a:pt x="287566" y="172808"/>
                  </a:lnTo>
                  <a:lnTo>
                    <a:pt x="285686" y="175552"/>
                  </a:lnTo>
                  <a:lnTo>
                    <a:pt x="288429" y="177723"/>
                  </a:lnTo>
                  <a:lnTo>
                    <a:pt x="289229" y="177965"/>
                  </a:lnTo>
                  <a:lnTo>
                    <a:pt x="291096" y="176860"/>
                  </a:lnTo>
                  <a:lnTo>
                    <a:pt x="291592" y="175869"/>
                  </a:lnTo>
                  <a:lnTo>
                    <a:pt x="291642" y="175552"/>
                  </a:lnTo>
                  <a:close/>
                </a:path>
                <a:path w="363854" h="197484">
                  <a:moveTo>
                    <a:pt x="292557" y="165874"/>
                  </a:moveTo>
                  <a:lnTo>
                    <a:pt x="291960" y="165874"/>
                  </a:lnTo>
                  <a:lnTo>
                    <a:pt x="291960" y="166331"/>
                  </a:lnTo>
                  <a:lnTo>
                    <a:pt x="292265" y="166331"/>
                  </a:lnTo>
                  <a:lnTo>
                    <a:pt x="292557" y="166331"/>
                  </a:lnTo>
                  <a:lnTo>
                    <a:pt x="292557" y="165874"/>
                  </a:lnTo>
                  <a:close/>
                </a:path>
                <a:path w="363854" h="197484">
                  <a:moveTo>
                    <a:pt x="300697" y="107975"/>
                  </a:moveTo>
                  <a:lnTo>
                    <a:pt x="298221" y="105321"/>
                  </a:lnTo>
                  <a:lnTo>
                    <a:pt x="297154" y="107200"/>
                  </a:lnTo>
                  <a:lnTo>
                    <a:pt x="297040" y="107403"/>
                  </a:lnTo>
                  <a:lnTo>
                    <a:pt x="296786" y="107823"/>
                  </a:lnTo>
                  <a:lnTo>
                    <a:pt x="296252" y="108762"/>
                  </a:lnTo>
                  <a:lnTo>
                    <a:pt x="297307" y="109753"/>
                  </a:lnTo>
                  <a:lnTo>
                    <a:pt x="300697" y="107975"/>
                  </a:lnTo>
                  <a:close/>
                </a:path>
                <a:path w="363854" h="197484">
                  <a:moveTo>
                    <a:pt x="300901" y="142201"/>
                  </a:moveTo>
                  <a:lnTo>
                    <a:pt x="296989" y="146380"/>
                  </a:lnTo>
                  <a:lnTo>
                    <a:pt x="298640" y="146596"/>
                  </a:lnTo>
                  <a:lnTo>
                    <a:pt x="299770" y="145008"/>
                  </a:lnTo>
                  <a:lnTo>
                    <a:pt x="300901" y="142201"/>
                  </a:lnTo>
                  <a:close/>
                </a:path>
                <a:path w="363854" h="197484">
                  <a:moveTo>
                    <a:pt x="305142" y="89801"/>
                  </a:moveTo>
                  <a:lnTo>
                    <a:pt x="305104" y="89166"/>
                  </a:lnTo>
                  <a:lnTo>
                    <a:pt x="303022" y="85229"/>
                  </a:lnTo>
                  <a:lnTo>
                    <a:pt x="298297" y="88747"/>
                  </a:lnTo>
                  <a:lnTo>
                    <a:pt x="300062" y="90411"/>
                  </a:lnTo>
                  <a:lnTo>
                    <a:pt x="301409" y="92011"/>
                  </a:lnTo>
                  <a:lnTo>
                    <a:pt x="301739" y="92202"/>
                  </a:lnTo>
                  <a:lnTo>
                    <a:pt x="303276" y="92722"/>
                  </a:lnTo>
                  <a:lnTo>
                    <a:pt x="304800" y="91948"/>
                  </a:lnTo>
                  <a:lnTo>
                    <a:pt x="305142" y="89801"/>
                  </a:lnTo>
                  <a:close/>
                </a:path>
                <a:path w="363854" h="197484">
                  <a:moveTo>
                    <a:pt x="305206" y="127304"/>
                  </a:moveTo>
                  <a:lnTo>
                    <a:pt x="305181" y="122910"/>
                  </a:lnTo>
                  <a:lnTo>
                    <a:pt x="299631" y="124117"/>
                  </a:lnTo>
                  <a:lnTo>
                    <a:pt x="300939" y="126720"/>
                  </a:lnTo>
                  <a:lnTo>
                    <a:pt x="300786" y="128308"/>
                  </a:lnTo>
                  <a:lnTo>
                    <a:pt x="302717" y="129159"/>
                  </a:lnTo>
                  <a:lnTo>
                    <a:pt x="304787" y="127965"/>
                  </a:lnTo>
                  <a:lnTo>
                    <a:pt x="305206" y="127304"/>
                  </a:lnTo>
                  <a:close/>
                </a:path>
                <a:path w="363854" h="197484">
                  <a:moveTo>
                    <a:pt x="363588" y="187337"/>
                  </a:moveTo>
                  <a:lnTo>
                    <a:pt x="354723" y="187337"/>
                  </a:lnTo>
                  <a:lnTo>
                    <a:pt x="354711" y="194221"/>
                  </a:lnTo>
                  <a:lnTo>
                    <a:pt x="359156" y="194221"/>
                  </a:lnTo>
                  <a:lnTo>
                    <a:pt x="363575" y="194221"/>
                  </a:lnTo>
                  <a:lnTo>
                    <a:pt x="363588" y="18733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194033" y="7823993"/>
              <a:ext cx="280035" cy="281940"/>
            </a:xfrm>
            <a:custGeom>
              <a:avLst/>
              <a:gdLst/>
              <a:ahLst/>
              <a:cxnLst/>
              <a:rect l="l" t="t" r="r" b="b"/>
              <a:pathLst>
                <a:path w="280035" h="281940">
                  <a:moveTo>
                    <a:pt x="6794" y="230746"/>
                  </a:moveTo>
                  <a:lnTo>
                    <a:pt x="6692" y="229920"/>
                  </a:lnTo>
                  <a:lnTo>
                    <a:pt x="6578" y="228942"/>
                  </a:lnTo>
                  <a:lnTo>
                    <a:pt x="3568" y="226898"/>
                  </a:lnTo>
                  <a:lnTo>
                    <a:pt x="1498" y="228396"/>
                  </a:lnTo>
                  <a:lnTo>
                    <a:pt x="1930" y="229501"/>
                  </a:lnTo>
                  <a:lnTo>
                    <a:pt x="2057" y="229362"/>
                  </a:lnTo>
                  <a:lnTo>
                    <a:pt x="1968" y="229590"/>
                  </a:lnTo>
                  <a:lnTo>
                    <a:pt x="2095" y="229920"/>
                  </a:lnTo>
                  <a:lnTo>
                    <a:pt x="1930" y="229501"/>
                  </a:lnTo>
                  <a:lnTo>
                    <a:pt x="0" y="230530"/>
                  </a:lnTo>
                  <a:lnTo>
                    <a:pt x="762" y="232943"/>
                  </a:lnTo>
                  <a:lnTo>
                    <a:pt x="2819" y="233756"/>
                  </a:lnTo>
                  <a:lnTo>
                    <a:pt x="3225" y="233819"/>
                  </a:lnTo>
                  <a:lnTo>
                    <a:pt x="4584" y="233743"/>
                  </a:lnTo>
                  <a:lnTo>
                    <a:pt x="5511" y="233349"/>
                  </a:lnTo>
                  <a:lnTo>
                    <a:pt x="6794" y="230746"/>
                  </a:lnTo>
                  <a:close/>
                </a:path>
                <a:path w="280035" h="281940">
                  <a:moveTo>
                    <a:pt x="6794" y="94818"/>
                  </a:moveTo>
                  <a:lnTo>
                    <a:pt x="6286" y="94335"/>
                  </a:lnTo>
                  <a:lnTo>
                    <a:pt x="5969" y="94640"/>
                  </a:lnTo>
                  <a:lnTo>
                    <a:pt x="5791" y="94818"/>
                  </a:lnTo>
                  <a:lnTo>
                    <a:pt x="5600" y="94996"/>
                  </a:lnTo>
                  <a:lnTo>
                    <a:pt x="5422" y="95173"/>
                  </a:lnTo>
                  <a:lnTo>
                    <a:pt x="5092" y="95478"/>
                  </a:lnTo>
                  <a:lnTo>
                    <a:pt x="5588" y="95986"/>
                  </a:lnTo>
                  <a:lnTo>
                    <a:pt x="5918" y="95669"/>
                  </a:lnTo>
                  <a:lnTo>
                    <a:pt x="6451" y="95135"/>
                  </a:lnTo>
                  <a:lnTo>
                    <a:pt x="6794" y="94818"/>
                  </a:lnTo>
                  <a:close/>
                </a:path>
                <a:path w="280035" h="281940">
                  <a:moveTo>
                    <a:pt x="14274" y="238353"/>
                  </a:moveTo>
                  <a:lnTo>
                    <a:pt x="13830" y="238379"/>
                  </a:lnTo>
                  <a:lnTo>
                    <a:pt x="13106" y="238417"/>
                  </a:lnTo>
                  <a:lnTo>
                    <a:pt x="12738" y="238455"/>
                  </a:lnTo>
                  <a:lnTo>
                    <a:pt x="12382" y="238467"/>
                  </a:lnTo>
                  <a:lnTo>
                    <a:pt x="12382" y="238988"/>
                  </a:lnTo>
                  <a:lnTo>
                    <a:pt x="12738" y="239014"/>
                  </a:lnTo>
                  <a:lnTo>
                    <a:pt x="13106" y="239039"/>
                  </a:lnTo>
                  <a:lnTo>
                    <a:pt x="13830" y="239077"/>
                  </a:lnTo>
                  <a:lnTo>
                    <a:pt x="14274" y="239115"/>
                  </a:lnTo>
                  <a:lnTo>
                    <a:pt x="14274" y="238353"/>
                  </a:lnTo>
                  <a:close/>
                </a:path>
                <a:path w="280035" h="281940">
                  <a:moveTo>
                    <a:pt x="14935" y="174904"/>
                  </a:moveTo>
                  <a:lnTo>
                    <a:pt x="14757" y="173863"/>
                  </a:lnTo>
                  <a:lnTo>
                    <a:pt x="13741" y="173240"/>
                  </a:lnTo>
                  <a:lnTo>
                    <a:pt x="11671" y="171970"/>
                  </a:lnTo>
                  <a:lnTo>
                    <a:pt x="9817" y="175133"/>
                  </a:lnTo>
                  <a:lnTo>
                    <a:pt x="11455" y="176136"/>
                  </a:lnTo>
                  <a:lnTo>
                    <a:pt x="11722" y="176822"/>
                  </a:lnTo>
                  <a:lnTo>
                    <a:pt x="13728" y="177482"/>
                  </a:lnTo>
                  <a:lnTo>
                    <a:pt x="14452" y="175933"/>
                  </a:lnTo>
                  <a:lnTo>
                    <a:pt x="14503" y="175806"/>
                  </a:lnTo>
                  <a:lnTo>
                    <a:pt x="14935" y="174904"/>
                  </a:lnTo>
                  <a:close/>
                </a:path>
                <a:path w="280035" h="281940">
                  <a:moveTo>
                    <a:pt x="17106" y="142328"/>
                  </a:moveTo>
                  <a:lnTo>
                    <a:pt x="17056" y="141262"/>
                  </a:lnTo>
                  <a:lnTo>
                    <a:pt x="16827" y="141122"/>
                  </a:lnTo>
                  <a:lnTo>
                    <a:pt x="16764" y="140690"/>
                  </a:lnTo>
                  <a:lnTo>
                    <a:pt x="16560" y="139052"/>
                  </a:lnTo>
                  <a:lnTo>
                    <a:pt x="12484" y="141986"/>
                  </a:lnTo>
                  <a:lnTo>
                    <a:pt x="15900" y="143992"/>
                  </a:lnTo>
                  <a:lnTo>
                    <a:pt x="17005" y="143370"/>
                  </a:lnTo>
                  <a:lnTo>
                    <a:pt x="17106" y="142328"/>
                  </a:lnTo>
                  <a:close/>
                </a:path>
                <a:path w="280035" h="281940">
                  <a:moveTo>
                    <a:pt x="18402" y="197764"/>
                  </a:moveTo>
                  <a:lnTo>
                    <a:pt x="18199" y="197561"/>
                  </a:lnTo>
                  <a:lnTo>
                    <a:pt x="18072" y="197688"/>
                  </a:lnTo>
                  <a:lnTo>
                    <a:pt x="17894" y="197866"/>
                  </a:lnTo>
                  <a:lnTo>
                    <a:pt x="17716" y="198031"/>
                  </a:lnTo>
                  <a:lnTo>
                    <a:pt x="17411" y="198335"/>
                  </a:lnTo>
                  <a:lnTo>
                    <a:pt x="17602" y="198539"/>
                  </a:lnTo>
                  <a:lnTo>
                    <a:pt x="17907" y="198234"/>
                  </a:lnTo>
                  <a:lnTo>
                    <a:pt x="18097" y="198056"/>
                  </a:lnTo>
                  <a:lnTo>
                    <a:pt x="18402" y="197764"/>
                  </a:lnTo>
                  <a:close/>
                </a:path>
                <a:path w="280035" h="281940">
                  <a:moveTo>
                    <a:pt x="18630" y="183972"/>
                  </a:moveTo>
                  <a:lnTo>
                    <a:pt x="17868" y="180822"/>
                  </a:lnTo>
                  <a:lnTo>
                    <a:pt x="17195" y="177977"/>
                  </a:lnTo>
                  <a:lnTo>
                    <a:pt x="14808" y="177965"/>
                  </a:lnTo>
                  <a:lnTo>
                    <a:pt x="13385" y="183946"/>
                  </a:lnTo>
                  <a:lnTo>
                    <a:pt x="18630" y="183972"/>
                  </a:lnTo>
                  <a:close/>
                </a:path>
                <a:path w="280035" h="281940">
                  <a:moveTo>
                    <a:pt x="19710" y="247307"/>
                  </a:moveTo>
                  <a:lnTo>
                    <a:pt x="18808" y="247307"/>
                  </a:lnTo>
                  <a:lnTo>
                    <a:pt x="18808" y="248005"/>
                  </a:lnTo>
                  <a:lnTo>
                    <a:pt x="19265" y="248005"/>
                  </a:lnTo>
                  <a:lnTo>
                    <a:pt x="19710" y="248005"/>
                  </a:lnTo>
                  <a:lnTo>
                    <a:pt x="19710" y="247307"/>
                  </a:lnTo>
                  <a:close/>
                </a:path>
                <a:path w="280035" h="281940">
                  <a:moveTo>
                    <a:pt x="20878" y="90335"/>
                  </a:moveTo>
                  <a:lnTo>
                    <a:pt x="18846" y="86512"/>
                  </a:lnTo>
                  <a:lnTo>
                    <a:pt x="17881" y="84709"/>
                  </a:lnTo>
                  <a:lnTo>
                    <a:pt x="16281" y="84709"/>
                  </a:lnTo>
                  <a:lnTo>
                    <a:pt x="13296" y="90335"/>
                  </a:lnTo>
                  <a:lnTo>
                    <a:pt x="20878" y="90335"/>
                  </a:lnTo>
                  <a:close/>
                </a:path>
                <a:path w="280035" h="281940">
                  <a:moveTo>
                    <a:pt x="21336" y="80797"/>
                  </a:moveTo>
                  <a:lnTo>
                    <a:pt x="19685" y="76847"/>
                  </a:lnTo>
                  <a:lnTo>
                    <a:pt x="17703" y="78676"/>
                  </a:lnTo>
                  <a:lnTo>
                    <a:pt x="15963" y="80289"/>
                  </a:lnTo>
                  <a:lnTo>
                    <a:pt x="16941" y="81495"/>
                  </a:lnTo>
                  <a:lnTo>
                    <a:pt x="21336" y="80797"/>
                  </a:lnTo>
                  <a:close/>
                </a:path>
                <a:path w="280035" h="281940">
                  <a:moveTo>
                    <a:pt x="21399" y="99441"/>
                  </a:moveTo>
                  <a:lnTo>
                    <a:pt x="17132" y="99441"/>
                  </a:lnTo>
                  <a:lnTo>
                    <a:pt x="18173" y="101828"/>
                  </a:lnTo>
                  <a:lnTo>
                    <a:pt x="18300" y="102120"/>
                  </a:lnTo>
                  <a:lnTo>
                    <a:pt x="18351" y="102247"/>
                  </a:lnTo>
                  <a:lnTo>
                    <a:pt x="18656" y="102946"/>
                  </a:lnTo>
                  <a:lnTo>
                    <a:pt x="19875" y="102946"/>
                  </a:lnTo>
                  <a:lnTo>
                    <a:pt x="21399" y="99441"/>
                  </a:lnTo>
                  <a:close/>
                </a:path>
                <a:path w="280035" h="281940">
                  <a:moveTo>
                    <a:pt x="22504" y="118059"/>
                  </a:moveTo>
                  <a:lnTo>
                    <a:pt x="22491" y="117462"/>
                  </a:lnTo>
                  <a:lnTo>
                    <a:pt x="22479" y="116243"/>
                  </a:lnTo>
                  <a:lnTo>
                    <a:pt x="22123" y="115811"/>
                  </a:lnTo>
                  <a:lnTo>
                    <a:pt x="19862" y="114528"/>
                  </a:lnTo>
                  <a:lnTo>
                    <a:pt x="18376" y="115912"/>
                  </a:lnTo>
                  <a:lnTo>
                    <a:pt x="19138" y="117119"/>
                  </a:lnTo>
                  <a:lnTo>
                    <a:pt x="19773" y="118160"/>
                  </a:lnTo>
                  <a:lnTo>
                    <a:pt x="20193" y="118541"/>
                  </a:lnTo>
                  <a:lnTo>
                    <a:pt x="21437" y="118529"/>
                  </a:lnTo>
                  <a:lnTo>
                    <a:pt x="21996" y="118503"/>
                  </a:lnTo>
                  <a:lnTo>
                    <a:pt x="22504" y="118059"/>
                  </a:lnTo>
                  <a:close/>
                </a:path>
                <a:path w="280035" h="281940">
                  <a:moveTo>
                    <a:pt x="27838" y="0"/>
                  </a:moveTo>
                  <a:lnTo>
                    <a:pt x="27254" y="0"/>
                  </a:lnTo>
                  <a:lnTo>
                    <a:pt x="27254" y="457"/>
                  </a:lnTo>
                  <a:lnTo>
                    <a:pt x="27546" y="457"/>
                  </a:lnTo>
                  <a:lnTo>
                    <a:pt x="27838" y="457"/>
                  </a:lnTo>
                  <a:lnTo>
                    <a:pt x="27838" y="0"/>
                  </a:lnTo>
                  <a:close/>
                </a:path>
                <a:path w="280035" h="281940">
                  <a:moveTo>
                    <a:pt x="34925" y="89852"/>
                  </a:moveTo>
                  <a:lnTo>
                    <a:pt x="33388" y="89979"/>
                  </a:lnTo>
                  <a:lnTo>
                    <a:pt x="33058" y="90004"/>
                  </a:lnTo>
                  <a:lnTo>
                    <a:pt x="32867" y="89877"/>
                  </a:lnTo>
                  <a:lnTo>
                    <a:pt x="31788" y="89420"/>
                  </a:lnTo>
                  <a:lnTo>
                    <a:pt x="31267" y="90335"/>
                  </a:lnTo>
                  <a:lnTo>
                    <a:pt x="31496" y="92024"/>
                  </a:lnTo>
                  <a:lnTo>
                    <a:pt x="32372" y="92456"/>
                  </a:lnTo>
                  <a:lnTo>
                    <a:pt x="33388" y="92367"/>
                  </a:lnTo>
                  <a:lnTo>
                    <a:pt x="34899" y="92240"/>
                  </a:lnTo>
                  <a:lnTo>
                    <a:pt x="34925" y="89852"/>
                  </a:lnTo>
                  <a:close/>
                </a:path>
                <a:path w="280035" h="281940">
                  <a:moveTo>
                    <a:pt x="38950" y="139700"/>
                  </a:moveTo>
                  <a:lnTo>
                    <a:pt x="38468" y="138430"/>
                  </a:lnTo>
                  <a:lnTo>
                    <a:pt x="37515" y="138671"/>
                  </a:lnTo>
                  <a:lnTo>
                    <a:pt x="37236" y="138633"/>
                  </a:lnTo>
                  <a:lnTo>
                    <a:pt x="36957" y="138595"/>
                  </a:lnTo>
                  <a:lnTo>
                    <a:pt x="36690" y="138557"/>
                  </a:lnTo>
                  <a:lnTo>
                    <a:pt x="35242" y="137706"/>
                  </a:lnTo>
                  <a:lnTo>
                    <a:pt x="34239" y="140284"/>
                  </a:lnTo>
                  <a:lnTo>
                    <a:pt x="35814" y="140614"/>
                  </a:lnTo>
                  <a:lnTo>
                    <a:pt x="36741" y="140804"/>
                  </a:lnTo>
                  <a:lnTo>
                    <a:pt x="37350" y="140741"/>
                  </a:lnTo>
                  <a:lnTo>
                    <a:pt x="38163" y="140220"/>
                  </a:lnTo>
                  <a:lnTo>
                    <a:pt x="38950" y="139700"/>
                  </a:lnTo>
                  <a:close/>
                </a:path>
                <a:path w="280035" h="281940">
                  <a:moveTo>
                    <a:pt x="44551" y="96786"/>
                  </a:moveTo>
                  <a:lnTo>
                    <a:pt x="44005" y="96786"/>
                  </a:lnTo>
                  <a:lnTo>
                    <a:pt x="44005" y="97205"/>
                  </a:lnTo>
                  <a:lnTo>
                    <a:pt x="44284" y="97205"/>
                  </a:lnTo>
                  <a:lnTo>
                    <a:pt x="44551" y="97205"/>
                  </a:lnTo>
                  <a:lnTo>
                    <a:pt x="44551" y="96786"/>
                  </a:lnTo>
                  <a:close/>
                </a:path>
                <a:path w="280035" h="281940">
                  <a:moveTo>
                    <a:pt x="50647" y="175552"/>
                  </a:moveTo>
                  <a:lnTo>
                    <a:pt x="50596" y="174917"/>
                  </a:lnTo>
                  <a:lnTo>
                    <a:pt x="48514" y="170980"/>
                  </a:lnTo>
                  <a:lnTo>
                    <a:pt x="43789" y="174498"/>
                  </a:lnTo>
                  <a:lnTo>
                    <a:pt x="45567" y="176174"/>
                  </a:lnTo>
                  <a:lnTo>
                    <a:pt x="46901" y="177761"/>
                  </a:lnTo>
                  <a:lnTo>
                    <a:pt x="47231" y="177952"/>
                  </a:lnTo>
                  <a:lnTo>
                    <a:pt x="48768" y="178473"/>
                  </a:lnTo>
                  <a:lnTo>
                    <a:pt x="50292" y="177698"/>
                  </a:lnTo>
                  <a:lnTo>
                    <a:pt x="50647" y="175552"/>
                  </a:lnTo>
                  <a:close/>
                </a:path>
                <a:path w="280035" h="281940">
                  <a:moveTo>
                    <a:pt x="50812" y="130644"/>
                  </a:moveTo>
                  <a:lnTo>
                    <a:pt x="50266" y="130695"/>
                  </a:lnTo>
                  <a:lnTo>
                    <a:pt x="49530" y="130759"/>
                  </a:lnTo>
                  <a:lnTo>
                    <a:pt x="48082" y="130911"/>
                  </a:lnTo>
                  <a:lnTo>
                    <a:pt x="47815" y="130924"/>
                  </a:lnTo>
                  <a:lnTo>
                    <a:pt x="47815" y="131292"/>
                  </a:lnTo>
                  <a:lnTo>
                    <a:pt x="48082" y="131330"/>
                  </a:lnTo>
                  <a:lnTo>
                    <a:pt x="48806" y="131394"/>
                  </a:lnTo>
                  <a:lnTo>
                    <a:pt x="49530" y="131457"/>
                  </a:lnTo>
                  <a:lnTo>
                    <a:pt x="50812" y="131584"/>
                  </a:lnTo>
                  <a:lnTo>
                    <a:pt x="50812" y="130644"/>
                  </a:lnTo>
                  <a:close/>
                </a:path>
                <a:path w="280035" h="281940">
                  <a:moveTo>
                    <a:pt x="51422" y="128066"/>
                  </a:moveTo>
                  <a:lnTo>
                    <a:pt x="50927" y="126631"/>
                  </a:lnTo>
                  <a:lnTo>
                    <a:pt x="48526" y="126631"/>
                  </a:lnTo>
                  <a:lnTo>
                    <a:pt x="48018" y="128066"/>
                  </a:lnTo>
                  <a:lnTo>
                    <a:pt x="48780" y="128905"/>
                  </a:lnTo>
                  <a:lnTo>
                    <a:pt x="48945" y="129095"/>
                  </a:lnTo>
                  <a:lnTo>
                    <a:pt x="49364" y="129565"/>
                  </a:lnTo>
                  <a:lnTo>
                    <a:pt x="50076" y="129565"/>
                  </a:lnTo>
                  <a:lnTo>
                    <a:pt x="50419" y="129184"/>
                  </a:lnTo>
                  <a:lnTo>
                    <a:pt x="50571" y="129006"/>
                  </a:lnTo>
                  <a:lnTo>
                    <a:pt x="51422" y="128066"/>
                  </a:lnTo>
                  <a:close/>
                </a:path>
                <a:path w="280035" h="281940">
                  <a:moveTo>
                    <a:pt x="69621" y="120497"/>
                  </a:moveTo>
                  <a:lnTo>
                    <a:pt x="67538" y="117894"/>
                  </a:lnTo>
                  <a:lnTo>
                    <a:pt x="66560" y="117348"/>
                  </a:lnTo>
                  <a:lnTo>
                    <a:pt x="64046" y="116382"/>
                  </a:lnTo>
                  <a:lnTo>
                    <a:pt x="62649" y="118224"/>
                  </a:lnTo>
                  <a:lnTo>
                    <a:pt x="62953" y="118668"/>
                  </a:lnTo>
                  <a:lnTo>
                    <a:pt x="62204" y="119900"/>
                  </a:lnTo>
                  <a:lnTo>
                    <a:pt x="64071" y="122402"/>
                  </a:lnTo>
                  <a:lnTo>
                    <a:pt x="64985" y="123088"/>
                  </a:lnTo>
                  <a:lnTo>
                    <a:pt x="68884" y="122961"/>
                  </a:lnTo>
                  <a:lnTo>
                    <a:pt x="69621" y="120497"/>
                  </a:lnTo>
                  <a:close/>
                </a:path>
                <a:path w="280035" h="281940">
                  <a:moveTo>
                    <a:pt x="125780" y="95669"/>
                  </a:moveTo>
                  <a:lnTo>
                    <a:pt x="125730" y="94576"/>
                  </a:lnTo>
                  <a:lnTo>
                    <a:pt x="123101" y="90106"/>
                  </a:lnTo>
                  <a:lnTo>
                    <a:pt x="118122" y="92989"/>
                  </a:lnTo>
                  <a:lnTo>
                    <a:pt x="119888" y="96024"/>
                  </a:lnTo>
                  <a:lnTo>
                    <a:pt x="119875" y="96329"/>
                  </a:lnTo>
                  <a:lnTo>
                    <a:pt x="119976" y="96710"/>
                  </a:lnTo>
                  <a:lnTo>
                    <a:pt x="120040" y="97193"/>
                  </a:lnTo>
                  <a:lnTo>
                    <a:pt x="120192" y="97637"/>
                  </a:lnTo>
                  <a:lnTo>
                    <a:pt x="121043" y="98831"/>
                  </a:lnTo>
                  <a:lnTo>
                    <a:pt x="121805" y="99212"/>
                  </a:lnTo>
                  <a:lnTo>
                    <a:pt x="123939" y="99212"/>
                  </a:lnTo>
                  <a:lnTo>
                    <a:pt x="125412" y="98323"/>
                  </a:lnTo>
                  <a:lnTo>
                    <a:pt x="125780" y="95669"/>
                  </a:lnTo>
                  <a:close/>
                </a:path>
                <a:path w="280035" h="281940">
                  <a:moveTo>
                    <a:pt x="132257" y="49695"/>
                  </a:moveTo>
                  <a:lnTo>
                    <a:pt x="131673" y="49695"/>
                  </a:lnTo>
                  <a:lnTo>
                    <a:pt x="131673" y="50152"/>
                  </a:lnTo>
                  <a:lnTo>
                    <a:pt x="131965" y="50152"/>
                  </a:lnTo>
                  <a:lnTo>
                    <a:pt x="132257" y="50152"/>
                  </a:lnTo>
                  <a:lnTo>
                    <a:pt x="132257" y="49695"/>
                  </a:lnTo>
                  <a:close/>
                </a:path>
                <a:path w="280035" h="281940">
                  <a:moveTo>
                    <a:pt x="140347" y="154114"/>
                  </a:moveTo>
                  <a:lnTo>
                    <a:pt x="139649" y="152895"/>
                  </a:lnTo>
                  <a:lnTo>
                    <a:pt x="137896" y="151714"/>
                  </a:lnTo>
                  <a:lnTo>
                    <a:pt x="137147" y="151739"/>
                  </a:lnTo>
                  <a:lnTo>
                    <a:pt x="135813" y="151993"/>
                  </a:lnTo>
                  <a:lnTo>
                    <a:pt x="135509" y="151917"/>
                  </a:lnTo>
                  <a:lnTo>
                    <a:pt x="135509" y="152692"/>
                  </a:lnTo>
                  <a:lnTo>
                    <a:pt x="135229" y="153365"/>
                  </a:lnTo>
                  <a:lnTo>
                    <a:pt x="135509" y="152692"/>
                  </a:lnTo>
                  <a:lnTo>
                    <a:pt x="135509" y="151917"/>
                  </a:lnTo>
                  <a:lnTo>
                    <a:pt x="134912" y="151752"/>
                  </a:lnTo>
                  <a:lnTo>
                    <a:pt x="134912" y="154152"/>
                  </a:lnTo>
                  <a:lnTo>
                    <a:pt x="134848" y="154559"/>
                  </a:lnTo>
                  <a:lnTo>
                    <a:pt x="134797" y="154432"/>
                  </a:lnTo>
                  <a:lnTo>
                    <a:pt x="134734" y="154559"/>
                  </a:lnTo>
                  <a:lnTo>
                    <a:pt x="134721" y="154254"/>
                  </a:lnTo>
                  <a:lnTo>
                    <a:pt x="134823" y="151726"/>
                  </a:lnTo>
                  <a:lnTo>
                    <a:pt x="132829" y="154838"/>
                  </a:lnTo>
                  <a:lnTo>
                    <a:pt x="135483" y="157276"/>
                  </a:lnTo>
                  <a:lnTo>
                    <a:pt x="136182" y="157594"/>
                  </a:lnTo>
                  <a:lnTo>
                    <a:pt x="138480" y="157543"/>
                  </a:lnTo>
                  <a:lnTo>
                    <a:pt x="139407" y="156743"/>
                  </a:lnTo>
                  <a:lnTo>
                    <a:pt x="139674" y="156006"/>
                  </a:lnTo>
                  <a:lnTo>
                    <a:pt x="140347" y="154114"/>
                  </a:lnTo>
                  <a:close/>
                </a:path>
                <a:path w="280035" h="281940">
                  <a:moveTo>
                    <a:pt x="141541" y="64655"/>
                  </a:moveTo>
                  <a:lnTo>
                    <a:pt x="140741" y="62103"/>
                  </a:lnTo>
                  <a:lnTo>
                    <a:pt x="140538" y="61455"/>
                  </a:lnTo>
                  <a:lnTo>
                    <a:pt x="140119" y="60159"/>
                  </a:lnTo>
                  <a:lnTo>
                    <a:pt x="138303" y="60159"/>
                  </a:lnTo>
                  <a:lnTo>
                    <a:pt x="137896" y="61455"/>
                  </a:lnTo>
                  <a:lnTo>
                    <a:pt x="137833" y="61671"/>
                  </a:lnTo>
                  <a:lnTo>
                    <a:pt x="137756" y="61887"/>
                  </a:lnTo>
                  <a:lnTo>
                    <a:pt x="137693" y="62103"/>
                  </a:lnTo>
                  <a:lnTo>
                    <a:pt x="136893" y="64643"/>
                  </a:lnTo>
                  <a:lnTo>
                    <a:pt x="141541" y="64655"/>
                  </a:lnTo>
                  <a:close/>
                </a:path>
                <a:path w="280035" h="281940">
                  <a:moveTo>
                    <a:pt x="148348" y="244208"/>
                  </a:moveTo>
                  <a:lnTo>
                    <a:pt x="147853" y="243446"/>
                  </a:lnTo>
                  <a:lnTo>
                    <a:pt x="145821" y="239814"/>
                  </a:lnTo>
                  <a:lnTo>
                    <a:pt x="141909" y="242531"/>
                  </a:lnTo>
                  <a:lnTo>
                    <a:pt x="143941" y="244944"/>
                  </a:lnTo>
                  <a:lnTo>
                    <a:pt x="144741" y="245884"/>
                  </a:lnTo>
                  <a:lnTo>
                    <a:pt x="145237" y="246456"/>
                  </a:lnTo>
                  <a:lnTo>
                    <a:pt x="147193" y="246532"/>
                  </a:lnTo>
                  <a:lnTo>
                    <a:pt x="147739" y="246024"/>
                  </a:lnTo>
                  <a:lnTo>
                    <a:pt x="148348" y="244208"/>
                  </a:lnTo>
                  <a:close/>
                </a:path>
                <a:path w="280035" h="281940">
                  <a:moveTo>
                    <a:pt x="150342" y="81114"/>
                  </a:moveTo>
                  <a:lnTo>
                    <a:pt x="150304" y="78994"/>
                  </a:lnTo>
                  <a:lnTo>
                    <a:pt x="150139" y="78473"/>
                  </a:lnTo>
                  <a:lnTo>
                    <a:pt x="148513" y="75349"/>
                  </a:lnTo>
                  <a:lnTo>
                    <a:pt x="145110" y="77330"/>
                  </a:lnTo>
                  <a:lnTo>
                    <a:pt x="146291" y="79578"/>
                  </a:lnTo>
                  <a:lnTo>
                    <a:pt x="146735" y="80454"/>
                  </a:lnTo>
                  <a:lnTo>
                    <a:pt x="147129" y="80810"/>
                  </a:lnTo>
                  <a:lnTo>
                    <a:pt x="148907" y="82118"/>
                  </a:lnTo>
                  <a:lnTo>
                    <a:pt x="150342" y="81114"/>
                  </a:lnTo>
                  <a:close/>
                </a:path>
                <a:path w="280035" h="281940">
                  <a:moveTo>
                    <a:pt x="155168" y="180949"/>
                  </a:moveTo>
                  <a:lnTo>
                    <a:pt x="153720" y="180949"/>
                  </a:lnTo>
                  <a:lnTo>
                    <a:pt x="153720" y="182079"/>
                  </a:lnTo>
                  <a:lnTo>
                    <a:pt x="154444" y="182079"/>
                  </a:lnTo>
                  <a:lnTo>
                    <a:pt x="155168" y="182079"/>
                  </a:lnTo>
                  <a:lnTo>
                    <a:pt x="155168" y="180949"/>
                  </a:lnTo>
                  <a:close/>
                </a:path>
                <a:path w="280035" h="281940">
                  <a:moveTo>
                    <a:pt x="156057" y="116928"/>
                  </a:moveTo>
                  <a:lnTo>
                    <a:pt x="156032" y="116420"/>
                  </a:lnTo>
                  <a:lnTo>
                    <a:pt x="155994" y="115011"/>
                  </a:lnTo>
                  <a:lnTo>
                    <a:pt x="155409" y="114300"/>
                  </a:lnTo>
                  <a:lnTo>
                    <a:pt x="152120" y="113195"/>
                  </a:lnTo>
                  <a:lnTo>
                    <a:pt x="152120" y="117475"/>
                  </a:lnTo>
                  <a:lnTo>
                    <a:pt x="152069" y="116420"/>
                  </a:lnTo>
                  <a:lnTo>
                    <a:pt x="152120" y="117475"/>
                  </a:lnTo>
                  <a:lnTo>
                    <a:pt x="152120" y="113195"/>
                  </a:lnTo>
                  <a:lnTo>
                    <a:pt x="151676" y="113042"/>
                  </a:lnTo>
                  <a:lnTo>
                    <a:pt x="150698" y="117602"/>
                  </a:lnTo>
                  <a:lnTo>
                    <a:pt x="152234" y="117767"/>
                  </a:lnTo>
                  <a:lnTo>
                    <a:pt x="153670" y="118960"/>
                  </a:lnTo>
                  <a:lnTo>
                    <a:pt x="154990" y="117957"/>
                  </a:lnTo>
                  <a:lnTo>
                    <a:pt x="155625" y="117475"/>
                  </a:lnTo>
                  <a:lnTo>
                    <a:pt x="156057" y="116928"/>
                  </a:lnTo>
                  <a:close/>
                </a:path>
                <a:path w="280035" h="281940">
                  <a:moveTo>
                    <a:pt x="159880" y="196151"/>
                  </a:moveTo>
                  <a:lnTo>
                    <a:pt x="155295" y="195262"/>
                  </a:lnTo>
                  <a:lnTo>
                    <a:pt x="154228" y="195046"/>
                  </a:lnTo>
                  <a:lnTo>
                    <a:pt x="153454" y="194945"/>
                  </a:lnTo>
                  <a:lnTo>
                    <a:pt x="151282" y="195681"/>
                  </a:lnTo>
                  <a:lnTo>
                    <a:pt x="150342" y="196913"/>
                  </a:lnTo>
                  <a:lnTo>
                    <a:pt x="151142" y="199136"/>
                  </a:lnTo>
                  <a:lnTo>
                    <a:pt x="151498" y="199745"/>
                  </a:lnTo>
                  <a:lnTo>
                    <a:pt x="156489" y="204050"/>
                  </a:lnTo>
                  <a:lnTo>
                    <a:pt x="159880" y="196151"/>
                  </a:lnTo>
                  <a:close/>
                </a:path>
                <a:path w="280035" h="281940">
                  <a:moveTo>
                    <a:pt x="166395" y="244690"/>
                  </a:moveTo>
                  <a:lnTo>
                    <a:pt x="164642" y="242773"/>
                  </a:lnTo>
                  <a:lnTo>
                    <a:pt x="162699" y="243243"/>
                  </a:lnTo>
                  <a:lnTo>
                    <a:pt x="162115" y="243382"/>
                  </a:lnTo>
                  <a:lnTo>
                    <a:pt x="161823" y="243446"/>
                  </a:lnTo>
                  <a:lnTo>
                    <a:pt x="160667" y="243738"/>
                  </a:lnTo>
                  <a:lnTo>
                    <a:pt x="160388" y="244983"/>
                  </a:lnTo>
                  <a:lnTo>
                    <a:pt x="161086" y="246545"/>
                  </a:lnTo>
                  <a:lnTo>
                    <a:pt x="161226" y="246849"/>
                  </a:lnTo>
                  <a:lnTo>
                    <a:pt x="162064" y="248742"/>
                  </a:lnTo>
                  <a:lnTo>
                    <a:pt x="164896" y="248221"/>
                  </a:lnTo>
                  <a:lnTo>
                    <a:pt x="166395" y="244690"/>
                  </a:lnTo>
                  <a:close/>
                </a:path>
                <a:path w="280035" h="281940">
                  <a:moveTo>
                    <a:pt x="172377" y="64249"/>
                  </a:moveTo>
                  <a:lnTo>
                    <a:pt x="171183" y="60502"/>
                  </a:lnTo>
                  <a:lnTo>
                    <a:pt x="170967" y="59842"/>
                  </a:lnTo>
                  <a:lnTo>
                    <a:pt x="170815" y="59423"/>
                  </a:lnTo>
                  <a:lnTo>
                    <a:pt x="169608" y="57797"/>
                  </a:lnTo>
                  <a:lnTo>
                    <a:pt x="168275" y="57797"/>
                  </a:lnTo>
                  <a:lnTo>
                    <a:pt x="167068" y="59423"/>
                  </a:lnTo>
                  <a:lnTo>
                    <a:pt x="166928" y="59842"/>
                  </a:lnTo>
                  <a:lnTo>
                    <a:pt x="165519" y="64223"/>
                  </a:lnTo>
                  <a:lnTo>
                    <a:pt x="172377" y="64249"/>
                  </a:lnTo>
                  <a:close/>
                </a:path>
                <a:path w="280035" h="281940">
                  <a:moveTo>
                    <a:pt x="173850" y="145796"/>
                  </a:moveTo>
                  <a:lnTo>
                    <a:pt x="170154" y="144678"/>
                  </a:lnTo>
                  <a:lnTo>
                    <a:pt x="170141" y="148348"/>
                  </a:lnTo>
                  <a:lnTo>
                    <a:pt x="172186" y="147739"/>
                  </a:lnTo>
                  <a:lnTo>
                    <a:pt x="173850" y="147231"/>
                  </a:lnTo>
                  <a:lnTo>
                    <a:pt x="173850" y="145796"/>
                  </a:lnTo>
                  <a:close/>
                </a:path>
                <a:path w="280035" h="281940">
                  <a:moveTo>
                    <a:pt x="174307" y="186880"/>
                  </a:moveTo>
                  <a:lnTo>
                    <a:pt x="173723" y="186880"/>
                  </a:lnTo>
                  <a:lnTo>
                    <a:pt x="173723" y="187337"/>
                  </a:lnTo>
                  <a:lnTo>
                    <a:pt x="174015" y="187337"/>
                  </a:lnTo>
                  <a:lnTo>
                    <a:pt x="174307" y="187337"/>
                  </a:lnTo>
                  <a:lnTo>
                    <a:pt x="174307" y="186880"/>
                  </a:lnTo>
                  <a:close/>
                </a:path>
                <a:path w="280035" h="281940">
                  <a:moveTo>
                    <a:pt x="177177" y="105156"/>
                  </a:moveTo>
                  <a:lnTo>
                    <a:pt x="173710" y="101358"/>
                  </a:lnTo>
                  <a:lnTo>
                    <a:pt x="170865" y="104228"/>
                  </a:lnTo>
                  <a:lnTo>
                    <a:pt x="172681" y="105854"/>
                  </a:lnTo>
                  <a:lnTo>
                    <a:pt x="172618" y="106006"/>
                  </a:lnTo>
                  <a:lnTo>
                    <a:pt x="171373" y="106845"/>
                  </a:lnTo>
                  <a:lnTo>
                    <a:pt x="171754" y="108699"/>
                  </a:lnTo>
                  <a:lnTo>
                    <a:pt x="176377" y="108902"/>
                  </a:lnTo>
                  <a:lnTo>
                    <a:pt x="177177" y="105156"/>
                  </a:lnTo>
                  <a:close/>
                </a:path>
                <a:path w="280035" h="281940">
                  <a:moveTo>
                    <a:pt x="177647" y="175958"/>
                  </a:moveTo>
                  <a:lnTo>
                    <a:pt x="176809" y="173913"/>
                  </a:lnTo>
                  <a:lnTo>
                    <a:pt x="175183" y="174764"/>
                  </a:lnTo>
                  <a:lnTo>
                    <a:pt x="174942" y="174904"/>
                  </a:lnTo>
                  <a:lnTo>
                    <a:pt x="174828" y="175285"/>
                  </a:lnTo>
                  <a:lnTo>
                    <a:pt x="174663" y="175463"/>
                  </a:lnTo>
                  <a:lnTo>
                    <a:pt x="174523" y="175602"/>
                  </a:lnTo>
                  <a:lnTo>
                    <a:pt x="173799" y="176276"/>
                  </a:lnTo>
                  <a:lnTo>
                    <a:pt x="174155" y="177584"/>
                  </a:lnTo>
                  <a:lnTo>
                    <a:pt x="175387" y="177888"/>
                  </a:lnTo>
                  <a:lnTo>
                    <a:pt x="175971" y="178041"/>
                  </a:lnTo>
                  <a:lnTo>
                    <a:pt x="176784" y="177812"/>
                  </a:lnTo>
                  <a:lnTo>
                    <a:pt x="177076" y="177215"/>
                  </a:lnTo>
                  <a:lnTo>
                    <a:pt x="177647" y="175958"/>
                  </a:lnTo>
                  <a:close/>
                </a:path>
                <a:path w="280035" h="281940">
                  <a:moveTo>
                    <a:pt x="179908" y="193916"/>
                  </a:moveTo>
                  <a:lnTo>
                    <a:pt x="177279" y="191592"/>
                  </a:lnTo>
                  <a:lnTo>
                    <a:pt x="176390" y="190804"/>
                  </a:lnTo>
                  <a:lnTo>
                    <a:pt x="175666" y="190423"/>
                  </a:lnTo>
                  <a:lnTo>
                    <a:pt x="173431" y="190106"/>
                  </a:lnTo>
                  <a:lnTo>
                    <a:pt x="172072" y="190703"/>
                  </a:lnTo>
                  <a:lnTo>
                    <a:pt x="172300" y="193433"/>
                  </a:lnTo>
                  <a:lnTo>
                    <a:pt x="172618" y="194246"/>
                  </a:lnTo>
                  <a:lnTo>
                    <a:pt x="175602" y="198031"/>
                  </a:lnTo>
                  <a:lnTo>
                    <a:pt x="179908" y="193916"/>
                  </a:lnTo>
                  <a:close/>
                </a:path>
                <a:path w="280035" h="281940">
                  <a:moveTo>
                    <a:pt x="195643" y="124917"/>
                  </a:moveTo>
                  <a:lnTo>
                    <a:pt x="193573" y="122720"/>
                  </a:lnTo>
                  <a:lnTo>
                    <a:pt x="192684" y="124282"/>
                  </a:lnTo>
                  <a:lnTo>
                    <a:pt x="192532" y="124561"/>
                  </a:lnTo>
                  <a:lnTo>
                    <a:pt x="191808" y="125818"/>
                  </a:lnTo>
                  <a:lnTo>
                    <a:pt x="192595" y="126530"/>
                  </a:lnTo>
                  <a:lnTo>
                    <a:pt x="193268" y="126174"/>
                  </a:lnTo>
                  <a:lnTo>
                    <a:pt x="193560" y="126034"/>
                  </a:lnTo>
                  <a:lnTo>
                    <a:pt x="193840" y="125882"/>
                  </a:lnTo>
                  <a:lnTo>
                    <a:pt x="194132" y="125730"/>
                  </a:lnTo>
                  <a:lnTo>
                    <a:pt x="195643" y="124917"/>
                  </a:lnTo>
                  <a:close/>
                </a:path>
                <a:path w="280035" h="281940">
                  <a:moveTo>
                    <a:pt x="198551" y="147510"/>
                  </a:moveTo>
                  <a:lnTo>
                    <a:pt x="198272" y="146888"/>
                  </a:lnTo>
                  <a:lnTo>
                    <a:pt x="196977" y="143522"/>
                  </a:lnTo>
                  <a:lnTo>
                    <a:pt x="193179" y="144437"/>
                  </a:lnTo>
                  <a:lnTo>
                    <a:pt x="193967" y="147002"/>
                  </a:lnTo>
                  <a:lnTo>
                    <a:pt x="194322" y="148170"/>
                  </a:lnTo>
                  <a:lnTo>
                    <a:pt x="194551" y="148958"/>
                  </a:lnTo>
                  <a:lnTo>
                    <a:pt x="195427" y="149796"/>
                  </a:lnTo>
                  <a:lnTo>
                    <a:pt x="196621" y="150964"/>
                  </a:lnTo>
                  <a:lnTo>
                    <a:pt x="198234" y="150012"/>
                  </a:lnTo>
                  <a:lnTo>
                    <a:pt x="198551" y="147510"/>
                  </a:lnTo>
                  <a:close/>
                </a:path>
                <a:path w="280035" h="281940">
                  <a:moveTo>
                    <a:pt x="199986" y="97751"/>
                  </a:moveTo>
                  <a:lnTo>
                    <a:pt x="198882" y="95516"/>
                  </a:lnTo>
                  <a:lnTo>
                    <a:pt x="196126" y="95516"/>
                  </a:lnTo>
                  <a:lnTo>
                    <a:pt x="197827" y="94310"/>
                  </a:lnTo>
                  <a:lnTo>
                    <a:pt x="197827" y="92329"/>
                  </a:lnTo>
                  <a:lnTo>
                    <a:pt x="193954" y="89573"/>
                  </a:lnTo>
                  <a:lnTo>
                    <a:pt x="191477" y="91313"/>
                  </a:lnTo>
                  <a:lnTo>
                    <a:pt x="191477" y="95326"/>
                  </a:lnTo>
                  <a:lnTo>
                    <a:pt x="193954" y="97066"/>
                  </a:lnTo>
                  <a:lnTo>
                    <a:pt x="195262" y="96139"/>
                  </a:lnTo>
                  <a:lnTo>
                    <a:pt x="194462" y="97764"/>
                  </a:lnTo>
                  <a:lnTo>
                    <a:pt x="195808" y="98933"/>
                  </a:lnTo>
                  <a:lnTo>
                    <a:pt x="196811" y="99809"/>
                  </a:lnTo>
                  <a:lnTo>
                    <a:pt x="197624" y="99809"/>
                  </a:lnTo>
                  <a:lnTo>
                    <a:pt x="198640" y="98933"/>
                  </a:lnTo>
                  <a:lnTo>
                    <a:pt x="199986" y="97751"/>
                  </a:lnTo>
                  <a:close/>
                </a:path>
                <a:path w="280035" h="281940">
                  <a:moveTo>
                    <a:pt x="202933" y="221335"/>
                  </a:moveTo>
                  <a:lnTo>
                    <a:pt x="197319" y="221335"/>
                  </a:lnTo>
                  <a:lnTo>
                    <a:pt x="197319" y="225691"/>
                  </a:lnTo>
                  <a:lnTo>
                    <a:pt x="200126" y="225691"/>
                  </a:lnTo>
                  <a:lnTo>
                    <a:pt x="202933" y="225691"/>
                  </a:lnTo>
                  <a:lnTo>
                    <a:pt x="202933" y="221335"/>
                  </a:lnTo>
                  <a:close/>
                </a:path>
                <a:path w="280035" h="281940">
                  <a:moveTo>
                    <a:pt x="208915" y="263880"/>
                  </a:moveTo>
                  <a:lnTo>
                    <a:pt x="202946" y="263880"/>
                  </a:lnTo>
                  <a:lnTo>
                    <a:pt x="202933" y="268516"/>
                  </a:lnTo>
                  <a:lnTo>
                    <a:pt x="205930" y="268516"/>
                  </a:lnTo>
                  <a:lnTo>
                    <a:pt x="208915" y="268516"/>
                  </a:lnTo>
                  <a:lnTo>
                    <a:pt x="208915" y="263880"/>
                  </a:lnTo>
                  <a:close/>
                </a:path>
                <a:path w="280035" h="281940">
                  <a:moveTo>
                    <a:pt x="210210" y="179692"/>
                  </a:moveTo>
                  <a:lnTo>
                    <a:pt x="207225" y="176491"/>
                  </a:lnTo>
                  <a:lnTo>
                    <a:pt x="206159" y="178701"/>
                  </a:lnTo>
                  <a:lnTo>
                    <a:pt x="205257" y="180581"/>
                  </a:lnTo>
                  <a:lnTo>
                    <a:pt x="206209" y="181444"/>
                  </a:lnTo>
                  <a:lnTo>
                    <a:pt x="207784" y="180759"/>
                  </a:lnTo>
                  <a:lnTo>
                    <a:pt x="208089" y="180632"/>
                  </a:lnTo>
                  <a:lnTo>
                    <a:pt x="210210" y="179692"/>
                  </a:lnTo>
                  <a:close/>
                </a:path>
                <a:path w="280035" h="281940">
                  <a:moveTo>
                    <a:pt x="211213" y="200367"/>
                  </a:moveTo>
                  <a:lnTo>
                    <a:pt x="208026" y="199275"/>
                  </a:lnTo>
                  <a:lnTo>
                    <a:pt x="207556" y="198666"/>
                  </a:lnTo>
                  <a:lnTo>
                    <a:pt x="207073" y="198945"/>
                  </a:lnTo>
                  <a:lnTo>
                    <a:pt x="206806" y="198856"/>
                  </a:lnTo>
                  <a:lnTo>
                    <a:pt x="206743" y="199123"/>
                  </a:lnTo>
                  <a:lnTo>
                    <a:pt x="203454" y="200990"/>
                  </a:lnTo>
                  <a:lnTo>
                    <a:pt x="203454" y="201485"/>
                  </a:lnTo>
                  <a:lnTo>
                    <a:pt x="204609" y="205854"/>
                  </a:lnTo>
                  <a:lnTo>
                    <a:pt x="207860" y="205447"/>
                  </a:lnTo>
                  <a:lnTo>
                    <a:pt x="208102" y="205841"/>
                  </a:lnTo>
                  <a:lnTo>
                    <a:pt x="208661" y="205498"/>
                  </a:lnTo>
                  <a:lnTo>
                    <a:pt x="208584" y="205346"/>
                  </a:lnTo>
                  <a:lnTo>
                    <a:pt x="211162" y="205016"/>
                  </a:lnTo>
                  <a:lnTo>
                    <a:pt x="211188" y="201828"/>
                  </a:lnTo>
                  <a:lnTo>
                    <a:pt x="211213" y="200367"/>
                  </a:lnTo>
                  <a:close/>
                </a:path>
                <a:path w="280035" h="281940">
                  <a:moveTo>
                    <a:pt x="212242" y="237718"/>
                  </a:moveTo>
                  <a:lnTo>
                    <a:pt x="211112" y="236004"/>
                  </a:lnTo>
                  <a:lnTo>
                    <a:pt x="210908" y="235381"/>
                  </a:lnTo>
                  <a:lnTo>
                    <a:pt x="209626" y="235394"/>
                  </a:lnTo>
                  <a:lnTo>
                    <a:pt x="209283" y="235394"/>
                  </a:lnTo>
                  <a:lnTo>
                    <a:pt x="209016" y="235686"/>
                  </a:lnTo>
                  <a:lnTo>
                    <a:pt x="209003" y="236029"/>
                  </a:lnTo>
                  <a:lnTo>
                    <a:pt x="208978" y="237299"/>
                  </a:lnTo>
                  <a:lnTo>
                    <a:pt x="209613" y="237502"/>
                  </a:lnTo>
                  <a:lnTo>
                    <a:pt x="210629" y="238188"/>
                  </a:lnTo>
                  <a:lnTo>
                    <a:pt x="211328" y="238633"/>
                  </a:lnTo>
                  <a:lnTo>
                    <a:pt x="212242" y="237718"/>
                  </a:lnTo>
                  <a:close/>
                </a:path>
                <a:path w="280035" h="281940">
                  <a:moveTo>
                    <a:pt x="219837" y="254152"/>
                  </a:moveTo>
                  <a:lnTo>
                    <a:pt x="219456" y="252374"/>
                  </a:lnTo>
                  <a:lnTo>
                    <a:pt x="218922" y="249936"/>
                  </a:lnTo>
                  <a:lnTo>
                    <a:pt x="216103" y="248335"/>
                  </a:lnTo>
                  <a:lnTo>
                    <a:pt x="213436" y="251002"/>
                  </a:lnTo>
                  <a:lnTo>
                    <a:pt x="213448" y="252120"/>
                  </a:lnTo>
                  <a:lnTo>
                    <a:pt x="214718" y="253415"/>
                  </a:lnTo>
                  <a:lnTo>
                    <a:pt x="215607" y="253657"/>
                  </a:lnTo>
                  <a:lnTo>
                    <a:pt x="217538" y="255866"/>
                  </a:lnTo>
                  <a:lnTo>
                    <a:pt x="219837" y="254152"/>
                  </a:lnTo>
                  <a:close/>
                </a:path>
                <a:path w="280035" h="281940">
                  <a:moveTo>
                    <a:pt x="220713" y="182537"/>
                  </a:moveTo>
                  <a:lnTo>
                    <a:pt x="219341" y="180174"/>
                  </a:lnTo>
                  <a:lnTo>
                    <a:pt x="218694" y="179057"/>
                  </a:lnTo>
                  <a:lnTo>
                    <a:pt x="217805" y="179057"/>
                  </a:lnTo>
                  <a:lnTo>
                    <a:pt x="217462" y="179654"/>
                  </a:lnTo>
                  <a:lnTo>
                    <a:pt x="217360" y="179832"/>
                  </a:lnTo>
                  <a:lnTo>
                    <a:pt x="217157" y="180174"/>
                  </a:lnTo>
                  <a:lnTo>
                    <a:pt x="215785" y="182537"/>
                  </a:lnTo>
                  <a:lnTo>
                    <a:pt x="220713" y="182537"/>
                  </a:lnTo>
                  <a:close/>
                </a:path>
                <a:path w="280035" h="281940">
                  <a:moveTo>
                    <a:pt x="221869" y="217347"/>
                  </a:moveTo>
                  <a:lnTo>
                    <a:pt x="220433" y="217487"/>
                  </a:lnTo>
                  <a:lnTo>
                    <a:pt x="219951" y="217525"/>
                  </a:lnTo>
                  <a:lnTo>
                    <a:pt x="219468" y="217576"/>
                  </a:lnTo>
                  <a:lnTo>
                    <a:pt x="218986" y="217614"/>
                  </a:lnTo>
                  <a:lnTo>
                    <a:pt x="217716" y="217741"/>
                  </a:lnTo>
                  <a:lnTo>
                    <a:pt x="217716" y="219468"/>
                  </a:lnTo>
                  <a:lnTo>
                    <a:pt x="218986" y="219583"/>
                  </a:lnTo>
                  <a:lnTo>
                    <a:pt x="219468" y="219633"/>
                  </a:lnTo>
                  <a:lnTo>
                    <a:pt x="219951" y="219684"/>
                  </a:lnTo>
                  <a:lnTo>
                    <a:pt x="220433" y="219735"/>
                  </a:lnTo>
                  <a:lnTo>
                    <a:pt x="221869" y="219875"/>
                  </a:lnTo>
                  <a:lnTo>
                    <a:pt x="221869" y="217347"/>
                  </a:lnTo>
                  <a:close/>
                </a:path>
                <a:path w="280035" h="281940">
                  <a:moveTo>
                    <a:pt x="224421" y="142468"/>
                  </a:moveTo>
                  <a:lnTo>
                    <a:pt x="222707" y="138455"/>
                  </a:lnTo>
                  <a:lnTo>
                    <a:pt x="220649" y="133642"/>
                  </a:lnTo>
                  <a:lnTo>
                    <a:pt x="213829" y="137312"/>
                  </a:lnTo>
                  <a:lnTo>
                    <a:pt x="219113" y="145897"/>
                  </a:lnTo>
                  <a:lnTo>
                    <a:pt x="224421" y="142468"/>
                  </a:lnTo>
                  <a:close/>
                </a:path>
                <a:path w="280035" h="281940">
                  <a:moveTo>
                    <a:pt x="225132" y="277622"/>
                  </a:moveTo>
                  <a:lnTo>
                    <a:pt x="224269" y="276225"/>
                  </a:lnTo>
                  <a:lnTo>
                    <a:pt x="222961" y="276098"/>
                  </a:lnTo>
                  <a:lnTo>
                    <a:pt x="221640" y="275971"/>
                  </a:lnTo>
                  <a:lnTo>
                    <a:pt x="221208" y="276987"/>
                  </a:lnTo>
                  <a:lnTo>
                    <a:pt x="221564" y="279577"/>
                  </a:lnTo>
                  <a:lnTo>
                    <a:pt x="223545" y="279692"/>
                  </a:lnTo>
                  <a:lnTo>
                    <a:pt x="225132" y="277622"/>
                  </a:lnTo>
                  <a:close/>
                </a:path>
                <a:path w="280035" h="281940">
                  <a:moveTo>
                    <a:pt x="232206" y="210972"/>
                  </a:moveTo>
                  <a:lnTo>
                    <a:pt x="231038" y="210121"/>
                  </a:lnTo>
                  <a:lnTo>
                    <a:pt x="229463" y="208978"/>
                  </a:lnTo>
                  <a:lnTo>
                    <a:pt x="228815" y="210134"/>
                  </a:lnTo>
                  <a:lnTo>
                    <a:pt x="229717" y="211289"/>
                  </a:lnTo>
                  <a:lnTo>
                    <a:pt x="230670" y="212509"/>
                  </a:lnTo>
                  <a:lnTo>
                    <a:pt x="232206" y="210972"/>
                  </a:lnTo>
                  <a:close/>
                </a:path>
                <a:path w="280035" h="281940">
                  <a:moveTo>
                    <a:pt x="235953" y="231686"/>
                  </a:moveTo>
                  <a:lnTo>
                    <a:pt x="235356" y="231686"/>
                  </a:lnTo>
                  <a:lnTo>
                    <a:pt x="235356" y="232130"/>
                  </a:lnTo>
                  <a:lnTo>
                    <a:pt x="235648" y="232130"/>
                  </a:lnTo>
                  <a:lnTo>
                    <a:pt x="235953" y="232130"/>
                  </a:lnTo>
                  <a:lnTo>
                    <a:pt x="235953" y="231686"/>
                  </a:lnTo>
                  <a:close/>
                </a:path>
                <a:path w="280035" h="281940">
                  <a:moveTo>
                    <a:pt x="236220" y="196608"/>
                  </a:moveTo>
                  <a:lnTo>
                    <a:pt x="235775" y="196075"/>
                  </a:lnTo>
                  <a:lnTo>
                    <a:pt x="234442" y="194449"/>
                  </a:lnTo>
                  <a:lnTo>
                    <a:pt x="232448" y="195491"/>
                  </a:lnTo>
                  <a:lnTo>
                    <a:pt x="232448" y="198335"/>
                  </a:lnTo>
                  <a:lnTo>
                    <a:pt x="234442" y="199377"/>
                  </a:lnTo>
                  <a:lnTo>
                    <a:pt x="235445" y="198158"/>
                  </a:lnTo>
                  <a:lnTo>
                    <a:pt x="235546" y="198018"/>
                  </a:lnTo>
                  <a:lnTo>
                    <a:pt x="235661" y="197891"/>
                  </a:lnTo>
                  <a:lnTo>
                    <a:pt x="236207" y="197218"/>
                  </a:lnTo>
                  <a:lnTo>
                    <a:pt x="236220" y="196608"/>
                  </a:lnTo>
                  <a:close/>
                </a:path>
                <a:path w="280035" h="281940">
                  <a:moveTo>
                    <a:pt x="236588" y="249453"/>
                  </a:moveTo>
                  <a:lnTo>
                    <a:pt x="233273" y="249453"/>
                  </a:lnTo>
                  <a:lnTo>
                    <a:pt x="234073" y="251307"/>
                  </a:lnTo>
                  <a:lnTo>
                    <a:pt x="234162" y="251485"/>
                  </a:lnTo>
                  <a:lnTo>
                    <a:pt x="234238" y="251675"/>
                  </a:lnTo>
                  <a:lnTo>
                    <a:pt x="234315" y="251853"/>
                  </a:lnTo>
                  <a:lnTo>
                    <a:pt x="234518" y="252323"/>
                  </a:lnTo>
                  <a:lnTo>
                    <a:pt x="235331" y="252323"/>
                  </a:lnTo>
                  <a:lnTo>
                    <a:pt x="235534" y="251853"/>
                  </a:lnTo>
                  <a:lnTo>
                    <a:pt x="235699" y="251485"/>
                  </a:lnTo>
                  <a:lnTo>
                    <a:pt x="235775" y="251307"/>
                  </a:lnTo>
                  <a:lnTo>
                    <a:pt x="236588" y="249453"/>
                  </a:lnTo>
                  <a:close/>
                </a:path>
                <a:path w="280035" h="281940">
                  <a:moveTo>
                    <a:pt x="237261" y="267677"/>
                  </a:moveTo>
                  <a:lnTo>
                    <a:pt x="237083" y="265455"/>
                  </a:lnTo>
                  <a:lnTo>
                    <a:pt x="236943" y="264960"/>
                  </a:lnTo>
                  <a:lnTo>
                    <a:pt x="236258" y="263385"/>
                  </a:lnTo>
                  <a:lnTo>
                    <a:pt x="234886" y="262978"/>
                  </a:lnTo>
                  <a:lnTo>
                    <a:pt x="234708" y="263029"/>
                  </a:lnTo>
                  <a:lnTo>
                    <a:pt x="231025" y="267804"/>
                  </a:lnTo>
                  <a:lnTo>
                    <a:pt x="232410" y="268998"/>
                  </a:lnTo>
                  <a:lnTo>
                    <a:pt x="233908" y="269062"/>
                  </a:lnTo>
                  <a:lnTo>
                    <a:pt x="235699" y="269125"/>
                  </a:lnTo>
                  <a:lnTo>
                    <a:pt x="237261" y="267677"/>
                  </a:lnTo>
                  <a:close/>
                </a:path>
                <a:path w="280035" h="281940">
                  <a:moveTo>
                    <a:pt x="237540" y="166560"/>
                  </a:moveTo>
                  <a:lnTo>
                    <a:pt x="236524" y="166204"/>
                  </a:lnTo>
                  <a:lnTo>
                    <a:pt x="234480" y="165519"/>
                  </a:lnTo>
                  <a:lnTo>
                    <a:pt x="234200" y="166306"/>
                  </a:lnTo>
                  <a:lnTo>
                    <a:pt x="235089" y="166903"/>
                  </a:lnTo>
                  <a:lnTo>
                    <a:pt x="235546" y="167195"/>
                  </a:lnTo>
                  <a:lnTo>
                    <a:pt x="235978" y="167500"/>
                  </a:lnTo>
                  <a:lnTo>
                    <a:pt x="236804" y="168046"/>
                  </a:lnTo>
                  <a:lnTo>
                    <a:pt x="237540" y="166560"/>
                  </a:lnTo>
                  <a:close/>
                </a:path>
                <a:path w="280035" h="281940">
                  <a:moveTo>
                    <a:pt x="241452" y="121920"/>
                  </a:moveTo>
                  <a:lnTo>
                    <a:pt x="239941" y="119849"/>
                  </a:lnTo>
                  <a:lnTo>
                    <a:pt x="237794" y="119735"/>
                  </a:lnTo>
                  <a:lnTo>
                    <a:pt x="234099" y="119532"/>
                  </a:lnTo>
                  <a:lnTo>
                    <a:pt x="233349" y="122326"/>
                  </a:lnTo>
                  <a:lnTo>
                    <a:pt x="237070" y="126631"/>
                  </a:lnTo>
                  <a:lnTo>
                    <a:pt x="239801" y="125818"/>
                  </a:lnTo>
                  <a:lnTo>
                    <a:pt x="241452" y="121920"/>
                  </a:lnTo>
                  <a:close/>
                </a:path>
                <a:path w="280035" h="281940">
                  <a:moveTo>
                    <a:pt x="245211" y="158356"/>
                  </a:moveTo>
                  <a:lnTo>
                    <a:pt x="244195" y="158508"/>
                  </a:lnTo>
                  <a:lnTo>
                    <a:pt x="243484" y="158597"/>
                  </a:lnTo>
                  <a:lnTo>
                    <a:pt x="241795" y="158851"/>
                  </a:lnTo>
                  <a:lnTo>
                    <a:pt x="241795" y="159372"/>
                  </a:lnTo>
                  <a:lnTo>
                    <a:pt x="242100" y="159423"/>
                  </a:lnTo>
                  <a:lnTo>
                    <a:pt x="242798" y="159524"/>
                  </a:lnTo>
                  <a:lnTo>
                    <a:pt x="243484" y="159613"/>
                  </a:lnTo>
                  <a:lnTo>
                    <a:pt x="245211" y="159867"/>
                  </a:lnTo>
                  <a:lnTo>
                    <a:pt x="245211" y="158356"/>
                  </a:lnTo>
                  <a:close/>
                </a:path>
                <a:path w="280035" h="281940">
                  <a:moveTo>
                    <a:pt x="248272" y="262483"/>
                  </a:moveTo>
                  <a:lnTo>
                    <a:pt x="247688" y="262483"/>
                  </a:lnTo>
                  <a:lnTo>
                    <a:pt x="247688" y="262928"/>
                  </a:lnTo>
                  <a:lnTo>
                    <a:pt x="247980" y="262928"/>
                  </a:lnTo>
                  <a:lnTo>
                    <a:pt x="248272" y="262928"/>
                  </a:lnTo>
                  <a:lnTo>
                    <a:pt x="248272" y="262483"/>
                  </a:lnTo>
                  <a:close/>
                </a:path>
                <a:path w="280035" h="281940">
                  <a:moveTo>
                    <a:pt x="250050" y="210616"/>
                  </a:moveTo>
                  <a:lnTo>
                    <a:pt x="249961" y="210134"/>
                  </a:lnTo>
                  <a:lnTo>
                    <a:pt x="249593" y="209702"/>
                  </a:lnTo>
                  <a:lnTo>
                    <a:pt x="248348" y="208318"/>
                  </a:lnTo>
                  <a:lnTo>
                    <a:pt x="246621" y="210667"/>
                  </a:lnTo>
                  <a:lnTo>
                    <a:pt x="247269" y="210972"/>
                  </a:lnTo>
                  <a:lnTo>
                    <a:pt x="247523" y="211442"/>
                  </a:lnTo>
                  <a:lnTo>
                    <a:pt x="247688" y="211772"/>
                  </a:lnTo>
                  <a:lnTo>
                    <a:pt x="248043" y="211975"/>
                  </a:lnTo>
                  <a:lnTo>
                    <a:pt x="248996" y="211912"/>
                  </a:lnTo>
                  <a:lnTo>
                    <a:pt x="249478" y="211670"/>
                  </a:lnTo>
                  <a:lnTo>
                    <a:pt x="250050" y="210616"/>
                  </a:lnTo>
                  <a:close/>
                </a:path>
                <a:path w="280035" h="281940">
                  <a:moveTo>
                    <a:pt x="250520" y="281317"/>
                  </a:moveTo>
                  <a:lnTo>
                    <a:pt x="249796" y="281317"/>
                  </a:lnTo>
                  <a:lnTo>
                    <a:pt x="249796" y="281889"/>
                  </a:lnTo>
                  <a:lnTo>
                    <a:pt x="250151" y="281889"/>
                  </a:lnTo>
                  <a:lnTo>
                    <a:pt x="250520" y="281889"/>
                  </a:lnTo>
                  <a:lnTo>
                    <a:pt x="250520" y="281317"/>
                  </a:lnTo>
                  <a:close/>
                </a:path>
                <a:path w="280035" h="281940">
                  <a:moveTo>
                    <a:pt x="253415" y="242671"/>
                  </a:moveTo>
                  <a:lnTo>
                    <a:pt x="251256" y="243217"/>
                  </a:lnTo>
                  <a:lnTo>
                    <a:pt x="250355" y="243446"/>
                  </a:lnTo>
                  <a:lnTo>
                    <a:pt x="249897" y="243547"/>
                  </a:lnTo>
                  <a:lnTo>
                    <a:pt x="248958" y="243789"/>
                  </a:lnTo>
                  <a:lnTo>
                    <a:pt x="248958" y="245211"/>
                  </a:lnTo>
                  <a:lnTo>
                    <a:pt x="249897" y="245452"/>
                  </a:lnTo>
                  <a:lnTo>
                    <a:pt x="250355" y="245567"/>
                  </a:lnTo>
                  <a:lnTo>
                    <a:pt x="253403" y="246329"/>
                  </a:lnTo>
                  <a:lnTo>
                    <a:pt x="253415" y="242671"/>
                  </a:lnTo>
                  <a:close/>
                </a:path>
                <a:path w="280035" h="281940">
                  <a:moveTo>
                    <a:pt x="259181" y="189014"/>
                  </a:moveTo>
                  <a:lnTo>
                    <a:pt x="258965" y="187528"/>
                  </a:lnTo>
                  <a:lnTo>
                    <a:pt x="258800" y="187198"/>
                  </a:lnTo>
                  <a:lnTo>
                    <a:pt x="256578" y="183794"/>
                  </a:lnTo>
                  <a:lnTo>
                    <a:pt x="252691" y="187871"/>
                  </a:lnTo>
                  <a:lnTo>
                    <a:pt x="255625" y="189636"/>
                  </a:lnTo>
                  <a:lnTo>
                    <a:pt x="256222" y="189992"/>
                  </a:lnTo>
                  <a:lnTo>
                    <a:pt x="256705" y="190119"/>
                  </a:lnTo>
                  <a:lnTo>
                    <a:pt x="258610" y="190334"/>
                  </a:lnTo>
                  <a:lnTo>
                    <a:pt x="259181" y="189014"/>
                  </a:lnTo>
                  <a:close/>
                </a:path>
                <a:path w="280035" h="281940">
                  <a:moveTo>
                    <a:pt x="262051" y="172885"/>
                  </a:moveTo>
                  <a:lnTo>
                    <a:pt x="261467" y="172885"/>
                  </a:lnTo>
                  <a:lnTo>
                    <a:pt x="261467" y="173342"/>
                  </a:lnTo>
                  <a:lnTo>
                    <a:pt x="261759" y="173342"/>
                  </a:lnTo>
                  <a:lnTo>
                    <a:pt x="262051" y="173342"/>
                  </a:lnTo>
                  <a:lnTo>
                    <a:pt x="262051" y="172885"/>
                  </a:lnTo>
                  <a:close/>
                </a:path>
                <a:path w="280035" h="281940">
                  <a:moveTo>
                    <a:pt x="265023" y="159118"/>
                  </a:moveTo>
                  <a:lnTo>
                    <a:pt x="261404" y="159118"/>
                  </a:lnTo>
                  <a:lnTo>
                    <a:pt x="261404" y="161925"/>
                  </a:lnTo>
                  <a:lnTo>
                    <a:pt x="263207" y="161925"/>
                  </a:lnTo>
                  <a:lnTo>
                    <a:pt x="265023" y="161925"/>
                  </a:lnTo>
                  <a:lnTo>
                    <a:pt x="265023" y="159118"/>
                  </a:lnTo>
                  <a:close/>
                </a:path>
                <a:path w="280035" h="281940">
                  <a:moveTo>
                    <a:pt x="266255" y="136448"/>
                  </a:moveTo>
                  <a:lnTo>
                    <a:pt x="264769" y="135153"/>
                  </a:lnTo>
                  <a:lnTo>
                    <a:pt x="263690" y="134200"/>
                  </a:lnTo>
                  <a:lnTo>
                    <a:pt x="262750" y="134188"/>
                  </a:lnTo>
                  <a:lnTo>
                    <a:pt x="260159" y="136461"/>
                  </a:lnTo>
                  <a:lnTo>
                    <a:pt x="261378" y="138925"/>
                  </a:lnTo>
                  <a:lnTo>
                    <a:pt x="265036" y="138925"/>
                  </a:lnTo>
                  <a:lnTo>
                    <a:pt x="266255" y="136448"/>
                  </a:lnTo>
                  <a:close/>
                </a:path>
                <a:path w="280035" h="281940">
                  <a:moveTo>
                    <a:pt x="266407" y="184086"/>
                  </a:moveTo>
                  <a:lnTo>
                    <a:pt x="265811" y="184086"/>
                  </a:lnTo>
                  <a:lnTo>
                    <a:pt x="265811" y="184531"/>
                  </a:lnTo>
                  <a:lnTo>
                    <a:pt x="266103" y="184531"/>
                  </a:lnTo>
                  <a:lnTo>
                    <a:pt x="266407" y="184531"/>
                  </a:lnTo>
                  <a:lnTo>
                    <a:pt x="266407" y="184086"/>
                  </a:lnTo>
                  <a:close/>
                </a:path>
                <a:path w="280035" h="281940">
                  <a:moveTo>
                    <a:pt x="269392" y="271907"/>
                  </a:moveTo>
                  <a:lnTo>
                    <a:pt x="267804" y="270802"/>
                  </a:lnTo>
                  <a:lnTo>
                    <a:pt x="266636" y="271627"/>
                  </a:lnTo>
                  <a:lnTo>
                    <a:pt x="266471" y="271754"/>
                  </a:lnTo>
                  <a:lnTo>
                    <a:pt x="266293" y="271868"/>
                  </a:lnTo>
                  <a:lnTo>
                    <a:pt x="265226" y="272630"/>
                  </a:lnTo>
                  <a:lnTo>
                    <a:pt x="265226" y="273786"/>
                  </a:lnTo>
                  <a:lnTo>
                    <a:pt x="267804" y="275602"/>
                  </a:lnTo>
                  <a:lnTo>
                    <a:pt x="269392" y="274497"/>
                  </a:lnTo>
                  <a:lnTo>
                    <a:pt x="269392" y="271907"/>
                  </a:lnTo>
                  <a:close/>
                </a:path>
                <a:path w="280035" h="281940">
                  <a:moveTo>
                    <a:pt x="270281" y="151904"/>
                  </a:moveTo>
                  <a:lnTo>
                    <a:pt x="268897" y="151091"/>
                  </a:lnTo>
                  <a:lnTo>
                    <a:pt x="265074" y="148856"/>
                  </a:lnTo>
                  <a:lnTo>
                    <a:pt x="264198" y="149910"/>
                  </a:lnTo>
                  <a:lnTo>
                    <a:pt x="268770" y="153949"/>
                  </a:lnTo>
                  <a:lnTo>
                    <a:pt x="270281" y="151904"/>
                  </a:lnTo>
                  <a:close/>
                </a:path>
                <a:path w="280035" h="281940">
                  <a:moveTo>
                    <a:pt x="279577" y="203746"/>
                  </a:moveTo>
                  <a:lnTo>
                    <a:pt x="279234" y="201333"/>
                  </a:lnTo>
                  <a:lnTo>
                    <a:pt x="277647" y="200139"/>
                  </a:lnTo>
                  <a:lnTo>
                    <a:pt x="277304" y="199821"/>
                  </a:lnTo>
                  <a:lnTo>
                    <a:pt x="276936" y="199605"/>
                  </a:lnTo>
                  <a:lnTo>
                    <a:pt x="276491" y="199466"/>
                  </a:lnTo>
                  <a:lnTo>
                    <a:pt x="275463" y="199021"/>
                  </a:lnTo>
                  <a:lnTo>
                    <a:pt x="273977" y="199288"/>
                  </a:lnTo>
                  <a:lnTo>
                    <a:pt x="273558" y="201269"/>
                  </a:lnTo>
                  <a:lnTo>
                    <a:pt x="273494" y="201815"/>
                  </a:lnTo>
                  <a:lnTo>
                    <a:pt x="273570" y="204571"/>
                  </a:lnTo>
                  <a:lnTo>
                    <a:pt x="275818" y="205943"/>
                  </a:lnTo>
                  <a:lnTo>
                    <a:pt x="279577" y="20374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4966449" y="7790427"/>
              <a:ext cx="497840" cy="320040"/>
            </a:xfrm>
            <a:custGeom>
              <a:avLst/>
              <a:gdLst/>
              <a:ahLst/>
              <a:cxnLst/>
              <a:rect l="l" t="t" r="r" b="b"/>
              <a:pathLst>
                <a:path w="497839" h="320040">
                  <a:moveTo>
                    <a:pt x="5943" y="294868"/>
                  </a:moveTo>
                  <a:lnTo>
                    <a:pt x="5435" y="294208"/>
                  </a:lnTo>
                  <a:lnTo>
                    <a:pt x="5422" y="294868"/>
                  </a:lnTo>
                  <a:lnTo>
                    <a:pt x="5397" y="294170"/>
                  </a:lnTo>
                  <a:lnTo>
                    <a:pt x="5461" y="293116"/>
                  </a:lnTo>
                  <a:lnTo>
                    <a:pt x="5473" y="292900"/>
                  </a:lnTo>
                  <a:lnTo>
                    <a:pt x="5384" y="294157"/>
                  </a:lnTo>
                  <a:lnTo>
                    <a:pt x="4483" y="294157"/>
                  </a:lnTo>
                  <a:lnTo>
                    <a:pt x="4419" y="295059"/>
                  </a:lnTo>
                  <a:lnTo>
                    <a:pt x="4279" y="294005"/>
                  </a:lnTo>
                  <a:lnTo>
                    <a:pt x="3441" y="293357"/>
                  </a:lnTo>
                  <a:lnTo>
                    <a:pt x="3606" y="293357"/>
                  </a:lnTo>
                  <a:lnTo>
                    <a:pt x="3479" y="293382"/>
                  </a:lnTo>
                  <a:lnTo>
                    <a:pt x="4279" y="294005"/>
                  </a:lnTo>
                  <a:lnTo>
                    <a:pt x="5270" y="294005"/>
                  </a:lnTo>
                  <a:lnTo>
                    <a:pt x="5384" y="294157"/>
                  </a:lnTo>
                  <a:lnTo>
                    <a:pt x="5384" y="292887"/>
                  </a:lnTo>
                  <a:lnTo>
                    <a:pt x="4876" y="292773"/>
                  </a:lnTo>
                  <a:lnTo>
                    <a:pt x="4876" y="293471"/>
                  </a:lnTo>
                  <a:lnTo>
                    <a:pt x="4673" y="293344"/>
                  </a:lnTo>
                  <a:lnTo>
                    <a:pt x="4876" y="293471"/>
                  </a:lnTo>
                  <a:lnTo>
                    <a:pt x="4876" y="292773"/>
                  </a:lnTo>
                  <a:lnTo>
                    <a:pt x="3898" y="292569"/>
                  </a:lnTo>
                  <a:lnTo>
                    <a:pt x="3898" y="293344"/>
                  </a:lnTo>
                  <a:lnTo>
                    <a:pt x="3721" y="293471"/>
                  </a:lnTo>
                  <a:lnTo>
                    <a:pt x="3873" y="293344"/>
                  </a:lnTo>
                  <a:lnTo>
                    <a:pt x="3898" y="292569"/>
                  </a:lnTo>
                  <a:lnTo>
                    <a:pt x="1879" y="292125"/>
                  </a:lnTo>
                  <a:lnTo>
                    <a:pt x="0" y="294868"/>
                  </a:lnTo>
                  <a:lnTo>
                    <a:pt x="2730" y="297040"/>
                  </a:lnTo>
                  <a:lnTo>
                    <a:pt x="3543" y="297281"/>
                  </a:lnTo>
                  <a:lnTo>
                    <a:pt x="5410" y="296176"/>
                  </a:lnTo>
                  <a:lnTo>
                    <a:pt x="5905" y="295186"/>
                  </a:lnTo>
                  <a:lnTo>
                    <a:pt x="5943" y="294868"/>
                  </a:lnTo>
                  <a:close/>
                </a:path>
                <a:path w="497839" h="320040">
                  <a:moveTo>
                    <a:pt x="22250" y="139331"/>
                  </a:moveTo>
                  <a:lnTo>
                    <a:pt x="13741" y="139331"/>
                  </a:lnTo>
                  <a:lnTo>
                    <a:pt x="13728" y="145935"/>
                  </a:lnTo>
                  <a:lnTo>
                    <a:pt x="17983" y="145935"/>
                  </a:lnTo>
                  <a:lnTo>
                    <a:pt x="22237" y="145935"/>
                  </a:lnTo>
                  <a:lnTo>
                    <a:pt x="22250" y="139331"/>
                  </a:lnTo>
                  <a:close/>
                </a:path>
                <a:path w="497839" h="320040">
                  <a:moveTo>
                    <a:pt x="24968" y="180797"/>
                  </a:moveTo>
                  <a:lnTo>
                    <a:pt x="16459" y="180797"/>
                  </a:lnTo>
                  <a:lnTo>
                    <a:pt x="16446" y="187413"/>
                  </a:lnTo>
                  <a:lnTo>
                    <a:pt x="20713" y="187413"/>
                  </a:lnTo>
                  <a:lnTo>
                    <a:pt x="24955" y="187413"/>
                  </a:lnTo>
                  <a:lnTo>
                    <a:pt x="24968" y="180797"/>
                  </a:lnTo>
                  <a:close/>
                </a:path>
                <a:path w="497839" h="320040">
                  <a:moveTo>
                    <a:pt x="30594" y="314972"/>
                  </a:moveTo>
                  <a:lnTo>
                    <a:pt x="30187" y="312051"/>
                  </a:lnTo>
                  <a:lnTo>
                    <a:pt x="25361" y="312051"/>
                  </a:lnTo>
                  <a:lnTo>
                    <a:pt x="24968" y="314972"/>
                  </a:lnTo>
                  <a:lnTo>
                    <a:pt x="26644" y="316230"/>
                  </a:lnTo>
                  <a:lnTo>
                    <a:pt x="27317" y="316750"/>
                  </a:lnTo>
                  <a:lnTo>
                    <a:pt x="28232" y="316750"/>
                  </a:lnTo>
                  <a:lnTo>
                    <a:pt x="30594" y="314972"/>
                  </a:lnTo>
                  <a:close/>
                </a:path>
                <a:path w="497839" h="320040">
                  <a:moveTo>
                    <a:pt x="32969" y="289915"/>
                  </a:moveTo>
                  <a:lnTo>
                    <a:pt x="32385" y="289915"/>
                  </a:lnTo>
                  <a:lnTo>
                    <a:pt x="32385" y="290372"/>
                  </a:lnTo>
                  <a:lnTo>
                    <a:pt x="32677" y="290372"/>
                  </a:lnTo>
                  <a:lnTo>
                    <a:pt x="32969" y="290372"/>
                  </a:lnTo>
                  <a:lnTo>
                    <a:pt x="32969" y="289915"/>
                  </a:lnTo>
                  <a:close/>
                </a:path>
                <a:path w="497839" h="320040">
                  <a:moveTo>
                    <a:pt x="36144" y="214007"/>
                  </a:moveTo>
                  <a:lnTo>
                    <a:pt x="33591" y="209283"/>
                  </a:lnTo>
                  <a:lnTo>
                    <a:pt x="24638" y="212547"/>
                  </a:lnTo>
                  <a:lnTo>
                    <a:pt x="29400" y="220268"/>
                  </a:lnTo>
                  <a:lnTo>
                    <a:pt x="33540" y="216420"/>
                  </a:lnTo>
                  <a:lnTo>
                    <a:pt x="36144" y="214007"/>
                  </a:lnTo>
                  <a:close/>
                </a:path>
                <a:path w="497839" h="320040">
                  <a:moveTo>
                    <a:pt x="36791" y="171526"/>
                  </a:moveTo>
                  <a:lnTo>
                    <a:pt x="34874" y="169468"/>
                  </a:lnTo>
                  <a:lnTo>
                    <a:pt x="33451" y="170535"/>
                  </a:lnTo>
                  <a:lnTo>
                    <a:pt x="33108" y="170802"/>
                  </a:lnTo>
                  <a:lnTo>
                    <a:pt x="32664" y="170802"/>
                  </a:lnTo>
                  <a:lnTo>
                    <a:pt x="31064" y="171386"/>
                  </a:lnTo>
                  <a:lnTo>
                    <a:pt x="30746" y="172681"/>
                  </a:lnTo>
                  <a:lnTo>
                    <a:pt x="31546" y="173659"/>
                  </a:lnTo>
                  <a:lnTo>
                    <a:pt x="32893" y="175234"/>
                  </a:lnTo>
                  <a:lnTo>
                    <a:pt x="34874" y="174421"/>
                  </a:lnTo>
                  <a:lnTo>
                    <a:pt x="35864" y="172948"/>
                  </a:lnTo>
                  <a:lnTo>
                    <a:pt x="36791" y="171526"/>
                  </a:lnTo>
                  <a:close/>
                </a:path>
                <a:path w="497839" h="320040">
                  <a:moveTo>
                    <a:pt x="39624" y="281292"/>
                  </a:moveTo>
                  <a:lnTo>
                    <a:pt x="33362" y="272669"/>
                  </a:lnTo>
                  <a:lnTo>
                    <a:pt x="26771" y="279527"/>
                  </a:lnTo>
                  <a:lnTo>
                    <a:pt x="31838" y="282930"/>
                  </a:lnTo>
                  <a:lnTo>
                    <a:pt x="35407" y="285318"/>
                  </a:lnTo>
                  <a:lnTo>
                    <a:pt x="39624" y="281292"/>
                  </a:lnTo>
                  <a:close/>
                </a:path>
                <a:path w="497839" h="320040">
                  <a:moveTo>
                    <a:pt x="44196" y="250113"/>
                  </a:moveTo>
                  <a:lnTo>
                    <a:pt x="39928" y="249097"/>
                  </a:lnTo>
                  <a:lnTo>
                    <a:pt x="38798" y="248843"/>
                  </a:lnTo>
                  <a:lnTo>
                    <a:pt x="37960" y="248831"/>
                  </a:lnTo>
                  <a:lnTo>
                    <a:pt x="36004" y="249936"/>
                  </a:lnTo>
                  <a:lnTo>
                    <a:pt x="35763" y="250952"/>
                  </a:lnTo>
                  <a:lnTo>
                    <a:pt x="36055" y="252818"/>
                  </a:lnTo>
                  <a:lnTo>
                    <a:pt x="36461" y="253377"/>
                  </a:lnTo>
                  <a:lnTo>
                    <a:pt x="41059" y="257111"/>
                  </a:lnTo>
                  <a:lnTo>
                    <a:pt x="44196" y="250113"/>
                  </a:lnTo>
                  <a:close/>
                </a:path>
                <a:path w="497839" h="320040">
                  <a:moveTo>
                    <a:pt x="49060" y="291465"/>
                  </a:moveTo>
                  <a:lnTo>
                    <a:pt x="47967" y="288950"/>
                  </a:lnTo>
                  <a:lnTo>
                    <a:pt x="47840" y="288658"/>
                  </a:lnTo>
                  <a:lnTo>
                    <a:pt x="47790" y="288531"/>
                  </a:lnTo>
                  <a:lnTo>
                    <a:pt x="47459" y="287794"/>
                  </a:lnTo>
                  <a:lnTo>
                    <a:pt x="46164" y="287794"/>
                  </a:lnTo>
                  <a:lnTo>
                    <a:pt x="45770" y="288658"/>
                  </a:lnTo>
                  <a:lnTo>
                    <a:pt x="45720" y="288810"/>
                  </a:lnTo>
                  <a:lnTo>
                    <a:pt x="44564" y="291465"/>
                  </a:lnTo>
                  <a:lnTo>
                    <a:pt x="49060" y="291465"/>
                  </a:lnTo>
                  <a:close/>
                </a:path>
                <a:path w="497839" h="320040">
                  <a:moveTo>
                    <a:pt x="53086" y="298843"/>
                  </a:moveTo>
                  <a:lnTo>
                    <a:pt x="52793" y="298843"/>
                  </a:lnTo>
                  <a:lnTo>
                    <a:pt x="51409" y="298843"/>
                  </a:lnTo>
                  <a:lnTo>
                    <a:pt x="51409" y="299300"/>
                  </a:lnTo>
                  <a:lnTo>
                    <a:pt x="53086" y="299300"/>
                  </a:lnTo>
                  <a:lnTo>
                    <a:pt x="53086" y="298843"/>
                  </a:lnTo>
                  <a:close/>
                </a:path>
                <a:path w="497839" h="320040">
                  <a:moveTo>
                    <a:pt x="54610" y="168605"/>
                  </a:moveTo>
                  <a:lnTo>
                    <a:pt x="51955" y="165950"/>
                  </a:lnTo>
                  <a:lnTo>
                    <a:pt x="49390" y="166903"/>
                  </a:lnTo>
                  <a:lnTo>
                    <a:pt x="49453" y="168884"/>
                  </a:lnTo>
                  <a:lnTo>
                    <a:pt x="49504" y="170370"/>
                  </a:lnTo>
                  <a:lnTo>
                    <a:pt x="50215" y="171030"/>
                  </a:lnTo>
                  <a:lnTo>
                    <a:pt x="51346" y="171107"/>
                  </a:lnTo>
                  <a:lnTo>
                    <a:pt x="51714" y="171132"/>
                  </a:lnTo>
                  <a:lnTo>
                    <a:pt x="53708" y="171272"/>
                  </a:lnTo>
                  <a:lnTo>
                    <a:pt x="54610" y="168605"/>
                  </a:lnTo>
                  <a:close/>
                </a:path>
                <a:path w="497839" h="320040">
                  <a:moveTo>
                    <a:pt x="57061" y="236867"/>
                  </a:moveTo>
                  <a:lnTo>
                    <a:pt x="49631" y="236867"/>
                  </a:lnTo>
                  <a:lnTo>
                    <a:pt x="49618" y="242633"/>
                  </a:lnTo>
                  <a:lnTo>
                    <a:pt x="53340" y="242633"/>
                  </a:lnTo>
                  <a:lnTo>
                    <a:pt x="57048" y="242633"/>
                  </a:lnTo>
                  <a:lnTo>
                    <a:pt x="57061" y="236867"/>
                  </a:lnTo>
                  <a:close/>
                </a:path>
                <a:path w="497839" h="320040">
                  <a:moveTo>
                    <a:pt x="63207" y="204825"/>
                  </a:moveTo>
                  <a:lnTo>
                    <a:pt x="61709" y="202158"/>
                  </a:lnTo>
                  <a:lnTo>
                    <a:pt x="59334" y="202298"/>
                  </a:lnTo>
                  <a:lnTo>
                    <a:pt x="58254" y="202361"/>
                  </a:lnTo>
                  <a:lnTo>
                    <a:pt x="57467" y="202526"/>
                  </a:lnTo>
                  <a:lnTo>
                    <a:pt x="55295" y="203581"/>
                  </a:lnTo>
                  <a:lnTo>
                    <a:pt x="55079" y="205193"/>
                  </a:lnTo>
                  <a:lnTo>
                    <a:pt x="55638" y="206273"/>
                  </a:lnTo>
                  <a:lnTo>
                    <a:pt x="56019" y="206997"/>
                  </a:lnTo>
                  <a:lnTo>
                    <a:pt x="56362" y="207403"/>
                  </a:lnTo>
                  <a:lnTo>
                    <a:pt x="58750" y="209397"/>
                  </a:lnTo>
                  <a:lnTo>
                    <a:pt x="61391" y="209130"/>
                  </a:lnTo>
                  <a:lnTo>
                    <a:pt x="63207" y="204825"/>
                  </a:lnTo>
                  <a:close/>
                </a:path>
                <a:path w="497839" h="320040">
                  <a:moveTo>
                    <a:pt x="70192" y="196913"/>
                  </a:moveTo>
                  <a:lnTo>
                    <a:pt x="68021" y="196913"/>
                  </a:lnTo>
                  <a:lnTo>
                    <a:pt x="68021" y="198602"/>
                  </a:lnTo>
                  <a:lnTo>
                    <a:pt x="69113" y="198602"/>
                  </a:lnTo>
                  <a:lnTo>
                    <a:pt x="70192" y="198602"/>
                  </a:lnTo>
                  <a:lnTo>
                    <a:pt x="70192" y="196913"/>
                  </a:lnTo>
                  <a:close/>
                </a:path>
                <a:path w="497839" h="320040">
                  <a:moveTo>
                    <a:pt x="73139" y="283375"/>
                  </a:moveTo>
                  <a:lnTo>
                    <a:pt x="68999" y="278295"/>
                  </a:lnTo>
                  <a:lnTo>
                    <a:pt x="65341" y="279463"/>
                  </a:lnTo>
                  <a:lnTo>
                    <a:pt x="63233" y="284429"/>
                  </a:lnTo>
                  <a:lnTo>
                    <a:pt x="65151" y="287350"/>
                  </a:lnTo>
                  <a:lnTo>
                    <a:pt x="67995" y="287375"/>
                  </a:lnTo>
                  <a:lnTo>
                    <a:pt x="72059" y="287413"/>
                  </a:lnTo>
                  <a:lnTo>
                    <a:pt x="73139" y="283375"/>
                  </a:lnTo>
                  <a:close/>
                </a:path>
                <a:path w="497839" h="320040">
                  <a:moveTo>
                    <a:pt x="75006" y="178816"/>
                  </a:moveTo>
                  <a:lnTo>
                    <a:pt x="70827" y="178816"/>
                  </a:lnTo>
                  <a:lnTo>
                    <a:pt x="70827" y="182041"/>
                  </a:lnTo>
                  <a:lnTo>
                    <a:pt x="72910" y="182041"/>
                  </a:lnTo>
                  <a:lnTo>
                    <a:pt x="75006" y="182041"/>
                  </a:lnTo>
                  <a:lnTo>
                    <a:pt x="75006" y="178816"/>
                  </a:lnTo>
                  <a:close/>
                </a:path>
                <a:path w="497839" h="320040">
                  <a:moveTo>
                    <a:pt x="77901" y="306654"/>
                  </a:moveTo>
                  <a:lnTo>
                    <a:pt x="69037" y="306654"/>
                  </a:lnTo>
                  <a:lnTo>
                    <a:pt x="69024" y="313537"/>
                  </a:lnTo>
                  <a:lnTo>
                    <a:pt x="73456" y="313537"/>
                  </a:lnTo>
                  <a:lnTo>
                    <a:pt x="77889" y="313537"/>
                  </a:lnTo>
                  <a:lnTo>
                    <a:pt x="77901" y="306654"/>
                  </a:lnTo>
                  <a:close/>
                </a:path>
                <a:path w="497839" h="320040">
                  <a:moveTo>
                    <a:pt x="79946" y="242963"/>
                  </a:moveTo>
                  <a:lnTo>
                    <a:pt x="77584" y="242277"/>
                  </a:lnTo>
                  <a:lnTo>
                    <a:pt x="76949" y="242087"/>
                  </a:lnTo>
                  <a:lnTo>
                    <a:pt x="76352" y="241922"/>
                  </a:lnTo>
                  <a:lnTo>
                    <a:pt x="75717" y="242519"/>
                  </a:lnTo>
                  <a:lnTo>
                    <a:pt x="75984" y="243332"/>
                  </a:lnTo>
                  <a:lnTo>
                    <a:pt x="76047" y="243535"/>
                  </a:lnTo>
                  <a:lnTo>
                    <a:pt x="76123" y="243738"/>
                  </a:lnTo>
                  <a:lnTo>
                    <a:pt x="76923" y="246176"/>
                  </a:lnTo>
                  <a:lnTo>
                    <a:pt x="79946" y="242963"/>
                  </a:lnTo>
                  <a:close/>
                </a:path>
                <a:path w="497839" h="320040">
                  <a:moveTo>
                    <a:pt x="83604" y="209232"/>
                  </a:moveTo>
                  <a:lnTo>
                    <a:pt x="83426" y="208483"/>
                  </a:lnTo>
                  <a:lnTo>
                    <a:pt x="83096" y="207200"/>
                  </a:lnTo>
                  <a:lnTo>
                    <a:pt x="80022" y="204927"/>
                  </a:lnTo>
                  <a:lnTo>
                    <a:pt x="78638" y="205168"/>
                  </a:lnTo>
                  <a:lnTo>
                    <a:pt x="76161" y="206375"/>
                  </a:lnTo>
                  <a:lnTo>
                    <a:pt x="75971" y="207200"/>
                  </a:lnTo>
                  <a:lnTo>
                    <a:pt x="75920" y="208483"/>
                  </a:lnTo>
                  <a:lnTo>
                    <a:pt x="76060" y="209156"/>
                  </a:lnTo>
                  <a:lnTo>
                    <a:pt x="74828" y="212572"/>
                  </a:lnTo>
                  <a:lnTo>
                    <a:pt x="80695" y="215074"/>
                  </a:lnTo>
                  <a:lnTo>
                    <a:pt x="83058" y="210337"/>
                  </a:lnTo>
                  <a:lnTo>
                    <a:pt x="83604" y="209232"/>
                  </a:lnTo>
                  <a:close/>
                </a:path>
                <a:path w="497839" h="320040">
                  <a:moveTo>
                    <a:pt x="94881" y="279285"/>
                  </a:moveTo>
                  <a:lnTo>
                    <a:pt x="90830" y="273304"/>
                  </a:lnTo>
                  <a:lnTo>
                    <a:pt x="87769" y="276288"/>
                  </a:lnTo>
                  <a:lnTo>
                    <a:pt x="87464" y="276301"/>
                  </a:lnTo>
                  <a:lnTo>
                    <a:pt x="87210" y="276364"/>
                  </a:lnTo>
                  <a:lnTo>
                    <a:pt x="86969" y="276453"/>
                  </a:lnTo>
                  <a:lnTo>
                    <a:pt x="85775" y="276834"/>
                  </a:lnTo>
                  <a:lnTo>
                    <a:pt x="85128" y="278003"/>
                  </a:lnTo>
                  <a:lnTo>
                    <a:pt x="85699" y="280543"/>
                  </a:lnTo>
                  <a:lnTo>
                    <a:pt x="86499" y="281228"/>
                  </a:lnTo>
                  <a:lnTo>
                    <a:pt x="88760" y="281914"/>
                  </a:lnTo>
                  <a:lnTo>
                    <a:pt x="89877" y="281711"/>
                  </a:lnTo>
                  <a:lnTo>
                    <a:pt x="94881" y="279285"/>
                  </a:lnTo>
                  <a:close/>
                </a:path>
                <a:path w="497839" h="320040">
                  <a:moveTo>
                    <a:pt x="98933" y="298856"/>
                  </a:moveTo>
                  <a:lnTo>
                    <a:pt x="96812" y="296557"/>
                  </a:lnTo>
                  <a:lnTo>
                    <a:pt x="92519" y="296557"/>
                  </a:lnTo>
                  <a:lnTo>
                    <a:pt x="90398" y="298869"/>
                  </a:lnTo>
                  <a:lnTo>
                    <a:pt x="92621" y="304723"/>
                  </a:lnTo>
                  <a:lnTo>
                    <a:pt x="96710" y="304736"/>
                  </a:lnTo>
                  <a:lnTo>
                    <a:pt x="97917" y="301536"/>
                  </a:lnTo>
                  <a:lnTo>
                    <a:pt x="98933" y="298856"/>
                  </a:lnTo>
                  <a:close/>
                </a:path>
                <a:path w="497839" h="320040">
                  <a:moveTo>
                    <a:pt x="101396" y="252615"/>
                  </a:moveTo>
                  <a:lnTo>
                    <a:pt x="99326" y="251396"/>
                  </a:lnTo>
                  <a:lnTo>
                    <a:pt x="98590" y="250964"/>
                  </a:lnTo>
                  <a:lnTo>
                    <a:pt x="98031" y="250596"/>
                  </a:lnTo>
                  <a:lnTo>
                    <a:pt x="95986" y="250278"/>
                  </a:lnTo>
                  <a:lnTo>
                    <a:pt x="94805" y="251434"/>
                  </a:lnTo>
                  <a:lnTo>
                    <a:pt x="95516" y="252641"/>
                  </a:lnTo>
                  <a:lnTo>
                    <a:pt x="96037" y="253492"/>
                  </a:lnTo>
                  <a:lnTo>
                    <a:pt x="96685" y="253949"/>
                  </a:lnTo>
                  <a:lnTo>
                    <a:pt x="99326" y="255943"/>
                  </a:lnTo>
                  <a:lnTo>
                    <a:pt x="101396" y="252615"/>
                  </a:lnTo>
                  <a:close/>
                </a:path>
                <a:path w="497839" h="320040">
                  <a:moveTo>
                    <a:pt x="104952" y="221742"/>
                  </a:moveTo>
                  <a:lnTo>
                    <a:pt x="104609" y="220624"/>
                  </a:lnTo>
                  <a:lnTo>
                    <a:pt x="104089" y="218909"/>
                  </a:lnTo>
                  <a:lnTo>
                    <a:pt x="103593" y="217258"/>
                  </a:lnTo>
                  <a:lnTo>
                    <a:pt x="101917" y="217195"/>
                  </a:lnTo>
                  <a:lnTo>
                    <a:pt x="101917" y="224523"/>
                  </a:lnTo>
                  <a:lnTo>
                    <a:pt x="101917" y="217195"/>
                  </a:lnTo>
                  <a:lnTo>
                    <a:pt x="99453" y="217093"/>
                  </a:lnTo>
                  <a:lnTo>
                    <a:pt x="95148" y="222999"/>
                  </a:lnTo>
                  <a:lnTo>
                    <a:pt x="100825" y="226479"/>
                  </a:lnTo>
                  <a:lnTo>
                    <a:pt x="101739" y="224853"/>
                  </a:lnTo>
                  <a:lnTo>
                    <a:pt x="101904" y="224917"/>
                  </a:lnTo>
                  <a:lnTo>
                    <a:pt x="102984" y="224485"/>
                  </a:lnTo>
                  <a:lnTo>
                    <a:pt x="104597" y="222999"/>
                  </a:lnTo>
                  <a:lnTo>
                    <a:pt x="104686" y="222796"/>
                  </a:lnTo>
                  <a:lnTo>
                    <a:pt x="104952" y="221742"/>
                  </a:lnTo>
                  <a:close/>
                </a:path>
                <a:path w="497839" h="320040">
                  <a:moveTo>
                    <a:pt x="111912" y="276567"/>
                  </a:moveTo>
                  <a:lnTo>
                    <a:pt x="111671" y="276174"/>
                  </a:lnTo>
                  <a:lnTo>
                    <a:pt x="111417" y="276301"/>
                  </a:lnTo>
                  <a:lnTo>
                    <a:pt x="111048" y="276479"/>
                  </a:lnTo>
                  <a:lnTo>
                    <a:pt x="110693" y="276644"/>
                  </a:lnTo>
                  <a:lnTo>
                    <a:pt x="110058" y="276948"/>
                  </a:lnTo>
                  <a:lnTo>
                    <a:pt x="110299" y="277342"/>
                  </a:lnTo>
                  <a:lnTo>
                    <a:pt x="110909" y="277050"/>
                  </a:lnTo>
                  <a:lnTo>
                    <a:pt x="111912" y="276567"/>
                  </a:lnTo>
                  <a:close/>
                </a:path>
                <a:path w="497839" h="320040">
                  <a:moveTo>
                    <a:pt x="114134" y="277812"/>
                  </a:moveTo>
                  <a:lnTo>
                    <a:pt x="112318" y="278561"/>
                  </a:lnTo>
                  <a:lnTo>
                    <a:pt x="111988" y="278701"/>
                  </a:lnTo>
                  <a:lnTo>
                    <a:pt x="111823" y="278765"/>
                  </a:lnTo>
                  <a:lnTo>
                    <a:pt x="110972" y="279133"/>
                  </a:lnTo>
                  <a:lnTo>
                    <a:pt x="110972" y="280162"/>
                  </a:lnTo>
                  <a:lnTo>
                    <a:pt x="111823" y="280530"/>
                  </a:lnTo>
                  <a:lnTo>
                    <a:pt x="111988" y="280593"/>
                  </a:lnTo>
                  <a:lnTo>
                    <a:pt x="112153" y="280670"/>
                  </a:lnTo>
                  <a:lnTo>
                    <a:pt x="112318" y="280733"/>
                  </a:lnTo>
                  <a:lnTo>
                    <a:pt x="114109" y="281482"/>
                  </a:lnTo>
                  <a:lnTo>
                    <a:pt x="114134" y="277812"/>
                  </a:lnTo>
                  <a:close/>
                </a:path>
                <a:path w="497839" h="320040">
                  <a:moveTo>
                    <a:pt x="124040" y="312610"/>
                  </a:moveTo>
                  <a:lnTo>
                    <a:pt x="119697" y="312610"/>
                  </a:lnTo>
                  <a:lnTo>
                    <a:pt x="119684" y="315976"/>
                  </a:lnTo>
                  <a:lnTo>
                    <a:pt x="121856" y="315976"/>
                  </a:lnTo>
                  <a:lnTo>
                    <a:pt x="124028" y="315976"/>
                  </a:lnTo>
                  <a:lnTo>
                    <a:pt x="124040" y="312610"/>
                  </a:lnTo>
                  <a:close/>
                </a:path>
                <a:path w="497839" h="320040">
                  <a:moveTo>
                    <a:pt x="131800" y="258749"/>
                  </a:moveTo>
                  <a:lnTo>
                    <a:pt x="127482" y="262026"/>
                  </a:lnTo>
                  <a:lnTo>
                    <a:pt x="129146" y="262394"/>
                  </a:lnTo>
                  <a:lnTo>
                    <a:pt x="129933" y="261721"/>
                  </a:lnTo>
                  <a:lnTo>
                    <a:pt x="130403" y="261289"/>
                  </a:lnTo>
                  <a:lnTo>
                    <a:pt x="130568" y="261073"/>
                  </a:lnTo>
                  <a:lnTo>
                    <a:pt x="131800" y="258749"/>
                  </a:lnTo>
                  <a:close/>
                </a:path>
                <a:path w="497839" h="320040">
                  <a:moveTo>
                    <a:pt x="135001" y="246075"/>
                  </a:moveTo>
                  <a:lnTo>
                    <a:pt x="128295" y="246075"/>
                  </a:lnTo>
                  <a:lnTo>
                    <a:pt x="128295" y="251269"/>
                  </a:lnTo>
                  <a:lnTo>
                    <a:pt x="131648" y="251269"/>
                  </a:lnTo>
                  <a:lnTo>
                    <a:pt x="135001" y="251269"/>
                  </a:lnTo>
                  <a:lnTo>
                    <a:pt x="135001" y="246075"/>
                  </a:lnTo>
                  <a:close/>
                </a:path>
                <a:path w="497839" h="320040">
                  <a:moveTo>
                    <a:pt x="139560" y="273126"/>
                  </a:moveTo>
                  <a:lnTo>
                    <a:pt x="138976" y="273126"/>
                  </a:lnTo>
                  <a:lnTo>
                    <a:pt x="138976" y="273570"/>
                  </a:lnTo>
                  <a:lnTo>
                    <a:pt x="139268" y="273570"/>
                  </a:lnTo>
                  <a:lnTo>
                    <a:pt x="139560" y="273570"/>
                  </a:lnTo>
                  <a:lnTo>
                    <a:pt x="139560" y="273126"/>
                  </a:lnTo>
                  <a:close/>
                </a:path>
                <a:path w="497839" h="320040">
                  <a:moveTo>
                    <a:pt x="141262" y="291630"/>
                  </a:moveTo>
                  <a:lnTo>
                    <a:pt x="132930" y="291630"/>
                  </a:lnTo>
                  <a:lnTo>
                    <a:pt x="132918" y="298107"/>
                  </a:lnTo>
                  <a:lnTo>
                    <a:pt x="137083" y="298107"/>
                  </a:lnTo>
                  <a:lnTo>
                    <a:pt x="141249" y="298107"/>
                  </a:lnTo>
                  <a:lnTo>
                    <a:pt x="141262" y="291630"/>
                  </a:lnTo>
                  <a:close/>
                </a:path>
                <a:path w="497839" h="320040">
                  <a:moveTo>
                    <a:pt x="154000" y="267462"/>
                  </a:moveTo>
                  <a:lnTo>
                    <a:pt x="153543" y="266890"/>
                  </a:lnTo>
                  <a:lnTo>
                    <a:pt x="151663" y="264528"/>
                  </a:lnTo>
                  <a:lnTo>
                    <a:pt x="150761" y="263372"/>
                  </a:lnTo>
                  <a:lnTo>
                    <a:pt x="148666" y="264185"/>
                  </a:lnTo>
                  <a:lnTo>
                    <a:pt x="148666" y="269976"/>
                  </a:lnTo>
                  <a:lnTo>
                    <a:pt x="148602" y="270281"/>
                  </a:lnTo>
                  <a:lnTo>
                    <a:pt x="148551" y="269887"/>
                  </a:lnTo>
                  <a:lnTo>
                    <a:pt x="148602" y="267716"/>
                  </a:lnTo>
                  <a:lnTo>
                    <a:pt x="148602" y="266458"/>
                  </a:lnTo>
                  <a:lnTo>
                    <a:pt x="148666" y="269976"/>
                  </a:lnTo>
                  <a:lnTo>
                    <a:pt x="148666" y="264185"/>
                  </a:lnTo>
                  <a:lnTo>
                    <a:pt x="145707" y="265315"/>
                  </a:lnTo>
                  <a:lnTo>
                    <a:pt x="146405" y="267195"/>
                  </a:lnTo>
                  <a:lnTo>
                    <a:pt x="147281" y="271119"/>
                  </a:lnTo>
                  <a:lnTo>
                    <a:pt x="149453" y="271272"/>
                  </a:lnTo>
                  <a:lnTo>
                    <a:pt x="151917" y="270865"/>
                  </a:lnTo>
                  <a:lnTo>
                    <a:pt x="153924" y="270548"/>
                  </a:lnTo>
                  <a:lnTo>
                    <a:pt x="153936" y="269976"/>
                  </a:lnTo>
                  <a:lnTo>
                    <a:pt x="154000" y="267462"/>
                  </a:lnTo>
                  <a:close/>
                </a:path>
                <a:path w="497839" h="320040">
                  <a:moveTo>
                    <a:pt x="157251" y="287159"/>
                  </a:moveTo>
                  <a:lnTo>
                    <a:pt x="155689" y="284886"/>
                  </a:lnTo>
                  <a:lnTo>
                    <a:pt x="153403" y="284810"/>
                  </a:lnTo>
                  <a:lnTo>
                    <a:pt x="149771" y="284708"/>
                  </a:lnTo>
                  <a:lnTo>
                    <a:pt x="148932" y="287743"/>
                  </a:lnTo>
                  <a:lnTo>
                    <a:pt x="152615" y="292112"/>
                  </a:lnTo>
                  <a:lnTo>
                    <a:pt x="155536" y="291236"/>
                  </a:lnTo>
                  <a:lnTo>
                    <a:pt x="157251" y="287159"/>
                  </a:lnTo>
                  <a:close/>
                </a:path>
                <a:path w="497839" h="320040">
                  <a:moveTo>
                    <a:pt x="169037" y="301459"/>
                  </a:moveTo>
                  <a:lnTo>
                    <a:pt x="164045" y="300672"/>
                  </a:lnTo>
                  <a:lnTo>
                    <a:pt x="162496" y="300431"/>
                  </a:lnTo>
                  <a:lnTo>
                    <a:pt x="160705" y="300456"/>
                  </a:lnTo>
                  <a:lnTo>
                    <a:pt x="159004" y="303466"/>
                  </a:lnTo>
                  <a:lnTo>
                    <a:pt x="159702" y="305130"/>
                  </a:lnTo>
                  <a:lnTo>
                    <a:pt x="165163" y="310286"/>
                  </a:lnTo>
                  <a:lnTo>
                    <a:pt x="169037" y="301459"/>
                  </a:lnTo>
                  <a:close/>
                </a:path>
                <a:path w="497839" h="320040">
                  <a:moveTo>
                    <a:pt x="241427" y="3556"/>
                  </a:moveTo>
                  <a:lnTo>
                    <a:pt x="238061" y="0"/>
                  </a:lnTo>
                  <a:lnTo>
                    <a:pt x="234454" y="1612"/>
                  </a:lnTo>
                  <a:lnTo>
                    <a:pt x="234454" y="7162"/>
                  </a:lnTo>
                  <a:lnTo>
                    <a:pt x="238074" y="8788"/>
                  </a:lnTo>
                  <a:lnTo>
                    <a:pt x="240042" y="6705"/>
                  </a:lnTo>
                  <a:lnTo>
                    <a:pt x="241427" y="5245"/>
                  </a:lnTo>
                  <a:lnTo>
                    <a:pt x="241427" y="3556"/>
                  </a:lnTo>
                  <a:close/>
                </a:path>
                <a:path w="497839" h="320040">
                  <a:moveTo>
                    <a:pt x="245618" y="30251"/>
                  </a:moveTo>
                  <a:lnTo>
                    <a:pt x="244741" y="28321"/>
                  </a:lnTo>
                  <a:lnTo>
                    <a:pt x="243827" y="26352"/>
                  </a:lnTo>
                  <a:lnTo>
                    <a:pt x="239585" y="21717"/>
                  </a:lnTo>
                  <a:lnTo>
                    <a:pt x="235978" y="22923"/>
                  </a:lnTo>
                  <a:lnTo>
                    <a:pt x="236588" y="27914"/>
                  </a:lnTo>
                  <a:lnTo>
                    <a:pt x="236943" y="29946"/>
                  </a:lnTo>
                  <a:lnTo>
                    <a:pt x="238887" y="34175"/>
                  </a:lnTo>
                  <a:lnTo>
                    <a:pt x="241655" y="34645"/>
                  </a:lnTo>
                  <a:lnTo>
                    <a:pt x="245300" y="32512"/>
                  </a:lnTo>
                  <a:lnTo>
                    <a:pt x="245618" y="30251"/>
                  </a:lnTo>
                  <a:close/>
                </a:path>
                <a:path w="497839" h="320040">
                  <a:moveTo>
                    <a:pt x="245935" y="94399"/>
                  </a:moveTo>
                  <a:lnTo>
                    <a:pt x="245478" y="94399"/>
                  </a:lnTo>
                  <a:lnTo>
                    <a:pt x="245478" y="95681"/>
                  </a:lnTo>
                  <a:lnTo>
                    <a:pt x="245935" y="95681"/>
                  </a:lnTo>
                  <a:lnTo>
                    <a:pt x="245935" y="95389"/>
                  </a:lnTo>
                  <a:lnTo>
                    <a:pt x="245935" y="94399"/>
                  </a:lnTo>
                  <a:close/>
                </a:path>
                <a:path w="497839" h="320040">
                  <a:moveTo>
                    <a:pt x="253377" y="74510"/>
                  </a:moveTo>
                  <a:lnTo>
                    <a:pt x="251091" y="74498"/>
                  </a:lnTo>
                  <a:lnTo>
                    <a:pt x="251320" y="76047"/>
                  </a:lnTo>
                  <a:lnTo>
                    <a:pt x="251383" y="76492"/>
                  </a:lnTo>
                  <a:lnTo>
                    <a:pt x="251421" y="76708"/>
                  </a:lnTo>
                  <a:lnTo>
                    <a:pt x="251536" y="77520"/>
                  </a:lnTo>
                  <a:lnTo>
                    <a:pt x="252920" y="77520"/>
                  </a:lnTo>
                  <a:lnTo>
                    <a:pt x="253072" y="76492"/>
                  </a:lnTo>
                  <a:lnTo>
                    <a:pt x="253123" y="76263"/>
                  </a:lnTo>
                  <a:lnTo>
                    <a:pt x="253377" y="74510"/>
                  </a:lnTo>
                  <a:close/>
                </a:path>
                <a:path w="497839" h="320040">
                  <a:moveTo>
                    <a:pt x="253949" y="69367"/>
                  </a:moveTo>
                  <a:lnTo>
                    <a:pt x="251193" y="69773"/>
                  </a:lnTo>
                  <a:lnTo>
                    <a:pt x="250088" y="69938"/>
                  </a:lnTo>
                  <a:lnTo>
                    <a:pt x="250088" y="71856"/>
                  </a:lnTo>
                  <a:lnTo>
                    <a:pt x="251193" y="72009"/>
                  </a:lnTo>
                  <a:lnTo>
                    <a:pt x="251663" y="72072"/>
                  </a:lnTo>
                  <a:lnTo>
                    <a:pt x="251904" y="72110"/>
                  </a:lnTo>
                  <a:lnTo>
                    <a:pt x="253936" y="72402"/>
                  </a:lnTo>
                  <a:lnTo>
                    <a:pt x="253949" y="69367"/>
                  </a:lnTo>
                  <a:close/>
                </a:path>
                <a:path w="497839" h="320040">
                  <a:moveTo>
                    <a:pt x="255066" y="100685"/>
                  </a:moveTo>
                  <a:lnTo>
                    <a:pt x="252895" y="98894"/>
                  </a:lnTo>
                  <a:lnTo>
                    <a:pt x="251320" y="97574"/>
                  </a:lnTo>
                  <a:lnTo>
                    <a:pt x="248932" y="97231"/>
                  </a:lnTo>
                  <a:lnTo>
                    <a:pt x="247484" y="97510"/>
                  </a:lnTo>
                  <a:lnTo>
                    <a:pt x="246354" y="99745"/>
                  </a:lnTo>
                  <a:lnTo>
                    <a:pt x="246138" y="100545"/>
                  </a:lnTo>
                  <a:lnTo>
                    <a:pt x="246468" y="104355"/>
                  </a:lnTo>
                  <a:lnTo>
                    <a:pt x="248945" y="106349"/>
                  </a:lnTo>
                  <a:lnTo>
                    <a:pt x="253949" y="104241"/>
                  </a:lnTo>
                  <a:lnTo>
                    <a:pt x="255066" y="100685"/>
                  </a:lnTo>
                  <a:close/>
                </a:path>
                <a:path w="497839" h="320040">
                  <a:moveTo>
                    <a:pt x="255155" y="52527"/>
                  </a:moveTo>
                  <a:lnTo>
                    <a:pt x="251028" y="47777"/>
                  </a:lnTo>
                  <a:lnTo>
                    <a:pt x="248119" y="47612"/>
                  </a:lnTo>
                  <a:lnTo>
                    <a:pt x="243890" y="50050"/>
                  </a:lnTo>
                  <a:lnTo>
                    <a:pt x="242900" y="52946"/>
                  </a:lnTo>
                  <a:lnTo>
                    <a:pt x="243459" y="53759"/>
                  </a:lnTo>
                  <a:lnTo>
                    <a:pt x="242836" y="53759"/>
                  </a:lnTo>
                  <a:lnTo>
                    <a:pt x="242684" y="54787"/>
                  </a:lnTo>
                  <a:lnTo>
                    <a:pt x="242646" y="55016"/>
                  </a:lnTo>
                  <a:lnTo>
                    <a:pt x="242379" y="56769"/>
                  </a:lnTo>
                  <a:lnTo>
                    <a:pt x="242836" y="56781"/>
                  </a:lnTo>
                  <a:lnTo>
                    <a:pt x="247548" y="60934"/>
                  </a:lnTo>
                  <a:lnTo>
                    <a:pt x="254838" y="56337"/>
                  </a:lnTo>
                  <a:lnTo>
                    <a:pt x="255155" y="52527"/>
                  </a:lnTo>
                  <a:close/>
                </a:path>
                <a:path w="497839" h="320040">
                  <a:moveTo>
                    <a:pt x="255422" y="37071"/>
                  </a:moveTo>
                  <a:lnTo>
                    <a:pt x="254838" y="37071"/>
                  </a:lnTo>
                  <a:lnTo>
                    <a:pt x="254838" y="37515"/>
                  </a:lnTo>
                  <a:lnTo>
                    <a:pt x="255130" y="37515"/>
                  </a:lnTo>
                  <a:lnTo>
                    <a:pt x="255422" y="37515"/>
                  </a:lnTo>
                  <a:lnTo>
                    <a:pt x="255422" y="37071"/>
                  </a:lnTo>
                  <a:close/>
                </a:path>
                <a:path w="497839" h="320040">
                  <a:moveTo>
                    <a:pt x="255422" y="33566"/>
                  </a:moveTo>
                  <a:lnTo>
                    <a:pt x="254838" y="33566"/>
                  </a:lnTo>
                  <a:lnTo>
                    <a:pt x="254838" y="34023"/>
                  </a:lnTo>
                  <a:lnTo>
                    <a:pt x="255130" y="34023"/>
                  </a:lnTo>
                  <a:lnTo>
                    <a:pt x="255422" y="34023"/>
                  </a:lnTo>
                  <a:lnTo>
                    <a:pt x="255422" y="33566"/>
                  </a:lnTo>
                  <a:close/>
                </a:path>
                <a:path w="497839" h="320040">
                  <a:moveTo>
                    <a:pt x="258406" y="13766"/>
                  </a:moveTo>
                  <a:lnTo>
                    <a:pt x="258343" y="11798"/>
                  </a:lnTo>
                  <a:lnTo>
                    <a:pt x="258013" y="11290"/>
                  </a:lnTo>
                  <a:lnTo>
                    <a:pt x="255612" y="8216"/>
                  </a:lnTo>
                  <a:lnTo>
                    <a:pt x="251917" y="11950"/>
                  </a:lnTo>
                  <a:lnTo>
                    <a:pt x="254736" y="14008"/>
                  </a:lnTo>
                  <a:lnTo>
                    <a:pt x="255333" y="14439"/>
                  </a:lnTo>
                  <a:lnTo>
                    <a:pt x="255841" y="14592"/>
                  </a:lnTo>
                  <a:lnTo>
                    <a:pt x="257530" y="14579"/>
                  </a:lnTo>
                  <a:lnTo>
                    <a:pt x="258406" y="13766"/>
                  </a:lnTo>
                  <a:close/>
                </a:path>
                <a:path w="497839" h="320040">
                  <a:moveTo>
                    <a:pt x="259613" y="26695"/>
                  </a:moveTo>
                  <a:lnTo>
                    <a:pt x="259346" y="26695"/>
                  </a:lnTo>
                  <a:lnTo>
                    <a:pt x="259346" y="26898"/>
                  </a:lnTo>
                  <a:lnTo>
                    <a:pt x="259486" y="26898"/>
                  </a:lnTo>
                  <a:lnTo>
                    <a:pt x="259613" y="26898"/>
                  </a:lnTo>
                  <a:lnTo>
                    <a:pt x="259613" y="26695"/>
                  </a:lnTo>
                  <a:close/>
                </a:path>
                <a:path w="497839" h="320040">
                  <a:moveTo>
                    <a:pt x="270649" y="72771"/>
                  </a:moveTo>
                  <a:lnTo>
                    <a:pt x="270065" y="72771"/>
                  </a:lnTo>
                  <a:lnTo>
                    <a:pt x="270065" y="73215"/>
                  </a:lnTo>
                  <a:lnTo>
                    <a:pt x="270357" y="73215"/>
                  </a:lnTo>
                  <a:lnTo>
                    <a:pt x="270649" y="73215"/>
                  </a:lnTo>
                  <a:lnTo>
                    <a:pt x="270649" y="72771"/>
                  </a:lnTo>
                  <a:close/>
                </a:path>
                <a:path w="497839" h="320040">
                  <a:moveTo>
                    <a:pt x="272529" y="53886"/>
                  </a:moveTo>
                  <a:lnTo>
                    <a:pt x="271830" y="50114"/>
                  </a:lnTo>
                  <a:lnTo>
                    <a:pt x="269265" y="45542"/>
                  </a:lnTo>
                  <a:lnTo>
                    <a:pt x="266458" y="47358"/>
                  </a:lnTo>
                  <a:lnTo>
                    <a:pt x="267322" y="49415"/>
                  </a:lnTo>
                  <a:lnTo>
                    <a:pt x="268147" y="51371"/>
                  </a:lnTo>
                  <a:lnTo>
                    <a:pt x="267271" y="52895"/>
                  </a:lnTo>
                  <a:lnTo>
                    <a:pt x="267131" y="56426"/>
                  </a:lnTo>
                  <a:lnTo>
                    <a:pt x="269176" y="57150"/>
                  </a:lnTo>
                  <a:lnTo>
                    <a:pt x="272529" y="53886"/>
                  </a:lnTo>
                  <a:close/>
                </a:path>
                <a:path w="497839" h="320040">
                  <a:moveTo>
                    <a:pt x="275399" y="88417"/>
                  </a:moveTo>
                  <a:lnTo>
                    <a:pt x="275005" y="86702"/>
                  </a:lnTo>
                  <a:lnTo>
                    <a:pt x="274891" y="86271"/>
                  </a:lnTo>
                  <a:lnTo>
                    <a:pt x="274802" y="85826"/>
                  </a:lnTo>
                  <a:lnTo>
                    <a:pt x="274535" y="84683"/>
                  </a:lnTo>
                  <a:lnTo>
                    <a:pt x="273431" y="84683"/>
                  </a:lnTo>
                  <a:lnTo>
                    <a:pt x="273278" y="85394"/>
                  </a:lnTo>
                  <a:lnTo>
                    <a:pt x="273164" y="85826"/>
                  </a:lnTo>
                  <a:lnTo>
                    <a:pt x="273075" y="86271"/>
                  </a:lnTo>
                  <a:lnTo>
                    <a:pt x="272567" y="88404"/>
                  </a:lnTo>
                  <a:lnTo>
                    <a:pt x="275399" y="88417"/>
                  </a:lnTo>
                  <a:close/>
                </a:path>
                <a:path w="497839" h="320040">
                  <a:moveTo>
                    <a:pt x="282371" y="97180"/>
                  </a:moveTo>
                  <a:lnTo>
                    <a:pt x="281546" y="97180"/>
                  </a:lnTo>
                  <a:lnTo>
                    <a:pt x="281546" y="97802"/>
                  </a:lnTo>
                  <a:lnTo>
                    <a:pt x="281965" y="97802"/>
                  </a:lnTo>
                  <a:lnTo>
                    <a:pt x="282371" y="97802"/>
                  </a:lnTo>
                  <a:lnTo>
                    <a:pt x="282371" y="97180"/>
                  </a:lnTo>
                  <a:close/>
                </a:path>
                <a:path w="497839" h="320040">
                  <a:moveTo>
                    <a:pt x="286042" y="103136"/>
                  </a:moveTo>
                  <a:lnTo>
                    <a:pt x="273545" y="103136"/>
                  </a:lnTo>
                  <a:lnTo>
                    <a:pt x="273532" y="112839"/>
                  </a:lnTo>
                  <a:lnTo>
                    <a:pt x="279781" y="112839"/>
                  </a:lnTo>
                  <a:lnTo>
                    <a:pt x="286029" y="112839"/>
                  </a:lnTo>
                  <a:lnTo>
                    <a:pt x="286042" y="103136"/>
                  </a:lnTo>
                  <a:close/>
                </a:path>
                <a:path w="497839" h="320040">
                  <a:moveTo>
                    <a:pt x="292201" y="125552"/>
                  </a:moveTo>
                  <a:lnTo>
                    <a:pt x="290576" y="125552"/>
                  </a:lnTo>
                  <a:lnTo>
                    <a:pt x="290576" y="126822"/>
                  </a:lnTo>
                  <a:lnTo>
                    <a:pt x="291388" y="126822"/>
                  </a:lnTo>
                  <a:lnTo>
                    <a:pt x="292201" y="126822"/>
                  </a:lnTo>
                  <a:lnTo>
                    <a:pt x="292201" y="125552"/>
                  </a:lnTo>
                  <a:close/>
                </a:path>
                <a:path w="497839" h="320040">
                  <a:moveTo>
                    <a:pt x="292430" y="27736"/>
                  </a:moveTo>
                  <a:lnTo>
                    <a:pt x="290614" y="24422"/>
                  </a:lnTo>
                  <a:lnTo>
                    <a:pt x="287718" y="24472"/>
                  </a:lnTo>
                  <a:lnTo>
                    <a:pt x="284175" y="24536"/>
                  </a:lnTo>
                  <a:lnTo>
                    <a:pt x="282181" y="27152"/>
                  </a:lnTo>
                  <a:lnTo>
                    <a:pt x="286092" y="32397"/>
                  </a:lnTo>
                  <a:lnTo>
                    <a:pt x="289433" y="32854"/>
                  </a:lnTo>
                  <a:lnTo>
                    <a:pt x="292430" y="27736"/>
                  </a:lnTo>
                  <a:close/>
                </a:path>
                <a:path w="497839" h="320040">
                  <a:moveTo>
                    <a:pt x="293128" y="44767"/>
                  </a:moveTo>
                  <a:lnTo>
                    <a:pt x="292544" y="44767"/>
                  </a:lnTo>
                  <a:lnTo>
                    <a:pt x="292544" y="45224"/>
                  </a:lnTo>
                  <a:lnTo>
                    <a:pt x="292836" y="45224"/>
                  </a:lnTo>
                  <a:lnTo>
                    <a:pt x="293128" y="45224"/>
                  </a:lnTo>
                  <a:lnTo>
                    <a:pt x="293128" y="44767"/>
                  </a:lnTo>
                  <a:close/>
                </a:path>
                <a:path w="497839" h="320040">
                  <a:moveTo>
                    <a:pt x="302348" y="62687"/>
                  </a:moveTo>
                  <a:lnTo>
                    <a:pt x="292036" y="62687"/>
                  </a:lnTo>
                  <a:lnTo>
                    <a:pt x="292023" y="70700"/>
                  </a:lnTo>
                  <a:lnTo>
                    <a:pt x="297192" y="70700"/>
                  </a:lnTo>
                  <a:lnTo>
                    <a:pt x="302336" y="70700"/>
                  </a:lnTo>
                  <a:lnTo>
                    <a:pt x="302348" y="62687"/>
                  </a:lnTo>
                  <a:close/>
                </a:path>
                <a:path w="497839" h="320040">
                  <a:moveTo>
                    <a:pt x="303339" y="94030"/>
                  </a:moveTo>
                  <a:lnTo>
                    <a:pt x="299974" y="92417"/>
                  </a:lnTo>
                  <a:lnTo>
                    <a:pt x="297408" y="91173"/>
                  </a:lnTo>
                  <a:lnTo>
                    <a:pt x="294487" y="94335"/>
                  </a:lnTo>
                  <a:lnTo>
                    <a:pt x="299631" y="99339"/>
                  </a:lnTo>
                  <a:lnTo>
                    <a:pt x="303339" y="94030"/>
                  </a:lnTo>
                  <a:close/>
                </a:path>
                <a:path w="497839" h="320040">
                  <a:moveTo>
                    <a:pt x="311594" y="98259"/>
                  </a:moveTo>
                  <a:lnTo>
                    <a:pt x="304685" y="98806"/>
                  </a:lnTo>
                  <a:lnTo>
                    <a:pt x="305650" y="100901"/>
                  </a:lnTo>
                  <a:lnTo>
                    <a:pt x="304914" y="101561"/>
                  </a:lnTo>
                  <a:lnTo>
                    <a:pt x="307505" y="106006"/>
                  </a:lnTo>
                  <a:lnTo>
                    <a:pt x="310819" y="104343"/>
                  </a:lnTo>
                  <a:lnTo>
                    <a:pt x="311594" y="98259"/>
                  </a:lnTo>
                  <a:close/>
                </a:path>
                <a:path w="497839" h="320040">
                  <a:moveTo>
                    <a:pt x="317144" y="46647"/>
                  </a:moveTo>
                  <a:lnTo>
                    <a:pt x="314579" y="44564"/>
                  </a:lnTo>
                  <a:lnTo>
                    <a:pt x="312077" y="45326"/>
                  </a:lnTo>
                  <a:lnTo>
                    <a:pt x="307809" y="46621"/>
                  </a:lnTo>
                  <a:lnTo>
                    <a:pt x="307797" y="51752"/>
                  </a:lnTo>
                  <a:lnTo>
                    <a:pt x="314579" y="53822"/>
                  </a:lnTo>
                  <a:lnTo>
                    <a:pt x="317144" y="51739"/>
                  </a:lnTo>
                  <a:lnTo>
                    <a:pt x="317144" y="46647"/>
                  </a:lnTo>
                  <a:close/>
                </a:path>
                <a:path w="497839" h="320040">
                  <a:moveTo>
                    <a:pt x="320065" y="86791"/>
                  </a:moveTo>
                  <a:lnTo>
                    <a:pt x="310578" y="86791"/>
                  </a:lnTo>
                  <a:lnTo>
                    <a:pt x="310565" y="94183"/>
                  </a:lnTo>
                  <a:lnTo>
                    <a:pt x="315315" y="94183"/>
                  </a:lnTo>
                  <a:lnTo>
                    <a:pt x="320065" y="94183"/>
                  </a:lnTo>
                  <a:lnTo>
                    <a:pt x="320065" y="86791"/>
                  </a:lnTo>
                  <a:close/>
                </a:path>
                <a:path w="497839" h="320040">
                  <a:moveTo>
                    <a:pt x="322859" y="76352"/>
                  </a:moveTo>
                  <a:lnTo>
                    <a:pt x="322732" y="74295"/>
                  </a:lnTo>
                  <a:lnTo>
                    <a:pt x="321487" y="73964"/>
                  </a:lnTo>
                  <a:lnTo>
                    <a:pt x="319925" y="73545"/>
                  </a:lnTo>
                  <a:lnTo>
                    <a:pt x="318211" y="73202"/>
                  </a:lnTo>
                  <a:lnTo>
                    <a:pt x="315455" y="71793"/>
                  </a:lnTo>
                  <a:lnTo>
                    <a:pt x="313867" y="73545"/>
                  </a:lnTo>
                  <a:lnTo>
                    <a:pt x="317093" y="76339"/>
                  </a:lnTo>
                  <a:lnTo>
                    <a:pt x="318858" y="77089"/>
                  </a:lnTo>
                  <a:lnTo>
                    <a:pt x="322859" y="76352"/>
                  </a:lnTo>
                  <a:close/>
                </a:path>
                <a:path w="497839" h="320040">
                  <a:moveTo>
                    <a:pt x="324180" y="139090"/>
                  </a:moveTo>
                  <a:lnTo>
                    <a:pt x="322376" y="138188"/>
                  </a:lnTo>
                  <a:lnTo>
                    <a:pt x="322148" y="137629"/>
                  </a:lnTo>
                  <a:lnTo>
                    <a:pt x="322059" y="137388"/>
                  </a:lnTo>
                  <a:lnTo>
                    <a:pt x="319455" y="135902"/>
                  </a:lnTo>
                  <a:lnTo>
                    <a:pt x="314718" y="138696"/>
                  </a:lnTo>
                  <a:lnTo>
                    <a:pt x="314299" y="141922"/>
                  </a:lnTo>
                  <a:lnTo>
                    <a:pt x="317601" y="145275"/>
                  </a:lnTo>
                  <a:lnTo>
                    <a:pt x="319722" y="145542"/>
                  </a:lnTo>
                  <a:lnTo>
                    <a:pt x="323900" y="143065"/>
                  </a:lnTo>
                  <a:lnTo>
                    <a:pt x="324116" y="140042"/>
                  </a:lnTo>
                  <a:lnTo>
                    <a:pt x="324180" y="139090"/>
                  </a:lnTo>
                  <a:close/>
                </a:path>
                <a:path w="497839" h="320040">
                  <a:moveTo>
                    <a:pt x="325755" y="149059"/>
                  </a:moveTo>
                  <a:lnTo>
                    <a:pt x="325170" y="149059"/>
                  </a:lnTo>
                  <a:lnTo>
                    <a:pt x="325170" y="149504"/>
                  </a:lnTo>
                  <a:lnTo>
                    <a:pt x="325462" y="149504"/>
                  </a:lnTo>
                  <a:lnTo>
                    <a:pt x="325755" y="149504"/>
                  </a:lnTo>
                  <a:lnTo>
                    <a:pt x="325755" y="149059"/>
                  </a:lnTo>
                  <a:close/>
                </a:path>
                <a:path w="497839" h="320040">
                  <a:moveTo>
                    <a:pt x="333006" y="121056"/>
                  </a:moveTo>
                  <a:lnTo>
                    <a:pt x="332422" y="121056"/>
                  </a:lnTo>
                  <a:lnTo>
                    <a:pt x="332422" y="121513"/>
                  </a:lnTo>
                  <a:lnTo>
                    <a:pt x="332714" y="121513"/>
                  </a:lnTo>
                  <a:lnTo>
                    <a:pt x="333006" y="121513"/>
                  </a:lnTo>
                  <a:lnTo>
                    <a:pt x="333006" y="121056"/>
                  </a:lnTo>
                  <a:close/>
                </a:path>
                <a:path w="497839" h="320040">
                  <a:moveTo>
                    <a:pt x="340563" y="139306"/>
                  </a:moveTo>
                  <a:lnTo>
                    <a:pt x="336486" y="139306"/>
                  </a:lnTo>
                  <a:lnTo>
                    <a:pt x="336473" y="142468"/>
                  </a:lnTo>
                  <a:lnTo>
                    <a:pt x="338518" y="142468"/>
                  </a:lnTo>
                  <a:lnTo>
                    <a:pt x="340550" y="142468"/>
                  </a:lnTo>
                  <a:lnTo>
                    <a:pt x="340563" y="139306"/>
                  </a:lnTo>
                  <a:close/>
                </a:path>
                <a:path w="497839" h="320040">
                  <a:moveTo>
                    <a:pt x="350850" y="54406"/>
                  </a:moveTo>
                  <a:lnTo>
                    <a:pt x="349402" y="51447"/>
                  </a:lnTo>
                  <a:lnTo>
                    <a:pt x="345046" y="51447"/>
                  </a:lnTo>
                  <a:lnTo>
                    <a:pt x="343598" y="54406"/>
                  </a:lnTo>
                  <a:lnTo>
                    <a:pt x="345351" y="55956"/>
                  </a:lnTo>
                  <a:lnTo>
                    <a:pt x="346621" y="57073"/>
                  </a:lnTo>
                  <a:lnTo>
                    <a:pt x="347802" y="57073"/>
                  </a:lnTo>
                  <a:lnTo>
                    <a:pt x="350850" y="54406"/>
                  </a:lnTo>
                  <a:close/>
                </a:path>
                <a:path w="497839" h="320040">
                  <a:moveTo>
                    <a:pt x="354228" y="96393"/>
                  </a:moveTo>
                  <a:lnTo>
                    <a:pt x="354126" y="93408"/>
                  </a:lnTo>
                  <a:lnTo>
                    <a:pt x="352958" y="91744"/>
                  </a:lnTo>
                  <a:lnTo>
                    <a:pt x="344639" y="89496"/>
                  </a:lnTo>
                  <a:lnTo>
                    <a:pt x="342887" y="96761"/>
                  </a:lnTo>
                  <a:lnTo>
                    <a:pt x="347586" y="98590"/>
                  </a:lnTo>
                  <a:lnTo>
                    <a:pt x="350240" y="99618"/>
                  </a:lnTo>
                  <a:lnTo>
                    <a:pt x="352171" y="99110"/>
                  </a:lnTo>
                  <a:lnTo>
                    <a:pt x="353720" y="97193"/>
                  </a:lnTo>
                  <a:lnTo>
                    <a:pt x="354228" y="96393"/>
                  </a:lnTo>
                  <a:close/>
                </a:path>
                <a:path w="497839" h="320040">
                  <a:moveTo>
                    <a:pt x="356628" y="144970"/>
                  </a:moveTo>
                  <a:lnTo>
                    <a:pt x="353822" y="142189"/>
                  </a:lnTo>
                  <a:lnTo>
                    <a:pt x="351866" y="143370"/>
                  </a:lnTo>
                  <a:lnTo>
                    <a:pt x="351637" y="145084"/>
                  </a:lnTo>
                  <a:lnTo>
                    <a:pt x="351447" y="146532"/>
                  </a:lnTo>
                  <a:lnTo>
                    <a:pt x="352310" y="147320"/>
                  </a:lnTo>
                  <a:lnTo>
                    <a:pt x="353504" y="147218"/>
                  </a:lnTo>
                  <a:lnTo>
                    <a:pt x="353745" y="147193"/>
                  </a:lnTo>
                  <a:lnTo>
                    <a:pt x="355498" y="147027"/>
                  </a:lnTo>
                  <a:lnTo>
                    <a:pt x="356628" y="144970"/>
                  </a:lnTo>
                  <a:close/>
                </a:path>
                <a:path w="497839" h="320040">
                  <a:moveTo>
                    <a:pt x="361708" y="74180"/>
                  </a:moveTo>
                  <a:lnTo>
                    <a:pt x="359422" y="71589"/>
                  </a:lnTo>
                  <a:lnTo>
                    <a:pt x="355600" y="67233"/>
                  </a:lnTo>
                  <a:lnTo>
                    <a:pt x="351269" y="69684"/>
                  </a:lnTo>
                  <a:lnTo>
                    <a:pt x="350761" y="78663"/>
                  </a:lnTo>
                  <a:lnTo>
                    <a:pt x="354761" y="80911"/>
                  </a:lnTo>
                  <a:lnTo>
                    <a:pt x="361162" y="78219"/>
                  </a:lnTo>
                  <a:lnTo>
                    <a:pt x="361708" y="74180"/>
                  </a:lnTo>
                  <a:close/>
                </a:path>
                <a:path w="497839" h="320040">
                  <a:moveTo>
                    <a:pt x="368884" y="165760"/>
                  </a:moveTo>
                  <a:lnTo>
                    <a:pt x="367830" y="164769"/>
                  </a:lnTo>
                  <a:lnTo>
                    <a:pt x="366496" y="165608"/>
                  </a:lnTo>
                  <a:lnTo>
                    <a:pt x="366204" y="165773"/>
                  </a:lnTo>
                  <a:lnTo>
                    <a:pt x="364642" y="166763"/>
                  </a:lnTo>
                  <a:lnTo>
                    <a:pt x="366712" y="168973"/>
                  </a:lnTo>
                  <a:lnTo>
                    <a:pt x="367804" y="167360"/>
                  </a:lnTo>
                  <a:lnTo>
                    <a:pt x="367982" y="167093"/>
                  </a:lnTo>
                  <a:lnTo>
                    <a:pt x="368173" y="166827"/>
                  </a:lnTo>
                  <a:lnTo>
                    <a:pt x="368884" y="165760"/>
                  </a:lnTo>
                  <a:close/>
                </a:path>
                <a:path w="497839" h="320040">
                  <a:moveTo>
                    <a:pt x="382104" y="160337"/>
                  </a:moveTo>
                  <a:lnTo>
                    <a:pt x="378739" y="156781"/>
                  </a:lnTo>
                  <a:lnTo>
                    <a:pt x="375132" y="158407"/>
                  </a:lnTo>
                  <a:lnTo>
                    <a:pt x="375132" y="163957"/>
                  </a:lnTo>
                  <a:lnTo>
                    <a:pt x="378739" y="165582"/>
                  </a:lnTo>
                  <a:lnTo>
                    <a:pt x="380707" y="163499"/>
                  </a:lnTo>
                  <a:lnTo>
                    <a:pt x="382104" y="162026"/>
                  </a:lnTo>
                  <a:lnTo>
                    <a:pt x="382104" y="160337"/>
                  </a:lnTo>
                  <a:close/>
                </a:path>
                <a:path w="497839" h="320040">
                  <a:moveTo>
                    <a:pt x="497509" y="319468"/>
                  </a:moveTo>
                  <a:lnTo>
                    <a:pt x="495515" y="315506"/>
                  </a:lnTo>
                  <a:lnTo>
                    <a:pt x="494639" y="313791"/>
                  </a:lnTo>
                  <a:lnTo>
                    <a:pt x="492734" y="313791"/>
                  </a:lnTo>
                  <a:lnTo>
                    <a:pt x="492137" y="314960"/>
                  </a:lnTo>
                  <a:lnTo>
                    <a:pt x="489864" y="319468"/>
                  </a:lnTo>
                  <a:lnTo>
                    <a:pt x="497509" y="31946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4935258" y="7899342"/>
              <a:ext cx="270510" cy="207010"/>
            </a:xfrm>
            <a:custGeom>
              <a:avLst/>
              <a:gdLst/>
              <a:ahLst/>
              <a:cxnLst/>
              <a:rect l="l" t="t" r="r" b="b"/>
              <a:pathLst>
                <a:path w="270510" h="207009">
                  <a:moveTo>
                    <a:pt x="6794" y="155397"/>
                  </a:moveTo>
                  <a:lnTo>
                    <a:pt x="6705" y="154571"/>
                  </a:lnTo>
                  <a:lnTo>
                    <a:pt x="6591" y="153593"/>
                  </a:lnTo>
                  <a:lnTo>
                    <a:pt x="3568" y="151549"/>
                  </a:lnTo>
                  <a:lnTo>
                    <a:pt x="1511" y="153047"/>
                  </a:lnTo>
                  <a:lnTo>
                    <a:pt x="1930" y="154152"/>
                  </a:lnTo>
                  <a:lnTo>
                    <a:pt x="2070" y="154012"/>
                  </a:lnTo>
                  <a:lnTo>
                    <a:pt x="1968" y="154241"/>
                  </a:lnTo>
                  <a:lnTo>
                    <a:pt x="2095" y="154571"/>
                  </a:lnTo>
                  <a:lnTo>
                    <a:pt x="1930" y="154152"/>
                  </a:lnTo>
                  <a:lnTo>
                    <a:pt x="0" y="155181"/>
                  </a:lnTo>
                  <a:lnTo>
                    <a:pt x="762" y="157594"/>
                  </a:lnTo>
                  <a:lnTo>
                    <a:pt x="2819" y="158407"/>
                  </a:lnTo>
                  <a:lnTo>
                    <a:pt x="3238" y="158470"/>
                  </a:lnTo>
                  <a:lnTo>
                    <a:pt x="4584" y="158394"/>
                  </a:lnTo>
                  <a:lnTo>
                    <a:pt x="5524" y="158000"/>
                  </a:lnTo>
                  <a:lnTo>
                    <a:pt x="6794" y="155397"/>
                  </a:lnTo>
                  <a:close/>
                </a:path>
                <a:path w="270510" h="207009">
                  <a:moveTo>
                    <a:pt x="6794" y="19469"/>
                  </a:moveTo>
                  <a:lnTo>
                    <a:pt x="6299" y="18986"/>
                  </a:lnTo>
                  <a:lnTo>
                    <a:pt x="5969" y="19291"/>
                  </a:lnTo>
                  <a:lnTo>
                    <a:pt x="5791" y="19469"/>
                  </a:lnTo>
                  <a:lnTo>
                    <a:pt x="5600" y="19646"/>
                  </a:lnTo>
                  <a:lnTo>
                    <a:pt x="5422" y="19824"/>
                  </a:lnTo>
                  <a:lnTo>
                    <a:pt x="5105" y="20129"/>
                  </a:lnTo>
                  <a:lnTo>
                    <a:pt x="5588" y="20637"/>
                  </a:lnTo>
                  <a:lnTo>
                    <a:pt x="5930" y="20320"/>
                  </a:lnTo>
                  <a:lnTo>
                    <a:pt x="6464" y="19786"/>
                  </a:lnTo>
                  <a:lnTo>
                    <a:pt x="6794" y="19469"/>
                  </a:lnTo>
                  <a:close/>
                </a:path>
                <a:path w="270510" h="207009">
                  <a:moveTo>
                    <a:pt x="14287" y="163004"/>
                  </a:moveTo>
                  <a:lnTo>
                    <a:pt x="13830" y="163029"/>
                  </a:lnTo>
                  <a:lnTo>
                    <a:pt x="13106" y="163068"/>
                  </a:lnTo>
                  <a:lnTo>
                    <a:pt x="12738" y="163106"/>
                  </a:lnTo>
                  <a:lnTo>
                    <a:pt x="12382" y="163118"/>
                  </a:lnTo>
                  <a:lnTo>
                    <a:pt x="12382" y="163639"/>
                  </a:lnTo>
                  <a:lnTo>
                    <a:pt x="12738" y="163664"/>
                  </a:lnTo>
                  <a:lnTo>
                    <a:pt x="13106" y="163690"/>
                  </a:lnTo>
                  <a:lnTo>
                    <a:pt x="13830" y="163728"/>
                  </a:lnTo>
                  <a:lnTo>
                    <a:pt x="14287" y="163766"/>
                  </a:lnTo>
                  <a:lnTo>
                    <a:pt x="14287" y="163004"/>
                  </a:lnTo>
                  <a:close/>
                </a:path>
                <a:path w="270510" h="207009">
                  <a:moveTo>
                    <a:pt x="14935" y="99555"/>
                  </a:moveTo>
                  <a:lnTo>
                    <a:pt x="14757" y="98513"/>
                  </a:lnTo>
                  <a:lnTo>
                    <a:pt x="13741" y="97891"/>
                  </a:lnTo>
                  <a:lnTo>
                    <a:pt x="11671" y="96621"/>
                  </a:lnTo>
                  <a:lnTo>
                    <a:pt x="9829" y="99783"/>
                  </a:lnTo>
                  <a:lnTo>
                    <a:pt x="11455" y="100774"/>
                  </a:lnTo>
                  <a:lnTo>
                    <a:pt x="11722" y="101473"/>
                  </a:lnTo>
                  <a:lnTo>
                    <a:pt x="13728" y="102133"/>
                  </a:lnTo>
                  <a:lnTo>
                    <a:pt x="14452" y="100584"/>
                  </a:lnTo>
                  <a:lnTo>
                    <a:pt x="14503" y="100457"/>
                  </a:lnTo>
                  <a:lnTo>
                    <a:pt x="14935" y="99555"/>
                  </a:lnTo>
                  <a:close/>
                </a:path>
                <a:path w="270510" h="207009">
                  <a:moveTo>
                    <a:pt x="17119" y="66979"/>
                  </a:moveTo>
                  <a:lnTo>
                    <a:pt x="17056" y="65913"/>
                  </a:lnTo>
                  <a:lnTo>
                    <a:pt x="16840" y="65773"/>
                  </a:lnTo>
                  <a:lnTo>
                    <a:pt x="16776" y="65341"/>
                  </a:lnTo>
                  <a:lnTo>
                    <a:pt x="16573" y="63703"/>
                  </a:lnTo>
                  <a:lnTo>
                    <a:pt x="12496" y="66636"/>
                  </a:lnTo>
                  <a:lnTo>
                    <a:pt x="15900" y="68643"/>
                  </a:lnTo>
                  <a:lnTo>
                    <a:pt x="17018" y="68021"/>
                  </a:lnTo>
                  <a:lnTo>
                    <a:pt x="17119" y="66979"/>
                  </a:lnTo>
                  <a:close/>
                </a:path>
                <a:path w="270510" h="207009">
                  <a:moveTo>
                    <a:pt x="17830" y="201244"/>
                  </a:moveTo>
                  <a:lnTo>
                    <a:pt x="17640" y="200355"/>
                  </a:lnTo>
                  <a:lnTo>
                    <a:pt x="16764" y="196316"/>
                  </a:lnTo>
                  <a:lnTo>
                    <a:pt x="12280" y="201028"/>
                  </a:lnTo>
                  <a:lnTo>
                    <a:pt x="15595" y="201625"/>
                  </a:lnTo>
                  <a:lnTo>
                    <a:pt x="16040" y="201701"/>
                  </a:lnTo>
                  <a:lnTo>
                    <a:pt x="16256" y="201739"/>
                  </a:lnTo>
                  <a:lnTo>
                    <a:pt x="17119" y="201891"/>
                  </a:lnTo>
                  <a:lnTo>
                    <a:pt x="17830" y="201244"/>
                  </a:lnTo>
                  <a:close/>
                </a:path>
                <a:path w="270510" h="207009">
                  <a:moveTo>
                    <a:pt x="18402" y="122415"/>
                  </a:moveTo>
                  <a:lnTo>
                    <a:pt x="18211" y="122212"/>
                  </a:lnTo>
                  <a:lnTo>
                    <a:pt x="18084" y="122339"/>
                  </a:lnTo>
                  <a:lnTo>
                    <a:pt x="17907" y="122516"/>
                  </a:lnTo>
                  <a:lnTo>
                    <a:pt x="17716" y="122682"/>
                  </a:lnTo>
                  <a:lnTo>
                    <a:pt x="17411" y="122986"/>
                  </a:lnTo>
                  <a:lnTo>
                    <a:pt x="17614" y="123190"/>
                  </a:lnTo>
                  <a:lnTo>
                    <a:pt x="17919" y="122885"/>
                  </a:lnTo>
                  <a:lnTo>
                    <a:pt x="18097" y="122707"/>
                  </a:lnTo>
                  <a:lnTo>
                    <a:pt x="18402" y="122415"/>
                  </a:lnTo>
                  <a:close/>
                </a:path>
                <a:path w="270510" h="207009">
                  <a:moveTo>
                    <a:pt x="18630" y="108623"/>
                  </a:moveTo>
                  <a:lnTo>
                    <a:pt x="17881" y="105473"/>
                  </a:lnTo>
                  <a:lnTo>
                    <a:pt x="17195" y="102628"/>
                  </a:lnTo>
                  <a:lnTo>
                    <a:pt x="14808" y="102616"/>
                  </a:lnTo>
                  <a:lnTo>
                    <a:pt x="13385" y="108597"/>
                  </a:lnTo>
                  <a:lnTo>
                    <a:pt x="18630" y="108623"/>
                  </a:lnTo>
                  <a:close/>
                </a:path>
                <a:path w="270510" h="207009">
                  <a:moveTo>
                    <a:pt x="19723" y="171958"/>
                  </a:moveTo>
                  <a:lnTo>
                    <a:pt x="18821" y="171958"/>
                  </a:lnTo>
                  <a:lnTo>
                    <a:pt x="18821" y="172656"/>
                  </a:lnTo>
                  <a:lnTo>
                    <a:pt x="19265" y="172656"/>
                  </a:lnTo>
                  <a:lnTo>
                    <a:pt x="19723" y="172656"/>
                  </a:lnTo>
                  <a:lnTo>
                    <a:pt x="19723" y="171958"/>
                  </a:lnTo>
                  <a:close/>
                </a:path>
                <a:path w="270510" h="207009">
                  <a:moveTo>
                    <a:pt x="20891" y="14986"/>
                  </a:moveTo>
                  <a:lnTo>
                    <a:pt x="18859" y="11163"/>
                  </a:lnTo>
                  <a:lnTo>
                    <a:pt x="17894" y="9359"/>
                  </a:lnTo>
                  <a:lnTo>
                    <a:pt x="16294" y="9359"/>
                  </a:lnTo>
                  <a:lnTo>
                    <a:pt x="13309" y="14986"/>
                  </a:lnTo>
                  <a:lnTo>
                    <a:pt x="20891" y="14986"/>
                  </a:lnTo>
                  <a:close/>
                </a:path>
                <a:path w="270510" h="207009">
                  <a:moveTo>
                    <a:pt x="21336" y="5448"/>
                  </a:moveTo>
                  <a:lnTo>
                    <a:pt x="19685" y="1498"/>
                  </a:lnTo>
                  <a:lnTo>
                    <a:pt x="17703" y="3327"/>
                  </a:lnTo>
                  <a:lnTo>
                    <a:pt x="15963" y="4940"/>
                  </a:lnTo>
                  <a:lnTo>
                    <a:pt x="16941" y="6146"/>
                  </a:lnTo>
                  <a:lnTo>
                    <a:pt x="21336" y="5448"/>
                  </a:lnTo>
                  <a:close/>
                </a:path>
                <a:path w="270510" h="207009">
                  <a:moveTo>
                    <a:pt x="21399" y="24091"/>
                  </a:moveTo>
                  <a:lnTo>
                    <a:pt x="17145" y="24091"/>
                  </a:lnTo>
                  <a:lnTo>
                    <a:pt x="18173" y="26479"/>
                  </a:lnTo>
                  <a:lnTo>
                    <a:pt x="18300" y="26771"/>
                  </a:lnTo>
                  <a:lnTo>
                    <a:pt x="18351" y="26898"/>
                  </a:lnTo>
                  <a:lnTo>
                    <a:pt x="18656" y="27597"/>
                  </a:lnTo>
                  <a:lnTo>
                    <a:pt x="19888" y="27597"/>
                  </a:lnTo>
                  <a:lnTo>
                    <a:pt x="21399" y="24091"/>
                  </a:lnTo>
                  <a:close/>
                </a:path>
                <a:path w="270510" h="207009">
                  <a:moveTo>
                    <a:pt x="21437" y="190957"/>
                  </a:moveTo>
                  <a:lnTo>
                    <a:pt x="21107" y="189153"/>
                  </a:lnTo>
                  <a:lnTo>
                    <a:pt x="21043" y="188887"/>
                  </a:lnTo>
                  <a:lnTo>
                    <a:pt x="20942" y="188633"/>
                  </a:lnTo>
                  <a:lnTo>
                    <a:pt x="20586" y="187515"/>
                  </a:lnTo>
                  <a:lnTo>
                    <a:pt x="20472" y="187147"/>
                  </a:lnTo>
                  <a:lnTo>
                    <a:pt x="18427" y="186829"/>
                  </a:lnTo>
                  <a:lnTo>
                    <a:pt x="17894" y="187718"/>
                  </a:lnTo>
                  <a:lnTo>
                    <a:pt x="14655" y="189103"/>
                  </a:lnTo>
                  <a:lnTo>
                    <a:pt x="16014" y="192532"/>
                  </a:lnTo>
                  <a:lnTo>
                    <a:pt x="20485" y="192620"/>
                  </a:lnTo>
                  <a:lnTo>
                    <a:pt x="21437" y="190957"/>
                  </a:lnTo>
                  <a:close/>
                </a:path>
                <a:path w="270510" h="207009">
                  <a:moveTo>
                    <a:pt x="22504" y="42113"/>
                  </a:moveTo>
                  <a:lnTo>
                    <a:pt x="22491" y="40894"/>
                  </a:lnTo>
                  <a:lnTo>
                    <a:pt x="22136" y="40462"/>
                  </a:lnTo>
                  <a:lnTo>
                    <a:pt x="19875" y="39179"/>
                  </a:lnTo>
                  <a:lnTo>
                    <a:pt x="18389" y="40563"/>
                  </a:lnTo>
                  <a:lnTo>
                    <a:pt x="19151" y="41770"/>
                  </a:lnTo>
                  <a:lnTo>
                    <a:pt x="19773" y="42811"/>
                  </a:lnTo>
                  <a:lnTo>
                    <a:pt x="20193" y="43192"/>
                  </a:lnTo>
                  <a:lnTo>
                    <a:pt x="21437" y="43180"/>
                  </a:lnTo>
                  <a:lnTo>
                    <a:pt x="22009" y="43154"/>
                  </a:lnTo>
                  <a:lnTo>
                    <a:pt x="22504" y="42710"/>
                  </a:lnTo>
                  <a:lnTo>
                    <a:pt x="22504" y="42113"/>
                  </a:lnTo>
                  <a:close/>
                </a:path>
                <a:path w="270510" h="207009">
                  <a:moveTo>
                    <a:pt x="26085" y="10401"/>
                  </a:moveTo>
                  <a:lnTo>
                    <a:pt x="25501" y="10401"/>
                  </a:lnTo>
                  <a:lnTo>
                    <a:pt x="25501" y="10845"/>
                  </a:lnTo>
                  <a:lnTo>
                    <a:pt x="25793" y="10845"/>
                  </a:lnTo>
                  <a:lnTo>
                    <a:pt x="26085" y="10845"/>
                  </a:lnTo>
                  <a:lnTo>
                    <a:pt x="26085" y="10401"/>
                  </a:lnTo>
                  <a:close/>
                </a:path>
                <a:path w="270510" h="207009">
                  <a:moveTo>
                    <a:pt x="30556" y="205498"/>
                  </a:moveTo>
                  <a:lnTo>
                    <a:pt x="30530" y="204736"/>
                  </a:lnTo>
                  <a:lnTo>
                    <a:pt x="30200" y="203784"/>
                  </a:lnTo>
                  <a:lnTo>
                    <a:pt x="30048" y="203733"/>
                  </a:lnTo>
                  <a:lnTo>
                    <a:pt x="30403" y="204685"/>
                  </a:lnTo>
                  <a:lnTo>
                    <a:pt x="30378" y="205549"/>
                  </a:lnTo>
                  <a:lnTo>
                    <a:pt x="30010" y="206387"/>
                  </a:lnTo>
                  <a:lnTo>
                    <a:pt x="29959" y="206552"/>
                  </a:lnTo>
                  <a:lnTo>
                    <a:pt x="30226" y="206641"/>
                  </a:lnTo>
                  <a:lnTo>
                    <a:pt x="30276" y="206463"/>
                  </a:lnTo>
                  <a:lnTo>
                    <a:pt x="30556" y="205498"/>
                  </a:lnTo>
                  <a:close/>
                </a:path>
                <a:path w="270510" h="207009">
                  <a:moveTo>
                    <a:pt x="30873" y="55105"/>
                  </a:moveTo>
                  <a:lnTo>
                    <a:pt x="30518" y="55105"/>
                  </a:lnTo>
                  <a:lnTo>
                    <a:pt x="30518" y="55384"/>
                  </a:lnTo>
                  <a:lnTo>
                    <a:pt x="30695" y="55384"/>
                  </a:lnTo>
                  <a:lnTo>
                    <a:pt x="30873" y="55384"/>
                  </a:lnTo>
                  <a:lnTo>
                    <a:pt x="30873" y="55105"/>
                  </a:lnTo>
                  <a:close/>
                </a:path>
                <a:path w="270510" h="207009">
                  <a:moveTo>
                    <a:pt x="31419" y="112077"/>
                  </a:moveTo>
                  <a:lnTo>
                    <a:pt x="30657" y="110223"/>
                  </a:lnTo>
                  <a:lnTo>
                    <a:pt x="30378" y="109753"/>
                  </a:lnTo>
                  <a:lnTo>
                    <a:pt x="28155" y="107365"/>
                  </a:lnTo>
                  <a:lnTo>
                    <a:pt x="25412" y="110159"/>
                  </a:lnTo>
                  <a:lnTo>
                    <a:pt x="27190" y="111683"/>
                  </a:lnTo>
                  <a:lnTo>
                    <a:pt x="27876" y="112268"/>
                  </a:lnTo>
                  <a:lnTo>
                    <a:pt x="28346" y="112560"/>
                  </a:lnTo>
                  <a:lnTo>
                    <a:pt x="30175" y="113220"/>
                  </a:lnTo>
                  <a:lnTo>
                    <a:pt x="31419" y="112077"/>
                  </a:lnTo>
                  <a:close/>
                </a:path>
                <a:path w="270510" h="207009">
                  <a:moveTo>
                    <a:pt x="31788" y="80949"/>
                  </a:moveTo>
                  <a:lnTo>
                    <a:pt x="30429" y="78943"/>
                  </a:lnTo>
                  <a:lnTo>
                    <a:pt x="30937" y="77165"/>
                  </a:lnTo>
                  <a:lnTo>
                    <a:pt x="30086" y="76911"/>
                  </a:lnTo>
                  <a:lnTo>
                    <a:pt x="25349" y="75514"/>
                  </a:lnTo>
                  <a:lnTo>
                    <a:pt x="22301" y="79705"/>
                  </a:lnTo>
                  <a:lnTo>
                    <a:pt x="27546" y="84137"/>
                  </a:lnTo>
                  <a:lnTo>
                    <a:pt x="31635" y="81064"/>
                  </a:lnTo>
                  <a:lnTo>
                    <a:pt x="31788" y="80949"/>
                  </a:lnTo>
                  <a:close/>
                </a:path>
                <a:path w="270510" h="207009">
                  <a:moveTo>
                    <a:pt x="32207" y="129425"/>
                  </a:moveTo>
                  <a:lnTo>
                    <a:pt x="31762" y="127787"/>
                  </a:lnTo>
                  <a:lnTo>
                    <a:pt x="31102" y="125399"/>
                  </a:lnTo>
                  <a:lnTo>
                    <a:pt x="27444" y="126771"/>
                  </a:lnTo>
                  <a:lnTo>
                    <a:pt x="28549" y="129146"/>
                  </a:lnTo>
                  <a:lnTo>
                    <a:pt x="28346" y="129070"/>
                  </a:lnTo>
                  <a:lnTo>
                    <a:pt x="28282" y="129197"/>
                  </a:lnTo>
                  <a:lnTo>
                    <a:pt x="28359" y="129514"/>
                  </a:lnTo>
                  <a:lnTo>
                    <a:pt x="28244" y="130352"/>
                  </a:lnTo>
                  <a:lnTo>
                    <a:pt x="28702" y="131216"/>
                  </a:lnTo>
                  <a:lnTo>
                    <a:pt x="31521" y="131191"/>
                  </a:lnTo>
                  <a:lnTo>
                    <a:pt x="32207" y="129425"/>
                  </a:lnTo>
                  <a:close/>
                </a:path>
                <a:path w="270510" h="207009">
                  <a:moveTo>
                    <a:pt x="33578" y="24688"/>
                  </a:moveTo>
                  <a:lnTo>
                    <a:pt x="32512" y="22479"/>
                  </a:lnTo>
                  <a:lnTo>
                    <a:pt x="31140" y="19646"/>
                  </a:lnTo>
                  <a:lnTo>
                    <a:pt x="29578" y="20104"/>
                  </a:lnTo>
                  <a:lnTo>
                    <a:pt x="29679" y="21818"/>
                  </a:lnTo>
                  <a:lnTo>
                    <a:pt x="29756" y="23215"/>
                  </a:lnTo>
                  <a:lnTo>
                    <a:pt x="29895" y="25603"/>
                  </a:lnTo>
                  <a:lnTo>
                    <a:pt x="33578" y="24688"/>
                  </a:lnTo>
                  <a:close/>
                </a:path>
                <a:path w="270510" h="207009">
                  <a:moveTo>
                    <a:pt x="34925" y="14503"/>
                  </a:moveTo>
                  <a:lnTo>
                    <a:pt x="33388" y="14630"/>
                  </a:lnTo>
                  <a:lnTo>
                    <a:pt x="33070" y="14655"/>
                  </a:lnTo>
                  <a:lnTo>
                    <a:pt x="32880" y="14528"/>
                  </a:lnTo>
                  <a:lnTo>
                    <a:pt x="31788" y="14071"/>
                  </a:lnTo>
                  <a:lnTo>
                    <a:pt x="31280" y="14986"/>
                  </a:lnTo>
                  <a:lnTo>
                    <a:pt x="31508" y="16675"/>
                  </a:lnTo>
                  <a:lnTo>
                    <a:pt x="32372" y="17106"/>
                  </a:lnTo>
                  <a:lnTo>
                    <a:pt x="33388" y="17018"/>
                  </a:lnTo>
                  <a:lnTo>
                    <a:pt x="34912" y="16891"/>
                  </a:lnTo>
                  <a:lnTo>
                    <a:pt x="34925" y="14503"/>
                  </a:lnTo>
                  <a:close/>
                </a:path>
                <a:path w="270510" h="207009">
                  <a:moveTo>
                    <a:pt x="36309" y="154825"/>
                  </a:moveTo>
                  <a:lnTo>
                    <a:pt x="30518" y="154825"/>
                  </a:lnTo>
                  <a:lnTo>
                    <a:pt x="30505" y="159334"/>
                  </a:lnTo>
                  <a:lnTo>
                    <a:pt x="33413" y="159334"/>
                  </a:lnTo>
                  <a:lnTo>
                    <a:pt x="36296" y="159334"/>
                  </a:lnTo>
                  <a:lnTo>
                    <a:pt x="36309" y="154825"/>
                  </a:lnTo>
                  <a:close/>
                </a:path>
                <a:path w="270510" h="207009">
                  <a:moveTo>
                    <a:pt x="36753" y="29438"/>
                  </a:moveTo>
                  <a:lnTo>
                    <a:pt x="31140" y="29438"/>
                  </a:lnTo>
                  <a:lnTo>
                    <a:pt x="31140" y="33794"/>
                  </a:lnTo>
                  <a:lnTo>
                    <a:pt x="33947" y="33794"/>
                  </a:lnTo>
                  <a:lnTo>
                    <a:pt x="36753" y="33794"/>
                  </a:lnTo>
                  <a:lnTo>
                    <a:pt x="36753" y="29438"/>
                  </a:lnTo>
                  <a:close/>
                </a:path>
                <a:path w="270510" h="207009">
                  <a:moveTo>
                    <a:pt x="37134" y="185953"/>
                  </a:moveTo>
                  <a:lnTo>
                    <a:pt x="36626" y="185293"/>
                  </a:lnTo>
                  <a:lnTo>
                    <a:pt x="36614" y="185953"/>
                  </a:lnTo>
                  <a:lnTo>
                    <a:pt x="36588" y="185254"/>
                  </a:lnTo>
                  <a:lnTo>
                    <a:pt x="36652" y="184200"/>
                  </a:lnTo>
                  <a:lnTo>
                    <a:pt x="36664" y="183984"/>
                  </a:lnTo>
                  <a:lnTo>
                    <a:pt x="36576" y="185242"/>
                  </a:lnTo>
                  <a:lnTo>
                    <a:pt x="35674" y="185242"/>
                  </a:lnTo>
                  <a:lnTo>
                    <a:pt x="35610" y="186143"/>
                  </a:lnTo>
                  <a:lnTo>
                    <a:pt x="35471" y="185089"/>
                  </a:lnTo>
                  <a:lnTo>
                    <a:pt x="34632" y="184442"/>
                  </a:lnTo>
                  <a:lnTo>
                    <a:pt x="34798" y="184442"/>
                  </a:lnTo>
                  <a:lnTo>
                    <a:pt x="34671" y="184467"/>
                  </a:lnTo>
                  <a:lnTo>
                    <a:pt x="35471" y="185089"/>
                  </a:lnTo>
                  <a:lnTo>
                    <a:pt x="36461" y="185089"/>
                  </a:lnTo>
                  <a:lnTo>
                    <a:pt x="36576" y="185242"/>
                  </a:lnTo>
                  <a:lnTo>
                    <a:pt x="36576" y="183972"/>
                  </a:lnTo>
                  <a:lnTo>
                    <a:pt x="36068" y="183857"/>
                  </a:lnTo>
                  <a:lnTo>
                    <a:pt x="36068" y="184556"/>
                  </a:lnTo>
                  <a:lnTo>
                    <a:pt x="35864" y="184429"/>
                  </a:lnTo>
                  <a:lnTo>
                    <a:pt x="36068" y="184556"/>
                  </a:lnTo>
                  <a:lnTo>
                    <a:pt x="36068" y="183857"/>
                  </a:lnTo>
                  <a:lnTo>
                    <a:pt x="35090" y="183654"/>
                  </a:lnTo>
                  <a:lnTo>
                    <a:pt x="35090" y="184429"/>
                  </a:lnTo>
                  <a:lnTo>
                    <a:pt x="34912" y="184556"/>
                  </a:lnTo>
                  <a:lnTo>
                    <a:pt x="35064" y="184429"/>
                  </a:lnTo>
                  <a:lnTo>
                    <a:pt x="35090" y="183654"/>
                  </a:lnTo>
                  <a:lnTo>
                    <a:pt x="33070" y="183210"/>
                  </a:lnTo>
                  <a:lnTo>
                    <a:pt x="31191" y="185953"/>
                  </a:lnTo>
                  <a:lnTo>
                    <a:pt x="33921" y="188125"/>
                  </a:lnTo>
                  <a:lnTo>
                    <a:pt x="34734" y="188366"/>
                  </a:lnTo>
                  <a:lnTo>
                    <a:pt x="36601" y="187261"/>
                  </a:lnTo>
                  <a:lnTo>
                    <a:pt x="37096" y="186270"/>
                  </a:lnTo>
                  <a:lnTo>
                    <a:pt x="37134" y="185953"/>
                  </a:lnTo>
                  <a:close/>
                </a:path>
                <a:path w="270510" h="207009">
                  <a:moveTo>
                    <a:pt x="38049" y="176276"/>
                  </a:moveTo>
                  <a:lnTo>
                    <a:pt x="37465" y="176276"/>
                  </a:lnTo>
                  <a:lnTo>
                    <a:pt x="37465" y="176733"/>
                  </a:lnTo>
                  <a:lnTo>
                    <a:pt x="37757" y="176733"/>
                  </a:lnTo>
                  <a:lnTo>
                    <a:pt x="38049" y="176733"/>
                  </a:lnTo>
                  <a:lnTo>
                    <a:pt x="38049" y="176276"/>
                  </a:lnTo>
                  <a:close/>
                </a:path>
                <a:path w="270510" h="207009">
                  <a:moveTo>
                    <a:pt x="38950" y="64350"/>
                  </a:moveTo>
                  <a:lnTo>
                    <a:pt x="38468" y="63080"/>
                  </a:lnTo>
                  <a:lnTo>
                    <a:pt x="37515" y="63322"/>
                  </a:lnTo>
                  <a:lnTo>
                    <a:pt x="37249" y="63284"/>
                  </a:lnTo>
                  <a:lnTo>
                    <a:pt x="36957" y="63246"/>
                  </a:lnTo>
                  <a:lnTo>
                    <a:pt x="36690" y="63207"/>
                  </a:lnTo>
                  <a:lnTo>
                    <a:pt x="35242" y="62357"/>
                  </a:lnTo>
                  <a:lnTo>
                    <a:pt x="34239" y="64935"/>
                  </a:lnTo>
                  <a:lnTo>
                    <a:pt x="35826" y="65265"/>
                  </a:lnTo>
                  <a:lnTo>
                    <a:pt x="36741" y="65455"/>
                  </a:lnTo>
                  <a:lnTo>
                    <a:pt x="37363" y="65392"/>
                  </a:lnTo>
                  <a:lnTo>
                    <a:pt x="38163" y="64871"/>
                  </a:lnTo>
                  <a:lnTo>
                    <a:pt x="38950" y="64350"/>
                  </a:lnTo>
                  <a:close/>
                </a:path>
                <a:path w="270510" h="207009">
                  <a:moveTo>
                    <a:pt x="41554" y="44805"/>
                  </a:moveTo>
                  <a:lnTo>
                    <a:pt x="40398" y="43954"/>
                  </a:lnTo>
                  <a:lnTo>
                    <a:pt x="40005" y="43662"/>
                  </a:lnTo>
                  <a:lnTo>
                    <a:pt x="39598" y="43383"/>
                  </a:lnTo>
                  <a:lnTo>
                    <a:pt x="38506" y="42570"/>
                  </a:lnTo>
                  <a:lnTo>
                    <a:pt x="37909" y="43624"/>
                  </a:lnTo>
                  <a:lnTo>
                    <a:pt x="38671" y="44589"/>
                  </a:lnTo>
                  <a:lnTo>
                    <a:pt x="38976" y="44996"/>
                  </a:lnTo>
                  <a:lnTo>
                    <a:pt x="40030" y="46342"/>
                  </a:lnTo>
                  <a:lnTo>
                    <a:pt x="41554" y="44805"/>
                  </a:lnTo>
                  <a:close/>
                </a:path>
                <a:path w="270510" h="207009">
                  <a:moveTo>
                    <a:pt x="44564" y="21437"/>
                  </a:moveTo>
                  <a:lnTo>
                    <a:pt x="44018" y="21437"/>
                  </a:lnTo>
                  <a:lnTo>
                    <a:pt x="44018" y="21856"/>
                  </a:lnTo>
                  <a:lnTo>
                    <a:pt x="44284" y="21856"/>
                  </a:lnTo>
                  <a:lnTo>
                    <a:pt x="44564" y="21856"/>
                  </a:lnTo>
                  <a:lnTo>
                    <a:pt x="44564" y="21437"/>
                  </a:lnTo>
                  <a:close/>
                </a:path>
                <a:path w="270510" h="207009">
                  <a:moveTo>
                    <a:pt x="46202" y="118376"/>
                  </a:moveTo>
                  <a:lnTo>
                    <a:pt x="43713" y="115722"/>
                  </a:lnTo>
                  <a:lnTo>
                    <a:pt x="42646" y="117602"/>
                  </a:lnTo>
                  <a:lnTo>
                    <a:pt x="42519" y="117805"/>
                  </a:lnTo>
                  <a:lnTo>
                    <a:pt x="42405" y="118021"/>
                  </a:lnTo>
                  <a:lnTo>
                    <a:pt x="42278" y="118224"/>
                  </a:lnTo>
                  <a:lnTo>
                    <a:pt x="41744" y="119164"/>
                  </a:lnTo>
                  <a:lnTo>
                    <a:pt x="42811" y="120154"/>
                  </a:lnTo>
                  <a:lnTo>
                    <a:pt x="46202" y="118376"/>
                  </a:lnTo>
                  <a:close/>
                </a:path>
                <a:path w="270510" h="207009">
                  <a:moveTo>
                    <a:pt x="46405" y="152603"/>
                  </a:moveTo>
                  <a:lnTo>
                    <a:pt x="42494" y="156781"/>
                  </a:lnTo>
                  <a:lnTo>
                    <a:pt x="44132" y="156997"/>
                  </a:lnTo>
                  <a:lnTo>
                    <a:pt x="45275" y="155409"/>
                  </a:lnTo>
                  <a:lnTo>
                    <a:pt x="46405" y="152603"/>
                  </a:lnTo>
                  <a:close/>
                </a:path>
                <a:path w="270510" h="207009">
                  <a:moveTo>
                    <a:pt x="50660" y="100203"/>
                  </a:moveTo>
                  <a:lnTo>
                    <a:pt x="50609" y="99568"/>
                  </a:lnTo>
                  <a:lnTo>
                    <a:pt x="48526" y="95631"/>
                  </a:lnTo>
                  <a:lnTo>
                    <a:pt x="43815" y="99148"/>
                  </a:lnTo>
                  <a:lnTo>
                    <a:pt x="45567" y="100812"/>
                  </a:lnTo>
                  <a:lnTo>
                    <a:pt x="46913" y="102412"/>
                  </a:lnTo>
                  <a:lnTo>
                    <a:pt x="47231" y="102603"/>
                  </a:lnTo>
                  <a:lnTo>
                    <a:pt x="48768" y="103124"/>
                  </a:lnTo>
                  <a:lnTo>
                    <a:pt x="50304" y="102349"/>
                  </a:lnTo>
                  <a:lnTo>
                    <a:pt x="50660" y="100203"/>
                  </a:lnTo>
                  <a:close/>
                </a:path>
                <a:path w="270510" h="207009">
                  <a:moveTo>
                    <a:pt x="50698" y="137706"/>
                  </a:moveTo>
                  <a:lnTo>
                    <a:pt x="50685" y="133311"/>
                  </a:lnTo>
                  <a:lnTo>
                    <a:pt x="45135" y="134518"/>
                  </a:lnTo>
                  <a:lnTo>
                    <a:pt x="46443" y="137134"/>
                  </a:lnTo>
                  <a:lnTo>
                    <a:pt x="46278" y="138709"/>
                  </a:lnTo>
                  <a:lnTo>
                    <a:pt x="48221" y="139560"/>
                  </a:lnTo>
                  <a:lnTo>
                    <a:pt x="50279" y="138366"/>
                  </a:lnTo>
                  <a:lnTo>
                    <a:pt x="50698" y="137706"/>
                  </a:lnTo>
                  <a:close/>
                </a:path>
                <a:path w="270510" h="207009">
                  <a:moveTo>
                    <a:pt x="50812" y="55295"/>
                  </a:moveTo>
                  <a:lnTo>
                    <a:pt x="50266" y="55346"/>
                  </a:lnTo>
                  <a:lnTo>
                    <a:pt x="49542" y="55410"/>
                  </a:lnTo>
                  <a:lnTo>
                    <a:pt x="48094" y="55562"/>
                  </a:lnTo>
                  <a:lnTo>
                    <a:pt x="47815" y="55575"/>
                  </a:lnTo>
                  <a:lnTo>
                    <a:pt x="47815" y="55943"/>
                  </a:lnTo>
                  <a:lnTo>
                    <a:pt x="48094" y="55981"/>
                  </a:lnTo>
                  <a:lnTo>
                    <a:pt x="48818" y="56045"/>
                  </a:lnTo>
                  <a:lnTo>
                    <a:pt x="49542" y="56108"/>
                  </a:lnTo>
                  <a:lnTo>
                    <a:pt x="50812" y="56235"/>
                  </a:lnTo>
                  <a:lnTo>
                    <a:pt x="50812" y="55295"/>
                  </a:lnTo>
                  <a:close/>
                </a:path>
                <a:path w="270510" h="207009">
                  <a:moveTo>
                    <a:pt x="51435" y="52717"/>
                  </a:moveTo>
                  <a:lnTo>
                    <a:pt x="50927" y="51282"/>
                  </a:lnTo>
                  <a:lnTo>
                    <a:pt x="48526" y="51282"/>
                  </a:lnTo>
                  <a:lnTo>
                    <a:pt x="48031" y="52717"/>
                  </a:lnTo>
                  <a:lnTo>
                    <a:pt x="48780" y="53555"/>
                  </a:lnTo>
                  <a:lnTo>
                    <a:pt x="48945" y="53746"/>
                  </a:lnTo>
                  <a:lnTo>
                    <a:pt x="49364" y="54216"/>
                  </a:lnTo>
                  <a:lnTo>
                    <a:pt x="50076" y="54216"/>
                  </a:lnTo>
                  <a:lnTo>
                    <a:pt x="50419" y="53835"/>
                  </a:lnTo>
                  <a:lnTo>
                    <a:pt x="50584" y="53657"/>
                  </a:lnTo>
                  <a:lnTo>
                    <a:pt x="51435" y="52717"/>
                  </a:lnTo>
                  <a:close/>
                </a:path>
                <a:path w="270510" h="207009">
                  <a:moveTo>
                    <a:pt x="69634" y="45148"/>
                  </a:moveTo>
                  <a:lnTo>
                    <a:pt x="67551" y="42545"/>
                  </a:lnTo>
                  <a:lnTo>
                    <a:pt x="66560" y="41998"/>
                  </a:lnTo>
                  <a:lnTo>
                    <a:pt x="64046" y="41033"/>
                  </a:lnTo>
                  <a:lnTo>
                    <a:pt x="62661" y="42875"/>
                  </a:lnTo>
                  <a:lnTo>
                    <a:pt x="62966" y="43307"/>
                  </a:lnTo>
                  <a:lnTo>
                    <a:pt x="62204" y="44551"/>
                  </a:lnTo>
                  <a:lnTo>
                    <a:pt x="64084" y="47053"/>
                  </a:lnTo>
                  <a:lnTo>
                    <a:pt x="64998" y="47739"/>
                  </a:lnTo>
                  <a:lnTo>
                    <a:pt x="68884" y="47612"/>
                  </a:lnTo>
                  <a:lnTo>
                    <a:pt x="69634" y="45148"/>
                  </a:lnTo>
                  <a:close/>
                </a:path>
                <a:path w="270510" h="207009">
                  <a:moveTo>
                    <a:pt x="125793" y="20320"/>
                  </a:moveTo>
                  <a:lnTo>
                    <a:pt x="125742" y="19227"/>
                  </a:lnTo>
                  <a:lnTo>
                    <a:pt x="123113" y="14757"/>
                  </a:lnTo>
                  <a:lnTo>
                    <a:pt x="118122" y="17640"/>
                  </a:lnTo>
                  <a:lnTo>
                    <a:pt x="119888" y="20662"/>
                  </a:lnTo>
                  <a:lnTo>
                    <a:pt x="119888" y="20980"/>
                  </a:lnTo>
                  <a:lnTo>
                    <a:pt x="119976" y="21361"/>
                  </a:lnTo>
                  <a:lnTo>
                    <a:pt x="120040" y="21844"/>
                  </a:lnTo>
                  <a:lnTo>
                    <a:pt x="120205" y="22288"/>
                  </a:lnTo>
                  <a:lnTo>
                    <a:pt x="121043" y="23482"/>
                  </a:lnTo>
                  <a:lnTo>
                    <a:pt x="121818" y="23863"/>
                  </a:lnTo>
                  <a:lnTo>
                    <a:pt x="123939" y="23863"/>
                  </a:lnTo>
                  <a:lnTo>
                    <a:pt x="125412" y="22974"/>
                  </a:lnTo>
                  <a:lnTo>
                    <a:pt x="125793" y="20320"/>
                  </a:lnTo>
                  <a:close/>
                </a:path>
                <a:path w="270510" h="207009">
                  <a:moveTo>
                    <a:pt x="140360" y="78765"/>
                  </a:moveTo>
                  <a:lnTo>
                    <a:pt x="139649" y="77546"/>
                  </a:lnTo>
                  <a:lnTo>
                    <a:pt x="137909" y="76365"/>
                  </a:lnTo>
                  <a:lnTo>
                    <a:pt x="137147" y="76390"/>
                  </a:lnTo>
                  <a:lnTo>
                    <a:pt x="135813" y="76644"/>
                  </a:lnTo>
                  <a:lnTo>
                    <a:pt x="135521" y="76568"/>
                  </a:lnTo>
                  <a:lnTo>
                    <a:pt x="135521" y="77355"/>
                  </a:lnTo>
                  <a:lnTo>
                    <a:pt x="135267" y="77965"/>
                  </a:lnTo>
                  <a:lnTo>
                    <a:pt x="135509" y="77355"/>
                  </a:lnTo>
                  <a:lnTo>
                    <a:pt x="135521" y="76568"/>
                  </a:lnTo>
                  <a:lnTo>
                    <a:pt x="134912" y="76403"/>
                  </a:lnTo>
                  <a:lnTo>
                    <a:pt x="134912" y="78803"/>
                  </a:lnTo>
                  <a:lnTo>
                    <a:pt x="134848" y="79209"/>
                  </a:lnTo>
                  <a:lnTo>
                    <a:pt x="134797" y="79082"/>
                  </a:lnTo>
                  <a:lnTo>
                    <a:pt x="134747" y="79209"/>
                  </a:lnTo>
                  <a:lnTo>
                    <a:pt x="134721" y="78905"/>
                  </a:lnTo>
                  <a:lnTo>
                    <a:pt x="134823" y="76377"/>
                  </a:lnTo>
                  <a:lnTo>
                    <a:pt x="132829" y="79489"/>
                  </a:lnTo>
                  <a:lnTo>
                    <a:pt x="135483" y="81927"/>
                  </a:lnTo>
                  <a:lnTo>
                    <a:pt x="136194" y="82245"/>
                  </a:lnTo>
                  <a:lnTo>
                    <a:pt x="138480" y="82194"/>
                  </a:lnTo>
                  <a:lnTo>
                    <a:pt x="139420" y="81394"/>
                  </a:lnTo>
                  <a:lnTo>
                    <a:pt x="139674" y="80657"/>
                  </a:lnTo>
                  <a:lnTo>
                    <a:pt x="140360" y="78765"/>
                  </a:lnTo>
                  <a:close/>
                </a:path>
                <a:path w="270510" h="207009">
                  <a:moveTo>
                    <a:pt x="148361" y="168859"/>
                  </a:moveTo>
                  <a:lnTo>
                    <a:pt x="147853" y="168097"/>
                  </a:lnTo>
                  <a:lnTo>
                    <a:pt x="145821" y="164465"/>
                  </a:lnTo>
                  <a:lnTo>
                    <a:pt x="141922" y="167182"/>
                  </a:lnTo>
                  <a:lnTo>
                    <a:pt x="143954" y="169595"/>
                  </a:lnTo>
                  <a:lnTo>
                    <a:pt x="144741" y="170535"/>
                  </a:lnTo>
                  <a:lnTo>
                    <a:pt x="145237" y="171107"/>
                  </a:lnTo>
                  <a:lnTo>
                    <a:pt x="147193" y="171183"/>
                  </a:lnTo>
                  <a:lnTo>
                    <a:pt x="147751" y="170675"/>
                  </a:lnTo>
                  <a:lnTo>
                    <a:pt x="148361" y="168859"/>
                  </a:lnTo>
                  <a:close/>
                </a:path>
                <a:path w="270510" h="207009">
                  <a:moveTo>
                    <a:pt x="150355" y="5765"/>
                  </a:moveTo>
                  <a:lnTo>
                    <a:pt x="150317" y="3644"/>
                  </a:lnTo>
                  <a:lnTo>
                    <a:pt x="150139" y="3124"/>
                  </a:lnTo>
                  <a:lnTo>
                    <a:pt x="148526" y="0"/>
                  </a:lnTo>
                  <a:lnTo>
                    <a:pt x="145122" y="1981"/>
                  </a:lnTo>
                  <a:lnTo>
                    <a:pt x="146291" y="4229"/>
                  </a:lnTo>
                  <a:lnTo>
                    <a:pt x="146735" y="5105"/>
                  </a:lnTo>
                  <a:lnTo>
                    <a:pt x="147116" y="5461"/>
                  </a:lnTo>
                  <a:lnTo>
                    <a:pt x="148907" y="6769"/>
                  </a:lnTo>
                  <a:lnTo>
                    <a:pt x="150355" y="5765"/>
                  </a:lnTo>
                  <a:close/>
                </a:path>
                <a:path w="270510" h="207009">
                  <a:moveTo>
                    <a:pt x="156057" y="41579"/>
                  </a:moveTo>
                  <a:lnTo>
                    <a:pt x="156044" y="41071"/>
                  </a:lnTo>
                  <a:lnTo>
                    <a:pt x="156006" y="39662"/>
                  </a:lnTo>
                  <a:lnTo>
                    <a:pt x="155422" y="38950"/>
                  </a:lnTo>
                  <a:lnTo>
                    <a:pt x="151676" y="37693"/>
                  </a:lnTo>
                  <a:lnTo>
                    <a:pt x="150710" y="42252"/>
                  </a:lnTo>
                  <a:lnTo>
                    <a:pt x="152234" y="42418"/>
                  </a:lnTo>
                  <a:lnTo>
                    <a:pt x="153670" y="43611"/>
                  </a:lnTo>
                  <a:lnTo>
                    <a:pt x="154990" y="42608"/>
                  </a:lnTo>
                  <a:lnTo>
                    <a:pt x="155625" y="42125"/>
                  </a:lnTo>
                  <a:lnTo>
                    <a:pt x="156057" y="41579"/>
                  </a:lnTo>
                  <a:close/>
                </a:path>
                <a:path w="270510" h="207009">
                  <a:moveTo>
                    <a:pt x="166395" y="169341"/>
                  </a:moveTo>
                  <a:lnTo>
                    <a:pt x="164642" y="167424"/>
                  </a:lnTo>
                  <a:lnTo>
                    <a:pt x="162699" y="167894"/>
                  </a:lnTo>
                  <a:lnTo>
                    <a:pt x="162115" y="168033"/>
                  </a:lnTo>
                  <a:lnTo>
                    <a:pt x="161823" y="168097"/>
                  </a:lnTo>
                  <a:lnTo>
                    <a:pt x="160667" y="168389"/>
                  </a:lnTo>
                  <a:lnTo>
                    <a:pt x="160388" y="169633"/>
                  </a:lnTo>
                  <a:lnTo>
                    <a:pt x="161086" y="171196"/>
                  </a:lnTo>
                  <a:lnTo>
                    <a:pt x="161239" y="171500"/>
                  </a:lnTo>
                  <a:lnTo>
                    <a:pt x="162077" y="173393"/>
                  </a:lnTo>
                  <a:lnTo>
                    <a:pt x="164896" y="172872"/>
                  </a:lnTo>
                  <a:lnTo>
                    <a:pt x="166395" y="169341"/>
                  </a:lnTo>
                  <a:close/>
                </a:path>
                <a:path w="270510" h="207009">
                  <a:moveTo>
                    <a:pt x="173863" y="70446"/>
                  </a:moveTo>
                  <a:lnTo>
                    <a:pt x="170154" y="69329"/>
                  </a:lnTo>
                  <a:lnTo>
                    <a:pt x="170141" y="72999"/>
                  </a:lnTo>
                  <a:lnTo>
                    <a:pt x="172186" y="72390"/>
                  </a:lnTo>
                  <a:lnTo>
                    <a:pt x="173863" y="71882"/>
                  </a:lnTo>
                  <a:lnTo>
                    <a:pt x="173863" y="70446"/>
                  </a:lnTo>
                  <a:close/>
                </a:path>
                <a:path w="270510" h="207009">
                  <a:moveTo>
                    <a:pt x="174320" y="111531"/>
                  </a:moveTo>
                  <a:lnTo>
                    <a:pt x="173736" y="111531"/>
                  </a:lnTo>
                  <a:lnTo>
                    <a:pt x="173736" y="111988"/>
                  </a:lnTo>
                  <a:lnTo>
                    <a:pt x="174028" y="111988"/>
                  </a:lnTo>
                  <a:lnTo>
                    <a:pt x="174320" y="111988"/>
                  </a:lnTo>
                  <a:lnTo>
                    <a:pt x="174320" y="111531"/>
                  </a:lnTo>
                  <a:close/>
                </a:path>
                <a:path w="270510" h="207009">
                  <a:moveTo>
                    <a:pt x="177177" y="29806"/>
                  </a:moveTo>
                  <a:lnTo>
                    <a:pt x="173710" y="26009"/>
                  </a:lnTo>
                  <a:lnTo>
                    <a:pt x="170865" y="28879"/>
                  </a:lnTo>
                  <a:lnTo>
                    <a:pt x="172681" y="30505"/>
                  </a:lnTo>
                  <a:lnTo>
                    <a:pt x="172618" y="30657"/>
                  </a:lnTo>
                  <a:lnTo>
                    <a:pt x="171373" y="31496"/>
                  </a:lnTo>
                  <a:lnTo>
                    <a:pt x="171767" y="33350"/>
                  </a:lnTo>
                  <a:lnTo>
                    <a:pt x="176377" y="33553"/>
                  </a:lnTo>
                  <a:lnTo>
                    <a:pt x="177177" y="29806"/>
                  </a:lnTo>
                  <a:close/>
                </a:path>
                <a:path w="270510" h="207009">
                  <a:moveTo>
                    <a:pt x="195643" y="49568"/>
                  </a:moveTo>
                  <a:lnTo>
                    <a:pt x="193586" y="47371"/>
                  </a:lnTo>
                  <a:lnTo>
                    <a:pt x="192697" y="48933"/>
                  </a:lnTo>
                  <a:lnTo>
                    <a:pt x="192532" y="49212"/>
                  </a:lnTo>
                  <a:lnTo>
                    <a:pt x="191808" y="50469"/>
                  </a:lnTo>
                  <a:lnTo>
                    <a:pt x="192595" y="51181"/>
                  </a:lnTo>
                  <a:lnTo>
                    <a:pt x="193268" y="50825"/>
                  </a:lnTo>
                  <a:lnTo>
                    <a:pt x="193560" y="50685"/>
                  </a:lnTo>
                  <a:lnTo>
                    <a:pt x="193840" y="50533"/>
                  </a:lnTo>
                  <a:lnTo>
                    <a:pt x="194144" y="50380"/>
                  </a:lnTo>
                  <a:lnTo>
                    <a:pt x="195643" y="49568"/>
                  </a:lnTo>
                  <a:close/>
                </a:path>
                <a:path w="270510" h="207009">
                  <a:moveTo>
                    <a:pt x="198564" y="72161"/>
                  </a:moveTo>
                  <a:lnTo>
                    <a:pt x="198285" y="71539"/>
                  </a:lnTo>
                  <a:lnTo>
                    <a:pt x="196977" y="68173"/>
                  </a:lnTo>
                  <a:lnTo>
                    <a:pt x="193192" y="69088"/>
                  </a:lnTo>
                  <a:lnTo>
                    <a:pt x="193979" y="71653"/>
                  </a:lnTo>
                  <a:lnTo>
                    <a:pt x="194335" y="72821"/>
                  </a:lnTo>
                  <a:lnTo>
                    <a:pt x="194551" y="73609"/>
                  </a:lnTo>
                  <a:lnTo>
                    <a:pt x="195427" y="74447"/>
                  </a:lnTo>
                  <a:lnTo>
                    <a:pt x="196621" y="75615"/>
                  </a:lnTo>
                  <a:lnTo>
                    <a:pt x="198234" y="74663"/>
                  </a:lnTo>
                  <a:lnTo>
                    <a:pt x="198564" y="72161"/>
                  </a:lnTo>
                  <a:close/>
                </a:path>
                <a:path w="270510" h="207009">
                  <a:moveTo>
                    <a:pt x="202933" y="145986"/>
                  </a:moveTo>
                  <a:lnTo>
                    <a:pt x="197319" y="145986"/>
                  </a:lnTo>
                  <a:lnTo>
                    <a:pt x="197319" y="150342"/>
                  </a:lnTo>
                  <a:lnTo>
                    <a:pt x="200126" y="150342"/>
                  </a:lnTo>
                  <a:lnTo>
                    <a:pt x="202933" y="150342"/>
                  </a:lnTo>
                  <a:lnTo>
                    <a:pt x="202933" y="145986"/>
                  </a:lnTo>
                  <a:close/>
                </a:path>
                <a:path w="270510" h="207009">
                  <a:moveTo>
                    <a:pt x="208927" y="188531"/>
                  </a:moveTo>
                  <a:lnTo>
                    <a:pt x="202946" y="188531"/>
                  </a:lnTo>
                  <a:lnTo>
                    <a:pt x="202933" y="193167"/>
                  </a:lnTo>
                  <a:lnTo>
                    <a:pt x="205930" y="193167"/>
                  </a:lnTo>
                  <a:lnTo>
                    <a:pt x="208915" y="193167"/>
                  </a:lnTo>
                  <a:lnTo>
                    <a:pt x="208927" y="188531"/>
                  </a:lnTo>
                  <a:close/>
                </a:path>
                <a:path w="270510" h="207009">
                  <a:moveTo>
                    <a:pt x="210223" y="104343"/>
                  </a:moveTo>
                  <a:lnTo>
                    <a:pt x="207225" y="101142"/>
                  </a:lnTo>
                  <a:lnTo>
                    <a:pt x="206171" y="103352"/>
                  </a:lnTo>
                  <a:lnTo>
                    <a:pt x="205270" y="105232"/>
                  </a:lnTo>
                  <a:lnTo>
                    <a:pt x="206222" y="106095"/>
                  </a:lnTo>
                  <a:lnTo>
                    <a:pt x="207784" y="105410"/>
                  </a:lnTo>
                  <a:lnTo>
                    <a:pt x="208089" y="105283"/>
                  </a:lnTo>
                  <a:lnTo>
                    <a:pt x="210223" y="104343"/>
                  </a:lnTo>
                  <a:close/>
                </a:path>
                <a:path w="270510" h="207009">
                  <a:moveTo>
                    <a:pt x="211213" y="125018"/>
                  </a:moveTo>
                  <a:lnTo>
                    <a:pt x="208038" y="123926"/>
                  </a:lnTo>
                  <a:lnTo>
                    <a:pt x="207556" y="123317"/>
                  </a:lnTo>
                  <a:lnTo>
                    <a:pt x="207073" y="123596"/>
                  </a:lnTo>
                  <a:lnTo>
                    <a:pt x="206819" y="123507"/>
                  </a:lnTo>
                  <a:lnTo>
                    <a:pt x="206743" y="123774"/>
                  </a:lnTo>
                  <a:lnTo>
                    <a:pt x="203466" y="125641"/>
                  </a:lnTo>
                  <a:lnTo>
                    <a:pt x="203466" y="126136"/>
                  </a:lnTo>
                  <a:lnTo>
                    <a:pt x="204622" y="130505"/>
                  </a:lnTo>
                  <a:lnTo>
                    <a:pt x="207860" y="130098"/>
                  </a:lnTo>
                  <a:lnTo>
                    <a:pt x="208102" y="130492"/>
                  </a:lnTo>
                  <a:lnTo>
                    <a:pt x="208661" y="130149"/>
                  </a:lnTo>
                  <a:lnTo>
                    <a:pt x="208584" y="129997"/>
                  </a:lnTo>
                  <a:lnTo>
                    <a:pt x="211162" y="129667"/>
                  </a:lnTo>
                  <a:lnTo>
                    <a:pt x="211201" y="126479"/>
                  </a:lnTo>
                  <a:lnTo>
                    <a:pt x="211213" y="125018"/>
                  </a:lnTo>
                  <a:close/>
                </a:path>
                <a:path w="270510" h="207009">
                  <a:moveTo>
                    <a:pt x="212255" y="162369"/>
                  </a:moveTo>
                  <a:lnTo>
                    <a:pt x="211124" y="160655"/>
                  </a:lnTo>
                  <a:lnTo>
                    <a:pt x="210908" y="160032"/>
                  </a:lnTo>
                  <a:lnTo>
                    <a:pt x="209638" y="160045"/>
                  </a:lnTo>
                  <a:lnTo>
                    <a:pt x="209296" y="160045"/>
                  </a:lnTo>
                  <a:lnTo>
                    <a:pt x="209016" y="160337"/>
                  </a:lnTo>
                  <a:lnTo>
                    <a:pt x="209003" y="160680"/>
                  </a:lnTo>
                  <a:lnTo>
                    <a:pt x="208991" y="161950"/>
                  </a:lnTo>
                  <a:lnTo>
                    <a:pt x="209613" y="162153"/>
                  </a:lnTo>
                  <a:lnTo>
                    <a:pt x="210642" y="162839"/>
                  </a:lnTo>
                  <a:lnTo>
                    <a:pt x="211328" y="163283"/>
                  </a:lnTo>
                  <a:lnTo>
                    <a:pt x="212255" y="162369"/>
                  </a:lnTo>
                  <a:close/>
                </a:path>
                <a:path w="270510" h="207009">
                  <a:moveTo>
                    <a:pt x="219849" y="178803"/>
                  </a:moveTo>
                  <a:lnTo>
                    <a:pt x="219456" y="177025"/>
                  </a:lnTo>
                  <a:lnTo>
                    <a:pt x="218935" y="174586"/>
                  </a:lnTo>
                  <a:lnTo>
                    <a:pt x="216103" y="172986"/>
                  </a:lnTo>
                  <a:lnTo>
                    <a:pt x="213448" y="175653"/>
                  </a:lnTo>
                  <a:lnTo>
                    <a:pt x="213461" y="176771"/>
                  </a:lnTo>
                  <a:lnTo>
                    <a:pt x="214718" y="178066"/>
                  </a:lnTo>
                  <a:lnTo>
                    <a:pt x="215607" y="178308"/>
                  </a:lnTo>
                  <a:lnTo>
                    <a:pt x="217538" y="180517"/>
                  </a:lnTo>
                  <a:lnTo>
                    <a:pt x="219849" y="178803"/>
                  </a:lnTo>
                  <a:close/>
                </a:path>
                <a:path w="270510" h="207009">
                  <a:moveTo>
                    <a:pt x="220726" y="107188"/>
                  </a:moveTo>
                  <a:lnTo>
                    <a:pt x="219354" y="104825"/>
                  </a:lnTo>
                  <a:lnTo>
                    <a:pt x="218706" y="103708"/>
                  </a:lnTo>
                  <a:lnTo>
                    <a:pt x="217805" y="103708"/>
                  </a:lnTo>
                  <a:lnTo>
                    <a:pt x="217462" y="104305"/>
                  </a:lnTo>
                  <a:lnTo>
                    <a:pt x="217373" y="104482"/>
                  </a:lnTo>
                  <a:lnTo>
                    <a:pt x="217157" y="104825"/>
                  </a:lnTo>
                  <a:lnTo>
                    <a:pt x="215785" y="107188"/>
                  </a:lnTo>
                  <a:lnTo>
                    <a:pt x="220726" y="107188"/>
                  </a:lnTo>
                  <a:close/>
                </a:path>
                <a:path w="270510" h="207009">
                  <a:moveTo>
                    <a:pt x="221881" y="141998"/>
                  </a:moveTo>
                  <a:lnTo>
                    <a:pt x="220433" y="142138"/>
                  </a:lnTo>
                  <a:lnTo>
                    <a:pt x="219951" y="142176"/>
                  </a:lnTo>
                  <a:lnTo>
                    <a:pt x="219468" y="142227"/>
                  </a:lnTo>
                  <a:lnTo>
                    <a:pt x="218986" y="142265"/>
                  </a:lnTo>
                  <a:lnTo>
                    <a:pt x="217716" y="142392"/>
                  </a:lnTo>
                  <a:lnTo>
                    <a:pt x="217716" y="144119"/>
                  </a:lnTo>
                  <a:lnTo>
                    <a:pt x="218986" y="144233"/>
                  </a:lnTo>
                  <a:lnTo>
                    <a:pt x="219468" y="144284"/>
                  </a:lnTo>
                  <a:lnTo>
                    <a:pt x="219951" y="144335"/>
                  </a:lnTo>
                  <a:lnTo>
                    <a:pt x="220433" y="144386"/>
                  </a:lnTo>
                  <a:lnTo>
                    <a:pt x="221881" y="144526"/>
                  </a:lnTo>
                  <a:lnTo>
                    <a:pt x="221881" y="141998"/>
                  </a:lnTo>
                  <a:close/>
                </a:path>
                <a:path w="270510" h="207009">
                  <a:moveTo>
                    <a:pt x="232206" y="135623"/>
                  </a:moveTo>
                  <a:lnTo>
                    <a:pt x="231051" y="134772"/>
                  </a:lnTo>
                  <a:lnTo>
                    <a:pt x="229476" y="133629"/>
                  </a:lnTo>
                  <a:lnTo>
                    <a:pt x="228828" y="134785"/>
                  </a:lnTo>
                  <a:lnTo>
                    <a:pt x="229730" y="135940"/>
                  </a:lnTo>
                  <a:lnTo>
                    <a:pt x="230682" y="137160"/>
                  </a:lnTo>
                  <a:lnTo>
                    <a:pt x="232206" y="135623"/>
                  </a:lnTo>
                  <a:close/>
                </a:path>
                <a:path w="270510" h="207009">
                  <a:moveTo>
                    <a:pt x="235953" y="156337"/>
                  </a:moveTo>
                  <a:lnTo>
                    <a:pt x="235369" y="156337"/>
                  </a:lnTo>
                  <a:lnTo>
                    <a:pt x="235369" y="156781"/>
                  </a:lnTo>
                  <a:lnTo>
                    <a:pt x="235661" y="156781"/>
                  </a:lnTo>
                  <a:lnTo>
                    <a:pt x="235953" y="156781"/>
                  </a:lnTo>
                  <a:lnTo>
                    <a:pt x="235953" y="156337"/>
                  </a:lnTo>
                  <a:close/>
                </a:path>
                <a:path w="270510" h="207009">
                  <a:moveTo>
                    <a:pt x="236232" y="121259"/>
                  </a:moveTo>
                  <a:lnTo>
                    <a:pt x="235775" y="120726"/>
                  </a:lnTo>
                  <a:lnTo>
                    <a:pt x="234442" y="119100"/>
                  </a:lnTo>
                  <a:lnTo>
                    <a:pt x="232460" y="120142"/>
                  </a:lnTo>
                  <a:lnTo>
                    <a:pt x="232460" y="122986"/>
                  </a:lnTo>
                  <a:lnTo>
                    <a:pt x="234442" y="124028"/>
                  </a:lnTo>
                  <a:lnTo>
                    <a:pt x="235458" y="122809"/>
                  </a:lnTo>
                  <a:lnTo>
                    <a:pt x="235559" y="122669"/>
                  </a:lnTo>
                  <a:lnTo>
                    <a:pt x="235673" y="122542"/>
                  </a:lnTo>
                  <a:lnTo>
                    <a:pt x="236220" y="121869"/>
                  </a:lnTo>
                  <a:lnTo>
                    <a:pt x="236232" y="121259"/>
                  </a:lnTo>
                  <a:close/>
                </a:path>
                <a:path w="270510" h="207009">
                  <a:moveTo>
                    <a:pt x="236588" y="174104"/>
                  </a:moveTo>
                  <a:lnTo>
                    <a:pt x="233273" y="174104"/>
                  </a:lnTo>
                  <a:lnTo>
                    <a:pt x="234086" y="175958"/>
                  </a:lnTo>
                  <a:lnTo>
                    <a:pt x="234162" y="176136"/>
                  </a:lnTo>
                  <a:lnTo>
                    <a:pt x="234238" y="176326"/>
                  </a:lnTo>
                  <a:lnTo>
                    <a:pt x="234327" y="176504"/>
                  </a:lnTo>
                  <a:lnTo>
                    <a:pt x="234530" y="176974"/>
                  </a:lnTo>
                  <a:lnTo>
                    <a:pt x="235343" y="176974"/>
                  </a:lnTo>
                  <a:lnTo>
                    <a:pt x="235534" y="176504"/>
                  </a:lnTo>
                  <a:lnTo>
                    <a:pt x="235712" y="176136"/>
                  </a:lnTo>
                  <a:lnTo>
                    <a:pt x="235775" y="175958"/>
                  </a:lnTo>
                  <a:lnTo>
                    <a:pt x="236588" y="174104"/>
                  </a:lnTo>
                  <a:close/>
                </a:path>
                <a:path w="270510" h="207009">
                  <a:moveTo>
                    <a:pt x="237553" y="91211"/>
                  </a:moveTo>
                  <a:lnTo>
                    <a:pt x="236537" y="90855"/>
                  </a:lnTo>
                  <a:lnTo>
                    <a:pt x="234480" y="90170"/>
                  </a:lnTo>
                  <a:lnTo>
                    <a:pt x="234213" y="90957"/>
                  </a:lnTo>
                  <a:lnTo>
                    <a:pt x="235102" y="91554"/>
                  </a:lnTo>
                  <a:lnTo>
                    <a:pt x="235546" y="91846"/>
                  </a:lnTo>
                  <a:lnTo>
                    <a:pt x="235991" y="92151"/>
                  </a:lnTo>
                  <a:lnTo>
                    <a:pt x="236804" y="92697"/>
                  </a:lnTo>
                  <a:lnTo>
                    <a:pt x="237553" y="91211"/>
                  </a:lnTo>
                  <a:close/>
                </a:path>
                <a:path w="270510" h="207009">
                  <a:moveTo>
                    <a:pt x="248285" y="187134"/>
                  </a:moveTo>
                  <a:lnTo>
                    <a:pt x="247688" y="187134"/>
                  </a:lnTo>
                  <a:lnTo>
                    <a:pt x="247688" y="187579"/>
                  </a:lnTo>
                  <a:lnTo>
                    <a:pt x="247992" y="187579"/>
                  </a:lnTo>
                  <a:lnTo>
                    <a:pt x="248285" y="187579"/>
                  </a:lnTo>
                  <a:lnTo>
                    <a:pt x="248285" y="187134"/>
                  </a:lnTo>
                  <a:close/>
                </a:path>
                <a:path w="270510" h="207009">
                  <a:moveTo>
                    <a:pt x="250050" y="135267"/>
                  </a:moveTo>
                  <a:lnTo>
                    <a:pt x="249974" y="134785"/>
                  </a:lnTo>
                  <a:lnTo>
                    <a:pt x="249593" y="134353"/>
                  </a:lnTo>
                  <a:lnTo>
                    <a:pt x="248361" y="132969"/>
                  </a:lnTo>
                  <a:lnTo>
                    <a:pt x="246634" y="135318"/>
                  </a:lnTo>
                  <a:lnTo>
                    <a:pt x="247269" y="135610"/>
                  </a:lnTo>
                  <a:lnTo>
                    <a:pt x="247535" y="136093"/>
                  </a:lnTo>
                  <a:lnTo>
                    <a:pt x="247700" y="136423"/>
                  </a:lnTo>
                  <a:lnTo>
                    <a:pt x="248043" y="136626"/>
                  </a:lnTo>
                  <a:lnTo>
                    <a:pt x="249008" y="136563"/>
                  </a:lnTo>
                  <a:lnTo>
                    <a:pt x="249491" y="136321"/>
                  </a:lnTo>
                  <a:lnTo>
                    <a:pt x="250050" y="135267"/>
                  </a:lnTo>
                  <a:close/>
                </a:path>
                <a:path w="270510" h="207009">
                  <a:moveTo>
                    <a:pt x="250532" y="205968"/>
                  </a:moveTo>
                  <a:lnTo>
                    <a:pt x="249796" y="205968"/>
                  </a:lnTo>
                  <a:lnTo>
                    <a:pt x="249796" y="206540"/>
                  </a:lnTo>
                  <a:lnTo>
                    <a:pt x="250164" y="206540"/>
                  </a:lnTo>
                  <a:lnTo>
                    <a:pt x="250532" y="206540"/>
                  </a:lnTo>
                  <a:lnTo>
                    <a:pt x="250532" y="205968"/>
                  </a:lnTo>
                  <a:close/>
                </a:path>
                <a:path w="270510" h="207009">
                  <a:moveTo>
                    <a:pt x="253428" y="167322"/>
                  </a:moveTo>
                  <a:lnTo>
                    <a:pt x="251256" y="167868"/>
                  </a:lnTo>
                  <a:lnTo>
                    <a:pt x="250355" y="168097"/>
                  </a:lnTo>
                  <a:lnTo>
                    <a:pt x="249897" y="168198"/>
                  </a:lnTo>
                  <a:lnTo>
                    <a:pt x="248958" y="168440"/>
                  </a:lnTo>
                  <a:lnTo>
                    <a:pt x="248958" y="169862"/>
                  </a:lnTo>
                  <a:lnTo>
                    <a:pt x="249897" y="170103"/>
                  </a:lnTo>
                  <a:lnTo>
                    <a:pt x="250355" y="170218"/>
                  </a:lnTo>
                  <a:lnTo>
                    <a:pt x="253403" y="170980"/>
                  </a:lnTo>
                  <a:lnTo>
                    <a:pt x="253428" y="167322"/>
                  </a:lnTo>
                  <a:close/>
                </a:path>
                <a:path w="270510" h="207009">
                  <a:moveTo>
                    <a:pt x="259181" y="113665"/>
                  </a:moveTo>
                  <a:lnTo>
                    <a:pt x="258965" y="112179"/>
                  </a:lnTo>
                  <a:lnTo>
                    <a:pt x="258813" y="111848"/>
                  </a:lnTo>
                  <a:lnTo>
                    <a:pt x="256590" y="108445"/>
                  </a:lnTo>
                  <a:lnTo>
                    <a:pt x="252704" y="112522"/>
                  </a:lnTo>
                  <a:lnTo>
                    <a:pt x="255625" y="114287"/>
                  </a:lnTo>
                  <a:lnTo>
                    <a:pt x="256235" y="114642"/>
                  </a:lnTo>
                  <a:lnTo>
                    <a:pt x="256717" y="114769"/>
                  </a:lnTo>
                  <a:lnTo>
                    <a:pt x="258622" y="114985"/>
                  </a:lnTo>
                  <a:lnTo>
                    <a:pt x="259181" y="113665"/>
                  </a:lnTo>
                  <a:close/>
                </a:path>
                <a:path w="270510" h="207009">
                  <a:moveTo>
                    <a:pt x="262051" y="97536"/>
                  </a:moveTo>
                  <a:lnTo>
                    <a:pt x="261467" y="97536"/>
                  </a:lnTo>
                  <a:lnTo>
                    <a:pt x="261467" y="97993"/>
                  </a:lnTo>
                  <a:lnTo>
                    <a:pt x="261759" y="97993"/>
                  </a:lnTo>
                  <a:lnTo>
                    <a:pt x="262051" y="97993"/>
                  </a:lnTo>
                  <a:lnTo>
                    <a:pt x="262051" y="97536"/>
                  </a:lnTo>
                  <a:close/>
                </a:path>
                <a:path w="270510" h="207009">
                  <a:moveTo>
                    <a:pt x="265023" y="83769"/>
                  </a:moveTo>
                  <a:lnTo>
                    <a:pt x="261404" y="83769"/>
                  </a:lnTo>
                  <a:lnTo>
                    <a:pt x="261404" y="86575"/>
                  </a:lnTo>
                  <a:lnTo>
                    <a:pt x="263220" y="86575"/>
                  </a:lnTo>
                  <a:lnTo>
                    <a:pt x="265023" y="86575"/>
                  </a:lnTo>
                  <a:lnTo>
                    <a:pt x="265023" y="83769"/>
                  </a:lnTo>
                  <a:close/>
                </a:path>
                <a:path w="270510" h="207009">
                  <a:moveTo>
                    <a:pt x="266407" y="108737"/>
                  </a:moveTo>
                  <a:lnTo>
                    <a:pt x="265823" y="108737"/>
                  </a:lnTo>
                  <a:lnTo>
                    <a:pt x="265823" y="109181"/>
                  </a:lnTo>
                  <a:lnTo>
                    <a:pt x="266115" y="109181"/>
                  </a:lnTo>
                  <a:lnTo>
                    <a:pt x="266407" y="109181"/>
                  </a:lnTo>
                  <a:lnTo>
                    <a:pt x="266407" y="108737"/>
                  </a:lnTo>
                  <a:close/>
                </a:path>
                <a:path w="270510" h="207009">
                  <a:moveTo>
                    <a:pt x="269392" y="196557"/>
                  </a:moveTo>
                  <a:lnTo>
                    <a:pt x="267804" y="195453"/>
                  </a:lnTo>
                  <a:lnTo>
                    <a:pt x="266649" y="196278"/>
                  </a:lnTo>
                  <a:lnTo>
                    <a:pt x="266471" y="196405"/>
                  </a:lnTo>
                  <a:lnTo>
                    <a:pt x="266293" y="196519"/>
                  </a:lnTo>
                  <a:lnTo>
                    <a:pt x="265226" y="197281"/>
                  </a:lnTo>
                  <a:lnTo>
                    <a:pt x="265226" y="198437"/>
                  </a:lnTo>
                  <a:lnTo>
                    <a:pt x="267804" y="200253"/>
                  </a:lnTo>
                  <a:lnTo>
                    <a:pt x="269392" y="199148"/>
                  </a:lnTo>
                  <a:lnTo>
                    <a:pt x="269392" y="196557"/>
                  </a:lnTo>
                  <a:close/>
                </a:path>
                <a:path w="270510" h="207009">
                  <a:moveTo>
                    <a:pt x="270294" y="76555"/>
                  </a:moveTo>
                  <a:lnTo>
                    <a:pt x="268897" y="75742"/>
                  </a:lnTo>
                  <a:lnTo>
                    <a:pt x="265074" y="73507"/>
                  </a:lnTo>
                  <a:lnTo>
                    <a:pt x="264210" y="74561"/>
                  </a:lnTo>
                  <a:lnTo>
                    <a:pt x="268770" y="78600"/>
                  </a:lnTo>
                  <a:lnTo>
                    <a:pt x="270294" y="76555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4939614" y="7763604"/>
              <a:ext cx="262255" cy="340360"/>
            </a:xfrm>
            <a:custGeom>
              <a:avLst/>
              <a:gdLst/>
              <a:ahLst/>
              <a:cxnLst/>
              <a:rect l="l" t="t" r="r" b="b"/>
              <a:pathLst>
                <a:path w="262254" h="340359">
                  <a:moveTo>
                    <a:pt x="6337" y="16090"/>
                  </a:moveTo>
                  <a:lnTo>
                    <a:pt x="5245" y="16090"/>
                  </a:lnTo>
                  <a:lnTo>
                    <a:pt x="5245" y="16941"/>
                  </a:lnTo>
                  <a:lnTo>
                    <a:pt x="5791" y="16941"/>
                  </a:lnTo>
                  <a:lnTo>
                    <a:pt x="6337" y="16941"/>
                  </a:lnTo>
                  <a:lnTo>
                    <a:pt x="6337" y="16090"/>
                  </a:lnTo>
                  <a:close/>
                </a:path>
                <a:path w="262254" h="340359">
                  <a:moveTo>
                    <a:pt x="9499" y="30378"/>
                  </a:moveTo>
                  <a:lnTo>
                    <a:pt x="6121" y="26822"/>
                  </a:lnTo>
                  <a:lnTo>
                    <a:pt x="2527" y="28435"/>
                  </a:lnTo>
                  <a:lnTo>
                    <a:pt x="2527" y="33985"/>
                  </a:lnTo>
                  <a:lnTo>
                    <a:pt x="6134" y="35610"/>
                  </a:lnTo>
                  <a:lnTo>
                    <a:pt x="8102" y="33528"/>
                  </a:lnTo>
                  <a:lnTo>
                    <a:pt x="9499" y="32067"/>
                  </a:lnTo>
                  <a:lnTo>
                    <a:pt x="9499" y="30378"/>
                  </a:lnTo>
                  <a:close/>
                </a:path>
                <a:path w="262254" h="340359">
                  <a:moveTo>
                    <a:pt x="12738" y="83604"/>
                  </a:moveTo>
                  <a:lnTo>
                    <a:pt x="12509" y="82067"/>
                  </a:lnTo>
                  <a:lnTo>
                    <a:pt x="12446" y="81610"/>
                  </a:lnTo>
                  <a:lnTo>
                    <a:pt x="12407" y="81394"/>
                  </a:lnTo>
                  <a:lnTo>
                    <a:pt x="12293" y="80581"/>
                  </a:lnTo>
                  <a:lnTo>
                    <a:pt x="10909" y="80581"/>
                  </a:lnTo>
                  <a:lnTo>
                    <a:pt x="10744" y="81610"/>
                  </a:lnTo>
                  <a:lnTo>
                    <a:pt x="10706" y="81838"/>
                  </a:lnTo>
                  <a:lnTo>
                    <a:pt x="10452" y="83591"/>
                  </a:lnTo>
                  <a:lnTo>
                    <a:pt x="12738" y="83604"/>
                  </a:lnTo>
                  <a:close/>
                </a:path>
                <a:path w="262254" h="340359">
                  <a:moveTo>
                    <a:pt x="13677" y="57073"/>
                  </a:moveTo>
                  <a:lnTo>
                    <a:pt x="12801" y="55143"/>
                  </a:lnTo>
                  <a:lnTo>
                    <a:pt x="11899" y="53174"/>
                  </a:lnTo>
                  <a:lnTo>
                    <a:pt x="7658" y="48539"/>
                  </a:lnTo>
                  <a:lnTo>
                    <a:pt x="4038" y="49745"/>
                  </a:lnTo>
                  <a:lnTo>
                    <a:pt x="4648" y="54737"/>
                  </a:lnTo>
                  <a:lnTo>
                    <a:pt x="5016" y="56769"/>
                  </a:lnTo>
                  <a:lnTo>
                    <a:pt x="6946" y="60998"/>
                  </a:lnTo>
                  <a:lnTo>
                    <a:pt x="9715" y="61468"/>
                  </a:lnTo>
                  <a:lnTo>
                    <a:pt x="13373" y="59334"/>
                  </a:lnTo>
                  <a:lnTo>
                    <a:pt x="13677" y="57073"/>
                  </a:lnTo>
                  <a:close/>
                </a:path>
                <a:path w="262254" h="340359">
                  <a:moveTo>
                    <a:pt x="13995" y="121221"/>
                  </a:moveTo>
                  <a:lnTo>
                    <a:pt x="13550" y="121221"/>
                  </a:lnTo>
                  <a:lnTo>
                    <a:pt x="13550" y="122504"/>
                  </a:lnTo>
                  <a:lnTo>
                    <a:pt x="13995" y="122504"/>
                  </a:lnTo>
                  <a:lnTo>
                    <a:pt x="13995" y="122212"/>
                  </a:lnTo>
                  <a:lnTo>
                    <a:pt x="13995" y="121221"/>
                  </a:lnTo>
                  <a:close/>
                </a:path>
                <a:path w="262254" h="340359">
                  <a:moveTo>
                    <a:pt x="14020" y="8140"/>
                  </a:moveTo>
                  <a:lnTo>
                    <a:pt x="11277" y="1612"/>
                  </a:lnTo>
                  <a:lnTo>
                    <a:pt x="7251" y="0"/>
                  </a:lnTo>
                  <a:lnTo>
                    <a:pt x="1130" y="3886"/>
                  </a:lnTo>
                  <a:lnTo>
                    <a:pt x="0" y="6908"/>
                  </a:lnTo>
                  <a:lnTo>
                    <a:pt x="2273" y="12077"/>
                  </a:lnTo>
                  <a:lnTo>
                    <a:pt x="5245" y="13919"/>
                  </a:lnTo>
                  <a:lnTo>
                    <a:pt x="8026" y="12941"/>
                  </a:lnTo>
                  <a:lnTo>
                    <a:pt x="12103" y="11518"/>
                  </a:lnTo>
                  <a:lnTo>
                    <a:pt x="14020" y="8140"/>
                  </a:lnTo>
                  <a:close/>
                </a:path>
                <a:path w="262254" h="340359">
                  <a:moveTo>
                    <a:pt x="21450" y="101333"/>
                  </a:moveTo>
                  <a:lnTo>
                    <a:pt x="19151" y="101320"/>
                  </a:lnTo>
                  <a:lnTo>
                    <a:pt x="19380" y="102870"/>
                  </a:lnTo>
                  <a:lnTo>
                    <a:pt x="19443" y="103314"/>
                  </a:lnTo>
                  <a:lnTo>
                    <a:pt x="19481" y="103530"/>
                  </a:lnTo>
                  <a:lnTo>
                    <a:pt x="19596" y="104343"/>
                  </a:lnTo>
                  <a:lnTo>
                    <a:pt x="20980" y="104343"/>
                  </a:lnTo>
                  <a:lnTo>
                    <a:pt x="21145" y="103314"/>
                  </a:lnTo>
                  <a:lnTo>
                    <a:pt x="21183" y="103085"/>
                  </a:lnTo>
                  <a:lnTo>
                    <a:pt x="21450" y="101333"/>
                  </a:lnTo>
                  <a:close/>
                </a:path>
                <a:path w="262254" h="340359">
                  <a:moveTo>
                    <a:pt x="22021" y="96189"/>
                  </a:moveTo>
                  <a:lnTo>
                    <a:pt x="19265" y="96596"/>
                  </a:lnTo>
                  <a:lnTo>
                    <a:pt x="18148" y="96761"/>
                  </a:lnTo>
                  <a:lnTo>
                    <a:pt x="18148" y="98679"/>
                  </a:lnTo>
                  <a:lnTo>
                    <a:pt x="19265" y="98831"/>
                  </a:lnTo>
                  <a:lnTo>
                    <a:pt x="19723" y="98894"/>
                  </a:lnTo>
                  <a:lnTo>
                    <a:pt x="19964" y="98933"/>
                  </a:lnTo>
                  <a:lnTo>
                    <a:pt x="21996" y="99225"/>
                  </a:lnTo>
                  <a:lnTo>
                    <a:pt x="22021" y="96189"/>
                  </a:lnTo>
                  <a:close/>
                </a:path>
                <a:path w="262254" h="340359">
                  <a:moveTo>
                    <a:pt x="23139" y="127508"/>
                  </a:moveTo>
                  <a:lnTo>
                    <a:pt x="20955" y="125717"/>
                  </a:lnTo>
                  <a:lnTo>
                    <a:pt x="19392" y="124396"/>
                  </a:lnTo>
                  <a:lnTo>
                    <a:pt x="17005" y="124053"/>
                  </a:lnTo>
                  <a:lnTo>
                    <a:pt x="15544" y="124333"/>
                  </a:lnTo>
                  <a:lnTo>
                    <a:pt x="14427" y="126568"/>
                  </a:lnTo>
                  <a:lnTo>
                    <a:pt x="14198" y="127368"/>
                  </a:lnTo>
                  <a:lnTo>
                    <a:pt x="14541" y="131178"/>
                  </a:lnTo>
                  <a:lnTo>
                    <a:pt x="17005" y="133172"/>
                  </a:lnTo>
                  <a:lnTo>
                    <a:pt x="22021" y="131064"/>
                  </a:lnTo>
                  <a:lnTo>
                    <a:pt x="23139" y="127508"/>
                  </a:lnTo>
                  <a:close/>
                </a:path>
                <a:path w="262254" h="340359">
                  <a:moveTo>
                    <a:pt x="23495" y="60388"/>
                  </a:moveTo>
                  <a:lnTo>
                    <a:pt x="22898" y="60388"/>
                  </a:lnTo>
                  <a:lnTo>
                    <a:pt x="22898" y="60845"/>
                  </a:lnTo>
                  <a:lnTo>
                    <a:pt x="23190" y="60845"/>
                  </a:lnTo>
                  <a:lnTo>
                    <a:pt x="23495" y="60845"/>
                  </a:lnTo>
                  <a:lnTo>
                    <a:pt x="23495" y="60388"/>
                  </a:lnTo>
                  <a:close/>
                </a:path>
                <a:path w="262254" h="340359">
                  <a:moveTo>
                    <a:pt x="26466" y="40589"/>
                  </a:moveTo>
                  <a:lnTo>
                    <a:pt x="26403" y="38620"/>
                  </a:lnTo>
                  <a:lnTo>
                    <a:pt x="26085" y="38112"/>
                  </a:lnTo>
                  <a:lnTo>
                    <a:pt x="23685" y="35039"/>
                  </a:lnTo>
                  <a:lnTo>
                    <a:pt x="19977" y="38773"/>
                  </a:lnTo>
                  <a:lnTo>
                    <a:pt x="22809" y="40830"/>
                  </a:lnTo>
                  <a:lnTo>
                    <a:pt x="23406" y="41262"/>
                  </a:lnTo>
                  <a:lnTo>
                    <a:pt x="23901" y="41414"/>
                  </a:lnTo>
                  <a:lnTo>
                    <a:pt x="25590" y="41402"/>
                  </a:lnTo>
                  <a:lnTo>
                    <a:pt x="26466" y="40589"/>
                  </a:lnTo>
                  <a:close/>
                </a:path>
                <a:path w="262254" h="340359">
                  <a:moveTo>
                    <a:pt x="27279" y="12192"/>
                  </a:moveTo>
                  <a:lnTo>
                    <a:pt x="24371" y="10871"/>
                  </a:lnTo>
                  <a:lnTo>
                    <a:pt x="22783" y="12560"/>
                  </a:lnTo>
                  <a:lnTo>
                    <a:pt x="21628" y="13766"/>
                  </a:lnTo>
                  <a:lnTo>
                    <a:pt x="21628" y="15062"/>
                  </a:lnTo>
                  <a:lnTo>
                    <a:pt x="24371" y="17970"/>
                  </a:lnTo>
                  <a:lnTo>
                    <a:pt x="27279" y="16662"/>
                  </a:lnTo>
                  <a:lnTo>
                    <a:pt x="27279" y="12192"/>
                  </a:lnTo>
                  <a:close/>
                </a:path>
                <a:path w="262254" h="340359">
                  <a:moveTo>
                    <a:pt x="27686" y="53517"/>
                  </a:moveTo>
                  <a:lnTo>
                    <a:pt x="27406" y="53517"/>
                  </a:lnTo>
                  <a:lnTo>
                    <a:pt x="27406" y="53721"/>
                  </a:lnTo>
                  <a:lnTo>
                    <a:pt x="27546" y="53721"/>
                  </a:lnTo>
                  <a:lnTo>
                    <a:pt x="27686" y="53721"/>
                  </a:lnTo>
                  <a:lnTo>
                    <a:pt x="27686" y="53517"/>
                  </a:lnTo>
                  <a:close/>
                </a:path>
                <a:path w="262254" h="340359">
                  <a:moveTo>
                    <a:pt x="38722" y="99593"/>
                  </a:moveTo>
                  <a:lnTo>
                    <a:pt x="38125" y="99593"/>
                  </a:lnTo>
                  <a:lnTo>
                    <a:pt x="38125" y="100037"/>
                  </a:lnTo>
                  <a:lnTo>
                    <a:pt x="38417" y="100037"/>
                  </a:lnTo>
                  <a:lnTo>
                    <a:pt x="38722" y="100037"/>
                  </a:lnTo>
                  <a:lnTo>
                    <a:pt x="38722" y="99593"/>
                  </a:lnTo>
                  <a:close/>
                </a:path>
                <a:path w="262254" h="340359">
                  <a:moveTo>
                    <a:pt x="39712" y="18186"/>
                  </a:moveTo>
                  <a:lnTo>
                    <a:pt x="38176" y="18402"/>
                  </a:lnTo>
                  <a:lnTo>
                    <a:pt x="37934" y="18440"/>
                  </a:lnTo>
                  <a:lnTo>
                    <a:pt x="37706" y="18478"/>
                  </a:lnTo>
                  <a:lnTo>
                    <a:pt x="36677" y="18630"/>
                  </a:lnTo>
                  <a:lnTo>
                    <a:pt x="36664" y="20015"/>
                  </a:lnTo>
                  <a:lnTo>
                    <a:pt x="37706" y="20167"/>
                  </a:lnTo>
                  <a:lnTo>
                    <a:pt x="37934" y="20205"/>
                  </a:lnTo>
                  <a:lnTo>
                    <a:pt x="39700" y="20459"/>
                  </a:lnTo>
                  <a:lnTo>
                    <a:pt x="39712" y="18186"/>
                  </a:lnTo>
                  <a:close/>
                </a:path>
                <a:path w="262254" h="340359">
                  <a:moveTo>
                    <a:pt x="40589" y="80708"/>
                  </a:moveTo>
                  <a:lnTo>
                    <a:pt x="39890" y="76936"/>
                  </a:lnTo>
                  <a:lnTo>
                    <a:pt x="37325" y="72364"/>
                  </a:lnTo>
                  <a:lnTo>
                    <a:pt x="34505" y="74180"/>
                  </a:lnTo>
                  <a:lnTo>
                    <a:pt x="35394" y="76238"/>
                  </a:lnTo>
                  <a:lnTo>
                    <a:pt x="36220" y="78193"/>
                  </a:lnTo>
                  <a:lnTo>
                    <a:pt x="35344" y="79717"/>
                  </a:lnTo>
                  <a:lnTo>
                    <a:pt x="35191" y="83248"/>
                  </a:lnTo>
                  <a:lnTo>
                    <a:pt x="37249" y="83972"/>
                  </a:lnTo>
                  <a:lnTo>
                    <a:pt x="40589" y="80708"/>
                  </a:lnTo>
                  <a:close/>
                </a:path>
                <a:path w="262254" h="340359">
                  <a:moveTo>
                    <a:pt x="43459" y="115239"/>
                  </a:moveTo>
                  <a:lnTo>
                    <a:pt x="43065" y="113525"/>
                  </a:lnTo>
                  <a:lnTo>
                    <a:pt x="42964" y="113093"/>
                  </a:lnTo>
                  <a:lnTo>
                    <a:pt x="42862" y="112649"/>
                  </a:lnTo>
                  <a:lnTo>
                    <a:pt x="42595" y="111506"/>
                  </a:lnTo>
                  <a:lnTo>
                    <a:pt x="41490" y="111506"/>
                  </a:lnTo>
                  <a:lnTo>
                    <a:pt x="41338" y="112217"/>
                  </a:lnTo>
                  <a:lnTo>
                    <a:pt x="41236" y="112649"/>
                  </a:lnTo>
                  <a:lnTo>
                    <a:pt x="41135" y="113093"/>
                  </a:lnTo>
                  <a:lnTo>
                    <a:pt x="40640" y="115227"/>
                  </a:lnTo>
                  <a:lnTo>
                    <a:pt x="43459" y="115239"/>
                  </a:lnTo>
                  <a:close/>
                </a:path>
                <a:path w="262254" h="340359">
                  <a:moveTo>
                    <a:pt x="50431" y="124002"/>
                  </a:moveTo>
                  <a:lnTo>
                    <a:pt x="49618" y="124002"/>
                  </a:lnTo>
                  <a:lnTo>
                    <a:pt x="49618" y="124625"/>
                  </a:lnTo>
                  <a:lnTo>
                    <a:pt x="50025" y="124625"/>
                  </a:lnTo>
                  <a:lnTo>
                    <a:pt x="50431" y="124625"/>
                  </a:lnTo>
                  <a:lnTo>
                    <a:pt x="50431" y="124002"/>
                  </a:lnTo>
                  <a:close/>
                </a:path>
                <a:path w="262254" h="340359">
                  <a:moveTo>
                    <a:pt x="52832" y="22872"/>
                  </a:moveTo>
                  <a:lnTo>
                    <a:pt x="45770" y="22872"/>
                  </a:lnTo>
                  <a:lnTo>
                    <a:pt x="45770" y="28359"/>
                  </a:lnTo>
                  <a:lnTo>
                    <a:pt x="49301" y="28359"/>
                  </a:lnTo>
                  <a:lnTo>
                    <a:pt x="52832" y="28359"/>
                  </a:lnTo>
                  <a:lnTo>
                    <a:pt x="52832" y="22872"/>
                  </a:lnTo>
                  <a:close/>
                </a:path>
                <a:path w="262254" h="340359">
                  <a:moveTo>
                    <a:pt x="54102" y="129959"/>
                  </a:moveTo>
                  <a:lnTo>
                    <a:pt x="41605" y="129959"/>
                  </a:lnTo>
                  <a:lnTo>
                    <a:pt x="41605" y="139661"/>
                  </a:lnTo>
                  <a:lnTo>
                    <a:pt x="47853" y="139661"/>
                  </a:lnTo>
                  <a:lnTo>
                    <a:pt x="54089" y="139661"/>
                  </a:lnTo>
                  <a:lnTo>
                    <a:pt x="54102" y="129959"/>
                  </a:lnTo>
                  <a:close/>
                </a:path>
                <a:path w="262254" h="340359">
                  <a:moveTo>
                    <a:pt x="60274" y="152374"/>
                  </a:moveTo>
                  <a:lnTo>
                    <a:pt x="58635" y="152374"/>
                  </a:lnTo>
                  <a:lnTo>
                    <a:pt x="58635" y="153644"/>
                  </a:lnTo>
                  <a:lnTo>
                    <a:pt x="59448" y="153644"/>
                  </a:lnTo>
                  <a:lnTo>
                    <a:pt x="60274" y="153644"/>
                  </a:lnTo>
                  <a:lnTo>
                    <a:pt x="60274" y="152374"/>
                  </a:lnTo>
                  <a:close/>
                </a:path>
                <a:path w="262254" h="340359">
                  <a:moveTo>
                    <a:pt x="82753" y="26377"/>
                  </a:moveTo>
                  <a:lnTo>
                    <a:pt x="73761" y="22542"/>
                  </a:lnTo>
                  <a:lnTo>
                    <a:pt x="68199" y="31813"/>
                  </a:lnTo>
                  <a:lnTo>
                    <a:pt x="73685" y="36614"/>
                  </a:lnTo>
                  <a:lnTo>
                    <a:pt x="80264" y="36512"/>
                  </a:lnTo>
                  <a:lnTo>
                    <a:pt x="81978" y="34455"/>
                  </a:lnTo>
                  <a:lnTo>
                    <a:pt x="82219" y="31927"/>
                  </a:lnTo>
                  <a:lnTo>
                    <a:pt x="82753" y="26377"/>
                  </a:lnTo>
                  <a:close/>
                </a:path>
                <a:path w="262254" h="340359">
                  <a:moveTo>
                    <a:pt x="87299" y="47790"/>
                  </a:moveTo>
                  <a:lnTo>
                    <a:pt x="86715" y="47790"/>
                  </a:lnTo>
                  <a:lnTo>
                    <a:pt x="86715" y="48247"/>
                  </a:lnTo>
                  <a:lnTo>
                    <a:pt x="87007" y="48247"/>
                  </a:lnTo>
                  <a:lnTo>
                    <a:pt x="87299" y="48247"/>
                  </a:lnTo>
                  <a:lnTo>
                    <a:pt x="87299" y="47790"/>
                  </a:lnTo>
                  <a:close/>
                </a:path>
                <a:path w="262254" h="340359">
                  <a:moveTo>
                    <a:pt x="92252" y="165912"/>
                  </a:moveTo>
                  <a:lnTo>
                    <a:pt x="90436" y="165011"/>
                  </a:lnTo>
                  <a:lnTo>
                    <a:pt x="90220" y="164452"/>
                  </a:lnTo>
                  <a:lnTo>
                    <a:pt x="90119" y="164211"/>
                  </a:lnTo>
                  <a:lnTo>
                    <a:pt x="87528" y="162725"/>
                  </a:lnTo>
                  <a:lnTo>
                    <a:pt x="82778" y="165519"/>
                  </a:lnTo>
                  <a:lnTo>
                    <a:pt x="82359" y="168744"/>
                  </a:lnTo>
                  <a:lnTo>
                    <a:pt x="85661" y="172097"/>
                  </a:lnTo>
                  <a:lnTo>
                    <a:pt x="87782" y="172364"/>
                  </a:lnTo>
                  <a:lnTo>
                    <a:pt x="91960" y="169887"/>
                  </a:lnTo>
                  <a:lnTo>
                    <a:pt x="92176" y="166865"/>
                  </a:lnTo>
                  <a:lnTo>
                    <a:pt x="92252" y="165912"/>
                  </a:lnTo>
                  <a:close/>
                </a:path>
                <a:path w="262254" h="340359">
                  <a:moveTo>
                    <a:pt x="93827" y="175882"/>
                  </a:moveTo>
                  <a:lnTo>
                    <a:pt x="93243" y="175882"/>
                  </a:lnTo>
                  <a:lnTo>
                    <a:pt x="93243" y="176326"/>
                  </a:lnTo>
                  <a:lnTo>
                    <a:pt x="93535" y="176326"/>
                  </a:lnTo>
                  <a:lnTo>
                    <a:pt x="93827" y="176326"/>
                  </a:lnTo>
                  <a:lnTo>
                    <a:pt x="93827" y="175882"/>
                  </a:lnTo>
                  <a:close/>
                </a:path>
                <a:path w="262254" h="340359">
                  <a:moveTo>
                    <a:pt x="103936" y="48209"/>
                  </a:moveTo>
                  <a:lnTo>
                    <a:pt x="100660" y="45745"/>
                  </a:lnTo>
                  <a:lnTo>
                    <a:pt x="99872" y="45148"/>
                  </a:lnTo>
                  <a:lnTo>
                    <a:pt x="99085" y="44589"/>
                  </a:lnTo>
                  <a:lnTo>
                    <a:pt x="96431" y="43065"/>
                  </a:lnTo>
                  <a:lnTo>
                    <a:pt x="94208" y="45161"/>
                  </a:lnTo>
                  <a:lnTo>
                    <a:pt x="95986" y="48018"/>
                  </a:lnTo>
                  <a:lnTo>
                    <a:pt x="96710" y="48933"/>
                  </a:lnTo>
                  <a:lnTo>
                    <a:pt x="99682" y="52616"/>
                  </a:lnTo>
                  <a:lnTo>
                    <a:pt x="103936" y="48209"/>
                  </a:lnTo>
                  <a:close/>
                </a:path>
                <a:path w="262254" h="340359">
                  <a:moveTo>
                    <a:pt x="108623" y="166128"/>
                  </a:moveTo>
                  <a:lnTo>
                    <a:pt x="104546" y="166128"/>
                  </a:lnTo>
                  <a:lnTo>
                    <a:pt x="104546" y="169291"/>
                  </a:lnTo>
                  <a:lnTo>
                    <a:pt x="106578" y="169291"/>
                  </a:lnTo>
                  <a:lnTo>
                    <a:pt x="108610" y="169291"/>
                  </a:lnTo>
                  <a:lnTo>
                    <a:pt x="108623" y="166128"/>
                  </a:lnTo>
                  <a:close/>
                </a:path>
                <a:path w="262254" h="340359">
                  <a:moveTo>
                    <a:pt x="111302" y="49974"/>
                  </a:moveTo>
                  <a:lnTo>
                    <a:pt x="109118" y="49974"/>
                  </a:lnTo>
                  <a:lnTo>
                    <a:pt x="109118" y="51663"/>
                  </a:lnTo>
                  <a:lnTo>
                    <a:pt x="110210" y="51663"/>
                  </a:lnTo>
                  <a:lnTo>
                    <a:pt x="111302" y="51663"/>
                  </a:lnTo>
                  <a:lnTo>
                    <a:pt x="111302" y="49974"/>
                  </a:lnTo>
                  <a:close/>
                </a:path>
                <a:path w="262254" h="340359">
                  <a:moveTo>
                    <a:pt x="124688" y="171792"/>
                  </a:moveTo>
                  <a:lnTo>
                    <a:pt x="121894" y="169011"/>
                  </a:lnTo>
                  <a:lnTo>
                    <a:pt x="119938" y="170192"/>
                  </a:lnTo>
                  <a:lnTo>
                    <a:pt x="119697" y="171907"/>
                  </a:lnTo>
                  <a:lnTo>
                    <a:pt x="119519" y="173355"/>
                  </a:lnTo>
                  <a:lnTo>
                    <a:pt x="120370" y="174142"/>
                  </a:lnTo>
                  <a:lnTo>
                    <a:pt x="121564" y="174040"/>
                  </a:lnTo>
                  <a:lnTo>
                    <a:pt x="121805" y="174015"/>
                  </a:lnTo>
                  <a:lnTo>
                    <a:pt x="123571" y="173850"/>
                  </a:lnTo>
                  <a:lnTo>
                    <a:pt x="124688" y="171792"/>
                  </a:lnTo>
                  <a:close/>
                </a:path>
                <a:path w="262254" h="340359">
                  <a:moveTo>
                    <a:pt x="127901" y="110083"/>
                  </a:moveTo>
                  <a:lnTo>
                    <a:pt x="127317" y="110083"/>
                  </a:lnTo>
                  <a:lnTo>
                    <a:pt x="127317" y="110540"/>
                  </a:lnTo>
                  <a:lnTo>
                    <a:pt x="127609" y="110540"/>
                  </a:lnTo>
                  <a:lnTo>
                    <a:pt x="127901" y="110540"/>
                  </a:lnTo>
                  <a:lnTo>
                    <a:pt x="127901" y="110083"/>
                  </a:lnTo>
                  <a:close/>
                </a:path>
                <a:path w="262254" h="340359">
                  <a:moveTo>
                    <a:pt x="136944" y="192582"/>
                  </a:moveTo>
                  <a:lnTo>
                    <a:pt x="135902" y="191592"/>
                  </a:lnTo>
                  <a:lnTo>
                    <a:pt x="135115" y="192087"/>
                  </a:lnTo>
                  <a:lnTo>
                    <a:pt x="134277" y="192595"/>
                  </a:lnTo>
                  <a:lnTo>
                    <a:pt x="132702" y="193586"/>
                  </a:lnTo>
                  <a:lnTo>
                    <a:pt x="134772" y="195795"/>
                  </a:lnTo>
                  <a:lnTo>
                    <a:pt x="135864" y="194183"/>
                  </a:lnTo>
                  <a:lnTo>
                    <a:pt x="136042" y="193916"/>
                  </a:lnTo>
                  <a:lnTo>
                    <a:pt x="136232" y="193649"/>
                  </a:lnTo>
                  <a:lnTo>
                    <a:pt x="136944" y="192582"/>
                  </a:lnTo>
                  <a:close/>
                </a:path>
                <a:path w="262254" h="340359">
                  <a:moveTo>
                    <a:pt x="137198" y="125044"/>
                  </a:moveTo>
                  <a:lnTo>
                    <a:pt x="136385" y="122491"/>
                  </a:lnTo>
                  <a:lnTo>
                    <a:pt x="136194" y="121843"/>
                  </a:lnTo>
                  <a:lnTo>
                    <a:pt x="135775" y="120548"/>
                  </a:lnTo>
                  <a:lnTo>
                    <a:pt x="133946" y="120548"/>
                  </a:lnTo>
                  <a:lnTo>
                    <a:pt x="133540" y="121843"/>
                  </a:lnTo>
                  <a:lnTo>
                    <a:pt x="133477" y="122059"/>
                  </a:lnTo>
                  <a:lnTo>
                    <a:pt x="133400" y="122275"/>
                  </a:lnTo>
                  <a:lnTo>
                    <a:pt x="133337" y="122491"/>
                  </a:lnTo>
                  <a:lnTo>
                    <a:pt x="132537" y="125031"/>
                  </a:lnTo>
                  <a:lnTo>
                    <a:pt x="137198" y="125044"/>
                  </a:lnTo>
                  <a:close/>
                </a:path>
                <a:path w="262254" h="340359">
                  <a:moveTo>
                    <a:pt x="137528" y="74625"/>
                  </a:moveTo>
                  <a:lnTo>
                    <a:pt x="136258" y="71031"/>
                  </a:lnTo>
                  <a:lnTo>
                    <a:pt x="135724" y="69507"/>
                  </a:lnTo>
                  <a:lnTo>
                    <a:pt x="135026" y="68846"/>
                  </a:lnTo>
                  <a:lnTo>
                    <a:pt x="132638" y="67056"/>
                  </a:lnTo>
                  <a:lnTo>
                    <a:pt x="130987" y="67957"/>
                  </a:lnTo>
                  <a:lnTo>
                    <a:pt x="130302" y="70434"/>
                  </a:lnTo>
                  <a:lnTo>
                    <a:pt x="130136" y="71323"/>
                  </a:lnTo>
                  <a:lnTo>
                    <a:pt x="131775" y="76187"/>
                  </a:lnTo>
                  <a:lnTo>
                    <a:pt x="137528" y="74625"/>
                  </a:lnTo>
                  <a:close/>
                </a:path>
                <a:path w="262254" h="340359">
                  <a:moveTo>
                    <a:pt x="144830" y="93916"/>
                  </a:moveTo>
                  <a:lnTo>
                    <a:pt x="135064" y="93916"/>
                  </a:lnTo>
                  <a:lnTo>
                    <a:pt x="135051" y="101511"/>
                  </a:lnTo>
                  <a:lnTo>
                    <a:pt x="139941" y="101511"/>
                  </a:lnTo>
                  <a:lnTo>
                    <a:pt x="144830" y="101511"/>
                  </a:lnTo>
                  <a:lnTo>
                    <a:pt x="144830" y="93916"/>
                  </a:lnTo>
                  <a:close/>
                </a:path>
                <a:path w="262254" h="340359">
                  <a:moveTo>
                    <a:pt x="150164" y="187159"/>
                  </a:moveTo>
                  <a:lnTo>
                    <a:pt x="146799" y="183603"/>
                  </a:lnTo>
                  <a:lnTo>
                    <a:pt x="143192" y="185229"/>
                  </a:lnTo>
                  <a:lnTo>
                    <a:pt x="143192" y="190779"/>
                  </a:lnTo>
                  <a:lnTo>
                    <a:pt x="146812" y="192405"/>
                  </a:lnTo>
                  <a:lnTo>
                    <a:pt x="148780" y="190322"/>
                  </a:lnTo>
                  <a:lnTo>
                    <a:pt x="150164" y="188849"/>
                  </a:lnTo>
                  <a:lnTo>
                    <a:pt x="150164" y="187159"/>
                  </a:lnTo>
                  <a:close/>
                </a:path>
                <a:path w="262254" h="340359">
                  <a:moveTo>
                    <a:pt x="150812" y="241338"/>
                  </a:moveTo>
                  <a:lnTo>
                    <a:pt x="149364" y="241338"/>
                  </a:lnTo>
                  <a:lnTo>
                    <a:pt x="149364" y="242468"/>
                  </a:lnTo>
                  <a:lnTo>
                    <a:pt x="150088" y="242468"/>
                  </a:lnTo>
                  <a:lnTo>
                    <a:pt x="150812" y="242468"/>
                  </a:lnTo>
                  <a:lnTo>
                    <a:pt x="150812" y="241338"/>
                  </a:lnTo>
                  <a:close/>
                </a:path>
                <a:path w="262254" h="340359">
                  <a:moveTo>
                    <a:pt x="155536" y="256540"/>
                  </a:moveTo>
                  <a:lnTo>
                    <a:pt x="150952" y="255651"/>
                  </a:lnTo>
                  <a:lnTo>
                    <a:pt x="149885" y="255435"/>
                  </a:lnTo>
                  <a:lnTo>
                    <a:pt x="149110" y="255333"/>
                  </a:lnTo>
                  <a:lnTo>
                    <a:pt x="146939" y="256070"/>
                  </a:lnTo>
                  <a:lnTo>
                    <a:pt x="146011" y="257302"/>
                  </a:lnTo>
                  <a:lnTo>
                    <a:pt x="146786" y="259524"/>
                  </a:lnTo>
                  <a:lnTo>
                    <a:pt x="147142" y="260134"/>
                  </a:lnTo>
                  <a:lnTo>
                    <a:pt x="152146" y="264439"/>
                  </a:lnTo>
                  <a:lnTo>
                    <a:pt x="155536" y="256540"/>
                  </a:lnTo>
                  <a:close/>
                </a:path>
                <a:path w="262254" h="340359">
                  <a:moveTo>
                    <a:pt x="159448" y="84924"/>
                  </a:moveTo>
                  <a:lnTo>
                    <a:pt x="155244" y="84924"/>
                  </a:lnTo>
                  <a:lnTo>
                    <a:pt x="156337" y="87096"/>
                  </a:lnTo>
                  <a:lnTo>
                    <a:pt x="156438" y="87274"/>
                  </a:lnTo>
                  <a:lnTo>
                    <a:pt x="156616" y="87642"/>
                  </a:lnTo>
                  <a:lnTo>
                    <a:pt x="156895" y="88188"/>
                  </a:lnTo>
                  <a:lnTo>
                    <a:pt x="157797" y="88188"/>
                  </a:lnTo>
                  <a:lnTo>
                    <a:pt x="158254" y="87274"/>
                  </a:lnTo>
                  <a:lnTo>
                    <a:pt x="158343" y="87096"/>
                  </a:lnTo>
                  <a:lnTo>
                    <a:pt x="159448" y="84924"/>
                  </a:lnTo>
                  <a:close/>
                </a:path>
                <a:path w="262254" h="340359">
                  <a:moveTo>
                    <a:pt x="159689" y="97561"/>
                  </a:moveTo>
                  <a:lnTo>
                    <a:pt x="152095" y="97561"/>
                  </a:lnTo>
                  <a:lnTo>
                    <a:pt x="152095" y="103466"/>
                  </a:lnTo>
                  <a:lnTo>
                    <a:pt x="155892" y="103466"/>
                  </a:lnTo>
                  <a:lnTo>
                    <a:pt x="159689" y="103466"/>
                  </a:lnTo>
                  <a:lnTo>
                    <a:pt x="159689" y="97561"/>
                  </a:lnTo>
                  <a:close/>
                </a:path>
                <a:path w="262254" h="340359">
                  <a:moveTo>
                    <a:pt x="168021" y="124637"/>
                  </a:moveTo>
                  <a:lnTo>
                    <a:pt x="166827" y="120891"/>
                  </a:lnTo>
                  <a:lnTo>
                    <a:pt x="166624" y="120230"/>
                  </a:lnTo>
                  <a:lnTo>
                    <a:pt x="166458" y="119811"/>
                  </a:lnTo>
                  <a:lnTo>
                    <a:pt x="165252" y="118186"/>
                  </a:lnTo>
                  <a:lnTo>
                    <a:pt x="163931" y="118186"/>
                  </a:lnTo>
                  <a:lnTo>
                    <a:pt x="163144" y="119265"/>
                  </a:lnTo>
                  <a:lnTo>
                    <a:pt x="162725" y="119811"/>
                  </a:lnTo>
                  <a:lnTo>
                    <a:pt x="162572" y="120230"/>
                  </a:lnTo>
                  <a:lnTo>
                    <a:pt x="161175" y="124612"/>
                  </a:lnTo>
                  <a:lnTo>
                    <a:pt x="168021" y="124637"/>
                  </a:lnTo>
                  <a:close/>
                </a:path>
                <a:path w="262254" h="340359">
                  <a:moveTo>
                    <a:pt x="172859" y="77190"/>
                  </a:moveTo>
                  <a:lnTo>
                    <a:pt x="172275" y="77190"/>
                  </a:lnTo>
                  <a:lnTo>
                    <a:pt x="172275" y="77635"/>
                  </a:lnTo>
                  <a:lnTo>
                    <a:pt x="172567" y="77635"/>
                  </a:lnTo>
                  <a:lnTo>
                    <a:pt x="172859" y="77635"/>
                  </a:lnTo>
                  <a:lnTo>
                    <a:pt x="172859" y="77190"/>
                  </a:lnTo>
                  <a:close/>
                </a:path>
                <a:path w="262254" h="340359">
                  <a:moveTo>
                    <a:pt x="173291" y="236347"/>
                  </a:moveTo>
                  <a:lnTo>
                    <a:pt x="172453" y="234302"/>
                  </a:lnTo>
                  <a:lnTo>
                    <a:pt x="170840" y="235153"/>
                  </a:lnTo>
                  <a:lnTo>
                    <a:pt x="170586" y="235292"/>
                  </a:lnTo>
                  <a:lnTo>
                    <a:pt x="170484" y="235673"/>
                  </a:lnTo>
                  <a:lnTo>
                    <a:pt x="170307" y="235851"/>
                  </a:lnTo>
                  <a:lnTo>
                    <a:pt x="170180" y="235991"/>
                  </a:lnTo>
                  <a:lnTo>
                    <a:pt x="169456" y="236664"/>
                  </a:lnTo>
                  <a:lnTo>
                    <a:pt x="169811" y="237972"/>
                  </a:lnTo>
                  <a:lnTo>
                    <a:pt x="171030" y="238277"/>
                  </a:lnTo>
                  <a:lnTo>
                    <a:pt x="171627" y="238429"/>
                  </a:lnTo>
                  <a:lnTo>
                    <a:pt x="172440" y="238201"/>
                  </a:lnTo>
                  <a:lnTo>
                    <a:pt x="172720" y="237604"/>
                  </a:lnTo>
                  <a:lnTo>
                    <a:pt x="173291" y="236347"/>
                  </a:lnTo>
                  <a:close/>
                </a:path>
                <a:path w="262254" h="340359">
                  <a:moveTo>
                    <a:pt x="175552" y="254304"/>
                  </a:moveTo>
                  <a:lnTo>
                    <a:pt x="172935" y="251980"/>
                  </a:lnTo>
                  <a:lnTo>
                    <a:pt x="172034" y="251193"/>
                  </a:lnTo>
                  <a:lnTo>
                    <a:pt x="171323" y="250812"/>
                  </a:lnTo>
                  <a:lnTo>
                    <a:pt x="169075" y="250494"/>
                  </a:lnTo>
                  <a:lnTo>
                    <a:pt x="167728" y="251091"/>
                  </a:lnTo>
                  <a:lnTo>
                    <a:pt x="167944" y="253822"/>
                  </a:lnTo>
                  <a:lnTo>
                    <a:pt x="168275" y="254635"/>
                  </a:lnTo>
                  <a:lnTo>
                    <a:pt x="171259" y="258419"/>
                  </a:lnTo>
                  <a:lnTo>
                    <a:pt x="175552" y="254304"/>
                  </a:lnTo>
                  <a:close/>
                </a:path>
                <a:path w="262254" h="340359">
                  <a:moveTo>
                    <a:pt x="180644" y="85598"/>
                  </a:moveTo>
                  <a:lnTo>
                    <a:pt x="180187" y="85598"/>
                  </a:lnTo>
                  <a:lnTo>
                    <a:pt x="180416" y="84772"/>
                  </a:lnTo>
                  <a:lnTo>
                    <a:pt x="177736" y="80670"/>
                  </a:lnTo>
                  <a:lnTo>
                    <a:pt x="173990" y="80937"/>
                  </a:lnTo>
                  <a:lnTo>
                    <a:pt x="172351" y="81051"/>
                  </a:lnTo>
                  <a:lnTo>
                    <a:pt x="170789" y="81203"/>
                  </a:lnTo>
                  <a:lnTo>
                    <a:pt x="166357" y="82753"/>
                  </a:lnTo>
                  <a:lnTo>
                    <a:pt x="164706" y="86677"/>
                  </a:lnTo>
                  <a:lnTo>
                    <a:pt x="168503" y="90030"/>
                  </a:lnTo>
                  <a:lnTo>
                    <a:pt x="169697" y="90843"/>
                  </a:lnTo>
                  <a:lnTo>
                    <a:pt x="174396" y="93141"/>
                  </a:lnTo>
                  <a:lnTo>
                    <a:pt x="178460" y="91859"/>
                  </a:lnTo>
                  <a:lnTo>
                    <a:pt x="178904" y="90233"/>
                  </a:lnTo>
                  <a:lnTo>
                    <a:pt x="180632" y="90233"/>
                  </a:lnTo>
                  <a:lnTo>
                    <a:pt x="180644" y="85598"/>
                  </a:lnTo>
                  <a:close/>
                </a:path>
                <a:path w="262254" h="340359">
                  <a:moveTo>
                    <a:pt x="189471" y="104787"/>
                  </a:moveTo>
                  <a:lnTo>
                    <a:pt x="185458" y="103378"/>
                  </a:lnTo>
                  <a:lnTo>
                    <a:pt x="183476" y="102692"/>
                  </a:lnTo>
                  <a:lnTo>
                    <a:pt x="182079" y="103987"/>
                  </a:lnTo>
                  <a:lnTo>
                    <a:pt x="184480" y="110096"/>
                  </a:lnTo>
                  <a:lnTo>
                    <a:pt x="189471" y="104787"/>
                  </a:lnTo>
                  <a:close/>
                </a:path>
                <a:path w="262254" h="340359">
                  <a:moveTo>
                    <a:pt x="195630" y="158140"/>
                  </a:moveTo>
                  <a:lnTo>
                    <a:pt x="194525" y="155905"/>
                  </a:lnTo>
                  <a:lnTo>
                    <a:pt x="191782" y="155905"/>
                  </a:lnTo>
                  <a:lnTo>
                    <a:pt x="193471" y="154698"/>
                  </a:lnTo>
                  <a:lnTo>
                    <a:pt x="193471" y="152717"/>
                  </a:lnTo>
                  <a:lnTo>
                    <a:pt x="189598" y="149961"/>
                  </a:lnTo>
                  <a:lnTo>
                    <a:pt x="187121" y="151701"/>
                  </a:lnTo>
                  <a:lnTo>
                    <a:pt x="187121" y="155714"/>
                  </a:lnTo>
                  <a:lnTo>
                    <a:pt x="189598" y="157454"/>
                  </a:lnTo>
                  <a:lnTo>
                    <a:pt x="190906" y="156540"/>
                  </a:lnTo>
                  <a:lnTo>
                    <a:pt x="190119" y="158153"/>
                  </a:lnTo>
                  <a:lnTo>
                    <a:pt x="191452" y="159321"/>
                  </a:lnTo>
                  <a:lnTo>
                    <a:pt x="192455" y="160197"/>
                  </a:lnTo>
                  <a:lnTo>
                    <a:pt x="193281" y="160197"/>
                  </a:lnTo>
                  <a:lnTo>
                    <a:pt x="194297" y="159321"/>
                  </a:lnTo>
                  <a:lnTo>
                    <a:pt x="195630" y="158140"/>
                  </a:lnTo>
                  <a:close/>
                </a:path>
                <a:path w="262254" h="340359">
                  <a:moveTo>
                    <a:pt x="196773" y="118922"/>
                  </a:moveTo>
                  <a:lnTo>
                    <a:pt x="191884" y="118922"/>
                  </a:lnTo>
                  <a:lnTo>
                    <a:pt x="191871" y="122707"/>
                  </a:lnTo>
                  <a:lnTo>
                    <a:pt x="194322" y="122707"/>
                  </a:lnTo>
                  <a:lnTo>
                    <a:pt x="196761" y="122707"/>
                  </a:lnTo>
                  <a:lnTo>
                    <a:pt x="196773" y="118922"/>
                  </a:lnTo>
                  <a:close/>
                </a:path>
                <a:path w="262254" h="340359">
                  <a:moveTo>
                    <a:pt x="201180" y="110972"/>
                  </a:moveTo>
                  <a:lnTo>
                    <a:pt x="196697" y="108191"/>
                  </a:lnTo>
                  <a:lnTo>
                    <a:pt x="192024" y="105283"/>
                  </a:lnTo>
                  <a:lnTo>
                    <a:pt x="189103" y="108038"/>
                  </a:lnTo>
                  <a:lnTo>
                    <a:pt x="195262" y="117157"/>
                  </a:lnTo>
                  <a:lnTo>
                    <a:pt x="201180" y="110972"/>
                  </a:lnTo>
                  <a:close/>
                </a:path>
                <a:path w="262254" h="340359">
                  <a:moveTo>
                    <a:pt x="204571" y="324269"/>
                  </a:moveTo>
                  <a:lnTo>
                    <a:pt x="198589" y="324269"/>
                  </a:lnTo>
                  <a:lnTo>
                    <a:pt x="198577" y="328904"/>
                  </a:lnTo>
                  <a:lnTo>
                    <a:pt x="201574" y="328904"/>
                  </a:lnTo>
                  <a:lnTo>
                    <a:pt x="204558" y="328904"/>
                  </a:lnTo>
                  <a:lnTo>
                    <a:pt x="204571" y="324269"/>
                  </a:lnTo>
                  <a:close/>
                </a:path>
                <a:path w="262254" h="340359">
                  <a:moveTo>
                    <a:pt x="212763" y="97180"/>
                  </a:moveTo>
                  <a:lnTo>
                    <a:pt x="211239" y="93319"/>
                  </a:lnTo>
                  <a:lnTo>
                    <a:pt x="209232" y="92506"/>
                  </a:lnTo>
                  <a:lnTo>
                    <a:pt x="206476" y="95262"/>
                  </a:lnTo>
                  <a:lnTo>
                    <a:pt x="207225" y="97370"/>
                  </a:lnTo>
                  <a:lnTo>
                    <a:pt x="208902" y="97955"/>
                  </a:lnTo>
                  <a:lnTo>
                    <a:pt x="209194" y="98044"/>
                  </a:lnTo>
                  <a:lnTo>
                    <a:pt x="209461" y="98145"/>
                  </a:lnTo>
                  <a:lnTo>
                    <a:pt x="211099" y="98729"/>
                  </a:lnTo>
                  <a:lnTo>
                    <a:pt x="212763" y="97180"/>
                  </a:lnTo>
                  <a:close/>
                </a:path>
                <a:path w="262254" h="340359">
                  <a:moveTo>
                    <a:pt x="214807" y="141427"/>
                  </a:moveTo>
                  <a:lnTo>
                    <a:pt x="214718" y="139750"/>
                  </a:lnTo>
                  <a:lnTo>
                    <a:pt x="212318" y="135661"/>
                  </a:lnTo>
                  <a:lnTo>
                    <a:pt x="210566" y="134797"/>
                  </a:lnTo>
                  <a:lnTo>
                    <a:pt x="205270" y="134226"/>
                  </a:lnTo>
                  <a:lnTo>
                    <a:pt x="203987" y="138150"/>
                  </a:lnTo>
                  <a:lnTo>
                    <a:pt x="206730" y="140804"/>
                  </a:lnTo>
                  <a:lnTo>
                    <a:pt x="209550" y="143002"/>
                  </a:lnTo>
                  <a:lnTo>
                    <a:pt x="210261" y="143395"/>
                  </a:lnTo>
                  <a:lnTo>
                    <a:pt x="212166" y="144259"/>
                  </a:lnTo>
                  <a:lnTo>
                    <a:pt x="213080" y="144094"/>
                  </a:lnTo>
                  <a:lnTo>
                    <a:pt x="213614" y="143268"/>
                  </a:lnTo>
                  <a:lnTo>
                    <a:pt x="214807" y="141427"/>
                  </a:lnTo>
                  <a:close/>
                </a:path>
                <a:path w="262254" h="340359">
                  <a:moveTo>
                    <a:pt x="220078" y="202857"/>
                  </a:moveTo>
                  <a:lnTo>
                    <a:pt x="218351" y="198843"/>
                  </a:lnTo>
                  <a:lnTo>
                    <a:pt x="216293" y="194030"/>
                  </a:lnTo>
                  <a:lnTo>
                    <a:pt x="209473" y="197700"/>
                  </a:lnTo>
                  <a:lnTo>
                    <a:pt x="214769" y="206286"/>
                  </a:lnTo>
                  <a:lnTo>
                    <a:pt x="220078" y="202857"/>
                  </a:lnTo>
                  <a:close/>
                </a:path>
                <a:path w="262254" h="340359">
                  <a:moveTo>
                    <a:pt x="220776" y="338010"/>
                  </a:moveTo>
                  <a:lnTo>
                    <a:pt x="219913" y="336613"/>
                  </a:lnTo>
                  <a:lnTo>
                    <a:pt x="218617" y="336486"/>
                  </a:lnTo>
                  <a:lnTo>
                    <a:pt x="217284" y="336359"/>
                  </a:lnTo>
                  <a:lnTo>
                    <a:pt x="216852" y="337375"/>
                  </a:lnTo>
                  <a:lnTo>
                    <a:pt x="217208" y="339966"/>
                  </a:lnTo>
                  <a:lnTo>
                    <a:pt x="219189" y="340080"/>
                  </a:lnTo>
                  <a:lnTo>
                    <a:pt x="220776" y="338010"/>
                  </a:lnTo>
                  <a:close/>
                </a:path>
                <a:path w="262254" h="340359">
                  <a:moveTo>
                    <a:pt x="222173" y="105676"/>
                  </a:moveTo>
                  <a:lnTo>
                    <a:pt x="220129" y="105664"/>
                  </a:lnTo>
                  <a:lnTo>
                    <a:pt x="220345" y="107035"/>
                  </a:lnTo>
                  <a:lnTo>
                    <a:pt x="220408" y="107492"/>
                  </a:lnTo>
                  <a:lnTo>
                    <a:pt x="220446" y="107708"/>
                  </a:lnTo>
                  <a:lnTo>
                    <a:pt x="220548" y="108407"/>
                  </a:lnTo>
                  <a:lnTo>
                    <a:pt x="221754" y="108407"/>
                  </a:lnTo>
                  <a:lnTo>
                    <a:pt x="221869" y="107708"/>
                  </a:lnTo>
                  <a:lnTo>
                    <a:pt x="221957" y="107035"/>
                  </a:lnTo>
                  <a:lnTo>
                    <a:pt x="222173" y="105676"/>
                  </a:lnTo>
                  <a:close/>
                </a:path>
                <a:path w="262254" h="340359">
                  <a:moveTo>
                    <a:pt x="232435" y="162331"/>
                  </a:moveTo>
                  <a:lnTo>
                    <a:pt x="218579" y="162331"/>
                  </a:lnTo>
                  <a:lnTo>
                    <a:pt x="218567" y="173088"/>
                  </a:lnTo>
                  <a:lnTo>
                    <a:pt x="225501" y="173088"/>
                  </a:lnTo>
                  <a:lnTo>
                    <a:pt x="232422" y="173088"/>
                  </a:lnTo>
                  <a:lnTo>
                    <a:pt x="232435" y="162331"/>
                  </a:lnTo>
                  <a:close/>
                </a:path>
                <a:path w="262254" h="340359">
                  <a:moveTo>
                    <a:pt x="232918" y="328066"/>
                  </a:moveTo>
                  <a:lnTo>
                    <a:pt x="232740" y="325843"/>
                  </a:lnTo>
                  <a:lnTo>
                    <a:pt x="232587" y="325348"/>
                  </a:lnTo>
                  <a:lnTo>
                    <a:pt x="231902" y="323773"/>
                  </a:lnTo>
                  <a:lnTo>
                    <a:pt x="230530" y="323367"/>
                  </a:lnTo>
                  <a:lnTo>
                    <a:pt x="230352" y="323418"/>
                  </a:lnTo>
                  <a:lnTo>
                    <a:pt x="226669" y="328193"/>
                  </a:lnTo>
                  <a:lnTo>
                    <a:pt x="228041" y="329387"/>
                  </a:lnTo>
                  <a:lnTo>
                    <a:pt x="229552" y="329450"/>
                  </a:lnTo>
                  <a:lnTo>
                    <a:pt x="231343" y="329514"/>
                  </a:lnTo>
                  <a:lnTo>
                    <a:pt x="232918" y="328066"/>
                  </a:lnTo>
                  <a:close/>
                </a:path>
                <a:path w="262254" h="340359">
                  <a:moveTo>
                    <a:pt x="236766" y="114338"/>
                  </a:moveTo>
                  <a:lnTo>
                    <a:pt x="234238" y="116128"/>
                  </a:lnTo>
                  <a:lnTo>
                    <a:pt x="234073" y="116255"/>
                  </a:lnTo>
                  <a:lnTo>
                    <a:pt x="233895" y="116370"/>
                  </a:lnTo>
                  <a:lnTo>
                    <a:pt x="233121" y="116928"/>
                  </a:lnTo>
                  <a:lnTo>
                    <a:pt x="233121" y="117703"/>
                  </a:lnTo>
                  <a:lnTo>
                    <a:pt x="233895" y="118249"/>
                  </a:lnTo>
                  <a:lnTo>
                    <a:pt x="234073" y="118364"/>
                  </a:lnTo>
                  <a:lnTo>
                    <a:pt x="236766" y="120294"/>
                  </a:lnTo>
                  <a:lnTo>
                    <a:pt x="236766" y="114338"/>
                  </a:lnTo>
                  <a:close/>
                </a:path>
                <a:path w="262254" h="340359">
                  <a:moveTo>
                    <a:pt x="237109" y="182308"/>
                  </a:moveTo>
                  <a:lnTo>
                    <a:pt x="235585" y="180238"/>
                  </a:lnTo>
                  <a:lnTo>
                    <a:pt x="233438" y="180124"/>
                  </a:lnTo>
                  <a:lnTo>
                    <a:pt x="229743" y="179920"/>
                  </a:lnTo>
                  <a:lnTo>
                    <a:pt x="228993" y="182714"/>
                  </a:lnTo>
                  <a:lnTo>
                    <a:pt x="231279" y="185343"/>
                  </a:lnTo>
                  <a:lnTo>
                    <a:pt x="232714" y="187020"/>
                  </a:lnTo>
                  <a:lnTo>
                    <a:pt x="235458" y="186207"/>
                  </a:lnTo>
                  <a:lnTo>
                    <a:pt x="237109" y="182308"/>
                  </a:lnTo>
                  <a:close/>
                </a:path>
                <a:path w="262254" h="340359">
                  <a:moveTo>
                    <a:pt x="238391" y="144602"/>
                  </a:moveTo>
                  <a:lnTo>
                    <a:pt x="237388" y="144284"/>
                  </a:lnTo>
                  <a:lnTo>
                    <a:pt x="234683" y="143471"/>
                  </a:lnTo>
                  <a:lnTo>
                    <a:pt x="234670" y="147142"/>
                  </a:lnTo>
                  <a:lnTo>
                    <a:pt x="236715" y="146532"/>
                  </a:lnTo>
                  <a:lnTo>
                    <a:pt x="238391" y="146024"/>
                  </a:lnTo>
                  <a:lnTo>
                    <a:pt x="238391" y="144602"/>
                  </a:lnTo>
                  <a:close/>
                </a:path>
                <a:path w="262254" h="340359">
                  <a:moveTo>
                    <a:pt x="240868" y="218744"/>
                  </a:moveTo>
                  <a:lnTo>
                    <a:pt x="239839" y="218897"/>
                  </a:lnTo>
                  <a:lnTo>
                    <a:pt x="239141" y="218986"/>
                  </a:lnTo>
                  <a:lnTo>
                    <a:pt x="237439" y="219240"/>
                  </a:lnTo>
                  <a:lnTo>
                    <a:pt x="237439" y="219760"/>
                  </a:lnTo>
                  <a:lnTo>
                    <a:pt x="237744" y="219811"/>
                  </a:lnTo>
                  <a:lnTo>
                    <a:pt x="238442" y="219913"/>
                  </a:lnTo>
                  <a:lnTo>
                    <a:pt x="239141" y="220002"/>
                  </a:lnTo>
                  <a:lnTo>
                    <a:pt x="240855" y="220256"/>
                  </a:lnTo>
                  <a:lnTo>
                    <a:pt x="240868" y="218744"/>
                  </a:lnTo>
                  <a:close/>
                </a:path>
                <a:path w="262254" h="340359">
                  <a:moveTo>
                    <a:pt x="246532" y="120243"/>
                  </a:moveTo>
                  <a:lnTo>
                    <a:pt x="237832" y="120243"/>
                  </a:lnTo>
                  <a:lnTo>
                    <a:pt x="237832" y="126987"/>
                  </a:lnTo>
                  <a:lnTo>
                    <a:pt x="242176" y="126987"/>
                  </a:lnTo>
                  <a:lnTo>
                    <a:pt x="246532" y="126987"/>
                  </a:lnTo>
                  <a:lnTo>
                    <a:pt x="246532" y="120243"/>
                  </a:lnTo>
                  <a:close/>
                </a:path>
                <a:path w="262254" h="340359">
                  <a:moveTo>
                    <a:pt x="250418" y="147828"/>
                  </a:moveTo>
                  <a:lnTo>
                    <a:pt x="247510" y="148475"/>
                  </a:lnTo>
                  <a:lnTo>
                    <a:pt x="247053" y="148590"/>
                  </a:lnTo>
                  <a:lnTo>
                    <a:pt x="246595" y="148678"/>
                  </a:lnTo>
                  <a:lnTo>
                    <a:pt x="244729" y="149098"/>
                  </a:lnTo>
                  <a:lnTo>
                    <a:pt x="244729" y="151320"/>
                  </a:lnTo>
                  <a:lnTo>
                    <a:pt x="246595" y="151739"/>
                  </a:lnTo>
                  <a:lnTo>
                    <a:pt x="247053" y="151828"/>
                  </a:lnTo>
                  <a:lnTo>
                    <a:pt x="250393" y="152590"/>
                  </a:lnTo>
                  <a:lnTo>
                    <a:pt x="250418" y="147828"/>
                  </a:lnTo>
                  <a:close/>
                </a:path>
                <a:path w="262254" h="340359">
                  <a:moveTo>
                    <a:pt x="253352" y="152082"/>
                  </a:moveTo>
                  <a:lnTo>
                    <a:pt x="252768" y="152082"/>
                  </a:lnTo>
                  <a:lnTo>
                    <a:pt x="252768" y="152527"/>
                  </a:lnTo>
                  <a:lnTo>
                    <a:pt x="253060" y="152527"/>
                  </a:lnTo>
                  <a:lnTo>
                    <a:pt x="253352" y="152527"/>
                  </a:lnTo>
                  <a:lnTo>
                    <a:pt x="253352" y="152082"/>
                  </a:lnTo>
                  <a:close/>
                </a:path>
                <a:path w="262254" h="340359">
                  <a:moveTo>
                    <a:pt x="258432" y="129679"/>
                  </a:moveTo>
                  <a:lnTo>
                    <a:pt x="257835" y="129679"/>
                  </a:lnTo>
                  <a:lnTo>
                    <a:pt x="257835" y="130136"/>
                  </a:lnTo>
                  <a:lnTo>
                    <a:pt x="258127" y="130136"/>
                  </a:lnTo>
                  <a:lnTo>
                    <a:pt x="258432" y="130136"/>
                  </a:lnTo>
                  <a:lnTo>
                    <a:pt x="258432" y="129679"/>
                  </a:lnTo>
                  <a:close/>
                </a:path>
                <a:path w="262254" h="340359">
                  <a:moveTo>
                    <a:pt x="260400" y="122694"/>
                  </a:moveTo>
                  <a:lnTo>
                    <a:pt x="254419" y="122694"/>
                  </a:lnTo>
                  <a:lnTo>
                    <a:pt x="254419" y="127330"/>
                  </a:lnTo>
                  <a:lnTo>
                    <a:pt x="257403" y="127330"/>
                  </a:lnTo>
                  <a:lnTo>
                    <a:pt x="260388" y="127330"/>
                  </a:lnTo>
                  <a:lnTo>
                    <a:pt x="260400" y="122694"/>
                  </a:lnTo>
                  <a:close/>
                </a:path>
                <a:path w="262254" h="340359">
                  <a:moveTo>
                    <a:pt x="261442" y="180403"/>
                  </a:moveTo>
                  <a:lnTo>
                    <a:pt x="256286" y="180403"/>
                  </a:lnTo>
                  <a:lnTo>
                    <a:pt x="256273" y="184404"/>
                  </a:lnTo>
                  <a:lnTo>
                    <a:pt x="258864" y="184404"/>
                  </a:lnTo>
                  <a:lnTo>
                    <a:pt x="261429" y="184404"/>
                  </a:lnTo>
                  <a:lnTo>
                    <a:pt x="261442" y="180403"/>
                  </a:lnTo>
                  <a:close/>
                </a:path>
                <a:path w="262254" h="340359">
                  <a:moveTo>
                    <a:pt x="261899" y="196837"/>
                  </a:moveTo>
                  <a:lnTo>
                    <a:pt x="260426" y="195541"/>
                  </a:lnTo>
                  <a:lnTo>
                    <a:pt x="259334" y="194589"/>
                  </a:lnTo>
                  <a:lnTo>
                    <a:pt x="258394" y="194576"/>
                  </a:lnTo>
                  <a:lnTo>
                    <a:pt x="255803" y="196850"/>
                  </a:lnTo>
                  <a:lnTo>
                    <a:pt x="257035" y="199313"/>
                  </a:lnTo>
                  <a:lnTo>
                    <a:pt x="260680" y="199313"/>
                  </a:lnTo>
                  <a:lnTo>
                    <a:pt x="261899" y="19683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4817123" y="7714658"/>
              <a:ext cx="388620" cy="395605"/>
            </a:xfrm>
            <a:custGeom>
              <a:avLst/>
              <a:gdLst/>
              <a:ahLst/>
              <a:cxnLst/>
              <a:rect l="l" t="t" r="r" b="b"/>
              <a:pathLst>
                <a:path w="388620" h="395604">
                  <a:moveTo>
                    <a:pt x="9906" y="359143"/>
                  </a:moveTo>
                  <a:lnTo>
                    <a:pt x="5765" y="354063"/>
                  </a:lnTo>
                  <a:lnTo>
                    <a:pt x="2095" y="355231"/>
                  </a:lnTo>
                  <a:lnTo>
                    <a:pt x="0" y="360197"/>
                  </a:lnTo>
                  <a:lnTo>
                    <a:pt x="1917" y="363118"/>
                  </a:lnTo>
                  <a:lnTo>
                    <a:pt x="4762" y="363143"/>
                  </a:lnTo>
                  <a:lnTo>
                    <a:pt x="8826" y="363181"/>
                  </a:lnTo>
                  <a:lnTo>
                    <a:pt x="9906" y="359143"/>
                  </a:lnTo>
                  <a:close/>
                </a:path>
                <a:path w="388620" h="395604">
                  <a:moveTo>
                    <a:pt x="16713" y="318731"/>
                  </a:moveTo>
                  <a:lnTo>
                    <a:pt x="14351" y="318046"/>
                  </a:lnTo>
                  <a:lnTo>
                    <a:pt x="13716" y="317855"/>
                  </a:lnTo>
                  <a:lnTo>
                    <a:pt x="13119" y="317690"/>
                  </a:lnTo>
                  <a:lnTo>
                    <a:pt x="12471" y="318287"/>
                  </a:lnTo>
                  <a:lnTo>
                    <a:pt x="12750" y="319100"/>
                  </a:lnTo>
                  <a:lnTo>
                    <a:pt x="12814" y="319303"/>
                  </a:lnTo>
                  <a:lnTo>
                    <a:pt x="12877" y="319506"/>
                  </a:lnTo>
                  <a:lnTo>
                    <a:pt x="13690" y="321945"/>
                  </a:lnTo>
                  <a:lnTo>
                    <a:pt x="16713" y="318731"/>
                  </a:lnTo>
                  <a:close/>
                </a:path>
                <a:path w="388620" h="395604">
                  <a:moveTo>
                    <a:pt x="31648" y="355053"/>
                  </a:moveTo>
                  <a:lnTo>
                    <a:pt x="27597" y="349072"/>
                  </a:lnTo>
                  <a:lnTo>
                    <a:pt x="24536" y="352056"/>
                  </a:lnTo>
                  <a:lnTo>
                    <a:pt x="24231" y="352069"/>
                  </a:lnTo>
                  <a:lnTo>
                    <a:pt x="23977" y="352132"/>
                  </a:lnTo>
                  <a:lnTo>
                    <a:pt x="23736" y="352221"/>
                  </a:lnTo>
                  <a:lnTo>
                    <a:pt x="22542" y="352602"/>
                  </a:lnTo>
                  <a:lnTo>
                    <a:pt x="21894" y="353771"/>
                  </a:lnTo>
                  <a:lnTo>
                    <a:pt x="22466" y="356311"/>
                  </a:lnTo>
                  <a:lnTo>
                    <a:pt x="23266" y="356997"/>
                  </a:lnTo>
                  <a:lnTo>
                    <a:pt x="25527" y="357682"/>
                  </a:lnTo>
                  <a:lnTo>
                    <a:pt x="26644" y="357479"/>
                  </a:lnTo>
                  <a:lnTo>
                    <a:pt x="31648" y="355053"/>
                  </a:lnTo>
                  <a:close/>
                </a:path>
                <a:path w="388620" h="395604">
                  <a:moveTo>
                    <a:pt x="48679" y="352336"/>
                  </a:moveTo>
                  <a:lnTo>
                    <a:pt x="48437" y="351942"/>
                  </a:lnTo>
                  <a:lnTo>
                    <a:pt x="48183" y="352069"/>
                  </a:lnTo>
                  <a:lnTo>
                    <a:pt x="47815" y="352247"/>
                  </a:lnTo>
                  <a:lnTo>
                    <a:pt x="47459" y="352412"/>
                  </a:lnTo>
                  <a:lnTo>
                    <a:pt x="46824" y="352717"/>
                  </a:lnTo>
                  <a:lnTo>
                    <a:pt x="47066" y="353110"/>
                  </a:lnTo>
                  <a:lnTo>
                    <a:pt x="47675" y="352818"/>
                  </a:lnTo>
                  <a:lnTo>
                    <a:pt x="48679" y="352336"/>
                  </a:lnTo>
                  <a:close/>
                </a:path>
                <a:path w="388620" h="395604">
                  <a:moveTo>
                    <a:pt x="60807" y="388378"/>
                  </a:moveTo>
                  <a:lnTo>
                    <a:pt x="56464" y="388378"/>
                  </a:lnTo>
                  <a:lnTo>
                    <a:pt x="56451" y="391744"/>
                  </a:lnTo>
                  <a:lnTo>
                    <a:pt x="58623" y="391744"/>
                  </a:lnTo>
                  <a:lnTo>
                    <a:pt x="60794" y="391744"/>
                  </a:lnTo>
                  <a:lnTo>
                    <a:pt x="60807" y="388378"/>
                  </a:lnTo>
                  <a:close/>
                </a:path>
                <a:path w="388620" h="395604">
                  <a:moveTo>
                    <a:pt x="131648" y="36347"/>
                  </a:moveTo>
                  <a:lnTo>
                    <a:pt x="131356" y="34975"/>
                  </a:lnTo>
                  <a:lnTo>
                    <a:pt x="131330" y="34798"/>
                  </a:lnTo>
                  <a:lnTo>
                    <a:pt x="131292" y="34632"/>
                  </a:lnTo>
                  <a:lnTo>
                    <a:pt x="131114" y="33769"/>
                  </a:lnTo>
                  <a:lnTo>
                    <a:pt x="129971" y="33769"/>
                  </a:lnTo>
                  <a:lnTo>
                    <a:pt x="129743" y="34975"/>
                  </a:lnTo>
                  <a:lnTo>
                    <a:pt x="129451" y="36334"/>
                  </a:lnTo>
                  <a:lnTo>
                    <a:pt x="131648" y="36347"/>
                  </a:lnTo>
                  <a:close/>
                </a:path>
                <a:path w="388620" h="395604">
                  <a:moveTo>
                    <a:pt x="132715" y="14554"/>
                  </a:moveTo>
                  <a:lnTo>
                    <a:pt x="131368" y="12763"/>
                  </a:lnTo>
                  <a:lnTo>
                    <a:pt x="129768" y="10629"/>
                  </a:lnTo>
                  <a:lnTo>
                    <a:pt x="128054" y="10629"/>
                  </a:lnTo>
                  <a:lnTo>
                    <a:pt x="125120" y="14554"/>
                  </a:lnTo>
                  <a:lnTo>
                    <a:pt x="126949" y="17043"/>
                  </a:lnTo>
                  <a:lnTo>
                    <a:pt x="130886" y="17043"/>
                  </a:lnTo>
                  <a:lnTo>
                    <a:pt x="132715" y="14554"/>
                  </a:lnTo>
                  <a:close/>
                </a:path>
                <a:path w="388620" h="395604">
                  <a:moveTo>
                    <a:pt x="134353" y="0"/>
                  </a:moveTo>
                  <a:lnTo>
                    <a:pt x="123494" y="0"/>
                  </a:lnTo>
                  <a:lnTo>
                    <a:pt x="123482" y="8445"/>
                  </a:lnTo>
                  <a:lnTo>
                    <a:pt x="128917" y="8445"/>
                  </a:lnTo>
                  <a:lnTo>
                    <a:pt x="134340" y="8445"/>
                  </a:lnTo>
                  <a:lnTo>
                    <a:pt x="134353" y="0"/>
                  </a:lnTo>
                  <a:close/>
                </a:path>
                <a:path w="388620" h="395604">
                  <a:moveTo>
                    <a:pt x="138023" y="24269"/>
                  </a:moveTo>
                  <a:lnTo>
                    <a:pt x="135763" y="21717"/>
                  </a:lnTo>
                  <a:lnTo>
                    <a:pt x="132410" y="17932"/>
                  </a:lnTo>
                  <a:lnTo>
                    <a:pt x="127457" y="23850"/>
                  </a:lnTo>
                  <a:lnTo>
                    <a:pt x="135153" y="28308"/>
                  </a:lnTo>
                  <a:lnTo>
                    <a:pt x="138023" y="24269"/>
                  </a:lnTo>
                  <a:close/>
                </a:path>
                <a:path w="388620" h="395604">
                  <a:moveTo>
                    <a:pt x="140512" y="40601"/>
                  </a:moveTo>
                  <a:lnTo>
                    <a:pt x="135978" y="35356"/>
                  </a:lnTo>
                  <a:lnTo>
                    <a:pt x="134861" y="36753"/>
                  </a:lnTo>
                  <a:lnTo>
                    <a:pt x="134759" y="36525"/>
                  </a:lnTo>
                  <a:lnTo>
                    <a:pt x="132029" y="37566"/>
                  </a:lnTo>
                  <a:lnTo>
                    <a:pt x="131851" y="41567"/>
                  </a:lnTo>
                  <a:lnTo>
                    <a:pt x="134150" y="43268"/>
                  </a:lnTo>
                  <a:lnTo>
                    <a:pt x="140512" y="40601"/>
                  </a:lnTo>
                  <a:close/>
                </a:path>
                <a:path w="388620" h="395604">
                  <a:moveTo>
                    <a:pt x="145707" y="128295"/>
                  </a:moveTo>
                  <a:lnTo>
                    <a:pt x="141579" y="123545"/>
                  </a:lnTo>
                  <a:lnTo>
                    <a:pt x="138671" y="123380"/>
                  </a:lnTo>
                  <a:lnTo>
                    <a:pt x="134442" y="125818"/>
                  </a:lnTo>
                  <a:lnTo>
                    <a:pt x="133464" y="128714"/>
                  </a:lnTo>
                  <a:lnTo>
                    <a:pt x="134086" y="129628"/>
                  </a:lnTo>
                  <a:lnTo>
                    <a:pt x="133400" y="132537"/>
                  </a:lnTo>
                  <a:lnTo>
                    <a:pt x="138112" y="136702"/>
                  </a:lnTo>
                  <a:lnTo>
                    <a:pt x="145389" y="132105"/>
                  </a:lnTo>
                  <a:lnTo>
                    <a:pt x="145707" y="128295"/>
                  </a:lnTo>
                  <a:close/>
                </a:path>
                <a:path w="388620" h="395604">
                  <a:moveTo>
                    <a:pt x="145986" y="112839"/>
                  </a:moveTo>
                  <a:lnTo>
                    <a:pt x="145389" y="112839"/>
                  </a:lnTo>
                  <a:lnTo>
                    <a:pt x="145389" y="113284"/>
                  </a:lnTo>
                  <a:lnTo>
                    <a:pt x="145681" y="113284"/>
                  </a:lnTo>
                  <a:lnTo>
                    <a:pt x="145986" y="113284"/>
                  </a:lnTo>
                  <a:lnTo>
                    <a:pt x="145986" y="112839"/>
                  </a:lnTo>
                  <a:close/>
                </a:path>
                <a:path w="388620" h="395604">
                  <a:moveTo>
                    <a:pt x="158330" y="14897"/>
                  </a:moveTo>
                  <a:lnTo>
                    <a:pt x="156908" y="9613"/>
                  </a:lnTo>
                  <a:lnTo>
                    <a:pt x="156044" y="8572"/>
                  </a:lnTo>
                  <a:lnTo>
                    <a:pt x="153314" y="6680"/>
                  </a:lnTo>
                  <a:lnTo>
                    <a:pt x="151638" y="7099"/>
                  </a:lnTo>
                  <a:lnTo>
                    <a:pt x="144805" y="6540"/>
                  </a:lnTo>
                  <a:lnTo>
                    <a:pt x="143548" y="13322"/>
                  </a:lnTo>
                  <a:lnTo>
                    <a:pt x="149618" y="17030"/>
                  </a:lnTo>
                  <a:lnTo>
                    <a:pt x="154800" y="18415"/>
                  </a:lnTo>
                  <a:lnTo>
                    <a:pt x="158330" y="14897"/>
                  </a:lnTo>
                  <a:close/>
                </a:path>
                <a:path w="388620" h="395604">
                  <a:moveTo>
                    <a:pt x="158381" y="37363"/>
                  </a:moveTo>
                  <a:lnTo>
                    <a:pt x="155943" y="33642"/>
                  </a:lnTo>
                  <a:lnTo>
                    <a:pt x="152298" y="33185"/>
                  </a:lnTo>
                  <a:lnTo>
                    <a:pt x="148336" y="32689"/>
                  </a:lnTo>
                  <a:lnTo>
                    <a:pt x="147218" y="35280"/>
                  </a:lnTo>
                  <a:lnTo>
                    <a:pt x="148437" y="42862"/>
                  </a:lnTo>
                  <a:lnTo>
                    <a:pt x="153898" y="43370"/>
                  </a:lnTo>
                  <a:lnTo>
                    <a:pt x="158381" y="37363"/>
                  </a:lnTo>
                  <a:close/>
                </a:path>
                <a:path w="388620" h="395604">
                  <a:moveTo>
                    <a:pt x="166192" y="10299"/>
                  </a:moveTo>
                  <a:lnTo>
                    <a:pt x="165608" y="10299"/>
                  </a:lnTo>
                  <a:lnTo>
                    <a:pt x="165608" y="10744"/>
                  </a:lnTo>
                  <a:lnTo>
                    <a:pt x="165900" y="10744"/>
                  </a:lnTo>
                  <a:lnTo>
                    <a:pt x="166192" y="10744"/>
                  </a:lnTo>
                  <a:lnTo>
                    <a:pt x="166192" y="10299"/>
                  </a:lnTo>
                  <a:close/>
                </a:path>
                <a:path w="388620" h="395604">
                  <a:moveTo>
                    <a:pt x="170002" y="41198"/>
                  </a:moveTo>
                  <a:lnTo>
                    <a:pt x="164058" y="40335"/>
                  </a:lnTo>
                  <a:lnTo>
                    <a:pt x="163576" y="44640"/>
                  </a:lnTo>
                  <a:lnTo>
                    <a:pt x="163144" y="48450"/>
                  </a:lnTo>
                  <a:lnTo>
                    <a:pt x="168821" y="49250"/>
                  </a:lnTo>
                  <a:lnTo>
                    <a:pt x="170002" y="41198"/>
                  </a:lnTo>
                  <a:close/>
                </a:path>
                <a:path w="388620" h="395604">
                  <a:moveTo>
                    <a:pt x="181127" y="19862"/>
                  </a:moveTo>
                  <a:lnTo>
                    <a:pt x="176784" y="19862"/>
                  </a:lnTo>
                  <a:lnTo>
                    <a:pt x="176771" y="23228"/>
                  </a:lnTo>
                  <a:lnTo>
                    <a:pt x="178943" y="23228"/>
                  </a:lnTo>
                  <a:lnTo>
                    <a:pt x="181114" y="23228"/>
                  </a:lnTo>
                  <a:lnTo>
                    <a:pt x="181127" y="19862"/>
                  </a:lnTo>
                  <a:close/>
                </a:path>
                <a:path w="388620" h="395604">
                  <a:moveTo>
                    <a:pt x="182460" y="93370"/>
                  </a:moveTo>
                  <a:lnTo>
                    <a:pt x="182245" y="92214"/>
                  </a:lnTo>
                  <a:lnTo>
                    <a:pt x="182168" y="91833"/>
                  </a:lnTo>
                  <a:lnTo>
                    <a:pt x="182092" y="91401"/>
                  </a:lnTo>
                  <a:lnTo>
                    <a:pt x="181889" y="90360"/>
                  </a:lnTo>
                  <a:lnTo>
                    <a:pt x="181597" y="88823"/>
                  </a:lnTo>
                  <a:lnTo>
                    <a:pt x="175653" y="83921"/>
                  </a:lnTo>
                  <a:lnTo>
                    <a:pt x="174040" y="83947"/>
                  </a:lnTo>
                  <a:lnTo>
                    <a:pt x="174040" y="91833"/>
                  </a:lnTo>
                  <a:lnTo>
                    <a:pt x="174002" y="92214"/>
                  </a:lnTo>
                  <a:lnTo>
                    <a:pt x="173786" y="91998"/>
                  </a:lnTo>
                  <a:lnTo>
                    <a:pt x="173812" y="92214"/>
                  </a:lnTo>
                  <a:lnTo>
                    <a:pt x="173697" y="92062"/>
                  </a:lnTo>
                  <a:lnTo>
                    <a:pt x="173570" y="92036"/>
                  </a:lnTo>
                  <a:lnTo>
                    <a:pt x="173545" y="91846"/>
                  </a:lnTo>
                  <a:lnTo>
                    <a:pt x="173253" y="91440"/>
                  </a:lnTo>
                  <a:lnTo>
                    <a:pt x="173647" y="91846"/>
                  </a:lnTo>
                  <a:lnTo>
                    <a:pt x="173786" y="91998"/>
                  </a:lnTo>
                  <a:lnTo>
                    <a:pt x="174002" y="92214"/>
                  </a:lnTo>
                  <a:lnTo>
                    <a:pt x="173926" y="91897"/>
                  </a:lnTo>
                  <a:lnTo>
                    <a:pt x="174040" y="83947"/>
                  </a:lnTo>
                  <a:lnTo>
                    <a:pt x="171234" y="83985"/>
                  </a:lnTo>
                  <a:lnTo>
                    <a:pt x="166154" y="89827"/>
                  </a:lnTo>
                  <a:lnTo>
                    <a:pt x="166382" y="93700"/>
                  </a:lnTo>
                  <a:lnTo>
                    <a:pt x="167551" y="95148"/>
                  </a:lnTo>
                  <a:lnTo>
                    <a:pt x="167360" y="95681"/>
                  </a:lnTo>
                  <a:lnTo>
                    <a:pt x="168656" y="96520"/>
                  </a:lnTo>
                  <a:lnTo>
                    <a:pt x="171069" y="99491"/>
                  </a:lnTo>
                  <a:lnTo>
                    <a:pt x="172085" y="98729"/>
                  </a:lnTo>
                  <a:lnTo>
                    <a:pt x="173177" y="99428"/>
                  </a:lnTo>
                  <a:lnTo>
                    <a:pt x="177203" y="98793"/>
                  </a:lnTo>
                  <a:lnTo>
                    <a:pt x="182460" y="93370"/>
                  </a:lnTo>
                  <a:close/>
                </a:path>
                <a:path w="388620" h="395604">
                  <a:moveTo>
                    <a:pt x="182994" y="103505"/>
                  </a:moveTo>
                  <a:lnTo>
                    <a:pt x="181165" y="100190"/>
                  </a:lnTo>
                  <a:lnTo>
                    <a:pt x="178282" y="100241"/>
                  </a:lnTo>
                  <a:lnTo>
                    <a:pt x="174726" y="100304"/>
                  </a:lnTo>
                  <a:lnTo>
                    <a:pt x="172732" y="102920"/>
                  </a:lnTo>
                  <a:lnTo>
                    <a:pt x="176657" y="108165"/>
                  </a:lnTo>
                  <a:lnTo>
                    <a:pt x="179997" y="108623"/>
                  </a:lnTo>
                  <a:lnTo>
                    <a:pt x="182994" y="103505"/>
                  </a:lnTo>
                  <a:close/>
                </a:path>
                <a:path w="388620" h="395604">
                  <a:moveTo>
                    <a:pt x="183692" y="120535"/>
                  </a:moveTo>
                  <a:lnTo>
                    <a:pt x="183095" y="120535"/>
                  </a:lnTo>
                  <a:lnTo>
                    <a:pt x="183095" y="120992"/>
                  </a:lnTo>
                  <a:lnTo>
                    <a:pt x="183388" y="120992"/>
                  </a:lnTo>
                  <a:lnTo>
                    <a:pt x="183692" y="120992"/>
                  </a:lnTo>
                  <a:lnTo>
                    <a:pt x="183692" y="120535"/>
                  </a:lnTo>
                  <a:close/>
                </a:path>
                <a:path w="388620" h="395604">
                  <a:moveTo>
                    <a:pt x="187236" y="8724"/>
                  </a:moveTo>
                  <a:lnTo>
                    <a:pt x="177190" y="8724"/>
                  </a:lnTo>
                  <a:lnTo>
                    <a:pt x="177190" y="11836"/>
                  </a:lnTo>
                  <a:lnTo>
                    <a:pt x="177038" y="11633"/>
                  </a:lnTo>
                  <a:lnTo>
                    <a:pt x="176885" y="11341"/>
                  </a:lnTo>
                  <a:lnTo>
                    <a:pt x="176491" y="10795"/>
                  </a:lnTo>
                  <a:lnTo>
                    <a:pt x="176110" y="10477"/>
                  </a:lnTo>
                  <a:lnTo>
                    <a:pt x="174904" y="8953"/>
                  </a:lnTo>
                  <a:lnTo>
                    <a:pt x="175666" y="10083"/>
                  </a:lnTo>
                  <a:lnTo>
                    <a:pt x="172504" y="7327"/>
                  </a:lnTo>
                  <a:lnTo>
                    <a:pt x="167373" y="11010"/>
                  </a:lnTo>
                  <a:lnTo>
                    <a:pt x="170484" y="16776"/>
                  </a:lnTo>
                  <a:lnTo>
                    <a:pt x="171856" y="17335"/>
                  </a:lnTo>
                  <a:lnTo>
                    <a:pt x="175412" y="17691"/>
                  </a:lnTo>
                  <a:lnTo>
                    <a:pt x="176936" y="16154"/>
                  </a:lnTo>
                  <a:lnTo>
                    <a:pt x="177190" y="15405"/>
                  </a:lnTo>
                  <a:lnTo>
                    <a:pt x="177190" y="16522"/>
                  </a:lnTo>
                  <a:lnTo>
                    <a:pt x="182206" y="16522"/>
                  </a:lnTo>
                  <a:lnTo>
                    <a:pt x="187223" y="16522"/>
                  </a:lnTo>
                  <a:lnTo>
                    <a:pt x="187236" y="8724"/>
                  </a:lnTo>
                  <a:close/>
                </a:path>
                <a:path w="388620" h="395604">
                  <a:moveTo>
                    <a:pt x="192913" y="138455"/>
                  </a:moveTo>
                  <a:lnTo>
                    <a:pt x="182587" y="138455"/>
                  </a:lnTo>
                  <a:lnTo>
                    <a:pt x="182587" y="146469"/>
                  </a:lnTo>
                  <a:lnTo>
                    <a:pt x="187744" y="146469"/>
                  </a:lnTo>
                  <a:lnTo>
                    <a:pt x="192900" y="146469"/>
                  </a:lnTo>
                  <a:lnTo>
                    <a:pt x="192913" y="138455"/>
                  </a:lnTo>
                  <a:close/>
                </a:path>
                <a:path w="388620" h="395604">
                  <a:moveTo>
                    <a:pt x="193890" y="169799"/>
                  </a:moveTo>
                  <a:lnTo>
                    <a:pt x="190525" y="168186"/>
                  </a:lnTo>
                  <a:lnTo>
                    <a:pt x="187960" y="166941"/>
                  </a:lnTo>
                  <a:lnTo>
                    <a:pt x="185051" y="170103"/>
                  </a:lnTo>
                  <a:lnTo>
                    <a:pt x="190195" y="175107"/>
                  </a:lnTo>
                  <a:lnTo>
                    <a:pt x="193890" y="169799"/>
                  </a:lnTo>
                  <a:close/>
                </a:path>
                <a:path w="388620" h="395604">
                  <a:moveTo>
                    <a:pt x="197192" y="65417"/>
                  </a:moveTo>
                  <a:lnTo>
                    <a:pt x="196596" y="65417"/>
                  </a:lnTo>
                  <a:lnTo>
                    <a:pt x="196596" y="65862"/>
                  </a:lnTo>
                  <a:lnTo>
                    <a:pt x="196888" y="65862"/>
                  </a:lnTo>
                  <a:lnTo>
                    <a:pt x="197192" y="65862"/>
                  </a:lnTo>
                  <a:lnTo>
                    <a:pt x="197192" y="65417"/>
                  </a:lnTo>
                  <a:close/>
                </a:path>
                <a:path w="388620" h="395604">
                  <a:moveTo>
                    <a:pt x="197408" y="47701"/>
                  </a:moveTo>
                  <a:lnTo>
                    <a:pt x="197370" y="44729"/>
                  </a:lnTo>
                  <a:lnTo>
                    <a:pt x="195338" y="43827"/>
                  </a:lnTo>
                  <a:lnTo>
                    <a:pt x="190500" y="41706"/>
                  </a:lnTo>
                  <a:lnTo>
                    <a:pt x="188404" y="43624"/>
                  </a:lnTo>
                  <a:lnTo>
                    <a:pt x="189445" y="45821"/>
                  </a:lnTo>
                  <a:lnTo>
                    <a:pt x="191655" y="50419"/>
                  </a:lnTo>
                  <a:lnTo>
                    <a:pt x="194589" y="50596"/>
                  </a:lnTo>
                  <a:lnTo>
                    <a:pt x="197408" y="47701"/>
                  </a:lnTo>
                  <a:close/>
                </a:path>
                <a:path w="388620" h="395604">
                  <a:moveTo>
                    <a:pt x="202145" y="174028"/>
                  </a:moveTo>
                  <a:lnTo>
                    <a:pt x="195249" y="174574"/>
                  </a:lnTo>
                  <a:lnTo>
                    <a:pt x="196215" y="176657"/>
                  </a:lnTo>
                  <a:lnTo>
                    <a:pt x="195465" y="177330"/>
                  </a:lnTo>
                  <a:lnTo>
                    <a:pt x="198056" y="181775"/>
                  </a:lnTo>
                  <a:lnTo>
                    <a:pt x="201371" y="180111"/>
                  </a:lnTo>
                  <a:lnTo>
                    <a:pt x="202145" y="174028"/>
                  </a:lnTo>
                  <a:close/>
                </a:path>
                <a:path w="388620" h="395604">
                  <a:moveTo>
                    <a:pt x="207695" y="122415"/>
                  </a:moveTo>
                  <a:lnTo>
                    <a:pt x="205130" y="120332"/>
                  </a:lnTo>
                  <a:lnTo>
                    <a:pt x="202628" y="121094"/>
                  </a:lnTo>
                  <a:lnTo>
                    <a:pt x="198361" y="122389"/>
                  </a:lnTo>
                  <a:lnTo>
                    <a:pt x="198348" y="127520"/>
                  </a:lnTo>
                  <a:lnTo>
                    <a:pt x="205130" y="129590"/>
                  </a:lnTo>
                  <a:lnTo>
                    <a:pt x="207695" y="127508"/>
                  </a:lnTo>
                  <a:lnTo>
                    <a:pt x="207695" y="122415"/>
                  </a:lnTo>
                  <a:close/>
                </a:path>
                <a:path w="388620" h="395604">
                  <a:moveTo>
                    <a:pt x="210629" y="162560"/>
                  </a:moveTo>
                  <a:lnTo>
                    <a:pt x="201129" y="162560"/>
                  </a:lnTo>
                  <a:lnTo>
                    <a:pt x="201117" y="169951"/>
                  </a:lnTo>
                  <a:lnTo>
                    <a:pt x="205867" y="169951"/>
                  </a:lnTo>
                  <a:lnTo>
                    <a:pt x="210629" y="169951"/>
                  </a:lnTo>
                  <a:lnTo>
                    <a:pt x="210629" y="162560"/>
                  </a:lnTo>
                  <a:close/>
                </a:path>
                <a:path w="388620" h="395604">
                  <a:moveTo>
                    <a:pt x="211810" y="66014"/>
                  </a:moveTo>
                  <a:lnTo>
                    <a:pt x="211683" y="66065"/>
                  </a:lnTo>
                  <a:lnTo>
                    <a:pt x="211810" y="66065"/>
                  </a:lnTo>
                  <a:close/>
                </a:path>
                <a:path w="388620" h="395604">
                  <a:moveTo>
                    <a:pt x="213410" y="152120"/>
                  </a:moveTo>
                  <a:lnTo>
                    <a:pt x="213283" y="150063"/>
                  </a:lnTo>
                  <a:lnTo>
                    <a:pt x="212039" y="149733"/>
                  </a:lnTo>
                  <a:lnTo>
                    <a:pt x="210477" y="149313"/>
                  </a:lnTo>
                  <a:lnTo>
                    <a:pt x="208762" y="148971"/>
                  </a:lnTo>
                  <a:lnTo>
                    <a:pt x="206006" y="147561"/>
                  </a:lnTo>
                  <a:lnTo>
                    <a:pt x="204431" y="149313"/>
                  </a:lnTo>
                  <a:lnTo>
                    <a:pt x="207657" y="152107"/>
                  </a:lnTo>
                  <a:lnTo>
                    <a:pt x="209423" y="152857"/>
                  </a:lnTo>
                  <a:lnTo>
                    <a:pt x="213410" y="152120"/>
                  </a:lnTo>
                  <a:close/>
                </a:path>
                <a:path w="388620" h="395604">
                  <a:moveTo>
                    <a:pt x="216319" y="34848"/>
                  </a:moveTo>
                  <a:lnTo>
                    <a:pt x="215455" y="33489"/>
                  </a:lnTo>
                  <a:lnTo>
                    <a:pt x="213931" y="31076"/>
                  </a:lnTo>
                  <a:lnTo>
                    <a:pt x="213728" y="30505"/>
                  </a:lnTo>
                  <a:lnTo>
                    <a:pt x="212572" y="29730"/>
                  </a:lnTo>
                  <a:lnTo>
                    <a:pt x="211010" y="28689"/>
                  </a:lnTo>
                  <a:lnTo>
                    <a:pt x="205409" y="30226"/>
                  </a:lnTo>
                  <a:lnTo>
                    <a:pt x="203352" y="33350"/>
                  </a:lnTo>
                  <a:lnTo>
                    <a:pt x="205498" y="39497"/>
                  </a:lnTo>
                  <a:lnTo>
                    <a:pt x="209486" y="41808"/>
                  </a:lnTo>
                  <a:lnTo>
                    <a:pt x="215074" y="37896"/>
                  </a:lnTo>
                  <a:lnTo>
                    <a:pt x="216319" y="34848"/>
                  </a:lnTo>
                  <a:close/>
                </a:path>
                <a:path w="388620" h="395604">
                  <a:moveTo>
                    <a:pt x="219278" y="67106"/>
                  </a:moveTo>
                  <a:lnTo>
                    <a:pt x="219075" y="65303"/>
                  </a:lnTo>
                  <a:lnTo>
                    <a:pt x="217043" y="62953"/>
                  </a:lnTo>
                  <a:lnTo>
                    <a:pt x="214185" y="59651"/>
                  </a:lnTo>
                  <a:lnTo>
                    <a:pt x="211886" y="62052"/>
                  </a:lnTo>
                  <a:lnTo>
                    <a:pt x="211886" y="65989"/>
                  </a:lnTo>
                  <a:lnTo>
                    <a:pt x="211810" y="68414"/>
                  </a:lnTo>
                  <a:lnTo>
                    <a:pt x="211810" y="68884"/>
                  </a:lnTo>
                  <a:lnTo>
                    <a:pt x="211747" y="68313"/>
                  </a:lnTo>
                  <a:lnTo>
                    <a:pt x="211810" y="66560"/>
                  </a:lnTo>
                  <a:lnTo>
                    <a:pt x="211683" y="66065"/>
                  </a:lnTo>
                  <a:lnTo>
                    <a:pt x="211810" y="65849"/>
                  </a:lnTo>
                  <a:lnTo>
                    <a:pt x="211810" y="66014"/>
                  </a:lnTo>
                  <a:lnTo>
                    <a:pt x="211886" y="62052"/>
                  </a:lnTo>
                  <a:lnTo>
                    <a:pt x="208241" y="65849"/>
                  </a:lnTo>
                  <a:lnTo>
                    <a:pt x="208216" y="66065"/>
                  </a:lnTo>
                  <a:lnTo>
                    <a:pt x="211074" y="68300"/>
                  </a:lnTo>
                  <a:lnTo>
                    <a:pt x="211188" y="69291"/>
                  </a:lnTo>
                  <a:lnTo>
                    <a:pt x="212458" y="70319"/>
                  </a:lnTo>
                  <a:lnTo>
                    <a:pt x="215455" y="71450"/>
                  </a:lnTo>
                  <a:lnTo>
                    <a:pt x="217576" y="70561"/>
                  </a:lnTo>
                  <a:lnTo>
                    <a:pt x="218198" y="69278"/>
                  </a:lnTo>
                  <a:lnTo>
                    <a:pt x="218782" y="68110"/>
                  </a:lnTo>
                  <a:lnTo>
                    <a:pt x="219278" y="67106"/>
                  </a:lnTo>
                  <a:close/>
                </a:path>
                <a:path w="388620" h="395604">
                  <a:moveTo>
                    <a:pt x="223570" y="196824"/>
                  </a:moveTo>
                  <a:lnTo>
                    <a:pt x="222986" y="196824"/>
                  </a:lnTo>
                  <a:lnTo>
                    <a:pt x="222986" y="197281"/>
                  </a:lnTo>
                  <a:lnTo>
                    <a:pt x="223278" y="197281"/>
                  </a:lnTo>
                  <a:lnTo>
                    <a:pt x="223570" y="197281"/>
                  </a:lnTo>
                  <a:lnTo>
                    <a:pt x="223570" y="196824"/>
                  </a:lnTo>
                  <a:close/>
                </a:path>
                <a:path w="388620" h="395604">
                  <a:moveTo>
                    <a:pt x="229476" y="29197"/>
                  </a:moveTo>
                  <a:lnTo>
                    <a:pt x="228206" y="23672"/>
                  </a:lnTo>
                  <a:lnTo>
                    <a:pt x="227647" y="23304"/>
                  </a:lnTo>
                  <a:lnTo>
                    <a:pt x="226542" y="22606"/>
                  </a:lnTo>
                  <a:lnTo>
                    <a:pt x="227342" y="22529"/>
                  </a:lnTo>
                  <a:lnTo>
                    <a:pt x="226491" y="22567"/>
                  </a:lnTo>
                  <a:lnTo>
                    <a:pt x="225107" y="21678"/>
                  </a:lnTo>
                  <a:lnTo>
                    <a:pt x="223596" y="22656"/>
                  </a:lnTo>
                  <a:lnTo>
                    <a:pt x="221640" y="22720"/>
                  </a:lnTo>
                  <a:lnTo>
                    <a:pt x="223012" y="22847"/>
                  </a:lnTo>
                  <a:lnTo>
                    <a:pt x="220345" y="22618"/>
                  </a:lnTo>
                  <a:lnTo>
                    <a:pt x="218059" y="25273"/>
                  </a:lnTo>
                  <a:lnTo>
                    <a:pt x="218059" y="30670"/>
                  </a:lnTo>
                  <a:lnTo>
                    <a:pt x="220332" y="32524"/>
                  </a:lnTo>
                  <a:lnTo>
                    <a:pt x="223812" y="32816"/>
                  </a:lnTo>
                  <a:lnTo>
                    <a:pt x="224612" y="32715"/>
                  </a:lnTo>
                  <a:lnTo>
                    <a:pt x="227926" y="31394"/>
                  </a:lnTo>
                  <a:lnTo>
                    <a:pt x="229476" y="29197"/>
                  </a:lnTo>
                  <a:close/>
                </a:path>
                <a:path w="388620" h="395604">
                  <a:moveTo>
                    <a:pt x="231114" y="215074"/>
                  </a:moveTo>
                  <a:lnTo>
                    <a:pt x="227037" y="215074"/>
                  </a:lnTo>
                  <a:lnTo>
                    <a:pt x="227037" y="218236"/>
                  </a:lnTo>
                  <a:lnTo>
                    <a:pt x="229069" y="218236"/>
                  </a:lnTo>
                  <a:lnTo>
                    <a:pt x="231101" y="218236"/>
                  </a:lnTo>
                  <a:lnTo>
                    <a:pt x="231114" y="215074"/>
                  </a:lnTo>
                  <a:close/>
                </a:path>
                <a:path w="388620" h="395604">
                  <a:moveTo>
                    <a:pt x="232092" y="116243"/>
                  </a:moveTo>
                  <a:lnTo>
                    <a:pt x="226555" y="110845"/>
                  </a:lnTo>
                  <a:lnTo>
                    <a:pt x="222554" y="116573"/>
                  </a:lnTo>
                  <a:lnTo>
                    <a:pt x="226187" y="118325"/>
                  </a:lnTo>
                  <a:lnTo>
                    <a:pt x="228968" y="119659"/>
                  </a:lnTo>
                  <a:lnTo>
                    <a:pt x="232092" y="116243"/>
                  </a:lnTo>
                  <a:close/>
                </a:path>
                <a:path w="388620" h="395604">
                  <a:moveTo>
                    <a:pt x="240538" y="78651"/>
                  </a:moveTo>
                  <a:lnTo>
                    <a:pt x="234835" y="78651"/>
                  </a:lnTo>
                  <a:lnTo>
                    <a:pt x="234823" y="83083"/>
                  </a:lnTo>
                  <a:lnTo>
                    <a:pt x="237680" y="83083"/>
                  </a:lnTo>
                  <a:lnTo>
                    <a:pt x="240525" y="83083"/>
                  </a:lnTo>
                  <a:lnTo>
                    <a:pt x="240538" y="78651"/>
                  </a:lnTo>
                  <a:close/>
                </a:path>
                <a:path w="388620" h="395604">
                  <a:moveTo>
                    <a:pt x="241414" y="130175"/>
                  </a:moveTo>
                  <a:lnTo>
                    <a:pt x="239953" y="127215"/>
                  </a:lnTo>
                  <a:lnTo>
                    <a:pt x="235597" y="127215"/>
                  </a:lnTo>
                  <a:lnTo>
                    <a:pt x="234149" y="130175"/>
                  </a:lnTo>
                  <a:lnTo>
                    <a:pt x="235915" y="131724"/>
                  </a:lnTo>
                  <a:lnTo>
                    <a:pt x="237185" y="132842"/>
                  </a:lnTo>
                  <a:lnTo>
                    <a:pt x="238366" y="132842"/>
                  </a:lnTo>
                  <a:lnTo>
                    <a:pt x="241414" y="130175"/>
                  </a:lnTo>
                  <a:close/>
                </a:path>
                <a:path w="388620" h="395604">
                  <a:moveTo>
                    <a:pt x="244792" y="172161"/>
                  </a:moveTo>
                  <a:lnTo>
                    <a:pt x="244690" y="169176"/>
                  </a:lnTo>
                  <a:lnTo>
                    <a:pt x="243522" y="167513"/>
                  </a:lnTo>
                  <a:lnTo>
                    <a:pt x="235191" y="165265"/>
                  </a:lnTo>
                  <a:lnTo>
                    <a:pt x="233451" y="172529"/>
                  </a:lnTo>
                  <a:lnTo>
                    <a:pt x="238150" y="174358"/>
                  </a:lnTo>
                  <a:lnTo>
                    <a:pt x="240792" y="175387"/>
                  </a:lnTo>
                  <a:lnTo>
                    <a:pt x="242722" y="174879"/>
                  </a:lnTo>
                  <a:lnTo>
                    <a:pt x="244271" y="172961"/>
                  </a:lnTo>
                  <a:lnTo>
                    <a:pt x="244792" y="172161"/>
                  </a:lnTo>
                  <a:close/>
                </a:path>
                <a:path w="388620" h="395604">
                  <a:moveTo>
                    <a:pt x="245046" y="32346"/>
                  </a:moveTo>
                  <a:lnTo>
                    <a:pt x="244462" y="32346"/>
                  </a:lnTo>
                  <a:lnTo>
                    <a:pt x="244462" y="32791"/>
                  </a:lnTo>
                  <a:lnTo>
                    <a:pt x="244754" y="32791"/>
                  </a:lnTo>
                  <a:lnTo>
                    <a:pt x="245046" y="32791"/>
                  </a:lnTo>
                  <a:lnTo>
                    <a:pt x="245046" y="32346"/>
                  </a:lnTo>
                  <a:close/>
                </a:path>
                <a:path w="388620" h="395604">
                  <a:moveTo>
                    <a:pt x="245287" y="50609"/>
                  </a:moveTo>
                  <a:lnTo>
                    <a:pt x="237693" y="50609"/>
                  </a:lnTo>
                  <a:lnTo>
                    <a:pt x="237693" y="56515"/>
                  </a:lnTo>
                  <a:lnTo>
                    <a:pt x="241490" y="56515"/>
                  </a:lnTo>
                  <a:lnTo>
                    <a:pt x="245287" y="56515"/>
                  </a:lnTo>
                  <a:lnTo>
                    <a:pt x="245287" y="50609"/>
                  </a:lnTo>
                  <a:close/>
                </a:path>
                <a:path w="388620" h="395604">
                  <a:moveTo>
                    <a:pt x="252260" y="149948"/>
                  </a:moveTo>
                  <a:lnTo>
                    <a:pt x="249986" y="147358"/>
                  </a:lnTo>
                  <a:lnTo>
                    <a:pt x="246151" y="143002"/>
                  </a:lnTo>
                  <a:lnTo>
                    <a:pt x="241820" y="145453"/>
                  </a:lnTo>
                  <a:lnTo>
                    <a:pt x="241325" y="154432"/>
                  </a:lnTo>
                  <a:lnTo>
                    <a:pt x="245325" y="156679"/>
                  </a:lnTo>
                  <a:lnTo>
                    <a:pt x="251726" y="153987"/>
                  </a:lnTo>
                  <a:lnTo>
                    <a:pt x="252260" y="149948"/>
                  </a:lnTo>
                  <a:close/>
                </a:path>
                <a:path w="388620" h="395604">
                  <a:moveTo>
                    <a:pt x="252691" y="118541"/>
                  </a:moveTo>
                  <a:lnTo>
                    <a:pt x="250151" y="114490"/>
                  </a:lnTo>
                  <a:lnTo>
                    <a:pt x="247167" y="114388"/>
                  </a:lnTo>
                  <a:lnTo>
                    <a:pt x="244652" y="118706"/>
                  </a:lnTo>
                  <a:lnTo>
                    <a:pt x="246354" y="121043"/>
                  </a:lnTo>
                  <a:lnTo>
                    <a:pt x="248678" y="121246"/>
                  </a:lnTo>
                  <a:lnTo>
                    <a:pt x="251206" y="121475"/>
                  </a:lnTo>
                  <a:lnTo>
                    <a:pt x="252691" y="118541"/>
                  </a:lnTo>
                  <a:close/>
                </a:path>
                <a:path w="388620" h="395604">
                  <a:moveTo>
                    <a:pt x="264172" y="119138"/>
                  </a:moveTo>
                  <a:lnTo>
                    <a:pt x="263588" y="119138"/>
                  </a:lnTo>
                  <a:lnTo>
                    <a:pt x="263588" y="119583"/>
                  </a:lnTo>
                  <a:lnTo>
                    <a:pt x="263880" y="119583"/>
                  </a:lnTo>
                  <a:lnTo>
                    <a:pt x="264172" y="119583"/>
                  </a:lnTo>
                  <a:lnTo>
                    <a:pt x="264172" y="119138"/>
                  </a:lnTo>
                  <a:close/>
                </a:path>
                <a:path w="388620" h="395604">
                  <a:moveTo>
                    <a:pt x="265163" y="53340"/>
                  </a:moveTo>
                  <a:lnTo>
                    <a:pt x="264579" y="53340"/>
                  </a:lnTo>
                  <a:lnTo>
                    <a:pt x="264579" y="53797"/>
                  </a:lnTo>
                  <a:lnTo>
                    <a:pt x="264871" y="53797"/>
                  </a:lnTo>
                  <a:lnTo>
                    <a:pt x="265163" y="53797"/>
                  </a:lnTo>
                  <a:lnTo>
                    <a:pt x="265163" y="53340"/>
                  </a:lnTo>
                  <a:close/>
                </a:path>
                <a:path w="388620" h="395604">
                  <a:moveTo>
                    <a:pt x="269011" y="63385"/>
                  </a:moveTo>
                  <a:lnTo>
                    <a:pt x="265277" y="59093"/>
                  </a:lnTo>
                  <a:lnTo>
                    <a:pt x="264299" y="58737"/>
                  </a:lnTo>
                  <a:lnTo>
                    <a:pt x="263664" y="57861"/>
                  </a:lnTo>
                  <a:lnTo>
                    <a:pt x="262216" y="55880"/>
                  </a:lnTo>
                  <a:lnTo>
                    <a:pt x="257505" y="56286"/>
                  </a:lnTo>
                  <a:lnTo>
                    <a:pt x="257860" y="60261"/>
                  </a:lnTo>
                  <a:lnTo>
                    <a:pt x="257314" y="61201"/>
                  </a:lnTo>
                  <a:lnTo>
                    <a:pt x="258025" y="62064"/>
                  </a:lnTo>
                  <a:lnTo>
                    <a:pt x="258076" y="62738"/>
                  </a:lnTo>
                  <a:lnTo>
                    <a:pt x="259194" y="65074"/>
                  </a:lnTo>
                  <a:lnTo>
                    <a:pt x="260858" y="65608"/>
                  </a:lnTo>
                  <a:lnTo>
                    <a:pt x="263372" y="68795"/>
                  </a:lnTo>
                  <a:lnTo>
                    <a:pt x="266293" y="66001"/>
                  </a:lnTo>
                  <a:lnTo>
                    <a:pt x="269011" y="63385"/>
                  </a:lnTo>
                  <a:close/>
                </a:path>
                <a:path w="388620" h="395604">
                  <a:moveTo>
                    <a:pt x="289280" y="124206"/>
                  </a:moveTo>
                  <a:lnTo>
                    <a:pt x="287540" y="122732"/>
                  </a:lnTo>
                  <a:lnTo>
                    <a:pt x="286880" y="122529"/>
                  </a:lnTo>
                  <a:lnTo>
                    <a:pt x="282384" y="122186"/>
                  </a:lnTo>
                  <a:lnTo>
                    <a:pt x="282384" y="125374"/>
                  </a:lnTo>
                  <a:lnTo>
                    <a:pt x="279146" y="123812"/>
                  </a:lnTo>
                  <a:lnTo>
                    <a:pt x="276263" y="122428"/>
                  </a:lnTo>
                  <a:lnTo>
                    <a:pt x="273024" y="125971"/>
                  </a:lnTo>
                  <a:lnTo>
                    <a:pt x="278765" y="131559"/>
                  </a:lnTo>
                  <a:lnTo>
                    <a:pt x="282384" y="126390"/>
                  </a:lnTo>
                  <a:lnTo>
                    <a:pt x="282384" y="127736"/>
                  </a:lnTo>
                  <a:lnTo>
                    <a:pt x="285635" y="127495"/>
                  </a:lnTo>
                  <a:lnTo>
                    <a:pt x="286880" y="127393"/>
                  </a:lnTo>
                  <a:lnTo>
                    <a:pt x="287566" y="127177"/>
                  </a:lnTo>
                  <a:lnTo>
                    <a:pt x="289280" y="125717"/>
                  </a:lnTo>
                  <a:lnTo>
                    <a:pt x="289280" y="124206"/>
                  </a:lnTo>
                  <a:close/>
                </a:path>
                <a:path w="388620" h="395604">
                  <a:moveTo>
                    <a:pt x="290182" y="121145"/>
                  </a:moveTo>
                  <a:lnTo>
                    <a:pt x="289356" y="119900"/>
                  </a:lnTo>
                  <a:lnTo>
                    <a:pt x="289166" y="119646"/>
                  </a:lnTo>
                  <a:lnTo>
                    <a:pt x="287731" y="117475"/>
                  </a:lnTo>
                  <a:lnTo>
                    <a:pt x="285242" y="120065"/>
                  </a:lnTo>
                  <a:lnTo>
                    <a:pt x="287121" y="121246"/>
                  </a:lnTo>
                  <a:lnTo>
                    <a:pt x="287401" y="121412"/>
                  </a:lnTo>
                  <a:lnTo>
                    <a:pt x="288912" y="122351"/>
                  </a:lnTo>
                  <a:lnTo>
                    <a:pt x="290182" y="121145"/>
                  </a:lnTo>
                  <a:close/>
                </a:path>
                <a:path w="388620" h="395604">
                  <a:moveTo>
                    <a:pt x="291630" y="49834"/>
                  </a:moveTo>
                  <a:lnTo>
                    <a:pt x="289623" y="45554"/>
                  </a:lnTo>
                  <a:lnTo>
                    <a:pt x="287248" y="47117"/>
                  </a:lnTo>
                  <a:lnTo>
                    <a:pt x="283705" y="49441"/>
                  </a:lnTo>
                  <a:lnTo>
                    <a:pt x="284632" y="52146"/>
                  </a:lnTo>
                  <a:lnTo>
                    <a:pt x="291630" y="49834"/>
                  </a:lnTo>
                  <a:close/>
                </a:path>
                <a:path w="388620" h="395604">
                  <a:moveTo>
                    <a:pt x="291871" y="96939"/>
                  </a:moveTo>
                  <a:lnTo>
                    <a:pt x="286321" y="92925"/>
                  </a:lnTo>
                  <a:lnTo>
                    <a:pt x="282346" y="95872"/>
                  </a:lnTo>
                  <a:lnTo>
                    <a:pt x="279679" y="97853"/>
                  </a:lnTo>
                  <a:lnTo>
                    <a:pt x="279692" y="89242"/>
                  </a:lnTo>
                  <a:lnTo>
                    <a:pt x="267474" y="89242"/>
                  </a:lnTo>
                  <a:lnTo>
                    <a:pt x="267462" y="98729"/>
                  </a:lnTo>
                  <a:lnTo>
                    <a:pt x="273570" y="98729"/>
                  </a:lnTo>
                  <a:lnTo>
                    <a:pt x="278485" y="98729"/>
                  </a:lnTo>
                  <a:lnTo>
                    <a:pt x="278142" y="98983"/>
                  </a:lnTo>
                  <a:lnTo>
                    <a:pt x="278142" y="103682"/>
                  </a:lnTo>
                  <a:lnTo>
                    <a:pt x="286321" y="109753"/>
                  </a:lnTo>
                  <a:lnTo>
                    <a:pt x="291871" y="105740"/>
                  </a:lnTo>
                  <a:lnTo>
                    <a:pt x="291871" y="96939"/>
                  </a:lnTo>
                  <a:close/>
                </a:path>
                <a:path w="388620" h="395604">
                  <a:moveTo>
                    <a:pt x="295198" y="84226"/>
                  </a:moveTo>
                  <a:lnTo>
                    <a:pt x="294373" y="84226"/>
                  </a:lnTo>
                  <a:lnTo>
                    <a:pt x="294373" y="84861"/>
                  </a:lnTo>
                  <a:lnTo>
                    <a:pt x="294779" y="84861"/>
                  </a:lnTo>
                  <a:lnTo>
                    <a:pt x="295198" y="84861"/>
                  </a:lnTo>
                  <a:lnTo>
                    <a:pt x="295198" y="84226"/>
                  </a:lnTo>
                  <a:close/>
                </a:path>
                <a:path w="388620" h="395604">
                  <a:moveTo>
                    <a:pt x="300164" y="111836"/>
                  </a:moveTo>
                  <a:lnTo>
                    <a:pt x="298602" y="108254"/>
                  </a:lnTo>
                  <a:lnTo>
                    <a:pt x="297815" y="106451"/>
                  </a:lnTo>
                  <a:lnTo>
                    <a:pt x="296113" y="106451"/>
                  </a:lnTo>
                  <a:lnTo>
                    <a:pt x="293763" y="111836"/>
                  </a:lnTo>
                  <a:lnTo>
                    <a:pt x="300164" y="111836"/>
                  </a:lnTo>
                  <a:close/>
                </a:path>
                <a:path w="388620" h="395604">
                  <a:moveTo>
                    <a:pt x="302869" y="72136"/>
                  </a:moveTo>
                  <a:lnTo>
                    <a:pt x="301282" y="66370"/>
                  </a:lnTo>
                  <a:lnTo>
                    <a:pt x="297637" y="64579"/>
                  </a:lnTo>
                  <a:lnTo>
                    <a:pt x="295084" y="66332"/>
                  </a:lnTo>
                  <a:lnTo>
                    <a:pt x="293649" y="67310"/>
                  </a:lnTo>
                  <a:lnTo>
                    <a:pt x="292709" y="68351"/>
                  </a:lnTo>
                  <a:lnTo>
                    <a:pt x="292722" y="72834"/>
                  </a:lnTo>
                  <a:lnTo>
                    <a:pt x="294678" y="75158"/>
                  </a:lnTo>
                  <a:lnTo>
                    <a:pt x="300545" y="75158"/>
                  </a:lnTo>
                  <a:lnTo>
                    <a:pt x="302869" y="72136"/>
                  </a:lnTo>
                  <a:close/>
                </a:path>
                <a:path w="388620" h="395604">
                  <a:moveTo>
                    <a:pt x="307822" y="87134"/>
                  </a:moveTo>
                  <a:lnTo>
                    <a:pt x="300240" y="87160"/>
                  </a:lnTo>
                  <a:lnTo>
                    <a:pt x="299631" y="94373"/>
                  </a:lnTo>
                  <a:lnTo>
                    <a:pt x="301726" y="95732"/>
                  </a:lnTo>
                  <a:lnTo>
                    <a:pt x="305866" y="96227"/>
                  </a:lnTo>
                  <a:lnTo>
                    <a:pt x="307619" y="94068"/>
                  </a:lnTo>
                  <a:lnTo>
                    <a:pt x="307619" y="92163"/>
                  </a:lnTo>
                  <a:lnTo>
                    <a:pt x="307594" y="89916"/>
                  </a:lnTo>
                  <a:lnTo>
                    <a:pt x="307721" y="88366"/>
                  </a:lnTo>
                  <a:lnTo>
                    <a:pt x="307822" y="87134"/>
                  </a:lnTo>
                  <a:close/>
                </a:path>
                <a:path w="388620" h="395604">
                  <a:moveTo>
                    <a:pt x="312788" y="66827"/>
                  </a:moveTo>
                  <a:lnTo>
                    <a:pt x="312420" y="65354"/>
                  </a:lnTo>
                  <a:lnTo>
                    <a:pt x="310400" y="65366"/>
                  </a:lnTo>
                  <a:lnTo>
                    <a:pt x="310045" y="65379"/>
                  </a:lnTo>
                  <a:lnTo>
                    <a:pt x="306095" y="65405"/>
                  </a:lnTo>
                  <a:lnTo>
                    <a:pt x="309295" y="71285"/>
                  </a:lnTo>
                  <a:lnTo>
                    <a:pt x="311378" y="68618"/>
                  </a:lnTo>
                  <a:lnTo>
                    <a:pt x="311861" y="68008"/>
                  </a:lnTo>
                  <a:lnTo>
                    <a:pt x="312089" y="67716"/>
                  </a:lnTo>
                  <a:lnTo>
                    <a:pt x="312788" y="66827"/>
                  </a:lnTo>
                  <a:close/>
                </a:path>
                <a:path w="388620" h="395604">
                  <a:moveTo>
                    <a:pt x="319836" y="118567"/>
                  </a:moveTo>
                  <a:lnTo>
                    <a:pt x="316687" y="116268"/>
                  </a:lnTo>
                  <a:lnTo>
                    <a:pt x="313563" y="117043"/>
                  </a:lnTo>
                  <a:lnTo>
                    <a:pt x="308229" y="118389"/>
                  </a:lnTo>
                  <a:lnTo>
                    <a:pt x="309245" y="126784"/>
                  </a:lnTo>
                  <a:lnTo>
                    <a:pt x="317563" y="126784"/>
                  </a:lnTo>
                  <a:lnTo>
                    <a:pt x="319836" y="124510"/>
                  </a:lnTo>
                  <a:lnTo>
                    <a:pt x="319836" y="118567"/>
                  </a:lnTo>
                  <a:close/>
                </a:path>
                <a:path w="388620" h="395604">
                  <a:moveTo>
                    <a:pt x="326936" y="112166"/>
                  </a:moveTo>
                  <a:lnTo>
                    <a:pt x="324319" y="109550"/>
                  </a:lnTo>
                  <a:lnTo>
                    <a:pt x="322097" y="110553"/>
                  </a:lnTo>
                  <a:lnTo>
                    <a:pt x="322046" y="112356"/>
                  </a:lnTo>
                  <a:lnTo>
                    <a:pt x="322033" y="112534"/>
                  </a:lnTo>
                  <a:lnTo>
                    <a:pt x="322033" y="112712"/>
                  </a:lnTo>
                  <a:lnTo>
                    <a:pt x="322021" y="112890"/>
                  </a:lnTo>
                  <a:lnTo>
                    <a:pt x="321995" y="113741"/>
                  </a:lnTo>
                  <a:lnTo>
                    <a:pt x="322770" y="114465"/>
                  </a:lnTo>
                  <a:lnTo>
                    <a:pt x="325996" y="114477"/>
                  </a:lnTo>
                  <a:lnTo>
                    <a:pt x="326936" y="112166"/>
                  </a:lnTo>
                  <a:close/>
                </a:path>
                <a:path w="388620" h="395604">
                  <a:moveTo>
                    <a:pt x="327291" y="84340"/>
                  </a:moveTo>
                  <a:lnTo>
                    <a:pt x="322808" y="79717"/>
                  </a:lnTo>
                  <a:lnTo>
                    <a:pt x="319354" y="80518"/>
                  </a:lnTo>
                  <a:lnTo>
                    <a:pt x="317119" y="85839"/>
                  </a:lnTo>
                  <a:lnTo>
                    <a:pt x="319176" y="88303"/>
                  </a:lnTo>
                  <a:lnTo>
                    <a:pt x="321945" y="88595"/>
                  </a:lnTo>
                  <a:lnTo>
                    <a:pt x="325932" y="89014"/>
                  </a:lnTo>
                  <a:lnTo>
                    <a:pt x="327291" y="84340"/>
                  </a:lnTo>
                  <a:close/>
                </a:path>
                <a:path w="388620" h="395604">
                  <a:moveTo>
                    <a:pt x="330530" y="61391"/>
                  </a:moveTo>
                  <a:lnTo>
                    <a:pt x="322122" y="61391"/>
                  </a:lnTo>
                  <a:lnTo>
                    <a:pt x="322122" y="67932"/>
                  </a:lnTo>
                  <a:lnTo>
                    <a:pt x="326326" y="67932"/>
                  </a:lnTo>
                  <a:lnTo>
                    <a:pt x="330530" y="67932"/>
                  </a:lnTo>
                  <a:lnTo>
                    <a:pt x="330530" y="61391"/>
                  </a:lnTo>
                  <a:close/>
                </a:path>
                <a:path w="388620" h="395604">
                  <a:moveTo>
                    <a:pt x="341071" y="97853"/>
                  </a:moveTo>
                  <a:lnTo>
                    <a:pt x="338137" y="96329"/>
                  </a:lnTo>
                  <a:lnTo>
                    <a:pt x="337489" y="98336"/>
                  </a:lnTo>
                  <a:lnTo>
                    <a:pt x="336410" y="99402"/>
                  </a:lnTo>
                  <a:lnTo>
                    <a:pt x="335457" y="99745"/>
                  </a:lnTo>
                  <a:lnTo>
                    <a:pt x="335521" y="101307"/>
                  </a:lnTo>
                  <a:lnTo>
                    <a:pt x="338137" y="101193"/>
                  </a:lnTo>
                  <a:lnTo>
                    <a:pt x="339140" y="100596"/>
                  </a:lnTo>
                  <a:lnTo>
                    <a:pt x="341071" y="97853"/>
                  </a:lnTo>
                  <a:close/>
                </a:path>
                <a:path w="388620" h="395604">
                  <a:moveTo>
                    <a:pt x="343611" y="121843"/>
                  </a:moveTo>
                  <a:lnTo>
                    <a:pt x="341541" y="119443"/>
                  </a:lnTo>
                  <a:lnTo>
                    <a:pt x="336626" y="120789"/>
                  </a:lnTo>
                  <a:lnTo>
                    <a:pt x="335508" y="124104"/>
                  </a:lnTo>
                  <a:lnTo>
                    <a:pt x="337464" y="125793"/>
                  </a:lnTo>
                  <a:lnTo>
                    <a:pt x="339915" y="127939"/>
                  </a:lnTo>
                  <a:lnTo>
                    <a:pt x="342404" y="127647"/>
                  </a:lnTo>
                  <a:lnTo>
                    <a:pt x="343611" y="121843"/>
                  </a:lnTo>
                  <a:close/>
                </a:path>
                <a:path w="388620" h="395604">
                  <a:moveTo>
                    <a:pt x="349288" y="83070"/>
                  </a:moveTo>
                  <a:lnTo>
                    <a:pt x="345770" y="77050"/>
                  </a:lnTo>
                  <a:lnTo>
                    <a:pt x="341934" y="76034"/>
                  </a:lnTo>
                  <a:lnTo>
                    <a:pt x="335445" y="79832"/>
                  </a:lnTo>
                  <a:lnTo>
                    <a:pt x="335368" y="84315"/>
                  </a:lnTo>
                  <a:lnTo>
                    <a:pt x="337832" y="87312"/>
                  </a:lnTo>
                  <a:lnTo>
                    <a:pt x="339394" y="89217"/>
                  </a:lnTo>
                  <a:lnTo>
                    <a:pt x="342392" y="89471"/>
                  </a:lnTo>
                  <a:lnTo>
                    <a:pt x="347853" y="87172"/>
                  </a:lnTo>
                  <a:lnTo>
                    <a:pt x="349288" y="83070"/>
                  </a:lnTo>
                  <a:close/>
                </a:path>
                <a:path w="388620" h="395604">
                  <a:moveTo>
                    <a:pt x="352704" y="126847"/>
                  </a:moveTo>
                  <a:lnTo>
                    <a:pt x="352158" y="126847"/>
                  </a:lnTo>
                  <a:lnTo>
                    <a:pt x="352158" y="127266"/>
                  </a:lnTo>
                  <a:lnTo>
                    <a:pt x="352425" y="127266"/>
                  </a:lnTo>
                  <a:lnTo>
                    <a:pt x="352704" y="127266"/>
                  </a:lnTo>
                  <a:lnTo>
                    <a:pt x="352704" y="126847"/>
                  </a:lnTo>
                  <a:close/>
                </a:path>
                <a:path w="388620" h="395604">
                  <a:moveTo>
                    <a:pt x="352729" y="95859"/>
                  </a:moveTo>
                  <a:lnTo>
                    <a:pt x="352132" y="95859"/>
                  </a:lnTo>
                  <a:lnTo>
                    <a:pt x="352132" y="96316"/>
                  </a:lnTo>
                  <a:lnTo>
                    <a:pt x="352425" y="96316"/>
                  </a:lnTo>
                  <a:lnTo>
                    <a:pt x="352729" y="96316"/>
                  </a:lnTo>
                  <a:lnTo>
                    <a:pt x="352729" y="95859"/>
                  </a:lnTo>
                  <a:close/>
                </a:path>
                <a:path w="388620" h="395604">
                  <a:moveTo>
                    <a:pt x="354469" y="96494"/>
                  </a:moveTo>
                  <a:lnTo>
                    <a:pt x="346049" y="96494"/>
                  </a:lnTo>
                  <a:lnTo>
                    <a:pt x="346049" y="103035"/>
                  </a:lnTo>
                  <a:lnTo>
                    <a:pt x="350253" y="103035"/>
                  </a:lnTo>
                  <a:lnTo>
                    <a:pt x="354469" y="103035"/>
                  </a:lnTo>
                  <a:lnTo>
                    <a:pt x="354469" y="96494"/>
                  </a:lnTo>
                  <a:close/>
                </a:path>
                <a:path w="388620" h="395604">
                  <a:moveTo>
                    <a:pt x="356933" y="62877"/>
                  </a:moveTo>
                  <a:lnTo>
                    <a:pt x="346887" y="62877"/>
                  </a:lnTo>
                  <a:lnTo>
                    <a:pt x="346875" y="70688"/>
                  </a:lnTo>
                  <a:lnTo>
                    <a:pt x="351904" y="70688"/>
                  </a:lnTo>
                  <a:lnTo>
                    <a:pt x="356920" y="70688"/>
                  </a:lnTo>
                  <a:lnTo>
                    <a:pt x="356933" y="62877"/>
                  </a:lnTo>
                  <a:close/>
                </a:path>
                <a:path w="388620" h="395604">
                  <a:moveTo>
                    <a:pt x="365937" y="103644"/>
                  </a:moveTo>
                  <a:lnTo>
                    <a:pt x="365480" y="102463"/>
                  </a:lnTo>
                  <a:lnTo>
                    <a:pt x="363702" y="97942"/>
                  </a:lnTo>
                  <a:lnTo>
                    <a:pt x="358965" y="102984"/>
                  </a:lnTo>
                  <a:lnTo>
                    <a:pt x="362775" y="104317"/>
                  </a:lnTo>
                  <a:lnTo>
                    <a:pt x="364540" y="104940"/>
                  </a:lnTo>
                  <a:lnTo>
                    <a:pt x="365937" y="103644"/>
                  </a:lnTo>
                  <a:close/>
                </a:path>
                <a:path w="388620" h="395604">
                  <a:moveTo>
                    <a:pt x="369570" y="122428"/>
                  </a:moveTo>
                  <a:lnTo>
                    <a:pt x="365760" y="122428"/>
                  </a:lnTo>
                  <a:lnTo>
                    <a:pt x="365747" y="125387"/>
                  </a:lnTo>
                  <a:lnTo>
                    <a:pt x="367665" y="125387"/>
                  </a:lnTo>
                  <a:lnTo>
                    <a:pt x="369557" y="125387"/>
                  </a:lnTo>
                  <a:lnTo>
                    <a:pt x="369570" y="122428"/>
                  </a:lnTo>
                  <a:close/>
                </a:path>
                <a:path w="388620" h="395604">
                  <a:moveTo>
                    <a:pt x="388073" y="395236"/>
                  </a:moveTo>
                  <a:lnTo>
                    <a:pt x="386067" y="391274"/>
                  </a:lnTo>
                  <a:lnTo>
                    <a:pt x="385203" y="389559"/>
                  </a:lnTo>
                  <a:lnTo>
                    <a:pt x="383298" y="389559"/>
                  </a:lnTo>
                  <a:lnTo>
                    <a:pt x="382701" y="390728"/>
                  </a:lnTo>
                  <a:lnTo>
                    <a:pt x="380428" y="395236"/>
                  </a:lnTo>
                  <a:lnTo>
                    <a:pt x="388073" y="39523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4722698" y="7900840"/>
              <a:ext cx="200660" cy="206375"/>
            </a:xfrm>
            <a:custGeom>
              <a:avLst/>
              <a:gdLst/>
              <a:ahLst/>
              <a:cxnLst/>
              <a:rect l="l" t="t" r="r" b="b"/>
              <a:pathLst>
                <a:path w="200660" h="206375">
                  <a:moveTo>
                    <a:pt x="6794" y="153898"/>
                  </a:moveTo>
                  <a:lnTo>
                    <a:pt x="6705" y="153073"/>
                  </a:lnTo>
                  <a:lnTo>
                    <a:pt x="6591" y="152095"/>
                  </a:lnTo>
                  <a:lnTo>
                    <a:pt x="3568" y="150050"/>
                  </a:lnTo>
                  <a:lnTo>
                    <a:pt x="1511" y="151549"/>
                  </a:lnTo>
                  <a:lnTo>
                    <a:pt x="1930" y="152654"/>
                  </a:lnTo>
                  <a:lnTo>
                    <a:pt x="2057" y="152514"/>
                  </a:lnTo>
                  <a:lnTo>
                    <a:pt x="1968" y="152742"/>
                  </a:lnTo>
                  <a:lnTo>
                    <a:pt x="2095" y="153073"/>
                  </a:lnTo>
                  <a:lnTo>
                    <a:pt x="1930" y="152654"/>
                  </a:lnTo>
                  <a:lnTo>
                    <a:pt x="0" y="153682"/>
                  </a:lnTo>
                  <a:lnTo>
                    <a:pt x="762" y="156095"/>
                  </a:lnTo>
                  <a:lnTo>
                    <a:pt x="2819" y="156908"/>
                  </a:lnTo>
                  <a:lnTo>
                    <a:pt x="3238" y="156972"/>
                  </a:lnTo>
                  <a:lnTo>
                    <a:pt x="4584" y="156895"/>
                  </a:lnTo>
                  <a:lnTo>
                    <a:pt x="5511" y="156502"/>
                  </a:lnTo>
                  <a:lnTo>
                    <a:pt x="6794" y="153898"/>
                  </a:lnTo>
                  <a:close/>
                </a:path>
                <a:path w="200660" h="206375">
                  <a:moveTo>
                    <a:pt x="6794" y="17970"/>
                  </a:moveTo>
                  <a:lnTo>
                    <a:pt x="6286" y="17487"/>
                  </a:lnTo>
                  <a:lnTo>
                    <a:pt x="5969" y="17792"/>
                  </a:lnTo>
                  <a:lnTo>
                    <a:pt x="5791" y="17970"/>
                  </a:lnTo>
                  <a:lnTo>
                    <a:pt x="5600" y="18148"/>
                  </a:lnTo>
                  <a:lnTo>
                    <a:pt x="5422" y="18326"/>
                  </a:lnTo>
                  <a:lnTo>
                    <a:pt x="5105" y="18630"/>
                  </a:lnTo>
                  <a:lnTo>
                    <a:pt x="5588" y="19138"/>
                  </a:lnTo>
                  <a:lnTo>
                    <a:pt x="5930" y="18821"/>
                  </a:lnTo>
                  <a:lnTo>
                    <a:pt x="6464" y="18288"/>
                  </a:lnTo>
                  <a:lnTo>
                    <a:pt x="6794" y="17970"/>
                  </a:lnTo>
                  <a:close/>
                </a:path>
                <a:path w="200660" h="206375">
                  <a:moveTo>
                    <a:pt x="14274" y="161505"/>
                  </a:moveTo>
                  <a:lnTo>
                    <a:pt x="13830" y="161531"/>
                  </a:lnTo>
                  <a:lnTo>
                    <a:pt x="13106" y="161569"/>
                  </a:lnTo>
                  <a:lnTo>
                    <a:pt x="12738" y="161607"/>
                  </a:lnTo>
                  <a:lnTo>
                    <a:pt x="12382" y="161620"/>
                  </a:lnTo>
                  <a:lnTo>
                    <a:pt x="12382" y="162140"/>
                  </a:lnTo>
                  <a:lnTo>
                    <a:pt x="12738" y="162166"/>
                  </a:lnTo>
                  <a:lnTo>
                    <a:pt x="13106" y="162191"/>
                  </a:lnTo>
                  <a:lnTo>
                    <a:pt x="13830" y="162229"/>
                  </a:lnTo>
                  <a:lnTo>
                    <a:pt x="14274" y="162267"/>
                  </a:lnTo>
                  <a:lnTo>
                    <a:pt x="14274" y="161505"/>
                  </a:lnTo>
                  <a:close/>
                </a:path>
                <a:path w="200660" h="206375">
                  <a:moveTo>
                    <a:pt x="14935" y="98056"/>
                  </a:moveTo>
                  <a:lnTo>
                    <a:pt x="14757" y="97015"/>
                  </a:lnTo>
                  <a:lnTo>
                    <a:pt x="13741" y="96393"/>
                  </a:lnTo>
                  <a:lnTo>
                    <a:pt x="11671" y="95123"/>
                  </a:lnTo>
                  <a:lnTo>
                    <a:pt x="9829" y="98285"/>
                  </a:lnTo>
                  <a:lnTo>
                    <a:pt x="11455" y="99275"/>
                  </a:lnTo>
                  <a:lnTo>
                    <a:pt x="11722" y="99974"/>
                  </a:lnTo>
                  <a:lnTo>
                    <a:pt x="13728" y="100634"/>
                  </a:lnTo>
                  <a:lnTo>
                    <a:pt x="14452" y="99085"/>
                  </a:lnTo>
                  <a:lnTo>
                    <a:pt x="14503" y="98958"/>
                  </a:lnTo>
                  <a:lnTo>
                    <a:pt x="14935" y="98056"/>
                  </a:lnTo>
                  <a:close/>
                </a:path>
                <a:path w="200660" h="206375">
                  <a:moveTo>
                    <a:pt x="17119" y="65481"/>
                  </a:moveTo>
                  <a:lnTo>
                    <a:pt x="17056" y="64414"/>
                  </a:lnTo>
                  <a:lnTo>
                    <a:pt x="16827" y="64274"/>
                  </a:lnTo>
                  <a:lnTo>
                    <a:pt x="16776" y="63842"/>
                  </a:lnTo>
                  <a:lnTo>
                    <a:pt x="16560" y="62204"/>
                  </a:lnTo>
                  <a:lnTo>
                    <a:pt x="12496" y="65138"/>
                  </a:lnTo>
                  <a:lnTo>
                    <a:pt x="15900" y="67144"/>
                  </a:lnTo>
                  <a:lnTo>
                    <a:pt x="17018" y="66522"/>
                  </a:lnTo>
                  <a:lnTo>
                    <a:pt x="17119" y="65481"/>
                  </a:lnTo>
                  <a:close/>
                </a:path>
                <a:path w="200660" h="206375">
                  <a:moveTo>
                    <a:pt x="17818" y="199745"/>
                  </a:moveTo>
                  <a:lnTo>
                    <a:pt x="17640" y="198856"/>
                  </a:lnTo>
                  <a:lnTo>
                    <a:pt x="16764" y="194818"/>
                  </a:lnTo>
                  <a:lnTo>
                    <a:pt x="12280" y="199529"/>
                  </a:lnTo>
                  <a:lnTo>
                    <a:pt x="15595" y="200126"/>
                  </a:lnTo>
                  <a:lnTo>
                    <a:pt x="16040" y="200202"/>
                  </a:lnTo>
                  <a:lnTo>
                    <a:pt x="16256" y="200240"/>
                  </a:lnTo>
                  <a:lnTo>
                    <a:pt x="17106" y="200393"/>
                  </a:lnTo>
                  <a:lnTo>
                    <a:pt x="17818" y="199745"/>
                  </a:lnTo>
                  <a:close/>
                </a:path>
                <a:path w="200660" h="206375">
                  <a:moveTo>
                    <a:pt x="18402" y="120916"/>
                  </a:moveTo>
                  <a:lnTo>
                    <a:pt x="18211" y="120713"/>
                  </a:lnTo>
                  <a:lnTo>
                    <a:pt x="18084" y="120840"/>
                  </a:lnTo>
                  <a:lnTo>
                    <a:pt x="17907" y="121018"/>
                  </a:lnTo>
                  <a:lnTo>
                    <a:pt x="17716" y="121183"/>
                  </a:lnTo>
                  <a:lnTo>
                    <a:pt x="17411" y="121488"/>
                  </a:lnTo>
                  <a:lnTo>
                    <a:pt x="17614" y="121691"/>
                  </a:lnTo>
                  <a:lnTo>
                    <a:pt x="17919" y="121386"/>
                  </a:lnTo>
                  <a:lnTo>
                    <a:pt x="18097" y="121208"/>
                  </a:lnTo>
                  <a:lnTo>
                    <a:pt x="18402" y="120916"/>
                  </a:lnTo>
                  <a:close/>
                </a:path>
                <a:path w="200660" h="206375">
                  <a:moveTo>
                    <a:pt x="18630" y="107124"/>
                  </a:moveTo>
                  <a:lnTo>
                    <a:pt x="17881" y="103974"/>
                  </a:lnTo>
                  <a:lnTo>
                    <a:pt x="17195" y="101130"/>
                  </a:lnTo>
                  <a:lnTo>
                    <a:pt x="14808" y="101117"/>
                  </a:lnTo>
                  <a:lnTo>
                    <a:pt x="13385" y="107099"/>
                  </a:lnTo>
                  <a:lnTo>
                    <a:pt x="18630" y="107124"/>
                  </a:lnTo>
                  <a:close/>
                </a:path>
                <a:path w="200660" h="206375">
                  <a:moveTo>
                    <a:pt x="19723" y="170459"/>
                  </a:moveTo>
                  <a:lnTo>
                    <a:pt x="18821" y="170459"/>
                  </a:lnTo>
                  <a:lnTo>
                    <a:pt x="18821" y="171157"/>
                  </a:lnTo>
                  <a:lnTo>
                    <a:pt x="19265" y="171157"/>
                  </a:lnTo>
                  <a:lnTo>
                    <a:pt x="19723" y="171157"/>
                  </a:lnTo>
                  <a:lnTo>
                    <a:pt x="19723" y="170459"/>
                  </a:lnTo>
                  <a:close/>
                </a:path>
                <a:path w="200660" h="206375">
                  <a:moveTo>
                    <a:pt x="20878" y="13487"/>
                  </a:moveTo>
                  <a:lnTo>
                    <a:pt x="18846" y="9664"/>
                  </a:lnTo>
                  <a:lnTo>
                    <a:pt x="17894" y="7861"/>
                  </a:lnTo>
                  <a:lnTo>
                    <a:pt x="16281" y="7861"/>
                  </a:lnTo>
                  <a:lnTo>
                    <a:pt x="13296" y="13487"/>
                  </a:lnTo>
                  <a:lnTo>
                    <a:pt x="20878" y="13487"/>
                  </a:lnTo>
                  <a:close/>
                </a:path>
                <a:path w="200660" h="206375">
                  <a:moveTo>
                    <a:pt x="21336" y="3949"/>
                  </a:moveTo>
                  <a:lnTo>
                    <a:pt x="19685" y="0"/>
                  </a:lnTo>
                  <a:lnTo>
                    <a:pt x="17703" y="1828"/>
                  </a:lnTo>
                  <a:lnTo>
                    <a:pt x="15963" y="3441"/>
                  </a:lnTo>
                  <a:lnTo>
                    <a:pt x="16941" y="4648"/>
                  </a:lnTo>
                  <a:lnTo>
                    <a:pt x="21336" y="3949"/>
                  </a:lnTo>
                  <a:close/>
                </a:path>
                <a:path w="200660" h="206375">
                  <a:moveTo>
                    <a:pt x="21399" y="22593"/>
                  </a:moveTo>
                  <a:lnTo>
                    <a:pt x="17145" y="22593"/>
                  </a:lnTo>
                  <a:lnTo>
                    <a:pt x="18173" y="24980"/>
                  </a:lnTo>
                  <a:lnTo>
                    <a:pt x="18300" y="25273"/>
                  </a:lnTo>
                  <a:lnTo>
                    <a:pt x="18351" y="25400"/>
                  </a:lnTo>
                  <a:lnTo>
                    <a:pt x="18656" y="26098"/>
                  </a:lnTo>
                  <a:lnTo>
                    <a:pt x="19888" y="26098"/>
                  </a:lnTo>
                  <a:lnTo>
                    <a:pt x="21399" y="22593"/>
                  </a:lnTo>
                  <a:close/>
                </a:path>
                <a:path w="200660" h="206375">
                  <a:moveTo>
                    <a:pt x="21437" y="189458"/>
                  </a:moveTo>
                  <a:lnTo>
                    <a:pt x="21107" y="187655"/>
                  </a:lnTo>
                  <a:lnTo>
                    <a:pt x="21043" y="187388"/>
                  </a:lnTo>
                  <a:lnTo>
                    <a:pt x="20942" y="187134"/>
                  </a:lnTo>
                  <a:lnTo>
                    <a:pt x="20586" y="186016"/>
                  </a:lnTo>
                  <a:lnTo>
                    <a:pt x="20472" y="185648"/>
                  </a:lnTo>
                  <a:lnTo>
                    <a:pt x="18427" y="185331"/>
                  </a:lnTo>
                  <a:lnTo>
                    <a:pt x="17894" y="186220"/>
                  </a:lnTo>
                  <a:lnTo>
                    <a:pt x="14655" y="187604"/>
                  </a:lnTo>
                  <a:lnTo>
                    <a:pt x="16002" y="191033"/>
                  </a:lnTo>
                  <a:lnTo>
                    <a:pt x="20485" y="191122"/>
                  </a:lnTo>
                  <a:lnTo>
                    <a:pt x="21437" y="189458"/>
                  </a:lnTo>
                  <a:close/>
                </a:path>
                <a:path w="200660" h="206375">
                  <a:moveTo>
                    <a:pt x="22504" y="41211"/>
                  </a:moveTo>
                  <a:lnTo>
                    <a:pt x="22491" y="40614"/>
                  </a:lnTo>
                  <a:lnTo>
                    <a:pt x="22491" y="39395"/>
                  </a:lnTo>
                  <a:lnTo>
                    <a:pt x="22136" y="38963"/>
                  </a:lnTo>
                  <a:lnTo>
                    <a:pt x="19875" y="37680"/>
                  </a:lnTo>
                  <a:lnTo>
                    <a:pt x="18376" y="39065"/>
                  </a:lnTo>
                  <a:lnTo>
                    <a:pt x="19151" y="40271"/>
                  </a:lnTo>
                  <a:lnTo>
                    <a:pt x="19773" y="41313"/>
                  </a:lnTo>
                  <a:lnTo>
                    <a:pt x="20193" y="41694"/>
                  </a:lnTo>
                  <a:lnTo>
                    <a:pt x="21437" y="41681"/>
                  </a:lnTo>
                  <a:lnTo>
                    <a:pt x="22009" y="41656"/>
                  </a:lnTo>
                  <a:lnTo>
                    <a:pt x="22504" y="41211"/>
                  </a:lnTo>
                  <a:close/>
                </a:path>
                <a:path w="200660" h="206375">
                  <a:moveTo>
                    <a:pt x="26085" y="8902"/>
                  </a:moveTo>
                  <a:lnTo>
                    <a:pt x="25501" y="8902"/>
                  </a:lnTo>
                  <a:lnTo>
                    <a:pt x="25501" y="9347"/>
                  </a:lnTo>
                  <a:lnTo>
                    <a:pt x="25793" y="9347"/>
                  </a:lnTo>
                  <a:lnTo>
                    <a:pt x="26085" y="9347"/>
                  </a:lnTo>
                  <a:lnTo>
                    <a:pt x="26085" y="8902"/>
                  </a:lnTo>
                  <a:close/>
                </a:path>
                <a:path w="200660" h="206375">
                  <a:moveTo>
                    <a:pt x="30556" y="204000"/>
                  </a:moveTo>
                  <a:lnTo>
                    <a:pt x="30530" y="203238"/>
                  </a:lnTo>
                  <a:lnTo>
                    <a:pt x="30200" y="202285"/>
                  </a:lnTo>
                  <a:lnTo>
                    <a:pt x="30048" y="202234"/>
                  </a:lnTo>
                  <a:lnTo>
                    <a:pt x="30403" y="203187"/>
                  </a:lnTo>
                  <a:lnTo>
                    <a:pt x="30378" y="204050"/>
                  </a:lnTo>
                  <a:lnTo>
                    <a:pt x="30010" y="204889"/>
                  </a:lnTo>
                  <a:lnTo>
                    <a:pt x="29959" y="205054"/>
                  </a:lnTo>
                  <a:lnTo>
                    <a:pt x="30226" y="205143"/>
                  </a:lnTo>
                  <a:lnTo>
                    <a:pt x="30276" y="204965"/>
                  </a:lnTo>
                  <a:lnTo>
                    <a:pt x="30556" y="204000"/>
                  </a:lnTo>
                  <a:close/>
                </a:path>
                <a:path w="200660" h="206375">
                  <a:moveTo>
                    <a:pt x="30861" y="53606"/>
                  </a:moveTo>
                  <a:lnTo>
                    <a:pt x="30505" y="53606"/>
                  </a:lnTo>
                  <a:lnTo>
                    <a:pt x="30505" y="53886"/>
                  </a:lnTo>
                  <a:lnTo>
                    <a:pt x="30683" y="53886"/>
                  </a:lnTo>
                  <a:lnTo>
                    <a:pt x="30861" y="53886"/>
                  </a:lnTo>
                  <a:lnTo>
                    <a:pt x="30861" y="53606"/>
                  </a:lnTo>
                  <a:close/>
                </a:path>
                <a:path w="200660" h="206375">
                  <a:moveTo>
                    <a:pt x="31407" y="110578"/>
                  </a:moveTo>
                  <a:lnTo>
                    <a:pt x="31000" y="109550"/>
                  </a:lnTo>
                  <a:lnTo>
                    <a:pt x="30657" y="108724"/>
                  </a:lnTo>
                  <a:lnTo>
                    <a:pt x="30378" y="108254"/>
                  </a:lnTo>
                  <a:lnTo>
                    <a:pt x="28155" y="105867"/>
                  </a:lnTo>
                  <a:lnTo>
                    <a:pt x="25412" y="108661"/>
                  </a:lnTo>
                  <a:lnTo>
                    <a:pt x="27190" y="110185"/>
                  </a:lnTo>
                  <a:lnTo>
                    <a:pt x="27876" y="110769"/>
                  </a:lnTo>
                  <a:lnTo>
                    <a:pt x="28346" y="111061"/>
                  </a:lnTo>
                  <a:lnTo>
                    <a:pt x="30175" y="111721"/>
                  </a:lnTo>
                  <a:lnTo>
                    <a:pt x="31407" y="110578"/>
                  </a:lnTo>
                  <a:close/>
                </a:path>
                <a:path w="200660" h="206375">
                  <a:moveTo>
                    <a:pt x="31788" y="79451"/>
                  </a:moveTo>
                  <a:lnTo>
                    <a:pt x="30429" y="77444"/>
                  </a:lnTo>
                  <a:lnTo>
                    <a:pt x="30937" y="75666"/>
                  </a:lnTo>
                  <a:lnTo>
                    <a:pt x="30086" y="75412"/>
                  </a:lnTo>
                  <a:lnTo>
                    <a:pt x="25349" y="74015"/>
                  </a:lnTo>
                  <a:lnTo>
                    <a:pt x="22301" y="78206"/>
                  </a:lnTo>
                  <a:lnTo>
                    <a:pt x="27546" y="82638"/>
                  </a:lnTo>
                  <a:lnTo>
                    <a:pt x="31635" y="79565"/>
                  </a:lnTo>
                  <a:lnTo>
                    <a:pt x="31788" y="79451"/>
                  </a:lnTo>
                  <a:close/>
                </a:path>
                <a:path w="200660" h="206375">
                  <a:moveTo>
                    <a:pt x="32207" y="127927"/>
                  </a:moveTo>
                  <a:lnTo>
                    <a:pt x="31115" y="123901"/>
                  </a:lnTo>
                  <a:lnTo>
                    <a:pt x="27444" y="125272"/>
                  </a:lnTo>
                  <a:lnTo>
                    <a:pt x="28549" y="127647"/>
                  </a:lnTo>
                  <a:lnTo>
                    <a:pt x="28346" y="127571"/>
                  </a:lnTo>
                  <a:lnTo>
                    <a:pt x="28282" y="127698"/>
                  </a:lnTo>
                  <a:lnTo>
                    <a:pt x="28359" y="128016"/>
                  </a:lnTo>
                  <a:lnTo>
                    <a:pt x="28244" y="128854"/>
                  </a:lnTo>
                  <a:lnTo>
                    <a:pt x="28702" y="129717"/>
                  </a:lnTo>
                  <a:lnTo>
                    <a:pt x="31521" y="129692"/>
                  </a:lnTo>
                  <a:lnTo>
                    <a:pt x="32207" y="127927"/>
                  </a:lnTo>
                  <a:close/>
                </a:path>
                <a:path w="200660" h="206375">
                  <a:moveTo>
                    <a:pt x="33578" y="23190"/>
                  </a:moveTo>
                  <a:lnTo>
                    <a:pt x="32512" y="20980"/>
                  </a:lnTo>
                  <a:lnTo>
                    <a:pt x="31140" y="18148"/>
                  </a:lnTo>
                  <a:lnTo>
                    <a:pt x="29578" y="18605"/>
                  </a:lnTo>
                  <a:lnTo>
                    <a:pt x="29679" y="20320"/>
                  </a:lnTo>
                  <a:lnTo>
                    <a:pt x="29756" y="21717"/>
                  </a:lnTo>
                  <a:lnTo>
                    <a:pt x="29895" y="24104"/>
                  </a:lnTo>
                  <a:lnTo>
                    <a:pt x="33578" y="23190"/>
                  </a:lnTo>
                  <a:close/>
                </a:path>
                <a:path w="200660" h="206375">
                  <a:moveTo>
                    <a:pt x="34925" y="13004"/>
                  </a:moveTo>
                  <a:lnTo>
                    <a:pt x="33388" y="13131"/>
                  </a:lnTo>
                  <a:lnTo>
                    <a:pt x="33058" y="13157"/>
                  </a:lnTo>
                  <a:lnTo>
                    <a:pt x="32880" y="13030"/>
                  </a:lnTo>
                  <a:lnTo>
                    <a:pt x="31788" y="12573"/>
                  </a:lnTo>
                  <a:lnTo>
                    <a:pt x="31267" y="13487"/>
                  </a:lnTo>
                  <a:lnTo>
                    <a:pt x="31508" y="15176"/>
                  </a:lnTo>
                  <a:lnTo>
                    <a:pt x="32359" y="15608"/>
                  </a:lnTo>
                  <a:lnTo>
                    <a:pt x="33388" y="15519"/>
                  </a:lnTo>
                  <a:lnTo>
                    <a:pt x="34912" y="15392"/>
                  </a:lnTo>
                  <a:lnTo>
                    <a:pt x="34925" y="13004"/>
                  </a:lnTo>
                  <a:close/>
                </a:path>
                <a:path w="200660" h="206375">
                  <a:moveTo>
                    <a:pt x="36309" y="153327"/>
                  </a:moveTo>
                  <a:lnTo>
                    <a:pt x="30518" y="153327"/>
                  </a:lnTo>
                  <a:lnTo>
                    <a:pt x="30505" y="157835"/>
                  </a:lnTo>
                  <a:lnTo>
                    <a:pt x="33413" y="157835"/>
                  </a:lnTo>
                  <a:lnTo>
                    <a:pt x="36296" y="157835"/>
                  </a:lnTo>
                  <a:lnTo>
                    <a:pt x="36309" y="153327"/>
                  </a:lnTo>
                  <a:close/>
                </a:path>
                <a:path w="200660" h="206375">
                  <a:moveTo>
                    <a:pt x="36753" y="27940"/>
                  </a:moveTo>
                  <a:lnTo>
                    <a:pt x="31140" y="27940"/>
                  </a:lnTo>
                  <a:lnTo>
                    <a:pt x="31140" y="32296"/>
                  </a:lnTo>
                  <a:lnTo>
                    <a:pt x="33947" y="32296"/>
                  </a:lnTo>
                  <a:lnTo>
                    <a:pt x="36753" y="32296"/>
                  </a:lnTo>
                  <a:lnTo>
                    <a:pt x="36753" y="27940"/>
                  </a:lnTo>
                  <a:close/>
                </a:path>
                <a:path w="200660" h="206375">
                  <a:moveTo>
                    <a:pt x="37134" y="184454"/>
                  </a:moveTo>
                  <a:lnTo>
                    <a:pt x="36626" y="183794"/>
                  </a:lnTo>
                  <a:lnTo>
                    <a:pt x="36601" y="184454"/>
                  </a:lnTo>
                  <a:lnTo>
                    <a:pt x="36588" y="183756"/>
                  </a:lnTo>
                  <a:lnTo>
                    <a:pt x="36652" y="182702"/>
                  </a:lnTo>
                  <a:lnTo>
                    <a:pt x="36664" y="182486"/>
                  </a:lnTo>
                  <a:lnTo>
                    <a:pt x="36576" y="183743"/>
                  </a:lnTo>
                  <a:lnTo>
                    <a:pt x="35674" y="183743"/>
                  </a:lnTo>
                  <a:lnTo>
                    <a:pt x="35610" y="184645"/>
                  </a:lnTo>
                  <a:lnTo>
                    <a:pt x="35471" y="183591"/>
                  </a:lnTo>
                  <a:lnTo>
                    <a:pt x="34632" y="182943"/>
                  </a:lnTo>
                  <a:lnTo>
                    <a:pt x="34798" y="182943"/>
                  </a:lnTo>
                  <a:lnTo>
                    <a:pt x="34671" y="182968"/>
                  </a:lnTo>
                  <a:lnTo>
                    <a:pt x="35471" y="183591"/>
                  </a:lnTo>
                  <a:lnTo>
                    <a:pt x="36461" y="183591"/>
                  </a:lnTo>
                  <a:lnTo>
                    <a:pt x="36576" y="183743"/>
                  </a:lnTo>
                  <a:lnTo>
                    <a:pt x="36576" y="182473"/>
                  </a:lnTo>
                  <a:lnTo>
                    <a:pt x="36068" y="182359"/>
                  </a:lnTo>
                  <a:lnTo>
                    <a:pt x="36068" y="183057"/>
                  </a:lnTo>
                  <a:lnTo>
                    <a:pt x="35864" y="182930"/>
                  </a:lnTo>
                  <a:lnTo>
                    <a:pt x="36068" y="183057"/>
                  </a:lnTo>
                  <a:lnTo>
                    <a:pt x="36068" y="182359"/>
                  </a:lnTo>
                  <a:lnTo>
                    <a:pt x="35090" y="182156"/>
                  </a:lnTo>
                  <a:lnTo>
                    <a:pt x="35090" y="182930"/>
                  </a:lnTo>
                  <a:lnTo>
                    <a:pt x="34912" y="183057"/>
                  </a:lnTo>
                  <a:lnTo>
                    <a:pt x="35064" y="182930"/>
                  </a:lnTo>
                  <a:lnTo>
                    <a:pt x="35090" y="182156"/>
                  </a:lnTo>
                  <a:lnTo>
                    <a:pt x="33070" y="181711"/>
                  </a:lnTo>
                  <a:lnTo>
                    <a:pt x="31178" y="184454"/>
                  </a:lnTo>
                  <a:lnTo>
                    <a:pt x="33921" y="186626"/>
                  </a:lnTo>
                  <a:lnTo>
                    <a:pt x="34734" y="186867"/>
                  </a:lnTo>
                  <a:lnTo>
                    <a:pt x="36601" y="185762"/>
                  </a:lnTo>
                  <a:lnTo>
                    <a:pt x="37084" y="184772"/>
                  </a:lnTo>
                  <a:lnTo>
                    <a:pt x="37134" y="184454"/>
                  </a:lnTo>
                  <a:close/>
                </a:path>
                <a:path w="200660" h="206375">
                  <a:moveTo>
                    <a:pt x="38049" y="174777"/>
                  </a:moveTo>
                  <a:lnTo>
                    <a:pt x="37465" y="174777"/>
                  </a:lnTo>
                  <a:lnTo>
                    <a:pt x="37465" y="175234"/>
                  </a:lnTo>
                  <a:lnTo>
                    <a:pt x="37757" y="175234"/>
                  </a:lnTo>
                  <a:lnTo>
                    <a:pt x="38049" y="175234"/>
                  </a:lnTo>
                  <a:lnTo>
                    <a:pt x="38049" y="174777"/>
                  </a:lnTo>
                  <a:close/>
                </a:path>
                <a:path w="200660" h="206375">
                  <a:moveTo>
                    <a:pt x="38950" y="62852"/>
                  </a:moveTo>
                  <a:lnTo>
                    <a:pt x="38468" y="61582"/>
                  </a:lnTo>
                  <a:lnTo>
                    <a:pt x="37515" y="61823"/>
                  </a:lnTo>
                  <a:lnTo>
                    <a:pt x="37249" y="61785"/>
                  </a:lnTo>
                  <a:lnTo>
                    <a:pt x="36957" y="61747"/>
                  </a:lnTo>
                  <a:lnTo>
                    <a:pt x="36690" y="61709"/>
                  </a:lnTo>
                  <a:lnTo>
                    <a:pt x="35242" y="60858"/>
                  </a:lnTo>
                  <a:lnTo>
                    <a:pt x="34239" y="63436"/>
                  </a:lnTo>
                  <a:lnTo>
                    <a:pt x="35814" y="63766"/>
                  </a:lnTo>
                  <a:lnTo>
                    <a:pt x="36741" y="63957"/>
                  </a:lnTo>
                  <a:lnTo>
                    <a:pt x="37363" y="63893"/>
                  </a:lnTo>
                  <a:lnTo>
                    <a:pt x="38163" y="63373"/>
                  </a:lnTo>
                  <a:lnTo>
                    <a:pt x="38950" y="62852"/>
                  </a:lnTo>
                  <a:close/>
                </a:path>
                <a:path w="200660" h="206375">
                  <a:moveTo>
                    <a:pt x="41554" y="43307"/>
                  </a:moveTo>
                  <a:lnTo>
                    <a:pt x="40398" y="42456"/>
                  </a:lnTo>
                  <a:lnTo>
                    <a:pt x="38506" y="41071"/>
                  </a:lnTo>
                  <a:lnTo>
                    <a:pt x="37909" y="42125"/>
                  </a:lnTo>
                  <a:lnTo>
                    <a:pt x="40030" y="44843"/>
                  </a:lnTo>
                  <a:lnTo>
                    <a:pt x="41554" y="43307"/>
                  </a:lnTo>
                  <a:close/>
                </a:path>
                <a:path w="200660" h="206375">
                  <a:moveTo>
                    <a:pt x="44551" y="19939"/>
                  </a:moveTo>
                  <a:lnTo>
                    <a:pt x="44018" y="19939"/>
                  </a:lnTo>
                  <a:lnTo>
                    <a:pt x="44018" y="20358"/>
                  </a:lnTo>
                  <a:lnTo>
                    <a:pt x="44284" y="20358"/>
                  </a:lnTo>
                  <a:lnTo>
                    <a:pt x="44551" y="20358"/>
                  </a:lnTo>
                  <a:lnTo>
                    <a:pt x="44551" y="19939"/>
                  </a:lnTo>
                  <a:close/>
                </a:path>
                <a:path w="200660" h="206375">
                  <a:moveTo>
                    <a:pt x="46202" y="116878"/>
                  </a:moveTo>
                  <a:lnTo>
                    <a:pt x="43713" y="114223"/>
                  </a:lnTo>
                  <a:lnTo>
                    <a:pt x="42646" y="116103"/>
                  </a:lnTo>
                  <a:lnTo>
                    <a:pt x="42519" y="116306"/>
                  </a:lnTo>
                  <a:lnTo>
                    <a:pt x="42405" y="116522"/>
                  </a:lnTo>
                  <a:lnTo>
                    <a:pt x="42278" y="116725"/>
                  </a:lnTo>
                  <a:lnTo>
                    <a:pt x="41744" y="117665"/>
                  </a:lnTo>
                  <a:lnTo>
                    <a:pt x="42811" y="118656"/>
                  </a:lnTo>
                  <a:lnTo>
                    <a:pt x="46202" y="116878"/>
                  </a:lnTo>
                  <a:close/>
                </a:path>
                <a:path w="200660" h="206375">
                  <a:moveTo>
                    <a:pt x="46405" y="151104"/>
                  </a:moveTo>
                  <a:lnTo>
                    <a:pt x="42494" y="155282"/>
                  </a:lnTo>
                  <a:lnTo>
                    <a:pt x="44132" y="155498"/>
                  </a:lnTo>
                  <a:lnTo>
                    <a:pt x="44780" y="154609"/>
                  </a:lnTo>
                  <a:lnTo>
                    <a:pt x="45275" y="153911"/>
                  </a:lnTo>
                  <a:lnTo>
                    <a:pt x="46405" y="151104"/>
                  </a:lnTo>
                  <a:close/>
                </a:path>
                <a:path w="200660" h="206375">
                  <a:moveTo>
                    <a:pt x="50647" y="98704"/>
                  </a:moveTo>
                  <a:lnTo>
                    <a:pt x="50609" y="98069"/>
                  </a:lnTo>
                  <a:lnTo>
                    <a:pt x="48514" y="94132"/>
                  </a:lnTo>
                  <a:lnTo>
                    <a:pt x="43802" y="97650"/>
                  </a:lnTo>
                  <a:lnTo>
                    <a:pt x="45567" y="99314"/>
                  </a:lnTo>
                  <a:lnTo>
                    <a:pt x="46901" y="100914"/>
                  </a:lnTo>
                  <a:lnTo>
                    <a:pt x="47231" y="101104"/>
                  </a:lnTo>
                  <a:lnTo>
                    <a:pt x="48768" y="101625"/>
                  </a:lnTo>
                  <a:lnTo>
                    <a:pt x="50304" y="100850"/>
                  </a:lnTo>
                  <a:lnTo>
                    <a:pt x="50647" y="98704"/>
                  </a:lnTo>
                  <a:close/>
                </a:path>
                <a:path w="200660" h="206375">
                  <a:moveTo>
                    <a:pt x="50698" y="136207"/>
                  </a:moveTo>
                  <a:lnTo>
                    <a:pt x="50673" y="131813"/>
                  </a:lnTo>
                  <a:lnTo>
                    <a:pt x="45135" y="133019"/>
                  </a:lnTo>
                  <a:lnTo>
                    <a:pt x="46443" y="135636"/>
                  </a:lnTo>
                  <a:lnTo>
                    <a:pt x="46278" y="137210"/>
                  </a:lnTo>
                  <a:lnTo>
                    <a:pt x="48221" y="138061"/>
                  </a:lnTo>
                  <a:lnTo>
                    <a:pt x="50279" y="136867"/>
                  </a:lnTo>
                  <a:lnTo>
                    <a:pt x="50698" y="136207"/>
                  </a:lnTo>
                  <a:close/>
                </a:path>
                <a:path w="200660" h="206375">
                  <a:moveTo>
                    <a:pt x="50812" y="53797"/>
                  </a:moveTo>
                  <a:lnTo>
                    <a:pt x="50266" y="53848"/>
                  </a:lnTo>
                  <a:lnTo>
                    <a:pt x="49542" y="53911"/>
                  </a:lnTo>
                  <a:lnTo>
                    <a:pt x="48094" y="54063"/>
                  </a:lnTo>
                  <a:lnTo>
                    <a:pt x="47815" y="54076"/>
                  </a:lnTo>
                  <a:lnTo>
                    <a:pt x="47815" y="54444"/>
                  </a:lnTo>
                  <a:lnTo>
                    <a:pt x="48094" y="54483"/>
                  </a:lnTo>
                  <a:lnTo>
                    <a:pt x="48818" y="54546"/>
                  </a:lnTo>
                  <a:lnTo>
                    <a:pt x="49542" y="54610"/>
                  </a:lnTo>
                  <a:lnTo>
                    <a:pt x="50812" y="54737"/>
                  </a:lnTo>
                  <a:lnTo>
                    <a:pt x="50812" y="53797"/>
                  </a:lnTo>
                  <a:close/>
                </a:path>
                <a:path w="200660" h="206375">
                  <a:moveTo>
                    <a:pt x="51422" y="51219"/>
                  </a:moveTo>
                  <a:lnTo>
                    <a:pt x="50927" y="49784"/>
                  </a:lnTo>
                  <a:lnTo>
                    <a:pt x="48526" y="49784"/>
                  </a:lnTo>
                  <a:lnTo>
                    <a:pt x="48031" y="51219"/>
                  </a:lnTo>
                  <a:lnTo>
                    <a:pt x="48780" y="52057"/>
                  </a:lnTo>
                  <a:lnTo>
                    <a:pt x="48945" y="52247"/>
                  </a:lnTo>
                  <a:lnTo>
                    <a:pt x="49364" y="52717"/>
                  </a:lnTo>
                  <a:lnTo>
                    <a:pt x="50076" y="52717"/>
                  </a:lnTo>
                  <a:lnTo>
                    <a:pt x="50419" y="52336"/>
                  </a:lnTo>
                  <a:lnTo>
                    <a:pt x="50584" y="52158"/>
                  </a:lnTo>
                  <a:lnTo>
                    <a:pt x="51422" y="51219"/>
                  </a:lnTo>
                  <a:close/>
                </a:path>
                <a:path w="200660" h="206375">
                  <a:moveTo>
                    <a:pt x="53441" y="28917"/>
                  </a:moveTo>
                  <a:lnTo>
                    <a:pt x="44932" y="28917"/>
                  </a:lnTo>
                  <a:lnTo>
                    <a:pt x="44919" y="35521"/>
                  </a:lnTo>
                  <a:lnTo>
                    <a:pt x="49174" y="35521"/>
                  </a:lnTo>
                  <a:lnTo>
                    <a:pt x="53428" y="35521"/>
                  </a:lnTo>
                  <a:lnTo>
                    <a:pt x="53441" y="28917"/>
                  </a:lnTo>
                  <a:close/>
                </a:path>
                <a:path w="200660" h="206375">
                  <a:moveTo>
                    <a:pt x="56159" y="70383"/>
                  </a:moveTo>
                  <a:lnTo>
                    <a:pt x="47650" y="70383"/>
                  </a:lnTo>
                  <a:lnTo>
                    <a:pt x="47637" y="77000"/>
                  </a:lnTo>
                  <a:lnTo>
                    <a:pt x="51904" y="77000"/>
                  </a:lnTo>
                  <a:lnTo>
                    <a:pt x="56146" y="77000"/>
                  </a:lnTo>
                  <a:lnTo>
                    <a:pt x="56159" y="70383"/>
                  </a:lnTo>
                  <a:close/>
                </a:path>
                <a:path w="200660" h="206375">
                  <a:moveTo>
                    <a:pt x="61785" y="204558"/>
                  </a:moveTo>
                  <a:lnTo>
                    <a:pt x="61379" y="201637"/>
                  </a:lnTo>
                  <a:lnTo>
                    <a:pt x="56553" y="201637"/>
                  </a:lnTo>
                  <a:lnTo>
                    <a:pt x="56159" y="204558"/>
                  </a:lnTo>
                  <a:lnTo>
                    <a:pt x="57835" y="205816"/>
                  </a:lnTo>
                  <a:lnTo>
                    <a:pt x="58508" y="206336"/>
                  </a:lnTo>
                  <a:lnTo>
                    <a:pt x="59423" y="206336"/>
                  </a:lnTo>
                  <a:lnTo>
                    <a:pt x="61785" y="204558"/>
                  </a:lnTo>
                  <a:close/>
                </a:path>
                <a:path w="200660" h="206375">
                  <a:moveTo>
                    <a:pt x="64160" y="179501"/>
                  </a:moveTo>
                  <a:lnTo>
                    <a:pt x="63563" y="179501"/>
                  </a:lnTo>
                  <a:lnTo>
                    <a:pt x="63563" y="179959"/>
                  </a:lnTo>
                  <a:lnTo>
                    <a:pt x="63868" y="179959"/>
                  </a:lnTo>
                  <a:lnTo>
                    <a:pt x="64160" y="179959"/>
                  </a:lnTo>
                  <a:lnTo>
                    <a:pt x="64160" y="179501"/>
                  </a:lnTo>
                  <a:close/>
                </a:path>
                <a:path w="200660" h="206375">
                  <a:moveTo>
                    <a:pt x="67335" y="103593"/>
                  </a:moveTo>
                  <a:lnTo>
                    <a:pt x="64782" y="98869"/>
                  </a:lnTo>
                  <a:lnTo>
                    <a:pt x="55829" y="102133"/>
                  </a:lnTo>
                  <a:lnTo>
                    <a:pt x="60591" y="109855"/>
                  </a:lnTo>
                  <a:lnTo>
                    <a:pt x="64731" y="106006"/>
                  </a:lnTo>
                  <a:lnTo>
                    <a:pt x="67335" y="103593"/>
                  </a:lnTo>
                  <a:close/>
                </a:path>
                <a:path w="200660" h="206375">
                  <a:moveTo>
                    <a:pt x="67970" y="61112"/>
                  </a:moveTo>
                  <a:lnTo>
                    <a:pt x="66065" y="59055"/>
                  </a:lnTo>
                  <a:lnTo>
                    <a:pt x="64643" y="60121"/>
                  </a:lnTo>
                  <a:lnTo>
                    <a:pt x="64300" y="60388"/>
                  </a:lnTo>
                  <a:lnTo>
                    <a:pt x="63855" y="60388"/>
                  </a:lnTo>
                  <a:lnTo>
                    <a:pt x="62255" y="60972"/>
                  </a:lnTo>
                  <a:lnTo>
                    <a:pt x="61937" y="62268"/>
                  </a:lnTo>
                  <a:lnTo>
                    <a:pt x="62738" y="63246"/>
                  </a:lnTo>
                  <a:lnTo>
                    <a:pt x="64084" y="64820"/>
                  </a:lnTo>
                  <a:lnTo>
                    <a:pt x="66065" y="64008"/>
                  </a:lnTo>
                  <a:lnTo>
                    <a:pt x="67056" y="62534"/>
                  </a:lnTo>
                  <a:lnTo>
                    <a:pt x="67970" y="61112"/>
                  </a:lnTo>
                  <a:close/>
                </a:path>
                <a:path w="200660" h="206375">
                  <a:moveTo>
                    <a:pt x="69634" y="43649"/>
                  </a:moveTo>
                  <a:lnTo>
                    <a:pt x="67551" y="41046"/>
                  </a:lnTo>
                  <a:lnTo>
                    <a:pt x="66560" y="40500"/>
                  </a:lnTo>
                  <a:lnTo>
                    <a:pt x="64046" y="39535"/>
                  </a:lnTo>
                  <a:lnTo>
                    <a:pt x="62661" y="41376"/>
                  </a:lnTo>
                  <a:lnTo>
                    <a:pt x="62966" y="41808"/>
                  </a:lnTo>
                  <a:lnTo>
                    <a:pt x="62204" y="43053"/>
                  </a:lnTo>
                  <a:lnTo>
                    <a:pt x="64084" y="45554"/>
                  </a:lnTo>
                  <a:lnTo>
                    <a:pt x="64998" y="46240"/>
                  </a:lnTo>
                  <a:lnTo>
                    <a:pt x="68884" y="46113"/>
                  </a:lnTo>
                  <a:lnTo>
                    <a:pt x="69634" y="43649"/>
                  </a:lnTo>
                  <a:close/>
                </a:path>
                <a:path w="200660" h="206375">
                  <a:moveTo>
                    <a:pt x="70815" y="170878"/>
                  </a:moveTo>
                  <a:lnTo>
                    <a:pt x="64554" y="162255"/>
                  </a:lnTo>
                  <a:lnTo>
                    <a:pt x="57962" y="169113"/>
                  </a:lnTo>
                  <a:lnTo>
                    <a:pt x="63030" y="172516"/>
                  </a:lnTo>
                  <a:lnTo>
                    <a:pt x="66598" y="174904"/>
                  </a:lnTo>
                  <a:lnTo>
                    <a:pt x="70815" y="170878"/>
                  </a:lnTo>
                  <a:close/>
                </a:path>
                <a:path w="200660" h="206375">
                  <a:moveTo>
                    <a:pt x="75387" y="139700"/>
                  </a:moveTo>
                  <a:lnTo>
                    <a:pt x="71120" y="138684"/>
                  </a:lnTo>
                  <a:lnTo>
                    <a:pt x="69989" y="138430"/>
                  </a:lnTo>
                  <a:lnTo>
                    <a:pt x="69151" y="138417"/>
                  </a:lnTo>
                  <a:lnTo>
                    <a:pt x="67195" y="139522"/>
                  </a:lnTo>
                  <a:lnTo>
                    <a:pt x="66954" y="140538"/>
                  </a:lnTo>
                  <a:lnTo>
                    <a:pt x="67233" y="142405"/>
                  </a:lnTo>
                  <a:lnTo>
                    <a:pt x="67652" y="142963"/>
                  </a:lnTo>
                  <a:lnTo>
                    <a:pt x="72250" y="146697"/>
                  </a:lnTo>
                  <a:lnTo>
                    <a:pt x="75387" y="139700"/>
                  </a:lnTo>
                  <a:close/>
                </a:path>
                <a:path w="200660" h="206375">
                  <a:moveTo>
                    <a:pt x="80251" y="181051"/>
                  </a:moveTo>
                  <a:lnTo>
                    <a:pt x="79159" y="178536"/>
                  </a:lnTo>
                  <a:lnTo>
                    <a:pt x="79032" y="178244"/>
                  </a:lnTo>
                  <a:lnTo>
                    <a:pt x="78981" y="178117"/>
                  </a:lnTo>
                  <a:lnTo>
                    <a:pt x="78651" y="177380"/>
                  </a:lnTo>
                  <a:lnTo>
                    <a:pt x="77355" y="177380"/>
                  </a:lnTo>
                  <a:lnTo>
                    <a:pt x="76962" y="178244"/>
                  </a:lnTo>
                  <a:lnTo>
                    <a:pt x="76911" y="178396"/>
                  </a:lnTo>
                  <a:lnTo>
                    <a:pt x="75755" y="181051"/>
                  </a:lnTo>
                  <a:lnTo>
                    <a:pt x="80251" y="181051"/>
                  </a:lnTo>
                  <a:close/>
                </a:path>
                <a:path w="200660" h="206375">
                  <a:moveTo>
                    <a:pt x="84277" y="188429"/>
                  </a:moveTo>
                  <a:lnTo>
                    <a:pt x="83985" y="188429"/>
                  </a:lnTo>
                  <a:lnTo>
                    <a:pt x="82600" y="188429"/>
                  </a:lnTo>
                  <a:lnTo>
                    <a:pt x="82600" y="188887"/>
                  </a:lnTo>
                  <a:lnTo>
                    <a:pt x="84277" y="188887"/>
                  </a:lnTo>
                  <a:lnTo>
                    <a:pt x="84277" y="188429"/>
                  </a:lnTo>
                  <a:close/>
                </a:path>
                <a:path w="200660" h="206375">
                  <a:moveTo>
                    <a:pt x="85801" y="58191"/>
                  </a:moveTo>
                  <a:lnTo>
                    <a:pt x="83146" y="55537"/>
                  </a:lnTo>
                  <a:lnTo>
                    <a:pt x="80568" y="56489"/>
                  </a:lnTo>
                  <a:lnTo>
                    <a:pt x="80645" y="58470"/>
                  </a:lnTo>
                  <a:lnTo>
                    <a:pt x="80695" y="59956"/>
                  </a:lnTo>
                  <a:lnTo>
                    <a:pt x="81407" y="60617"/>
                  </a:lnTo>
                  <a:lnTo>
                    <a:pt x="82537" y="60693"/>
                  </a:lnTo>
                  <a:lnTo>
                    <a:pt x="82715" y="60706"/>
                  </a:lnTo>
                  <a:lnTo>
                    <a:pt x="84899" y="60858"/>
                  </a:lnTo>
                  <a:lnTo>
                    <a:pt x="85801" y="58191"/>
                  </a:lnTo>
                  <a:close/>
                </a:path>
                <a:path w="200660" h="206375">
                  <a:moveTo>
                    <a:pt x="88239" y="126453"/>
                  </a:moveTo>
                  <a:lnTo>
                    <a:pt x="80822" y="126453"/>
                  </a:lnTo>
                  <a:lnTo>
                    <a:pt x="80810" y="132219"/>
                  </a:lnTo>
                  <a:lnTo>
                    <a:pt x="84531" y="132219"/>
                  </a:lnTo>
                  <a:lnTo>
                    <a:pt x="88239" y="132219"/>
                  </a:lnTo>
                  <a:lnTo>
                    <a:pt x="88239" y="126453"/>
                  </a:lnTo>
                  <a:close/>
                </a:path>
                <a:path w="200660" h="206375">
                  <a:moveTo>
                    <a:pt x="94399" y="94411"/>
                  </a:moveTo>
                  <a:lnTo>
                    <a:pt x="92900" y="91744"/>
                  </a:lnTo>
                  <a:lnTo>
                    <a:pt x="90525" y="91884"/>
                  </a:lnTo>
                  <a:lnTo>
                    <a:pt x="89446" y="91948"/>
                  </a:lnTo>
                  <a:lnTo>
                    <a:pt x="88658" y="92113"/>
                  </a:lnTo>
                  <a:lnTo>
                    <a:pt x="86487" y="93167"/>
                  </a:lnTo>
                  <a:lnTo>
                    <a:pt x="86271" y="94780"/>
                  </a:lnTo>
                  <a:lnTo>
                    <a:pt x="86829" y="95859"/>
                  </a:lnTo>
                  <a:lnTo>
                    <a:pt x="87210" y="96583"/>
                  </a:lnTo>
                  <a:lnTo>
                    <a:pt x="87553" y="96989"/>
                  </a:lnTo>
                  <a:lnTo>
                    <a:pt x="89941" y="98983"/>
                  </a:lnTo>
                  <a:lnTo>
                    <a:pt x="92583" y="98717"/>
                  </a:lnTo>
                  <a:lnTo>
                    <a:pt x="94399" y="94411"/>
                  </a:lnTo>
                  <a:close/>
                </a:path>
                <a:path w="200660" h="206375">
                  <a:moveTo>
                    <a:pt x="101384" y="86499"/>
                  </a:moveTo>
                  <a:lnTo>
                    <a:pt x="99212" y="86499"/>
                  </a:lnTo>
                  <a:lnTo>
                    <a:pt x="99212" y="88188"/>
                  </a:lnTo>
                  <a:lnTo>
                    <a:pt x="100304" y="88188"/>
                  </a:lnTo>
                  <a:lnTo>
                    <a:pt x="101384" y="88188"/>
                  </a:lnTo>
                  <a:lnTo>
                    <a:pt x="101384" y="86499"/>
                  </a:lnTo>
                  <a:close/>
                </a:path>
                <a:path w="200660" h="206375">
                  <a:moveTo>
                    <a:pt x="106184" y="68402"/>
                  </a:moveTo>
                  <a:lnTo>
                    <a:pt x="102019" y="68402"/>
                  </a:lnTo>
                  <a:lnTo>
                    <a:pt x="102019" y="71628"/>
                  </a:lnTo>
                  <a:lnTo>
                    <a:pt x="104101" y="71628"/>
                  </a:lnTo>
                  <a:lnTo>
                    <a:pt x="106184" y="71628"/>
                  </a:lnTo>
                  <a:lnTo>
                    <a:pt x="106184" y="68402"/>
                  </a:lnTo>
                  <a:close/>
                </a:path>
                <a:path w="200660" h="206375">
                  <a:moveTo>
                    <a:pt x="109093" y="196240"/>
                  </a:moveTo>
                  <a:lnTo>
                    <a:pt x="100215" y="196240"/>
                  </a:lnTo>
                  <a:lnTo>
                    <a:pt x="100215" y="203123"/>
                  </a:lnTo>
                  <a:lnTo>
                    <a:pt x="104648" y="203123"/>
                  </a:lnTo>
                  <a:lnTo>
                    <a:pt x="109080" y="203123"/>
                  </a:lnTo>
                  <a:lnTo>
                    <a:pt x="109093" y="196240"/>
                  </a:lnTo>
                  <a:close/>
                </a:path>
                <a:path w="200660" h="206375">
                  <a:moveTo>
                    <a:pt x="111137" y="132549"/>
                  </a:moveTo>
                  <a:lnTo>
                    <a:pt x="108775" y="131864"/>
                  </a:lnTo>
                  <a:lnTo>
                    <a:pt x="108140" y="131673"/>
                  </a:lnTo>
                  <a:lnTo>
                    <a:pt x="107543" y="131508"/>
                  </a:lnTo>
                  <a:lnTo>
                    <a:pt x="106895" y="132105"/>
                  </a:lnTo>
                  <a:lnTo>
                    <a:pt x="107175" y="132918"/>
                  </a:lnTo>
                  <a:lnTo>
                    <a:pt x="107238" y="133121"/>
                  </a:lnTo>
                  <a:lnTo>
                    <a:pt x="107302" y="133324"/>
                  </a:lnTo>
                  <a:lnTo>
                    <a:pt x="108115" y="135763"/>
                  </a:lnTo>
                  <a:lnTo>
                    <a:pt x="111137" y="132549"/>
                  </a:lnTo>
                  <a:close/>
                </a:path>
                <a:path w="200660" h="206375">
                  <a:moveTo>
                    <a:pt x="114795" y="98818"/>
                  </a:moveTo>
                  <a:lnTo>
                    <a:pt x="114604" y="98069"/>
                  </a:lnTo>
                  <a:lnTo>
                    <a:pt x="114287" y="96786"/>
                  </a:lnTo>
                  <a:lnTo>
                    <a:pt x="111201" y="94513"/>
                  </a:lnTo>
                  <a:lnTo>
                    <a:pt x="109829" y="94754"/>
                  </a:lnTo>
                  <a:lnTo>
                    <a:pt x="107353" y="95961"/>
                  </a:lnTo>
                  <a:lnTo>
                    <a:pt x="107149" y="96786"/>
                  </a:lnTo>
                  <a:lnTo>
                    <a:pt x="107111" y="98069"/>
                  </a:lnTo>
                  <a:lnTo>
                    <a:pt x="107251" y="98742"/>
                  </a:lnTo>
                  <a:lnTo>
                    <a:pt x="106019" y="102158"/>
                  </a:lnTo>
                  <a:lnTo>
                    <a:pt x="111887" y="104660"/>
                  </a:lnTo>
                  <a:lnTo>
                    <a:pt x="114249" y="99923"/>
                  </a:lnTo>
                  <a:lnTo>
                    <a:pt x="114795" y="98818"/>
                  </a:lnTo>
                  <a:close/>
                </a:path>
                <a:path w="200660" h="206375">
                  <a:moveTo>
                    <a:pt x="130124" y="188442"/>
                  </a:moveTo>
                  <a:lnTo>
                    <a:pt x="128003" y="186143"/>
                  </a:lnTo>
                  <a:lnTo>
                    <a:pt x="123710" y="186143"/>
                  </a:lnTo>
                  <a:lnTo>
                    <a:pt x="121589" y="188455"/>
                  </a:lnTo>
                  <a:lnTo>
                    <a:pt x="123812" y="194310"/>
                  </a:lnTo>
                  <a:lnTo>
                    <a:pt x="127901" y="194322"/>
                  </a:lnTo>
                  <a:lnTo>
                    <a:pt x="129108" y="191122"/>
                  </a:lnTo>
                  <a:lnTo>
                    <a:pt x="130124" y="188442"/>
                  </a:lnTo>
                  <a:close/>
                </a:path>
                <a:path w="200660" h="206375">
                  <a:moveTo>
                    <a:pt x="132575" y="142201"/>
                  </a:moveTo>
                  <a:lnTo>
                    <a:pt x="130517" y="140982"/>
                  </a:lnTo>
                  <a:lnTo>
                    <a:pt x="129781" y="140550"/>
                  </a:lnTo>
                  <a:lnTo>
                    <a:pt x="129222" y="140182"/>
                  </a:lnTo>
                  <a:lnTo>
                    <a:pt x="127177" y="139865"/>
                  </a:lnTo>
                  <a:lnTo>
                    <a:pt x="125996" y="141020"/>
                  </a:lnTo>
                  <a:lnTo>
                    <a:pt x="126707" y="142227"/>
                  </a:lnTo>
                  <a:lnTo>
                    <a:pt x="127228" y="143078"/>
                  </a:lnTo>
                  <a:lnTo>
                    <a:pt x="127876" y="143535"/>
                  </a:lnTo>
                  <a:lnTo>
                    <a:pt x="130517" y="145529"/>
                  </a:lnTo>
                  <a:lnTo>
                    <a:pt x="132575" y="142201"/>
                  </a:lnTo>
                  <a:close/>
                </a:path>
                <a:path w="200660" h="206375">
                  <a:moveTo>
                    <a:pt x="136144" y="111328"/>
                  </a:moveTo>
                  <a:lnTo>
                    <a:pt x="135801" y="110210"/>
                  </a:lnTo>
                  <a:lnTo>
                    <a:pt x="135280" y="108496"/>
                  </a:lnTo>
                  <a:lnTo>
                    <a:pt x="134772" y="106845"/>
                  </a:lnTo>
                  <a:lnTo>
                    <a:pt x="133096" y="106781"/>
                  </a:lnTo>
                  <a:lnTo>
                    <a:pt x="133096" y="114109"/>
                  </a:lnTo>
                  <a:lnTo>
                    <a:pt x="133096" y="106781"/>
                  </a:lnTo>
                  <a:lnTo>
                    <a:pt x="130644" y="106680"/>
                  </a:lnTo>
                  <a:lnTo>
                    <a:pt x="126339" y="112585"/>
                  </a:lnTo>
                  <a:lnTo>
                    <a:pt x="132016" y="116065"/>
                  </a:lnTo>
                  <a:lnTo>
                    <a:pt x="132918" y="114439"/>
                  </a:lnTo>
                  <a:lnTo>
                    <a:pt x="133096" y="114503"/>
                  </a:lnTo>
                  <a:lnTo>
                    <a:pt x="134175" y="114071"/>
                  </a:lnTo>
                  <a:lnTo>
                    <a:pt x="135788" y="112585"/>
                  </a:lnTo>
                  <a:lnTo>
                    <a:pt x="135877" y="112382"/>
                  </a:lnTo>
                  <a:lnTo>
                    <a:pt x="136144" y="111328"/>
                  </a:lnTo>
                  <a:close/>
                </a:path>
                <a:path w="200660" h="206375">
                  <a:moveTo>
                    <a:pt x="148361" y="167360"/>
                  </a:moveTo>
                  <a:lnTo>
                    <a:pt x="147853" y="166598"/>
                  </a:lnTo>
                  <a:lnTo>
                    <a:pt x="145821" y="162966"/>
                  </a:lnTo>
                  <a:lnTo>
                    <a:pt x="141909" y="165684"/>
                  </a:lnTo>
                  <a:lnTo>
                    <a:pt x="143852" y="168008"/>
                  </a:lnTo>
                  <a:lnTo>
                    <a:pt x="143510" y="168148"/>
                  </a:lnTo>
                  <a:lnTo>
                    <a:pt x="143179" y="168287"/>
                  </a:lnTo>
                  <a:lnTo>
                    <a:pt x="143014" y="168351"/>
                  </a:lnTo>
                  <a:lnTo>
                    <a:pt x="142151" y="168719"/>
                  </a:lnTo>
                  <a:lnTo>
                    <a:pt x="142151" y="169748"/>
                  </a:lnTo>
                  <a:lnTo>
                    <a:pt x="143014" y="170116"/>
                  </a:lnTo>
                  <a:lnTo>
                    <a:pt x="143179" y="170180"/>
                  </a:lnTo>
                  <a:lnTo>
                    <a:pt x="143344" y="170256"/>
                  </a:lnTo>
                  <a:lnTo>
                    <a:pt x="143510" y="170319"/>
                  </a:lnTo>
                  <a:lnTo>
                    <a:pt x="145300" y="171069"/>
                  </a:lnTo>
                  <a:lnTo>
                    <a:pt x="145300" y="169621"/>
                  </a:lnTo>
                  <a:lnTo>
                    <a:pt x="147193" y="169684"/>
                  </a:lnTo>
                  <a:lnTo>
                    <a:pt x="147751" y="169176"/>
                  </a:lnTo>
                  <a:lnTo>
                    <a:pt x="148361" y="167360"/>
                  </a:lnTo>
                  <a:close/>
                </a:path>
                <a:path w="200660" h="206375">
                  <a:moveTo>
                    <a:pt x="162991" y="148336"/>
                  </a:moveTo>
                  <a:lnTo>
                    <a:pt x="158673" y="151612"/>
                  </a:lnTo>
                  <a:lnTo>
                    <a:pt x="160350" y="151980"/>
                  </a:lnTo>
                  <a:lnTo>
                    <a:pt x="161594" y="150876"/>
                  </a:lnTo>
                  <a:lnTo>
                    <a:pt x="161759" y="150660"/>
                  </a:lnTo>
                  <a:lnTo>
                    <a:pt x="162991" y="148336"/>
                  </a:lnTo>
                  <a:close/>
                </a:path>
                <a:path w="200660" h="206375">
                  <a:moveTo>
                    <a:pt x="166192" y="135661"/>
                  </a:moveTo>
                  <a:lnTo>
                    <a:pt x="159486" y="135661"/>
                  </a:lnTo>
                  <a:lnTo>
                    <a:pt x="159486" y="140855"/>
                  </a:lnTo>
                  <a:lnTo>
                    <a:pt x="162839" y="140855"/>
                  </a:lnTo>
                  <a:lnTo>
                    <a:pt x="166192" y="140855"/>
                  </a:lnTo>
                  <a:lnTo>
                    <a:pt x="166192" y="135661"/>
                  </a:lnTo>
                  <a:close/>
                </a:path>
                <a:path w="200660" h="206375">
                  <a:moveTo>
                    <a:pt x="166395" y="167843"/>
                  </a:moveTo>
                  <a:lnTo>
                    <a:pt x="164642" y="165925"/>
                  </a:lnTo>
                  <a:lnTo>
                    <a:pt x="162699" y="166395"/>
                  </a:lnTo>
                  <a:lnTo>
                    <a:pt x="162115" y="166535"/>
                  </a:lnTo>
                  <a:lnTo>
                    <a:pt x="161823" y="166598"/>
                  </a:lnTo>
                  <a:lnTo>
                    <a:pt x="160667" y="166890"/>
                  </a:lnTo>
                  <a:lnTo>
                    <a:pt x="160388" y="168135"/>
                  </a:lnTo>
                  <a:lnTo>
                    <a:pt x="161086" y="169697"/>
                  </a:lnTo>
                  <a:lnTo>
                    <a:pt x="161239" y="170002"/>
                  </a:lnTo>
                  <a:lnTo>
                    <a:pt x="162077" y="171894"/>
                  </a:lnTo>
                  <a:lnTo>
                    <a:pt x="164896" y="171373"/>
                  </a:lnTo>
                  <a:lnTo>
                    <a:pt x="166395" y="167843"/>
                  </a:lnTo>
                  <a:close/>
                </a:path>
                <a:path w="200660" h="206375">
                  <a:moveTo>
                    <a:pt x="170751" y="162712"/>
                  </a:moveTo>
                  <a:lnTo>
                    <a:pt x="170167" y="162712"/>
                  </a:lnTo>
                  <a:lnTo>
                    <a:pt x="170167" y="163156"/>
                  </a:lnTo>
                  <a:lnTo>
                    <a:pt x="170459" y="163156"/>
                  </a:lnTo>
                  <a:lnTo>
                    <a:pt x="170751" y="163156"/>
                  </a:lnTo>
                  <a:lnTo>
                    <a:pt x="170751" y="162712"/>
                  </a:lnTo>
                  <a:close/>
                </a:path>
                <a:path w="200660" h="206375">
                  <a:moveTo>
                    <a:pt x="172440" y="181216"/>
                  </a:moveTo>
                  <a:lnTo>
                    <a:pt x="164122" y="181216"/>
                  </a:lnTo>
                  <a:lnTo>
                    <a:pt x="164109" y="187693"/>
                  </a:lnTo>
                  <a:lnTo>
                    <a:pt x="168275" y="187693"/>
                  </a:lnTo>
                  <a:lnTo>
                    <a:pt x="172440" y="187693"/>
                  </a:lnTo>
                  <a:lnTo>
                    <a:pt x="172440" y="181216"/>
                  </a:lnTo>
                  <a:close/>
                </a:path>
                <a:path w="200660" h="206375">
                  <a:moveTo>
                    <a:pt x="173863" y="68948"/>
                  </a:moveTo>
                  <a:lnTo>
                    <a:pt x="170154" y="67830"/>
                  </a:lnTo>
                  <a:lnTo>
                    <a:pt x="170141" y="71501"/>
                  </a:lnTo>
                  <a:lnTo>
                    <a:pt x="172186" y="70891"/>
                  </a:lnTo>
                  <a:lnTo>
                    <a:pt x="173863" y="70383"/>
                  </a:lnTo>
                  <a:lnTo>
                    <a:pt x="173863" y="68948"/>
                  </a:lnTo>
                  <a:close/>
                </a:path>
                <a:path w="200660" h="206375">
                  <a:moveTo>
                    <a:pt x="177177" y="28308"/>
                  </a:moveTo>
                  <a:lnTo>
                    <a:pt x="173710" y="24511"/>
                  </a:lnTo>
                  <a:lnTo>
                    <a:pt x="170865" y="27381"/>
                  </a:lnTo>
                  <a:lnTo>
                    <a:pt x="172681" y="29006"/>
                  </a:lnTo>
                  <a:lnTo>
                    <a:pt x="172618" y="29159"/>
                  </a:lnTo>
                  <a:lnTo>
                    <a:pt x="171373" y="29997"/>
                  </a:lnTo>
                  <a:lnTo>
                    <a:pt x="171767" y="31851"/>
                  </a:lnTo>
                  <a:lnTo>
                    <a:pt x="176377" y="32054"/>
                  </a:lnTo>
                  <a:lnTo>
                    <a:pt x="177177" y="28308"/>
                  </a:lnTo>
                  <a:close/>
                </a:path>
                <a:path w="200660" h="206375">
                  <a:moveTo>
                    <a:pt x="185178" y="157048"/>
                  </a:moveTo>
                  <a:lnTo>
                    <a:pt x="184734" y="156476"/>
                  </a:lnTo>
                  <a:lnTo>
                    <a:pt x="182854" y="154114"/>
                  </a:lnTo>
                  <a:lnTo>
                    <a:pt x="181952" y="152958"/>
                  </a:lnTo>
                  <a:lnTo>
                    <a:pt x="179857" y="153771"/>
                  </a:lnTo>
                  <a:lnTo>
                    <a:pt x="179857" y="159562"/>
                  </a:lnTo>
                  <a:lnTo>
                    <a:pt x="179793" y="159867"/>
                  </a:lnTo>
                  <a:lnTo>
                    <a:pt x="179730" y="159461"/>
                  </a:lnTo>
                  <a:lnTo>
                    <a:pt x="179793" y="157302"/>
                  </a:lnTo>
                  <a:lnTo>
                    <a:pt x="179793" y="156044"/>
                  </a:lnTo>
                  <a:lnTo>
                    <a:pt x="179857" y="159562"/>
                  </a:lnTo>
                  <a:lnTo>
                    <a:pt x="179857" y="153771"/>
                  </a:lnTo>
                  <a:lnTo>
                    <a:pt x="176898" y="154901"/>
                  </a:lnTo>
                  <a:lnTo>
                    <a:pt x="177596" y="156781"/>
                  </a:lnTo>
                  <a:lnTo>
                    <a:pt x="178473" y="160705"/>
                  </a:lnTo>
                  <a:lnTo>
                    <a:pt x="180644" y="160858"/>
                  </a:lnTo>
                  <a:lnTo>
                    <a:pt x="183108" y="160451"/>
                  </a:lnTo>
                  <a:lnTo>
                    <a:pt x="185115" y="160134"/>
                  </a:lnTo>
                  <a:lnTo>
                    <a:pt x="185127" y="159562"/>
                  </a:lnTo>
                  <a:lnTo>
                    <a:pt x="185178" y="157048"/>
                  </a:lnTo>
                  <a:close/>
                </a:path>
                <a:path w="200660" h="206375">
                  <a:moveTo>
                    <a:pt x="188442" y="176745"/>
                  </a:moveTo>
                  <a:lnTo>
                    <a:pt x="186880" y="174472"/>
                  </a:lnTo>
                  <a:lnTo>
                    <a:pt x="184594" y="174396"/>
                  </a:lnTo>
                  <a:lnTo>
                    <a:pt x="180962" y="174294"/>
                  </a:lnTo>
                  <a:lnTo>
                    <a:pt x="180124" y="177330"/>
                  </a:lnTo>
                  <a:lnTo>
                    <a:pt x="183807" y="181698"/>
                  </a:lnTo>
                  <a:lnTo>
                    <a:pt x="186728" y="180822"/>
                  </a:lnTo>
                  <a:lnTo>
                    <a:pt x="188442" y="176745"/>
                  </a:lnTo>
                  <a:close/>
                </a:path>
                <a:path w="200660" h="206375">
                  <a:moveTo>
                    <a:pt x="195643" y="48069"/>
                  </a:moveTo>
                  <a:lnTo>
                    <a:pt x="193586" y="45872"/>
                  </a:lnTo>
                  <a:lnTo>
                    <a:pt x="192697" y="47434"/>
                  </a:lnTo>
                  <a:lnTo>
                    <a:pt x="192532" y="47713"/>
                  </a:lnTo>
                  <a:lnTo>
                    <a:pt x="191808" y="48971"/>
                  </a:lnTo>
                  <a:lnTo>
                    <a:pt x="192595" y="49682"/>
                  </a:lnTo>
                  <a:lnTo>
                    <a:pt x="193268" y="49326"/>
                  </a:lnTo>
                  <a:lnTo>
                    <a:pt x="193560" y="49187"/>
                  </a:lnTo>
                  <a:lnTo>
                    <a:pt x="193840" y="49034"/>
                  </a:lnTo>
                  <a:lnTo>
                    <a:pt x="194132" y="48882"/>
                  </a:lnTo>
                  <a:lnTo>
                    <a:pt x="195643" y="48069"/>
                  </a:lnTo>
                  <a:close/>
                </a:path>
                <a:path w="200660" h="206375">
                  <a:moveTo>
                    <a:pt x="198564" y="70662"/>
                  </a:moveTo>
                  <a:lnTo>
                    <a:pt x="198272" y="70040"/>
                  </a:lnTo>
                  <a:lnTo>
                    <a:pt x="196977" y="66675"/>
                  </a:lnTo>
                  <a:lnTo>
                    <a:pt x="193192" y="67589"/>
                  </a:lnTo>
                  <a:lnTo>
                    <a:pt x="193979" y="70154"/>
                  </a:lnTo>
                  <a:lnTo>
                    <a:pt x="194335" y="71323"/>
                  </a:lnTo>
                  <a:lnTo>
                    <a:pt x="194551" y="72110"/>
                  </a:lnTo>
                  <a:lnTo>
                    <a:pt x="195427" y="72948"/>
                  </a:lnTo>
                  <a:lnTo>
                    <a:pt x="196621" y="74117"/>
                  </a:lnTo>
                  <a:lnTo>
                    <a:pt x="198234" y="73164"/>
                  </a:lnTo>
                  <a:lnTo>
                    <a:pt x="198564" y="70662"/>
                  </a:lnTo>
                  <a:close/>
                </a:path>
                <a:path w="200660" h="206375">
                  <a:moveTo>
                    <a:pt x="200228" y="191046"/>
                  </a:moveTo>
                  <a:lnTo>
                    <a:pt x="195224" y="190258"/>
                  </a:lnTo>
                  <a:lnTo>
                    <a:pt x="193687" y="190017"/>
                  </a:lnTo>
                  <a:lnTo>
                    <a:pt x="191897" y="190042"/>
                  </a:lnTo>
                  <a:lnTo>
                    <a:pt x="190195" y="193052"/>
                  </a:lnTo>
                  <a:lnTo>
                    <a:pt x="190893" y="194716"/>
                  </a:lnTo>
                  <a:lnTo>
                    <a:pt x="196354" y="199872"/>
                  </a:lnTo>
                  <a:lnTo>
                    <a:pt x="200228" y="19104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4727461" y="7742916"/>
              <a:ext cx="232410" cy="361315"/>
            </a:xfrm>
            <a:custGeom>
              <a:avLst/>
              <a:gdLst/>
              <a:ahLst/>
              <a:cxnLst/>
              <a:rect l="l" t="t" r="r" b="b"/>
              <a:pathLst>
                <a:path w="232410" h="361315">
                  <a:moveTo>
                    <a:pt x="6299" y="16471"/>
                  </a:moveTo>
                  <a:lnTo>
                    <a:pt x="5207" y="16471"/>
                  </a:lnTo>
                  <a:lnTo>
                    <a:pt x="5207" y="17310"/>
                  </a:lnTo>
                  <a:lnTo>
                    <a:pt x="5753" y="17310"/>
                  </a:lnTo>
                  <a:lnTo>
                    <a:pt x="6299" y="17310"/>
                  </a:lnTo>
                  <a:lnTo>
                    <a:pt x="6299" y="16471"/>
                  </a:lnTo>
                  <a:close/>
                </a:path>
                <a:path w="232410" h="361315">
                  <a:moveTo>
                    <a:pt x="9499" y="31267"/>
                  </a:moveTo>
                  <a:lnTo>
                    <a:pt x="6045" y="27889"/>
                  </a:lnTo>
                  <a:lnTo>
                    <a:pt x="2489" y="29324"/>
                  </a:lnTo>
                  <a:lnTo>
                    <a:pt x="2489" y="35026"/>
                  </a:lnTo>
                  <a:lnTo>
                    <a:pt x="6045" y="36474"/>
                  </a:lnTo>
                  <a:lnTo>
                    <a:pt x="8064" y="34493"/>
                  </a:lnTo>
                  <a:lnTo>
                    <a:pt x="9499" y="33083"/>
                  </a:lnTo>
                  <a:lnTo>
                    <a:pt x="9499" y="31267"/>
                  </a:lnTo>
                  <a:close/>
                </a:path>
                <a:path w="232410" h="361315">
                  <a:moveTo>
                    <a:pt x="12928" y="86601"/>
                  </a:moveTo>
                  <a:lnTo>
                    <a:pt x="12700" y="85064"/>
                  </a:lnTo>
                  <a:lnTo>
                    <a:pt x="12636" y="84582"/>
                  </a:lnTo>
                  <a:lnTo>
                    <a:pt x="12598" y="84353"/>
                  </a:lnTo>
                  <a:lnTo>
                    <a:pt x="12484" y="83553"/>
                  </a:lnTo>
                  <a:lnTo>
                    <a:pt x="11087" y="83553"/>
                  </a:lnTo>
                  <a:lnTo>
                    <a:pt x="10947" y="84582"/>
                  </a:lnTo>
                  <a:lnTo>
                    <a:pt x="10896" y="84823"/>
                  </a:lnTo>
                  <a:lnTo>
                    <a:pt x="10655" y="86588"/>
                  </a:lnTo>
                  <a:lnTo>
                    <a:pt x="12928" y="86601"/>
                  </a:lnTo>
                  <a:close/>
                </a:path>
                <a:path w="232410" h="361315">
                  <a:moveTo>
                    <a:pt x="13792" y="59055"/>
                  </a:moveTo>
                  <a:lnTo>
                    <a:pt x="12915" y="57137"/>
                  </a:lnTo>
                  <a:lnTo>
                    <a:pt x="11988" y="55118"/>
                  </a:lnTo>
                  <a:lnTo>
                    <a:pt x="7099" y="49657"/>
                  </a:lnTo>
                  <a:lnTo>
                    <a:pt x="4127" y="52285"/>
                  </a:lnTo>
                  <a:lnTo>
                    <a:pt x="4775" y="57099"/>
                  </a:lnTo>
                  <a:lnTo>
                    <a:pt x="5194" y="58940"/>
                  </a:lnTo>
                  <a:lnTo>
                    <a:pt x="7061" y="62979"/>
                  </a:lnTo>
                  <a:lnTo>
                    <a:pt x="9817" y="63461"/>
                  </a:lnTo>
                  <a:lnTo>
                    <a:pt x="13474" y="61315"/>
                  </a:lnTo>
                  <a:lnTo>
                    <a:pt x="13792" y="59055"/>
                  </a:lnTo>
                  <a:close/>
                </a:path>
                <a:path w="232410" h="361315">
                  <a:moveTo>
                    <a:pt x="14058" y="8153"/>
                  </a:moveTo>
                  <a:lnTo>
                    <a:pt x="11290" y="1587"/>
                  </a:lnTo>
                  <a:lnTo>
                    <a:pt x="7277" y="0"/>
                  </a:lnTo>
                  <a:lnTo>
                    <a:pt x="1117" y="3886"/>
                  </a:lnTo>
                  <a:lnTo>
                    <a:pt x="0" y="6921"/>
                  </a:lnTo>
                  <a:lnTo>
                    <a:pt x="2273" y="12077"/>
                  </a:lnTo>
                  <a:lnTo>
                    <a:pt x="5257" y="13931"/>
                  </a:lnTo>
                  <a:lnTo>
                    <a:pt x="8013" y="12954"/>
                  </a:lnTo>
                  <a:lnTo>
                    <a:pt x="12115" y="11493"/>
                  </a:lnTo>
                  <a:lnTo>
                    <a:pt x="14058" y="8153"/>
                  </a:lnTo>
                  <a:close/>
                </a:path>
                <a:path w="232410" h="361315">
                  <a:moveTo>
                    <a:pt x="14274" y="125780"/>
                  </a:moveTo>
                  <a:lnTo>
                    <a:pt x="13830" y="125780"/>
                  </a:lnTo>
                  <a:lnTo>
                    <a:pt x="13830" y="127088"/>
                  </a:lnTo>
                  <a:lnTo>
                    <a:pt x="14274" y="127088"/>
                  </a:lnTo>
                  <a:lnTo>
                    <a:pt x="14274" y="126796"/>
                  </a:lnTo>
                  <a:lnTo>
                    <a:pt x="14274" y="125780"/>
                  </a:lnTo>
                  <a:close/>
                </a:path>
                <a:path w="232410" h="361315">
                  <a:moveTo>
                    <a:pt x="21971" y="105143"/>
                  </a:moveTo>
                  <a:lnTo>
                    <a:pt x="19697" y="105130"/>
                  </a:lnTo>
                  <a:lnTo>
                    <a:pt x="19926" y="106667"/>
                  </a:lnTo>
                  <a:lnTo>
                    <a:pt x="19989" y="107137"/>
                  </a:lnTo>
                  <a:lnTo>
                    <a:pt x="20027" y="107365"/>
                  </a:lnTo>
                  <a:lnTo>
                    <a:pt x="20142" y="108178"/>
                  </a:lnTo>
                  <a:lnTo>
                    <a:pt x="21539" y="108178"/>
                  </a:lnTo>
                  <a:lnTo>
                    <a:pt x="21678" y="107137"/>
                  </a:lnTo>
                  <a:lnTo>
                    <a:pt x="21717" y="106895"/>
                  </a:lnTo>
                  <a:lnTo>
                    <a:pt x="21971" y="105143"/>
                  </a:lnTo>
                  <a:close/>
                </a:path>
                <a:path w="232410" h="361315">
                  <a:moveTo>
                    <a:pt x="22555" y="99809"/>
                  </a:moveTo>
                  <a:lnTo>
                    <a:pt x="18669" y="100355"/>
                  </a:lnTo>
                  <a:lnTo>
                    <a:pt x="18669" y="102285"/>
                  </a:lnTo>
                  <a:lnTo>
                    <a:pt x="19773" y="102438"/>
                  </a:lnTo>
                  <a:lnTo>
                    <a:pt x="20256" y="102501"/>
                  </a:lnTo>
                  <a:lnTo>
                    <a:pt x="20497" y="102539"/>
                  </a:lnTo>
                  <a:lnTo>
                    <a:pt x="22542" y="102831"/>
                  </a:lnTo>
                  <a:lnTo>
                    <a:pt x="22555" y="99809"/>
                  </a:lnTo>
                  <a:close/>
                </a:path>
                <a:path w="232410" h="361315">
                  <a:moveTo>
                    <a:pt x="23558" y="132372"/>
                  </a:moveTo>
                  <a:lnTo>
                    <a:pt x="21412" y="130543"/>
                  </a:lnTo>
                  <a:lnTo>
                    <a:pt x="20548" y="129806"/>
                  </a:lnTo>
                  <a:lnTo>
                    <a:pt x="19824" y="129222"/>
                  </a:lnTo>
                  <a:lnTo>
                    <a:pt x="17526" y="128790"/>
                  </a:lnTo>
                  <a:lnTo>
                    <a:pt x="15875" y="129120"/>
                  </a:lnTo>
                  <a:lnTo>
                    <a:pt x="14897" y="131394"/>
                  </a:lnTo>
                  <a:lnTo>
                    <a:pt x="14643" y="132168"/>
                  </a:lnTo>
                  <a:lnTo>
                    <a:pt x="15036" y="136004"/>
                  </a:lnTo>
                  <a:lnTo>
                    <a:pt x="17437" y="138023"/>
                  </a:lnTo>
                  <a:lnTo>
                    <a:pt x="22504" y="135890"/>
                  </a:lnTo>
                  <a:lnTo>
                    <a:pt x="23558" y="132372"/>
                  </a:lnTo>
                  <a:close/>
                </a:path>
                <a:path w="232410" h="361315">
                  <a:moveTo>
                    <a:pt x="24142" y="62522"/>
                  </a:moveTo>
                  <a:lnTo>
                    <a:pt x="23558" y="62522"/>
                  </a:lnTo>
                  <a:lnTo>
                    <a:pt x="23558" y="62966"/>
                  </a:lnTo>
                  <a:lnTo>
                    <a:pt x="23850" y="62966"/>
                  </a:lnTo>
                  <a:lnTo>
                    <a:pt x="24142" y="62966"/>
                  </a:lnTo>
                  <a:lnTo>
                    <a:pt x="24142" y="62522"/>
                  </a:lnTo>
                  <a:close/>
                </a:path>
                <a:path w="232410" h="361315">
                  <a:moveTo>
                    <a:pt x="27216" y="41859"/>
                  </a:moveTo>
                  <a:lnTo>
                    <a:pt x="27076" y="39903"/>
                  </a:lnTo>
                  <a:lnTo>
                    <a:pt x="26784" y="39395"/>
                  </a:lnTo>
                  <a:lnTo>
                    <a:pt x="24358" y="36322"/>
                  </a:lnTo>
                  <a:lnTo>
                    <a:pt x="20688" y="40043"/>
                  </a:lnTo>
                  <a:lnTo>
                    <a:pt x="23495" y="42100"/>
                  </a:lnTo>
                  <a:lnTo>
                    <a:pt x="24091" y="42545"/>
                  </a:lnTo>
                  <a:lnTo>
                    <a:pt x="24612" y="42684"/>
                  </a:lnTo>
                  <a:lnTo>
                    <a:pt x="26276" y="42735"/>
                  </a:lnTo>
                  <a:lnTo>
                    <a:pt x="27216" y="41859"/>
                  </a:lnTo>
                  <a:close/>
                </a:path>
                <a:path w="232410" h="361315">
                  <a:moveTo>
                    <a:pt x="28003" y="12420"/>
                  </a:moveTo>
                  <a:lnTo>
                    <a:pt x="25133" y="11252"/>
                  </a:lnTo>
                  <a:lnTo>
                    <a:pt x="23495" y="12839"/>
                  </a:lnTo>
                  <a:lnTo>
                    <a:pt x="23114" y="13220"/>
                  </a:lnTo>
                  <a:lnTo>
                    <a:pt x="22301" y="14008"/>
                  </a:lnTo>
                  <a:lnTo>
                    <a:pt x="22301" y="15405"/>
                  </a:lnTo>
                  <a:lnTo>
                    <a:pt x="25133" y="18161"/>
                  </a:lnTo>
                  <a:lnTo>
                    <a:pt x="28003" y="17018"/>
                  </a:lnTo>
                  <a:lnTo>
                    <a:pt x="28003" y="12420"/>
                  </a:lnTo>
                  <a:close/>
                </a:path>
                <a:path w="232410" h="361315">
                  <a:moveTo>
                    <a:pt x="28511" y="55359"/>
                  </a:moveTo>
                  <a:lnTo>
                    <a:pt x="28244" y="55359"/>
                  </a:lnTo>
                  <a:lnTo>
                    <a:pt x="28244" y="55575"/>
                  </a:lnTo>
                  <a:lnTo>
                    <a:pt x="28371" y="55575"/>
                  </a:lnTo>
                  <a:lnTo>
                    <a:pt x="28511" y="55575"/>
                  </a:lnTo>
                  <a:lnTo>
                    <a:pt x="28511" y="55359"/>
                  </a:lnTo>
                  <a:close/>
                </a:path>
                <a:path w="232410" h="361315">
                  <a:moveTo>
                    <a:pt x="39979" y="103276"/>
                  </a:moveTo>
                  <a:lnTo>
                    <a:pt x="39395" y="103276"/>
                  </a:lnTo>
                  <a:lnTo>
                    <a:pt x="39395" y="103733"/>
                  </a:lnTo>
                  <a:lnTo>
                    <a:pt x="39687" y="103733"/>
                  </a:lnTo>
                  <a:lnTo>
                    <a:pt x="39979" y="103733"/>
                  </a:lnTo>
                  <a:lnTo>
                    <a:pt x="39979" y="103276"/>
                  </a:lnTo>
                  <a:close/>
                </a:path>
                <a:path w="232410" h="361315">
                  <a:moveTo>
                    <a:pt x="40970" y="18669"/>
                  </a:moveTo>
                  <a:lnTo>
                    <a:pt x="39433" y="18884"/>
                  </a:lnTo>
                  <a:lnTo>
                    <a:pt x="39192" y="18923"/>
                  </a:lnTo>
                  <a:lnTo>
                    <a:pt x="38950" y="18961"/>
                  </a:lnTo>
                  <a:lnTo>
                    <a:pt x="37909" y="19113"/>
                  </a:lnTo>
                  <a:lnTo>
                    <a:pt x="37909" y="20497"/>
                  </a:lnTo>
                  <a:lnTo>
                    <a:pt x="38950" y="20650"/>
                  </a:lnTo>
                  <a:lnTo>
                    <a:pt x="39192" y="20688"/>
                  </a:lnTo>
                  <a:lnTo>
                    <a:pt x="40957" y="20929"/>
                  </a:lnTo>
                  <a:lnTo>
                    <a:pt x="40970" y="18669"/>
                  </a:lnTo>
                  <a:close/>
                </a:path>
                <a:path w="232410" h="361315">
                  <a:moveTo>
                    <a:pt x="41846" y="83591"/>
                  </a:moveTo>
                  <a:lnTo>
                    <a:pt x="41148" y="79717"/>
                  </a:lnTo>
                  <a:lnTo>
                    <a:pt x="38519" y="75095"/>
                  </a:lnTo>
                  <a:lnTo>
                    <a:pt x="35699" y="76898"/>
                  </a:lnTo>
                  <a:lnTo>
                    <a:pt x="36588" y="78955"/>
                  </a:lnTo>
                  <a:lnTo>
                    <a:pt x="37465" y="80949"/>
                  </a:lnTo>
                  <a:lnTo>
                    <a:pt x="36588" y="82613"/>
                  </a:lnTo>
                  <a:lnTo>
                    <a:pt x="36372" y="86207"/>
                  </a:lnTo>
                  <a:lnTo>
                    <a:pt x="38481" y="86931"/>
                  </a:lnTo>
                  <a:lnTo>
                    <a:pt x="41846" y="83591"/>
                  </a:lnTo>
                  <a:close/>
                </a:path>
                <a:path w="232410" h="361315">
                  <a:moveTo>
                    <a:pt x="44856" y="119494"/>
                  </a:moveTo>
                  <a:lnTo>
                    <a:pt x="44475" y="117779"/>
                  </a:lnTo>
                  <a:lnTo>
                    <a:pt x="44373" y="117322"/>
                  </a:lnTo>
                  <a:lnTo>
                    <a:pt x="44272" y="116878"/>
                  </a:lnTo>
                  <a:lnTo>
                    <a:pt x="44018" y="115709"/>
                  </a:lnTo>
                  <a:lnTo>
                    <a:pt x="42900" y="115709"/>
                  </a:lnTo>
                  <a:lnTo>
                    <a:pt x="42646" y="116878"/>
                  </a:lnTo>
                  <a:lnTo>
                    <a:pt x="42545" y="117322"/>
                  </a:lnTo>
                  <a:lnTo>
                    <a:pt x="42062" y="119481"/>
                  </a:lnTo>
                  <a:lnTo>
                    <a:pt x="44856" y="119494"/>
                  </a:lnTo>
                  <a:close/>
                </a:path>
                <a:path w="232410" h="361315">
                  <a:moveTo>
                    <a:pt x="52158" y="128663"/>
                  </a:moveTo>
                  <a:lnTo>
                    <a:pt x="51346" y="128663"/>
                  </a:lnTo>
                  <a:lnTo>
                    <a:pt x="51346" y="129298"/>
                  </a:lnTo>
                  <a:lnTo>
                    <a:pt x="51752" y="129298"/>
                  </a:lnTo>
                  <a:lnTo>
                    <a:pt x="52158" y="129298"/>
                  </a:lnTo>
                  <a:lnTo>
                    <a:pt x="52158" y="128663"/>
                  </a:lnTo>
                  <a:close/>
                </a:path>
                <a:path w="232410" h="361315">
                  <a:moveTo>
                    <a:pt x="54521" y="23609"/>
                  </a:moveTo>
                  <a:lnTo>
                    <a:pt x="47472" y="23609"/>
                  </a:lnTo>
                  <a:lnTo>
                    <a:pt x="47472" y="29095"/>
                  </a:lnTo>
                  <a:lnTo>
                    <a:pt x="51003" y="29095"/>
                  </a:lnTo>
                  <a:lnTo>
                    <a:pt x="54521" y="29095"/>
                  </a:lnTo>
                  <a:lnTo>
                    <a:pt x="54521" y="23609"/>
                  </a:lnTo>
                  <a:close/>
                </a:path>
                <a:path w="232410" h="361315">
                  <a:moveTo>
                    <a:pt x="55740" y="135051"/>
                  </a:moveTo>
                  <a:lnTo>
                    <a:pt x="43243" y="135051"/>
                  </a:lnTo>
                  <a:lnTo>
                    <a:pt x="43243" y="144741"/>
                  </a:lnTo>
                  <a:lnTo>
                    <a:pt x="49491" y="144741"/>
                  </a:lnTo>
                  <a:lnTo>
                    <a:pt x="55727" y="144741"/>
                  </a:lnTo>
                  <a:lnTo>
                    <a:pt x="55740" y="135051"/>
                  </a:lnTo>
                  <a:close/>
                </a:path>
                <a:path w="232410" h="361315">
                  <a:moveTo>
                    <a:pt x="62369" y="158191"/>
                  </a:moveTo>
                  <a:lnTo>
                    <a:pt x="60731" y="158191"/>
                  </a:lnTo>
                  <a:lnTo>
                    <a:pt x="60731" y="159448"/>
                  </a:lnTo>
                  <a:lnTo>
                    <a:pt x="61556" y="159448"/>
                  </a:lnTo>
                  <a:lnTo>
                    <a:pt x="62369" y="159448"/>
                  </a:lnTo>
                  <a:lnTo>
                    <a:pt x="62369" y="158191"/>
                  </a:lnTo>
                  <a:close/>
                </a:path>
                <a:path w="232410" h="361315">
                  <a:moveTo>
                    <a:pt x="85572" y="27292"/>
                  </a:moveTo>
                  <a:lnTo>
                    <a:pt x="76517" y="23495"/>
                  </a:lnTo>
                  <a:lnTo>
                    <a:pt x="70827" y="32753"/>
                  </a:lnTo>
                  <a:lnTo>
                    <a:pt x="76542" y="37541"/>
                  </a:lnTo>
                  <a:lnTo>
                    <a:pt x="83083" y="37553"/>
                  </a:lnTo>
                  <a:lnTo>
                    <a:pt x="84797" y="35394"/>
                  </a:lnTo>
                  <a:lnTo>
                    <a:pt x="85039" y="32905"/>
                  </a:lnTo>
                  <a:lnTo>
                    <a:pt x="85572" y="27292"/>
                  </a:lnTo>
                  <a:close/>
                </a:path>
                <a:path w="232410" h="361315">
                  <a:moveTo>
                    <a:pt x="90500" y="49415"/>
                  </a:moveTo>
                  <a:lnTo>
                    <a:pt x="89916" y="49415"/>
                  </a:lnTo>
                  <a:lnTo>
                    <a:pt x="89916" y="49872"/>
                  </a:lnTo>
                  <a:lnTo>
                    <a:pt x="90208" y="49872"/>
                  </a:lnTo>
                  <a:lnTo>
                    <a:pt x="90500" y="49872"/>
                  </a:lnTo>
                  <a:lnTo>
                    <a:pt x="90500" y="49415"/>
                  </a:lnTo>
                  <a:close/>
                </a:path>
                <a:path w="232410" h="361315">
                  <a:moveTo>
                    <a:pt x="95478" y="172250"/>
                  </a:moveTo>
                  <a:lnTo>
                    <a:pt x="93624" y="171373"/>
                  </a:lnTo>
                  <a:lnTo>
                    <a:pt x="93408" y="170853"/>
                  </a:lnTo>
                  <a:lnTo>
                    <a:pt x="93319" y="170624"/>
                  </a:lnTo>
                  <a:lnTo>
                    <a:pt x="90754" y="169125"/>
                  </a:lnTo>
                  <a:lnTo>
                    <a:pt x="85979" y="171919"/>
                  </a:lnTo>
                  <a:lnTo>
                    <a:pt x="85585" y="175145"/>
                  </a:lnTo>
                  <a:lnTo>
                    <a:pt x="88887" y="178536"/>
                  </a:lnTo>
                  <a:lnTo>
                    <a:pt x="90982" y="178739"/>
                  </a:lnTo>
                  <a:lnTo>
                    <a:pt x="95186" y="176364"/>
                  </a:lnTo>
                  <a:lnTo>
                    <a:pt x="95415" y="173278"/>
                  </a:lnTo>
                  <a:lnTo>
                    <a:pt x="95478" y="172250"/>
                  </a:lnTo>
                  <a:close/>
                </a:path>
                <a:path w="232410" h="361315">
                  <a:moveTo>
                    <a:pt x="97282" y="182613"/>
                  </a:moveTo>
                  <a:lnTo>
                    <a:pt x="96697" y="182613"/>
                  </a:lnTo>
                  <a:lnTo>
                    <a:pt x="96697" y="183070"/>
                  </a:lnTo>
                  <a:lnTo>
                    <a:pt x="96989" y="183070"/>
                  </a:lnTo>
                  <a:lnTo>
                    <a:pt x="97282" y="183070"/>
                  </a:lnTo>
                  <a:lnTo>
                    <a:pt x="97282" y="182613"/>
                  </a:lnTo>
                  <a:close/>
                </a:path>
                <a:path w="232410" h="361315">
                  <a:moveTo>
                    <a:pt x="107607" y="49847"/>
                  </a:moveTo>
                  <a:lnTo>
                    <a:pt x="104355" y="47371"/>
                  </a:lnTo>
                  <a:lnTo>
                    <a:pt x="103530" y="46736"/>
                  </a:lnTo>
                  <a:lnTo>
                    <a:pt x="102717" y="46164"/>
                  </a:lnTo>
                  <a:lnTo>
                    <a:pt x="100050" y="44589"/>
                  </a:lnTo>
                  <a:lnTo>
                    <a:pt x="97790" y="46723"/>
                  </a:lnTo>
                  <a:lnTo>
                    <a:pt x="99606" y="49593"/>
                  </a:lnTo>
                  <a:lnTo>
                    <a:pt x="100368" y="50546"/>
                  </a:lnTo>
                  <a:lnTo>
                    <a:pt x="103390" y="54241"/>
                  </a:lnTo>
                  <a:lnTo>
                    <a:pt x="107607" y="49847"/>
                  </a:lnTo>
                  <a:close/>
                </a:path>
                <a:path w="232410" h="361315">
                  <a:moveTo>
                    <a:pt x="115430" y="51714"/>
                  </a:moveTo>
                  <a:lnTo>
                    <a:pt x="113245" y="51714"/>
                  </a:lnTo>
                  <a:lnTo>
                    <a:pt x="113245" y="53403"/>
                  </a:lnTo>
                  <a:lnTo>
                    <a:pt x="114338" y="53403"/>
                  </a:lnTo>
                  <a:lnTo>
                    <a:pt x="115430" y="53403"/>
                  </a:lnTo>
                  <a:lnTo>
                    <a:pt x="115430" y="51714"/>
                  </a:lnTo>
                  <a:close/>
                </a:path>
                <a:path w="232410" h="361315">
                  <a:moveTo>
                    <a:pt x="125882" y="161988"/>
                  </a:moveTo>
                  <a:lnTo>
                    <a:pt x="125831" y="160883"/>
                  </a:lnTo>
                  <a:lnTo>
                    <a:pt x="123190" y="156387"/>
                  </a:lnTo>
                  <a:lnTo>
                    <a:pt x="118211" y="159283"/>
                  </a:lnTo>
                  <a:lnTo>
                    <a:pt x="119989" y="162344"/>
                  </a:lnTo>
                  <a:lnTo>
                    <a:pt x="119989" y="162687"/>
                  </a:lnTo>
                  <a:lnTo>
                    <a:pt x="120078" y="163055"/>
                  </a:lnTo>
                  <a:lnTo>
                    <a:pt x="120142" y="163550"/>
                  </a:lnTo>
                  <a:lnTo>
                    <a:pt x="120319" y="163969"/>
                  </a:lnTo>
                  <a:lnTo>
                    <a:pt x="120980" y="165087"/>
                  </a:lnTo>
                  <a:lnTo>
                    <a:pt x="121818" y="165646"/>
                  </a:lnTo>
                  <a:lnTo>
                    <a:pt x="124028" y="165481"/>
                  </a:lnTo>
                  <a:lnTo>
                    <a:pt x="125501" y="164731"/>
                  </a:lnTo>
                  <a:lnTo>
                    <a:pt x="125882" y="161988"/>
                  </a:lnTo>
                  <a:close/>
                </a:path>
                <a:path w="232410" h="361315">
                  <a:moveTo>
                    <a:pt x="132727" y="114198"/>
                  </a:moveTo>
                  <a:lnTo>
                    <a:pt x="132143" y="114198"/>
                  </a:lnTo>
                  <a:lnTo>
                    <a:pt x="132143" y="114642"/>
                  </a:lnTo>
                  <a:lnTo>
                    <a:pt x="132435" y="114642"/>
                  </a:lnTo>
                  <a:lnTo>
                    <a:pt x="132727" y="114642"/>
                  </a:lnTo>
                  <a:lnTo>
                    <a:pt x="132727" y="114198"/>
                  </a:lnTo>
                  <a:close/>
                </a:path>
                <a:path w="232410" h="361315">
                  <a:moveTo>
                    <a:pt x="141046" y="222770"/>
                  </a:moveTo>
                  <a:lnTo>
                    <a:pt x="140322" y="221589"/>
                  </a:lnTo>
                  <a:lnTo>
                    <a:pt x="138582" y="220370"/>
                  </a:lnTo>
                  <a:lnTo>
                    <a:pt x="137820" y="220408"/>
                  </a:lnTo>
                  <a:lnTo>
                    <a:pt x="136436" y="220649"/>
                  </a:lnTo>
                  <a:lnTo>
                    <a:pt x="135597" y="220421"/>
                  </a:lnTo>
                  <a:lnTo>
                    <a:pt x="135597" y="222808"/>
                  </a:lnTo>
                  <a:lnTo>
                    <a:pt x="135521" y="223227"/>
                  </a:lnTo>
                  <a:lnTo>
                    <a:pt x="135394" y="222910"/>
                  </a:lnTo>
                  <a:lnTo>
                    <a:pt x="135470" y="223113"/>
                  </a:lnTo>
                  <a:lnTo>
                    <a:pt x="135559" y="222910"/>
                  </a:lnTo>
                  <a:lnTo>
                    <a:pt x="135597" y="220421"/>
                  </a:lnTo>
                  <a:lnTo>
                    <a:pt x="133451" y="223532"/>
                  </a:lnTo>
                  <a:lnTo>
                    <a:pt x="136156" y="225958"/>
                  </a:lnTo>
                  <a:lnTo>
                    <a:pt x="136842" y="226301"/>
                  </a:lnTo>
                  <a:lnTo>
                    <a:pt x="139166" y="226212"/>
                  </a:lnTo>
                  <a:lnTo>
                    <a:pt x="140068" y="225437"/>
                  </a:lnTo>
                  <a:lnTo>
                    <a:pt x="140347" y="224663"/>
                  </a:lnTo>
                  <a:lnTo>
                    <a:pt x="141046" y="222770"/>
                  </a:lnTo>
                  <a:close/>
                </a:path>
                <a:path w="232410" h="361315">
                  <a:moveTo>
                    <a:pt x="142087" y="199999"/>
                  </a:moveTo>
                  <a:lnTo>
                    <a:pt x="141020" y="198996"/>
                  </a:lnTo>
                  <a:lnTo>
                    <a:pt x="139674" y="199847"/>
                  </a:lnTo>
                  <a:lnTo>
                    <a:pt x="139382" y="200025"/>
                  </a:lnTo>
                  <a:lnTo>
                    <a:pt x="137820" y="201041"/>
                  </a:lnTo>
                  <a:lnTo>
                    <a:pt x="139877" y="203225"/>
                  </a:lnTo>
                  <a:lnTo>
                    <a:pt x="140970" y="201625"/>
                  </a:lnTo>
                  <a:lnTo>
                    <a:pt x="142087" y="199999"/>
                  </a:lnTo>
                  <a:close/>
                </a:path>
                <a:path w="232410" h="361315">
                  <a:moveTo>
                    <a:pt x="142265" y="129654"/>
                  </a:moveTo>
                  <a:lnTo>
                    <a:pt x="141490" y="127101"/>
                  </a:lnTo>
                  <a:lnTo>
                    <a:pt x="140893" y="125120"/>
                  </a:lnTo>
                  <a:lnTo>
                    <a:pt x="139052" y="125120"/>
                  </a:lnTo>
                  <a:lnTo>
                    <a:pt x="137680" y="129654"/>
                  </a:lnTo>
                  <a:lnTo>
                    <a:pt x="142265" y="129654"/>
                  </a:lnTo>
                  <a:close/>
                </a:path>
                <a:path w="232410" h="361315">
                  <a:moveTo>
                    <a:pt x="142570" y="77203"/>
                  </a:moveTo>
                  <a:lnTo>
                    <a:pt x="141312" y="73609"/>
                  </a:lnTo>
                  <a:lnTo>
                    <a:pt x="140830" y="72237"/>
                  </a:lnTo>
                  <a:lnTo>
                    <a:pt x="140309" y="71602"/>
                  </a:lnTo>
                  <a:lnTo>
                    <a:pt x="138023" y="69799"/>
                  </a:lnTo>
                  <a:lnTo>
                    <a:pt x="136093" y="69964"/>
                  </a:lnTo>
                  <a:lnTo>
                    <a:pt x="135356" y="72961"/>
                  </a:lnTo>
                  <a:lnTo>
                    <a:pt x="135178" y="73863"/>
                  </a:lnTo>
                  <a:lnTo>
                    <a:pt x="136829" y="78765"/>
                  </a:lnTo>
                  <a:lnTo>
                    <a:pt x="142570" y="77203"/>
                  </a:lnTo>
                  <a:close/>
                </a:path>
                <a:path w="232410" h="361315">
                  <a:moveTo>
                    <a:pt x="144424" y="114604"/>
                  </a:moveTo>
                  <a:lnTo>
                    <a:pt x="134658" y="114604"/>
                  </a:lnTo>
                  <a:lnTo>
                    <a:pt x="134645" y="122199"/>
                  </a:lnTo>
                  <a:lnTo>
                    <a:pt x="139534" y="122199"/>
                  </a:lnTo>
                  <a:lnTo>
                    <a:pt x="144411" y="122199"/>
                  </a:lnTo>
                  <a:lnTo>
                    <a:pt x="144424" y="114604"/>
                  </a:lnTo>
                  <a:close/>
                </a:path>
                <a:path w="232410" h="361315">
                  <a:moveTo>
                    <a:pt x="145592" y="162191"/>
                  </a:moveTo>
                  <a:lnTo>
                    <a:pt x="145554" y="160070"/>
                  </a:lnTo>
                  <a:lnTo>
                    <a:pt x="145376" y="159550"/>
                  </a:lnTo>
                  <a:lnTo>
                    <a:pt x="143751" y="156425"/>
                  </a:lnTo>
                  <a:lnTo>
                    <a:pt x="140360" y="158407"/>
                  </a:lnTo>
                  <a:lnTo>
                    <a:pt x="141528" y="160655"/>
                  </a:lnTo>
                  <a:lnTo>
                    <a:pt x="141973" y="161531"/>
                  </a:lnTo>
                  <a:lnTo>
                    <a:pt x="142367" y="161886"/>
                  </a:lnTo>
                  <a:lnTo>
                    <a:pt x="144145" y="163195"/>
                  </a:lnTo>
                  <a:lnTo>
                    <a:pt x="145592" y="162191"/>
                  </a:lnTo>
                  <a:close/>
                </a:path>
                <a:path w="232410" h="361315">
                  <a:moveTo>
                    <a:pt x="149758" y="207848"/>
                  </a:moveTo>
                  <a:lnTo>
                    <a:pt x="146392" y="204292"/>
                  </a:lnTo>
                  <a:lnTo>
                    <a:pt x="142786" y="205917"/>
                  </a:lnTo>
                  <a:lnTo>
                    <a:pt x="142786" y="211467"/>
                  </a:lnTo>
                  <a:lnTo>
                    <a:pt x="146405" y="213093"/>
                  </a:lnTo>
                  <a:lnTo>
                    <a:pt x="148374" y="211010"/>
                  </a:lnTo>
                  <a:lnTo>
                    <a:pt x="149758" y="209537"/>
                  </a:lnTo>
                  <a:lnTo>
                    <a:pt x="149758" y="207848"/>
                  </a:lnTo>
                  <a:close/>
                </a:path>
                <a:path w="232410" h="361315">
                  <a:moveTo>
                    <a:pt x="150406" y="262026"/>
                  </a:moveTo>
                  <a:lnTo>
                    <a:pt x="148958" y="262026"/>
                  </a:lnTo>
                  <a:lnTo>
                    <a:pt x="148958" y="263156"/>
                  </a:lnTo>
                  <a:lnTo>
                    <a:pt x="149682" y="263156"/>
                  </a:lnTo>
                  <a:lnTo>
                    <a:pt x="150406" y="263156"/>
                  </a:lnTo>
                  <a:lnTo>
                    <a:pt x="150406" y="262026"/>
                  </a:lnTo>
                  <a:close/>
                </a:path>
                <a:path w="232410" h="361315">
                  <a:moveTo>
                    <a:pt x="151295" y="198005"/>
                  </a:moveTo>
                  <a:lnTo>
                    <a:pt x="151282" y="197497"/>
                  </a:lnTo>
                  <a:lnTo>
                    <a:pt x="151244" y="196088"/>
                  </a:lnTo>
                  <a:lnTo>
                    <a:pt x="150660" y="195376"/>
                  </a:lnTo>
                  <a:lnTo>
                    <a:pt x="146913" y="194119"/>
                  </a:lnTo>
                  <a:lnTo>
                    <a:pt x="145948" y="198678"/>
                  </a:lnTo>
                  <a:lnTo>
                    <a:pt x="147472" y="198843"/>
                  </a:lnTo>
                  <a:lnTo>
                    <a:pt x="148907" y="200037"/>
                  </a:lnTo>
                  <a:lnTo>
                    <a:pt x="150228" y="199034"/>
                  </a:lnTo>
                  <a:lnTo>
                    <a:pt x="150863" y="198551"/>
                  </a:lnTo>
                  <a:lnTo>
                    <a:pt x="151295" y="198005"/>
                  </a:lnTo>
                  <a:close/>
                </a:path>
                <a:path w="232410" h="361315">
                  <a:moveTo>
                    <a:pt x="155130" y="277228"/>
                  </a:moveTo>
                  <a:lnTo>
                    <a:pt x="150545" y="276339"/>
                  </a:lnTo>
                  <a:lnTo>
                    <a:pt x="149466" y="276123"/>
                  </a:lnTo>
                  <a:lnTo>
                    <a:pt x="148691" y="276021"/>
                  </a:lnTo>
                  <a:lnTo>
                    <a:pt x="146532" y="276758"/>
                  </a:lnTo>
                  <a:lnTo>
                    <a:pt x="145592" y="277990"/>
                  </a:lnTo>
                  <a:lnTo>
                    <a:pt x="146380" y="280212"/>
                  </a:lnTo>
                  <a:lnTo>
                    <a:pt x="146735" y="280822"/>
                  </a:lnTo>
                  <a:lnTo>
                    <a:pt x="151739" y="285127"/>
                  </a:lnTo>
                  <a:lnTo>
                    <a:pt x="155130" y="277228"/>
                  </a:lnTo>
                  <a:close/>
                </a:path>
                <a:path w="232410" h="361315">
                  <a:moveTo>
                    <a:pt x="159042" y="105613"/>
                  </a:moveTo>
                  <a:lnTo>
                    <a:pt x="154838" y="105613"/>
                  </a:lnTo>
                  <a:lnTo>
                    <a:pt x="155930" y="107784"/>
                  </a:lnTo>
                  <a:lnTo>
                    <a:pt x="156032" y="107962"/>
                  </a:lnTo>
                  <a:lnTo>
                    <a:pt x="156210" y="108331"/>
                  </a:lnTo>
                  <a:lnTo>
                    <a:pt x="156489" y="108877"/>
                  </a:lnTo>
                  <a:lnTo>
                    <a:pt x="157391" y="108877"/>
                  </a:lnTo>
                  <a:lnTo>
                    <a:pt x="157848" y="107962"/>
                  </a:lnTo>
                  <a:lnTo>
                    <a:pt x="157937" y="107784"/>
                  </a:lnTo>
                  <a:lnTo>
                    <a:pt x="159042" y="105613"/>
                  </a:lnTo>
                  <a:close/>
                </a:path>
                <a:path w="232410" h="361315">
                  <a:moveTo>
                    <a:pt x="159283" y="118249"/>
                  </a:moveTo>
                  <a:lnTo>
                    <a:pt x="151688" y="118249"/>
                  </a:lnTo>
                  <a:lnTo>
                    <a:pt x="151688" y="124155"/>
                  </a:lnTo>
                  <a:lnTo>
                    <a:pt x="155486" y="124155"/>
                  </a:lnTo>
                  <a:lnTo>
                    <a:pt x="159283" y="124155"/>
                  </a:lnTo>
                  <a:lnTo>
                    <a:pt x="159283" y="118249"/>
                  </a:lnTo>
                  <a:close/>
                </a:path>
                <a:path w="232410" h="361315">
                  <a:moveTo>
                    <a:pt x="167614" y="145326"/>
                  </a:moveTo>
                  <a:lnTo>
                    <a:pt x="166420" y="141579"/>
                  </a:lnTo>
                  <a:lnTo>
                    <a:pt x="166204" y="140919"/>
                  </a:lnTo>
                  <a:lnTo>
                    <a:pt x="166052" y="140500"/>
                  </a:lnTo>
                  <a:lnTo>
                    <a:pt x="164846" y="138874"/>
                  </a:lnTo>
                  <a:lnTo>
                    <a:pt x="163525" y="138874"/>
                  </a:lnTo>
                  <a:lnTo>
                    <a:pt x="162318" y="140500"/>
                  </a:lnTo>
                  <a:lnTo>
                    <a:pt x="162166" y="140919"/>
                  </a:lnTo>
                  <a:lnTo>
                    <a:pt x="160769" y="145300"/>
                  </a:lnTo>
                  <a:lnTo>
                    <a:pt x="167614" y="145326"/>
                  </a:lnTo>
                  <a:close/>
                </a:path>
                <a:path w="232410" h="361315">
                  <a:moveTo>
                    <a:pt x="169557" y="267957"/>
                  </a:moveTo>
                  <a:lnTo>
                    <a:pt x="168973" y="267957"/>
                  </a:lnTo>
                  <a:lnTo>
                    <a:pt x="168973" y="268414"/>
                  </a:lnTo>
                  <a:lnTo>
                    <a:pt x="169265" y="268414"/>
                  </a:lnTo>
                  <a:lnTo>
                    <a:pt x="169557" y="268414"/>
                  </a:lnTo>
                  <a:lnTo>
                    <a:pt x="169557" y="267957"/>
                  </a:lnTo>
                  <a:close/>
                </a:path>
                <a:path w="232410" h="361315">
                  <a:moveTo>
                    <a:pt x="172415" y="186232"/>
                  </a:moveTo>
                  <a:lnTo>
                    <a:pt x="168948" y="182435"/>
                  </a:lnTo>
                  <a:lnTo>
                    <a:pt x="166103" y="185305"/>
                  </a:lnTo>
                  <a:lnTo>
                    <a:pt x="167919" y="186931"/>
                  </a:lnTo>
                  <a:lnTo>
                    <a:pt x="167855" y="187083"/>
                  </a:lnTo>
                  <a:lnTo>
                    <a:pt x="166611" y="187921"/>
                  </a:lnTo>
                  <a:lnTo>
                    <a:pt x="167005" y="189776"/>
                  </a:lnTo>
                  <a:lnTo>
                    <a:pt x="171615" y="189979"/>
                  </a:lnTo>
                  <a:lnTo>
                    <a:pt x="172415" y="186232"/>
                  </a:lnTo>
                  <a:close/>
                </a:path>
                <a:path w="232410" h="361315">
                  <a:moveTo>
                    <a:pt x="172453" y="97878"/>
                  </a:moveTo>
                  <a:lnTo>
                    <a:pt x="171869" y="97878"/>
                  </a:lnTo>
                  <a:lnTo>
                    <a:pt x="171869" y="98323"/>
                  </a:lnTo>
                  <a:lnTo>
                    <a:pt x="172161" y="98323"/>
                  </a:lnTo>
                  <a:lnTo>
                    <a:pt x="172453" y="98323"/>
                  </a:lnTo>
                  <a:lnTo>
                    <a:pt x="172453" y="97878"/>
                  </a:lnTo>
                  <a:close/>
                </a:path>
                <a:path w="232410" h="361315">
                  <a:moveTo>
                    <a:pt x="172885" y="257035"/>
                  </a:moveTo>
                  <a:lnTo>
                    <a:pt x="172046" y="254990"/>
                  </a:lnTo>
                  <a:lnTo>
                    <a:pt x="170434" y="255841"/>
                  </a:lnTo>
                  <a:lnTo>
                    <a:pt x="170180" y="255981"/>
                  </a:lnTo>
                  <a:lnTo>
                    <a:pt x="170078" y="256362"/>
                  </a:lnTo>
                  <a:lnTo>
                    <a:pt x="169900" y="256540"/>
                  </a:lnTo>
                  <a:lnTo>
                    <a:pt x="169773" y="256679"/>
                  </a:lnTo>
                  <a:lnTo>
                    <a:pt x="169049" y="257352"/>
                  </a:lnTo>
                  <a:lnTo>
                    <a:pt x="169405" y="258660"/>
                  </a:lnTo>
                  <a:lnTo>
                    <a:pt x="170624" y="258965"/>
                  </a:lnTo>
                  <a:lnTo>
                    <a:pt x="171208" y="259118"/>
                  </a:lnTo>
                  <a:lnTo>
                    <a:pt x="172034" y="258889"/>
                  </a:lnTo>
                  <a:lnTo>
                    <a:pt x="172313" y="258292"/>
                  </a:lnTo>
                  <a:lnTo>
                    <a:pt x="172885" y="257035"/>
                  </a:lnTo>
                  <a:close/>
                </a:path>
                <a:path w="232410" h="361315">
                  <a:moveTo>
                    <a:pt x="175145" y="274993"/>
                  </a:moveTo>
                  <a:lnTo>
                    <a:pt x="172516" y="272669"/>
                  </a:lnTo>
                  <a:lnTo>
                    <a:pt x="171627" y="271881"/>
                  </a:lnTo>
                  <a:lnTo>
                    <a:pt x="170903" y="271500"/>
                  </a:lnTo>
                  <a:lnTo>
                    <a:pt x="168668" y="271183"/>
                  </a:lnTo>
                  <a:lnTo>
                    <a:pt x="167322" y="271780"/>
                  </a:lnTo>
                  <a:lnTo>
                    <a:pt x="167538" y="274510"/>
                  </a:lnTo>
                  <a:lnTo>
                    <a:pt x="167868" y="275323"/>
                  </a:lnTo>
                  <a:lnTo>
                    <a:pt x="170840" y="279107"/>
                  </a:lnTo>
                  <a:lnTo>
                    <a:pt x="175145" y="274993"/>
                  </a:lnTo>
                  <a:close/>
                </a:path>
                <a:path w="232410" h="361315">
                  <a:moveTo>
                    <a:pt x="180238" y="106286"/>
                  </a:moveTo>
                  <a:lnTo>
                    <a:pt x="179781" y="106286"/>
                  </a:lnTo>
                  <a:lnTo>
                    <a:pt x="180009" y="105460"/>
                  </a:lnTo>
                  <a:lnTo>
                    <a:pt x="177330" y="101358"/>
                  </a:lnTo>
                  <a:lnTo>
                    <a:pt x="173583" y="101625"/>
                  </a:lnTo>
                  <a:lnTo>
                    <a:pt x="171945" y="101739"/>
                  </a:lnTo>
                  <a:lnTo>
                    <a:pt x="170383" y="101892"/>
                  </a:lnTo>
                  <a:lnTo>
                    <a:pt x="165950" y="103441"/>
                  </a:lnTo>
                  <a:lnTo>
                    <a:pt x="164299" y="107365"/>
                  </a:lnTo>
                  <a:lnTo>
                    <a:pt x="168097" y="110718"/>
                  </a:lnTo>
                  <a:lnTo>
                    <a:pt x="169278" y="111531"/>
                  </a:lnTo>
                  <a:lnTo>
                    <a:pt x="173990" y="113830"/>
                  </a:lnTo>
                  <a:lnTo>
                    <a:pt x="178054" y="112547"/>
                  </a:lnTo>
                  <a:lnTo>
                    <a:pt x="178498" y="110921"/>
                  </a:lnTo>
                  <a:lnTo>
                    <a:pt x="180225" y="110921"/>
                  </a:lnTo>
                  <a:lnTo>
                    <a:pt x="180238" y="106286"/>
                  </a:lnTo>
                  <a:close/>
                </a:path>
                <a:path w="232410" h="361315">
                  <a:moveTo>
                    <a:pt x="189064" y="125476"/>
                  </a:moveTo>
                  <a:lnTo>
                    <a:pt x="185051" y="124066"/>
                  </a:lnTo>
                  <a:lnTo>
                    <a:pt x="183070" y="123380"/>
                  </a:lnTo>
                  <a:lnTo>
                    <a:pt x="181673" y="124675"/>
                  </a:lnTo>
                  <a:lnTo>
                    <a:pt x="184073" y="130784"/>
                  </a:lnTo>
                  <a:lnTo>
                    <a:pt x="189064" y="125476"/>
                  </a:lnTo>
                  <a:close/>
                </a:path>
                <a:path w="232410" h="361315">
                  <a:moveTo>
                    <a:pt x="195224" y="178828"/>
                  </a:moveTo>
                  <a:lnTo>
                    <a:pt x="194119" y="176593"/>
                  </a:lnTo>
                  <a:lnTo>
                    <a:pt x="191376" y="176593"/>
                  </a:lnTo>
                  <a:lnTo>
                    <a:pt x="193065" y="175387"/>
                  </a:lnTo>
                  <a:lnTo>
                    <a:pt x="193065" y="173405"/>
                  </a:lnTo>
                  <a:lnTo>
                    <a:pt x="189191" y="170649"/>
                  </a:lnTo>
                  <a:lnTo>
                    <a:pt x="186715" y="172389"/>
                  </a:lnTo>
                  <a:lnTo>
                    <a:pt x="186715" y="176403"/>
                  </a:lnTo>
                  <a:lnTo>
                    <a:pt x="189191" y="178142"/>
                  </a:lnTo>
                  <a:lnTo>
                    <a:pt x="190500" y="177228"/>
                  </a:lnTo>
                  <a:lnTo>
                    <a:pt x="189712" y="178841"/>
                  </a:lnTo>
                  <a:lnTo>
                    <a:pt x="191046" y="180009"/>
                  </a:lnTo>
                  <a:lnTo>
                    <a:pt x="192049" y="180886"/>
                  </a:lnTo>
                  <a:lnTo>
                    <a:pt x="192874" y="180886"/>
                  </a:lnTo>
                  <a:lnTo>
                    <a:pt x="195224" y="178828"/>
                  </a:lnTo>
                  <a:close/>
                </a:path>
                <a:path w="232410" h="361315">
                  <a:moveTo>
                    <a:pt x="196367" y="139611"/>
                  </a:moveTo>
                  <a:lnTo>
                    <a:pt x="191477" y="139611"/>
                  </a:lnTo>
                  <a:lnTo>
                    <a:pt x="191465" y="143395"/>
                  </a:lnTo>
                  <a:lnTo>
                    <a:pt x="193916" y="143395"/>
                  </a:lnTo>
                  <a:lnTo>
                    <a:pt x="196354" y="143395"/>
                  </a:lnTo>
                  <a:lnTo>
                    <a:pt x="196367" y="139611"/>
                  </a:lnTo>
                  <a:close/>
                </a:path>
                <a:path w="232410" h="361315">
                  <a:moveTo>
                    <a:pt x="198170" y="302412"/>
                  </a:moveTo>
                  <a:lnTo>
                    <a:pt x="192557" y="302412"/>
                  </a:lnTo>
                  <a:lnTo>
                    <a:pt x="192557" y="306768"/>
                  </a:lnTo>
                  <a:lnTo>
                    <a:pt x="195364" y="306768"/>
                  </a:lnTo>
                  <a:lnTo>
                    <a:pt x="198170" y="306768"/>
                  </a:lnTo>
                  <a:lnTo>
                    <a:pt x="198170" y="302412"/>
                  </a:lnTo>
                  <a:close/>
                </a:path>
                <a:path w="232410" h="361315">
                  <a:moveTo>
                    <a:pt x="200774" y="131660"/>
                  </a:moveTo>
                  <a:lnTo>
                    <a:pt x="196291" y="128879"/>
                  </a:lnTo>
                  <a:lnTo>
                    <a:pt x="191617" y="125971"/>
                  </a:lnTo>
                  <a:lnTo>
                    <a:pt x="188696" y="128727"/>
                  </a:lnTo>
                  <a:lnTo>
                    <a:pt x="194856" y="137845"/>
                  </a:lnTo>
                  <a:lnTo>
                    <a:pt x="200774" y="131660"/>
                  </a:lnTo>
                  <a:close/>
                </a:path>
                <a:path w="232410" h="361315">
                  <a:moveTo>
                    <a:pt x="204165" y="344957"/>
                  </a:moveTo>
                  <a:lnTo>
                    <a:pt x="198183" y="344957"/>
                  </a:lnTo>
                  <a:lnTo>
                    <a:pt x="198170" y="349592"/>
                  </a:lnTo>
                  <a:lnTo>
                    <a:pt x="201168" y="349592"/>
                  </a:lnTo>
                  <a:lnTo>
                    <a:pt x="204152" y="349592"/>
                  </a:lnTo>
                  <a:lnTo>
                    <a:pt x="204165" y="344957"/>
                  </a:lnTo>
                  <a:close/>
                </a:path>
                <a:path w="232410" h="361315">
                  <a:moveTo>
                    <a:pt x="205460" y="260769"/>
                  </a:moveTo>
                  <a:lnTo>
                    <a:pt x="202463" y="257568"/>
                  </a:lnTo>
                  <a:lnTo>
                    <a:pt x="201396" y="259778"/>
                  </a:lnTo>
                  <a:lnTo>
                    <a:pt x="200507" y="261658"/>
                  </a:lnTo>
                  <a:lnTo>
                    <a:pt x="201460" y="262521"/>
                  </a:lnTo>
                  <a:lnTo>
                    <a:pt x="203022" y="261835"/>
                  </a:lnTo>
                  <a:lnTo>
                    <a:pt x="203327" y="261708"/>
                  </a:lnTo>
                  <a:lnTo>
                    <a:pt x="205460" y="260769"/>
                  </a:lnTo>
                  <a:close/>
                </a:path>
                <a:path w="232410" h="361315">
                  <a:moveTo>
                    <a:pt x="206451" y="281444"/>
                  </a:moveTo>
                  <a:lnTo>
                    <a:pt x="203263" y="280352"/>
                  </a:lnTo>
                  <a:lnTo>
                    <a:pt x="202793" y="279742"/>
                  </a:lnTo>
                  <a:lnTo>
                    <a:pt x="202311" y="280022"/>
                  </a:lnTo>
                  <a:lnTo>
                    <a:pt x="202057" y="279933"/>
                  </a:lnTo>
                  <a:lnTo>
                    <a:pt x="201980" y="280200"/>
                  </a:lnTo>
                  <a:lnTo>
                    <a:pt x="198704" y="282067"/>
                  </a:lnTo>
                  <a:lnTo>
                    <a:pt x="198704" y="282562"/>
                  </a:lnTo>
                  <a:lnTo>
                    <a:pt x="199859" y="286931"/>
                  </a:lnTo>
                  <a:lnTo>
                    <a:pt x="203098" y="286524"/>
                  </a:lnTo>
                  <a:lnTo>
                    <a:pt x="203339" y="286918"/>
                  </a:lnTo>
                  <a:lnTo>
                    <a:pt x="203898" y="286575"/>
                  </a:lnTo>
                  <a:lnTo>
                    <a:pt x="203822" y="286423"/>
                  </a:lnTo>
                  <a:lnTo>
                    <a:pt x="206400" y="286092"/>
                  </a:lnTo>
                  <a:lnTo>
                    <a:pt x="206438" y="282905"/>
                  </a:lnTo>
                  <a:lnTo>
                    <a:pt x="206451" y="281444"/>
                  </a:lnTo>
                  <a:close/>
                </a:path>
                <a:path w="232410" h="361315">
                  <a:moveTo>
                    <a:pt x="207492" y="318795"/>
                  </a:moveTo>
                  <a:lnTo>
                    <a:pt x="206362" y="317080"/>
                  </a:lnTo>
                  <a:lnTo>
                    <a:pt x="206146" y="316458"/>
                  </a:lnTo>
                  <a:lnTo>
                    <a:pt x="204876" y="316471"/>
                  </a:lnTo>
                  <a:lnTo>
                    <a:pt x="204520" y="316471"/>
                  </a:lnTo>
                  <a:lnTo>
                    <a:pt x="204254" y="316763"/>
                  </a:lnTo>
                  <a:lnTo>
                    <a:pt x="204241" y="317106"/>
                  </a:lnTo>
                  <a:lnTo>
                    <a:pt x="204228" y="318376"/>
                  </a:lnTo>
                  <a:lnTo>
                    <a:pt x="204851" y="318579"/>
                  </a:lnTo>
                  <a:lnTo>
                    <a:pt x="205879" y="319265"/>
                  </a:lnTo>
                  <a:lnTo>
                    <a:pt x="206565" y="319709"/>
                  </a:lnTo>
                  <a:lnTo>
                    <a:pt x="207492" y="318795"/>
                  </a:lnTo>
                  <a:close/>
                </a:path>
                <a:path w="232410" h="361315">
                  <a:moveTo>
                    <a:pt x="212356" y="117868"/>
                  </a:moveTo>
                  <a:lnTo>
                    <a:pt x="210832" y="114007"/>
                  </a:lnTo>
                  <a:lnTo>
                    <a:pt x="208826" y="113195"/>
                  </a:lnTo>
                  <a:lnTo>
                    <a:pt x="206070" y="115951"/>
                  </a:lnTo>
                  <a:lnTo>
                    <a:pt x="206806" y="118059"/>
                  </a:lnTo>
                  <a:lnTo>
                    <a:pt x="208495" y="118643"/>
                  </a:lnTo>
                  <a:lnTo>
                    <a:pt x="208775" y="118732"/>
                  </a:lnTo>
                  <a:lnTo>
                    <a:pt x="209054" y="118833"/>
                  </a:lnTo>
                  <a:lnTo>
                    <a:pt x="210693" y="119418"/>
                  </a:lnTo>
                  <a:lnTo>
                    <a:pt x="212356" y="117868"/>
                  </a:lnTo>
                  <a:close/>
                </a:path>
                <a:path w="232410" h="361315">
                  <a:moveTo>
                    <a:pt x="214401" y="162115"/>
                  </a:moveTo>
                  <a:lnTo>
                    <a:pt x="214312" y="160439"/>
                  </a:lnTo>
                  <a:lnTo>
                    <a:pt x="211912" y="156349"/>
                  </a:lnTo>
                  <a:lnTo>
                    <a:pt x="210146" y="155486"/>
                  </a:lnTo>
                  <a:lnTo>
                    <a:pt x="204863" y="154914"/>
                  </a:lnTo>
                  <a:lnTo>
                    <a:pt x="203581" y="158838"/>
                  </a:lnTo>
                  <a:lnTo>
                    <a:pt x="206324" y="161493"/>
                  </a:lnTo>
                  <a:lnTo>
                    <a:pt x="209143" y="163690"/>
                  </a:lnTo>
                  <a:lnTo>
                    <a:pt x="209854" y="164084"/>
                  </a:lnTo>
                  <a:lnTo>
                    <a:pt x="211759" y="164947"/>
                  </a:lnTo>
                  <a:lnTo>
                    <a:pt x="212674" y="164782"/>
                  </a:lnTo>
                  <a:lnTo>
                    <a:pt x="213207" y="163957"/>
                  </a:lnTo>
                  <a:lnTo>
                    <a:pt x="214401" y="162115"/>
                  </a:lnTo>
                  <a:close/>
                </a:path>
                <a:path w="232410" h="361315">
                  <a:moveTo>
                    <a:pt x="215074" y="335229"/>
                  </a:moveTo>
                  <a:lnTo>
                    <a:pt x="214693" y="333451"/>
                  </a:lnTo>
                  <a:lnTo>
                    <a:pt x="214172" y="331012"/>
                  </a:lnTo>
                  <a:lnTo>
                    <a:pt x="211340" y="329412"/>
                  </a:lnTo>
                  <a:lnTo>
                    <a:pt x="208686" y="332079"/>
                  </a:lnTo>
                  <a:lnTo>
                    <a:pt x="208686" y="333197"/>
                  </a:lnTo>
                  <a:lnTo>
                    <a:pt x="209956" y="334492"/>
                  </a:lnTo>
                  <a:lnTo>
                    <a:pt x="210845" y="334733"/>
                  </a:lnTo>
                  <a:lnTo>
                    <a:pt x="212775" y="336943"/>
                  </a:lnTo>
                  <a:lnTo>
                    <a:pt x="215074" y="335229"/>
                  </a:lnTo>
                  <a:close/>
                </a:path>
                <a:path w="232410" h="361315">
                  <a:moveTo>
                    <a:pt x="215963" y="263613"/>
                  </a:moveTo>
                  <a:lnTo>
                    <a:pt x="214591" y="261251"/>
                  </a:lnTo>
                  <a:lnTo>
                    <a:pt x="213931" y="260134"/>
                  </a:lnTo>
                  <a:lnTo>
                    <a:pt x="213042" y="260134"/>
                  </a:lnTo>
                  <a:lnTo>
                    <a:pt x="212699" y="260731"/>
                  </a:lnTo>
                  <a:lnTo>
                    <a:pt x="212610" y="260908"/>
                  </a:lnTo>
                  <a:lnTo>
                    <a:pt x="212394" y="261251"/>
                  </a:lnTo>
                  <a:lnTo>
                    <a:pt x="211023" y="263613"/>
                  </a:lnTo>
                  <a:lnTo>
                    <a:pt x="215963" y="263613"/>
                  </a:lnTo>
                  <a:close/>
                </a:path>
                <a:path w="232410" h="361315">
                  <a:moveTo>
                    <a:pt x="217119" y="298424"/>
                  </a:moveTo>
                  <a:lnTo>
                    <a:pt x="215671" y="298564"/>
                  </a:lnTo>
                  <a:lnTo>
                    <a:pt x="215188" y="298602"/>
                  </a:lnTo>
                  <a:lnTo>
                    <a:pt x="214706" y="298653"/>
                  </a:lnTo>
                  <a:lnTo>
                    <a:pt x="214210" y="298691"/>
                  </a:lnTo>
                  <a:lnTo>
                    <a:pt x="212953" y="298818"/>
                  </a:lnTo>
                  <a:lnTo>
                    <a:pt x="212953" y="300545"/>
                  </a:lnTo>
                  <a:lnTo>
                    <a:pt x="214210" y="300659"/>
                  </a:lnTo>
                  <a:lnTo>
                    <a:pt x="214706" y="300710"/>
                  </a:lnTo>
                  <a:lnTo>
                    <a:pt x="215188" y="300761"/>
                  </a:lnTo>
                  <a:lnTo>
                    <a:pt x="215671" y="300812"/>
                  </a:lnTo>
                  <a:lnTo>
                    <a:pt x="217119" y="300951"/>
                  </a:lnTo>
                  <a:lnTo>
                    <a:pt x="217119" y="298424"/>
                  </a:lnTo>
                  <a:close/>
                </a:path>
                <a:path w="232410" h="361315">
                  <a:moveTo>
                    <a:pt x="219659" y="223545"/>
                  </a:moveTo>
                  <a:lnTo>
                    <a:pt x="217944" y="219532"/>
                  </a:lnTo>
                  <a:lnTo>
                    <a:pt x="215887" y="214718"/>
                  </a:lnTo>
                  <a:lnTo>
                    <a:pt x="209067" y="218389"/>
                  </a:lnTo>
                  <a:lnTo>
                    <a:pt x="214350" y="226974"/>
                  </a:lnTo>
                  <a:lnTo>
                    <a:pt x="219659" y="223545"/>
                  </a:lnTo>
                  <a:close/>
                </a:path>
                <a:path w="232410" h="361315">
                  <a:moveTo>
                    <a:pt x="220370" y="358698"/>
                  </a:moveTo>
                  <a:lnTo>
                    <a:pt x="219506" y="357301"/>
                  </a:lnTo>
                  <a:lnTo>
                    <a:pt x="218211" y="357174"/>
                  </a:lnTo>
                  <a:lnTo>
                    <a:pt x="216877" y="357047"/>
                  </a:lnTo>
                  <a:lnTo>
                    <a:pt x="216446" y="358063"/>
                  </a:lnTo>
                  <a:lnTo>
                    <a:pt x="216801" y="360654"/>
                  </a:lnTo>
                  <a:lnTo>
                    <a:pt x="218782" y="360768"/>
                  </a:lnTo>
                  <a:lnTo>
                    <a:pt x="220370" y="358698"/>
                  </a:lnTo>
                  <a:close/>
                </a:path>
                <a:path w="232410" h="361315">
                  <a:moveTo>
                    <a:pt x="221767" y="126365"/>
                  </a:moveTo>
                  <a:lnTo>
                    <a:pt x="219722" y="126352"/>
                  </a:lnTo>
                  <a:lnTo>
                    <a:pt x="219925" y="127723"/>
                  </a:lnTo>
                  <a:lnTo>
                    <a:pt x="219989" y="128181"/>
                  </a:lnTo>
                  <a:lnTo>
                    <a:pt x="220040" y="128397"/>
                  </a:lnTo>
                  <a:lnTo>
                    <a:pt x="220141" y="129095"/>
                  </a:lnTo>
                  <a:lnTo>
                    <a:pt x="221348" y="129095"/>
                  </a:lnTo>
                  <a:lnTo>
                    <a:pt x="221462" y="128397"/>
                  </a:lnTo>
                  <a:lnTo>
                    <a:pt x="221551" y="127723"/>
                  </a:lnTo>
                  <a:lnTo>
                    <a:pt x="221767" y="126365"/>
                  </a:lnTo>
                  <a:close/>
                </a:path>
                <a:path w="232410" h="361315">
                  <a:moveTo>
                    <a:pt x="232029" y="183019"/>
                  </a:moveTo>
                  <a:lnTo>
                    <a:pt x="218173" y="183019"/>
                  </a:lnTo>
                  <a:lnTo>
                    <a:pt x="218160" y="193776"/>
                  </a:lnTo>
                  <a:lnTo>
                    <a:pt x="225094" y="193776"/>
                  </a:lnTo>
                  <a:lnTo>
                    <a:pt x="232016" y="193776"/>
                  </a:lnTo>
                  <a:lnTo>
                    <a:pt x="232029" y="18301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4728438" y="7691900"/>
              <a:ext cx="220345" cy="264160"/>
            </a:xfrm>
            <a:custGeom>
              <a:avLst/>
              <a:gdLst/>
              <a:ahLst/>
              <a:cxnLst/>
              <a:rect l="l" t="t" r="r" b="b"/>
              <a:pathLst>
                <a:path w="220345" h="264159">
                  <a:moveTo>
                    <a:pt x="8216" y="37579"/>
                  </a:moveTo>
                  <a:lnTo>
                    <a:pt x="7937" y="36207"/>
                  </a:lnTo>
                  <a:lnTo>
                    <a:pt x="7874" y="35864"/>
                  </a:lnTo>
                  <a:lnTo>
                    <a:pt x="7835" y="35687"/>
                  </a:lnTo>
                  <a:lnTo>
                    <a:pt x="7696" y="34975"/>
                  </a:lnTo>
                  <a:lnTo>
                    <a:pt x="6565" y="34975"/>
                  </a:lnTo>
                  <a:lnTo>
                    <a:pt x="6388" y="35864"/>
                  </a:lnTo>
                  <a:lnTo>
                    <a:pt x="6324" y="36207"/>
                  </a:lnTo>
                  <a:lnTo>
                    <a:pt x="6045" y="37566"/>
                  </a:lnTo>
                  <a:lnTo>
                    <a:pt x="8216" y="37579"/>
                  </a:lnTo>
                  <a:close/>
                </a:path>
                <a:path w="220345" h="264159">
                  <a:moveTo>
                    <a:pt x="9169" y="14973"/>
                  </a:moveTo>
                  <a:lnTo>
                    <a:pt x="7886" y="13157"/>
                  </a:lnTo>
                  <a:lnTo>
                    <a:pt x="6337" y="10972"/>
                  </a:lnTo>
                  <a:lnTo>
                    <a:pt x="4521" y="10972"/>
                  </a:lnTo>
                  <a:lnTo>
                    <a:pt x="1689" y="14973"/>
                  </a:lnTo>
                  <a:lnTo>
                    <a:pt x="3416" y="17437"/>
                  </a:lnTo>
                  <a:lnTo>
                    <a:pt x="7454" y="17437"/>
                  </a:lnTo>
                  <a:lnTo>
                    <a:pt x="9169" y="14973"/>
                  </a:lnTo>
                  <a:close/>
                </a:path>
                <a:path w="220345" h="264159">
                  <a:moveTo>
                    <a:pt x="10871" y="0"/>
                  </a:moveTo>
                  <a:lnTo>
                    <a:pt x="12" y="0"/>
                  </a:lnTo>
                  <a:lnTo>
                    <a:pt x="0" y="8445"/>
                  </a:lnTo>
                  <a:lnTo>
                    <a:pt x="5435" y="8445"/>
                  </a:lnTo>
                  <a:lnTo>
                    <a:pt x="10858" y="8445"/>
                  </a:lnTo>
                  <a:lnTo>
                    <a:pt x="10871" y="0"/>
                  </a:lnTo>
                  <a:close/>
                </a:path>
                <a:path w="220345" h="264159">
                  <a:moveTo>
                    <a:pt x="14744" y="25031"/>
                  </a:moveTo>
                  <a:lnTo>
                    <a:pt x="12471" y="22504"/>
                  </a:lnTo>
                  <a:lnTo>
                    <a:pt x="9093" y="18719"/>
                  </a:lnTo>
                  <a:lnTo>
                    <a:pt x="4165" y="24612"/>
                  </a:lnTo>
                  <a:lnTo>
                    <a:pt x="11849" y="29108"/>
                  </a:lnTo>
                  <a:lnTo>
                    <a:pt x="14744" y="25031"/>
                  </a:lnTo>
                  <a:close/>
                </a:path>
                <a:path w="220345" h="264159">
                  <a:moveTo>
                    <a:pt x="16941" y="41910"/>
                  </a:moveTo>
                  <a:lnTo>
                    <a:pt x="12801" y="36436"/>
                  </a:lnTo>
                  <a:lnTo>
                    <a:pt x="11480" y="38239"/>
                  </a:lnTo>
                  <a:lnTo>
                    <a:pt x="8864" y="38468"/>
                  </a:lnTo>
                  <a:lnTo>
                    <a:pt x="8432" y="43535"/>
                  </a:lnTo>
                  <a:lnTo>
                    <a:pt x="11493" y="44615"/>
                  </a:lnTo>
                  <a:lnTo>
                    <a:pt x="13576" y="43586"/>
                  </a:lnTo>
                  <a:lnTo>
                    <a:pt x="16941" y="41910"/>
                  </a:lnTo>
                  <a:close/>
                </a:path>
                <a:path w="220345" h="264159">
                  <a:moveTo>
                    <a:pt x="22618" y="133362"/>
                  </a:moveTo>
                  <a:lnTo>
                    <a:pt x="18542" y="128435"/>
                  </a:lnTo>
                  <a:lnTo>
                    <a:pt x="15608" y="128422"/>
                  </a:lnTo>
                  <a:lnTo>
                    <a:pt x="11366" y="130670"/>
                  </a:lnTo>
                  <a:lnTo>
                    <a:pt x="10325" y="133769"/>
                  </a:lnTo>
                  <a:lnTo>
                    <a:pt x="10998" y="134683"/>
                  </a:lnTo>
                  <a:lnTo>
                    <a:pt x="10261" y="137502"/>
                  </a:lnTo>
                  <a:lnTo>
                    <a:pt x="15100" y="141757"/>
                  </a:lnTo>
                  <a:lnTo>
                    <a:pt x="22364" y="137033"/>
                  </a:lnTo>
                  <a:lnTo>
                    <a:pt x="22618" y="133362"/>
                  </a:lnTo>
                  <a:close/>
                </a:path>
                <a:path w="220345" h="264159">
                  <a:moveTo>
                    <a:pt x="23164" y="117182"/>
                  </a:moveTo>
                  <a:lnTo>
                    <a:pt x="22580" y="117182"/>
                  </a:lnTo>
                  <a:lnTo>
                    <a:pt x="22580" y="117627"/>
                  </a:lnTo>
                  <a:lnTo>
                    <a:pt x="22872" y="117627"/>
                  </a:lnTo>
                  <a:lnTo>
                    <a:pt x="23164" y="117627"/>
                  </a:lnTo>
                  <a:lnTo>
                    <a:pt x="23164" y="117182"/>
                  </a:lnTo>
                  <a:close/>
                </a:path>
                <a:path w="220345" h="264159">
                  <a:moveTo>
                    <a:pt x="35280" y="40195"/>
                  </a:moveTo>
                  <a:lnTo>
                    <a:pt x="34556" y="35229"/>
                  </a:lnTo>
                  <a:lnTo>
                    <a:pt x="30988" y="34683"/>
                  </a:lnTo>
                  <a:lnTo>
                    <a:pt x="26377" y="33985"/>
                  </a:lnTo>
                  <a:lnTo>
                    <a:pt x="24409" y="35775"/>
                  </a:lnTo>
                  <a:lnTo>
                    <a:pt x="25933" y="43916"/>
                  </a:lnTo>
                  <a:lnTo>
                    <a:pt x="30721" y="44754"/>
                  </a:lnTo>
                  <a:lnTo>
                    <a:pt x="35280" y="40195"/>
                  </a:lnTo>
                  <a:close/>
                </a:path>
                <a:path w="220345" h="264159">
                  <a:moveTo>
                    <a:pt x="35585" y="15214"/>
                  </a:moveTo>
                  <a:lnTo>
                    <a:pt x="29146" y="6921"/>
                  </a:lnTo>
                  <a:lnTo>
                    <a:pt x="28676" y="7391"/>
                  </a:lnTo>
                  <a:lnTo>
                    <a:pt x="22148" y="6794"/>
                  </a:lnTo>
                  <a:lnTo>
                    <a:pt x="20866" y="13665"/>
                  </a:lnTo>
                  <a:lnTo>
                    <a:pt x="25857" y="16624"/>
                  </a:lnTo>
                  <a:lnTo>
                    <a:pt x="27038" y="17348"/>
                  </a:lnTo>
                  <a:lnTo>
                    <a:pt x="32397" y="18796"/>
                  </a:lnTo>
                  <a:lnTo>
                    <a:pt x="35585" y="15214"/>
                  </a:lnTo>
                  <a:close/>
                </a:path>
                <a:path w="220345" h="264159">
                  <a:moveTo>
                    <a:pt x="44183" y="10553"/>
                  </a:moveTo>
                  <a:lnTo>
                    <a:pt x="43599" y="10553"/>
                  </a:lnTo>
                  <a:lnTo>
                    <a:pt x="43599" y="10998"/>
                  </a:lnTo>
                  <a:lnTo>
                    <a:pt x="43891" y="10998"/>
                  </a:lnTo>
                  <a:lnTo>
                    <a:pt x="44183" y="10998"/>
                  </a:lnTo>
                  <a:lnTo>
                    <a:pt x="44183" y="10553"/>
                  </a:lnTo>
                  <a:close/>
                </a:path>
                <a:path w="220345" h="264159">
                  <a:moveTo>
                    <a:pt x="49847" y="43230"/>
                  </a:moveTo>
                  <a:lnTo>
                    <a:pt x="40754" y="41109"/>
                  </a:lnTo>
                  <a:lnTo>
                    <a:pt x="41579" y="47180"/>
                  </a:lnTo>
                  <a:lnTo>
                    <a:pt x="41986" y="50190"/>
                  </a:lnTo>
                  <a:lnTo>
                    <a:pt x="45885" y="50342"/>
                  </a:lnTo>
                  <a:lnTo>
                    <a:pt x="49847" y="43230"/>
                  </a:lnTo>
                  <a:close/>
                </a:path>
                <a:path w="220345" h="264159">
                  <a:moveTo>
                    <a:pt x="59639" y="20548"/>
                  </a:moveTo>
                  <a:lnTo>
                    <a:pt x="55295" y="20548"/>
                  </a:lnTo>
                  <a:lnTo>
                    <a:pt x="55283" y="23926"/>
                  </a:lnTo>
                  <a:lnTo>
                    <a:pt x="57454" y="23926"/>
                  </a:lnTo>
                  <a:lnTo>
                    <a:pt x="59626" y="23926"/>
                  </a:lnTo>
                  <a:lnTo>
                    <a:pt x="59639" y="20548"/>
                  </a:lnTo>
                  <a:close/>
                </a:path>
                <a:path w="220345" h="264159">
                  <a:moveTo>
                    <a:pt x="60921" y="96977"/>
                  </a:moveTo>
                  <a:lnTo>
                    <a:pt x="60680" y="95605"/>
                  </a:lnTo>
                  <a:lnTo>
                    <a:pt x="60617" y="95224"/>
                  </a:lnTo>
                  <a:lnTo>
                    <a:pt x="60528" y="94691"/>
                  </a:lnTo>
                  <a:lnTo>
                    <a:pt x="60388" y="93929"/>
                  </a:lnTo>
                  <a:lnTo>
                    <a:pt x="60109" y="92303"/>
                  </a:lnTo>
                  <a:lnTo>
                    <a:pt x="54051" y="87299"/>
                  </a:lnTo>
                  <a:lnTo>
                    <a:pt x="52273" y="87312"/>
                  </a:lnTo>
                  <a:lnTo>
                    <a:pt x="52273" y="95326"/>
                  </a:lnTo>
                  <a:lnTo>
                    <a:pt x="51892" y="95592"/>
                  </a:lnTo>
                  <a:lnTo>
                    <a:pt x="51943" y="95732"/>
                  </a:lnTo>
                  <a:lnTo>
                    <a:pt x="51727" y="94691"/>
                  </a:lnTo>
                  <a:lnTo>
                    <a:pt x="52273" y="95326"/>
                  </a:lnTo>
                  <a:lnTo>
                    <a:pt x="52273" y="87312"/>
                  </a:lnTo>
                  <a:lnTo>
                    <a:pt x="51701" y="87312"/>
                  </a:lnTo>
                  <a:lnTo>
                    <a:pt x="51701" y="95732"/>
                  </a:lnTo>
                  <a:lnTo>
                    <a:pt x="51473" y="95618"/>
                  </a:lnTo>
                  <a:lnTo>
                    <a:pt x="51701" y="95732"/>
                  </a:lnTo>
                  <a:lnTo>
                    <a:pt x="51701" y="87312"/>
                  </a:lnTo>
                  <a:lnTo>
                    <a:pt x="49580" y="87312"/>
                  </a:lnTo>
                  <a:lnTo>
                    <a:pt x="44310" y="93129"/>
                  </a:lnTo>
                  <a:lnTo>
                    <a:pt x="44500" y="97218"/>
                  </a:lnTo>
                  <a:lnTo>
                    <a:pt x="45783" y="98780"/>
                  </a:lnTo>
                  <a:lnTo>
                    <a:pt x="45605" y="99288"/>
                  </a:lnTo>
                  <a:lnTo>
                    <a:pt x="46863" y="100101"/>
                  </a:lnTo>
                  <a:lnTo>
                    <a:pt x="49276" y="103073"/>
                  </a:lnTo>
                  <a:lnTo>
                    <a:pt x="50266" y="102323"/>
                  </a:lnTo>
                  <a:lnTo>
                    <a:pt x="51409" y="103060"/>
                  </a:lnTo>
                  <a:lnTo>
                    <a:pt x="55499" y="102438"/>
                  </a:lnTo>
                  <a:lnTo>
                    <a:pt x="60921" y="96977"/>
                  </a:lnTo>
                  <a:close/>
                </a:path>
                <a:path w="220345" h="264159">
                  <a:moveTo>
                    <a:pt x="61264" y="107035"/>
                  </a:moveTo>
                  <a:lnTo>
                    <a:pt x="59461" y="104228"/>
                  </a:lnTo>
                  <a:lnTo>
                    <a:pt x="56769" y="104228"/>
                  </a:lnTo>
                  <a:lnTo>
                    <a:pt x="52362" y="104228"/>
                  </a:lnTo>
                  <a:lnTo>
                    <a:pt x="51562" y="107454"/>
                  </a:lnTo>
                  <a:lnTo>
                    <a:pt x="55765" y="112890"/>
                  </a:lnTo>
                  <a:lnTo>
                    <a:pt x="59309" y="111683"/>
                  </a:lnTo>
                  <a:lnTo>
                    <a:pt x="61264" y="107035"/>
                  </a:lnTo>
                  <a:close/>
                </a:path>
                <a:path w="220345" h="264159">
                  <a:moveTo>
                    <a:pt x="62382" y="125183"/>
                  </a:moveTo>
                  <a:lnTo>
                    <a:pt x="61785" y="125183"/>
                  </a:lnTo>
                  <a:lnTo>
                    <a:pt x="61785" y="125628"/>
                  </a:lnTo>
                  <a:lnTo>
                    <a:pt x="62077" y="125628"/>
                  </a:lnTo>
                  <a:lnTo>
                    <a:pt x="62382" y="125628"/>
                  </a:lnTo>
                  <a:lnTo>
                    <a:pt x="62382" y="125183"/>
                  </a:lnTo>
                  <a:close/>
                </a:path>
                <a:path w="220345" h="264159">
                  <a:moveTo>
                    <a:pt x="65671" y="7277"/>
                  </a:moveTo>
                  <a:lnTo>
                    <a:pt x="65087" y="7277"/>
                  </a:lnTo>
                  <a:lnTo>
                    <a:pt x="65087" y="7721"/>
                  </a:lnTo>
                  <a:lnTo>
                    <a:pt x="65379" y="7721"/>
                  </a:lnTo>
                  <a:lnTo>
                    <a:pt x="65671" y="7721"/>
                  </a:lnTo>
                  <a:lnTo>
                    <a:pt x="65671" y="7277"/>
                  </a:lnTo>
                  <a:close/>
                </a:path>
                <a:path w="220345" h="264159">
                  <a:moveTo>
                    <a:pt x="65874" y="9055"/>
                  </a:moveTo>
                  <a:lnTo>
                    <a:pt x="55841" y="9055"/>
                  </a:lnTo>
                  <a:lnTo>
                    <a:pt x="55829" y="12992"/>
                  </a:lnTo>
                  <a:lnTo>
                    <a:pt x="55397" y="11912"/>
                  </a:lnTo>
                  <a:lnTo>
                    <a:pt x="54952" y="11328"/>
                  </a:lnTo>
                  <a:lnTo>
                    <a:pt x="54940" y="11518"/>
                  </a:lnTo>
                  <a:lnTo>
                    <a:pt x="54813" y="11391"/>
                  </a:lnTo>
                  <a:lnTo>
                    <a:pt x="54940" y="11518"/>
                  </a:lnTo>
                  <a:lnTo>
                    <a:pt x="54940" y="11328"/>
                  </a:lnTo>
                  <a:lnTo>
                    <a:pt x="54114" y="10591"/>
                  </a:lnTo>
                  <a:lnTo>
                    <a:pt x="50812" y="7658"/>
                  </a:lnTo>
                  <a:lnTo>
                    <a:pt x="45694" y="11328"/>
                  </a:lnTo>
                  <a:lnTo>
                    <a:pt x="45694" y="11518"/>
                  </a:lnTo>
                  <a:lnTo>
                    <a:pt x="48780" y="17157"/>
                  </a:lnTo>
                  <a:lnTo>
                    <a:pt x="50139" y="17678"/>
                  </a:lnTo>
                  <a:lnTo>
                    <a:pt x="53187" y="18021"/>
                  </a:lnTo>
                  <a:lnTo>
                    <a:pt x="54825" y="17043"/>
                  </a:lnTo>
                  <a:lnTo>
                    <a:pt x="55829" y="14909"/>
                  </a:lnTo>
                  <a:lnTo>
                    <a:pt x="55829" y="16852"/>
                  </a:lnTo>
                  <a:lnTo>
                    <a:pt x="60858" y="16852"/>
                  </a:lnTo>
                  <a:lnTo>
                    <a:pt x="65874" y="16852"/>
                  </a:lnTo>
                  <a:lnTo>
                    <a:pt x="65874" y="9055"/>
                  </a:lnTo>
                  <a:close/>
                </a:path>
                <a:path w="220345" h="264159">
                  <a:moveTo>
                    <a:pt x="72796" y="176720"/>
                  </a:moveTo>
                  <a:lnTo>
                    <a:pt x="69443" y="174815"/>
                  </a:lnTo>
                  <a:lnTo>
                    <a:pt x="66890" y="173355"/>
                  </a:lnTo>
                  <a:lnTo>
                    <a:pt x="64058" y="176809"/>
                  </a:lnTo>
                  <a:lnTo>
                    <a:pt x="69011" y="181635"/>
                  </a:lnTo>
                  <a:lnTo>
                    <a:pt x="72796" y="176720"/>
                  </a:lnTo>
                  <a:close/>
                </a:path>
                <a:path w="220345" h="264159">
                  <a:moveTo>
                    <a:pt x="73075" y="144843"/>
                  </a:moveTo>
                  <a:lnTo>
                    <a:pt x="63969" y="141249"/>
                  </a:lnTo>
                  <a:lnTo>
                    <a:pt x="62738" y="146900"/>
                  </a:lnTo>
                  <a:lnTo>
                    <a:pt x="61810" y="151206"/>
                  </a:lnTo>
                  <a:lnTo>
                    <a:pt x="67691" y="154051"/>
                  </a:lnTo>
                  <a:lnTo>
                    <a:pt x="73075" y="144843"/>
                  </a:lnTo>
                  <a:close/>
                </a:path>
                <a:path w="220345" h="264159">
                  <a:moveTo>
                    <a:pt x="76415" y="67868"/>
                  </a:moveTo>
                  <a:lnTo>
                    <a:pt x="75831" y="67868"/>
                  </a:lnTo>
                  <a:lnTo>
                    <a:pt x="75831" y="68313"/>
                  </a:lnTo>
                  <a:lnTo>
                    <a:pt x="76123" y="68313"/>
                  </a:lnTo>
                  <a:lnTo>
                    <a:pt x="76415" y="68313"/>
                  </a:lnTo>
                  <a:lnTo>
                    <a:pt x="76415" y="67868"/>
                  </a:lnTo>
                  <a:close/>
                </a:path>
                <a:path w="220345" h="264159">
                  <a:moveTo>
                    <a:pt x="79527" y="47853"/>
                  </a:moveTo>
                  <a:lnTo>
                    <a:pt x="74434" y="45529"/>
                  </a:lnTo>
                  <a:lnTo>
                    <a:pt x="69532" y="43294"/>
                  </a:lnTo>
                  <a:lnTo>
                    <a:pt x="67386" y="45250"/>
                  </a:lnTo>
                  <a:lnTo>
                    <a:pt x="72402" y="55333"/>
                  </a:lnTo>
                  <a:lnTo>
                    <a:pt x="79527" y="47853"/>
                  </a:lnTo>
                  <a:close/>
                </a:path>
                <a:path w="220345" h="264159">
                  <a:moveTo>
                    <a:pt x="81191" y="180568"/>
                  </a:moveTo>
                  <a:lnTo>
                    <a:pt x="74485" y="181902"/>
                  </a:lnTo>
                  <a:lnTo>
                    <a:pt x="75463" y="183718"/>
                  </a:lnTo>
                  <a:lnTo>
                    <a:pt x="74917" y="184365"/>
                  </a:lnTo>
                  <a:lnTo>
                    <a:pt x="77127" y="188709"/>
                  </a:lnTo>
                  <a:lnTo>
                    <a:pt x="80899" y="187096"/>
                  </a:lnTo>
                  <a:lnTo>
                    <a:pt x="81191" y="180568"/>
                  </a:lnTo>
                  <a:close/>
                </a:path>
                <a:path w="220345" h="264159">
                  <a:moveTo>
                    <a:pt x="87198" y="127215"/>
                  </a:moveTo>
                  <a:lnTo>
                    <a:pt x="84645" y="125183"/>
                  </a:lnTo>
                  <a:lnTo>
                    <a:pt x="82130" y="125907"/>
                  </a:lnTo>
                  <a:lnTo>
                    <a:pt x="77825" y="127165"/>
                  </a:lnTo>
                  <a:lnTo>
                    <a:pt x="77812" y="132384"/>
                  </a:lnTo>
                  <a:lnTo>
                    <a:pt x="84645" y="134378"/>
                  </a:lnTo>
                  <a:lnTo>
                    <a:pt x="87198" y="132346"/>
                  </a:lnTo>
                  <a:lnTo>
                    <a:pt x="87198" y="127215"/>
                  </a:lnTo>
                  <a:close/>
                </a:path>
                <a:path w="220345" h="264159">
                  <a:moveTo>
                    <a:pt x="87604" y="14554"/>
                  </a:moveTo>
                  <a:lnTo>
                    <a:pt x="84912" y="14554"/>
                  </a:lnTo>
                  <a:lnTo>
                    <a:pt x="84924" y="10502"/>
                  </a:lnTo>
                  <a:lnTo>
                    <a:pt x="72986" y="10502"/>
                  </a:lnTo>
                  <a:lnTo>
                    <a:pt x="72974" y="19786"/>
                  </a:lnTo>
                  <a:lnTo>
                    <a:pt x="74828" y="19786"/>
                  </a:lnTo>
                  <a:lnTo>
                    <a:pt x="74828" y="24460"/>
                  </a:lnTo>
                  <a:lnTo>
                    <a:pt x="81216" y="24460"/>
                  </a:lnTo>
                  <a:lnTo>
                    <a:pt x="87591" y="24460"/>
                  </a:lnTo>
                  <a:lnTo>
                    <a:pt x="87604" y="14554"/>
                  </a:lnTo>
                  <a:close/>
                </a:path>
                <a:path w="220345" h="264159">
                  <a:moveTo>
                    <a:pt x="90208" y="169024"/>
                  </a:moveTo>
                  <a:lnTo>
                    <a:pt x="80721" y="169024"/>
                  </a:lnTo>
                  <a:lnTo>
                    <a:pt x="80708" y="176403"/>
                  </a:lnTo>
                  <a:lnTo>
                    <a:pt x="85458" y="176403"/>
                  </a:lnTo>
                  <a:lnTo>
                    <a:pt x="90208" y="176403"/>
                  </a:lnTo>
                  <a:lnTo>
                    <a:pt x="90208" y="169024"/>
                  </a:lnTo>
                  <a:close/>
                </a:path>
                <a:path w="220345" h="264159">
                  <a:moveTo>
                    <a:pt x="93218" y="157975"/>
                  </a:moveTo>
                  <a:lnTo>
                    <a:pt x="93116" y="155905"/>
                  </a:lnTo>
                  <a:lnTo>
                    <a:pt x="91859" y="155587"/>
                  </a:lnTo>
                  <a:lnTo>
                    <a:pt x="90258" y="155181"/>
                  </a:lnTo>
                  <a:lnTo>
                    <a:pt x="88404" y="154787"/>
                  </a:lnTo>
                  <a:lnTo>
                    <a:pt x="85623" y="153339"/>
                  </a:lnTo>
                  <a:lnTo>
                    <a:pt x="84048" y="155105"/>
                  </a:lnTo>
                  <a:lnTo>
                    <a:pt x="87325" y="157949"/>
                  </a:lnTo>
                  <a:lnTo>
                    <a:pt x="89166" y="158724"/>
                  </a:lnTo>
                  <a:lnTo>
                    <a:pt x="93218" y="157975"/>
                  </a:lnTo>
                  <a:close/>
                </a:path>
                <a:path w="220345" h="264159">
                  <a:moveTo>
                    <a:pt x="95732" y="36245"/>
                  </a:moveTo>
                  <a:lnTo>
                    <a:pt x="95008" y="34721"/>
                  </a:lnTo>
                  <a:lnTo>
                    <a:pt x="93726" y="31978"/>
                  </a:lnTo>
                  <a:lnTo>
                    <a:pt x="93522" y="31902"/>
                  </a:lnTo>
                  <a:lnTo>
                    <a:pt x="93459" y="31724"/>
                  </a:lnTo>
                  <a:lnTo>
                    <a:pt x="92316" y="30962"/>
                  </a:lnTo>
                  <a:lnTo>
                    <a:pt x="90741" y="29895"/>
                  </a:lnTo>
                  <a:lnTo>
                    <a:pt x="85140" y="31445"/>
                  </a:lnTo>
                  <a:lnTo>
                    <a:pt x="83083" y="34569"/>
                  </a:lnTo>
                  <a:lnTo>
                    <a:pt x="85255" y="40767"/>
                  </a:lnTo>
                  <a:lnTo>
                    <a:pt x="89204" y="42989"/>
                  </a:lnTo>
                  <a:lnTo>
                    <a:pt x="95097" y="39001"/>
                  </a:lnTo>
                  <a:lnTo>
                    <a:pt x="95732" y="36245"/>
                  </a:lnTo>
                  <a:close/>
                </a:path>
                <a:path w="220345" h="264159">
                  <a:moveTo>
                    <a:pt x="99225" y="69583"/>
                  </a:moveTo>
                  <a:lnTo>
                    <a:pt x="99034" y="67779"/>
                  </a:lnTo>
                  <a:lnTo>
                    <a:pt x="96951" y="65392"/>
                  </a:lnTo>
                  <a:lnTo>
                    <a:pt x="94119" y="62153"/>
                  </a:lnTo>
                  <a:lnTo>
                    <a:pt x="91744" y="64630"/>
                  </a:lnTo>
                  <a:lnTo>
                    <a:pt x="91744" y="68440"/>
                  </a:lnTo>
                  <a:lnTo>
                    <a:pt x="91617" y="68592"/>
                  </a:lnTo>
                  <a:lnTo>
                    <a:pt x="91630" y="69316"/>
                  </a:lnTo>
                  <a:lnTo>
                    <a:pt x="91579" y="70586"/>
                  </a:lnTo>
                  <a:lnTo>
                    <a:pt x="91490" y="70421"/>
                  </a:lnTo>
                  <a:lnTo>
                    <a:pt x="91630" y="69316"/>
                  </a:lnTo>
                  <a:lnTo>
                    <a:pt x="91617" y="68592"/>
                  </a:lnTo>
                  <a:lnTo>
                    <a:pt x="91744" y="68440"/>
                  </a:lnTo>
                  <a:lnTo>
                    <a:pt x="91744" y="64630"/>
                  </a:lnTo>
                  <a:lnTo>
                    <a:pt x="88061" y="68440"/>
                  </a:lnTo>
                  <a:lnTo>
                    <a:pt x="90043" y="70002"/>
                  </a:lnTo>
                  <a:lnTo>
                    <a:pt x="90385" y="72377"/>
                  </a:lnTo>
                  <a:lnTo>
                    <a:pt x="95453" y="73850"/>
                  </a:lnTo>
                  <a:lnTo>
                    <a:pt x="97497" y="73152"/>
                  </a:lnTo>
                  <a:lnTo>
                    <a:pt x="98171" y="71767"/>
                  </a:lnTo>
                  <a:lnTo>
                    <a:pt x="98742" y="70586"/>
                  </a:lnTo>
                  <a:lnTo>
                    <a:pt x="99225" y="69583"/>
                  </a:lnTo>
                  <a:close/>
                </a:path>
                <a:path w="220345" h="264159">
                  <a:moveTo>
                    <a:pt x="103847" y="204520"/>
                  </a:moveTo>
                  <a:lnTo>
                    <a:pt x="103263" y="204520"/>
                  </a:lnTo>
                  <a:lnTo>
                    <a:pt x="103263" y="204965"/>
                  </a:lnTo>
                  <a:lnTo>
                    <a:pt x="103555" y="204965"/>
                  </a:lnTo>
                  <a:lnTo>
                    <a:pt x="103847" y="204965"/>
                  </a:lnTo>
                  <a:lnTo>
                    <a:pt x="103847" y="204520"/>
                  </a:lnTo>
                  <a:close/>
                </a:path>
                <a:path w="220345" h="264159">
                  <a:moveTo>
                    <a:pt x="109588" y="30175"/>
                  </a:moveTo>
                  <a:lnTo>
                    <a:pt x="108915" y="25946"/>
                  </a:lnTo>
                  <a:lnTo>
                    <a:pt x="107886" y="24663"/>
                  </a:lnTo>
                  <a:lnTo>
                    <a:pt x="106730" y="24066"/>
                  </a:lnTo>
                  <a:lnTo>
                    <a:pt x="105854" y="23622"/>
                  </a:lnTo>
                  <a:lnTo>
                    <a:pt x="105689" y="23533"/>
                  </a:lnTo>
                  <a:lnTo>
                    <a:pt x="104140" y="23291"/>
                  </a:lnTo>
                  <a:lnTo>
                    <a:pt x="103581" y="23710"/>
                  </a:lnTo>
                  <a:lnTo>
                    <a:pt x="103085" y="23774"/>
                  </a:lnTo>
                  <a:lnTo>
                    <a:pt x="100622" y="23558"/>
                  </a:lnTo>
                  <a:lnTo>
                    <a:pt x="98336" y="26212"/>
                  </a:lnTo>
                  <a:lnTo>
                    <a:pt x="98336" y="31610"/>
                  </a:lnTo>
                  <a:lnTo>
                    <a:pt x="100609" y="33464"/>
                  </a:lnTo>
                  <a:lnTo>
                    <a:pt x="104101" y="33769"/>
                  </a:lnTo>
                  <a:lnTo>
                    <a:pt x="104902" y="33667"/>
                  </a:lnTo>
                  <a:lnTo>
                    <a:pt x="108369" y="32270"/>
                  </a:lnTo>
                  <a:lnTo>
                    <a:pt x="109588" y="30175"/>
                  </a:lnTo>
                  <a:close/>
                </a:path>
                <a:path w="220345" h="264159">
                  <a:moveTo>
                    <a:pt x="111633" y="223545"/>
                  </a:moveTo>
                  <a:lnTo>
                    <a:pt x="107556" y="223545"/>
                  </a:lnTo>
                  <a:lnTo>
                    <a:pt x="107543" y="226707"/>
                  </a:lnTo>
                  <a:lnTo>
                    <a:pt x="109588" y="226707"/>
                  </a:lnTo>
                  <a:lnTo>
                    <a:pt x="111620" y="226707"/>
                  </a:lnTo>
                  <a:lnTo>
                    <a:pt x="111633" y="223545"/>
                  </a:lnTo>
                  <a:close/>
                </a:path>
                <a:path w="220345" h="264159">
                  <a:moveTo>
                    <a:pt x="112458" y="120611"/>
                  </a:moveTo>
                  <a:lnTo>
                    <a:pt x="107111" y="115404"/>
                  </a:lnTo>
                  <a:lnTo>
                    <a:pt x="103035" y="120713"/>
                  </a:lnTo>
                  <a:lnTo>
                    <a:pt x="106641" y="122770"/>
                  </a:lnTo>
                  <a:lnTo>
                    <a:pt x="109410" y="124345"/>
                  </a:lnTo>
                  <a:lnTo>
                    <a:pt x="112458" y="120611"/>
                  </a:lnTo>
                  <a:close/>
                </a:path>
                <a:path w="220345" h="264159">
                  <a:moveTo>
                    <a:pt x="117208" y="14046"/>
                  </a:moveTo>
                  <a:lnTo>
                    <a:pt x="115785" y="11188"/>
                  </a:lnTo>
                  <a:lnTo>
                    <a:pt x="113398" y="11455"/>
                  </a:lnTo>
                  <a:lnTo>
                    <a:pt x="109702" y="11874"/>
                  </a:lnTo>
                  <a:lnTo>
                    <a:pt x="108140" y="14338"/>
                  </a:lnTo>
                  <a:lnTo>
                    <a:pt x="112788" y="18567"/>
                  </a:lnTo>
                  <a:lnTo>
                    <a:pt x="115481" y="18148"/>
                  </a:lnTo>
                  <a:lnTo>
                    <a:pt x="117208" y="14046"/>
                  </a:lnTo>
                  <a:close/>
                </a:path>
                <a:path w="220345" h="264159">
                  <a:moveTo>
                    <a:pt x="121399" y="81711"/>
                  </a:moveTo>
                  <a:lnTo>
                    <a:pt x="115684" y="81711"/>
                  </a:lnTo>
                  <a:lnTo>
                    <a:pt x="115671" y="86131"/>
                  </a:lnTo>
                  <a:lnTo>
                    <a:pt x="118541" y="86131"/>
                  </a:lnTo>
                  <a:lnTo>
                    <a:pt x="121386" y="86131"/>
                  </a:lnTo>
                  <a:lnTo>
                    <a:pt x="121399" y="81711"/>
                  </a:lnTo>
                  <a:close/>
                </a:path>
                <a:path w="220345" h="264159">
                  <a:moveTo>
                    <a:pt x="122174" y="135128"/>
                  </a:moveTo>
                  <a:lnTo>
                    <a:pt x="120878" y="132232"/>
                  </a:lnTo>
                  <a:lnTo>
                    <a:pt x="116395" y="132232"/>
                  </a:lnTo>
                  <a:lnTo>
                    <a:pt x="115100" y="135140"/>
                  </a:lnTo>
                  <a:lnTo>
                    <a:pt x="116776" y="136728"/>
                  </a:lnTo>
                  <a:lnTo>
                    <a:pt x="117983" y="137883"/>
                  </a:lnTo>
                  <a:lnTo>
                    <a:pt x="119291" y="137896"/>
                  </a:lnTo>
                  <a:lnTo>
                    <a:pt x="122174" y="135128"/>
                  </a:lnTo>
                  <a:close/>
                </a:path>
                <a:path w="220345" h="264159">
                  <a:moveTo>
                    <a:pt x="125806" y="178168"/>
                  </a:moveTo>
                  <a:lnTo>
                    <a:pt x="125374" y="175183"/>
                  </a:lnTo>
                  <a:lnTo>
                    <a:pt x="123964" y="174015"/>
                  </a:lnTo>
                  <a:lnTo>
                    <a:pt x="116116" y="171881"/>
                  </a:lnTo>
                  <a:lnTo>
                    <a:pt x="114350" y="179171"/>
                  </a:lnTo>
                  <a:lnTo>
                    <a:pt x="119062" y="180987"/>
                  </a:lnTo>
                  <a:lnTo>
                    <a:pt x="121843" y="182067"/>
                  </a:lnTo>
                  <a:lnTo>
                    <a:pt x="123596" y="181483"/>
                  </a:lnTo>
                  <a:lnTo>
                    <a:pt x="125691" y="179285"/>
                  </a:lnTo>
                  <a:lnTo>
                    <a:pt x="125806" y="178168"/>
                  </a:lnTo>
                  <a:close/>
                </a:path>
                <a:path w="220345" h="264159">
                  <a:moveTo>
                    <a:pt x="126187" y="33477"/>
                  </a:moveTo>
                  <a:lnTo>
                    <a:pt x="125590" y="33477"/>
                  </a:lnTo>
                  <a:lnTo>
                    <a:pt x="125590" y="33921"/>
                  </a:lnTo>
                  <a:lnTo>
                    <a:pt x="125882" y="33921"/>
                  </a:lnTo>
                  <a:lnTo>
                    <a:pt x="126187" y="33921"/>
                  </a:lnTo>
                  <a:lnTo>
                    <a:pt x="126187" y="33477"/>
                  </a:lnTo>
                  <a:close/>
                </a:path>
                <a:path w="220345" h="264159">
                  <a:moveTo>
                    <a:pt x="126301" y="52578"/>
                  </a:moveTo>
                  <a:lnTo>
                    <a:pt x="118694" y="52578"/>
                  </a:lnTo>
                  <a:lnTo>
                    <a:pt x="118694" y="58483"/>
                  </a:lnTo>
                  <a:lnTo>
                    <a:pt x="122491" y="58483"/>
                  </a:lnTo>
                  <a:lnTo>
                    <a:pt x="126301" y="58483"/>
                  </a:lnTo>
                  <a:lnTo>
                    <a:pt x="126301" y="52578"/>
                  </a:lnTo>
                  <a:close/>
                </a:path>
                <a:path w="220345" h="264159">
                  <a:moveTo>
                    <a:pt x="128231" y="229692"/>
                  </a:moveTo>
                  <a:lnTo>
                    <a:pt x="127076" y="228219"/>
                  </a:lnTo>
                  <a:lnTo>
                    <a:pt x="126136" y="226987"/>
                  </a:lnTo>
                  <a:lnTo>
                    <a:pt x="123672" y="227164"/>
                  </a:lnTo>
                  <a:lnTo>
                    <a:pt x="123393" y="228930"/>
                  </a:lnTo>
                  <a:lnTo>
                    <a:pt x="123113" y="230644"/>
                  </a:lnTo>
                  <a:lnTo>
                    <a:pt x="123621" y="231825"/>
                  </a:lnTo>
                  <a:lnTo>
                    <a:pt x="127050" y="231394"/>
                  </a:lnTo>
                  <a:lnTo>
                    <a:pt x="128231" y="229692"/>
                  </a:lnTo>
                  <a:close/>
                </a:path>
                <a:path w="220345" h="264159">
                  <a:moveTo>
                    <a:pt x="133413" y="155816"/>
                  </a:moveTo>
                  <a:lnTo>
                    <a:pt x="131191" y="153200"/>
                  </a:lnTo>
                  <a:lnTo>
                    <a:pt x="127381" y="148742"/>
                  </a:lnTo>
                  <a:lnTo>
                    <a:pt x="122961" y="151218"/>
                  </a:lnTo>
                  <a:lnTo>
                    <a:pt x="122580" y="160274"/>
                  </a:lnTo>
                  <a:lnTo>
                    <a:pt x="126492" y="162547"/>
                  </a:lnTo>
                  <a:lnTo>
                    <a:pt x="132956" y="159816"/>
                  </a:lnTo>
                  <a:lnTo>
                    <a:pt x="133413" y="155816"/>
                  </a:lnTo>
                  <a:close/>
                </a:path>
                <a:path w="220345" h="264159">
                  <a:moveTo>
                    <a:pt x="134023" y="123037"/>
                  </a:moveTo>
                  <a:lnTo>
                    <a:pt x="132842" y="121234"/>
                  </a:lnTo>
                  <a:lnTo>
                    <a:pt x="131419" y="119075"/>
                  </a:lnTo>
                  <a:lnTo>
                    <a:pt x="128485" y="118897"/>
                  </a:lnTo>
                  <a:lnTo>
                    <a:pt x="125933" y="123278"/>
                  </a:lnTo>
                  <a:lnTo>
                    <a:pt x="127660" y="125539"/>
                  </a:lnTo>
                  <a:lnTo>
                    <a:pt x="129971" y="125793"/>
                  </a:lnTo>
                  <a:lnTo>
                    <a:pt x="132499" y="126060"/>
                  </a:lnTo>
                  <a:lnTo>
                    <a:pt x="134023" y="123037"/>
                  </a:lnTo>
                  <a:close/>
                </a:path>
                <a:path w="220345" h="264159">
                  <a:moveTo>
                    <a:pt x="136753" y="27813"/>
                  </a:moveTo>
                  <a:lnTo>
                    <a:pt x="136448" y="26073"/>
                  </a:lnTo>
                  <a:lnTo>
                    <a:pt x="136118" y="25412"/>
                  </a:lnTo>
                  <a:lnTo>
                    <a:pt x="134886" y="22542"/>
                  </a:lnTo>
                  <a:lnTo>
                    <a:pt x="131279" y="24879"/>
                  </a:lnTo>
                  <a:lnTo>
                    <a:pt x="133159" y="26720"/>
                  </a:lnTo>
                  <a:lnTo>
                    <a:pt x="134213" y="27762"/>
                  </a:lnTo>
                  <a:lnTo>
                    <a:pt x="135813" y="28740"/>
                  </a:lnTo>
                  <a:lnTo>
                    <a:pt x="136753" y="27813"/>
                  </a:lnTo>
                  <a:close/>
                </a:path>
                <a:path w="220345" h="264159">
                  <a:moveTo>
                    <a:pt x="140296" y="141897"/>
                  </a:moveTo>
                  <a:lnTo>
                    <a:pt x="139712" y="141897"/>
                  </a:lnTo>
                  <a:lnTo>
                    <a:pt x="139712" y="142341"/>
                  </a:lnTo>
                  <a:lnTo>
                    <a:pt x="140004" y="142341"/>
                  </a:lnTo>
                  <a:lnTo>
                    <a:pt x="140296" y="142341"/>
                  </a:lnTo>
                  <a:lnTo>
                    <a:pt x="140296" y="141897"/>
                  </a:lnTo>
                  <a:close/>
                </a:path>
                <a:path w="220345" h="264159">
                  <a:moveTo>
                    <a:pt x="141287" y="76098"/>
                  </a:moveTo>
                  <a:lnTo>
                    <a:pt x="140703" y="76098"/>
                  </a:lnTo>
                  <a:lnTo>
                    <a:pt x="140703" y="76555"/>
                  </a:lnTo>
                  <a:lnTo>
                    <a:pt x="140995" y="76555"/>
                  </a:lnTo>
                  <a:lnTo>
                    <a:pt x="141287" y="76555"/>
                  </a:lnTo>
                  <a:lnTo>
                    <a:pt x="141287" y="76098"/>
                  </a:lnTo>
                  <a:close/>
                </a:path>
                <a:path w="220345" h="264159">
                  <a:moveTo>
                    <a:pt x="145135" y="86144"/>
                  </a:moveTo>
                  <a:lnTo>
                    <a:pt x="141401" y="81851"/>
                  </a:lnTo>
                  <a:lnTo>
                    <a:pt x="140423" y="81495"/>
                  </a:lnTo>
                  <a:lnTo>
                    <a:pt x="139776" y="80619"/>
                  </a:lnTo>
                  <a:lnTo>
                    <a:pt x="138341" y="78638"/>
                  </a:lnTo>
                  <a:lnTo>
                    <a:pt x="133616" y="79044"/>
                  </a:lnTo>
                  <a:lnTo>
                    <a:pt x="133985" y="83019"/>
                  </a:lnTo>
                  <a:lnTo>
                    <a:pt x="133438" y="83959"/>
                  </a:lnTo>
                  <a:lnTo>
                    <a:pt x="134137" y="84823"/>
                  </a:lnTo>
                  <a:lnTo>
                    <a:pt x="134200" y="85496"/>
                  </a:lnTo>
                  <a:lnTo>
                    <a:pt x="135318" y="87833"/>
                  </a:lnTo>
                  <a:lnTo>
                    <a:pt x="136982" y="88366"/>
                  </a:lnTo>
                  <a:lnTo>
                    <a:pt x="139496" y="91554"/>
                  </a:lnTo>
                  <a:lnTo>
                    <a:pt x="142417" y="88760"/>
                  </a:lnTo>
                  <a:lnTo>
                    <a:pt x="145135" y="86144"/>
                  </a:lnTo>
                  <a:close/>
                </a:path>
                <a:path w="220345" h="264159">
                  <a:moveTo>
                    <a:pt x="148780" y="258864"/>
                  </a:moveTo>
                  <a:lnTo>
                    <a:pt x="145415" y="255308"/>
                  </a:lnTo>
                  <a:lnTo>
                    <a:pt x="141808" y="256933"/>
                  </a:lnTo>
                  <a:lnTo>
                    <a:pt x="141808" y="262483"/>
                  </a:lnTo>
                  <a:lnTo>
                    <a:pt x="145427" y="264109"/>
                  </a:lnTo>
                  <a:lnTo>
                    <a:pt x="147396" y="262026"/>
                  </a:lnTo>
                  <a:lnTo>
                    <a:pt x="148780" y="260553"/>
                  </a:lnTo>
                  <a:lnTo>
                    <a:pt x="148780" y="258864"/>
                  </a:lnTo>
                  <a:close/>
                </a:path>
                <a:path w="220345" h="264159">
                  <a:moveTo>
                    <a:pt x="165404" y="146964"/>
                  </a:moveTo>
                  <a:lnTo>
                    <a:pt x="163664" y="145491"/>
                  </a:lnTo>
                  <a:lnTo>
                    <a:pt x="163004" y="145288"/>
                  </a:lnTo>
                  <a:lnTo>
                    <a:pt x="158496" y="144945"/>
                  </a:lnTo>
                  <a:lnTo>
                    <a:pt x="158496" y="148132"/>
                  </a:lnTo>
                  <a:lnTo>
                    <a:pt x="155270" y="146570"/>
                  </a:lnTo>
                  <a:lnTo>
                    <a:pt x="152387" y="145186"/>
                  </a:lnTo>
                  <a:lnTo>
                    <a:pt x="149148" y="148729"/>
                  </a:lnTo>
                  <a:lnTo>
                    <a:pt x="154889" y="154317"/>
                  </a:lnTo>
                  <a:lnTo>
                    <a:pt x="158496" y="149174"/>
                  </a:lnTo>
                  <a:lnTo>
                    <a:pt x="158496" y="150495"/>
                  </a:lnTo>
                  <a:lnTo>
                    <a:pt x="161759" y="150253"/>
                  </a:lnTo>
                  <a:lnTo>
                    <a:pt x="163004" y="150152"/>
                  </a:lnTo>
                  <a:lnTo>
                    <a:pt x="163690" y="149936"/>
                  </a:lnTo>
                  <a:lnTo>
                    <a:pt x="165404" y="148475"/>
                  </a:lnTo>
                  <a:lnTo>
                    <a:pt x="165404" y="146964"/>
                  </a:lnTo>
                  <a:close/>
                </a:path>
                <a:path w="220345" h="264159">
                  <a:moveTo>
                    <a:pt x="166306" y="143903"/>
                  </a:moveTo>
                  <a:lnTo>
                    <a:pt x="165481" y="142659"/>
                  </a:lnTo>
                  <a:lnTo>
                    <a:pt x="165290" y="142405"/>
                  </a:lnTo>
                  <a:lnTo>
                    <a:pt x="163842" y="140233"/>
                  </a:lnTo>
                  <a:lnTo>
                    <a:pt x="161366" y="142824"/>
                  </a:lnTo>
                  <a:lnTo>
                    <a:pt x="163245" y="144005"/>
                  </a:lnTo>
                  <a:lnTo>
                    <a:pt x="165036" y="145110"/>
                  </a:lnTo>
                  <a:lnTo>
                    <a:pt x="166306" y="143903"/>
                  </a:lnTo>
                  <a:close/>
                </a:path>
                <a:path w="220345" h="264159">
                  <a:moveTo>
                    <a:pt x="167754" y="72593"/>
                  </a:moveTo>
                  <a:lnTo>
                    <a:pt x="165747" y="68313"/>
                  </a:lnTo>
                  <a:lnTo>
                    <a:pt x="163372" y="69875"/>
                  </a:lnTo>
                  <a:lnTo>
                    <a:pt x="159829" y="72199"/>
                  </a:lnTo>
                  <a:lnTo>
                    <a:pt x="160756" y="74904"/>
                  </a:lnTo>
                  <a:lnTo>
                    <a:pt x="167754" y="72593"/>
                  </a:lnTo>
                  <a:close/>
                </a:path>
                <a:path w="220345" h="264159">
                  <a:moveTo>
                    <a:pt x="167982" y="119697"/>
                  </a:moveTo>
                  <a:lnTo>
                    <a:pt x="162445" y="115684"/>
                  </a:lnTo>
                  <a:lnTo>
                    <a:pt x="158470" y="118630"/>
                  </a:lnTo>
                  <a:lnTo>
                    <a:pt x="155803" y="120599"/>
                  </a:lnTo>
                  <a:lnTo>
                    <a:pt x="155816" y="112001"/>
                  </a:lnTo>
                  <a:lnTo>
                    <a:pt x="143598" y="112001"/>
                  </a:lnTo>
                  <a:lnTo>
                    <a:pt x="143586" y="121488"/>
                  </a:lnTo>
                  <a:lnTo>
                    <a:pt x="149694" y="121488"/>
                  </a:lnTo>
                  <a:lnTo>
                    <a:pt x="154597" y="121488"/>
                  </a:lnTo>
                  <a:lnTo>
                    <a:pt x="154254" y="121742"/>
                  </a:lnTo>
                  <a:lnTo>
                    <a:pt x="154254" y="126441"/>
                  </a:lnTo>
                  <a:lnTo>
                    <a:pt x="162445" y="132511"/>
                  </a:lnTo>
                  <a:lnTo>
                    <a:pt x="167982" y="128498"/>
                  </a:lnTo>
                  <a:lnTo>
                    <a:pt x="167982" y="119697"/>
                  </a:lnTo>
                  <a:close/>
                </a:path>
                <a:path w="220345" h="264159">
                  <a:moveTo>
                    <a:pt x="171310" y="106984"/>
                  </a:moveTo>
                  <a:lnTo>
                    <a:pt x="170497" y="106984"/>
                  </a:lnTo>
                  <a:lnTo>
                    <a:pt x="170497" y="107619"/>
                  </a:lnTo>
                  <a:lnTo>
                    <a:pt x="170903" y="107619"/>
                  </a:lnTo>
                  <a:lnTo>
                    <a:pt x="171310" y="107619"/>
                  </a:lnTo>
                  <a:lnTo>
                    <a:pt x="171310" y="106984"/>
                  </a:lnTo>
                  <a:close/>
                </a:path>
                <a:path w="220345" h="264159">
                  <a:moveTo>
                    <a:pt x="176276" y="134594"/>
                  </a:moveTo>
                  <a:lnTo>
                    <a:pt x="174726" y="131013"/>
                  </a:lnTo>
                  <a:lnTo>
                    <a:pt x="173939" y="129209"/>
                  </a:lnTo>
                  <a:lnTo>
                    <a:pt x="172224" y="129209"/>
                  </a:lnTo>
                  <a:lnTo>
                    <a:pt x="169887" y="134594"/>
                  </a:lnTo>
                  <a:lnTo>
                    <a:pt x="176276" y="134594"/>
                  </a:lnTo>
                  <a:close/>
                </a:path>
                <a:path w="220345" h="264159">
                  <a:moveTo>
                    <a:pt x="178993" y="94894"/>
                  </a:moveTo>
                  <a:lnTo>
                    <a:pt x="177406" y="89128"/>
                  </a:lnTo>
                  <a:lnTo>
                    <a:pt x="173761" y="87337"/>
                  </a:lnTo>
                  <a:lnTo>
                    <a:pt x="171196" y="89090"/>
                  </a:lnTo>
                  <a:lnTo>
                    <a:pt x="169760" y="90068"/>
                  </a:lnTo>
                  <a:lnTo>
                    <a:pt x="168833" y="91109"/>
                  </a:lnTo>
                  <a:lnTo>
                    <a:pt x="168846" y="95592"/>
                  </a:lnTo>
                  <a:lnTo>
                    <a:pt x="170802" y="97917"/>
                  </a:lnTo>
                  <a:lnTo>
                    <a:pt x="176669" y="97917"/>
                  </a:lnTo>
                  <a:lnTo>
                    <a:pt x="178993" y="94894"/>
                  </a:lnTo>
                  <a:close/>
                </a:path>
                <a:path w="220345" h="264159">
                  <a:moveTo>
                    <a:pt x="179006" y="50838"/>
                  </a:moveTo>
                  <a:lnTo>
                    <a:pt x="175895" y="46507"/>
                  </a:lnTo>
                  <a:lnTo>
                    <a:pt x="172567" y="45732"/>
                  </a:lnTo>
                  <a:lnTo>
                    <a:pt x="168097" y="50203"/>
                  </a:lnTo>
                  <a:lnTo>
                    <a:pt x="168871" y="53530"/>
                  </a:lnTo>
                  <a:lnTo>
                    <a:pt x="169735" y="54165"/>
                  </a:lnTo>
                  <a:lnTo>
                    <a:pt x="171970" y="56502"/>
                  </a:lnTo>
                  <a:lnTo>
                    <a:pt x="175336" y="56769"/>
                  </a:lnTo>
                  <a:lnTo>
                    <a:pt x="178206" y="53174"/>
                  </a:lnTo>
                  <a:lnTo>
                    <a:pt x="179006" y="50838"/>
                  </a:lnTo>
                  <a:close/>
                </a:path>
                <a:path w="220345" h="264159">
                  <a:moveTo>
                    <a:pt x="183159" y="60350"/>
                  </a:moveTo>
                  <a:lnTo>
                    <a:pt x="182575" y="60350"/>
                  </a:lnTo>
                  <a:lnTo>
                    <a:pt x="182575" y="60807"/>
                  </a:lnTo>
                  <a:lnTo>
                    <a:pt x="182867" y="60807"/>
                  </a:lnTo>
                  <a:lnTo>
                    <a:pt x="183159" y="60807"/>
                  </a:lnTo>
                  <a:lnTo>
                    <a:pt x="183159" y="60350"/>
                  </a:lnTo>
                  <a:close/>
                </a:path>
                <a:path w="220345" h="264159">
                  <a:moveTo>
                    <a:pt x="183946" y="109893"/>
                  </a:moveTo>
                  <a:lnTo>
                    <a:pt x="176364" y="109918"/>
                  </a:lnTo>
                  <a:lnTo>
                    <a:pt x="175755" y="117132"/>
                  </a:lnTo>
                  <a:lnTo>
                    <a:pt x="177850" y="118491"/>
                  </a:lnTo>
                  <a:lnTo>
                    <a:pt x="181991" y="118986"/>
                  </a:lnTo>
                  <a:lnTo>
                    <a:pt x="183743" y="116827"/>
                  </a:lnTo>
                  <a:lnTo>
                    <a:pt x="183743" y="114922"/>
                  </a:lnTo>
                  <a:lnTo>
                    <a:pt x="183718" y="112674"/>
                  </a:lnTo>
                  <a:lnTo>
                    <a:pt x="183845" y="111125"/>
                  </a:lnTo>
                  <a:lnTo>
                    <a:pt x="183946" y="109893"/>
                  </a:lnTo>
                  <a:close/>
                </a:path>
                <a:path w="220345" h="264159">
                  <a:moveTo>
                    <a:pt x="188912" y="89585"/>
                  </a:moveTo>
                  <a:lnTo>
                    <a:pt x="188544" y="88112"/>
                  </a:lnTo>
                  <a:lnTo>
                    <a:pt x="186524" y="88125"/>
                  </a:lnTo>
                  <a:lnTo>
                    <a:pt x="186169" y="88138"/>
                  </a:lnTo>
                  <a:lnTo>
                    <a:pt x="182219" y="88163"/>
                  </a:lnTo>
                  <a:lnTo>
                    <a:pt x="185407" y="94043"/>
                  </a:lnTo>
                  <a:lnTo>
                    <a:pt x="187502" y="91376"/>
                  </a:lnTo>
                  <a:lnTo>
                    <a:pt x="187972" y="90766"/>
                  </a:lnTo>
                  <a:lnTo>
                    <a:pt x="188214" y="90474"/>
                  </a:lnTo>
                  <a:lnTo>
                    <a:pt x="188912" y="89585"/>
                  </a:lnTo>
                  <a:close/>
                </a:path>
                <a:path w="220345" h="264159">
                  <a:moveTo>
                    <a:pt x="195961" y="141325"/>
                  </a:moveTo>
                  <a:lnTo>
                    <a:pt x="192811" y="139026"/>
                  </a:lnTo>
                  <a:lnTo>
                    <a:pt x="189687" y="139801"/>
                  </a:lnTo>
                  <a:lnTo>
                    <a:pt x="184353" y="141147"/>
                  </a:lnTo>
                  <a:lnTo>
                    <a:pt x="185369" y="149542"/>
                  </a:lnTo>
                  <a:lnTo>
                    <a:pt x="193687" y="149542"/>
                  </a:lnTo>
                  <a:lnTo>
                    <a:pt x="195961" y="147269"/>
                  </a:lnTo>
                  <a:lnTo>
                    <a:pt x="195961" y="141325"/>
                  </a:lnTo>
                  <a:close/>
                </a:path>
                <a:path w="220345" h="264159">
                  <a:moveTo>
                    <a:pt x="196100" y="25463"/>
                  </a:moveTo>
                  <a:lnTo>
                    <a:pt x="195033" y="23647"/>
                  </a:lnTo>
                  <a:lnTo>
                    <a:pt x="193827" y="24244"/>
                  </a:lnTo>
                  <a:lnTo>
                    <a:pt x="191160" y="25552"/>
                  </a:lnTo>
                  <a:lnTo>
                    <a:pt x="192227" y="27368"/>
                  </a:lnTo>
                  <a:lnTo>
                    <a:pt x="193929" y="26530"/>
                  </a:lnTo>
                  <a:lnTo>
                    <a:pt x="196100" y="25463"/>
                  </a:lnTo>
                  <a:close/>
                </a:path>
                <a:path w="220345" h="264159">
                  <a:moveTo>
                    <a:pt x="197548" y="59613"/>
                  </a:moveTo>
                  <a:lnTo>
                    <a:pt x="185610" y="59613"/>
                  </a:lnTo>
                  <a:lnTo>
                    <a:pt x="185597" y="68884"/>
                  </a:lnTo>
                  <a:lnTo>
                    <a:pt x="191566" y="68884"/>
                  </a:lnTo>
                  <a:lnTo>
                    <a:pt x="197535" y="68884"/>
                  </a:lnTo>
                  <a:lnTo>
                    <a:pt x="197548" y="59613"/>
                  </a:lnTo>
                  <a:close/>
                </a:path>
                <a:path w="220345" h="264159">
                  <a:moveTo>
                    <a:pt x="201790" y="34137"/>
                  </a:moveTo>
                  <a:lnTo>
                    <a:pt x="198437" y="35763"/>
                  </a:lnTo>
                  <a:lnTo>
                    <a:pt x="197154" y="36372"/>
                  </a:lnTo>
                  <a:lnTo>
                    <a:pt x="197154" y="37884"/>
                  </a:lnTo>
                  <a:lnTo>
                    <a:pt x="198056" y="38315"/>
                  </a:lnTo>
                  <a:lnTo>
                    <a:pt x="201790" y="40119"/>
                  </a:lnTo>
                  <a:lnTo>
                    <a:pt x="201790" y="34137"/>
                  </a:lnTo>
                  <a:close/>
                </a:path>
                <a:path w="220345" h="264159">
                  <a:moveTo>
                    <a:pt x="203060" y="134924"/>
                  </a:moveTo>
                  <a:lnTo>
                    <a:pt x="200444" y="132308"/>
                  </a:lnTo>
                  <a:lnTo>
                    <a:pt x="198221" y="133311"/>
                  </a:lnTo>
                  <a:lnTo>
                    <a:pt x="198170" y="135115"/>
                  </a:lnTo>
                  <a:lnTo>
                    <a:pt x="198158" y="135293"/>
                  </a:lnTo>
                  <a:lnTo>
                    <a:pt x="198158" y="135470"/>
                  </a:lnTo>
                  <a:lnTo>
                    <a:pt x="198145" y="135648"/>
                  </a:lnTo>
                  <a:lnTo>
                    <a:pt x="198120" y="136499"/>
                  </a:lnTo>
                  <a:lnTo>
                    <a:pt x="198894" y="137223"/>
                  </a:lnTo>
                  <a:lnTo>
                    <a:pt x="202107" y="137236"/>
                  </a:lnTo>
                  <a:lnTo>
                    <a:pt x="203060" y="134924"/>
                  </a:lnTo>
                  <a:close/>
                </a:path>
                <a:path w="220345" h="264159">
                  <a:moveTo>
                    <a:pt x="203415" y="107099"/>
                  </a:moveTo>
                  <a:lnTo>
                    <a:pt x="198932" y="102476"/>
                  </a:lnTo>
                  <a:lnTo>
                    <a:pt x="195478" y="103276"/>
                  </a:lnTo>
                  <a:lnTo>
                    <a:pt x="193230" y="108597"/>
                  </a:lnTo>
                  <a:lnTo>
                    <a:pt x="195300" y="111061"/>
                  </a:lnTo>
                  <a:lnTo>
                    <a:pt x="198069" y="111353"/>
                  </a:lnTo>
                  <a:lnTo>
                    <a:pt x="202057" y="111772"/>
                  </a:lnTo>
                  <a:lnTo>
                    <a:pt x="203415" y="107099"/>
                  </a:lnTo>
                  <a:close/>
                </a:path>
                <a:path w="220345" h="264159">
                  <a:moveTo>
                    <a:pt x="206654" y="84150"/>
                  </a:moveTo>
                  <a:lnTo>
                    <a:pt x="198247" y="84150"/>
                  </a:lnTo>
                  <a:lnTo>
                    <a:pt x="198247" y="90690"/>
                  </a:lnTo>
                  <a:lnTo>
                    <a:pt x="202450" y="90690"/>
                  </a:lnTo>
                  <a:lnTo>
                    <a:pt x="206654" y="90690"/>
                  </a:lnTo>
                  <a:lnTo>
                    <a:pt x="206654" y="84150"/>
                  </a:lnTo>
                  <a:close/>
                </a:path>
                <a:path w="220345" h="264159">
                  <a:moveTo>
                    <a:pt x="216890" y="69557"/>
                  </a:moveTo>
                  <a:lnTo>
                    <a:pt x="216776" y="66776"/>
                  </a:lnTo>
                  <a:lnTo>
                    <a:pt x="215176" y="65963"/>
                  </a:lnTo>
                  <a:lnTo>
                    <a:pt x="214845" y="65811"/>
                  </a:lnTo>
                  <a:lnTo>
                    <a:pt x="214541" y="65633"/>
                  </a:lnTo>
                  <a:lnTo>
                    <a:pt x="210832" y="63322"/>
                  </a:lnTo>
                  <a:lnTo>
                    <a:pt x="208026" y="69253"/>
                  </a:lnTo>
                  <a:lnTo>
                    <a:pt x="212051" y="70637"/>
                  </a:lnTo>
                  <a:lnTo>
                    <a:pt x="213258" y="71056"/>
                  </a:lnTo>
                  <a:lnTo>
                    <a:pt x="214058" y="70840"/>
                  </a:lnTo>
                  <a:lnTo>
                    <a:pt x="216890" y="69557"/>
                  </a:lnTo>
                  <a:close/>
                </a:path>
                <a:path w="220345" h="264159">
                  <a:moveTo>
                    <a:pt x="217195" y="120611"/>
                  </a:moveTo>
                  <a:lnTo>
                    <a:pt x="214261" y="119087"/>
                  </a:lnTo>
                  <a:lnTo>
                    <a:pt x="213601" y="121094"/>
                  </a:lnTo>
                  <a:lnTo>
                    <a:pt x="212534" y="122161"/>
                  </a:lnTo>
                  <a:lnTo>
                    <a:pt x="211582" y="122504"/>
                  </a:lnTo>
                  <a:lnTo>
                    <a:pt x="211645" y="124066"/>
                  </a:lnTo>
                  <a:lnTo>
                    <a:pt x="214261" y="123952"/>
                  </a:lnTo>
                  <a:lnTo>
                    <a:pt x="215265" y="123355"/>
                  </a:lnTo>
                  <a:lnTo>
                    <a:pt x="217195" y="120611"/>
                  </a:lnTo>
                  <a:close/>
                </a:path>
                <a:path w="220345" h="264159">
                  <a:moveTo>
                    <a:pt x="219735" y="144602"/>
                  </a:moveTo>
                  <a:lnTo>
                    <a:pt x="217665" y="142201"/>
                  </a:lnTo>
                  <a:lnTo>
                    <a:pt x="212750" y="143548"/>
                  </a:lnTo>
                  <a:lnTo>
                    <a:pt x="211632" y="146862"/>
                  </a:lnTo>
                  <a:lnTo>
                    <a:pt x="213588" y="148551"/>
                  </a:lnTo>
                  <a:lnTo>
                    <a:pt x="216039" y="150698"/>
                  </a:lnTo>
                  <a:lnTo>
                    <a:pt x="218528" y="150406"/>
                  </a:lnTo>
                  <a:lnTo>
                    <a:pt x="218935" y="148412"/>
                  </a:lnTo>
                  <a:lnTo>
                    <a:pt x="219735" y="144602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4755362" y="7679403"/>
              <a:ext cx="169545" cy="64135"/>
            </a:xfrm>
            <a:custGeom>
              <a:avLst/>
              <a:gdLst/>
              <a:ahLst/>
              <a:cxnLst/>
              <a:rect l="l" t="t" r="r" b="b"/>
              <a:pathLst>
                <a:path w="169545" h="64134">
                  <a:moveTo>
                    <a:pt x="6692" y="13817"/>
                  </a:moveTo>
                  <a:lnTo>
                    <a:pt x="4013" y="13106"/>
                  </a:lnTo>
                  <a:lnTo>
                    <a:pt x="698" y="12217"/>
                  </a:lnTo>
                  <a:lnTo>
                    <a:pt x="0" y="14427"/>
                  </a:lnTo>
                  <a:lnTo>
                    <a:pt x="4635" y="17868"/>
                  </a:lnTo>
                  <a:lnTo>
                    <a:pt x="6692" y="13817"/>
                  </a:lnTo>
                  <a:close/>
                </a:path>
                <a:path w="169545" h="64134">
                  <a:moveTo>
                    <a:pt x="15862" y="5207"/>
                  </a:moveTo>
                  <a:lnTo>
                    <a:pt x="15265" y="5207"/>
                  </a:lnTo>
                  <a:lnTo>
                    <a:pt x="15265" y="5664"/>
                  </a:lnTo>
                  <a:lnTo>
                    <a:pt x="15557" y="5664"/>
                  </a:lnTo>
                  <a:lnTo>
                    <a:pt x="15862" y="5664"/>
                  </a:lnTo>
                  <a:lnTo>
                    <a:pt x="15862" y="5207"/>
                  </a:lnTo>
                  <a:close/>
                </a:path>
                <a:path w="169545" h="64134">
                  <a:moveTo>
                    <a:pt x="39217" y="11201"/>
                  </a:moveTo>
                  <a:lnTo>
                    <a:pt x="38836" y="6921"/>
                  </a:lnTo>
                  <a:lnTo>
                    <a:pt x="38696" y="6083"/>
                  </a:lnTo>
                  <a:lnTo>
                    <a:pt x="37515" y="4241"/>
                  </a:lnTo>
                  <a:lnTo>
                    <a:pt x="37376" y="4013"/>
                  </a:lnTo>
                  <a:lnTo>
                    <a:pt x="35941" y="2921"/>
                  </a:lnTo>
                  <a:lnTo>
                    <a:pt x="33845" y="3124"/>
                  </a:lnTo>
                  <a:lnTo>
                    <a:pt x="33248" y="3136"/>
                  </a:lnTo>
                  <a:lnTo>
                    <a:pt x="31165" y="3949"/>
                  </a:lnTo>
                  <a:lnTo>
                    <a:pt x="32905" y="2870"/>
                  </a:lnTo>
                  <a:lnTo>
                    <a:pt x="32143" y="1905"/>
                  </a:lnTo>
                  <a:lnTo>
                    <a:pt x="28409" y="3949"/>
                  </a:lnTo>
                  <a:lnTo>
                    <a:pt x="28384" y="8153"/>
                  </a:lnTo>
                  <a:lnTo>
                    <a:pt x="29108" y="9448"/>
                  </a:lnTo>
                  <a:lnTo>
                    <a:pt x="31026" y="10655"/>
                  </a:lnTo>
                  <a:lnTo>
                    <a:pt x="31661" y="10845"/>
                  </a:lnTo>
                  <a:lnTo>
                    <a:pt x="32562" y="11201"/>
                  </a:lnTo>
                  <a:lnTo>
                    <a:pt x="32258" y="11099"/>
                  </a:lnTo>
                  <a:lnTo>
                    <a:pt x="32499" y="11201"/>
                  </a:lnTo>
                  <a:lnTo>
                    <a:pt x="33451" y="11607"/>
                  </a:lnTo>
                  <a:lnTo>
                    <a:pt x="33591" y="11684"/>
                  </a:lnTo>
                  <a:lnTo>
                    <a:pt x="35407" y="12547"/>
                  </a:lnTo>
                  <a:lnTo>
                    <a:pt x="38747" y="11366"/>
                  </a:lnTo>
                  <a:lnTo>
                    <a:pt x="39217" y="11201"/>
                  </a:lnTo>
                  <a:close/>
                </a:path>
                <a:path w="169545" h="64134">
                  <a:moveTo>
                    <a:pt x="50736" y="10579"/>
                  </a:moveTo>
                  <a:lnTo>
                    <a:pt x="49618" y="8178"/>
                  </a:lnTo>
                  <a:lnTo>
                    <a:pt x="49060" y="7683"/>
                  </a:lnTo>
                  <a:lnTo>
                    <a:pt x="44615" y="5511"/>
                  </a:lnTo>
                  <a:lnTo>
                    <a:pt x="41617" y="10604"/>
                  </a:lnTo>
                  <a:lnTo>
                    <a:pt x="45034" y="12280"/>
                  </a:lnTo>
                  <a:lnTo>
                    <a:pt x="46355" y="12928"/>
                  </a:lnTo>
                  <a:lnTo>
                    <a:pt x="47218" y="13131"/>
                  </a:lnTo>
                  <a:lnTo>
                    <a:pt x="50317" y="12433"/>
                  </a:lnTo>
                  <a:lnTo>
                    <a:pt x="50736" y="10579"/>
                  </a:lnTo>
                  <a:close/>
                </a:path>
                <a:path w="169545" h="64134">
                  <a:moveTo>
                    <a:pt x="63474" y="7315"/>
                  </a:moveTo>
                  <a:lnTo>
                    <a:pt x="62661" y="7315"/>
                  </a:lnTo>
                  <a:lnTo>
                    <a:pt x="62661" y="7937"/>
                  </a:lnTo>
                  <a:lnTo>
                    <a:pt x="63068" y="7937"/>
                  </a:lnTo>
                  <a:lnTo>
                    <a:pt x="63474" y="7937"/>
                  </a:lnTo>
                  <a:lnTo>
                    <a:pt x="63474" y="7315"/>
                  </a:lnTo>
                  <a:close/>
                </a:path>
                <a:path w="169545" h="64134">
                  <a:moveTo>
                    <a:pt x="71234" y="9169"/>
                  </a:moveTo>
                  <a:lnTo>
                    <a:pt x="69697" y="7747"/>
                  </a:lnTo>
                  <a:lnTo>
                    <a:pt x="64617" y="10274"/>
                  </a:lnTo>
                  <a:lnTo>
                    <a:pt x="68427" y="14351"/>
                  </a:lnTo>
                  <a:lnTo>
                    <a:pt x="69989" y="11493"/>
                  </a:lnTo>
                  <a:lnTo>
                    <a:pt x="71234" y="9169"/>
                  </a:lnTo>
                  <a:close/>
                </a:path>
                <a:path w="169545" h="64134">
                  <a:moveTo>
                    <a:pt x="110820" y="7683"/>
                  </a:moveTo>
                  <a:lnTo>
                    <a:pt x="106387" y="0"/>
                  </a:lnTo>
                  <a:lnTo>
                    <a:pt x="101574" y="3098"/>
                  </a:lnTo>
                  <a:lnTo>
                    <a:pt x="99771" y="4254"/>
                  </a:lnTo>
                  <a:lnTo>
                    <a:pt x="98806" y="5435"/>
                  </a:lnTo>
                  <a:lnTo>
                    <a:pt x="97015" y="9728"/>
                  </a:lnTo>
                  <a:lnTo>
                    <a:pt x="99428" y="11988"/>
                  </a:lnTo>
                  <a:lnTo>
                    <a:pt x="103225" y="12128"/>
                  </a:lnTo>
                  <a:lnTo>
                    <a:pt x="104635" y="11645"/>
                  </a:lnTo>
                  <a:lnTo>
                    <a:pt x="110820" y="7683"/>
                  </a:lnTo>
                  <a:close/>
                </a:path>
                <a:path w="169545" h="64134">
                  <a:moveTo>
                    <a:pt x="115328" y="17487"/>
                  </a:moveTo>
                  <a:lnTo>
                    <a:pt x="110045" y="12204"/>
                  </a:lnTo>
                  <a:lnTo>
                    <a:pt x="105752" y="12966"/>
                  </a:lnTo>
                  <a:lnTo>
                    <a:pt x="100393" y="21196"/>
                  </a:lnTo>
                  <a:lnTo>
                    <a:pt x="106464" y="26911"/>
                  </a:lnTo>
                  <a:lnTo>
                    <a:pt x="111125" y="24091"/>
                  </a:lnTo>
                  <a:lnTo>
                    <a:pt x="114706" y="21932"/>
                  </a:lnTo>
                  <a:lnTo>
                    <a:pt x="115328" y="17487"/>
                  </a:lnTo>
                  <a:close/>
                </a:path>
                <a:path w="169545" h="64134">
                  <a:moveTo>
                    <a:pt x="124345" y="55892"/>
                  </a:moveTo>
                  <a:lnTo>
                    <a:pt x="120865" y="53454"/>
                  </a:lnTo>
                  <a:lnTo>
                    <a:pt x="118313" y="55270"/>
                  </a:lnTo>
                  <a:lnTo>
                    <a:pt x="115265" y="57429"/>
                  </a:lnTo>
                  <a:lnTo>
                    <a:pt x="115265" y="60020"/>
                  </a:lnTo>
                  <a:lnTo>
                    <a:pt x="120865" y="63995"/>
                  </a:lnTo>
                  <a:lnTo>
                    <a:pt x="124345" y="61556"/>
                  </a:lnTo>
                  <a:lnTo>
                    <a:pt x="124345" y="55892"/>
                  </a:lnTo>
                  <a:close/>
                </a:path>
                <a:path w="169545" h="64134">
                  <a:moveTo>
                    <a:pt x="130822" y="43154"/>
                  </a:moveTo>
                  <a:lnTo>
                    <a:pt x="124256" y="36601"/>
                  </a:lnTo>
                  <a:lnTo>
                    <a:pt x="119964" y="40741"/>
                  </a:lnTo>
                  <a:lnTo>
                    <a:pt x="114693" y="45834"/>
                  </a:lnTo>
                  <a:lnTo>
                    <a:pt x="121259" y="52387"/>
                  </a:lnTo>
                  <a:lnTo>
                    <a:pt x="130822" y="43154"/>
                  </a:lnTo>
                  <a:close/>
                </a:path>
                <a:path w="169545" h="64134">
                  <a:moveTo>
                    <a:pt x="136880" y="26479"/>
                  </a:moveTo>
                  <a:lnTo>
                    <a:pt x="133108" y="28295"/>
                  </a:lnTo>
                  <a:lnTo>
                    <a:pt x="131445" y="29108"/>
                  </a:lnTo>
                  <a:lnTo>
                    <a:pt x="131445" y="30949"/>
                  </a:lnTo>
                  <a:lnTo>
                    <a:pt x="136880" y="33578"/>
                  </a:lnTo>
                  <a:lnTo>
                    <a:pt x="136880" y="26479"/>
                  </a:lnTo>
                  <a:close/>
                </a:path>
                <a:path w="169545" h="64134">
                  <a:moveTo>
                    <a:pt x="146583" y="39433"/>
                  </a:moveTo>
                  <a:lnTo>
                    <a:pt x="141960" y="39433"/>
                  </a:lnTo>
                  <a:lnTo>
                    <a:pt x="141947" y="43014"/>
                  </a:lnTo>
                  <a:lnTo>
                    <a:pt x="144272" y="43014"/>
                  </a:lnTo>
                  <a:lnTo>
                    <a:pt x="146570" y="43014"/>
                  </a:lnTo>
                  <a:lnTo>
                    <a:pt x="146583" y="39433"/>
                  </a:lnTo>
                  <a:close/>
                </a:path>
                <a:path w="169545" h="64134">
                  <a:moveTo>
                    <a:pt x="169176" y="37960"/>
                  </a:moveTo>
                  <a:lnTo>
                    <a:pt x="168109" y="36144"/>
                  </a:lnTo>
                  <a:lnTo>
                    <a:pt x="166903" y="36741"/>
                  </a:lnTo>
                  <a:lnTo>
                    <a:pt x="164236" y="38049"/>
                  </a:lnTo>
                  <a:lnTo>
                    <a:pt x="165303" y="39865"/>
                  </a:lnTo>
                  <a:lnTo>
                    <a:pt x="167005" y="39027"/>
                  </a:lnTo>
                  <a:lnTo>
                    <a:pt x="169176" y="3796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531765" y="7482416"/>
              <a:ext cx="1974214" cy="627380"/>
            </a:xfrm>
            <a:custGeom>
              <a:avLst/>
              <a:gdLst/>
              <a:ahLst/>
              <a:cxnLst/>
              <a:rect l="l" t="t" r="r" b="b"/>
              <a:pathLst>
                <a:path w="1974214" h="627379">
                  <a:moveTo>
                    <a:pt x="986818" y="0"/>
                  </a:moveTo>
                  <a:lnTo>
                    <a:pt x="931217" y="1035"/>
                  </a:lnTo>
                  <a:lnTo>
                    <a:pt x="876423" y="4106"/>
                  </a:lnTo>
                  <a:lnTo>
                    <a:pt x="822517" y="9157"/>
                  </a:lnTo>
                  <a:lnTo>
                    <a:pt x="769581" y="16133"/>
                  </a:lnTo>
                  <a:lnTo>
                    <a:pt x="717695" y="24980"/>
                  </a:lnTo>
                  <a:lnTo>
                    <a:pt x="666940" y="35642"/>
                  </a:lnTo>
                  <a:lnTo>
                    <a:pt x="617398" y="48065"/>
                  </a:lnTo>
                  <a:lnTo>
                    <a:pt x="569150" y="62193"/>
                  </a:lnTo>
                  <a:lnTo>
                    <a:pt x="522276" y="77973"/>
                  </a:lnTo>
                  <a:lnTo>
                    <a:pt x="476857" y="95348"/>
                  </a:lnTo>
                  <a:lnTo>
                    <a:pt x="432975" y="114264"/>
                  </a:lnTo>
                  <a:lnTo>
                    <a:pt x="390712" y="134667"/>
                  </a:lnTo>
                  <a:lnTo>
                    <a:pt x="350147" y="156501"/>
                  </a:lnTo>
                  <a:lnTo>
                    <a:pt x="311362" y="179711"/>
                  </a:lnTo>
                  <a:lnTo>
                    <a:pt x="274466" y="204225"/>
                  </a:lnTo>
                  <a:lnTo>
                    <a:pt x="239518" y="230010"/>
                  </a:lnTo>
                  <a:lnTo>
                    <a:pt x="206593" y="257006"/>
                  </a:lnTo>
                  <a:lnTo>
                    <a:pt x="175764" y="285153"/>
                  </a:lnTo>
                  <a:lnTo>
                    <a:pt x="139516" y="322752"/>
                  </a:lnTo>
                  <a:lnTo>
                    <a:pt x="107005" y="362037"/>
                  </a:lnTo>
                  <a:lnTo>
                    <a:pt x="78404" y="402896"/>
                  </a:lnTo>
                  <a:lnTo>
                    <a:pt x="53881" y="445215"/>
                  </a:lnTo>
                  <a:lnTo>
                    <a:pt x="33609" y="488880"/>
                  </a:lnTo>
                  <a:lnTo>
                    <a:pt x="17758" y="533778"/>
                  </a:lnTo>
                  <a:lnTo>
                    <a:pt x="6498" y="579795"/>
                  </a:lnTo>
                  <a:lnTo>
                    <a:pt x="0" y="626818"/>
                  </a:lnTo>
                  <a:lnTo>
                    <a:pt x="1973625" y="626818"/>
                  </a:lnTo>
                  <a:lnTo>
                    <a:pt x="1967327" y="580823"/>
                  </a:lnTo>
                  <a:lnTo>
                    <a:pt x="1956473" y="535787"/>
                  </a:lnTo>
                  <a:lnTo>
                    <a:pt x="1941224" y="491815"/>
                  </a:lnTo>
                  <a:lnTo>
                    <a:pt x="1921737" y="449016"/>
                  </a:lnTo>
                  <a:lnTo>
                    <a:pt x="1898172" y="407494"/>
                  </a:lnTo>
                  <a:lnTo>
                    <a:pt x="1870687" y="367358"/>
                  </a:lnTo>
                  <a:lnTo>
                    <a:pt x="1839441" y="328714"/>
                  </a:lnTo>
                  <a:lnTo>
                    <a:pt x="1804593" y="291668"/>
                  </a:lnTo>
                  <a:lnTo>
                    <a:pt x="1766302" y="256327"/>
                  </a:lnTo>
                  <a:lnTo>
                    <a:pt x="1734616" y="230380"/>
                  </a:lnTo>
                  <a:lnTo>
                    <a:pt x="1701064" y="205551"/>
                  </a:lnTo>
                  <a:lnTo>
                    <a:pt x="1665716" y="181888"/>
                  </a:lnTo>
                  <a:lnTo>
                    <a:pt x="1628641" y="159440"/>
                  </a:lnTo>
                  <a:lnTo>
                    <a:pt x="1587889" y="137211"/>
                  </a:lnTo>
                  <a:lnTo>
                    <a:pt x="1545395" y="116436"/>
                  </a:lnTo>
                  <a:lnTo>
                    <a:pt x="1501242" y="97171"/>
                  </a:lnTo>
                  <a:lnTo>
                    <a:pt x="1455513" y="79472"/>
                  </a:lnTo>
                  <a:lnTo>
                    <a:pt x="1408293" y="63396"/>
                  </a:lnTo>
                  <a:lnTo>
                    <a:pt x="1359663" y="48999"/>
                  </a:lnTo>
                  <a:lnTo>
                    <a:pt x="1309708" y="36339"/>
                  </a:lnTo>
                  <a:lnTo>
                    <a:pt x="1258512" y="25471"/>
                  </a:lnTo>
                  <a:lnTo>
                    <a:pt x="1206157" y="16452"/>
                  </a:lnTo>
                  <a:lnTo>
                    <a:pt x="1152726" y="9339"/>
                  </a:lnTo>
                  <a:lnTo>
                    <a:pt x="1098304" y="4188"/>
                  </a:lnTo>
                  <a:lnTo>
                    <a:pt x="1042973" y="1056"/>
                  </a:lnTo>
                  <a:lnTo>
                    <a:pt x="98681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539963" y="7731473"/>
              <a:ext cx="237490" cy="375920"/>
            </a:xfrm>
            <a:custGeom>
              <a:avLst/>
              <a:gdLst/>
              <a:ahLst/>
              <a:cxnLst/>
              <a:rect l="l" t="t" r="r" b="b"/>
              <a:pathLst>
                <a:path w="237489" h="375920">
                  <a:moveTo>
                    <a:pt x="7137" y="367055"/>
                  </a:moveTo>
                  <a:lnTo>
                    <a:pt x="0" y="367538"/>
                  </a:lnTo>
                  <a:lnTo>
                    <a:pt x="1054" y="371538"/>
                  </a:lnTo>
                  <a:lnTo>
                    <a:pt x="355" y="374281"/>
                  </a:lnTo>
                  <a:lnTo>
                    <a:pt x="4419" y="375831"/>
                  </a:lnTo>
                  <a:lnTo>
                    <a:pt x="6616" y="372579"/>
                  </a:lnTo>
                  <a:lnTo>
                    <a:pt x="6731" y="371919"/>
                  </a:lnTo>
                  <a:lnTo>
                    <a:pt x="7137" y="367055"/>
                  </a:lnTo>
                  <a:close/>
                </a:path>
                <a:path w="237489" h="375920">
                  <a:moveTo>
                    <a:pt x="20116" y="326136"/>
                  </a:moveTo>
                  <a:lnTo>
                    <a:pt x="15938" y="326136"/>
                  </a:lnTo>
                  <a:lnTo>
                    <a:pt x="15938" y="329374"/>
                  </a:lnTo>
                  <a:lnTo>
                    <a:pt x="18021" y="329374"/>
                  </a:lnTo>
                  <a:lnTo>
                    <a:pt x="20116" y="329374"/>
                  </a:lnTo>
                  <a:lnTo>
                    <a:pt x="20116" y="326136"/>
                  </a:lnTo>
                  <a:close/>
                </a:path>
                <a:path w="237489" h="375920">
                  <a:moveTo>
                    <a:pt x="25069" y="304469"/>
                  </a:moveTo>
                  <a:lnTo>
                    <a:pt x="24485" y="304469"/>
                  </a:lnTo>
                  <a:lnTo>
                    <a:pt x="24485" y="304927"/>
                  </a:lnTo>
                  <a:lnTo>
                    <a:pt x="24777" y="304927"/>
                  </a:lnTo>
                  <a:lnTo>
                    <a:pt x="25069" y="304927"/>
                  </a:lnTo>
                  <a:lnTo>
                    <a:pt x="25069" y="304469"/>
                  </a:lnTo>
                  <a:close/>
                </a:path>
                <a:path w="237489" h="375920">
                  <a:moveTo>
                    <a:pt x="32512" y="309118"/>
                  </a:moveTo>
                  <a:lnTo>
                    <a:pt x="32169" y="308762"/>
                  </a:lnTo>
                  <a:lnTo>
                    <a:pt x="31889" y="308991"/>
                  </a:lnTo>
                  <a:lnTo>
                    <a:pt x="31483" y="309346"/>
                  </a:lnTo>
                  <a:lnTo>
                    <a:pt x="31064" y="309676"/>
                  </a:lnTo>
                  <a:lnTo>
                    <a:pt x="30365" y="310261"/>
                  </a:lnTo>
                  <a:lnTo>
                    <a:pt x="30238" y="310375"/>
                  </a:lnTo>
                  <a:lnTo>
                    <a:pt x="30911" y="311035"/>
                  </a:lnTo>
                  <a:lnTo>
                    <a:pt x="31254" y="310616"/>
                  </a:lnTo>
                  <a:lnTo>
                    <a:pt x="31597" y="310210"/>
                  </a:lnTo>
                  <a:lnTo>
                    <a:pt x="31940" y="309803"/>
                  </a:lnTo>
                  <a:lnTo>
                    <a:pt x="32512" y="309118"/>
                  </a:lnTo>
                  <a:close/>
                </a:path>
                <a:path w="237489" h="375920">
                  <a:moveTo>
                    <a:pt x="33667" y="274104"/>
                  </a:moveTo>
                  <a:lnTo>
                    <a:pt x="32258" y="272211"/>
                  </a:lnTo>
                  <a:lnTo>
                    <a:pt x="29845" y="272262"/>
                  </a:lnTo>
                  <a:lnTo>
                    <a:pt x="29654" y="275844"/>
                  </a:lnTo>
                  <a:lnTo>
                    <a:pt x="31940" y="276313"/>
                  </a:lnTo>
                  <a:lnTo>
                    <a:pt x="32562" y="274853"/>
                  </a:lnTo>
                  <a:lnTo>
                    <a:pt x="31546" y="274650"/>
                  </a:lnTo>
                  <a:lnTo>
                    <a:pt x="31407" y="274510"/>
                  </a:lnTo>
                  <a:lnTo>
                    <a:pt x="32080" y="274294"/>
                  </a:lnTo>
                  <a:lnTo>
                    <a:pt x="32512" y="274739"/>
                  </a:lnTo>
                  <a:lnTo>
                    <a:pt x="32816" y="274713"/>
                  </a:lnTo>
                  <a:lnTo>
                    <a:pt x="33401" y="274294"/>
                  </a:lnTo>
                  <a:lnTo>
                    <a:pt x="33667" y="274104"/>
                  </a:lnTo>
                  <a:close/>
                </a:path>
                <a:path w="237489" h="375920">
                  <a:moveTo>
                    <a:pt x="35115" y="264172"/>
                  </a:moveTo>
                  <a:lnTo>
                    <a:pt x="32829" y="262851"/>
                  </a:lnTo>
                  <a:lnTo>
                    <a:pt x="32245" y="263906"/>
                  </a:lnTo>
                  <a:lnTo>
                    <a:pt x="32893" y="264185"/>
                  </a:lnTo>
                  <a:lnTo>
                    <a:pt x="34061" y="264693"/>
                  </a:lnTo>
                  <a:lnTo>
                    <a:pt x="34620" y="264947"/>
                  </a:lnTo>
                  <a:lnTo>
                    <a:pt x="35115" y="264172"/>
                  </a:lnTo>
                  <a:close/>
                </a:path>
                <a:path w="237489" h="375920">
                  <a:moveTo>
                    <a:pt x="48653" y="233908"/>
                  </a:moveTo>
                  <a:lnTo>
                    <a:pt x="48056" y="233426"/>
                  </a:lnTo>
                  <a:lnTo>
                    <a:pt x="46799" y="232435"/>
                  </a:lnTo>
                  <a:lnTo>
                    <a:pt x="45085" y="232892"/>
                  </a:lnTo>
                  <a:lnTo>
                    <a:pt x="45085" y="235927"/>
                  </a:lnTo>
                  <a:lnTo>
                    <a:pt x="46799" y="236385"/>
                  </a:lnTo>
                  <a:lnTo>
                    <a:pt x="47853" y="235559"/>
                  </a:lnTo>
                  <a:lnTo>
                    <a:pt x="48653" y="234911"/>
                  </a:lnTo>
                  <a:lnTo>
                    <a:pt x="48653" y="233908"/>
                  </a:lnTo>
                  <a:close/>
                </a:path>
                <a:path w="237489" h="375920">
                  <a:moveTo>
                    <a:pt x="62941" y="282816"/>
                  </a:moveTo>
                  <a:lnTo>
                    <a:pt x="60706" y="280581"/>
                  </a:lnTo>
                  <a:lnTo>
                    <a:pt x="59791" y="282206"/>
                  </a:lnTo>
                  <a:lnTo>
                    <a:pt x="59410" y="282867"/>
                  </a:lnTo>
                  <a:lnTo>
                    <a:pt x="58953" y="283667"/>
                  </a:lnTo>
                  <a:lnTo>
                    <a:pt x="59867" y="284581"/>
                  </a:lnTo>
                  <a:lnTo>
                    <a:pt x="60883" y="283997"/>
                  </a:lnTo>
                  <a:lnTo>
                    <a:pt x="61328" y="283743"/>
                  </a:lnTo>
                  <a:lnTo>
                    <a:pt x="62941" y="282816"/>
                  </a:lnTo>
                  <a:close/>
                </a:path>
                <a:path w="237489" h="375920">
                  <a:moveTo>
                    <a:pt x="64008" y="203403"/>
                  </a:moveTo>
                  <a:lnTo>
                    <a:pt x="63652" y="203047"/>
                  </a:lnTo>
                  <a:lnTo>
                    <a:pt x="63373" y="203288"/>
                  </a:lnTo>
                  <a:lnTo>
                    <a:pt x="63169" y="203454"/>
                  </a:lnTo>
                  <a:lnTo>
                    <a:pt x="62966" y="203631"/>
                  </a:lnTo>
                  <a:lnTo>
                    <a:pt x="62763" y="203809"/>
                  </a:lnTo>
                  <a:lnTo>
                    <a:pt x="62407" y="204089"/>
                  </a:lnTo>
                  <a:lnTo>
                    <a:pt x="62966" y="204647"/>
                  </a:lnTo>
                  <a:lnTo>
                    <a:pt x="63258" y="204292"/>
                  </a:lnTo>
                  <a:lnTo>
                    <a:pt x="63423" y="204089"/>
                  </a:lnTo>
                  <a:lnTo>
                    <a:pt x="63601" y="203885"/>
                  </a:lnTo>
                  <a:lnTo>
                    <a:pt x="63766" y="203695"/>
                  </a:lnTo>
                  <a:lnTo>
                    <a:pt x="64008" y="203403"/>
                  </a:lnTo>
                  <a:close/>
                </a:path>
                <a:path w="237489" h="375920">
                  <a:moveTo>
                    <a:pt x="65646" y="287413"/>
                  </a:moveTo>
                  <a:lnTo>
                    <a:pt x="55880" y="287413"/>
                  </a:lnTo>
                  <a:lnTo>
                    <a:pt x="55867" y="294995"/>
                  </a:lnTo>
                  <a:lnTo>
                    <a:pt x="60756" y="294995"/>
                  </a:lnTo>
                  <a:lnTo>
                    <a:pt x="65646" y="294995"/>
                  </a:lnTo>
                  <a:lnTo>
                    <a:pt x="65646" y="287413"/>
                  </a:lnTo>
                  <a:close/>
                </a:path>
                <a:path w="237489" h="375920">
                  <a:moveTo>
                    <a:pt x="75653" y="234835"/>
                  </a:moveTo>
                  <a:lnTo>
                    <a:pt x="74358" y="233184"/>
                  </a:lnTo>
                  <a:lnTo>
                    <a:pt x="74269" y="232816"/>
                  </a:lnTo>
                  <a:lnTo>
                    <a:pt x="73748" y="231152"/>
                  </a:lnTo>
                  <a:lnTo>
                    <a:pt x="71386" y="231152"/>
                  </a:lnTo>
                  <a:lnTo>
                    <a:pt x="70866" y="232816"/>
                  </a:lnTo>
                  <a:lnTo>
                    <a:pt x="70777" y="233184"/>
                  </a:lnTo>
                  <a:lnTo>
                    <a:pt x="69494" y="234835"/>
                  </a:lnTo>
                  <a:lnTo>
                    <a:pt x="70192" y="237515"/>
                  </a:lnTo>
                  <a:lnTo>
                    <a:pt x="74930" y="237515"/>
                  </a:lnTo>
                  <a:lnTo>
                    <a:pt x="75653" y="234835"/>
                  </a:lnTo>
                  <a:close/>
                </a:path>
                <a:path w="237489" h="375920">
                  <a:moveTo>
                    <a:pt x="76631" y="261747"/>
                  </a:moveTo>
                  <a:lnTo>
                    <a:pt x="67386" y="261747"/>
                  </a:lnTo>
                  <a:lnTo>
                    <a:pt x="67386" y="268922"/>
                  </a:lnTo>
                  <a:lnTo>
                    <a:pt x="72009" y="268922"/>
                  </a:lnTo>
                  <a:lnTo>
                    <a:pt x="76631" y="268922"/>
                  </a:lnTo>
                  <a:lnTo>
                    <a:pt x="76631" y="261747"/>
                  </a:lnTo>
                  <a:close/>
                </a:path>
                <a:path w="237489" h="375920">
                  <a:moveTo>
                    <a:pt x="76936" y="197726"/>
                  </a:moveTo>
                  <a:lnTo>
                    <a:pt x="69329" y="197726"/>
                  </a:lnTo>
                  <a:lnTo>
                    <a:pt x="69329" y="203631"/>
                  </a:lnTo>
                  <a:lnTo>
                    <a:pt x="73126" y="203631"/>
                  </a:lnTo>
                  <a:lnTo>
                    <a:pt x="76936" y="203631"/>
                  </a:lnTo>
                  <a:lnTo>
                    <a:pt x="76936" y="197726"/>
                  </a:lnTo>
                  <a:close/>
                </a:path>
                <a:path w="237489" h="375920">
                  <a:moveTo>
                    <a:pt x="81521" y="331838"/>
                  </a:moveTo>
                  <a:lnTo>
                    <a:pt x="80264" y="330555"/>
                  </a:lnTo>
                  <a:lnTo>
                    <a:pt x="77660" y="332244"/>
                  </a:lnTo>
                  <a:lnTo>
                    <a:pt x="76174" y="333248"/>
                  </a:lnTo>
                  <a:lnTo>
                    <a:pt x="71729" y="334772"/>
                  </a:lnTo>
                  <a:lnTo>
                    <a:pt x="73418" y="338709"/>
                  </a:lnTo>
                  <a:lnTo>
                    <a:pt x="75806" y="337350"/>
                  </a:lnTo>
                  <a:lnTo>
                    <a:pt x="77787" y="336219"/>
                  </a:lnTo>
                  <a:lnTo>
                    <a:pt x="79654" y="334784"/>
                  </a:lnTo>
                  <a:lnTo>
                    <a:pt x="81521" y="331838"/>
                  </a:lnTo>
                  <a:close/>
                </a:path>
                <a:path w="237489" h="375920">
                  <a:moveTo>
                    <a:pt x="86550" y="174561"/>
                  </a:moveTo>
                  <a:lnTo>
                    <a:pt x="85877" y="173583"/>
                  </a:lnTo>
                  <a:lnTo>
                    <a:pt x="83997" y="172529"/>
                  </a:lnTo>
                  <a:lnTo>
                    <a:pt x="83096" y="172567"/>
                  </a:lnTo>
                  <a:lnTo>
                    <a:pt x="76809" y="173748"/>
                  </a:lnTo>
                  <a:lnTo>
                    <a:pt x="80784" y="182397"/>
                  </a:lnTo>
                  <a:lnTo>
                    <a:pt x="85064" y="178333"/>
                  </a:lnTo>
                  <a:lnTo>
                    <a:pt x="85991" y="177457"/>
                  </a:lnTo>
                  <a:lnTo>
                    <a:pt x="86283" y="176669"/>
                  </a:lnTo>
                  <a:lnTo>
                    <a:pt x="86550" y="174561"/>
                  </a:lnTo>
                  <a:close/>
                </a:path>
                <a:path w="237489" h="375920">
                  <a:moveTo>
                    <a:pt x="88290" y="192239"/>
                  </a:moveTo>
                  <a:lnTo>
                    <a:pt x="86334" y="191630"/>
                  </a:lnTo>
                  <a:lnTo>
                    <a:pt x="85534" y="192722"/>
                  </a:lnTo>
                  <a:lnTo>
                    <a:pt x="85293" y="193065"/>
                  </a:lnTo>
                  <a:lnTo>
                    <a:pt x="84785" y="193738"/>
                  </a:lnTo>
                  <a:lnTo>
                    <a:pt x="83591" y="195389"/>
                  </a:lnTo>
                  <a:lnTo>
                    <a:pt x="86817" y="197065"/>
                  </a:lnTo>
                  <a:lnTo>
                    <a:pt x="87490" y="194881"/>
                  </a:lnTo>
                  <a:lnTo>
                    <a:pt x="87604" y="194487"/>
                  </a:lnTo>
                  <a:lnTo>
                    <a:pt x="87731" y="194094"/>
                  </a:lnTo>
                  <a:lnTo>
                    <a:pt x="87845" y="193700"/>
                  </a:lnTo>
                  <a:lnTo>
                    <a:pt x="88290" y="192239"/>
                  </a:lnTo>
                  <a:close/>
                </a:path>
                <a:path w="237489" h="375920">
                  <a:moveTo>
                    <a:pt x="97282" y="158788"/>
                  </a:moveTo>
                  <a:lnTo>
                    <a:pt x="96494" y="155600"/>
                  </a:lnTo>
                  <a:lnTo>
                    <a:pt x="90538" y="155968"/>
                  </a:lnTo>
                  <a:lnTo>
                    <a:pt x="88938" y="158115"/>
                  </a:lnTo>
                  <a:lnTo>
                    <a:pt x="90678" y="162255"/>
                  </a:lnTo>
                  <a:lnTo>
                    <a:pt x="93586" y="163118"/>
                  </a:lnTo>
                  <a:lnTo>
                    <a:pt x="95097" y="161353"/>
                  </a:lnTo>
                  <a:lnTo>
                    <a:pt x="97282" y="158788"/>
                  </a:lnTo>
                  <a:close/>
                </a:path>
                <a:path w="237489" h="375920">
                  <a:moveTo>
                    <a:pt x="98704" y="274548"/>
                  </a:moveTo>
                  <a:lnTo>
                    <a:pt x="98437" y="272542"/>
                  </a:lnTo>
                  <a:lnTo>
                    <a:pt x="97155" y="272288"/>
                  </a:lnTo>
                  <a:lnTo>
                    <a:pt x="96697" y="272224"/>
                  </a:lnTo>
                  <a:lnTo>
                    <a:pt x="96367" y="271970"/>
                  </a:lnTo>
                  <a:lnTo>
                    <a:pt x="96177" y="271551"/>
                  </a:lnTo>
                  <a:lnTo>
                    <a:pt x="96113" y="268935"/>
                  </a:lnTo>
                  <a:lnTo>
                    <a:pt x="92024" y="268922"/>
                  </a:lnTo>
                  <a:lnTo>
                    <a:pt x="92113" y="271551"/>
                  </a:lnTo>
                  <a:lnTo>
                    <a:pt x="92202" y="274561"/>
                  </a:lnTo>
                  <a:lnTo>
                    <a:pt x="94729" y="276453"/>
                  </a:lnTo>
                  <a:lnTo>
                    <a:pt x="98704" y="274548"/>
                  </a:lnTo>
                  <a:close/>
                </a:path>
                <a:path w="237489" h="375920">
                  <a:moveTo>
                    <a:pt x="99174" y="135356"/>
                  </a:moveTo>
                  <a:lnTo>
                    <a:pt x="98945" y="135026"/>
                  </a:lnTo>
                  <a:lnTo>
                    <a:pt x="97955" y="134670"/>
                  </a:lnTo>
                  <a:lnTo>
                    <a:pt x="99174" y="135356"/>
                  </a:lnTo>
                  <a:close/>
                </a:path>
                <a:path w="237489" h="375920">
                  <a:moveTo>
                    <a:pt x="100037" y="135851"/>
                  </a:moveTo>
                  <a:lnTo>
                    <a:pt x="99174" y="135356"/>
                  </a:lnTo>
                  <a:lnTo>
                    <a:pt x="98107" y="134772"/>
                  </a:lnTo>
                  <a:lnTo>
                    <a:pt x="98107" y="136702"/>
                  </a:lnTo>
                  <a:lnTo>
                    <a:pt x="98082" y="136956"/>
                  </a:lnTo>
                  <a:lnTo>
                    <a:pt x="98107" y="136702"/>
                  </a:lnTo>
                  <a:lnTo>
                    <a:pt x="98107" y="134772"/>
                  </a:lnTo>
                  <a:lnTo>
                    <a:pt x="97942" y="134670"/>
                  </a:lnTo>
                  <a:lnTo>
                    <a:pt x="96570" y="133896"/>
                  </a:lnTo>
                  <a:lnTo>
                    <a:pt x="96443" y="134137"/>
                  </a:lnTo>
                  <a:lnTo>
                    <a:pt x="95681" y="133870"/>
                  </a:lnTo>
                  <a:lnTo>
                    <a:pt x="94056" y="134670"/>
                  </a:lnTo>
                  <a:lnTo>
                    <a:pt x="91948" y="137795"/>
                  </a:lnTo>
                  <a:lnTo>
                    <a:pt x="93141" y="139992"/>
                  </a:lnTo>
                  <a:lnTo>
                    <a:pt x="94132" y="140309"/>
                  </a:lnTo>
                  <a:lnTo>
                    <a:pt x="94818" y="140538"/>
                  </a:lnTo>
                  <a:lnTo>
                    <a:pt x="95389" y="140728"/>
                  </a:lnTo>
                  <a:lnTo>
                    <a:pt x="96316" y="140906"/>
                  </a:lnTo>
                  <a:lnTo>
                    <a:pt x="96964" y="140855"/>
                  </a:lnTo>
                  <a:lnTo>
                    <a:pt x="98247" y="140385"/>
                  </a:lnTo>
                  <a:lnTo>
                    <a:pt x="98640" y="140233"/>
                  </a:lnTo>
                  <a:lnTo>
                    <a:pt x="99428" y="139420"/>
                  </a:lnTo>
                  <a:lnTo>
                    <a:pt x="99796" y="137287"/>
                  </a:lnTo>
                  <a:lnTo>
                    <a:pt x="99923" y="136956"/>
                  </a:lnTo>
                  <a:lnTo>
                    <a:pt x="99936" y="136486"/>
                  </a:lnTo>
                  <a:lnTo>
                    <a:pt x="100037" y="135851"/>
                  </a:lnTo>
                  <a:close/>
                </a:path>
                <a:path w="237489" h="375920">
                  <a:moveTo>
                    <a:pt x="107175" y="311797"/>
                  </a:moveTo>
                  <a:lnTo>
                    <a:pt x="107162" y="311188"/>
                  </a:lnTo>
                  <a:lnTo>
                    <a:pt x="106819" y="309003"/>
                  </a:lnTo>
                  <a:lnTo>
                    <a:pt x="105156" y="308648"/>
                  </a:lnTo>
                  <a:lnTo>
                    <a:pt x="103543" y="309460"/>
                  </a:lnTo>
                  <a:lnTo>
                    <a:pt x="103238" y="309714"/>
                  </a:lnTo>
                  <a:lnTo>
                    <a:pt x="102819" y="310235"/>
                  </a:lnTo>
                  <a:lnTo>
                    <a:pt x="100228" y="313575"/>
                  </a:lnTo>
                  <a:lnTo>
                    <a:pt x="105879" y="316280"/>
                  </a:lnTo>
                  <a:lnTo>
                    <a:pt x="106934" y="312635"/>
                  </a:lnTo>
                  <a:lnTo>
                    <a:pt x="107175" y="311797"/>
                  </a:lnTo>
                  <a:close/>
                </a:path>
                <a:path w="237489" h="375920">
                  <a:moveTo>
                    <a:pt x="107721" y="143090"/>
                  </a:moveTo>
                  <a:lnTo>
                    <a:pt x="107137" y="143090"/>
                  </a:lnTo>
                  <a:lnTo>
                    <a:pt x="107137" y="143548"/>
                  </a:lnTo>
                  <a:lnTo>
                    <a:pt x="107429" y="143548"/>
                  </a:lnTo>
                  <a:lnTo>
                    <a:pt x="107721" y="143548"/>
                  </a:lnTo>
                  <a:lnTo>
                    <a:pt x="107721" y="143090"/>
                  </a:lnTo>
                  <a:close/>
                </a:path>
                <a:path w="237489" h="375920">
                  <a:moveTo>
                    <a:pt x="110451" y="207187"/>
                  </a:moveTo>
                  <a:lnTo>
                    <a:pt x="108864" y="207594"/>
                  </a:lnTo>
                  <a:lnTo>
                    <a:pt x="108673" y="207645"/>
                  </a:lnTo>
                  <a:lnTo>
                    <a:pt x="108508" y="207695"/>
                  </a:lnTo>
                  <a:lnTo>
                    <a:pt x="108331" y="207733"/>
                  </a:lnTo>
                  <a:lnTo>
                    <a:pt x="107530" y="207949"/>
                  </a:lnTo>
                  <a:lnTo>
                    <a:pt x="107530" y="209143"/>
                  </a:lnTo>
                  <a:lnTo>
                    <a:pt x="108331" y="209359"/>
                  </a:lnTo>
                  <a:lnTo>
                    <a:pt x="108508" y="209410"/>
                  </a:lnTo>
                  <a:lnTo>
                    <a:pt x="108864" y="209499"/>
                  </a:lnTo>
                  <a:lnTo>
                    <a:pt x="110439" y="209905"/>
                  </a:lnTo>
                  <a:lnTo>
                    <a:pt x="110451" y="207187"/>
                  </a:lnTo>
                  <a:close/>
                </a:path>
                <a:path w="237489" h="375920">
                  <a:moveTo>
                    <a:pt x="112547" y="233641"/>
                  </a:moveTo>
                  <a:lnTo>
                    <a:pt x="98958" y="233641"/>
                  </a:lnTo>
                  <a:lnTo>
                    <a:pt x="98945" y="244182"/>
                  </a:lnTo>
                  <a:lnTo>
                    <a:pt x="105740" y="244182"/>
                  </a:lnTo>
                  <a:lnTo>
                    <a:pt x="112534" y="244182"/>
                  </a:lnTo>
                  <a:lnTo>
                    <a:pt x="112547" y="233641"/>
                  </a:lnTo>
                  <a:close/>
                </a:path>
                <a:path w="237489" h="375920">
                  <a:moveTo>
                    <a:pt x="113855" y="163131"/>
                  </a:moveTo>
                  <a:lnTo>
                    <a:pt x="105524" y="163131"/>
                  </a:lnTo>
                  <a:lnTo>
                    <a:pt x="105511" y="169608"/>
                  </a:lnTo>
                  <a:lnTo>
                    <a:pt x="109677" y="169608"/>
                  </a:lnTo>
                  <a:lnTo>
                    <a:pt x="113842" y="169608"/>
                  </a:lnTo>
                  <a:lnTo>
                    <a:pt x="113855" y="163131"/>
                  </a:lnTo>
                  <a:close/>
                </a:path>
                <a:path w="237489" h="375920">
                  <a:moveTo>
                    <a:pt x="118783" y="113919"/>
                  </a:moveTo>
                  <a:lnTo>
                    <a:pt x="112699" y="113055"/>
                  </a:lnTo>
                  <a:lnTo>
                    <a:pt x="112699" y="116890"/>
                  </a:lnTo>
                  <a:lnTo>
                    <a:pt x="112699" y="119786"/>
                  </a:lnTo>
                  <a:lnTo>
                    <a:pt x="117055" y="120446"/>
                  </a:lnTo>
                  <a:lnTo>
                    <a:pt x="118783" y="113919"/>
                  </a:lnTo>
                  <a:close/>
                </a:path>
                <a:path w="237489" h="375920">
                  <a:moveTo>
                    <a:pt x="119557" y="131076"/>
                  </a:moveTo>
                  <a:lnTo>
                    <a:pt x="119405" y="129844"/>
                  </a:lnTo>
                  <a:lnTo>
                    <a:pt x="119303" y="129108"/>
                  </a:lnTo>
                  <a:lnTo>
                    <a:pt x="119176" y="128638"/>
                  </a:lnTo>
                  <a:lnTo>
                    <a:pt x="117932" y="126187"/>
                  </a:lnTo>
                  <a:lnTo>
                    <a:pt x="115252" y="127736"/>
                  </a:lnTo>
                  <a:lnTo>
                    <a:pt x="116154" y="129514"/>
                  </a:lnTo>
                  <a:lnTo>
                    <a:pt x="116459" y="130111"/>
                  </a:lnTo>
                  <a:lnTo>
                    <a:pt x="116624" y="130340"/>
                  </a:lnTo>
                  <a:lnTo>
                    <a:pt x="117868" y="131495"/>
                  </a:lnTo>
                  <a:lnTo>
                    <a:pt x="119557" y="131076"/>
                  </a:lnTo>
                  <a:close/>
                </a:path>
                <a:path w="237489" h="375920">
                  <a:moveTo>
                    <a:pt x="119761" y="292125"/>
                  </a:moveTo>
                  <a:lnTo>
                    <a:pt x="111988" y="292125"/>
                  </a:lnTo>
                  <a:lnTo>
                    <a:pt x="111975" y="298157"/>
                  </a:lnTo>
                  <a:lnTo>
                    <a:pt x="115862" y="298157"/>
                  </a:lnTo>
                  <a:lnTo>
                    <a:pt x="119748" y="298157"/>
                  </a:lnTo>
                  <a:lnTo>
                    <a:pt x="119761" y="292125"/>
                  </a:lnTo>
                  <a:close/>
                </a:path>
                <a:path w="237489" h="375920">
                  <a:moveTo>
                    <a:pt x="127609" y="185496"/>
                  </a:moveTo>
                  <a:lnTo>
                    <a:pt x="123253" y="185496"/>
                  </a:lnTo>
                  <a:lnTo>
                    <a:pt x="123253" y="188861"/>
                  </a:lnTo>
                  <a:lnTo>
                    <a:pt x="125425" y="188861"/>
                  </a:lnTo>
                  <a:lnTo>
                    <a:pt x="127596" y="188861"/>
                  </a:lnTo>
                  <a:lnTo>
                    <a:pt x="127609" y="185496"/>
                  </a:lnTo>
                  <a:close/>
                </a:path>
                <a:path w="237489" h="375920">
                  <a:moveTo>
                    <a:pt x="136652" y="149529"/>
                  </a:moveTo>
                  <a:lnTo>
                    <a:pt x="135623" y="149123"/>
                  </a:lnTo>
                  <a:lnTo>
                    <a:pt x="135458" y="149047"/>
                  </a:lnTo>
                  <a:lnTo>
                    <a:pt x="135280" y="148983"/>
                  </a:lnTo>
                  <a:lnTo>
                    <a:pt x="133489" y="148259"/>
                  </a:lnTo>
                  <a:lnTo>
                    <a:pt x="133477" y="151879"/>
                  </a:lnTo>
                  <a:lnTo>
                    <a:pt x="135280" y="151155"/>
                  </a:lnTo>
                  <a:lnTo>
                    <a:pt x="135458" y="151091"/>
                  </a:lnTo>
                  <a:lnTo>
                    <a:pt x="135623" y="151015"/>
                  </a:lnTo>
                  <a:lnTo>
                    <a:pt x="136652" y="150609"/>
                  </a:lnTo>
                  <a:lnTo>
                    <a:pt x="136652" y="149529"/>
                  </a:lnTo>
                  <a:close/>
                </a:path>
                <a:path w="237489" h="375920">
                  <a:moveTo>
                    <a:pt x="137604" y="147193"/>
                  </a:moveTo>
                  <a:lnTo>
                    <a:pt x="137350" y="147066"/>
                  </a:lnTo>
                  <a:lnTo>
                    <a:pt x="136588" y="146685"/>
                  </a:lnTo>
                  <a:lnTo>
                    <a:pt x="136232" y="146494"/>
                  </a:lnTo>
                  <a:lnTo>
                    <a:pt x="135966" y="146380"/>
                  </a:lnTo>
                  <a:lnTo>
                    <a:pt x="135737" y="146761"/>
                  </a:lnTo>
                  <a:lnTo>
                    <a:pt x="135991" y="146888"/>
                  </a:lnTo>
                  <a:lnTo>
                    <a:pt x="136753" y="147269"/>
                  </a:lnTo>
                  <a:lnTo>
                    <a:pt x="137121" y="147459"/>
                  </a:lnTo>
                  <a:lnTo>
                    <a:pt x="137375" y="147574"/>
                  </a:lnTo>
                  <a:lnTo>
                    <a:pt x="137604" y="147193"/>
                  </a:lnTo>
                  <a:close/>
                </a:path>
                <a:path w="237489" h="375920">
                  <a:moveTo>
                    <a:pt x="138607" y="223164"/>
                  </a:moveTo>
                  <a:lnTo>
                    <a:pt x="131356" y="223164"/>
                  </a:lnTo>
                  <a:lnTo>
                    <a:pt x="131356" y="228790"/>
                  </a:lnTo>
                  <a:lnTo>
                    <a:pt x="134988" y="228790"/>
                  </a:lnTo>
                  <a:lnTo>
                    <a:pt x="138607" y="228790"/>
                  </a:lnTo>
                  <a:lnTo>
                    <a:pt x="138607" y="223164"/>
                  </a:lnTo>
                  <a:close/>
                </a:path>
                <a:path w="237489" h="375920">
                  <a:moveTo>
                    <a:pt x="139268" y="257695"/>
                  </a:moveTo>
                  <a:lnTo>
                    <a:pt x="138544" y="255663"/>
                  </a:lnTo>
                  <a:lnTo>
                    <a:pt x="138366" y="254647"/>
                  </a:lnTo>
                  <a:lnTo>
                    <a:pt x="138328" y="252844"/>
                  </a:lnTo>
                  <a:lnTo>
                    <a:pt x="136182" y="252552"/>
                  </a:lnTo>
                  <a:lnTo>
                    <a:pt x="135216" y="253809"/>
                  </a:lnTo>
                  <a:lnTo>
                    <a:pt x="134962" y="254038"/>
                  </a:lnTo>
                  <a:lnTo>
                    <a:pt x="134835" y="254165"/>
                  </a:lnTo>
                  <a:lnTo>
                    <a:pt x="133159" y="255257"/>
                  </a:lnTo>
                  <a:lnTo>
                    <a:pt x="133184" y="257835"/>
                  </a:lnTo>
                  <a:lnTo>
                    <a:pt x="136906" y="259397"/>
                  </a:lnTo>
                  <a:lnTo>
                    <a:pt x="139268" y="257695"/>
                  </a:lnTo>
                  <a:close/>
                </a:path>
                <a:path w="237489" h="375920">
                  <a:moveTo>
                    <a:pt x="141884" y="188937"/>
                  </a:moveTo>
                  <a:lnTo>
                    <a:pt x="134835" y="188937"/>
                  </a:lnTo>
                  <a:lnTo>
                    <a:pt x="134835" y="194424"/>
                  </a:lnTo>
                  <a:lnTo>
                    <a:pt x="138353" y="194424"/>
                  </a:lnTo>
                  <a:lnTo>
                    <a:pt x="141884" y="194424"/>
                  </a:lnTo>
                  <a:lnTo>
                    <a:pt x="141884" y="188937"/>
                  </a:lnTo>
                  <a:close/>
                </a:path>
                <a:path w="237489" h="375920">
                  <a:moveTo>
                    <a:pt x="146519" y="220129"/>
                  </a:moveTo>
                  <a:lnTo>
                    <a:pt x="145935" y="220129"/>
                  </a:lnTo>
                  <a:lnTo>
                    <a:pt x="145935" y="220586"/>
                  </a:lnTo>
                  <a:lnTo>
                    <a:pt x="146227" y="220586"/>
                  </a:lnTo>
                  <a:lnTo>
                    <a:pt x="146519" y="220586"/>
                  </a:lnTo>
                  <a:lnTo>
                    <a:pt x="146519" y="220129"/>
                  </a:lnTo>
                  <a:close/>
                </a:path>
                <a:path w="237489" h="375920">
                  <a:moveTo>
                    <a:pt x="149009" y="275145"/>
                  </a:moveTo>
                  <a:lnTo>
                    <a:pt x="147294" y="273913"/>
                  </a:lnTo>
                  <a:lnTo>
                    <a:pt x="145745" y="275805"/>
                  </a:lnTo>
                  <a:lnTo>
                    <a:pt x="145211" y="276529"/>
                  </a:lnTo>
                  <a:lnTo>
                    <a:pt x="143814" y="279349"/>
                  </a:lnTo>
                  <a:lnTo>
                    <a:pt x="146710" y="281076"/>
                  </a:lnTo>
                  <a:lnTo>
                    <a:pt x="147688" y="279120"/>
                  </a:lnTo>
                  <a:lnTo>
                    <a:pt x="148132" y="278218"/>
                  </a:lnTo>
                  <a:lnTo>
                    <a:pt x="148450" y="277368"/>
                  </a:lnTo>
                  <a:lnTo>
                    <a:pt x="149009" y="275145"/>
                  </a:lnTo>
                  <a:close/>
                </a:path>
                <a:path w="237489" h="375920">
                  <a:moveTo>
                    <a:pt x="152831" y="89344"/>
                  </a:moveTo>
                  <a:lnTo>
                    <a:pt x="149885" y="85140"/>
                  </a:lnTo>
                  <a:lnTo>
                    <a:pt x="148590" y="83286"/>
                  </a:lnTo>
                  <a:lnTo>
                    <a:pt x="145415" y="83477"/>
                  </a:lnTo>
                  <a:lnTo>
                    <a:pt x="145415" y="89128"/>
                  </a:lnTo>
                  <a:lnTo>
                    <a:pt x="145288" y="89344"/>
                  </a:lnTo>
                  <a:lnTo>
                    <a:pt x="145224" y="89217"/>
                  </a:lnTo>
                  <a:lnTo>
                    <a:pt x="145415" y="89128"/>
                  </a:lnTo>
                  <a:lnTo>
                    <a:pt x="145415" y="83477"/>
                  </a:lnTo>
                  <a:lnTo>
                    <a:pt x="144360" y="83527"/>
                  </a:lnTo>
                  <a:lnTo>
                    <a:pt x="143027" y="88049"/>
                  </a:lnTo>
                  <a:lnTo>
                    <a:pt x="143332" y="89217"/>
                  </a:lnTo>
                  <a:lnTo>
                    <a:pt x="144780" y="90627"/>
                  </a:lnTo>
                  <a:lnTo>
                    <a:pt x="146164" y="90944"/>
                  </a:lnTo>
                  <a:lnTo>
                    <a:pt x="147142" y="92760"/>
                  </a:lnTo>
                  <a:lnTo>
                    <a:pt x="150114" y="90982"/>
                  </a:lnTo>
                  <a:lnTo>
                    <a:pt x="152831" y="89344"/>
                  </a:lnTo>
                  <a:close/>
                </a:path>
                <a:path w="237489" h="375920">
                  <a:moveTo>
                    <a:pt x="153327" y="119913"/>
                  </a:moveTo>
                  <a:lnTo>
                    <a:pt x="152158" y="118681"/>
                  </a:lnTo>
                  <a:lnTo>
                    <a:pt x="150075" y="119075"/>
                  </a:lnTo>
                  <a:lnTo>
                    <a:pt x="149504" y="119456"/>
                  </a:lnTo>
                  <a:lnTo>
                    <a:pt x="146545" y="121285"/>
                  </a:lnTo>
                  <a:lnTo>
                    <a:pt x="148844" y="124434"/>
                  </a:lnTo>
                  <a:lnTo>
                    <a:pt x="150964" y="122783"/>
                  </a:lnTo>
                  <a:lnTo>
                    <a:pt x="151676" y="122237"/>
                  </a:lnTo>
                  <a:lnTo>
                    <a:pt x="152158" y="121843"/>
                  </a:lnTo>
                  <a:lnTo>
                    <a:pt x="152615" y="121081"/>
                  </a:lnTo>
                  <a:lnTo>
                    <a:pt x="153327" y="119913"/>
                  </a:lnTo>
                  <a:close/>
                </a:path>
                <a:path w="237489" h="375920">
                  <a:moveTo>
                    <a:pt x="156794" y="243230"/>
                  </a:moveTo>
                  <a:lnTo>
                    <a:pt x="156400" y="238823"/>
                  </a:lnTo>
                  <a:lnTo>
                    <a:pt x="154571" y="237413"/>
                  </a:lnTo>
                  <a:lnTo>
                    <a:pt x="150749" y="239776"/>
                  </a:lnTo>
                  <a:lnTo>
                    <a:pt x="149872" y="240944"/>
                  </a:lnTo>
                  <a:lnTo>
                    <a:pt x="150355" y="244957"/>
                  </a:lnTo>
                  <a:lnTo>
                    <a:pt x="152374" y="246519"/>
                  </a:lnTo>
                  <a:lnTo>
                    <a:pt x="154432" y="245338"/>
                  </a:lnTo>
                  <a:lnTo>
                    <a:pt x="155994" y="244449"/>
                  </a:lnTo>
                  <a:lnTo>
                    <a:pt x="156794" y="243230"/>
                  </a:lnTo>
                  <a:close/>
                </a:path>
                <a:path w="237489" h="375920">
                  <a:moveTo>
                    <a:pt x="158991" y="167233"/>
                  </a:moveTo>
                  <a:lnTo>
                    <a:pt x="148082" y="167195"/>
                  </a:lnTo>
                  <a:lnTo>
                    <a:pt x="151409" y="176644"/>
                  </a:lnTo>
                  <a:lnTo>
                    <a:pt x="155663" y="176657"/>
                  </a:lnTo>
                  <a:lnTo>
                    <a:pt x="156794" y="173456"/>
                  </a:lnTo>
                  <a:lnTo>
                    <a:pt x="158991" y="167233"/>
                  </a:lnTo>
                  <a:close/>
                </a:path>
                <a:path w="237489" h="375920">
                  <a:moveTo>
                    <a:pt x="163271" y="148412"/>
                  </a:moveTo>
                  <a:lnTo>
                    <a:pt x="162737" y="147104"/>
                  </a:lnTo>
                  <a:lnTo>
                    <a:pt x="161366" y="146786"/>
                  </a:lnTo>
                  <a:lnTo>
                    <a:pt x="161061" y="146710"/>
                  </a:lnTo>
                  <a:lnTo>
                    <a:pt x="160362" y="146329"/>
                  </a:lnTo>
                  <a:lnTo>
                    <a:pt x="160769" y="146786"/>
                  </a:lnTo>
                  <a:lnTo>
                    <a:pt x="157899" y="143675"/>
                  </a:lnTo>
                  <a:lnTo>
                    <a:pt x="153377" y="149250"/>
                  </a:lnTo>
                  <a:lnTo>
                    <a:pt x="159219" y="152577"/>
                  </a:lnTo>
                  <a:lnTo>
                    <a:pt x="162534" y="152323"/>
                  </a:lnTo>
                  <a:lnTo>
                    <a:pt x="163271" y="148412"/>
                  </a:lnTo>
                  <a:close/>
                </a:path>
                <a:path w="237489" h="375920">
                  <a:moveTo>
                    <a:pt x="163525" y="217335"/>
                  </a:moveTo>
                  <a:lnTo>
                    <a:pt x="162725" y="212788"/>
                  </a:lnTo>
                  <a:lnTo>
                    <a:pt x="161937" y="212864"/>
                  </a:lnTo>
                  <a:lnTo>
                    <a:pt x="161937" y="215658"/>
                  </a:lnTo>
                  <a:lnTo>
                    <a:pt x="161886" y="215417"/>
                  </a:lnTo>
                  <a:lnTo>
                    <a:pt x="161937" y="215658"/>
                  </a:lnTo>
                  <a:lnTo>
                    <a:pt x="161937" y="212864"/>
                  </a:lnTo>
                  <a:lnTo>
                    <a:pt x="161544" y="212902"/>
                  </a:lnTo>
                  <a:lnTo>
                    <a:pt x="161544" y="214312"/>
                  </a:lnTo>
                  <a:lnTo>
                    <a:pt x="160185" y="213296"/>
                  </a:lnTo>
                  <a:lnTo>
                    <a:pt x="160782" y="213715"/>
                  </a:lnTo>
                  <a:lnTo>
                    <a:pt x="161544" y="214312"/>
                  </a:lnTo>
                  <a:lnTo>
                    <a:pt x="161544" y="212902"/>
                  </a:lnTo>
                  <a:lnTo>
                    <a:pt x="161340" y="212915"/>
                  </a:lnTo>
                  <a:lnTo>
                    <a:pt x="160997" y="211645"/>
                  </a:lnTo>
                  <a:lnTo>
                    <a:pt x="159918" y="211759"/>
                  </a:lnTo>
                  <a:lnTo>
                    <a:pt x="159918" y="213639"/>
                  </a:lnTo>
                  <a:lnTo>
                    <a:pt x="159385" y="213093"/>
                  </a:lnTo>
                  <a:lnTo>
                    <a:pt x="159562" y="213080"/>
                  </a:lnTo>
                  <a:lnTo>
                    <a:pt x="159918" y="213639"/>
                  </a:lnTo>
                  <a:lnTo>
                    <a:pt x="159918" y="211759"/>
                  </a:lnTo>
                  <a:lnTo>
                    <a:pt x="155549" y="212166"/>
                  </a:lnTo>
                  <a:lnTo>
                    <a:pt x="153809" y="218287"/>
                  </a:lnTo>
                  <a:lnTo>
                    <a:pt x="155752" y="221246"/>
                  </a:lnTo>
                  <a:lnTo>
                    <a:pt x="159689" y="220941"/>
                  </a:lnTo>
                  <a:lnTo>
                    <a:pt x="160921" y="220662"/>
                  </a:lnTo>
                  <a:lnTo>
                    <a:pt x="161823" y="219506"/>
                  </a:lnTo>
                  <a:lnTo>
                    <a:pt x="163525" y="217335"/>
                  </a:lnTo>
                  <a:close/>
                </a:path>
                <a:path w="237489" h="375920">
                  <a:moveTo>
                    <a:pt x="173113" y="110337"/>
                  </a:moveTo>
                  <a:lnTo>
                    <a:pt x="172466" y="109689"/>
                  </a:lnTo>
                  <a:lnTo>
                    <a:pt x="171653" y="109969"/>
                  </a:lnTo>
                  <a:lnTo>
                    <a:pt x="171437" y="110045"/>
                  </a:lnTo>
                  <a:lnTo>
                    <a:pt x="168859" y="110921"/>
                  </a:lnTo>
                  <a:lnTo>
                    <a:pt x="171881" y="113944"/>
                  </a:lnTo>
                  <a:lnTo>
                    <a:pt x="172681" y="111582"/>
                  </a:lnTo>
                  <a:lnTo>
                    <a:pt x="172910" y="110921"/>
                  </a:lnTo>
                  <a:lnTo>
                    <a:pt x="173113" y="110337"/>
                  </a:lnTo>
                  <a:close/>
                </a:path>
                <a:path w="237489" h="375920">
                  <a:moveTo>
                    <a:pt x="173888" y="78066"/>
                  </a:moveTo>
                  <a:lnTo>
                    <a:pt x="172656" y="74612"/>
                  </a:lnTo>
                  <a:lnTo>
                    <a:pt x="173113" y="72796"/>
                  </a:lnTo>
                  <a:lnTo>
                    <a:pt x="172161" y="71412"/>
                  </a:lnTo>
                  <a:lnTo>
                    <a:pt x="169062" y="70218"/>
                  </a:lnTo>
                  <a:lnTo>
                    <a:pt x="167398" y="70891"/>
                  </a:lnTo>
                  <a:lnTo>
                    <a:pt x="165239" y="73698"/>
                  </a:lnTo>
                  <a:lnTo>
                    <a:pt x="165544" y="75463"/>
                  </a:lnTo>
                  <a:lnTo>
                    <a:pt x="167970" y="80530"/>
                  </a:lnTo>
                  <a:lnTo>
                    <a:pt x="173888" y="78066"/>
                  </a:lnTo>
                  <a:close/>
                </a:path>
                <a:path w="237489" h="375920">
                  <a:moveTo>
                    <a:pt x="177063" y="312559"/>
                  </a:moveTo>
                  <a:lnTo>
                    <a:pt x="174929" y="310400"/>
                  </a:lnTo>
                  <a:lnTo>
                    <a:pt x="173926" y="312000"/>
                  </a:lnTo>
                  <a:lnTo>
                    <a:pt x="172999" y="313461"/>
                  </a:lnTo>
                  <a:lnTo>
                    <a:pt x="174015" y="314477"/>
                  </a:lnTo>
                  <a:lnTo>
                    <a:pt x="177063" y="312559"/>
                  </a:lnTo>
                  <a:close/>
                </a:path>
                <a:path w="237489" h="375920">
                  <a:moveTo>
                    <a:pt x="177317" y="296964"/>
                  </a:moveTo>
                  <a:lnTo>
                    <a:pt x="176936" y="295452"/>
                  </a:lnTo>
                  <a:lnTo>
                    <a:pt x="176885" y="295275"/>
                  </a:lnTo>
                  <a:lnTo>
                    <a:pt x="176834" y="295109"/>
                  </a:lnTo>
                  <a:lnTo>
                    <a:pt x="176606" y="294182"/>
                  </a:lnTo>
                  <a:lnTo>
                    <a:pt x="175463" y="294182"/>
                  </a:lnTo>
                  <a:lnTo>
                    <a:pt x="175272" y="294932"/>
                  </a:lnTo>
                  <a:lnTo>
                    <a:pt x="175145" y="295452"/>
                  </a:lnTo>
                  <a:lnTo>
                    <a:pt x="174752" y="296951"/>
                  </a:lnTo>
                  <a:lnTo>
                    <a:pt x="177317" y="296964"/>
                  </a:lnTo>
                  <a:close/>
                </a:path>
                <a:path w="237489" h="375920">
                  <a:moveTo>
                    <a:pt x="178117" y="42176"/>
                  </a:moveTo>
                  <a:lnTo>
                    <a:pt x="173951" y="42176"/>
                  </a:lnTo>
                  <a:lnTo>
                    <a:pt x="173951" y="45415"/>
                  </a:lnTo>
                  <a:lnTo>
                    <a:pt x="176034" y="45415"/>
                  </a:lnTo>
                  <a:lnTo>
                    <a:pt x="178117" y="45415"/>
                  </a:lnTo>
                  <a:lnTo>
                    <a:pt x="178117" y="42176"/>
                  </a:lnTo>
                  <a:close/>
                </a:path>
                <a:path w="237489" h="375920">
                  <a:moveTo>
                    <a:pt x="179908" y="179235"/>
                  </a:moveTo>
                  <a:lnTo>
                    <a:pt x="171043" y="179235"/>
                  </a:lnTo>
                  <a:lnTo>
                    <a:pt x="171030" y="186118"/>
                  </a:lnTo>
                  <a:lnTo>
                    <a:pt x="175475" y="186118"/>
                  </a:lnTo>
                  <a:lnTo>
                    <a:pt x="179895" y="186118"/>
                  </a:lnTo>
                  <a:lnTo>
                    <a:pt x="179908" y="179235"/>
                  </a:lnTo>
                  <a:close/>
                </a:path>
                <a:path w="237489" h="375920">
                  <a:moveTo>
                    <a:pt x="181063" y="61506"/>
                  </a:moveTo>
                  <a:lnTo>
                    <a:pt x="178879" y="61506"/>
                  </a:lnTo>
                  <a:lnTo>
                    <a:pt x="178879" y="63195"/>
                  </a:lnTo>
                  <a:lnTo>
                    <a:pt x="179971" y="63195"/>
                  </a:lnTo>
                  <a:lnTo>
                    <a:pt x="181063" y="63195"/>
                  </a:lnTo>
                  <a:lnTo>
                    <a:pt x="181063" y="61506"/>
                  </a:lnTo>
                  <a:close/>
                </a:path>
                <a:path w="237489" h="375920">
                  <a:moveTo>
                    <a:pt x="181152" y="202120"/>
                  </a:moveTo>
                  <a:lnTo>
                    <a:pt x="175577" y="196697"/>
                  </a:lnTo>
                  <a:lnTo>
                    <a:pt x="171348" y="202260"/>
                  </a:lnTo>
                  <a:lnTo>
                    <a:pt x="175107" y="204343"/>
                  </a:lnTo>
                  <a:lnTo>
                    <a:pt x="177990" y="205943"/>
                  </a:lnTo>
                  <a:lnTo>
                    <a:pt x="181152" y="202120"/>
                  </a:lnTo>
                  <a:close/>
                </a:path>
                <a:path w="237489" h="375920">
                  <a:moveTo>
                    <a:pt x="182803" y="257860"/>
                  </a:moveTo>
                  <a:lnTo>
                    <a:pt x="177507" y="256616"/>
                  </a:lnTo>
                  <a:lnTo>
                    <a:pt x="173405" y="255638"/>
                  </a:lnTo>
                  <a:lnTo>
                    <a:pt x="169786" y="258191"/>
                  </a:lnTo>
                  <a:lnTo>
                    <a:pt x="169786" y="265722"/>
                  </a:lnTo>
                  <a:lnTo>
                    <a:pt x="173405" y="268300"/>
                  </a:lnTo>
                  <a:lnTo>
                    <a:pt x="182791" y="266065"/>
                  </a:lnTo>
                  <a:lnTo>
                    <a:pt x="182803" y="257860"/>
                  </a:lnTo>
                  <a:close/>
                </a:path>
                <a:path w="237489" h="375920">
                  <a:moveTo>
                    <a:pt x="184518" y="236791"/>
                  </a:moveTo>
                  <a:lnTo>
                    <a:pt x="176695" y="233819"/>
                  </a:lnTo>
                  <a:lnTo>
                    <a:pt x="176657" y="242900"/>
                  </a:lnTo>
                  <a:lnTo>
                    <a:pt x="181292" y="241122"/>
                  </a:lnTo>
                  <a:lnTo>
                    <a:pt x="184492" y="239915"/>
                  </a:lnTo>
                  <a:lnTo>
                    <a:pt x="184518" y="236791"/>
                  </a:lnTo>
                  <a:close/>
                </a:path>
                <a:path w="237489" h="375920">
                  <a:moveTo>
                    <a:pt x="185915" y="155194"/>
                  </a:moveTo>
                  <a:lnTo>
                    <a:pt x="183781" y="150139"/>
                  </a:lnTo>
                  <a:lnTo>
                    <a:pt x="180124" y="148983"/>
                  </a:lnTo>
                  <a:lnTo>
                    <a:pt x="178282" y="151218"/>
                  </a:lnTo>
                  <a:lnTo>
                    <a:pt x="176009" y="154012"/>
                  </a:lnTo>
                  <a:lnTo>
                    <a:pt x="177025" y="158254"/>
                  </a:lnTo>
                  <a:lnTo>
                    <a:pt x="183946" y="157937"/>
                  </a:lnTo>
                  <a:lnTo>
                    <a:pt x="185915" y="155194"/>
                  </a:lnTo>
                  <a:close/>
                </a:path>
                <a:path w="237489" h="375920">
                  <a:moveTo>
                    <a:pt x="187007" y="251053"/>
                  </a:moveTo>
                  <a:lnTo>
                    <a:pt x="186423" y="251053"/>
                  </a:lnTo>
                  <a:lnTo>
                    <a:pt x="186423" y="251510"/>
                  </a:lnTo>
                  <a:lnTo>
                    <a:pt x="186715" y="251510"/>
                  </a:lnTo>
                  <a:lnTo>
                    <a:pt x="187007" y="251510"/>
                  </a:lnTo>
                  <a:lnTo>
                    <a:pt x="187007" y="251053"/>
                  </a:lnTo>
                  <a:close/>
                </a:path>
                <a:path w="237489" h="375920">
                  <a:moveTo>
                    <a:pt x="191681" y="257048"/>
                  </a:moveTo>
                  <a:lnTo>
                    <a:pt x="189750" y="254863"/>
                  </a:lnTo>
                  <a:lnTo>
                    <a:pt x="187629" y="255892"/>
                  </a:lnTo>
                  <a:lnTo>
                    <a:pt x="187629" y="259041"/>
                  </a:lnTo>
                  <a:lnTo>
                    <a:pt x="189750" y="260070"/>
                  </a:lnTo>
                  <a:lnTo>
                    <a:pt x="190868" y="258813"/>
                  </a:lnTo>
                  <a:lnTo>
                    <a:pt x="191681" y="257886"/>
                  </a:lnTo>
                  <a:lnTo>
                    <a:pt x="191681" y="257048"/>
                  </a:lnTo>
                  <a:close/>
                </a:path>
                <a:path w="237489" h="375920">
                  <a:moveTo>
                    <a:pt x="194398" y="70370"/>
                  </a:moveTo>
                  <a:lnTo>
                    <a:pt x="194183" y="68630"/>
                  </a:lnTo>
                  <a:lnTo>
                    <a:pt x="191960" y="67678"/>
                  </a:lnTo>
                  <a:lnTo>
                    <a:pt x="191185" y="67487"/>
                  </a:lnTo>
                  <a:lnTo>
                    <a:pt x="187718" y="67373"/>
                  </a:lnTo>
                  <a:lnTo>
                    <a:pt x="186182" y="69951"/>
                  </a:lnTo>
                  <a:lnTo>
                    <a:pt x="188023" y="74295"/>
                  </a:lnTo>
                  <a:lnTo>
                    <a:pt x="190652" y="74536"/>
                  </a:lnTo>
                  <a:lnTo>
                    <a:pt x="192417" y="73088"/>
                  </a:lnTo>
                  <a:lnTo>
                    <a:pt x="193078" y="72542"/>
                  </a:lnTo>
                  <a:lnTo>
                    <a:pt x="193421" y="72123"/>
                  </a:lnTo>
                  <a:lnTo>
                    <a:pt x="194398" y="70370"/>
                  </a:lnTo>
                  <a:close/>
                </a:path>
                <a:path w="237489" h="375920">
                  <a:moveTo>
                    <a:pt x="198247" y="170649"/>
                  </a:moveTo>
                  <a:lnTo>
                    <a:pt x="196545" y="170649"/>
                  </a:lnTo>
                  <a:lnTo>
                    <a:pt x="196545" y="171094"/>
                  </a:lnTo>
                  <a:lnTo>
                    <a:pt x="196837" y="171094"/>
                  </a:lnTo>
                  <a:lnTo>
                    <a:pt x="198247" y="171094"/>
                  </a:lnTo>
                  <a:lnTo>
                    <a:pt x="198247" y="170649"/>
                  </a:lnTo>
                  <a:close/>
                </a:path>
                <a:path w="237489" h="375920">
                  <a:moveTo>
                    <a:pt x="199466" y="105092"/>
                  </a:moveTo>
                  <a:lnTo>
                    <a:pt x="195541" y="102806"/>
                  </a:lnTo>
                  <a:lnTo>
                    <a:pt x="191554" y="109804"/>
                  </a:lnTo>
                  <a:lnTo>
                    <a:pt x="198526" y="112014"/>
                  </a:lnTo>
                  <a:lnTo>
                    <a:pt x="199059" y="108102"/>
                  </a:lnTo>
                  <a:lnTo>
                    <a:pt x="199466" y="105092"/>
                  </a:lnTo>
                  <a:close/>
                </a:path>
                <a:path w="237489" h="375920">
                  <a:moveTo>
                    <a:pt x="200215" y="29464"/>
                  </a:moveTo>
                  <a:lnTo>
                    <a:pt x="197751" y="28460"/>
                  </a:lnTo>
                  <a:lnTo>
                    <a:pt x="196367" y="29832"/>
                  </a:lnTo>
                  <a:lnTo>
                    <a:pt x="194995" y="31216"/>
                  </a:lnTo>
                  <a:lnTo>
                    <a:pt x="195999" y="33667"/>
                  </a:lnTo>
                  <a:lnTo>
                    <a:pt x="197967" y="33667"/>
                  </a:lnTo>
                  <a:lnTo>
                    <a:pt x="199440" y="33667"/>
                  </a:lnTo>
                  <a:lnTo>
                    <a:pt x="200215" y="32893"/>
                  </a:lnTo>
                  <a:lnTo>
                    <a:pt x="200215" y="29464"/>
                  </a:lnTo>
                  <a:close/>
                </a:path>
                <a:path w="237489" h="375920">
                  <a:moveTo>
                    <a:pt x="205168" y="162547"/>
                  </a:moveTo>
                  <a:lnTo>
                    <a:pt x="204317" y="160401"/>
                  </a:lnTo>
                  <a:lnTo>
                    <a:pt x="204254" y="160223"/>
                  </a:lnTo>
                  <a:lnTo>
                    <a:pt x="204177" y="160058"/>
                  </a:lnTo>
                  <a:lnTo>
                    <a:pt x="203682" y="158826"/>
                  </a:lnTo>
                  <a:lnTo>
                    <a:pt x="202361" y="158826"/>
                  </a:lnTo>
                  <a:lnTo>
                    <a:pt x="201866" y="160058"/>
                  </a:lnTo>
                  <a:lnTo>
                    <a:pt x="201803" y="160223"/>
                  </a:lnTo>
                  <a:lnTo>
                    <a:pt x="200875" y="162534"/>
                  </a:lnTo>
                  <a:lnTo>
                    <a:pt x="205168" y="162547"/>
                  </a:lnTo>
                  <a:close/>
                </a:path>
                <a:path w="237489" h="375920">
                  <a:moveTo>
                    <a:pt x="207060" y="242214"/>
                  </a:moveTo>
                  <a:lnTo>
                    <a:pt x="196748" y="242214"/>
                  </a:lnTo>
                  <a:lnTo>
                    <a:pt x="196735" y="250228"/>
                  </a:lnTo>
                  <a:lnTo>
                    <a:pt x="201904" y="250228"/>
                  </a:lnTo>
                  <a:lnTo>
                    <a:pt x="207048" y="250228"/>
                  </a:lnTo>
                  <a:lnTo>
                    <a:pt x="207060" y="242214"/>
                  </a:lnTo>
                  <a:close/>
                </a:path>
                <a:path w="237489" h="375920">
                  <a:moveTo>
                    <a:pt x="211759" y="202565"/>
                  </a:moveTo>
                  <a:lnTo>
                    <a:pt x="202158" y="202565"/>
                  </a:lnTo>
                  <a:lnTo>
                    <a:pt x="202158" y="210019"/>
                  </a:lnTo>
                  <a:lnTo>
                    <a:pt x="206959" y="210019"/>
                  </a:lnTo>
                  <a:lnTo>
                    <a:pt x="211759" y="210019"/>
                  </a:lnTo>
                  <a:lnTo>
                    <a:pt x="211759" y="202565"/>
                  </a:lnTo>
                  <a:close/>
                </a:path>
                <a:path w="237489" h="375920">
                  <a:moveTo>
                    <a:pt x="214388" y="119443"/>
                  </a:moveTo>
                  <a:lnTo>
                    <a:pt x="214122" y="118249"/>
                  </a:lnTo>
                  <a:lnTo>
                    <a:pt x="212077" y="117297"/>
                  </a:lnTo>
                  <a:lnTo>
                    <a:pt x="211328" y="117246"/>
                  </a:lnTo>
                  <a:lnTo>
                    <a:pt x="205879" y="118668"/>
                  </a:lnTo>
                  <a:lnTo>
                    <a:pt x="209080" y="125552"/>
                  </a:lnTo>
                  <a:lnTo>
                    <a:pt x="212966" y="122364"/>
                  </a:lnTo>
                  <a:lnTo>
                    <a:pt x="213652" y="121793"/>
                  </a:lnTo>
                  <a:lnTo>
                    <a:pt x="214045" y="121246"/>
                  </a:lnTo>
                  <a:lnTo>
                    <a:pt x="214388" y="119443"/>
                  </a:lnTo>
                  <a:close/>
                </a:path>
                <a:path w="237489" h="375920">
                  <a:moveTo>
                    <a:pt x="217932" y="161086"/>
                  </a:moveTo>
                  <a:lnTo>
                    <a:pt x="217347" y="161086"/>
                  </a:lnTo>
                  <a:lnTo>
                    <a:pt x="217347" y="161544"/>
                  </a:lnTo>
                  <a:lnTo>
                    <a:pt x="217639" y="161544"/>
                  </a:lnTo>
                  <a:lnTo>
                    <a:pt x="217932" y="161544"/>
                  </a:lnTo>
                  <a:lnTo>
                    <a:pt x="217932" y="161086"/>
                  </a:lnTo>
                  <a:close/>
                </a:path>
                <a:path w="237489" h="375920">
                  <a:moveTo>
                    <a:pt x="219570" y="35521"/>
                  </a:moveTo>
                  <a:lnTo>
                    <a:pt x="219252" y="34150"/>
                  </a:lnTo>
                  <a:lnTo>
                    <a:pt x="217995" y="33743"/>
                  </a:lnTo>
                  <a:lnTo>
                    <a:pt x="217170" y="33591"/>
                  </a:lnTo>
                  <a:lnTo>
                    <a:pt x="215722" y="32435"/>
                  </a:lnTo>
                  <a:lnTo>
                    <a:pt x="213220" y="33883"/>
                  </a:lnTo>
                  <a:lnTo>
                    <a:pt x="214401" y="35712"/>
                  </a:lnTo>
                  <a:lnTo>
                    <a:pt x="215392" y="37249"/>
                  </a:lnTo>
                  <a:lnTo>
                    <a:pt x="217385" y="38036"/>
                  </a:lnTo>
                  <a:lnTo>
                    <a:pt x="219570" y="35521"/>
                  </a:lnTo>
                  <a:close/>
                </a:path>
                <a:path w="237489" h="375920">
                  <a:moveTo>
                    <a:pt x="223443" y="149771"/>
                  </a:moveTo>
                  <a:lnTo>
                    <a:pt x="216827" y="143103"/>
                  </a:lnTo>
                  <a:lnTo>
                    <a:pt x="213245" y="148158"/>
                  </a:lnTo>
                  <a:lnTo>
                    <a:pt x="210693" y="151726"/>
                  </a:lnTo>
                  <a:lnTo>
                    <a:pt x="214858" y="155892"/>
                  </a:lnTo>
                  <a:lnTo>
                    <a:pt x="223443" y="149771"/>
                  </a:lnTo>
                  <a:close/>
                </a:path>
                <a:path w="237489" h="375920">
                  <a:moveTo>
                    <a:pt x="225780" y="78486"/>
                  </a:moveTo>
                  <a:lnTo>
                    <a:pt x="220243" y="76288"/>
                  </a:lnTo>
                  <a:lnTo>
                    <a:pt x="216763" y="74904"/>
                  </a:lnTo>
                  <a:lnTo>
                    <a:pt x="214274" y="79768"/>
                  </a:lnTo>
                  <a:lnTo>
                    <a:pt x="220865" y="85940"/>
                  </a:lnTo>
                  <a:lnTo>
                    <a:pt x="225780" y="78486"/>
                  </a:lnTo>
                  <a:close/>
                </a:path>
                <a:path w="237489" h="375920">
                  <a:moveTo>
                    <a:pt x="225793" y="187439"/>
                  </a:moveTo>
                  <a:lnTo>
                    <a:pt x="224574" y="184924"/>
                  </a:lnTo>
                  <a:lnTo>
                    <a:pt x="220840" y="184924"/>
                  </a:lnTo>
                  <a:lnTo>
                    <a:pt x="219621" y="187452"/>
                  </a:lnTo>
                  <a:lnTo>
                    <a:pt x="221107" y="188772"/>
                  </a:lnTo>
                  <a:lnTo>
                    <a:pt x="222186" y="189725"/>
                  </a:lnTo>
                  <a:lnTo>
                    <a:pt x="223215" y="189725"/>
                  </a:lnTo>
                  <a:lnTo>
                    <a:pt x="223989" y="189026"/>
                  </a:lnTo>
                  <a:lnTo>
                    <a:pt x="224193" y="188849"/>
                  </a:lnTo>
                  <a:lnTo>
                    <a:pt x="225793" y="187439"/>
                  </a:lnTo>
                  <a:close/>
                </a:path>
                <a:path w="237489" h="375920">
                  <a:moveTo>
                    <a:pt x="234276" y="44424"/>
                  </a:moveTo>
                  <a:lnTo>
                    <a:pt x="225767" y="44424"/>
                  </a:lnTo>
                  <a:lnTo>
                    <a:pt x="225755" y="51028"/>
                  </a:lnTo>
                  <a:lnTo>
                    <a:pt x="230009" y="51028"/>
                  </a:lnTo>
                  <a:lnTo>
                    <a:pt x="234264" y="51028"/>
                  </a:lnTo>
                  <a:lnTo>
                    <a:pt x="234276" y="44424"/>
                  </a:lnTo>
                  <a:close/>
                </a:path>
                <a:path w="237489" h="375920">
                  <a:moveTo>
                    <a:pt x="237083" y="0"/>
                  </a:moveTo>
                  <a:lnTo>
                    <a:pt x="228574" y="0"/>
                  </a:lnTo>
                  <a:lnTo>
                    <a:pt x="228561" y="6616"/>
                  </a:lnTo>
                  <a:lnTo>
                    <a:pt x="232829" y="6616"/>
                  </a:lnTo>
                  <a:lnTo>
                    <a:pt x="237070" y="6616"/>
                  </a:lnTo>
                  <a:lnTo>
                    <a:pt x="23708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569262" y="7709820"/>
              <a:ext cx="251460" cy="399415"/>
            </a:xfrm>
            <a:custGeom>
              <a:avLst/>
              <a:gdLst/>
              <a:ahLst/>
              <a:cxnLst/>
              <a:rect l="l" t="t" r="r" b="b"/>
              <a:pathLst>
                <a:path w="251460" h="399415">
                  <a:moveTo>
                    <a:pt x="6553" y="387477"/>
                  </a:moveTo>
                  <a:lnTo>
                    <a:pt x="3289" y="385572"/>
                  </a:lnTo>
                  <a:lnTo>
                    <a:pt x="0" y="391388"/>
                  </a:lnTo>
                  <a:lnTo>
                    <a:pt x="5778" y="393217"/>
                  </a:lnTo>
                  <a:lnTo>
                    <a:pt x="6210" y="389966"/>
                  </a:lnTo>
                  <a:lnTo>
                    <a:pt x="6553" y="387477"/>
                  </a:lnTo>
                  <a:close/>
                </a:path>
                <a:path w="251460" h="399415">
                  <a:moveTo>
                    <a:pt x="10439" y="378587"/>
                  </a:moveTo>
                  <a:lnTo>
                    <a:pt x="3009" y="378587"/>
                  </a:lnTo>
                  <a:lnTo>
                    <a:pt x="3009" y="384340"/>
                  </a:lnTo>
                  <a:lnTo>
                    <a:pt x="6718" y="384340"/>
                  </a:lnTo>
                  <a:lnTo>
                    <a:pt x="10426" y="384340"/>
                  </a:lnTo>
                  <a:lnTo>
                    <a:pt x="10439" y="378587"/>
                  </a:lnTo>
                  <a:close/>
                </a:path>
                <a:path w="251460" h="399415">
                  <a:moveTo>
                    <a:pt x="14084" y="365125"/>
                  </a:moveTo>
                  <a:lnTo>
                    <a:pt x="8610" y="361962"/>
                  </a:lnTo>
                  <a:lnTo>
                    <a:pt x="5524" y="366344"/>
                  </a:lnTo>
                  <a:lnTo>
                    <a:pt x="2298" y="366433"/>
                  </a:lnTo>
                  <a:lnTo>
                    <a:pt x="5016" y="374281"/>
                  </a:lnTo>
                  <a:lnTo>
                    <a:pt x="10134" y="370840"/>
                  </a:lnTo>
                  <a:lnTo>
                    <a:pt x="10858" y="369722"/>
                  </a:lnTo>
                  <a:lnTo>
                    <a:pt x="11772" y="368427"/>
                  </a:lnTo>
                  <a:lnTo>
                    <a:pt x="13296" y="366242"/>
                  </a:lnTo>
                  <a:lnTo>
                    <a:pt x="14084" y="365125"/>
                  </a:lnTo>
                  <a:close/>
                </a:path>
                <a:path w="251460" h="399415">
                  <a:moveTo>
                    <a:pt x="26022" y="340004"/>
                  </a:moveTo>
                  <a:lnTo>
                    <a:pt x="14617" y="340004"/>
                  </a:lnTo>
                  <a:lnTo>
                    <a:pt x="14605" y="348869"/>
                  </a:lnTo>
                  <a:lnTo>
                    <a:pt x="20307" y="348869"/>
                  </a:lnTo>
                  <a:lnTo>
                    <a:pt x="26009" y="348869"/>
                  </a:lnTo>
                  <a:lnTo>
                    <a:pt x="26022" y="340004"/>
                  </a:lnTo>
                  <a:close/>
                </a:path>
                <a:path w="251460" h="399415">
                  <a:moveTo>
                    <a:pt x="27711" y="377888"/>
                  </a:moveTo>
                  <a:lnTo>
                    <a:pt x="27419" y="375996"/>
                  </a:lnTo>
                  <a:lnTo>
                    <a:pt x="26212" y="376339"/>
                  </a:lnTo>
                  <a:lnTo>
                    <a:pt x="26339" y="377139"/>
                  </a:lnTo>
                  <a:lnTo>
                    <a:pt x="26022" y="378320"/>
                  </a:lnTo>
                  <a:lnTo>
                    <a:pt x="25869" y="378904"/>
                  </a:lnTo>
                  <a:lnTo>
                    <a:pt x="25400" y="379577"/>
                  </a:lnTo>
                  <a:lnTo>
                    <a:pt x="26504" y="380199"/>
                  </a:lnTo>
                  <a:lnTo>
                    <a:pt x="26962" y="379539"/>
                  </a:lnTo>
                  <a:lnTo>
                    <a:pt x="27597" y="378625"/>
                  </a:lnTo>
                  <a:lnTo>
                    <a:pt x="27711" y="377888"/>
                  </a:lnTo>
                  <a:close/>
                </a:path>
                <a:path w="251460" h="399415">
                  <a:moveTo>
                    <a:pt x="37363" y="389509"/>
                  </a:moveTo>
                  <a:lnTo>
                    <a:pt x="31280" y="385229"/>
                  </a:lnTo>
                  <a:lnTo>
                    <a:pt x="29425" y="388670"/>
                  </a:lnTo>
                  <a:lnTo>
                    <a:pt x="28968" y="388848"/>
                  </a:lnTo>
                  <a:lnTo>
                    <a:pt x="27978" y="390105"/>
                  </a:lnTo>
                  <a:lnTo>
                    <a:pt x="28613" y="394055"/>
                  </a:lnTo>
                  <a:lnTo>
                    <a:pt x="30746" y="394766"/>
                  </a:lnTo>
                  <a:lnTo>
                    <a:pt x="33096" y="394347"/>
                  </a:lnTo>
                  <a:lnTo>
                    <a:pt x="33769" y="393966"/>
                  </a:lnTo>
                  <a:lnTo>
                    <a:pt x="37363" y="389509"/>
                  </a:lnTo>
                  <a:close/>
                </a:path>
                <a:path w="251460" h="399415">
                  <a:moveTo>
                    <a:pt x="40030" y="334530"/>
                  </a:moveTo>
                  <a:lnTo>
                    <a:pt x="39573" y="329399"/>
                  </a:lnTo>
                  <a:lnTo>
                    <a:pt x="31394" y="329501"/>
                  </a:lnTo>
                  <a:lnTo>
                    <a:pt x="32461" y="336854"/>
                  </a:lnTo>
                  <a:lnTo>
                    <a:pt x="36779" y="335521"/>
                  </a:lnTo>
                  <a:lnTo>
                    <a:pt x="40030" y="334530"/>
                  </a:lnTo>
                  <a:close/>
                </a:path>
                <a:path w="251460" h="399415">
                  <a:moveTo>
                    <a:pt x="52222" y="353491"/>
                  </a:moveTo>
                  <a:lnTo>
                    <a:pt x="50965" y="352209"/>
                  </a:lnTo>
                  <a:lnTo>
                    <a:pt x="48361" y="353898"/>
                  </a:lnTo>
                  <a:lnTo>
                    <a:pt x="46875" y="354901"/>
                  </a:lnTo>
                  <a:lnTo>
                    <a:pt x="42430" y="356425"/>
                  </a:lnTo>
                  <a:lnTo>
                    <a:pt x="44119" y="360362"/>
                  </a:lnTo>
                  <a:lnTo>
                    <a:pt x="46507" y="359003"/>
                  </a:lnTo>
                  <a:lnTo>
                    <a:pt x="48488" y="357873"/>
                  </a:lnTo>
                  <a:lnTo>
                    <a:pt x="50355" y="356438"/>
                  </a:lnTo>
                  <a:lnTo>
                    <a:pt x="52222" y="353491"/>
                  </a:lnTo>
                  <a:close/>
                </a:path>
                <a:path w="251460" h="399415">
                  <a:moveTo>
                    <a:pt x="59715" y="325374"/>
                  </a:moveTo>
                  <a:lnTo>
                    <a:pt x="57188" y="325374"/>
                  </a:lnTo>
                  <a:lnTo>
                    <a:pt x="57188" y="327342"/>
                  </a:lnTo>
                  <a:lnTo>
                    <a:pt x="58458" y="327342"/>
                  </a:lnTo>
                  <a:lnTo>
                    <a:pt x="59715" y="327342"/>
                  </a:lnTo>
                  <a:lnTo>
                    <a:pt x="59715" y="325374"/>
                  </a:lnTo>
                  <a:close/>
                </a:path>
                <a:path w="251460" h="399415">
                  <a:moveTo>
                    <a:pt x="62242" y="308330"/>
                  </a:moveTo>
                  <a:lnTo>
                    <a:pt x="53543" y="308330"/>
                  </a:lnTo>
                  <a:lnTo>
                    <a:pt x="53543" y="315074"/>
                  </a:lnTo>
                  <a:lnTo>
                    <a:pt x="57886" y="315074"/>
                  </a:lnTo>
                  <a:lnTo>
                    <a:pt x="62242" y="315074"/>
                  </a:lnTo>
                  <a:lnTo>
                    <a:pt x="62242" y="308330"/>
                  </a:lnTo>
                  <a:close/>
                </a:path>
                <a:path w="251460" h="399415">
                  <a:moveTo>
                    <a:pt x="74422" y="396189"/>
                  </a:moveTo>
                  <a:lnTo>
                    <a:pt x="74409" y="395554"/>
                  </a:lnTo>
                  <a:lnTo>
                    <a:pt x="73837" y="394843"/>
                  </a:lnTo>
                  <a:lnTo>
                    <a:pt x="73355" y="394208"/>
                  </a:lnTo>
                  <a:lnTo>
                    <a:pt x="72339" y="394423"/>
                  </a:lnTo>
                  <a:lnTo>
                    <a:pt x="72034" y="395008"/>
                  </a:lnTo>
                  <a:lnTo>
                    <a:pt x="71653" y="395706"/>
                  </a:lnTo>
                  <a:lnTo>
                    <a:pt x="71272" y="395897"/>
                  </a:lnTo>
                  <a:lnTo>
                    <a:pt x="72009" y="397471"/>
                  </a:lnTo>
                  <a:lnTo>
                    <a:pt x="73228" y="397649"/>
                  </a:lnTo>
                  <a:lnTo>
                    <a:pt x="73736" y="397027"/>
                  </a:lnTo>
                  <a:lnTo>
                    <a:pt x="73875" y="396862"/>
                  </a:lnTo>
                  <a:lnTo>
                    <a:pt x="74422" y="396189"/>
                  </a:lnTo>
                  <a:close/>
                </a:path>
                <a:path w="251460" h="399415">
                  <a:moveTo>
                    <a:pt x="81673" y="368617"/>
                  </a:moveTo>
                  <a:lnTo>
                    <a:pt x="78828" y="368261"/>
                  </a:lnTo>
                  <a:lnTo>
                    <a:pt x="78828" y="367614"/>
                  </a:lnTo>
                  <a:lnTo>
                    <a:pt x="70688" y="367614"/>
                  </a:lnTo>
                  <a:lnTo>
                    <a:pt x="70688" y="373938"/>
                  </a:lnTo>
                  <a:lnTo>
                    <a:pt x="74764" y="373938"/>
                  </a:lnTo>
                  <a:lnTo>
                    <a:pt x="78828" y="373938"/>
                  </a:lnTo>
                  <a:lnTo>
                    <a:pt x="78828" y="369912"/>
                  </a:lnTo>
                  <a:lnTo>
                    <a:pt x="80949" y="369646"/>
                  </a:lnTo>
                  <a:lnTo>
                    <a:pt x="81673" y="369570"/>
                  </a:lnTo>
                  <a:lnTo>
                    <a:pt x="81673" y="368617"/>
                  </a:lnTo>
                  <a:close/>
                </a:path>
                <a:path w="251460" h="399415">
                  <a:moveTo>
                    <a:pt x="95821" y="396570"/>
                  </a:moveTo>
                  <a:lnTo>
                    <a:pt x="94183" y="396570"/>
                  </a:lnTo>
                  <a:lnTo>
                    <a:pt x="94183" y="397840"/>
                  </a:lnTo>
                  <a:lnTo>
                    <a:pt x="95008" y="397840"/>
                  </a:lnTo>
                  <a:lnTo>
                    <a:pt x="95821" y="397840"/>
                  </a:lnTo>
                  <a:lnTo>
                    <a:pt x="95821" y="396570"/>
                  </a:lnTo>
                  <a:close/>
                </a:path>
                <a:path w="251460" h="399415">
                  <a:moveTo>
                    <a:pt x="97294" y="355041"/>
                  </a:moveTo>
                  <a:lnTo>
                    <a:pt x="89344" y="355041"/>
                  </a:lnTo>
                  <a:lnTo>
                    <a:pt x="89331" y="361200"/>
                  </a:lnTo>
                  <a:lnTo>
                    <a:pt x="93319" y="361200"/>
                  </a:lnTo>
                  <a:lnTo>
                    <a:pt x="97282" y="361200"/>
                  </a:lnTo>
                  <a:lnTo>
                    <a:pt x="97294" y="355041"/>
                  </a:lnTo>
                  <a:close/>
                </a:path>
                <a:path w="251460" h="399415">
                  <a:moveTo>
                    <a:pt x="100723" y="297891"/>
                  </a:moveTo>
                  <a:lnTo>
                    <a:pt x="98412" y="295821"/>
                  </a:lnTo>
                  <a:lnTo>
                    <a:pt x="94183" y="297357"/>
                  </a:lnTo>
                  <a:lnTo>
                    <a:pt x="93103" y="299034"/>
                  </a:lnTo>
                  <a:lnTo>
                    <a:pt x="94462" y="304901"/>
                  </a:lnTo>
                  <a:lnTo>
                    <a:pt x="98755" y="304165"/>
                  </a:lnTo>
                  <a:lnTo>
                    <a:pt x="99110" y="304101"/>
                  </a:lnTo>
                  <a:lnTo>
                    <a:pt x="99390" y="303428"/>
                  </a:lnTo>
                  <a:lnTo>
                    <a:pt x="100723" y="302387"/>
                  </a:lnTo>
                  <a:lnTo>
                    <a:pt x="100723" y="301015"/>
                  </a:lnTo>
                  <a:lnTo>
                    <a:pt x="100723" y="297891"/>
                  </a:lnTo>
                  <a:close/>
                </a:path>
                <a:path w="251460" h="399415">
                  <a:moveTo>
                    <a:pt x="113017" y="333095"/>
                  </a:moveTo>
                  <a:lnTo>
                    <a:pt x="102870" y="333095"/>
                  </a:lnTo>
                  <a:lnTo>
                    <a:pt x="102857" y="340969"/>
                  </a:lnTo>
                  <a:lnTo>
                    <a:pt x="107937" y="340969"/>
                  </a:lnTo>
                  <a:lnTo>
                    <a:pt x="113004" y="340969"/>
                  </a:lnTo>
                  <a:lnTo>
                    <a:pt x="113017" y="333095"/>
                  </a:lnTo>
                  <a:close/>
                </a:path>
                <a:path w="251460" h="399415">
                  <a:moveTo>
                    <a:pt x="113779" y="362572"/>
                  </a:moveTo>
                  <a:lnTo>
                    <a:pt x="110324" y="356654"/>
                  </a:lnTo>
                  <a:lnTo>
                    <a:pt x="105384" y="356209"/>
                  </a:lnTo>
                  <a:lnTo>
                    <a:pt x="103098" y="361111"/>
                  </a:lnTo>
                  <a:lnTo>
                    <a:pt x="102819" y="362927"/>
                  </a:lnTo>
                  <a:lnTo>
                    <a:pt x="105765" y="367195"/>
                  </a:lnTo>
                  <a:lnTo>
                    <a:pt x="109804" y="367525"/>
                  </a:lnTo>
                  <a:lnTo>
                    <a:pt x="110350" y="366598"/>
                  </a:lnTo>
                  <a:lnTo>
                    <a:pt x="111493" y="366610"/>
                  </a:lnTo>
                  <a:lnTo>
                    <a:pt x="112801" y="364312"/>
                  </a:lnTo>
                  <a:lnTo>
                    <a:pt x="113779" y="362572"/>
                  </a:lnTo>
                  <a:close/>
                </a:path>
                <a:path w="251460" h="399415">
                  <a:moveTo>
                    <a:pt x="119507" y="358584"/>
                  </a:moveTo>
                  <a:lnTo>
                    <a:pt x="116522" y="353555"/>
                  </a:lnTo>
                  <a:lnTo>
                    <a:pt x="115646" y="354609"/>
                  </a:lnTo>
                  <a:lnTo>
                    <a:pt x="115430" y="354990"/>
                  </a:lnTo>
                  <a:lnTo>
                    <a:pt x="115277" y="355663"/>
                  </a:lnTo>
                  <a:lnTo>
                    <a:pt x="114617" y="358648"/>
                  </a:lnTo>
                  <a:lnTo>
                    <a:pt x="119507" y="358584"/>
                  </a:lnTo>
                  <a:close/>
                </a:path>
                <a:path w="251460" h="399415">
                  <a:moveTo>
                    <a:pt x="125666" y="383616"/>
                  </a:moveTo>
                  <a:lnTo>
                    <a:pt x="125412" y="382993"/>
                  </a:lnTo>
                  <a:lnTo>
                    <a:pt x="124269" y="381533"/>
                  </a:lnTo>
                  <a:lnTo>
                    <a:pt x="123075" y="381533"/>
                  </a:lnTo>
                  <a:lnTo>
                    <a:pt x="121945" y="382981"/>
                  </a:lnTo>
                  <a:lnTo>
                    <a:pt x="121691" y="383590"/>
                  </a:lnTo>
                  <a:lnTo>
                    <a:pt x="122123" y="384695"/>
                  </a:lnTo>
                  <a:lnTo>
                    <a:pt x="122720" y="386232"/>
                  </a:lnTo>
                  <a:lnTo>
                    <a:pt x="124637" y="386232"/>
                  </a:lnTo>
                  <a:lnTo>
                    <a:pt x="125234" y="384695"/>
                  </a:lnTo>
                  <a:lnTo>
                    <a:pt x="125666" y="383616"/>
                  </a:lnTo>
                  <a:close/>
                </a:path>
                <a:path w="251460" h="399415">
                  <a:moveTo>
                    <a:pt x="135636" y="394182"/>
                  </a:moveTo>
                  <a:lnTo>
                    <a:pt x="135585" y="393141"/>
                  </a:lnTo>
                  <a:lnTo>
                    <a:pt x="134937" y="392188"/>
                  </a:lnTo>
                  <a:lnTo>
                    <a:pt x="134759" y="391871"/>
                  </a:lnTo>
                  <a:lnTo>
                    <a:pt x="134607" y="391274"/>
                  </a:lnTo>
                  <a:lnTo>
                    <a:pt x="134607" y="392264"/>
                  </a:lnTo>
                  <a:lnTo>
                    <a:pt x="134454" y="392303"/>
                  </a:lnTo>
                  <a:lnTo>
                    <a:pt x="134607" y="392264"/>
                  </a:lnTo>
                  <a:lnTo>
                    <a:pt x="134607" y="391274"/>
                  </a:lnTo>
                  <a:lnTo>
                    <a:pt x="134543" y="391020"/>
                  </a:lnTo>
                  <a:lnTo>
                    <a:pt x="131762" y="391426"/>
                  </a:lnTo>
                  <a:lnTo>
                    <a:pt x="131800" y="394373"/>
                  </a:lnTo>
                  <a:lnTo>
                    <a:pt x="132041" y="394792"/>
                  </a:lnTo>
                  <a:lnTo>
                    <a:pt x="133540" y="395630"/>
                  </a:lnTo>
                  <a:lnTo>
                    <a:pt x="134289" y="395452"/>
                  </a:lnTo>
                  <a:lnTo>
                    <a:pt x="135597" y="394373"/>
                  </a:lnTo>
                  <a:lnTo>
                    <a:pt x="135636" y="394182"/>
                  </a:lnTo>
                  <a:close/>
                </a:path>
                <a:path w="251460" h="399415">
                  <a:moveTo>
                    <a:pt x="163614" y="380619"/>
                  </a:moveTo>
                  <a:lnTo>
                    <a:pt x="163512" y="376859"/>
                  </a:lnTo>
                  <a:lnTo>
                    <a:pt x="160655" y="376288"/>
                  </a:lnTo>
                  <a:lnTo>
                    <a:pt x="159397" y="378066"/>
                  </a:lnTo>
                  <a:lnTo>
                    <a:pt x="159283" y="378282"/>
                  </a:lnTo>
                  <a:lnTo>
                    <a:pt x="159092" y="378409"/>
                  </a:lnTo>
                  <a:lnTo>
                    <a:pt x="158864" y="378460"/>
                  </a:lnTo>
                  <a:lnTo>
                    <a:pt x="153466" y="380199"/>
                  </a:lnTo>
                  <a:lnTo>
                    <a:pt x="158940" y="387997"/>
                  </a:lnTo>
                  <a:lnTo>
                    <a:pt x="162433" y="383108"/>
                  </a:lnTo>
                  <a:lnTo>
                    <a:pt x="163258" y="381939"/>
                  </a:lnTo>
                  <a:lnTo>
                    <a:pt x="163614" y="380619"/>
                  </a:lnTo>
                  <a:close/>
                </a:path>
                <a:path w="251460" h="399415">
                  <a:moveTo>
                    <a:pt x="168783" y="356222"/>
                  </a:moveTo>
                  <a:lnTo>
                    <a:pt x="166522" y="354355"/>
                  </a:lnTo>
                  <a:lnTo>
                    <a:pt x="165989" y="353936"/>
                  </a:lnTo>
                  <a:lnTo>
                    <a:pt x="165773" y="353428"/>
                  </a:lnTo>
                  <a:lnTo>
                    <a:pt x="165379" y="352488"/>
                  </a:lnTo>
                  <a:lnTo>
                    <a:pt x="163449" y="351878"/>
                  </a:lnTo>
                  <a:lnTo>
                    <a:pt x="160299" y="354469"/>
                  </a:lnTo>
                  <a:lnTo>
                    <a:pt x="159677" y="356501"/>
                  </a:lnTo>
                  <a:lnTo>
                    <a:pt x="161239" y="360680"/>
                  </a:lnTo>
                  <a:lnTo>
                    <a:pt x="163766" y="362026"/>
                  </a:lnTo>
                  <a:lnTo>
                    <a:pt x="168059" y="359511"/>
                  </a:lnTo>
                  <a:lnTo>
                    <a:pt x="168783" y="356222"/>
                  </a:lnTo>
                  <a:close/>
                </a:path>
                <a:path w="251460" h="399415">
                  <a:moveTo>
                    <a:pt x="170561" y="315023"/>
                  </a:moveTo>
                  <a:lnTo>
                    <a:pt x="164719" y="313436"/>
                  </a:lnTo>
                  <a:lnTo>
                    <a:pt x="163474" y="317106"/>
                  </a:lnTo>
                  <a:lnTo>
                    <a:pt x="162814" y="318998"/>
                  </a:lnTo>
                  <a:lnTo>
                    <a:pt x="163271" y="320103"/>
                  </a:lnTo>
                  <a:lnTo>
                    <a:pt x="164807" y="321843"/>
                  </a:lnTo>
                  <a:lnTo>
                    <a:pt x="165696" y="321894"/>
                  </a:lnTo>
                  <a:lnTo>
                    <a:pt x="167957" y="321462"/>
                  </a:lnTo>
                  <a:lnTo>
                    <a:pt x="168681" y="320509"/>
                  </a:lnTo>
                  <a:lnTo>
                    <a:pt x="170561" y="315023"/>
                  </a:lnTo>
                  <a:close/>
                </a:path>
                <a:path w="251460" h="399415">
                  <a:moveTo>
                    <a:pt x="172643" y="297649"/>
                  </a:moveTo>
                  <a:lnTo>
                    <a:pt x="172161" y="293408"/>
                  </a:lnTo>
                  <a:lnTo>
                    <a:pt x="171462" y="292265"/>
                  </a:lnTo>
                  <a:lnTo>
                    <a:pt x="169786" y="292493"/>
                  </a:lnTo>
                  <a:lnTo>
                    <a:pt x="169240" y="292417"/>
                  </a:lnTo>
                  <a:lnTo>
                    <a:pt x="168046" y="292735"/>
                  </a:lnTo>
                  <a:lnTo>
                    <a:pt x="167563" y="293116"/>
                  </a:lnTo>
                  <a:lnTo>
                    <a:pt x="166979" y="293293"/>
                  </a:lnTo>
                  <a:lnTo>
                    <a:pt x="165036" y="293801"/>
                  </a:lnTo>
                  <a:lnTo>
                    <a:pt x="164973" y="296227"/>
                  </a:lnTo>
                  <a:lnTo>
                    <a:pt x="166446" y="297268"/>
                  </a:lnTo>
                  <a:lnTo>
                    <a:pt x="168910" y="299008"/>
                  </a:lnTo>
                  <a:lnTo>
                    <a:pt x="172643" y="297649"/>
                  </a:lnTo>
                  <a:close/>
                </a:path>
                <a:path w="251460" h="399415">
                  <a:moveTo>
                    <a:pt x="174574" y="296329"/>
                  </a:moveTo>
                  <a:lnTo>
                    <a:pt x="173990" y="296329"/>
                  </a:lnTo>
                  <a:lnTo>
                    <a:pt x="173990" y="296773"/>
                  </a:lnTo>
                  <a:lnTo>
                    <a:pt x="174282" y="296773"/>
                  </a:lnTo>
                  <a:lnTo>
                    <a:pt x="174574" y="296773"/>
                  </a:lnTo>
                  <a:lnTo>
                    <a:pt x="174574" y="296329"/>
                  </a:lnTo>
                  <a:close/>
                </a:path>
                <a:path w="251460" h="399415">
                  <a:moveTo>
                    <a:pt x="194310" y="387616"/>
                  </a:moveTo>
                  <a:lnTo>
                    <a:pt x="194081" y="386842"/>
                  </a:lnTo>
                  <a:lnTo>
                    <a:pt x="193611" y="385267"/>
                  </a:lnTo>
                  <a:lnTo>
                    <a:pt x="190182" y="384327"/>
                  </a:lnTo>
                  <a:lnTo>
                    <a:pt x="188163" y="386003"/>
                  </a:lnTo>
                  <a:lnTo>
                    <a:pt x="189204" y="388797"/>
                  </a:lnTo>
                  <a:lnTo>
                    <a:pt x="189725" y="389509"/>
                  </a:lnTo>
                  <a:lnTo>
                    <a:pt x="192455" y="390017"/>
                  </a:lnTo>
                  <a:lnTo>
                    <a:pt x="193446" y="389064"/>
                  </a:lnTo>
                  <a:lnTo>
                    <a:pt x="193725" y="388797"/>
                  </a:lnTo>
                  <a:lnTo>
                    <a:pt x="193636" y="388239"/>
                  </a:lnTo>
                  <a:lnTo>
                    <a:pt x="194310" y="387616"/>
                  </a:lnTo>
                  <a:close/>
                </a:path>
                <a:path w="251460" h="399415">
                  <a:moveTo>
                    <a:pt x="195516" y="330149"/>
                  </a:moveTo>
                  <a:lnTo>
                    <a:pt x="187921" y="330149"/>
                  </a:lnTo>
                  <a:lnTo>
                    <a:pt x="187921" y="336054"/>
                  </a:lnTo>
                  <a:lnTo>
                    <a:pt x="191719" y="336054"/>
                  </a:lnTo>
                  <a:lnTo>
                    <a:pt x="195516" y="336054"/>
                  </a:lnTo>
                  <a:lnTo>
                    <a:pt x="195516" y="330149"/>
                  </a:lnTo>
                  <a:close/>
                </a:path>
                <a:path w="251460" h="399415">
                  <a:moveTo>
                    <a:pt x="196240" y="367423"/>
                  </a:moveTo>
                  <a:lnTo>
                    <a:pt x="191008" y="364363"/>
                  </a:lnTo>
                  <a:lnTo>
                    <a:pt x="189280" y="369671"/>
                  </a:lnTo>
                  <a:lnTo>
                    <a:pt x="192265" y="370065"/>
                  </a:lnTo>
                  <a:lnTo>
                    <a:pt x="194551" y="370370"/>
                  </a:lnTo>
                  <a:lnTo>
                    <a:pt x="196240" y="367423"/>
                  </a:lnTo>
                  <a:close/>
                </a:path>
                <a:path w="251460" h="399415">
                  <a:moveTo>
                    <a:pt x="199948" y="265417"/>
                  </a:moveTo>
                  <a:lnTo>
                    <a:pt x="193611" y="265417"/>
                  </a:lnTo>
                  <a:lnTo>
                    <a:pt x="193611" y="270332"/>
                  </a:lnTo>
                  <a:lnTo>
                    <a:pt x="196773" y="270332"/>
                  </a:lnTo>
                  <a:lnTo>
                    <a:pt x="199936" y="270332"/>
                  </a:lnTo>
                  <a:lnTo>
                    <a:pt x="199948" y="265417"/>
                  </a:lnTo>
                  <a:close/>
                </a:path>
                <a:path w="251460" h="399415">
                  <a:moveTo>
                    <a:pt x="200444" y="244894"/>
                  </a:moveTo>
                  <a:lnTo>
                    <a:pt x="199148" y="243941"/>
                  </a:lnTo>
                  <a:lnTo>
                    <a:pt x="194056" y="248602"/>
                  </a:lnTo>
                  <a:lnTo>
                    <a:pt x="196977" y="250977"/>
                  </a:lnTo>
                  <a:lnTo>
                    <a:pt x="198120" y="248970"/>
                  </a:lnTo>
                  <a:lnTo>
                    <a:pt x="200444" y="244894"/>
                  </a:lnTo>
                  <a:close/>
                </a:path>
                <a:path w="251460" h="399415">
                  <a:moveTo>
                    <a:pt x="207518" y="133057"/>
                  </a:moveTo>
                  <a:lnTo>
                    <a:pt x="202057" y="131889"/>
                  </a:lnTo>
                  <a:lnTo>
                    <a:pt x="202018" y="136296"/>
                  </a:lnTo>
                  <a:lnTo>
                    <a:pt x="202450" y="136931"/>
                  </a:lnTo>
                  <a:lnTo>
                    <a:pt x="204647" y="138303"/>
                  </a:lnTo>
                  <a:lnTo>
                    <a:pt x="206209" y="137198"/>
                  </a:lnTo>
                  <a:lnTo>
                    <a:pt x="206248" y="136563"/>
                  </a:lnTo>
                  <a:lnTo>
                    <a:pt x="206298" y="135623"/>
                  </a:lnTo>
                  <a:lnTo>
                    <a:pt x="206832" y="134505"/>
                  </a:lnTo>
                  <a:lnTo>
                    <a:pt x="207518" y="133057"/>
                  </a:lnTo>
                  <a:close/>
                </a:path>
                <a:path w="251460" h="399415">
                  <a:moveTo>
                    <a:pt x="208318" y="389674"/>
                  </a:moveTo>
                  <a:lnTo>
                    <a:pt x="207733" y="389674"/>
                  </a:lnTo>
                  <a:lnTo>
                    <a:pt x="207733" y="390118"/>
                  </a:lnTo>
                  <a:lnTo>
                    <a:pt x="208026" y="390118"/>
                  </a:lnTo>
                  <a:lnTo>
                    <a:pt x="208318" y="390118"/>
                  </a:lnTo>
                  <a:lnTo>
                    <a:pt x="208318" y="389674"/>
                  </a:lnTo>
                  <a:close/>
                </a:path>
                <a:path w="251460" h="399415">
                  <a:moveTo>
                    <a:pt x="210413" y="156679"/>
                  </a:moveTo>
                  <a:lnTo>
                    <a:pt x="210299" y="154533"/>
                  </a:lnTo>
                  <a:lnTo>
                    <a:pt x="210248" y="154178"/>
                  </a:lnTo>
                  <a:lnTo>
                    <a:pt x="209486" y="151485"/>
                  </a:lnTo>
                  <a:lnTo>
                    <a:pt x="206489" y="152374"/>
                  </a:lnTo>
                  <a:lnTo>
                    <a:pt x="207162" y="154114"/>
                  </a:lnTo>
                  <a:lnTo>
                    <a:pt x="207619" y="155270"/>
                  </a:lnTo>
                  <a:lnTo>
                    <a:pt x="208737" y="156933"/>
                  </a:lnTo>
                  <a:lnTo>
                    <a:pt x="210413" y="156679"/>
                  </a:lnTo>
                  <a:close/>
                </a:path>
                <a:path w="251460" h="399415">
                  <a:moveTo>
                    <a:pt x="211150" y="116433"/>
                  </a:moveTo>
                  <a:lnTo>
                    <a:pt x="210629" y="115531"/>
                  </a:lnTo>
                  <a:lnTo>
                    <a:pt x="210502" y="115290"/>
                  </a:lnTo>
                  <a:lnTo>
                    <a:pt x="210362" y="115074"/>
                  </a:lnTo>
                  <a:lnTo>
                    <a:pt x="209207" y="113030"/>
                  </a:lnTo>
                  <a:lnTo>
                    <a:pt x="206679" y="115544"/>
                  </a:lnTo>
                  <a:lnTo>
                    <a:pt x="208508" y="116586"/>
                  </a:lnTo>
                  <a:lnTo>
                    <a:pt x="210096" y="117487"/>
                  </a:lnTo>
                  <a:lnTo>
                    <a:pt x="211150" y="116433"/>
                  </a:lnTo>
                  <a:close/>
                </a:path>
                <a:path w="251460" h="399415">
                  <a:moveTo>
                    <a:pt x="212521" y="308152"/>
                  </a:moveTo>
                  <a:lnTo>
                    <a:pt x="211607" y="307225"/>
                  </a:lnTo>
                  <a:lnTo>
                    <a:pt x="210197" y="308317"/>
                  </a:lnTo>
                  <a:lnTo>
                    <a:pt x="209778" y="308635"/>
                  </a:lnTo>
                  <a:lnTo>
                    <a:pt x="208521" y="309600"/>
                  </a:lnTo>
                  <a:lnTo>
                    <a:pt x="210146" y="311251"/>
                  </a:lnTo>
                  <a:lnTo>
                    <a:pt x="211124" y="309981"/>
                  </a:lnTo>
                  <a:lnTo>
                    <a:pt x="211747" y="309168"/>
                  </a:lnTo>
                  <a:lnTo>
                    <a:pt x="212064" y="308749"/>
                  </a:lnTo>
                  <a:lnTo>
                    <a:pt x="212521" y="308152"/>
                  </a:lnTo>
                  <a:close/>
                </a:path>
                <a:path w="251460" h="399415">
                  <a:moveTo>
                    <a:pt x="212852" y="372770"/>
                  </a:moveTo>
                  <a:lnTo>
                    <a:pt x="211886" y="369608"/>
                  </a:lnTo>
                  <a:lnTo>
                    <a:pt x="211162" y="367245"/>
                  </a:lnTo>
                  <a:lnTo>
                    <a:pt x="207467" y="367588"/>
                  </a:lnTo>
                  <a:lnTo>
                    <a:pt x="207467" y="373519"/>
                  </a:lnTo>
                  <a:lnTo>
                    <a:pt x="212852" y="372770"/>
                  </a:lnTo>
                  <a:close/>
                </a:path>
                <a:path w="251460" h="399415">
                  <a:moveTo>
                    <a:pt x="214985" y="293408"/>
                  </a:moveTo>
                  <a:lnTo>
                    <a:pt x="212750" y="291287"/>
                  </a:lnTo>
                  <a:lnTo>
                    <a:pt x="211099" y="289725"/>
                  </a:lnTo>
                  <a:lnTo>
                    <a:pt x="209308" y="290169"/>
                  </a:lnTo>
                  <a:lnTo>
                    <a:pt x="209537" y="291833"/>
                  </a:lnTo>
                  <a:lnTo>
                    <a:pt x="210121" y="296278"/>
                  </a:lnTo>
                  <a:lnTo>
                    <a:pt x="214985" y="293408"/>
                  </a:lnTo>
                  <a:close/>
                </a:path>
                <a:path w="251460" h="399415">
                  <a:moveTo>
                    <a:pt x="215061" y="219290"/>
                  </a:moveTo>
                  <a:lnTo>
                    <a:pt x="214477" y="219290"/>
                  </a:lnTo>
                  <a:lnTo>
                    <a:pt x="214477" y="219735"/>
                  </a:lnTo>
                  <a:lnTo>
                    <a:pt x="214769" y="219735"/>
                  </a:lnTo>
                  <a:lnTo>
                    <a:pt x="215061" y="219735"/>
                  </a:lnTo>
                  <a:lnTo>
                    <a:pt x="215061" y="219290"/>
                  </a:lnTo>
                  <a:close/>
                </a:path>
                <a:path w="251460" h="399415">
                  <a:moveTo>
                    <a:pt x="215239" y="35445"/>
                  </a:moveTo>
                  <a:lnTo>
                    <a:pt x="214401" y="34620"/>
                  </a:lnTo>
                  <a:lnTo>
                    <a:pt x="211455" y="36868"/>
                  </a:lnTo>
                  <a:lnTo>
                    <a:pt x="212979" y="38404"/>
                  </a:lnTo>
                  <a:lnTo>
                    <a:pt x="215239" y="35445"/>
                  </a:lnTo>
                  <a:close/>
                </a:path>
                <a:path w="251460" h="399415">
                  <a:moveTo>
                    <a:pt x="215493" y="334264"/>
                  </a:moveTo>
                  <a:lnTo>
                    <a:pt x="213423" y="331647"/>
                  </a:lnTo>
                  <a:lnTo>
                    <a:pt x="212890" y="330974"/>
                  </a:lnTo>
                  <a:lnTo>
                    <a:pt x="212166" y="330974"/>
                  </a:lnTo>
                  <a:lnTo>
                    <a:pt x="209550" y="334264"/>
                  </a:lnTo>
                  <a:lnTo>
                    <a:pt x="215493" y="334264"/>
                  </a:lnTo>
                  <a:close/>
                </a:path>
                <a:path w="251460" h="399415">
                  <a:moveTo>
                    <a:pt x="215633" y="177685"/>
                  </a:moveTo>
                  <a:lnTo>
                    <a:pt x="215036" y="177685"/>
                  </a:lnTo>
                  <a:lnTo>
                    <a:pt x="215036" y="178130"/>
                  </a:lnTo>
                  <a:lnTo>
                    <a:pt x="215341" y="178130"/>
                  </a:lnTo>
                  <a:lnTo>
                    <a:pt x="215633" y="178130"/>
                  </a:lnTo>
                  <a:lnTo>
                    <a:pt x="215633" y="177685"/>
                  </a:lnTo>
                  <a:close/>
                </a:path>
                <a:path w="251460" h="399415">
                  <a:moveTo>
                    <a:pt x="215861" y="221399"/>
                  </a:moveTo>
                  <a:lnTo>
                    <a:pt x="215138" y="220675"/>
                  </a:lnTo>
                  <a:lnTo>
                    <a:pt x="214109" y="221145"/>
                  </a:lnTo>
                  <a:lnTo>
                    <a:pt x="211899" y="222135"/>
                  </a:lnTo>
                  <a:lnTo>
                    <a:pt x="214388" y="224637"/>
                  </a:lnTo>
                  <a:lnTo>
                    <a:pt x="215176" y="222897"/>
                  </a:lnTo>
                  <a:lnTo>
                    <a:pt x="215392" y="222427"/>
                  </a:lnTo>
                  <a:lnTo>
                    <a:pt x="215506" y="222199"/>
                  </a:lnTo>
                  <a:lnTo>
                    <a:pt x="215861" y="221399"/>
                  </a:lnTo>
                  <a:close/>
                </a:path>
                <a:path w="251460" h="399415">
                  <a:moveTo>
                    <a:pt x="216547" y="236385"/>
                  </a:moveTo>
                  <a:lnTo>
                    <a:pt x="210756" y="236385"/>
                  </a:lnTo>
                  <a:lnTo>
                    <a:pt x="210743" y="240880"/>
                  </a:lnTo>
                  <a:lnTo>
                    <a:pt x="213652" y="240880"/>
                  </a:lnTo>
                  <a:lnTo>
                    <a:pt x="216535" y="240880"/>
                  </a:lnTo>
                  <a:lnTo>
                    <a:pt x="216547" y="236385"/>
                  </a:lnTo>
                  <a:close/>
                </a:path>
                <a:path w="251460" h="399415">
                  <a:moveTo>
                    <a:pt x="219405" y="261924"/>
                  </a:moveTo>
                  <a:lnTo>
                    <a:pt x="217868" y="260261"/>
                  </a:lnTo>
                  <a:lnTo>
                    <a:pt x="216382" y="258673"/>
                  </a:lnTo>
                  <a:lnTo>
                    <a:pt x="215366" y="259435"/>
                  </a:lnTo>
                  <a:lnTo>
                    <a:pt x="216103" y="263398"/>
                  </a:lnTo>
                  <a:lnTo>
                    <a:pt x="219405" y="261924"/>
                  </a:lnTo>
                  <a:close/>
                </a:path>
                <a:path w="251460" h="399415">
                  <a:moveTo>
                    <a:pt x="221310" y="244678"/>
                  </a:moveTo>
                  <a:lnTo>
                    <a:pt x="219494" y="244678"/>
                  </a:lnTo>
                  <a:lnTo>
                    <a:pt x="219481" y="246087"/>
                  </a:lnTo>
                  <a:lnTo>
                    <a:pt x="220395" y="246087"/>
                  </a:lnTo>
                  <a:lnTo>
                    <a:pt x="221297" y="246087"/>
                  </a:lnTo>
                  <a:lnTo>
                    <a:pt x="221310" y="244678"/>
                  </a:lnTo>
                  <a:close/>
                </a:path>
                <a:path w="251460" h="399415">
                  <a:moveTo>
                    <a:pt x="221373" y="369023"/>
                  </a:moveTo>
                  <a:lnTo>
                    <a:pt x="218300" y="369023"/>
                  </a:lnTo>
                  <a:lnTo>
                    <a:pt x="218300" y="371411"/>
                  </a:lnTo>
                  <a:lnTo>
                    <a:pt x="219837" y="371411"/>
                  </a:lnTo>
                  <a:lnTo>
                    <a:pt x="221373" y="371411"/>
                  </a:lnTo>
                  <a:lnTo>
                    <a:pt x="221373" y="369023"/>
                  </a:lnTo>
                  <a:close/>
                </a:path>
                <a:path w="251460" h="399415">
                  <a:moveTo>
                    <a:pt x="221881" y="190220"/>
                  </a:moveTo>
                  <a:lnTo>
                    <a:pt x="221665" y="188277"/>
                  </a:lnTo>
                  <a:lnTo>
                    <a:pt x="221500" y="186753"/>
                  </a:lnTo>
                  <a:lnTo>
                    <a:pt x="221462" y="186524"/>
                  </a:lnTo>
                  <a:lnTo>
                    <a:pt x="221424" y="186131"/>
                  </a:lnTo>
                  <a:lnTo>
                    <a:pt x="221297" y="185000"/>
                  </a:lnTo>
                  <a:lnTo>
                    <a:pt x="218579" y="185559"/>
                  </a:lnTo>
                  <a:lnTo>
                    <a:pt x="218579" y="186524"/>
                  </a:lnTo>
                  <a:lnTo>
                    <a:pt x="218465" y="186753"/>
                  </a:lnTo>
                  <a:lnTo>
                    <a:pt x="218262" y="186766"/>
                  </a:lnTo>
                  <a:lnTo>
                    <a:pt x="218313" y="186613"/>
                  </a:lnTo>
                  <a:lnTo>
                    <a:pt x="218579" y="186524"/>
                  </a:lnTo>
                  <a:lnTo>
                    <a:pt x="218579" y="185559"/>
                  </a:lnTo>
                  <a:lnTo>
                    <a:pt x="218071" y="185661"/>
                  </a:lnTo>
                  <a:lnTo>
                    <a:pt x="218071" y="186397"/>
                  </a:lnTo>
                  <a:lnTo>
                    <a:pt x="217792" y="186359"/>
                  </a:lnTo>
                  <a:lnTo>
                    <a:pt x="217792" y="186131"/>
                  </a:lnTo>
                  <a:lnTo>
                    <a:pt x="218071" y="186397"/>
                  </a:lnTo>
                  <a:lnTo>
                    <a:pt x="218071" y="185661"/>
                  </a:lnTo>
                  <a:lnTo>
                    <a:pt x="216522" y="185966"/>
                  </a:lnTo>
                  <a:lnTo>
                    <a:pt x="216560" y="187274"/>
                  </a:lnTo>
                  <a:lnTo>
                    <a:pt x="216585" y="187972"/>
                  </a:lnTo>
                  <a:lnTo>
                    <a:pt x="216560" y="187274"/>
                  </a:lnTo>
                  <a:lnTo>
                    <a:pt x="216446" y="187413"/>
                  </a:lnTo>
                  <a:lnTo>
                    <a:pt x="216344" y="188277"/>
                  </a:lnTo>
                  <a:lnTo>
                    <a:pt x="216814" y="189649"/>
                  </a:lnTo>
                  <a:lnTo>
                    <a:pt x="217500" y="190220"/>
                  </a:lnTo>
                  <a:lnTo>
                    <a:pt x="221881" y="190220"/>
                  </a:lnTo>
                  <a:close/>
                </a:path>
                <a:path w="251460" h="399415">
                  <a:moveTo>
                    <a:pt x="222072" y="20535"/>
                  </a:moveTo>
                  <a:lnTo>
                    <a:pt x="216458" y="20535"/>
                  </a:lnTo>
                  <a:lnTo>
                    <a:pt x="216458" y="24892"/>
                  </a:lnTo>
                  <a:lnTo>
                    <a:pt x="219265" y="24892"/>
                  </a:lnTo>
                  <a:lnTo>
                    <a:pt x="222072" y="24892"/>
                  </a:lnTo>
                  <a:lnTo>
                    <a:pt x="222072" y="20535"/>
                  </a:lnTo>
                  <a:close/>
                </a:path>
                <a:path w="251460" h="399415">
                  <a:moveTo>
                    <a:pt x="222440" y="308381"/>
                  </a:moveTo>
                  <a:lnTo>
                    <a:pt x="222059" y="306146"/>
                  </a:lnTo>
                  <a:lnTo>
                    <a:pt x="221653" y="303669"/>
                  </a:lnTo>
                  <a:lnTo>
                    <a:pt x="215366" y="304050"/>
                  </a:lnTo>
                  <a:lnTo>
                    <a:pt x="215099" y="307949"/>
                  </a:lnTo>
                  <a:lnTo>
                    <a:pt x="215087" y="308457"/>
                  </a:lnTo>
                  <a:lnTo>
                    <a:pt x="219252" y="310210"/>
                  </a:lnTo>
                  <a:lnTo>
                    <a:pt x="219837" y="308508"/>
                  </a:lnTo>
                  <a:lnTo>
                    <a:pt x="222440" y="308381"/>
                  </a:lnTo>
                  <a:close/>
                </a:path>
                <a:path w="251460" h="399415">
                  <a:moveTo>
                    <a:pt x="222732" y="154851"/>
                  </a:moveTo>
                  <a:lnTo>
                    <a:pt x="216941" y="154851"/>
                  </a:lnTo>
                  <a:lnTo>
                    <a:pt x="216928" y="159346"/>
                  </a:lnTo>
                  <a:lnTo>
                    <a:pt x="219837" y="159346"/>
                  </a:lnTo>
                  <a:lnTo>
                    <a:pt x="222719" y="159346"/>
                  </a:lnTo>
                  <a:lnTo>
                    <a:pt x="222732" y="154851"/>
                  </a:lnTo>
                  <a:close/>
                </a:path>
                <a:path w="251460" h="399415">
                  <a:moveTo>
                    <a:pt x="222821" y="47879"/>
                  </a:moveTo>
                  <a:lnTo>
                    <a:pt x="222465" y="47879"/>
                  </a:lnTo>
                  <a:lnTo>
                    <a:pt x="222465" y="48158"/>
                  </a:lnTo>
                  <a:lnTo>
                    <a:pt x="222643" y="48158"/>
                  </a:lnTo>
                  <a:lnTo>
                    <a:pt x="222821" y="48158"/>
                  </a:lnTo>
                  <a:lnTo>
                    <a:pt x="222821" y="47879"/>
                  </a:lnTo>
                  <a:close/>
                </a:path>
                <a:path w="251460" h="399415">
                  <a:moveTo>
                    <a:pt x="223393" y="210083"/>
                  </a:moveTo>
                  <a:lnTo>
                    <a:pt x="223342" y="209918"/>
                  </a:lnTo>
                  <a:lnTo>
                    <a:pt x="222961" y="209003"/>
                  </a:lnTo>
                  <a:lnTo>
                    <a:pt x="222935" y="208102"/>
                  </a:lnTo>
                  <a:lnTo>
                    <a:pt x="223278" y="207162"/>
                  </a:lnTo>
                  <a:lnTo>
                    <a:pt x="223164" y="207035"/>
                  </a:lnTo>
                  <a:lnTo>
                    <a:pt x="222808" y="208140"/>
                  </a:lnTo>
                  <a:lnTo>
                    <a:pt x="222783" y="208965"/>
                  </a:lnTo>
                  <a:lnTo>
                    <a:pt x="223126" y="210172"/>
                  </a:lnTo>
                  <a:lnTo>
                    <a:pt x="223393" y="210083"/>
                  </a:lnTo>
                  <a:close/>
                </a:path>
                <a:path w="251460" h="399415">
                  <a:moveTo>
                    <a:pt x="223761" y="10452"/>
                  </a:moveTo>
                  <a:lnTo>
                    <a:pt x="222161" y="9982"/>
                  </a:lnTo>
                  <a:lnTo>
                    <a:pt x="219786" y="15214"/>
                  </a:lnTo>
                  <a:lnTo>
                    <a:pt x="223405" y="16090"/>
                  </a:lnTo>
                  <a:lnTo>
                    <a:pt x="223558" y="13716"/>
                  </a:lnTo>
                  <a:lnTo>
                    <a:pt x="223761" y="10452"/>
                  </a:lnTo>
                  <a:close/>
                </a:path>
                <a:path w="251460" h="399415">
                  <a:moveTo>
                    <a:pt x="225856" y="395579"/>
                  </a:moveTo>
                  <a:lnTo>
                    <a:pt x="221691" y="395579"/>
                  </a:lnTo>
                  <a:lnTo>
                    <a:pt x="221691" y="398818"/>
                  </a:lnTo>
                  <a:lnTo>
                    <a:pt x="223774" y="398818"/>
                  </a:lnTo>
                  <a:lnTo>
                    <a:pt x="225856" y="398818"/>
                  </a:lnTo>
                  <a:lnTo>
                    <a:pt x="225856" y="395579"/>
                  </a:lnTo>
                  <a:close/>
                </a:path>
                <a:path w="251460" h="399415">
                  <a:moveTo>
                    <a:pt x="225856" y="124739"/>
                  </a:moveTo>
                  <a:lnTo>
                    <a:pt x="222237" y="123342"/>
                  </a:lnTo>
                  <a:lnTo>
                    <a:pt x="221589" y="125755"/>
                  </a:lnTo>
                  <a:lnTo>
                    <a:pt x="221132" y="127482"/>
                  </a:lnTo>
                  <a:lnTo>
                    <a:pt x="221818" y="129146"/>
                  </a:lnTo>
                  <a:lnTo>
                    <a:pt x="223723" y="129298"/>
                  </a:lnTo>
                  <a:lnTo>
                    <a:pt x="224663" y="129362"/>
                  </a:lnTo>
                  <a:lnTo>
                    <a:pt x="225132" y="128384"/>
                  </a:lnTo>
                  <a:lnTo>
                    <a:pt x="225005" y="127596"/>
                  </a:lnTo>
                  <a:lnTo>
                    <a:pt x="225069" y="127342"/>
                  </a:lnTo>
                  <a:lnTo>
                    <a:pt x="225005" y="127177"/>
                  </a:lnTo>
                  <a:lnTo>
                    <a:pt x="224802" y="127114"/>
                  </a:lnTo>
                  <a:lnTo>
                    <a:pt x="225856" y="124739"/>
                  </a:lnTo>
                  <a:close/>
                </a:path>
                <a:path w="251460" h="399415">
                  <a:moveTo>
                    <a:pt x="227977" y="106807"/>
                  </a:moveTo>
                  <a:lnTo>
                    <a:pt x="225221" y="104051"/>
                  </a:lnTo>
                  <a:lnTo>
                    <a:pt x="223634" y="105791"/>
                  </a:lnTo>
                  <a:lnTo>
                    <a:pt x="223012" y="106489"/>
                  </a:lnTo>
                  <a:lnTo>
                    <a:pt x="222719" y="106972"/>
                  </a:lnTo>
                  <a:lnTo>
                    <a:pt x="221970" y="108813"/>
                  </a:lnTo>
                  <a:lnTo>
                    <a:pt x="223202" y="110032"/>
                  </a:lnTo>
                  <a:lnTo>
                    <a:pt x="225044" y="109283"/>
                  </a:lnTo>
                  <a:lnTo>
                    <a:pt x="225526" y="109004"/>
                  </a:lnTo>
                  <a:lnTo>
                    <a:pt x="227977" y="106807"/>
                  </a:lnTo>
                  <a:close/>
                </a:path>
                <a:path w="251460" h="399415">
                  <a:moveTo>
                    <a:pt x="228003" y="0"/>
                  </a:moveTo>
                  <a:lnTo>
                    <a:pt x="227406" y="0"/>
                  </a:lnTo>
                  <a:lnTo>
                    <a:pt x="227406" y="444"/>
                  </a:lnTo>
                  <a:lnTo>
                    <a:pt x="227711" y="444"/>
                  </a:lnTo>
                  <a:lnTo>
                    <a:pt x="228003" y="444"/>
                  </a:lnTo>
                  <a:lnTo>
                    <a:pt x="228003" y="0"/>
                  </a:lnTo>
                  <a:close/>
                </a:path>
                <a:path w="251460" h="399415">
                  <a:moveTo>
                    <a:pt x="230416" y="343738"/>
                  </a:moveTo>
                  <a:lnTo>
                    <a:pt x="223862" y="343738"/>
                  </a:lnTo>
                  <a:lnTo>
                    <a:pt x="225691" y="346887"/>
                  </a:lnTo>
                  <a:lnTo>
                    <a:pt x="225767" y="347014"/>
                  </a:lnTo>
                  <a:lnTo>
                    <a:pt x="225844" y="347167"/>
                  </a:lnTo>
                  <a:lnTo>
                    <a:pt x="226453" y="348208"/>
                  </a:lnTo>
                  <a:lnTo>
                    <a:pt x="227838" y="348208"/>
                  </a:lnTo>
                  <a:lnTo>
                    <a:pt x="228434" y="347167"/>
                  </a:lnTo>
                  <a:lnTo>
                    <a:pt x="228511" y="347014"/>
                  </a:lnTo>
                  <a:lnTo>
                    <a:pt x="230416" y="343738"/>
                  </a:lnTo>
                  <a:close/>
                </a:path>
                <a:path w="251460" h="399415">
                  <a:moveTo>
                    <a:pt x="230505" y="274523"/>
                  </a:moveTo>
                  <a:lnTo>
                    <a:pt x="227520" y="273824"/>
                  </a:lnTo>
                  <a:lnTo>
                    <a:pt x="226098" y="273507"/>
                  </a:lnTo>
                  <a:lnTo>
                    <a:pt x="225463" y="274142"/>
                  </a:lnTo>
                  <a:lnTo>
                    <a:pt x="226479" y="278536"/>
                  </a:lnTo>
                  <a:lnTo>
                    <a:pt x="230505" y="274523"/>
                  </a:lnTo>
                  <a:close/>
                </a:path>
                <a:path w="251460" h="399415">
                  <a:moveTo>
                    <a:pt x="231228" y="74282"/>
                  </a:moveTo>
                  <a:lnTo>
                    <a:pt x="229171" y="71335"/>
                  </a:lnTo>
                  <a:lnTo>
                    <a:pt x="228142" y="69875"/>
                  </a:lnTo>
                  <a:lnTo>
                    <a:pt x="222504" y="71602"/>
                  </a:lnTo>
                  <a:lnTo>
                    <a:pt x="223012" y="73393"/>
                  </a:lnTo>
                  <a:lnTo>
                    <a:pt x="221665" y="75476"/>
                  </a:lnTo>
                  <a:lnTo>
                    <a:pt x="225818" y="78778"/>
                  </a:lnTo>
                  <a:lnTo>
                    <a:pt x="229768" y="75488"/>
                  </a:lnTo>
                  <a:lnTo>
                    <a:pt x="231228" y="74282"/>
                  </a:lnTo>
                  <a:close/>
                </a:path>
                <a:path w="251460" h="399415">
                  <a:moveTo>
                    <a:pt x="234581" y="232778"/>
                  </a:moveTo>
                  <a:lnTo>
                    <a:pt x="233984" y="231775"/>
                  </a:lnTo>
                  <a:lnTo>
                    <a:pt x="233743" y="231317"/>
                  </a:lnTo>
                  <a:lnTo>
                    <a:pt x="232816" y="229704"/>
                  </a:lnTo>
                  <a:lnTo>
                    <a:pt x="230581" y="231940"/>
                  </a:lnTo>
                  <a:lnTo>
                    <a:pt x="232194" y="232854"/>
                  </a:lnTo>
                  <a:lnTo>
                    <a:pt x="232867" y="233235"/>
                  </a:lnTo>
                  <a:lnTo>
                    <a:pt x="233667" y="233692"/>
                  </a:lnTo>
                  <a:lnTo>
                    <a:pt x="234581" y="232778"/>
                  </a:lnTo>
                  <a:close/>
                </a:path>
                <a:path w="251460" h="399415">
                  <a:moveTo>
                    <a:pt x="236943" y="266255"/>
                  </a:moveTo>
                  <a:lnTo>
                    <a:pt x="234213" y="266255"/>
                  </a:lnTo>
                  <a:lnTo>
                    <a:pt x="234213" y="268363"/>
                  </a:lnTo>
                  <a:lnTo>
                    <a:pt x="235572" y="268363"/>
                  </a:lnTo>
                  <a:lnTo>
                    <a:pt x="236943" y="268363"/>
                  </a:lnTo>
                  <a:lnTo>
                    <a:pt x="236943" y="266255"/>
                  </a:lnTo>
                  <a:close/>
                </a:path>
                <a:path w="251460" h="399415">
                  <a:moveTo>
                    <a:pt x="237896" y="302158"/>
                  </a:moveTo>
                  <a:lnTo>
                    <a:pt x="236956" y="301790"/>
                  </a:lnTo>
                  <a:lnTo>
                    <a:pt x="236791" y="301726"/>
                  </a:lnTo>
                  <a:lnTo>
                    <a:pt x="236626" y="301650"/>
                  </a:lnTo>
                  <a:lnTo>
                    <a:pt x="234556" y="300824"/>
                  </a:lnTo>
                  <a:lnTo>
                    <a:pt x="234530" y="304660"/>
                  </a:lnTo>
                  <a:lnTo>
                    <a:pt x="236461" y="303885"/>
                  </a:lnTo>
                  <a:lnTo>
                    <a:pt x="236626" y="303822"/>
                  </a:lnTo>
                  <a:lnTo>
                    <a:pt x="236956" y="303695"/>
                  </a:lnTo>
                  <a:lnTo>
                    <a:pt x="237896" y="303314"/>
                  </a:lnTo>
                  <a:lnTo>
                    <a:pt x="237896" y="302158"/>
                  </a:lnTo>
                  <a:close/>
                </a:path>
                <a:path w="251460" h="399415">
                  <a:moveTo>
                    <a:pt x="238125" y="360426"/>
                  </a:moveTo>
                  <a:lnTo>
                    <a:pt x="237528" y="360426"/>
                  </a:lnTo>
                  <a:lnTo>
                    <a:pt x="237528" y="360883"/>
                  </a:lnTo>
                  <a:lnTo>
                    <a:pt x="237832" y="360883"/>
                  </a:lnTo>
                  <a:lnTo>
                    <a:pt x="238125" y="360883"/>
                  </a:lnTo>
                  <a:lnTo>
                    <a:pt x="238125" y="360426"/>
                  </a:lnTo>
                  <a:close/>
                </a:path>
                <a:path w="251460" h="399415">
                  <a:moveTo>
                    <a:pt x="238569" y="191236"/>
                  </a:moveTo>
                  <a:lnTo>
                    <a:pt x="237909" y="190969"/>
                  </a:lnTo>
                  <a:lnTo>
                    <a:pt x="235915" y="190119"/>
                  </a:lnTo>
                  <a:lnTo>
                    <a:pt x="235800" y="189928"/>
                  </a:lnTo>
                  <a:lnTo>
                    <a:pt x="235343" y="189103"/>
                  </a:lnTo>
                  <a:lnTo>
                    <a:pt x="233222" y="189471"/>
                  </a:lnTo>
                  <a:lnTo>
                    <a:pt x="232625" y="191452"/>
                  </a:lnTo>
                  <a:lnTo>
                    <a:pt x="232359" y="193789"/>
                  </a:lnTo>
                  <a:lnTo>
                    <a:pt x="233781" y="194957"/>
                  </a:lnTo>
                  <a:lnTo>
                    <a:pt x="238480" y="194932"/>
                  </a:lnTo>
                  <a:lnTo>
                    <a:pt x="238569" y="191236"/>
                  </a:lnTo>
                  <a:close/>
                </a:path>
                <a:path w="251460" h="399415">
                  <a:moveTo>
                    <a:pt x="239306" y="327977"/>
                  </a:moveTo>
                  <a:lnTo>
                    <a:pt x="239064" y="326961"/>
                  </a:lnTo>
                  <a:lnTo>
                    <a:pt x="238582" y="325107"/>
                  </a:lnTo>
                  <a:lnTo>
                    <a:pt x="235699" y="325056"/>
                  </a:lnTo>
                  <a:lnTo>
                    <a:pt x="235254" y="326961"/>
                  </a:lnTo>
                  <a:lnTo>
                    <a:pt x="235013" y="327977"/>
                  </a:lnTo>
                  <a:lnTo>
                    <a:pt x="235077" y="328612"/>
                  </a:lnTo>
                  <a:lnTo>
                    <a:pt x="236258" y="330695"/>
                  </a:lnTo>
                  <a:lnTo>
                    <a:pt x="238086" y="330733"/>
                  </a:lnTo>
                  <a:lnTo>
                    <a:pt x="239255" y="328587"/>
                  </a:lnTo>
                  <a:lnTo>
                    <a:pt x="239306" y="327977"/>
                  </a:lnTo>
                  <a:close/>
                </a:path>
                <a:path w="251460" h="399415">
                  <a:moveTo>
                    <a:pt x="241515" y="203936"/>
                  </a:moveTo>
                  <a:lnTo>
                    <a:pt x="237083" y="199517"/>
                  </a:lnTo>
                  <a:lnTo>
                    <a:pt x="236334" y="202793"/>
                  </a:lnTo>
                  <a:lnTo>
                    <a:pt x="235978" y="204330"/>
                  </a:lnTo>
                  <a:lnTo>
                    <a:pt x="236715" y="205054"/>
                  </a:lnTo>
                  <a:lnTo>
                    <a:pt x="238239" y="204698"/>
                  </a:lnTo>
                  <a:lnTo>
                    <a:pt x="241515" y="203936"/>
                  </a:lnTo>
                  <a:close/>
                </a:path>
                <a:path w="251460" h="399415">
                  <a:moveTo>
                    <a:pt x="242290" y="367118"/>
                  </a:moveTo>
                  <a:lnTo>
                    <a:pt x="240106" y="367118"/>
                  </a:lnTo>
                  <a:lnTo>
                    <a:pt x="240106" y="368808"/>
                  </a:lnTo>
                  <a:lnTo>
                    <a:pt x="241198" y="368808"/>
                  </a:lnTo>
                  <a:lnTo>
                    <a:pt x="242290" y="368808"/>
                  </a:lnTo>
                  <a:lnTo>
                    <a:pt x="242290" y="367118"/>
                  </a:lnTo>
                  <a:close/>
                </a:path>
                <a:path w="251460" h="399415">
                  <a:moveTo>
                    <a:pt x="244868" y="253593"/>
                  </a:moveTo>
                  <a:lnTo>
                    <a:pt x="244284" y="253593"/>
                  </a:lnTo>
                  <a:lnTo>
                    <a:pt x="244284" y="254038"/>
                  </a:lnTo>
                  <a:lnTo>
                    <a:pt x="244576" y="254038"/>
                  </a:lnTo>
                  <a:lnTo>
                    <a:pt x="244868" y="254038"/>
                  </a:lnTo>
                  <a:lnTo>
                    <a:pt x="244868" y="253593"/>
                  </a:lnTo>
                  <a:close/>
                </a:path>
                <a:path w="251460" h="399415">
                  <a:moveTo>
                    <a:pt x="251218" y="291769"/>
                  </a:moveTo>
                  <a:lnTo>
                    <a:pt x="244690" y="291769"/>
                  </a:lnTo>
                  <a:lnTo>
                    <a:pt x="244678" y="296837"/>
                  </a:lnTo>
                  <a:lnTo>
                    <a:pt x="247942" y="296837"/>
                  </a:lnTo>
                  <a:lnTo>
                    <a:pt x="251206" y="296837"/>
                  </a:lnTo>
                  <a:lnTo>
                    <a:pt x="251218" y="29176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542694" y="7700523"/>
              <a:ext cx="510540" cy="392430"/>
            </a:xfrm>
            <a:custGeom>
              <a:avLst/>
              <a:gdLst/>
              <a:ahLst/>
              <a:cxnLst/>
              <a:rect l="l" t="t" r="r" b="b"/>
              <a:pathLst>
                <a:path w="510539" h="392429">
                  <a:moveTo>
                    <a:pt x="7975" y="377659"/>
                  </a:moveTo>
                  <a:lnTo>
                    <a:pt x="0" y="377545"/>
                  </a:lnTo>
                  <a:lnTo>
                    <a:pt x="1397" y="381901"/>
                  </a:lnTo>
                  <a:lnTo>
                    <a:pt x="1727" y="382905"/>
                  </a:lnTo>
                  <a:lnTo>
                    <a:pt x="2095" y="383463"/>
                  </a:lnTo>
                  <a:lnTo>
                    <a:pt x="3467" y="384467"/>
                  </a:lnTo>
                  <a:lnTo>
                    <a:pt x="4470" y="384467"/>
                  </a:lnTo>
                  <a:lnTo>
                    <a:pt x="5867" y="383451"/>
                  </a:lnTo>
                  <a:lnTo>
                    <a:pt x="6210" y="382905"/>
                  </a:lnTo>
                  <a:lnTo>
                    <a:pt x="7975" y="377659"/>
                  </a:lnTo>
                  <a:close/>
                </a:path>
                <a:path w="510539" h="392429">
                  <a:moveTo>
                    <a:pt x="17195" y="390918"/>
                  </a:moveTo>
                  <a:lnTo>
                    <a:pt x="16598" y="390702"/>
                  </a:lnTo>
                  <a:lnTo>
                    <a:pt x="15875" y="390448"/>
                  </a:lnTo>
                  <a:lnTo>
                    <a:pt x="15671" y="390486"/>
                  </a:lnTo>
                  <a:lnTo>
                    <a:pt x="15011" y="390829"/>
                  </a:lnTo>
                  <a:lnTo>
                    <a:pt x="14643" y="391033"/>
                  </a:lnTo>
                  <a:lnTo>
                    <a:pt x="14643" y="391617"/>
                  </a:lnTo>
                  <a:lnTo>
                    <a:pt x="15011" y="391807"/>
                  </a:lnTo>
                  <a:lnTo>
                    <a:pt x="15684" y="392150"/>
                  </a:lnTo>
                  <a:lnTo>
                    <a:pt x="15875" y="392188"/>
                  </a:lnTo>
                  <a:lnTo>
                    <a:pt x="17195" y="391706"/>
                  </a:lnTo>
                  <a:lnTo>
                    <a:pt x="17195" y="390918"/>
                  </a:lnTo>
                  <a:close/>
                </a:path>
                <a:path w="510539" h="392429">
                  <a:moveTo>
                    <a:pt x="26339" y="331851"/>
                  </a:moveTo>
                  <a:lnTo>
                    <a:pt x="25552" y="331012"/>
                  </a:lnTo>
                  <a:lnTo>
                    <a:pt x="24676" y="330085"/>
                  </a:lnTo>
                  <a:lnTo>
                    <a:pt x="24066" y="329577"/>
                  </a:lnTo>
                  <a:lnTo>
                    <a:pt x="22136" y="329006"/>
                  </a:lnTo>
                  <a:lnTo>
                    <a:pt x="21475" y="329831"/>
                  </a:lnTo>
                  <a:lnTo>
                    <a:pt x="22580" y="331546"/>
                  </a:lnTo>
                  <a:lnTo>
                    <a:pt x="23190" y="331978"/>
                  </a:lnTo>
                  <a:lnTo>
                    <a:pt x="25336" y="333057"/>
                  </a:lnTo>
                  <a:lnTo>
                    <a:pt x="26339" y="331851"/>
                  </a:lnTo>
                  <a:close/>
                </a:path>
                <a:path w="510539" h="392429">
                  <a:moveTo>
                    <a:pt x="45580" y="315760"/>
                  </a:moveTo>
                  <a:lnTo>
                    <a:pt x="44196" y="314426"/>
                  </a:lnTo>
                  <a:lnTo>
                    <a:pt x="43345" y="313639"/>
                  </a:lnTo>
                  <a:lnTo>
                    <a:pt x="42341" y="313639"/>
                  </a:lnTo>
                  <a:lnTo>
                    <a:pt x="41694" y="314248"/>
                  </a:lnTo>
                  <a:lnTo>
                    <a:pt x="40119" y="315760"/>
                  </a:lnTo>
                  <a:lnTo>
                    <a:pt x="41109" y="318008"/>
                  </a:lnTo>
                  <a:lnTo>
                    <a:pt x="44589" y="318008"/>
                  </a:lnTo>
                  <a:lnTo>
                    <a:pt x="45580" y="315760"/>
                  </a:lnTo>
                  <a:close/>
                </a:path>
                <a:path w="510539" h="392429">
                  <a:moveTo>
                    <a:pt x="115049" y="179895"/>
                  </a:moveTo>
                  <a:lnTo>
                    <a:pt x="114769" y="178549"/>
                  </a:lnTo>
                  <a:lnTo>
                    <a:pt x="113004" y="178193"/>
                  </a:lnTo>
                  <a:lnTo>
                    <a:pt x="110769" y="177774"/>
                  </a:lnTo>
                  <a:lnTo>
                    <a:pt x="108966" y="179501"/>
                  </a:lnTo>
                  <a:lnTo>
                    <a:pt x="110502" y="183146"/>
                  </a:lnTo>
                  <a:lnTo>
                    <a:pt x="113284" y="183616"/>
                  </a:lnTo>
                  <a:lnTo>
                    <a:pt x="114173" y="181762"/>
                  </a:lnTo>
                  <a:lnTo>
                    <a:pt x="114312" y="181432"/>
                  </a:lnTo>
                  <a:lnTo>
                    <a:pt x="114465" y="181114"/>
                  </a:lnTo>
                  <a:lnTo>
                    <a:pt x="115049" y="179895"/>
                  </a:lnTo>
                  <a:close/>
                </a:path>
                <a:path w="510539" h="392429">
                  <a:moveTo>
                    <a:pt x="134023" y="177253"/>
                  </a:moveTo>
                  <a:lnTo>
                    <a:pt x="130175" y="174523"/>
                  </a:lnTo>
                  <a:lnTo>
                    <a:pt x="128752" y="177139"/>
                  </a:lnTo>
                  <a:lnTo>
                    <a:pt x="128143" y="178257"/>
                  </a:lnTo>
                  <a:lnTo>
                    <a:pt x="127673" y="178993"/>
                  </a:lnTo>
                  <a:lnTo>
                    <a:pt x="128257" y="181127"/>
                  </a:lnTo>
                  <a:lnTo>
                    <a:pt x="129044" y="181419"/>
                  </a:lnTo>
                  <a:lnTo>
                    <a:pt x="130962" y="181165"/>
                  </a:lnTo>
                  <a:lnTo>
                    <a:pt x="131381" y="180530"/>
                  </a:lnTo>
                  <a:lnTo>
                    <a:pt x="134023" y="177253"/>
                  </a:lnTo>
                  <a:close/>
                </a:path>
                <a:path w="510539" h="392429">
                  <a:moveTo>
                    <a:pt x="216522" y="45910"/>
                  </a:moveTo>
                  <a:lnTo>
                    <a:pt x="215747" y="44551"/>
                  </a:lnTo>
                  <a:lnTo>
                    <a:pt x="216306" y="43751"/>
                  </a:lnTo>
                  <a:lnTo>
                    <a:pt x="214312" y="42367"/>
                  </a:lnTo>
                  <a:lnTo>
                    <a:pt x="211632" y="43497"/>
                  </a:lnTo>
                  <a:lnTo>
                    <a:pt x="210807" y="44272"/>
                  </a:lnTo>
                  <a:lnTo>
                    <a:pt x="208788" y="46939"/>
                  </a:lnTo>
                  <a:lnTo>
                    <a:pt x="210388" y="49009"/>
                  </a:lnTo>
                  <a:lnTo>
                    <a:pt x="213715" y="49085"/>
                  </a:lnTo>
                  <a:lnTo>
                    <a:pt x="214617" y="48387"/>
                  </a:lnTo>
                  <a:lnTo>
                    <a:pt x="215480" y="47256"/>
                  </a:lnTo>
                  <a:lnTo>
                    <a:pt x="216522" y="45910"/>
                  </a:lnTo>
                  <a:close/>
                </a:path>
                <a:path w="510539" h="392429">
                  <a:moveTo>
                    <a:pt x="231495" y="57683"/>
                  </a:moveTo>
                  <a:lnTo>
                    <a:pt x="231216" y="57658"/>
                  </a:lnTo>
                  <a:lnTo>
                    <a:pt x="230466" y="57594"/>
                  </a:lnTo>
                  <a:lnTo>
                    <a:pt x="229717" y="57531"/>
                  </a:lnTo>
                  <a:lnTo>
                    <a:pt x="228422" y="57404"/>
                  </a:lnTo>
                  <a:lnTo>
                    <a:pt x="228422" y="58343"/>
                  </a:lnTo>
                  <a:lnTo>
                    <a:pt x="228968" y="58293"/>
                  </a:lnTo>
                  <a:lnTo>
                    <a:pt x="229717" y="58229"/>
                  </a:lnTo>
                  <a:lnTo>
                    <a:pt x="231216" y="58077"/>
                  </a:lnTo>
                  <a:lnTo>
                    <a:pt x="231495" y="58064"/>
                  </a:lnTo>
                  <a:lnTo>
                    <a:pt x="231495" y="57683"/>
                  </a:lnTo>
                  <a:close/>
                </a:path>
                <a:path w="510539" h="392429">
                  <a:moveTo>
                    <a:pt x="232664" y="52679"/>
                  </a:moveTo>
                  <a:lnTo>
                    <a:pt x="226402" y="52679"/>
                  </a:lnTo>
                  <a:lnTo>
                    <a:pt x="228587" y="55448"/>
                  </a:lnTo>
                  <a:lnTo>
                    <a:pt x="229146" y="56146"/>
                  </a:lnTo>
                  <a:lnTo>
                    <a:pt x="229933" y="56146"/>
                  </a:lnTo>
                  <a:lnTo>
                    <a:pt x="230479" y="55448"/>
                  </a:lnTo>
                  <a:lnTo>
                    <a:pt x="232664" y="52679"/>
                  </a:lnTo>
                  <a:close/>
                </a:path>
                <a:path w="510539" h="392429">
                  <a:moveTo>
                    <a:pt x="235432" y="104343"/>
                  </a:moveTo>
                  <a:lnTo>
                    <a:pt x="230771" y="100876"/>
                  </a:lnTo>
                  <a:lnTo>
                    <a:pt x="229171" y="103924"/>
                  </a:lnTo>
                  <a:lnTo>
                    <a:pt x="228688" y="104851"/>
                  </a:lnTo>
                  <a:lnTo>
                    <a:pt x="228663" y="105486"/>
                  </a:lnTo>
                  <a:lnTo>
                    <a:pt x="229019" y="107772"/>
                  </a:lnTo>
                  <a:lnTo>
                    <a:pt x="230517" y="108242"/>
                  </a:lnTo>
                  <a:lnTo>
                    <a:pt x="231597" y="108051"/>
                  </a:lnTo>
                  <a:lnTo>
                    <a:pt x="232079" y="107988"/>
                  </a:lnTo>
                  <a:lnTo>
                    <a:pt x="232422" y="107721"/>
                  </a:lnTo>
                  <a:lnTo>
                    <a:pt x="232918" y="107124"/>
                  </a:lnTo>
                  <a:lnTo>
                    <a:pt x="233692" y="106083"/>
                  </a:lnTo>
                  <a:lnTo>
                    <a:pt x="232918" y="106832"/>
                  </a:lnTo>
                  <a:lnTo>
                    <a:pt x="235432" y="104343"/>
                  </a:lnTo>
                  <a:close/>
                </a:path>
                <a:path w="510539" h="392429">
                  <a:moveTo>
                    <a:pt x="235432" y="21120"/>
                  </a:moveTo>
                  <a:lnTo>
                    <a:pt x="234886" y="21120"/>
                  </a:lnTo>
                  <a:lnTo>
                    <a:pt x="234886" y="21539"/>
                  </a:lnTo>
                  <a:lnTo>
                    <a:pt x="235153" y="21539"/>
                  </a:lnTo>
                  <a:lnTo>
                    <a:pt x="235432" y="21539"/>
                  </a:lnTo>
                  <a:lnTo>
                    <a:pt x="235432" y="21120"/>
                  </a:lnTo>
                  <a:close/>
                </a:path>
                <a:path w="510539" h="392429">
                  <a:moveTo>
                    <a:pt x="245465" y="67614"/>
                  </a:moveTo>
                  <a:lnTo>
                    <a:pt x="244475" y="65049"/>
                  </a:lnTo>
                  <a:lnTo>
                    <a:pt x="243027" y="65913"/>
                  </a:lnTo>
                  <a:lnTo>
                    <a:pt x="242443" y="66001"/>
                  </a:lnTo>
                  <a:lnTo>
                    <a:pt x="242150" y="66027"/>
                  </a:lnTo>
                  <a:lnTo>
                    <a:pt x="241198" y="65760"/>
                  </a:lnTo>
                  <a:lnTo>
                    <a:pt x="240715" y="67056"/>
                  </a:lnTo>
                  <a:lnTo>
                    <a:pt x="242316" y="68122"/>
                  </a:lnTo>
                  <a:lnTo>
                    <a:pt x="242951" y="68186"/>
                  </a:lnTo>
                  <a:lnTo>
                    <a:pt x="245465" y="67614"/>
                  </a:lnTo>
                  <a:close/>
                </a:path>
                <a:path w="510539" h="392429">
                  <a:moveTo>
                    <a:pt x="248615" y="13982"/>
                  </a:moveTo>
                  <a:lnTo>
                    <a:pt x="247865" y="13335"/>
                  </a:lnTo>
                  <a:lnTo>
                    <a:pt x="247053" y="13741"/>
                  </a:lnTo>
                  <a:lnTo>
                    <a:pt x="246862" y="13893"/>
                  </a:lnTo>
                  <a:lnTo>
                    <a:pt x="246646" y="13944"/>
                  </a:lnTo>
                  <a:lnTo>
                    <a:pt x="246418" y="13893"/>
                  </a:lnTo>
                  <a:lnTo>
                    <a:pt x="244894" y="13754"/>
                  </a:lnTo>
                  <a:lnTo>
                    <a:pt x="244906" y="16141"/>
                  </a:lnTo>
                  <a:lnTo>
                    <a:pt x="246418" y="16281"/>
                  </a:lnTo>
                  <a:lnTo>
                    <a:pt x="247484" y="16383"/>
                  </a:lnTo>
                  <a:lnTo>
                    <a:pt x="248323" y="15938"/>
                  </a:lnTo>
                  <a:lnTo>
                    <a:pt x="248500" y="14846"/>
                  </a:lnTo>
                  <a:lnTo>
                    <a:pt x="248615" y="13982"/>
                  </a:lnTo>
                  <a:close/>
                </a:path>
                <a:path w="510539" h="392429">
                  <a:moveTo>
                    <a:pt x="261467" y="182359"/>
                  </a:moveTo>
                  <a:lnTo>
                    <a:pt x="260565" y="182359"/>
                  </a:lnTo>
                  <a:lnTo>
                    <a:pt x="260565" y="183057"/>
                  </a:lnTo>
                  <a:lnTo>
                    <a:pt x="261023" y="183057"/>
                  </a:lnTo>
                  <a:lnTo>
                    <a:pt x="261467" y="183057"/>
                  </a:lnTo>
                  <a:lnTo>
                    <a:pt x="261467" y="182359"/>
                  </a:lnTo>
                  <a:close/>
                </a:path>
                <a:path w="510539" h="392429">
                  <a:moveTo>
                    <a:pt x="261835" y="41643"/>
                  </a:moveTo>
                  <a:lnTo>
                    <a:pt x="260388" y="40182"/>
                  </a:lnTo>
                  <a:lnTo>
                    <a:pt x="258114" y="41579"/>
                  </a:lnTo>
                  <a:lnTo>
                    <a:pt x="257771" y="41960"/>
                  </a:lnTo>
                  <a:lnTo>
                    <a:pt x="257708" y="43256"/>
                  </a:lnTo>
                  <a:lnTo>
                    <a:pt x="257695" y="43802"/>
                  </a:lnTo>
                  <a:lnTo>
                    <a:pt x="258216" y="44323"/>
                  </a:lnTo>
                  <a:lnTo>
                    <a:pt x="258775" y="44310"/>
                  </a:lnTo>
                  <a:lnTo>
                    <a:pt x="260045" y="44259"/>
                  </a:lnTo>
                  <a:lnTo>
                    <a:pt x="260438" y="43929"/>
                  </a:lnTo>
                  <a:lnTo>
                    <a:pt x="261835" y="41643"/>
                  </a:lnTo>
                  <a:close/>
                </a:path>
                <a:path w="510539" h="392429">
                  <a:moveTo>
                    <a:pt x="262940" y="129882"/>
                  </a:moveTo>
                  <a:lnTo>
                    <a:pt x="262115" y="129057"/>
                  </a:lnTo>
                  <a:lnTo>
                    <a:pt x="261924" y="129260"/>
                  </a:lnTo>
                  <a:lnTo>
                    <a:pt x="262051" y="129387"/>
                  </a:lnTo>
                  <a:lnTo>
                    <a:pt x="262737" y="130073"/>
                  </a:lnTo>
                  <a:lnTo>
                    <a:pt x="262940" y="129882"/>
                  </a:lnTo>
                  <a:close/>
                </a:path>
                <a:path w="510539" h="392429">
                  <a:moveTo>
                    <a:pt x="263055" y="24142"/>
                  </a:moveTo>
                  <a:lnTo>
                    <a:pt x="258978" y="24130"/>
                  </a:lnTo>
                  <a:lnTo>
                    <a:pt x="259803" y="26162"/>
                  </a:lnTo>
                  <a:lnTo>
                    <a:pt x="259867" y="26327"/>
                  </a:lnTo>
                  <a:lnTo>
                    <a:pt x="259943" y="26492"/>
                  </a:lnTo>
                  <a:lnTo>
                    <a:pt x="259994" y="26657"/>
                  </a:lnTo>
                  <a:lnTo>
                    <a:pt x="260413" y="27660"/>
                  </a:lnTo>
                  <a:lnTo>
                    <a:pt x="261632" y="27660"/>
                  </a:lnTo>
                  <a:lnTo>
                    <a:pt x="262039" y="26657"/>
                  </a:lnTo>
                  <a:lnTo>
                    <a:pt x="262102" y="26492"/>
                  </a:lnTo>
                  <a:lnTo>
                    <a:pt x="262178" y="26327"/>
                  </a:lnTo>
                  <a:lnTo>
                    <a:pt x="262242" y="26162"/>
                  </a:lnTo>
                  <a:lnTo>
                    <a:pt x="263055" y="24142"/>
                  </a:lnTo>
                  <a:close/>
                </a:path>
                <a:path w="510539" h="392429">
                  <a:moveTo>
                    <a:pt x="264363" y="3416"/>
                  </a:moveTo>
                  <a:lnTo>
                    <a:pt x="262597" y="1778"/>
                  </a:lnTo>
                  <a:lnTo>
                    <a:pt x="260667" y="0"/>
                  </a:lnTo>
                  <a:lnTo>
                    <a:pt x="258927" y="3822"/>
                  </a:lnTo>
                  <a:lnTo>
                    <a:pt x="261162" y="4241"/>
                  </a:lnTo>
                  <a:lnTo>
                    <a:pt x="261975" y="4394"/>
                  </a:lnTo>
                  <a:lnTo>
                    <a:pt x="262382" y="4470"/>
                  </a:lnTo>
                  <a:lnTo>
                    <a:pt x="263410" y="4660"/>
                  </a:lnTo>
                  <a:lnTo>
                    <a:pt x="264363" y="3416"/>
                  </a:lnTo>
                  <a:close/>
                </a:path>
                <a:path w="510539" h="392429">
                  <a:moveTo>
                    <a:pt x="265137" y="200533"/>
                  </a:moveTo>
                  <a:lnTo>
                    <a:pt x="264477" y="200266"/>
                  </a:lnTo>
                  <a:lnTo>
                    <a:pt x="262483" y="199415"/>
                  </a:lnTo>
                  <a:lnTo>
                    <a:pt x="262369" y="199224"/>
                  </a:lnTo>
                  <a:lnTo>
                    <a:pt x="261912" y="198399"/>
                  </a:lnTo>
                  <a:lnTo>
                    <a:pt x="259791" y="198767"/>
                  </a:lnTo>
                  <a:lnTo>
                    <a:pt x="259194" y="200748"/>
                  </a:lnTo>
                  <a:lnTo>
                    <a:pt x="258927" y="203085"/>
                  </a:lnTo>
                  <a:lnTo>
                    <a:pt x="260350" y="204254"/>
                  </a:lnTo>
                  <a:lnTo>
                    <a:pt x="265049" y="204228"/>
                  </a:lnTo>
                  <a:lnTo>
                    <a:pt x="265137" y="200533"/>
                  </a:lnTo>
                  <a:close/>
                </a:path>
                <a:path w="510539" h="392429">
                  <a:moveTo>
                    <a:pt x="266890" y="14008"/>
                  </a:moveTo>
                  <a:lnTo>
                    <a:pt x="265036" y="10172"/>
                  </a:lnTo>
                  <a:lnTo>
                    <a:pt x="264121" y="8293"/>
                  </a:lnTo>
                  <a:lnTo>
                    <a:pt x="262420" y="8293"/>
                  </a:lnTo>
                  <a:lnTo>
                    <a:pt x="259651" y="14008"/>
                  </a:lnTo>
                  <a:lnTo>
                    <a:pt x="266890" y="14008"/>
                  </a:lnTo>
                  <a:close/>
                </a:path>
                <a:path w="510539" h="392429">
                  <a:moveTo>
                    <a:pt x="266966" y="114300"/>
                  </a:moveTo>
                  <a:lnTo>
                    <a:pt x="266268" y="111150"/>
                  </a:lnTo>
                  <a:lnTo>
                    <a:pt x="265607" y="108204"/>
                  </a:lnTo>
                  <a:lnTo>
                    <a:pt x="263182" y="108204"/>
                  </a:lnTo>
                  <a:lnTo>
                    <a:pt x="261823" y="114287"/>
                  </a:lnTo>
                  <a:lnTo>
                    <a:pt x="266966" y="114300"/>
                  </a:lnTo>
                  <a:close/>
                </a:path>
                <a:path w="510539" h="392429">
                  <a:moveTo>
                    <a:pt x="268071" y="69303"/>
                  </a:moveTo>
                  <a:lnTo>
                    <a:pt x="263829" y="66954"/>
                  </a:lnTo>
                  <a:lnTo>
                    <a:pt x="263588" y="68656"/>
                  </a:lnTo>
                  <a:lnTo>
                    <a:pt x="263232" y="68884"/>
                  </a:lnTo>
                  <a:lnTo>
                    <a:pt x="263347" y="70853"/>
                  </a:lnTo>
                  <a:lnTo>
                    <a:pt x="264502" y="71602"/>
                  </a:lnTo>
                  <a:lnTo>
                    <a:pt x="268071" y="69303"/>
                  </a:lnTo>
                  <a:close/>
                </a:path>
                <a:path w="510539" h="392429">
                  <a:moveTo>
                    <a:pt x="268135" y="172885"/>
                  </a:moveTo>
                  <a:lnTo>
                    <a:pt x="267766" y="172872"/>
                  </a:lnTo>
                  <a:lnTo>
                    <a:pt x="267398" y="172834"/>
                  </a:lnTo>
                  <a:lnTo>
                    <a:pt x="266649" y="172796"/>
                  </a:lnTo>
                  <a:lnTo>
                    <a:pt x="266192" y="172758"/>
                  </a:lnTo>
                  <a:lnTo>
                    <a:pt x="266192" y="173532"/>
                  </a:lnTo>
                  <a:lnTo>
                    <a:pt x="266649" y="173494"/>
                  </a:lnTo>
                  <a:lnTo>
                    <a:pt x="267398" y="173456"/>
                  </a:lnTo>
                  <a:lnTo>
                    <a:pt x="267766" y="173418"/>
                  </a:lnTo>
                  <a:lnTo>
                    <a:pt x="268135" y="173405"/>
                  </a:lnTo>
                  <a:lnTo>
                    <a:pt x="268135" y="172885"/>
                  </a:lnTo>
                  <a:close/>
                </a:path>
                <a:path w="510539" h="392429">
                  <a:moveTo>
                    <a:pt x="270649" y="104978"/>
                  </a:moveTo>
                  <a:lnTo>
                    <a:pt x="268833" y="101803"/>
                  </a:lnTo>
                  <a:lnTo>
                    <a:pt x="265747" y="103746"/>
                  </a:lnTo>
                  <a:lnTo>
                    <a:pt x="265671" y="104978"/>
                  </a:lnTo>
                  <a:lnTo>
                    <a:pt x="266763" y="107365"/>
                  </a:lnTo>
                  <a:lnTo>
                    <a:pt x="268782" y="106705"/>
                  </a:lnTo>
                  <a:lnTo>
                    <a:pt x="268922" y="106337"/>
                  </a:lnTo>
                  <a:lnTo>
                    <a:pt x="269062" y="105981"/>
                  </a:lnTo>
                  <a:lnTo>
                    <a:pt x="270217" y="105244"/>
                  </a:lnTo>
                  <a:lnTo>
                    <a:pt x="270649" y="104978"/>
                  </a:lnTo>
                  <a:close/>
                </a:path>
                <a:path w="510539" h="392429">
                  <a:moveTo>
                    <a:pt x="275653" y="19710"/>
                  </a:moveTo>
                  <a:lnTo>
                    <a:pt x="274942" y="19011"/>
                  </a:lnTo>
                  <a:lnTo>
                    <a:pt x="274764" y="18834"/>
                  </a:lnTo>
                  <a:lnTo>
                    <a:pt x="274447" y="18503"/>
                  </a:lnTo>
                  <a:lnTo>
                    <a:pt x="273939" y="18999"/>
                  </a:lnTo>
                  <a:lnTo>
                    <a:pt x="274269" y="19329"/>
                  </a:lnTo>
                  <a:lnTo>
                    <a:pt x="275145" y="20205"/>
                  </a:lnTo>
                  <a:lnTo>
                    <a:pt x="275653" y="19710"/>
                  </a:lnTo>
                  <a:close/>
                </a:path>
                <a:path w="510539" h="392429">
                  <a:moveTo>
                    <a:pt x="280835" y="164376"/>
                  </a:moveTo>
                  <a:lnTo>
                    <a:pt x="279400" y="163677"/>
                  </a:lnTo>
                  <a:lnTo>
                    <a:pt x="279006" y="163487"/>
                  </a:lnTo>
                  <a:lnTo>
                    <a:pt x="278841" y="163347"/>
                  </a:lnTo>
                  <a:lnTo>
                    <a:pt x="279057" y="162775"/>
                  </a:lnTo>
                  <a:lnTo>
                    <a:pt x="279285" y="162179"/>
                  </a:lnTo>
                  <a:lnTo>
                    <a:pt x="277241" y="160578"/>
                  </a:lnTo>
                  <a:lnTo>
                    <a:pt x="273075" y="163614"/>
                  </a:lnTo>
                  <a:lnTo>
                    <a:pt x="274599" y="168897"/>
                  </a:lnTo>
                  <a:lnTo>
                    <a:pt x="280073" y="166890"/>
                  </a:lnTo>
                  <a:lnTo>
                    <a:pt x="280835" y="164376"/>
                  </a:lnTo>
                  <a:close/>
                </a:path>
                <a:path w="510539" h="392429">
                  <a:moveTo>
                    <a:pt x="359664" y="205511"/>
                  </a:moveTo>
                  <a:lnTo>
                    <a:pt x="358990" y="204533"/>
                  </a:lnTo>
                  <a:lnTo>
                    <a:pt x="357111" y="203479"/>
                  </a:lnTo>
                  <a:lnTo>
                    <a:pt x="356209" y="203517"/>
                  </a:lnTo>
                  <a:lnTo>
                    <a:pt x="349923" y="204698"/>
                  </a:lnTo>
                  <a:lnTo>
                    <a:pt x="353898" y="213347"/>
                  </a:lnTo>
                  <a:lnTo>
                    <a:pt x="358178" y="209283"/>
                  </a:lnTo>
                  <a:lnTo>
                    <a:pt x="359105" y="208407"/>
                  </a:lnTo>
                  <a:lnTo>
                    <a:pt x="359397" y="207619"/>
                  </a:lnTo>
                  <a:lnTo>
                    <a:pt x="359664" y="205511"/>
                  </a:lnTo>
                  <a:close/>
                </a:path>
                <a:path w="510539" h="392429">
                  <a:moveTo>
                    <a:pt x="361403" y="223189"/>
                  </a:moveTo>
                  <a:lnTo>
                    <a:pt x="359448" y="222580"/>
                  </a:lnTo>
                  <a:lnTo>
                    <a:pt x="358648" y="223672"/>
                  </a:lnTo>
                  <a:lnTo>
                    <a:pt x="358406" y="224015"/>
                  </a:lnTo>
                  <a:lnTo>
                    <a:pt x="357898" y="224688"/>
                  </a:lnTo>
                  <a:lnTo>
                    <a:pt x="356704" y="226339"/>
                  </a:lnTo>
                  <a:lnTo>
                    <a:pt x="359930" y="228015"/>
                  </a:lnTo>
                  <a:lnTo>
                    <a:pt x="360603" y="225831"/>
                  </a:lnTo>
                  <a:lnTo>
                    <a:pt x="360718" y="225437"/>
                  </a:lnTo>
                  <a:lnTo>
                    <a:pt x="360845" y="225044"/>
                  </a:lnTo>
                  <a:lnTo>
                    <a:pt x="360959" y="224650"/>
                  </a:lnTo>
                  <a:lnTo>
                    <a:pt x="361403" y="223189"/>
                  </a:lnTo>
                  <a:close/>
                </a:path>
                <a:path w="510539" h="392429">
                  <a:moveTo>
                    <a:pt x="370395" y="189738"/>
                  </a:moveTo>
                  <a:lnTo>
                    <a:pt x="369608" y="186550"/>
                  </a:lnTo>
                  <a:lnTo>
                    <a:pt x="363651" y="186918"/>
                  </a:lnTo>
                  <a:lnTo>
                    <a:pt x="362038" y="189064"/>
                  </a:lnTo>
                  <a:lnTo>
                    <a:pt x="363791" y="193205"/>
                  </a:lnTo>
                  <a:lnTo>
                    <a:pt x="366699" y="194068"/>
                  </a:lnTo>
                  <a:lnTo>
                    <a:pt x="368211" y="192303"/>
                  </a:lnTo>
                  <a:lnTo>
                    <a:pt x="370395" y="189738"/>
                  </a:lnTo>
                  <a:close/>
                </a:path>
                <a:path w="510539" h="392429">
                  <a:moveTo>
                    <a:pt x="372287" y="166306"/>
                  </a:moveTo>
                  <a:lnTo>
                    <a:pt x="372059" y="165976"/>
                  </a:lnTo>
                  <a:lnTo>
                    <a:pt x="371068" y="165620"/>
                  </a:lnTo>
                  <a:lnTo>
                    <a:pt x="372287" y="166306"/>
                  </a:lnTo>
                  <a:close/>
                </a:path>
                <a:path w="510539" h="392429">
                  <a:moveTo>
                    <a:pt x="373151" y="166801"/>
                  </a:moveTo>
                  <a:lnTo>
                    <a:pt x="372287" y="166306"/>
                  </a:lnTo>
                  <a:lnTo>
                    <a:pt x="371221" y="165722"/>
                  </a:lnTo>
                  <a:lnTo>
                    <a:pt x="371221" y="167652"/>
                  </a:lnTo>
                  <a:lnTo>
                    <a:pt x="371195" y="167906"/>
                  </a:lnTo>
                  <a:lnTo>
                    <a:pt x="371221" y="167652"/>
                  </a:lnTo>
                  <a:lnTo>
                    <a:pt x="371221" y="165722"/>
                  </a:lnTo>
                  <a:lnTo>
                    <a:pt x="371055" y="165620"/>
                  </a:lnTo>
                  <a:lnTo>
                    <a:pt x="369684" y="164846"/>
                  </a:lnTo>
                  <a:lnTo>
                    <a:pt x="369557" y="165087"/>
                  </a:lnTo>
                  <a:lnTo>
                    <a:pt x="368795" y="164820"/>
                  </a:lnTo>
                  <a:lnTo>
                    <a:pt x="367169" y="165620"/>
                  </a:lnTo>
                  <a:lnTo>
                    <a:pt x="365061" y="168744"/>
                  </a:lnTo>
                  <a:lnTo>
                    <a:pt x="366255" y="170942"/>
                  </a:lnTo>
                  <a:lnTo>
                    <a:pt x="367245" y="171259"/>
                  </a:lnTo>
                  <a:lnTo>
                    <a:pt x="367931" y="171488"/>
                  </a:lnTo>
                  <a:lnTo>
                    <a:pt x="368503" y="171678"/>
                  </a:lnTo>
                  <a:lnTo>
                    <a:pt x="369430" y="171856"/>
                  </a:lnTo>
                  <a:lnTo>
                    <a:pt x="370078" y="171805"/>
                  </a:lnTo>
                  <a:lnTo>
                    <a:pt x="371360" y="171335"/>
                  </a:lnTo>
                  <a:lnTo>
                    <a:pt x="371754" y="171183"/>
                  </a:lnTo>
                  <a:lnTo>
                    <a:pt x="372541" y="170370"/>
                  </a:lnTo>
                  <a:lnTo>
                    <a:pt x="372910" y="168236"/>
                  </a:lnTo>
                  <a:lnTo>
                    <a:pt x="373037" y="167906"/>
                  </a:lnTo>
                  <a:lnTo>
                    <a:pt x="373049" y="167436"/>
                  </a:lnTo>
                  <a:lnTo>
                    <a:pt x="373151" y="166801"/>
                  </a:lnTo>
                  <a:close/>
                </a:path>
                <a:path w="510539" h="392429">
                  <a:moveTo>
                    <a:pt x="380834" y="174040"/>
                  </a:moveTo>
                  <a:lnTo>
                    <a:pt x="380250" y="174040"/>
                  </a:lnTo>
                  <a:lnTo>
                    <a:pt x="380250" y="174498"/>
                  </a:lnTo>
                  <a:lnTo>
                    <a:pt x="380542" y="174498"/>
                  </a:lnTo>
                  <a:lnTo>
                    <a:pt x="380834" y="174498"/>
                  </a:lnTo>
                  <a:lnTo>
                    <a:pt x="380834" y="174040"/>
                  </a:lnTo>
                  <a:close/>
                </a:path>
                <a:path w="510539" h="392429">
                  <a:moveTo>
                    <a:pt x="383565" y="238137"/>
                  </a:moveTo>
                  <a:lnTo>
                    <a:pt x="381965" y="238544"/>
                  </a:lnTo>
                  <a:lnTo>
                    <a:pt x="381787" y="238594"/>
                  </a:lnTo>
                  <a:lnTo>
                    <a:pt x="381622" y="238645"/>
                  </a:lnTo>
                  <a:lnTo>
                    <a:pt x="381444" y="238683"/>
                  </a:lnTo>
                  <a:lnTo>
                    <a:pt x="380644" y="238899"/>
                  </a:lnTo>
                  <a:lnTo>
                    <a:pt x="380644" y="240093"/>
                  </a:lnTo>
                  <a:lnTo>
                    <a:pt x="381444" y="240309"/>
                  </a:lnTo>
                  <a:lnTo>
                    <a:pt x="381622" y="240360"/>
                  </a:lnTo>
                  <a:lnTo>
                    <a:pt x="381965" y="240449"/>
                  </a:lnTo>
                  <a:lnTo>
                    <a:pt x="383552" y="240855"/>
                  </a:lnTo>
                  <a:lnTo>
                    <a:pt x="383565" y="238137"/>
                  </a:lnTo>
                  <a:close/>
                </a:path>
                <a:path w="510539" h="392429">
                  <a:moveTo>
                    <a:pt x="386969" y="194081"/>
                  </a:moveTo>
                  <a:lnTo>
                    <a:pt x="378637" y="194081"/>
                  </a:lnTo>
                  <a:lnTo>
                    <a:pt x="378625" y="200558"/>
                  </a:lnTo>
                  <a:lnTo>
                    <a:pt x="382790" y="200558"/>
                  </a:lnTo>
                  <a:lnTo>
                    <a:pt x="386956" y="200558"/>
                  </a:lnTo>
                  <a:lnTo>
                    <a:pt x="386969" y="194081"/>
                  </a:lnTo>
                  <a:close/>
                </a:path>
                <a:path w="510539" h="392429">
                  <a:moveTo>
                    <a:pt x="391896" y="144868"/>
                  </a:moveTo>
                  <a:lnTo>
                    <a:pt x="385813" y="144005"/>
                  </a:lnTo>
                  <a:lnTo>
                    <a:pt x="385813" y="147840"/>
                  </a:lnTo>
                  <a:lnTo>
                    <a:pt x="385813" y="150736"/>
                  </a:lnTo>
                  <a:lnTo>
                    <a:pt x="390169" y="151396"/>
                  </a:lnTo>
                  <a:lnTo>
                    <a:pt x="391896" y="144868"/>
                  </a:lnTo>
                  <a:close/>
                </a:path>
                <a:path w="510539" h="392429">
                  <a:moveTo>
                    <a:pt x="392671" y="162026"/>
                  </a:moveTo>
                  <a:lnTo>
                    <a:pt x="392518" y="160794"/>
                  </a:lnTo>
                  <a:lnTo>
                    <a:pt x="392417" y="160058"/>
                  </a:lnTo>
                  <a:lnTo>
                    <a:pt x="392290" y="159588"/>
                  </a:lnTo>
                  <a:lnTo>
                    <a:pt x="391045" y="157137"/>
                  </a:lnTo>
                  <a:lnTo>
                    <a:pt x="388366" y="158686"/>
                  </a:lnTo>
                  <a:lnTo>
                    <a:pt x="389267" y="160464"/>
                  </a:lnTo>
                  <a:lnTo>
                    <a:pt x="389572" y="161061"/>
                  </a:lnTo>
                  <a:lnTo>
                    <a:pt x="389737" y="161290"/>
                  </a:lnTo>
                  <a:lnTo>
                    <a:pt x="390982" y="162445"/>
                  </a:lnTo>
                  <a:lnTo>
                    <a:pt x="392671" y="162026"/>
                  </a:lnTo>
                  <a:close/>
                </a:path>
                <a:path w="510539" h="392429">
                  <a:moveTo>
                    <a:pt x="400723" y="216446"/>
                  </a:moveTo>
                  <a:lnTo>
                    <a:pt x="396367" y="216446"/>
                  </a:lnTo>
                  <a:lnTo>
                    <a:pt x="396367" y="219811"/>
                  </a:lnTo>
                  <a:lnTo>
                    <a:pt x="398538" y="219811"/>
                  </a:lnTo>
                  <a:lnTo>
                    <a:pt x="400710" y="219811"/>
                  </a:lnTo>
                  <a:lnTo>
                    <a:pt x="400723" y="216446"/>
                  </a:lnTo>
                  <a:close/>
                </a:path>
                <a:path w="510539" h="392429">
                  <a:moveTo>
                    <a:pt x="410718" y="178142"/>
                  </a:moveTo>
                  <a:lnTo>
                    <a:pt x="410464" y="178015"/>
                  </a:lnTo>
                  <a:lnTo>
                    <a:pt x="409702" y="177634"/>
                  </a:lnTo>
                  <a:lnTo>
                    <a:pt x="409346" y="177444"/>
                  </a:lnTo>
                  <a:lnTo>
                    <a:pt x="409079" y="177330"/>
                  </a:lnTo>
                  <a:lnTo>
                    <a:pt x="408851" y="177711"/>
                  </a:lnTo>
                  <a:lnTo>
                    <a:pt x="409105" y="177838"/>
                  </a:lnTo>
                  <a:lnTo>
                    <a:pt x="409867" y="178219"/>
                  </a:lnTo>
                  <a:lnTo>
                    <a:pt x="410235" y="178409"/>
                  </a:lnTo>
                  <a:lnTo>
                    <a:pt x="410489" y="178523"/>
                  </a:lnTo>
                  <a:lnTo>
                    <a:pt x="410718" y="178142"/>
                  </a:lnTo>
                  <a:close/>
                </a:path>
                <a:path w="510539" h="392429">
                  <a:moveTo>
                    <a:pt x="414997" y="219887"/>
                  </a:moveTo>
                  <a:lnTo>
                    <a:pt x="407949" y="219887"/>
                  </a:lnTo>
                  <a:lnTo>
                    <a:pt x="407949" y="225374"/>
                  </a:lnTo>
                  <a:lnTo>
                    <a:pt x="411467" y="225374"/>
                  </a:lnTo>
                  <a:lnTo>
                    <a:pt x="414997" y="225374"/>
                  </a:lnTo>
                  <a:lnTo>
                    <a:pt x="414997" y="219887"/>
                  </a:lnTo>
                  <a:close/>
                </a:path>
                <a:path w="510539" h="392429">
                  <a:moveTo>
                    <a:pt x="422122" y="306095"/>
                  </a:moveTo>
                  <a:lnTo>
                    <a:pt x="420408" y="304863"/>
                  </a:lnTo>
                  <a:lnTo>
                    <a:pt x="418858" y="306755"/>
                  </a:lnTo>
                  <a:lnTo>
                    <a:pt x="418325" y="307479"/>
                  </a:lnTo>
                  <a:lnTo>
                    <a:pt x="416928" y="310299"/>
                  </a:lnTo>
                  <a:lnTo>
                    <a:pt x="419811" y="312026"/>
                  </a:lnTo>
                  <a:lnTo>
                    <a:pt x="420801" y="310070"/>
                  </a:lnTo>
                  <a:lnTo>
                    <a:pt x="421259" y="309168"/>
                  </a:lnTo>
                  <a:lnTo>
                    <a:pt x="421563" y="308317"/>
                  </a:lnTo>
                  <a:lnTo>
                    <a:pt x="422122" y="306095"/>
                  </a:lnTo>
                  <a:close/>
                </a:path>
                <a:path w="510539" h="392429">
                  <a:moveTo>
                    <a:pt x="425945" y="120294"/>
                  </a:moveTo>
                  <a:lnTo>
                    <a:pt x="422998" y="116090"/>
                  </a:lnTo>
                  <a:lnTo>
                    <a:pt x="421703" y="114236"/>
                  </a:lnTo>
                  <a:lnTo>
                    <a:pt x="418528" y="114427"/>
                  </a:lnTo>
                  <a:lnTo>
                    <a:pt x="418528" y="120078"/>
                  </a:lnTo>
                  <a:lnTo>
                    <a:pt x="418401" y="120294"/>
                  </a:lnTo>
                  <a:lnTo>
                    <a:pt x="418338" y="120167"/>
                  </a:lnTo>
                  <a:lnTo>
                    <a:pt x="418528" y="120078"/>
                  </a:lnTo>
                  <a:lnTo>
                    <a:pt x="418528" y="114427"/>
                  </a:lnTo>
                  <a:lnTo>
                    <a:pt x="417474" y="114477"/>
                  </a:lnTo>
                  <a:lnTo>
                    <a:pt x="416140" y="118999"/>
                  </a:lnTo>
                  <a:lnTo>
                    <a:pt x="416445" y="120167"/>
                  </a:lnTo>
                  <a:lnTo>
                    <a:pt x="417893" y="121577"/>
                  </a:lnTo>
                  <a:lnTo>
                    <a:pt x="419277" y="121894"/>
                  </a:lnTo>
                  <a:lnTo>
                    <a:pt x="420255" y="123710"/>
                  </a:lnTo>
                  <a:lnTo>
                    <a:pt x="423227" y="121932"/>
                  </a:lnTo>
                  <a:lnTo>
                    <a:pt x="425945" y="120294"/>
                  </a:lnTo>
                  <a:close/>
                </a:path>
                <a:path w="510539" h="392429">
                  <a:moveTo>
                    <a:pt x="426440" y="150863"/>
                  </a:moveTo>
                  <a:lnTo>
                    <a:pt x="425272" y="149631"/>
                  </a:lnTo>
                  <a:lnTo>
                    <a:pt x="423189" y="150025"/>
                  </a:lnTo>
                  <a:lnTo>
                    <a:pt x="422617" y="150406"/>
                  </a:lnTo>
                  <a:lnTo>
                    <a:pt x="419658" y="152234"/>
                  </a:lnTo>
                  <a:lnTo>
                    <a:pt x="421957" y="155384"/>
                  </a:lnTo>
                  <a:lnTo>
                    <a:pt x="424078" y="153733"/>
                  </a:lnTo>
                  <a:lnTo>
                    <a:pt x="424789" y="153187"/>
                  </a:lnTo>
                  <a:lnTo>
                    <a:pt x="425272" y="152793"/>
                  </a:lnTo>
                  <a:lnTo>
                    <a:pt x="425729" y="152031"/>
                  </a:lnTo>
                  <a:lnTo>
                    <a:pt x="426440" y="150863"/>
                  </a:lnTo>
                  <a:close/>
                </a:path>
                <a:path w="510539" h="392429">
                  <a:moveTo>
                    <a:pt x="429907" y="274180"/>
                  </a:moveTo>
                  <a:lnTo>
                    <a:pt x="429514" y="269773"/>
                  </a:lnTo>
                  <a:lnTo>
                    <a:pt x="427685" y="268363"/>
                  </a:lnTo>
                  <a:lnTo>
                    <a:pt x="423862" y="270725"/>
                  </a:lnTo>
                  <a:lnTo>
                    <a:pt x="422986" y="271894"/>
                  </a:lnTo>
                  <a:lnTo>
                    <a:pt x="423456" y="275907"/>
                  </a:lnTo>
                  <a:lnTo>
                    <a:pt x="425488" y="277469"/>
                  </a:lnTo>
                  <a:lnTo>
                    <a:pt x="427545" y="276288"/>
                  </a:lnTo>
                  <a:lnTo>
                    <a:pt x="429107" y="275399"/>
                  </a:lnTo>
                  <a:lnTo>
                    <a:pt x="429907" y="274180"/>
                  </a:lnTo>
                  <a:close/>
                </a:path>
                <a:path w="510539" h="392429">
                  <a:moveTo>
                    <a:pt x="436384" y="179362"/>
                  </a:moveTo>
                  <a:lnTo>
                    <a:pt x="435851" y="178054"/>
                  </a:lnTo>
                  <a:lnTo>
                    <a:pt x="434479" y="177736"/>
                  </a:lnTo>
                  <a:lnTo>
                    <a:pt x="434174" y="177660"/>
                  </a:lnTo>
                  <a:lnTo>
                    <a:pt x="433476" y="177279"/>
                  </a:lnTo>
                  <a:lnTo>
                    <a:pt x="433882" y="177736"/>
                  </a:lnTo>
                  <a:lnTo>
                    <a:pt x="431012" y="174625"/>
                  </a:lnTo>
                  <a:lnTo>
                    <a:pt x="426491" y="180200"/>
                  </a:lnTo>
                  <a:lnTo>
                    <a:pt x="432333" y="183527"/>
                  </a:lnTo>
                  <a:lnTo>
                    <a:pt x="435648" y="183273"/>
                  </a:lnTo>
                  <a:lnTo>
                    <a:pt x="436384" y="179362"/>
                  </a:lnTo>
                  <a:close/>
                </a:path>
                <a:path w="510539" h="392429">
                  <a:moveTo>
                    <a:pt x="446227" y="141287"/>
                  </a:moveTo>
                  <a:lnTo>
                    <a:pt x="445579" y="140639"/>
                  </a:lnTo>
                  <a:lnTo>
                    <a:pt x="444766" y="140919"/>
                  </a:lnTo>
                  <a:lnTo>
                    <a:pt x="444550" y="140995"/>
                  </a:lnTo>
                  <a:lnTo>
                    <a:pt x="441972" y="141871"/>
                  </a:lnTo>
                  <a:lnTo>
                    <a:pt x="444995" y="144894"/>
                  </a:lnTo>
                  <a:lnTo>
                    <a:pt x="445795" y="142532"/>
                  </a:lnTo>
                  <a:lnTo>
                    <a:pt x="446024" y="141871"/>
                  </a:lnTo>
                  <a:lnTo>
                    <a:pt x="446227" y="141287"/>
                  </a:lnTo>
                  <a:close/>
                </a:path>
                <a:path w="510539" h="392429">
                  <a:moveTo>
                    <a:pt x="447001" y="109016"/>
                  </a:moveTo>
                  <a:lnTo>
                    <a:pt x="445770" y="105549"/>
                  </a:lnTo>
                  <a:lnTo>
                    <a:pt x="446239" y="103746"/>
                  </a:lnTo>
                  <a:lnTo>
                    <a:pt x="445287" y="102362"/>
                  </a:lnTo>
                  <a:lnTo>
                    <a:pt x="442175" y="101168"/>
                  </a:lnTo>
                  <a:lnTo>
                    <a:pt x="440512" y="101841"/>
                  </a:lnTo>
                  <a:lnTo>
                    <a:pt x="438353" y="104648"/>
                  </a:lnTo>
                  <a:lnTo>
                    <a:pt x="438658" y="106413"/>
                  </a:lnTo>
                  <a:lnTo>
                    <a:pt x="441083" y="111480"/>
                  </a:lnTo>
                  <a:lnTo>
                    <a:pt x="447001" y="109016"/>
                  </a:lnTo>
                  <a:close/>
                </a:path>
                <a:path w="510539" h="392429">
                  <a:moveTo>
                    <a:pt x="450176" y="343509"/>
                  </a:moveTo>
                  <a:lnTo>
                    <a:pt x="448043" y="341350"/>
                  </a:lnTo>
                  <a:lnTo>
                    <a:pt x="447040" y="342950"/>
                  </a:lnTo>
                  <a:lnTo>
                    <a:pt x="446112" y="344411"/>
                  </a:lnTo>
                  <a:lnTo>
                    <a:pt x="447128" y="345427"/>
                  </a:lnTo>
                  <a:lnTo>
                    <a:pt x="450176" y="343509"/>
                  </a:lnTo>
                  <a:close/>
                </a:path>
                <a:path w="510539" h="392429">
                  <a:moveTo>
                    <a:pt x="450430" y="327914"/>
                  </a:moveTo>
                  <a:lnTo>
                    <a:pt x="450049" y="326402"/>
                  </a:lnTo>
                  <a:lnTo>
                    <a:pt x="449999" y="326224"/>
                  </a:lnTo>
                  <a:lnTo>
                    <a:pt x="449948" y="326059"/>
                  </a:lnTo>
                  <a:lnTo>
                    <a:pt x="449719" y="325132"/>
                  </a:lnTo>
                  <a:lnTo>
                    <a:pt x="448576" y="325132"/>
                  </a:lnTo>
                  <a:lnTo>
                    <a:pt x="448373" y="325882"/>
                  </a:lnTo>
                  <a:lnTo>
                    <a:pt x="448259" y="326402"/>
                  </a:lnTo>
                  <a:lnTo>
                    <a:pt x="447865" y="327901"/>
                  </a:lnTo>
                  <a:lnTo>
                    <a:pt x="450430" y="327914"/>
                  </a:lnTo>
                  <a:close/>
                </a:path>
                <a:path w="510539" h="392429">
                  <a:moveTo>
                    <a:pt x="451231" y="73126"/>
                  </a:moveTo>
                  <a:lnTo>
                    <a:pt x="447065" y="73126"/>
                  </a:lnTo>
                  <a:lnTo>
                    <a:pt x="447065" y="76365"/>
                  </a:lnTo>
                  <a:lnTo>
                    <a:pt x="449148" y="76365"/>
                  </a:lnTo>
                  <a:lnTo>
                    <a:pt x="451231" y="76365"/>
                  </a:lnTo>
                  <a:lnTo>
                    <a:pt x="451231" y="73126"/>
                  </a:lnTo>
                  <a:close/>
                </a:path>
                <a:path w="510539" h="392429">
                  <a:moveTo>
                    <a:pt x="454177" y="92456"/>
                  </a:moveTo>
                  <a:lnTo>
                    <a:pt x="451993" y="92456"/>
                  </a:lnTo>
                  <a:lnTo>
                    <a:pt x="451993" y="94145"/>
                  </a:lnTo>
                  <a:lnTo>
                    <a:pt x="453085" y="94145"/>
                  </a:lnTo>
                  <a:lnTo>
                    <a:pt x="454177" y="94145"/>
                  </a:lnTo>
                  <a:lnTo>
                    <a:pt x="454177" y="92456"/>
                  </a:lnTo>
                  <a:close/>
                </a:path>
                <a:path w="510539" h="392429">
                  <a:moveTo>
                    <a:pt x="454266" y="233070"/>
                  </a:moveTo>
                  <a:lnTo>
                    <a:pt x="448691" y="227647"/>
                  </a:lnTo>
                  <a:lnTo>
                    <a:pt x="444461" y="233210"/>
                  </a:lnTo>
                  <a:lnTo>
                    <a:pt x="448221" y="235292"/>
                  </a:lnTo>
                  <a:lnTo>
                    <a:pt x="451104" y="236893"/>
                  </a:lnTo>
                  <a:lnTo>
                    <a:pt x="454266" y="233070"/>
                  </a:lnTo>
                  <a:close/>
                </a:path>
                <a:path w="510539" h="392429">
                  <a:moveTo>
                    <a:pt x="455917" y="288810"/>
                  </a:moveTo>
                  <a:lnTo>
                    <a:pt x="450621" y="287566"/>
                  </a:lnTo>
                  <a:lnTo>
                    <a:pt x="446519" y="286588"/>
                  </a:lnTo>
                  <a:lnTo>
                    <a:pt x="442899" y="289140"/>
                  </a:lnTo>
                  <a:lnTo>
                    <a:pt x="442899" y="296672"/>
                  </a:lnTo>
                  <a:lnTo>
                    <a:pt x="446519" y="299250"/>
                  </a:lnTo>
                  <a:lnTo>
                    <a:pt x="455904" y="297014"/>
                  </a:lnTo>
                  <a:lnTo>
                    <a:pt x="455917" y="288810"/>
                  </a:lnTo>
                  <a:close/>
                </a:path>
                <a:path w="510539" h="392429">
                  <a:moveTo>
                    <a:pt x="457631" y="267741"/>
                  </a:moveTo>
                  <a:lnTo>
                    <a:pt x="449808" y="264769"/>
                  </a:lnTo>
                  <a:lnTo>
                    <a:pt x="449770" y="273850"/>
                  </a:lnTo>
                  <a:lnTo>
                    <a:pt x="454406" y="272072"/>
                  </a:lnTo>
                  <a:lnTo>
                    <a:pt x="457606" y="270865"/>
                  </a:lnTo>
                  <a:lnTo>
                    <a:pt x="457631" y="267741"/>
                  </a:lnTo>
                  <a:close/>
                </a:path>
                <a:path w="510539" h="392429">
                  <a:moveTo>
                    <a:pt x="459028" y="186143"/>
                  </a:moveTo>
                  <a:lnTo>
                    <a:pt x="456895" y="181089"/>
                  </a:lnTo>
                  <a:lnTo>
                    <a:pt x="453237" y="179933"/>
                  </a:lnTo>
                  <a:lnTo>
                    <a:pt x="451396" y="182168"/>
                  </a:lnTo>
                  <a:lnTo>
                    <a:pt x="449122" y="184962"/>
                  </a:lnTo>
                  <a:lnTo>
                    <a:pt x="450138" y="189204"/>
                  </a:lnTo>
                  <a:lnTo>
                    <a:pt x="457060" y="188887"/>
                  </a:lnTo>
                  <a:lnTo>
                    <a:pt x="459028" y="186143"/>
                  </a:lnTo>
                  <a:close/>
                </a:path>
                <a:path w="510539" h="392429">
                  <a:moveTo>
                    <a:pt x="460121" y="282003"/>
                  </a:moveTo>
                  <a:lnTo>
                    <a:pt x="459536" y="282003"/>
                  </a:lnTo>
                  <a:lnTo>
                    <a:pt x="459536" y="282460"/>
                  </a:lnTo>
                  <a:lnTo>
                    <a:pt x="459828" y="282460"/>
                  </a:lnTo>
                  <a:lnTo>
                    <a:pt x="460121" y="282460"/>
                  </a:lnTo>
                  <a:lnTo>
                    <a:pt x="460121" y="282003"/>
                  </a:lnTo>
                  <a:close/>
                </a:path>
                <a:path w="510539" h="392429">
                  <a:moveTo>
                    <a:pt x="464794" y="287997"/>
                  </a:moveTo>
                  <a:lnTo>
                    <a:pt x="462864" y="285813"/>
                  </a:lnTo>
                  <a:lnTo>
                    <a:pt x="460743" y="286842"/>
                  </a:lnTo>
                  <a:lnTo>
                    <a:pt x="460743" y="289991"/>
                  </a:lnTo>
                  <a:lnTo>
                    <a:pt x="462864" y="291020"/>
                  </a:lnTo>
                  <a:lnTo>
                    <a:pt x="463981" y="289763"/>
                  </a:lnTo>
                  <a:lnTo>
                    <a:pt x="464794" y="288836"/>
                  </a:lnTo>
                  <a:lnTo>
                    <a:pt x="464794" y="287997"/>
                  </a:lnTo>
                  <a:close/>
                </a:path>
                <a:path w="510539" h="392429">
                  <a:moveTo>
                    <a:pt x="467512" y="101320"/>
                  </a:moveTo>
                  <a:lnTo>
                    <a:pt x="467296" y="99580"/>
                  </a:lnTo>
                  <a:lnTo>
                    <a:pt x="465074" y="98628"/>
                  </a:lnTo>
                  <a:lnTo>
                    <a:pt x="464299" y="98437"/>
                  </a:lnTo>
                  <a:lnTo>
                    <a:pt x="460819" y="98323"/>
                  </a:lnTo>
                  <a:lnTo>
                    <a:pt x="459295" y="100901"/>
                  </a:lnTo>
                  <a:lnTo>
                    <a:pt x="461137" y="105244"/>
                  </a:lnTo>
                  <a:lnTo>
                    <a:pt x="463765" y="105486"/>
                  </a:lnTo>
                  <a:lnTo>
                    <a:pt x="465531" y="104038"/>
                  </a:lnTo>
                  <a:lnTo>
                    <a:pt x="466191" y="103492"/>
                  </a:lnTo>
                  <a:lnTo>
                    <a:pt x="466534" y="103073"/>
                  </a:lnTo>
                  <a:lnTo>
                    <a:pt x="467512" y="101320"/>
                  </a:lnTo>
                  <a:close/>
                </a:path>
                <a:path w="510539" h="392429">
                  <a:moveTo>
                    <a:pt x="471360" y="201599"/>
                  </a:moveTo>
                  <a:lnTo>
                    <a:pt x="469658" y="201599"/>
                  </a:lnTo>
                  <a:lnTo>
                    <a:pt x="469658" y="202044"/>
                  </a:lnTo>
                  <a:lnTo>
                    <a:pt x="469950" y="202044"/>
                  </a:lnTo>
                  <a:lnTo>
                    <a:pt x="471360" y="202044"/>
                  </a:lnTo>
                  <a:lnTo>
                    <a:pt x="471360" y="201599"/>
                  </a:lnTo>
                  <a:close/>
                </a:path>
                <a:path w="510539" h="392429">
                  <a:moveTo>
                    <a:pt x="472567" y="136042"/>
                  </a:moveTo>
                  <a:lnTo>
                    <a:pt x="468655" y="133756"/>
                  </a:lnTo>
                  <a:lnTo>
                    <a:pt x="464667" y="140754"/>
                  </a:lnTo>
                  <a:lnTo>
                    <a:pt x="471639" y="142963"/>
                  </a:lnTo>
                  <a:lnTo>
                    <a:pt x="472173" y="139052"/>
                  </a:lnTo>
                  <a:lnTo>
                    <a:pt x="472567" y="136042"/>
                  </a:lnTo>
                  <a:close/>
                </a:path>
                <a:path w="510539" h="392429">
                  <a:moveTo>
                    <a:pt x="473329" y="60413"/>
                  </a:moveTo>
                  <a:lnTo>
                    <a:pt x="470865" y="59410"/>
                  </a:lnTo>
                  <a:lnTo>
                    <a:pt x="469480" y="60782"/>
                  </a:lnTo>
                  <a:lnTo>
                    <a:pt x="468109" y="62166"/>
                  </a:lnTo>
                  <a:lnTo>
                    <a:pt x="469112" y="64617"/>
                  </a:lnTo>
                  <a:lnTo>
                    <a:pt x="471081" y="64617"/>
                  </a:lnTo>
                  <a:lnTo>
                    <a:pt x="472554" y="64617"/>
                  </a:lnTo>
                  <a:lnTo>
                    <a:pt x="473329" y="63842"/>
                  </a:lnTo>
                  <a:lnTo>
                    <a:pt x="473329" y="60413"/>
                  </a:lnTo>
                  <a:close/>
                </a:path>
                <a:path w="510539" h="392429">
                  <a:moveTo>
                    <a:pt x="478282" y="193497"/>
                  </a:moveTo>
                  <a:lnTo>
                    <a:pt x="477431" y="191350"/>
                  </a:lnTo>
                  <a:lnTo>
                    <a:pt x="477367" y="191173"/>
                  </a:lnTo>
                  <a:lnTo>
                    <a:pt x="477291" y="191008"/>
                  </a:lnTo>
                  <a:lnTo>
                    <a:pt x="476796" y="189776"/>
                  </a:lnTo>
                  <a:lnTo>
                    <a:pt x="475475" y="189776"/>
                  </a:lnTo>
                  <a:lnTo>
                    <a:pt x="474980" y="191008"/>
                  </a:lnTo>
                  <a:lnTo>
                    <a:pt x="474916" y="191173"/>
                  </a:lnTo>
                  <a:lnTo>
                    <a:pt x="473989" y="193484"/>
                  </a:lnTo>
                  <a:lnTo>
                    <a:pt x="478282" y="193497"/>
                  </a:lnTo>
                  <a:close/>
                </a:path>
                <a:path w="510539" h="392429">
                  <a:moveTo>
                    <a:pt x="480174" y="273164"/>
                  </a:moveTo>
                  <a:lnTo>
                    <a:pt x="469861" y="273164"/>
                  </a:lnTo>
                  <a:lnTo>
                    <a:pt x="469849" y="281178"/>
                  </a:lnTo>
                  <a:lnTo>
                    <a:pt x="475005" y="281178"/>
                  </a:lnTo>
                  <a:lnTo>
                    <a:pt x="480161" y="281178"/>
                  </a:lnTo>
                  <a:lnTo>
                    <a:pt x="480174" y="273164"/>
                  </a:lnTo>
                  <a:close/>
                </a:path>
                <a:path w="510539" h="392429">
                  <a:moveTo>
                    <a:pt x="484873" y="233514"/>
                  </a:moveTo>
                  <a:lnTo>
                    <a:pt x="475272" y="233514"/>
                  </a:lnTo>
                  <a:lnTo>
                    <a:pt x="475272" y="240969"/>
                  </a:lnTo>
                  <a:lnTo>
                    <a:pt x="480072" y="240969"/>
                  </a:lnTo>
                  <a:lnTo>
                    <a:pt x="484873" y="240969"/>
                  </a:lnTo>
                  <a:lnTo>
                    <a:pt x="484873" y="233514"/>
                  </a:lnTo>
                  <a:close/>
                </a:path>
                <a:path w="510539" h="392429">
                  <a:moveTo>
                    <a:pt x="487502" y="150393"/>
                  </a:moveTo>
                  <a:lnTo>
                    <a:pt x="487235" y="149199"/>
                  </a:lnTo>
                  <a:lnTo>
                    <a:pt x="485190" y="148247"/>
                  </a:lnTo>
                  <a:lnTo>
                    <a:pt x="484441" y="148196"/>
                  </a:lnTo>
                  <a:lnTo>
                    <a:pt x="478993" y="149618"/>
                  </a:lnTo>
                  <a:lnTo>
                    <a:pt x="482193" y="156502"/>
                  </a:lnTo>
                  <a:lnTo>
                    <a:pt x="486079" y="153314"/>
                  </a:lnTo>
                  <a:lnTo>
                    <a:pt x="486765" y="152742"/>
                  </a:lnTo>
                  <a:lnTo>
                    <a:pt x="487159" y="152196"/>
                  </a:lnTo>
                  <a:lnTo>
                    <a:pt x="487502" y="150393"/>
                  </a:lnTo>
                  <a:close/>
                </a:path>
                <a:path w="510539" h="392429">
                  <a:moveTo>
                    <a:pt x="491045" y="192036"/>
                  </a:moveTo>
                  <a:lnTo>
                    <a:pt x="490461" y="192036"/>
                  </a:lnTo>
                  <a:lnTo>
                    <a:pt x="490461" y="192493"/>
                  </a:lnTo>
                  <a:lnTo>
                    <a:pt x="490753" y="192493"/>
                  </a:lnTo>
                  <a:lnTo>
                    <a:pt x="491045" y="192493"/>
                  </a:lnTo>
                  <a:lnTo>
                    <a:pt x="491045" y="192036"/>
                  </a:lnTo>
                  <a:close/>
                </a:path>
                <a:path w="510539" h="392429">
                  <a:moveTo>
                    <a:pt x="492683" y="66471"/>
                  </a:moveTo>
                  <a:lnTo>
                    <a:pt x="492366" y="65100"/>
                  </a:lnTo>
                  <a:lnTo>
                    <a:pt x="491109" y="64693"/>
                  </a:lnTo>
                  <a:lnTo>
                    <a:pt x="490283" y="64541"/>
                  </a:lnTo>
                  <a:lnTo>
                    <a:pt x="488835" y="63385"/>
                  </a:lnTo>
                  <a:lnTo>
                    <a:pt x="486333" y="64833"/>
                  </a:lnTo>
                  <a:lnTo>
                    <a:pt x="487514" y="66662"/>
                  </a:lnTo>
                  <a:lnTo>
                    <a:pt x="488505" y="68199"/>
                  </a:lnTo>
                  <a:lnTo>
                    <a:pt x="490499" y="68986"/>
                  </a:lnTo>
                  <a:lnTo>
                    <a:pt x="492683" y="66471"/>
                  </a:lnTo>
                  <a:close/>
                </a:path>
                <a:path w="510539" h="392429">
                  <a:moveTo>
                    <a:pt x="496557" y="180721"/>
                  </a:moveTo>
                  <a:lnTo>
                    <a:pt x="489940" y="174053"/>
                  </a:lnTo>
                  <a:lnTo>
                    <a:pt x="486359" y="179108"/>
                  </a:lnTo>
                  <a:lnTo>
                    <a:pt x="483806" y="182676"/>
                  </a:lnTo>
                  <a:lnTo>
                    <a:pt x="487972" y="186842"/>
                  </a:lnTo>
                  <a:lnTo>
                    <a:pt x="496557" y="180721"/>
                  </a:lnTo>
                  <a:close/>
                </a:path>
                <a:path w="510539" h="392429">
                  <a:moveTo>
                    <a:pt x="498894" y="109435"/>
                  </a:moveTo>
                  <a:lnTo>
                    <a:pt x="493356" y="107238"/>
                  </a:lnTo>
                  <a:lnTo>
                    <a:pt x="489877" y="105854"/>
                  </a:lnTo>
                  <a:lnTo>
                    <a:pt x="487387" y="110718"/>
                  </a:lnTo>
                  <a:lnTo>
                    <a:pt x="493979" y="116890"/>
                  </a:lnTo>
                  <a:lnTo>
                    <a:pt x="498894" y="109435"/>
                  </a:lnTo>
                  <a:close/>
                </a:path>
                <a:path w="510539" h="392429">
                  <a:moveTo>
                    <a:pt x="498906" y="218389"/>
                  </a:moveTo>
                  <a:lnTo>
                    <a:pt x="497687" y="215874"/>
                  </a:lnTo>
                  <a:lnTo>
                    <a:pt x="493953" y="215874"/>
                  </a:lnTo>
                  <a:lnTo>
                    <a:pt x="492734" y="218401"/>
                  </a:lnTo>
                  <a:lnTo>
                    <a:pt x="494220" y="219722"/>
                  </a:lnTo>
                  <a:lnTo>
                    <a:pt x="495300" y="220675"/>
                  </a:lnTo>
                  <a:lnTo>
                    <a:pt x="496328" y="220675"/>
                  </a:lnTo>
                  <a:lnTo>
                    <a:pt x="497103" y="219976"/>
                  </a:lnTo>
                  <a:lnTo>
                    <a:pt x="497306" y="219798"/>
                  </a:lnTo>
                  <a:lnTo>
                    <a:pt x="498906" y="218389"/>
                  </a:lnTo>
                  <a:close/>
                </a:path>
                <a:path w="510539" h="392429">
                  <a:moveTo>
                    <a:pt x="507390" y="75374"/>
                  </a:moveTo>
                  <a:lnTo>
                    <a:pt x="498881" y="75374"/>
                  </a:lnTo>
                  <a:lnTo>
                    <a:pt x="498868" y="81978"/>
                  </a:lnTo>
                  <a:lnTo>
                    <a:pt x="503123" y="81978"/>
                  </a:lnTo>
                  <a:lnTo>
                    <a:pt x="507377" y="81978"/>
                  </a:lnTo>
                  <a:lnTo>
                    <a:pt x="507390" y="75374"/>
                  </a:lnTo>
                  <a:close/>
                </a:path>
                <a:path w="510539" h="392429">
                  <a:moveTo>
                    <a:pt x="510197" y="30949"/>
                  </a:moveTo>
                  <a:lnTo>
                    <a:pt x="501688" y="30949"/>
                  </a:lnTo>
                  <a:lnTo>
                    <a:pt x="501675" y="37566"/>
                  </a:lnTo>
                  <a:lnTo>
                    <a:pt x="505942" y="37566"/>
                  </a:lnTo>
                  <a:lnTo>
                    <a:pt x="510184" y="37566"/>
                  </a:lnTo>
                  <a:lnTo>
                    <a:pt x="510197" y="3094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815808" y="7757699"/>
              <a:ext cx="260985" cy="350520"/>
            </a:xfrm>
            <a:custGeom>
              <a:avLst/>
              <a:gdLst/>
              <a:ahLst/>
              <a:cxnLst/>
              <a:rect l="l" t="t" r="r" b="b"/>
              <a:pathLst>
                <a:path w="260985" h="350520">
                  <a:moveTo>
                    <a:pt x="7137" y="340829"/>
                  </a:moveTo>
                  <a:lnTo>
                    <a:pt x="0" y="341312"/>
                  </a:lnTo>
                  <a:lnTo>
                    <a:pt x="1054" y="345313"/>
                  </a:lnTo>
                  <a:lnTo>
                    <a:pt x="355" y="348056"/>
                  </a:lnTo>
                  <a:lnTo>
                    <a:pt x="4419" y="349605"/>
                  </a:lnTo>
                  <a:lnTo>
                    <a:pt x="6616" y="346354"/>
                  </a:lnTo>
                  <a:lnTo>
                    <a:pt x="6731" y="345694"/>
                  </a:lnTo>
                  <a:lnTo>
                    <a:pt x="7137" y="340829"/>
                  </a:lnTo>
                  <a:close/>
                </a:path>
                <a:path w="260985" h="350520">
                  <a:moveTo>
                    <a:pt x="20116" y="299910"/>
                  </a:moveTo>
                  <a:lnTo>
                    <a:pt x="15938" y="299910"/>
                  </a:lnTo>
                  <a:lnTo>
                    <a:pt x="15938" y="303149"/>
                  </a:lnTo>
                  <a:lnTo>
                    <a:pt x="18021" y="303149"/>
                  </a:lnTo>
                  <a:lnTo>
                    <a:pt x="20116" y="303149"/>
                  </a:lnTo>
                  <a:lnTo>
                    <a:pt x="20116" y="299910"/>
                  </a:lnTo>
                  <a:close/>
                </a:path>
                <a:path w="260985" h="350520">
                  <a:moveTo>
                    <a:pt x="25069" y="278244"/>
                  </a:moveTo>
                  <a:lnTo>
                    <a:pt x="24485" y="278244"/>
                  </a:lnTo>
                  <a:lnTo>
                    <a:pt x="24485" y="278701"/>
                  </a:lnTo>
                  <a:lnTo>
                    <a:pt x="24777" y="278701"/>
                  </a:lnTo>
                  <a:lnTo>
                    <a:pt x="25069" y="278701"/>
                  </a:lnTo>
                  <a:lnTo>
                    <a:pt x="25069" y="278244"/>
                  </a:lnTo>
                  <a:close/>
                </a:path>
                <a:path w="260985" h="350520">
                  <a:moveTo>
                    <a:pt x="32512" y="282892"/>
                  </a:moveTo>
                  <a:lnTo>
                    <a:pt x="32169" y="282536"/>
                  </a:lnTo>
                  <a:lnTo>
                    <a:pt x="31889" y="282765"/>
                  </a:lnTo>
                  <a:lnTo>
                    <a:pt x="31483" y="283121"/>
                  </a:lnTo>
                  <a:lnTo>
                    <a:pt x="31064" y="283451"/>
                  </a:lnTo>
                  <a:lnTo>
                    <a:pt x="30365" y="284035"/>
                  </a:lnTo>
                  <a:lnTo>
                    <a:pt x="30238" y="284149"/>
                  </a:lnTo>
                  <a:lnTo>
                    <a:pt x="30911" y="284810"/>
                  </a:lnTo>
                  <a:lnTo>
                    <a:pt x="31254" y="284391"/>
                  </a:lnTo>
                  <a:lnTo>
                    <a:pt x="31597" y="283984"/>
                  </a:lnTo>
                  <a:lnTo>
                    <a:pt x="31940" y="283578"/>
                  </a:lnTo>
                  <a:lnTo>
                    <a:pt x="32512" y="282892"/>
                  </a:lnTo>
                  <a:close/>
                </a:path>
                <a:path w="260985" h="350520">
                  <a:moveTo>
                    <a:pt x="33667" y="247878"/>
                  </a:moveTo>
                  <a:lnTo>
                    <a:pt x="32258" y="245986"/>
                  </a:lnTo>
                  <a:lnTo>
                    <a:pt x="29845" y="246037"/>
                  </a:lnTo>
                  <a:lnTo>
                    <a:pt x="29654" y="249618"/>
                  </a:lnTo>
                  <a:lnTo>
                    <a:pt x="31940" y="250088"/>
                  </a:lnTo>
                  <a:lnTo>
                    <a:pt x="32562" y="248627"/>
                  </a:lnTo>
                  <a:lnTo>
                    <a:pt x="31546" y="248424"/>
                  </a:lnTo>
                  <a:lnTo>
                    <a:pt x="31407" y="248285"/>
                  </a:lnTo>
                  <a:lnTo>
                    <a:pt x="32080" y="248069"/>
                  </a:lnTo>
                  <a:lnTo>
                    <a:pt x="32512" y="248513"/>
                  </a:lnTo>
                  <a:lnTo>
                    <a:pt x="32816" y="248488"/>
                  </a:lnTo>
                  <a:lnTo>
                    <a:pt x="33401" y="248069"/>
                  </a:lnTo>
                  <a:lnTo>
                    <a:pt x="33667" y="247878"/>
                  </a:lnTo>
                  <a:close/>
                </a:path>
                <a:path w="260985" h="350520">
                  <a:moveTo>
                    <a:pt x="35115" y="237947"/>
                  </a:moveTo>
                  <a:lnTo>
                    <a:pt x="32829" y="236626"/>
                  </a:lnTo>
                  <a:lnTo>
                    <a:pt x="32245" y="237680"/>
                  </a:lnTo>
                  <a:lnTo>
                    <a:pt x="32893" y="237959"/>
                  </a:lnTo>
                  <a:lnTo>
                    <a:pt x="34061" y="238467"/>
                  </a:lnTo>
                  <a:lnTo>
                    <a:pt x="34620" y="238721"/>
                  </a:lnTo>
                  <a:lnTo>
                    <a:pt x="35115" y="237947"/>
                  </a:lnTo>
                  <a:close/>
                </a:path>
                <a:path w="260985" h="350520">
                  <a:moveTo>
                    <a:pt x="35852" y="339598"/>
                  </a:moveTo>
                  <a:lnTo>
                    <a:pt x="32588" y="337693"/>
                  </a:lnTo>
                  <a:lnTo>
                    <a:pt x="29298" y="343509"/>
                  </a:lnTo>
                  <a:lnTo>
                    <a:pt x="35077" y="345338"/>
                  </a:lnTo>
                  <a:lnTo>
                    <a:pt x="35509" y="342087"/>
                  </a:lnTo>
                  <a:lnTo>
                    <a:pt x="35852" y="339598"/>
                  </a:lnTo>
                  <a:close/>
                </a:path>
                <a:path w="260985" h="350520">
                  <a:moveTo>
                    <a:pt x="39738" y="330708"/>
                  </a:moveTo>
                  <a:lnTo>
                    <a:pt x="32308" y="330708"/>
                  </a:lnTo>
                  <a:lnTo>
                    <a:pt x="32308" y="336461"/>
                  </a:lnTo>
                  <a:lnTo>
                    <a:pt x="36017" y="336461"/>
                  </a:lnTo>
                  <a:lnTo>
                    <a:pt x="39725" y="336461"/>
                  </a:lnTo>
                  <a:lnTo>
                    <a:pt x="39738" y="330708"/>
                  </a:lnTo>
                  <a:close/>
                </a:path>
                <a:path w="260985" h="350520">
                  <a:moveTo>
                    <a:pt x="43383" y="317246"/>
                  </a:moveTo>
                  <a:lnTo>
                    <a:pt x="37909" y="314083"/>
                  </a:lnTo>
                  <a:lnTo>
                    <a:pt x="34823" y="318465"/>
                  </a:lnTo>
                  <a:lnTo>
                    <a:pt x="31597" y="318554"/>
                  </a:lnTo>
                  <a:lnTo>
                    <a:pt x="34315" y="326402"/>
                  </a:lnTo>
                  <a:lnTo>
                    <a:pt x="39433" y="322961"/>
                  </a:lnTo>
                  <a:lnTo>
                    <a:pt x="40170" y="321843"/>
                  </a:lnTo>
                  <a:lnTo>
                    <a:pt x="41071" y="320548"/>
                  </a:lnTo>
                  <a:lnTo>
                    <a:pt x="42595" y="318363"/>
                  </a:lnTo>
                  <a:lnTo>
                    <a:pt x="43383" y="317246"/>
                  </a:lnTo>
                  <a:close/>
                </a:path>
                <a:path w="260985" h="350520">
                  <a:moveTo>
                    <a:pt x="48653" y="207683"/>
                  </a:moveTo>
                  <a:lnTo>
                    <a:pt x="48056" y="207200"/>
                  </a:lnTo>
                  <a:lnTo>
                    <a:pt x="46799" y="206209"/>
                  </a:lnTo>
                  <a:lnTo>
                    <a:pt x="45085" y="206667"/>
                  </a:lnTo>
                  <a:lnTo>
                    <a:pt x="45085" y="209702"/>
                  </a:lnTo>
                  <a:lnTo>
                    <a:pt x="46799" y="210159"/>
                  </a:lnTo>
                  <a:lnTo>
                    <a:pt x="47853" y="209334"/>
                  </a:lnTo>
                  <a:lnTo>
                    <a:pt x="48653" y="208686"/>
                  </a:lnTo>
                  <a:lnTo>
                    <a:pt x="48653" y="207683"/>
                  </a:lnTo>
                  <a:close/>
                </a:path>
                <a:path w="260985" h="350520">
                  <a:moveTo>
                    <a:pt x="55321" y="292125"/>
                  </a:moveTo>
                  <a:lnTo>
                    <a:pt x="43916" y="292125"/>
                  </a:lnTo>
                  <a:lnTo>
                    <a:pt x="43903" y="300990"/>
                  </a:lnTo>
                  <a:lnTo>
                    <a:pt x="49606" y="300990"/>
                  </a:lnTo>
                  <a:lnTo>
                    <a:pt x="55308" y="300990"/>
                  </a:lnTo>
                  <a:lnTo>
                    <a:pt x="55321" y="292125"/>
                  </a:lnTo>
                  <a:close/>
                </a:path>
                <a:path w="260985" h="350520">
                  <a:moveTo>
                    <a:pt x="57010" y="330009"/>
                  </a:moveTo>
                  <a:lnTo>
                    <a:pt x="56718" y="328117"/>
                  </a:lnTo>
                  <a:lnTo>
                    <a:pt x="55511" y="328460"/>
                  </a:lnTo>
                  <a:lnTo>
                    <a:pt x="55638" y="329260"/>
                  </a:lnTo>
                  <a:lnTo>
                    <a:pt x="55321" y="330441"/>
                  </a:lnTo>
                  <a:lnTo>
                    <a:pt x="55168" y="331025"/>
                  </a:lnTo>
                  <a:lnTo>
                    <a:pt x="54698" y="331698"/>
                  </a:lnTo>
                  <a:lnTo>
                    <a:pt x="55803" y="332320"/>
                  </a:lnTo>
                  <a:lnTo>
                    <a:pt x="56261" y="331660"/>
                  </a:lnTo>
                  <a:lnTo>
                    <a:pt x="56896" y="330746"/>
                  </a:lnTo>
                  <a:lnTo>
                    <a:pt x="57010" y="330009"/>
                  </a:lnTo>
                  <a:close/>
                </a:path>
                <a:path w="260985" h="350520">
                  <a:moveTo>
                    <a:pt x="62941" y="256590"/>
                  </a:moveTo>
                  <a:lnTo>
                    <a:pt x="60706" y="254355"/>
                  </a:lnTo>
                  <a:lnTo>
                    <a:pt x="59791" y="255981"/>
                  </a:lnTo>
                  <a:lnTo>
                    <a:pt x="59410" y="256641"/>
                  </a:lnTo>
                  <a:lnTo>
                    <a:pt x="58953" y="257441"/>
                  </a:lnTo>
                  <a:lnTo>
                    <a:pt x="59867" y="258356"/>
                  </a:lnTo>
                  <a:lnTo>
                    <a:pt x="60883" y="257771"/>
                  </a:lnTo>
                  <a:lnTo>
                    <a:pt x="61328" y="257517"/>
                  </a:lnTo>
                  <a:lnTo>
                    <a:pt x="62941" y="256590"/>
                  </a:lnTo>
                  <a:close/>
                </a:path>
                <a:path w="260985" h="350520">
                  <a:moveTo>
                    <a:pt x="64008" y="177177"/>
                  </a:moveTo>
                  <a:lnTo>
                    <a:pt x="63652" y="176822"/>
                  </a:lnTo>
                  <a:lnTo>
                    <a:pt x="63373" y="177063"/>
                  </a:lnTo>
                  <a:lnTo>
                    <a:pt x="63169" y="177228"/>
                  </a:lnTo>
                  <a:lnTo>
                    <a:pt x="62966" y="177406"/>
                  </a:lnTo>
                  <a:lnTo>
                    <a:pt x="62763" y="177584"/>
                  </a:lnTo>
                  <a:lnTo>
                    <a:pt x="62407" y="177863"/>
                  </a:lnTo>
                  <a:lnTo>
                    <a:pt x="62966" y="178422"/>
                  </a:lnTo>
                  <a:lnTo>
                    <a:pt x="63258" y="178066"/>
                  </a:lnTo>
                  <a:lnTo>
                    <a:pt x="63423" y="177863"/>
                  </a:lnTo>
                  <a:lnTo>
                    <a:pt x="63601" y="177660"/>
                  </a:lnTo>
                  <a:lnTo>
                    <a:pt x="63766" y="177469"/>
                  </a:lnTo>
                  <a:lnTo>
                    <a:pt x="64008" y="177177"/>
                  </a:lnTo>
                  <a:close/>
                </a:path>
                <a:path w="260985" h="350520">
                  <a:moveTo>
                    <a:pt x="65646" y="261188"/>
                  </a:moveTo>
                  <a:lnTo>
                    <a:pt x="55880" y="261188"/>
                  </a:lnTo>
                  <a:lnTo>
                    <a:pt x="55867" y="268770"/>
                  </a:lnTo>
                  <a:lnTo>
                    <a:pt x="60756" y="268770"/>
                  </a:lnTo>
                  <a:lnTo>
                    <a:pt x="65646" y="268770"/>
                  </a:lnTo>
                  <a:lnTo>
                    <a:pt x="65646" y="261188"/>
                  </a:lnTo>
                  <a:close/>
                </a:path>
                <a:path w="260985" h="350520">
                  <a:moveTo>
                    <a:pt x="66662" y="341630"/>
                  </a:moveTo>
                  <a:lnTo>
                    <a:pt x="60579" y="337350"/>
                  </a:lnTo>
                  <a:lnTo>
                    <a:pt x="58724" y="340791"/>
                  </a:lnTo>
                  <a:lnTo>
                    <a:pt x="58267" y="340969"/>
                  </a:lnTo>
                  <a:lnTo>
                    <a:pt x="57277" y="342226"/>
                  </a:lnTo>
                  <a:lnTo>
                    <a:pt x="57912" y="346176"/>
                  </a:lnTo>
                  <a:lnTo>
                    <a:pt x="60045" y="346887"/>
                  </a:lnTo>
                  <a:lnTo>
                    <a:pt x="62395" y="346468"/>
                  </a:lnTo>
                  <a:lnTo>
                    <a:pt x="63068" y="346087"/>
                  </a:lnTo>
                  <a:lnTo>
                    <a:pt x="66662" y="341630"/>
                  </a:lnTo>
                  <a:close/>
                </a:path>
                <a:path w="260985" h="350520">
                  <a:moveTo>
                    <a:pt x="69329" y="286651"/>
                  </a:moveTo>
                  <a:lnTo>
                    <a:pt x="68872" y="281520"/>
                  </a:lnTo>
                  <a:lnTo>
                    <a:pt x="60693" y="281622"/>
                  </a:lnTo>
                  <a:lnTo>
                    <a:pt x="61760" y="288975"/>
                  </a:lnTo>
                  <a:lnTo>
                    <a:pt x="66078" y="287642"/>
                  </a:lnTo>
                  <a:lnTo>
                    <a:pt x="69329" y="286651"/>
                  </a:lnTo>
                  <a:close/>
                </a:path>
                <a:path w="260985" h="350520">
                  <a:moveTo>
                    <a:pt x="75653" y="208610"/>
                  </a:moveTo>
                  <a:lnTo>
                    <a:pt x="74358" y="206959"/>
                  </a:lnTo>
                  <a:lnTo>
                    <a:pt x="74269" y="206590"/>
                  </a:lnTo>
                  <a:lnTo>
                    <a:pt x="73748" y="204927"/>
                  </a:lnTo>
                  <a:lnTo>
                    <a:pt x="71386" y="204927"/>
                  </a:lnTo>
                  <a:lnTo>
                    <a:pt x="70878" y="206590"/>
                  </a:lnTo>
                  <a:lnTo>
                    <a:pt x="70777" y="206959"/>
                  </a:lnTo>
                  <a:lnTo>
                    <a:pt x="69494" y="208610"/>
                  </a:lnTo>
                  <a:lnTo>
                    <a:pt x="70192" y="211289"/>
                  </a:lnTo>
                  <a:lnTo>
                    <a:pt x="74930" y="211289"/>
                  </a:lnTo>
                  <a:lnTo>
                    <a:pt x="75653" y="208610"/>
                  </a:lnTo>
                  <a:close/>
                </a:path>
                <a:path w="260985" h="350520">
                  <a:moveTo>
                    <a:pt x="76631" y="235521"/>
                  </a:moveTo>
                  <a:lnTo>
                    <a:pt x="67386" y="235521"/>
                  </a:lnTo>
                  <a:lnTo>
                    <a:pt x="67386" y="242697"/>
                  </a:lnTo>
                  <a:lnTo>
                    <a:pt x="72009" y="242697"/>
                  </a:lnTo>
                  <a:lnTo>
                    <a:pt x="76631" y="242697"/>
                  </a:lnTo>
                  <a:lnTo>
                    <a:pt x="76631" y="235521"/>
                  </a:lnTo>
                  <a:close/>
                </a:path>
                <a:path w="260985" h="350520">
                  <a:moveTo>
                    <a:pt x="76936" y="171500"/>
                  </a:moveTo>
                  <a:lnTo>
                    <a:pt x="69329" y="171500"/>
                  </a:lnTo>
                  <a:lnTo>
                    <a:pt x="69329" y="177406"/>
                  </a:lnTo>
                  <a:lnTo>
                    <a:pt x="73126" y="177406"/>
                  </a:lnTo>
                  <a:lnTo>
                    <a:pt x="76936" y="177406"/>
                  </a:lnTo>
                  <a:lnTo>
                    <a:pt x="76936" y="171500"/>
                  </a:lnTo>
                  <a:close/>
                </a:path>
                <a:path w="260985" h="350520">
                  <a:moveTo>
                    <a:pt x="81521" y="305612"/>
                  </a:moveTo>
                  <a:lnTo>
                    <a:pt x="80264" y="304330"/>
                  </a:lnTo>
                  <a:lnTo>
                    <a:pt x="77660" y="306019"/>
                  </a:lnTo>
                  <a:lnTo>
                    <a:pt x="76174" y="307022"/>
                  </a:lnTo>
                  <a:lnTo>
                    <a:pt x="71729" y="308546"/>
                  </a:lnTo>
                  <a:lnTo>
                    <a:pt x="73418" y="312483"/>
                  </a:lnTo>
                  <a:lnTo>
                    <a:pt x="75806" y="311124"/>
                  </a:lnTo>
                  <a:lnTo>
                    <a:pt x="77787" y="309994"/>
                  </a:lnTo>
                  <a:lnTo>
                    <a:pt x="79654" y="308559"/>
                  </a:lnTo>
                  <a:lnTo>
                    <a:pt x="81521" y="305612"/>
                  </a:lnTo>
                  <a:close/>
                </a:path>
                <a:path w="260985" h="350520">
                  <a:moveTo>
                    <a:pt x="89014" y="277495"/>
                  </a:moveTo>
                  <a:lnTo>
                    <a:pt x="86487" y="277495"/>
                  </a:lnTo>
                  <a:lnTo>
                    <a:pt x="86487" y="279463"/>
                  </a:lnTo>
                  <a:lnTo>
                    <a:pt x="87757" y="279463"/>
                  </a:lnTo>
                  <a:lnTo>
                    <a:pt x="89014" y="279463"/>
                  </a:lnTo>
                  <a:lnTo>
                    <a:pt x="89014" y="277495"/>
                  </a:lnTo>
                  <a:close/>
                </a:path>
                <a:path w="260985" h="350520">
                  <a:moveTo>
                    <a:pt x="91541" y="260451"/>
                  </a:moveTo>
                  <a:lnTo>
                    <a:pt x="82842" y="260451"/>
                  </a:lnTo>
                  <a:lnTo>
                    <a:pt x="82842" y="267195"/>
                  </a:lnTo>
                  <a:lnTo>
                    <a:pt x="87185" y="267195"/>
                  </a:lnTo>
                  <a:lnTo>
                    <a:pt x="91541" y="267195"/>
                  </a:lnTo>
                  <a:lnTo>
                    <a:pt x="91541" y="260451"/>
                  </a:lnTo>
                  <a:close/>
                </a:path>
                <a:path w="260985" h="350520">
                  <a:moveTo>
                    <a:pt x="98704" y="248323"/>
                  </a:moveTo>
                  <a:lnTo>
                    <a:pt x="98437" y="246316"/>
                  </a:lnTo>
                  <a:lnTo>
                    <a:pt x="97155" y="246062"/>
                  </a:lnTo>
                  <a:lnTo>
                    <a:pt x="96697" y="245999"/>
                  </a:lnTo>
                  <a:lnTo>
                    <a:pt x="96367" y="245745"/>
                  </a:lnTo>
                  <a:lnTo>
                    <a:pt x="96177" y="245325"/>
                  </a:lnTo>
                  <a:lnTo>
                    <a:pt x="96113" y="242709"/>
                  </a:lnTo>
                  <a:lnTo>
                    <a:pt x="92024" y="242697"/>
                  </a:lnTo>
                  <a:lnTo>
                    <a:pt x="92113" y="245325"/>
                  </a:lnTo>
                  <a:lnTo>
                    <a:pt x="92202" y="248335"/>
                  </a:lnTo>
                  <a:lnTo>
                    <a:pt x="94729" y="250228"/>
                  </a:lnTo>
                  <a:lnTo>
                    <a:pt x="98704" y="248323"/>
                  </a:lnTo>
                  <a:close/>
                </a:path>
                <a:path w="260985" h="350520">
                  <a:moveTo>
                    <a:pt x="103720" y="348310"/>
                  </a:moveTo>
                  <a:lnTo>
                    <a:pt x="103708" y="347675"/>
                  </a:lnTo>
                  <a:lnTo>
                    <a:pt x="103136" y="346964"/>
                  </a:lnTo>
                  <a:lnTo>
                    <a:pt x="102654" y="346329"/>
                  </a:lnTo>
                  <a:lnTo>
                    <a:pt x="101638" y="346544"/>
                  </a:lnTo>
                  <a:lnTo>
                    <a:pt x="101333" y="347129"/>
                  </a:lnTo>
                  <a:lnTo>
                    <a:pt x="100952" y="347827"/>
                  </a:lnTo>
                  <a:lnTo>
                    <a:pt x="100571" y="348018"/>
                  </a:lnTo>
                  <a:lnTo>
                    <a:pt x="101307" y="349592"/>
                  </a:lnTo>
                  <a:lnTo>
                    <a:pt x="102527" y="349770"/>
                  </a:lnTo>
                  <a:lnTo>
                    <a:pt x="103035" y="349148"/>
                  </a:lnTo>
                  <a:lnTo>
                    <a:pt x="103174" y="348983"/>
                  </a:lnTo>
                  <a:lnTo>
                    <a:pt x="103720" y="348310"/>
                  </a:lnTo>
                  <a:close/>
                </a:path>
                <a:path w="260985" h="350520">
                  <a:moveTo>
                    <a:pt x="107175" y="285572"/>
                  </a:moveTo>
                  <a:lnTo>
                    <a:pt x="107162" y="284962"/>
                  </a:lnTo>
                  <a:lnTo>
                    <a:pt x="106819" y="282778"/>
                  </a:lnTo>
                  <a:lnTo>
                    <a:pt x="105156" y="282422"/>
                  </a:lnTo>
                  <a:lnTo>
                    <a:pt x="103543" y="283235"/>
                  </a:lnTo>
                  <a:lnTo>
                    <a:pt x="103238" y="283489"/>
                  </a:lnTo>
                  <a:lnTo>
                    <a:pt x="102819" y="284010"/>
                  </a:lnTo>
                  <a:lnTo>
                    <a:pt x="100228" y="287350"/>
                  </a:lnTo>
                  <a:lnTo>
                    <a:pt x="105879" y="290055"/>
                  </a:lnTo>
                  <a:lnTo>
                    <a:pt x="106934" y="286410"/>
                  </a:lnTo>
                  <a:lnTo>
                    <a:pt x="107175" y="285572"/>
                  </a:lnTo>
                  <a:close/>
                </a:path>
                <a:path w="260985" h="350520">
                  <a:moveTo>
                    <a:pt x="110972" y="320738"/>
                  </a:moveTo>
                  <a:lnTo>
                    <a:pt x="108127" y="320382"/>
                  </a:lnTo>
                  <a:lnTo>
                    <a:pt x="108127" y="319735"/>
                  </a:lnTo>
                  <a:lnTo>
                    <a:pt x="99987" y="319735"/>
                  </a:lnTo>
                  <a:lnTo>
                    <a:pt x="99987" y="326059"/>
                  </a:lnTo>
                  <a:lnTo>
                    <a:pt x="104063" y="326059"/>
                  </a:lnTo>
                  <a:lnTo>
                    <a:pt x="108127" y="326059"/>
                  </a:lnTo>
                  <a:lnTo>
                    <a:pt x="108127" y="322033"/>
                  </a:lnTo>
                  <a:lnTo>
                    <a:pt x="110248" y="321767"/>
                  </a:lnTo>
                  <a:lnTo>
                    <a:pt x="110972" y="321691"/>
                  </a:lnTo>
                  <a:lnTo>
                    <a:pt x="110972" y="320738"/>
                  </a:lnTo>
                  <a:close/>
                </a:path>
                <a:path w="260985" h="350520">
                  <a:moveTo>
                    <a:pt x="112534" y="207416"/>
                  </a:moveTo>
                  <a:lnTo>
                    <a:pt x="98958" y="207416"/>
                  </a:lnTo>
                  <a:lnTo>
                    <a:pt x="98945" y="217957"/>
                  </a:lnTo>
                  <a:lnTo>
                    <a:pt x="105740" y="217957"/>
                  </a:lnTo>
                  <a:lnTo>
                    <a:pt x="112534" y="217957"/>
                  </a:lnTo>
                  <a:lnTo>
                    <a:pt x="112534" y="207416"/>
                  </a:lnTo>
                  <a:close/>
                </a:path>
                <a:path w="260985" h="350520">
                  <a:moveTo>
                    <a:pt x="119761" y="265899"/>
                  </a:moveTo>
                  <a:lnTo>
                    <a:pt x="111988" y="265899"/>
                  </a:lnTo>
                  <a:lnTo>
                    <a:pt x="111975" y="271932"/>
                  </a:lnTo>
                  <a:lnTo>
                    <a:pt x="115862" y="271932"/>
                  </a:lnTo>
                  <a:lnTo>
                    <a:pt x="119748" y="271932"/>
                  </a:lnTo>
                  <a:lnTo>
                    <a:pt x="119761" y="265899"/>
                  </a:lnTo>
                  <a:close/>
                </a:path>
                <a:path w="260985" h="350520">
                  <a:moveTo>
                    <a:pt x="125120" y="348691"/>
                  </a:moveTo>
                  <a:lnTo>
                    <a:pt x="123482" y="348691"/>
                  </a:lnTo>
                  <a:lnTo>
                    <a:pt x="123482" y="349961"/>
                  </a:lnTo>
                  <a:lnTo>
                    <a:pt x="124307" y="349961"/>
                  </a:lnTo>
                  <a:lnTo>
                    <a:pt x="125120" y="349961"/>
                  </a:lnTo>
                  <a:lnTo>
                    <a:pt x="125120" y="348691"/>
                  </a:lnTo>
                  <a:close/>
                </a:path>
                <a:path w="260985" h="350520">
                  <a:moveTo>
                    <a:pt x="126593" y="307162"/>
                  </a:moveTo>
                  <a:lnTo>
                    <a:pt x="118643" y="307162"/>
                  </a:lnTo>
                  <a:lnTo>
                    <a:pt x="118630" y="313321"/>
                  </a:lnTo>
                  <a:lnTo>
                    <a:pt x="122618" y="313321"/>
                  </a:lnTo>
                  <a:lnTo>
                    <a:pt x="126580" y="313321"/>
                  </a:lnTo>
                  <a:lnTo>
                    <a:pt x="126593" y="307162"/>
                  </a:lnTo>
                  <a:close/>
                </a:path>
                <a:path w="260985" h="350520">
                  <a:moveTo>
                    <a:pt x="130022" y="250012"/>
                  </a:moveTo>
                  <a:lnTo>
                    <a:pt x="127711" y="247942"/>
                  </a:lnTo>
                  <a:lnTo>
                    <a:pt x="123482" y="249478"/>
                  </a:lnTo>
                  <a:lnTo>
                    <a:pt x="122402" y="251155"/>
                  </a:lnTo>
                  <a:lnTo>
                    <a:pt x="123761" y="257022"/>
                  </a:lnTo>
                  <a:lnTo>
                    <a:pt x="128054" y="256286"/>
                  </a:lnTo>
                  <a:lnTo>
                    <a:pt x="128409" y="256222"/>
                  </a:lnTo>
                  <a:lnTo>
                    <a:pt x="128689" y="255549"/>
                  </a:lnTo>
                  <a:lnTo>
                    <a:pt x="130022" y="254508"/>
                  </a:lnTo>
                  <a:lnTo>
                    <a:pt x="130022" y="253136"/>
                  </a:lnTo>
                  <a:lnTo>
                    <a:pt x="130022" y="250012"/>
                  </a:lnTo>
                  <a:close/>
                </a:path>
                <a:path w="260985" h="350520">
                  <a:moveTo>
                    <a:pt x="136652" y="123304"/>
                  </a:moveTo>
                  <a:lnTo>
                    <a:pt x="135623" y="122897"/>
                  </a:lnTo>
                  <a:lnTo>
                    <a:pt x="135458" y="122821"/>
                  </a:lnTo>
                  <a:lnTo>
                    <a:pt x="135280" y="122758"/>
                  </a:lnTo>
                  <a:lnTo>
                    <a:pt x="133489" y="122034"/>
                  </a:lnTo>
                  <a:lnTo>
                    <a:pt x="133477" y="125653"/>
                  </a:lnTo>
                  <a:lnTo>
                    <a:pt x="135280" y="124929"/>
                  </a:lnTo>
                  <a:lnTo>
                    <a:pt x="135458" y="124866"/>
                  </a:lnTo>
                  <a:lnTo>
                    <a:pt x="135623" y="124790"/>
                  </a:lnTo>
                  <a:lnTo>
                    <a:pt x="136652" y="124383"/>
                  </a:lnTo>
                  <a:lnTo>
                    <a:pt x="136652" y="123304"/>
                  </a:lnTo>
                  <a:close/>
                </a:path>
                <a:path w="260985" h="350520">
                  <a:moveTo>
                    <a:pt x="138607" y="196938"/>
                  </a:moveTo>
                  <a:lnTo>
                    <a:pt x="131356" y="196938"/>
                  </a:lnTo>
                  <a:lnTo>
                    <a:pt x="131356" y="202565"/>
                  </a:lnTo>
                  <a:lnTo>
                    <a:pt x="134988" y="202565"/>
                  </a:lnTo>
                  <a:lnTo>
                    <a:pt x="138607" y="202565"/>
                  </a:lnTo>
                  <a:lnTo>
                    <a:pt x="138607" y="196938"/>
                  </a:lnTo>
                  <a:close/>
                </a:path>
                <a:path w="260985" h="350520">
                  <a:moveTo>
                    <a:pt x="139268" y="231470"/>
                  </a:moveTo>
                  <a:lnTo>
                    <a:pt x="138544" y="229438"/>
                  </a:lnTo>
                  <a:lnTo>
                    <a:pt x="138366" y="228422"/>
                  </a:lnTo>
                  <a:lnTo>
                    <a:pt x="138328" y="226618"/>
                  </a:lnTo>
                  <a:lnTo>
                    <a:pt x="136182" y="226326"/>
                  </a:lnTo>
                  <a:lnTo>
                    <a:pt x="135216" y="227584"/>
                  </a:lnTo>
                  <a:lnTo>
                    <a:pt x="134962" y="227812"/>
                  </a:lnTo>
                  <a:lnTo>
                    <a:pt x="134835" y="227939"/>
                  </a:lnTo>
                  <a:lnTo>
                    <a:pt x="133159" y="229031"/>
                  </a:lnTo>
                  <a:lnTo>
                    <a:pt x="133184" y="231609"/>
                  </a:lnTo>
                  <a:lnTo>
                    <a:pt x="136906" y="233172"/>
                  </a:lnTo>
                  <a:lnTo>
                    <a:pt x="139268" y="231470"/>
                  </a:lnTo>
                  <a:close/>
                </a:path>
                <a:path w="260985" h="350520">
                  <a:moveTo>
                    <a:pt x="142316" y="285216"/>
                  </a:moveTo>
                  <a:lnTo>
                    <a:pt x="132168" y="285216"/>
                  </a:lnTo>
                  <a:lnTo>
                    <a:pt x="132156" y="293090"/>
                  </a:lnTo>
                  <a:lnTo>
                    <a:pt x="137236" y="293090"/>
                  </a:lnTo>
                  <a:lnTo>
                    <a:pt x="142303" y="293090"/>
                  </a:lnTo>
                  <a:lnTo>
                    <a:pt x="142316" y="285216"/>
                  </a:lnTo>
                  <a:close/>
                </a:path>
                <a:path w="260985" h="350520">
                  <a:moveTo>
                    <a:pt x="143078" y="314693"/>
                  </a:moveTo>
                  <a:lnTo>
                    <a:pt x="139623" y="308775"/>
                  </a:lnTo>
                  <a:lnTo>
                    <a:pt x="134683" y="308330"/>
                  </a:lnTo>
                  <a:lnTo>
                    <a:pt x="132397" y="313232"/>
                  </a:lnTo>
                  <a:lnTo>
                    <a:pt x="132118" y="315048"/>
                  </a:lnTo>
                  <a:lnTo>
                    <a:pt x="135064" y="319316"/>
                  </a:lnTo>
                  <a:lnTo>
                    <a:pt x="139103" y="319646"/>
                  </a:lnTo>
                  <a:lnTo>
                    <a:pt x="139649" y="318719"/>
                  </a:lnTo>
                  <a:lnTo>
                    <a:pt x="140792" y="318731"/>
                  </a:lnTo>
                  <a:lnTo>
                    <a:pt x="142100" y="316433"/>
                  </a:lnTo>
                  <a:lnTo>
                    <a:pt x="143078" y="314693"/>
                  </a:lnTo>
                  <a:close/>
                </a:path>
                <a:path w="260985" h="350520">
                  <a:moveTo>
                    <a:pt x="146519" y="193903"/>
                  </a:moveTo>
                  <a:lnTo>
                    <a:pt x="145935" y="193903"/>
                  </a:lnTo>
                  <a:lnTo>
                    <a:pt x="145935" y="194360"/>
                  </a:lnTo>
                  <a:lnTo>
                    <a:pt x="146227" y="194360"/>
                  </a:lnTo>
                  <a:lnTo>
                    <a:pt x="146519" y="194360"/>
                  </a:lnTo>
                  <a:lnTo>
                    <a:pt x="146519" y="193903"/>
                  </a:lnTo>
                  <a:close/>
                </a:path>
                <a:path w="260985" h="350520">
                  <a:moveTo>
                    <a:pt x="148805" y="310705"/>
                  </a:moveTo>
                  <a:lnTo>
                    <a:pt x="145821" y="305676"/>
                  </a:lnTo>
                  <a:lnTo>
                    <a:pt x="144945" y="306730"/>
                  </a:lnTo>
                  <a:lnTo>
                    <a:pt x="144729" y="307111"/>
                  </a:lnTo>
                  <a:lnTo>
                    <a:pt x="144576" y="307784"/>
                  </a:lnTo>
                  <a:lnTo>
                    <a:pt x="143916" y="310769"/>
                  </a:lnTo>
                  <a:lnTo>
                    <a:pt x="148805" y="310705"/>
                  </a:lnTo>
                  <a:close/>
                </a:path>
                <a:path w="260985" h="350520">
                  <a:moveTo>
                    <a:pt x="154965" y="335737"/>
                  </a:moveTo>
                  <a:lnTo>
                    <a:pt x="154711" y="335114"/>
                  </a:lnTo>
                  <a:lnTo>
                    <a:pt x="153568" y="333654"/>
                  </a:lnTo>
                  <a:lnTo>
                    <a:pt x="152374" y="333654"/>
                  </a:lnTo>
                  <a:lnTo>
                    <a:pt x="151244" y="335102"/>
                  </a:lnTo>
                  <a:lnTo>
                    <a:pt x="150990" y="335711"/>
                  </a:lnTo>
                  <a:lnTo>
                    <a:pt x="151422" y="336816"/>
                  </a:lnTo>
                  <a:lnTo>
                    <a:pt x="152019" y="338353"/>
                  </a:lnTo>
                  <a:lnTo>
                    <a:pt x="153936" y="338353"/>
                  </a:lnTo>
                  <a:lnTo>
                    <a:pt x="154533" y="336816"/>
                  </a:lnTo>
                  <a:lnTo>
                    <a:pt x="154965" y="335737"/>
                  </a:lnTo>
                  <a:close/>
                </a:path>
                <a:path w="260985" h="350520">
                  <a:moveTo>
                    <a:pt x="158991" y="141008"/>
                  </a:moveTo>
                  <a:lnTo>
                    <a:pt x="148082" y="140970"/>
                  </a:lnTo>
                  <a:lnTo>
                    <a:pt x="151409" y="150418"/>
                  </a:lnTo>
                  <a:lnTo>
                    <a:pt x="155663" y="150431"/>
                  </a:lnTo>
                  <a:lnTo>
                    <a:pt x="156794" y="147231"/>
                  </a:lnTo>
                  <a:lnTo>
                    <a:pt x="158991" y="141008"/>
                  </a:lnTo>
                  <a:close/>
                </a:path>
                <a:path w="260985" h="350520">
                  <a:moveTo>
                    <a:pt x="163525" y="191109"/>
                  </a:moveTo>
                  <a:lnTo>
                    <a:pt x="162725" y="186563"/>
                  </a:lnTo>
                  <a:lnTo>
                    <a:pt x="161937" y="186639"/>
                  </a:lnTo>
                  <a:lnTo>
                    <a:pt x="161937" y="189433"/>
                  </a:lnTo>
                  <a:lnTo>
                    <a:pt x="161886" y="189191"/>
                  </a:lnTo>
                  <a:lnTo>
                    <a:pt x="161937" y="189433"/>
                  </a:lnTo>
                  <a:lnTo>
                    <a:pt x="161937" y="186639"/>
                  </a:lnTo>
                  <a:lnTo>
                    <a:pt x="161544" y="186677"/>
                  </a:lnTo>
                  <a:lnTo>
                    <a:pt x="161544" y="188087"/>
                  </a:lnTo>
                  <a:lnTo>
                    <a:pt x="160185" y="187071"/>
                  </a:lnTo>
                  <a:lnTo>
                    <a:pt x="160782" y="187490"/>
                  </a:lnTo>
                  <a:lnTo>
                    <a:pt x="161544" y="188087"/>
                  </a:lnTo>
                  <a:lnTo>
                    <a:pt x="161544" y="186677"/>
                  </a:lnTo>
                  <a:lnTo>
                    <a:pt x="161340" y="186690"/>
                  </a:lnTo>
                  <a:lnTo>
                    <a:pt x="160997" y="185420"/>
                  </a:lnTo>
                  <a:lnTo>
                    <a:pt x="159918" y="185534"/>
                  </a:lnTo>
                  <a:lnTo>
                    <a:pt x="159918" y="187413"/>
                  </a:lnTo>
                  <a:lnTo>
                    <a:pt x="159385" y="186867"/>
                  </a:lnTo>
                  <a:lnTo>
                    <a:pt x="159562" y="186855"/>
                  </a:lnTo>
                  <a:lnTo>
                    <a:pt x="159918" y="187413"/>
                  </a:lnTo>
                  <a:lnTo>
                    <a:pt x="159918" y="185534"/>
                  </a:lnTo>
                  <a:lnTo>
                    <a:pt x="155549" y="185940"/>
                  </a:lnTo>
                  <a:lnTo>
                    <a:pt x="153809" y="192062"/>
                  </a:lnTo>
                  <a:lnTo>
                    <a:pt x="155752" y="195021"/>
                  </a:lnTo>
                  <a:lnTo>
                    <a:pt x="159689" y="194716"/>
                  </a:lnTo>
                  <a:lnTo>
                    <a:pt x="160921" y="194437"/>
                  </a:lnTo>
                  <a:lnTo>
                    <a:pt x="161823" y="193281"/>
                  </a:lnTo>
                  <a:lnTo>
                    <a:pt x="163525" y="191109"/>
                  </a:lnTo>
                  <a:close/>
                </a:path>
                <a:path w="260985" h="350520">
                  <a:moveTo>
                    <a:pt x="164934" y="346303"/>
                  </a:moveTo>
                  <a:lnTo>
                    <a:pt x="164884" y="345262"/>
                  </a:lnTo>
                  <a:lnTo>
                    <a:pt x="164236" y="344309"/>
                  </a:lnTo>
                  <a:lnTo>
                    <a:pt x="164058" y="343992"/>
                  </a:lnTo>
                  <a:lnTo>
                    <a:pt x="163906" y="343395"/>
                  </a:lnTo>
                  <a:lnTo>
                    <a:pt x="163906" y="344385"/>
                  </a:lnTo>
                  <a:lnTo>
                    <a:pt x="163753" y="344424"/>
                  </a:lnTo>
                  <a:lnTo>
                    <a:pt x="163906" y="344385"/>
                  </a:lnTo>
                  <a:lnTo>
                    <a:pt x="163906" y="343395"/>
                  </a:lnTo>
                  <a:lnTo>
                    <a:pt x="163842" y="343141"/>
                  </a:lnTo>
                  <a:lnTo>
                    <a:pt x="161061" y="343547"/>
                  </a:lnTo>
                  <a:lnTo>
                    <a:pt x="161099" y="346494"/>
                  </a:lnTo>
                  <a:lnTo>
                    <a:pt x="161353" y="346913"/>
                  </a:lnTo>
                  <a:lnTo>
                    <a:pt x="162839" y="347751"/>
                  </a:lnTo>
                  <a:lnTo>
                    <a:pt x="163601" y="347573"/>
                  </a:lnTo>
                  <a:lnTo>
                    <a:pt x="164896" y="346494"/>
                  </a:lnTo>
                  <a:lnTo>
                    <a:pt x="164934" y="346303"/>
                  </a:lnTo>
                  <a:close/>
                </a:path>
                <a:path w="260985" h="350520">
                  <a:moveTo>
                    <a:pt x="179908" y="153009"/>
                  </a:moveTo>
                  <a:lnTo>
                    <a:pt x="171043" y="153009"/>
                  </a:lnTo>
                  <a:lnTo>
                    <a:pt x="171030" y="159893"/>
                  </a:lnTo>
                  <a:lnTo>
                    <a:pt x="175475" y="159893"/>
                  </a:lnTo>
                  <a:lnTo>
                    <a:pt x="179895" y="159893"/>
                  </a:lnTo>
                  <a:lnTo>
                    <a:pt x="179908" y="153009"/>
                  </a:lnTo>
                  <a:close/>
                </a:path>
                <a:path w="260985" h="350520">
                  <a:moveTo>
                    <a:pt x="192913" y="332740"/>
                  </a:moveTo>
                  <a:lnTo>
                    <a:pt x="192811" y="328980"/>
                  </a:lnTo>
                  <a:lnTo>
                    <a:pt x="189953" y="328409"/>
                  </a:lnTo>
                  <a:lnTo>
                    <a:pt x="188696" y="330187"/>
                  </a:lnTo>
                  <a:lnTo>
                    <a:pt x="188582" y="330403"/>
                  </a:lnTo>
                  <a:lnTo>
                    <a:pt x="188391" y="330530"/>
                  </a:lnTo>
                  <a:lnTo>
                    <a:pt x="188163" y="330581"/>
                  </a:lnTo>
                  <a:lnTo>
                    <a:pt x="182765" y="332320"/>
                  </a:lnTo>
                  <a:lnTo>
                    <a:pt x="188239" y="340118"/>
                  </a:lnTo>
                  <a:lnTo>
                    <a:pt x="191731" y="335229"/>
                  </a:lnTo>
                  <a:lnTo>
                    <a:pt x="192557" y="334060"/>
                  </a:lnTo>
                  <a:lnTo>
                    <a:pt x="192913" y="332740"/>
                  </a:lnTo>
                  <a:close/>
                </a:path>
                <a:path w="260985" h="350520">
                  <a:moveTo>
                    <a:pt x="198081" y="308343"/>
                  </a:moveTo>
                  <a:lnTo>
                    <a:pt x="195821" y="306476"/>
                  </a:lnTo>
                  <a:lnTo>
                    <a:pt x="195275" y="306044"/>
                  </a:lnTo>
                  <a:lnTo>
                    <a:pt x="195072" y="305549"/>
                  </a:lnTo>
                  <a:lnTo>
                    <a:pt x="194678" y="304609"/>
                  </a:lnTo>
                  <a:lnTo>
                    <a:pt x="192747" y="303999"/>
                  </a:lnTo>
                  <a:lnTo>
                    <a:pt x="189598" y="306590"/>
                  </a:lnTo>
                  <a:lnTo>
                    <a:pt x="188976" y="308622"/>
                  </a:lnTo>
                  <a:lnTo>
                    <a:pt x="190538" y="312801"/>
                  </a:lnTo>
                  <a:lnTo>
                    <a:pt x="193065" y="314147"/>
                  </a:lnTo>
                  <a:lnTo>
                    <a:pt x="197358" y="311632"/>
                  </a:lnTo>
                  <a:lnTo>
                    <a:pt x="198081" y="308343"/>
                  </a:lnTo>
                  <a:close/>
                </a:path>
                <a:path w="260985" h="350520">
                  <a:moveTo>
                    <a:pt x="199453" y="78867"/>
                  </a:moveTo>
                  <a:lnTo>
                    <a:pt x="195541" y="76581"/>
                  </a:lnTo>
                  <a:lnTo>
                    <a:pt x="191554" y="83578"/>
                  </a:lnTo>
                  <a:lnTo>
                    <a:pt x="198526" y="85788"/>
                  </a:lnTo>
                  <a:lnTo>
                    <a:pt x="199059" y="81876"/>
                  </a:lnTo>
                  <a:lnTo>
                    <a:pt x="199453" y="78867"/>
                  </a:lnTo>
                  <a:close/>
                </a:path>
                <a:path w="260985" h="350520">
                  <a:moveTo>
                    <a:pt x="199859" y="267144"/>
                  </a:moveTo>
                  <a:lnTo>
                    <a:pt x="194017" y="265557"/>
                  </a:lnTo>
                  <a:lnTo>
                    <a:pt x="192760" y="269227"/>
                  </a:lnTo>
                  <a:lnTo>
                    <a:pt x="192112" y="271119"/>
                  </a:lnTo>
                  <a:lnTo>
                    <a:pt x="192570" y="272224"/>
                  </a:lnTo>
                  <a:lnTo>
                    <a:pt x="194106" y="273964"/>
                  </a:lnTo>
                  <a:lnTo>
                    <a:pt x="194995" y="274015"/>
                  </a:lnTo>
                  <a:lnTo>
                    <a:pt x="197256" y="273583"/>
                  </a:lnTo>
                  <a:lnTo>
                    <a:pt x="197980" y="272630"/>
                  </a:lnTo>
                  <a:lnTo>
                    <a:pt x="199859" y="267144"/>
                  </a:lnTo>
                  <a:close/>
                </a:path>
                <a:path w="260985" h="350520">
                  <a:moveTo>
                    <a:pt x="201942" y="249770"/>
                  </a:moveTo>
                  <a:lnTo>
                    <a:pt x="201460" y="245529"/>
                  </a:lnTo>
                  <a:lnTo>
                    <a:pt x="200761" y="244386"/>
                  </a:lnTo>
                  <a:lnTo>
                    <a:pt x="199085" y="244614"/>
                  </a:lnTo>
                  <a:lnTo>
                    <a:pt x="198539" y="244538"/>
                  </a:lnTo>
                  <a:lnTo>
                    <a:pt x="197345" y="244856"/>
                  </a:lnTo>
                  <a:lnTo>
                    <a:pt x="196862" y="245237"/>
                  </a:lnTo>
                  <a:lnTo>
                    <a:pt x="196278" y="245414"/>
                  </a:lnTo>
                  <a:lnTo>
                    <a:pt x="194335" y="245922"/>
                  </a:lnTo>
                  <a:lnTo>
                    <a:pt x="194271" y="248348"/>
                  </a:lnTo>
                  <a:lnTo>
                    <a:pt x="195745" y="249389"/>
                  </a:lnTo>
                  <a:lnTo>
                    <a:pt x="198196" y="251129"/>
                  </a:lnTo>
                  <a:lnTo>
                    <a:pt x="201942" y="249770"/>
                  </a:lnTo>
                  <a:close/>
                </a:path>
                <a:path w="260985" h="350520">
                  <a:moveTo>
                    <a:pt x="203873" y="248450"/>
                  </a:moveTo>
                  <a:lnTo>
                    <a:pt x="203288" y="248450"/>
                  </a:lnTo>
                  <a:lnTo>
                    <a:pt x="203288" y="248894"/>
                  </a:lnTo>
                  <a:lnTo>
                    <a:pt x="203581" y="248894"/>
                  </a:lnTo>
                  <a:lnTo>
                    <a:pt x="203873" y="248894"/>
                  </a:lnTo>
                  <a:lnTo>
                    <a:pt x="203873" y="248450"/>
                  </a:lnTo>
                  <a:close/>
                </a:path>
                <a:path w="260985" h="350520">
                  <a:moveTo>
                    <a:pt x="223608" y="339737"/>
                  </a:moveTo>
                  <a:lnTo>
                    <a:pt x="223380" y="338963"/>
                  </a:lnTo>
                  <a:lnTo>
                    <a:pt x="222897" y="337388"/>
                  </a:lnTo>
                  <a:lnTo>
                    <a:pt x="219481" y="336448"/>
                  </a:lnTo>
                  <a:lnTo>
                    <a:pt x="217462" y="338124"/>
                  </a:lnTo>
                  <a:lnTo>
                    <a:pt x="218503" y="340918"/>
                  </a:lnTo>
                  <a:lnTo>
                    <a:pt x="219024" y="341630"/>
                  </a:lnTo>
                  <a:lnTo>
                    <a:pt x="221754" y="342138"/>
                  </a:lnTo>
                  <a:lnTo>
                    <a:pt x="222745" y="341185"/>
                  </a:lnTo>
                  <a:lnTo>
                    <a:pt x="223024" y="340918"/>
                  </a:lnTo>
                  <a:lnTo>
                    <a:pt x="222935" y="340360"/>
                  </a:lnTo>
                  <a:lnTo>
                    <a:pt x="223608" y="339737"/>
                  </a:lnTo>
                  <a:close/>
                </a:path>
                <a:path w="260985" h="350520">
                  <a:moveTo>
                    <a:pt x="224815" y="282270"/>
                  </a:moveTo>
                  <a:lnTo>
                    <a:pt x="217220" y="282270"/>
                  </a:lnTo>
                  <a:lnTo>
                    <a:pt x="217220" y="288175"/>
                  </a:lnTo>
                  <a:lnTo>
                    <a:pt x="221018" y="288175"/>
                  </a:lnTo>
                  <a:lnTo>
                    <a:pt x="224815" y="288175"/>
                  </a:lnTo>
                  <a:lnTo>
                    <a:pt x="224815" y="282270"/>
                  </a:lnTo>
                  <a:close/>
                </a:path>
                <a:path w="260985" h="350520">
                  <a:moveTo>
                    <a:pt x="225539" y="319544"/>
                  </a:moveTo>
                  <a:lnTo>
                    <a:pt x="220306" y="316484"/>
                  </a:lnTo>
                  <a:lnTo>
                    <a:pt x="218579" y="321792"/>
                  </a:lnTo>
                  <a:lnTo>
                    <a:pt x="221564" y="322186"/>
                  </a:lnTo>
                  <a:lnTo>
                    <a:pt x="223850" y="322491"/>
                  </a:lnTo>
                  <a:lnTo>
                    <a:pt x="225539" y="319544"/>
                  </a:lnTo>
                  <a:close/>
                </a:path>
                <a:path w="260985" h="350520">
                  <a:moveTo>
                    <a:pt x="229247" y="217538"/>
                  </a:moveTo>
                  <a:lnTo>
                    <a:pt x="222910" y="217538"/>
                  </a:lnTo>
                  <a:lnTo>
                    <a:pt x="222910" y="222453"/>
                  </a:lnTo>
                  <a:lnTo>
                    <a:pt x="226072" y="222453"/>
                  </a:lnTo>
                  <a:lnTo>
                    <a:pt x="229235" y="222453"/>
                  </a:lnTo>
                  <a:lnTo>
                    <a:pt x="229247" y="217538"/>
                  </a:lnTo>
                  <a:close/>
                </a:path>
                <a:path w="260985" h="350520">
                  <a:moveTo>
                    <a:pt x="229743" y="197015"/>
                  </a:moveTo>
                  <a:lnTo>
                    <a:pt x="228447" y="196062"/>
                  </a:lnTo>
                  <a:lnTo>
                    <a:pt x="223354" y="200723"/>
                  </a:lnTo>
                  <a:lnTo>
                    <a:pt x="226275" y="203098"/>
                  </a:lnTo>
                  <a:lnTo>
                    <a:pt x="227418" y="201091"/>
                  </a:lnTo>
                  <a:lnTo>
                    <a:pt x="229743" y="197015"/>
                  </a:lnTo>
                  <a:close/>
                </a:path>
                <a:path w="260985" h="350520">
                  <a:moveTo>
                    <a:pt x="237617" y="341795"/>
                  </a:moveTo>
                  <a:lnTo>
                    <a:pt x="237032" y="341795"/>
                  </a:lnTo>
                  <a:lnTo>
                    <a:pt x="237032" y="342239"/>
                  </a:lnTo>
                  <a:lnTo>
                    <a:pt x="237324" y="342239"/>
                  </a:lnTo>
                  <a:lnTo>
                    <a:pt x="237617" y="342239"/>
                  </a:lnTo>
                  <a:lnTo>
                    <a:pt x="237617" y="341795"/>
                  </a:lnTo>
                  <a:close/>
                </a:path>
                <a:path w="260985" h="350520">
                  <a:moveTo>
                    <a:pt x="241820" y="260273"/>
                  </a:moveTo>
                  <a:lnTo>
                    <a:pt x="240906" y="259346"/>
                  </a:lnTo>
                  <a:lnTo>
                    <a:pt x="239496" y="260438"/>
                  </a:lnTo>
                  <a:lnTo>
                    <a:pt x="239077" y="260756"/>
                  </a:lnTo>
                  <a:lnTo>
                    <a:pt x="237820" y="261721"/>
                  </a:lnTo>
                  <a:lnTo>
                    <a:pt x="239445" y="263372"/>
                  </a:lnTo>
                  <a:lnTo>
                    <a:pt x="240423" y="262102"/>
                  </a:lnTo>
                  <a:lnTo>
                    <a:pt x="241046" y="261289"/>
                  </a:lnTo>
                  <a:lnTo>
                    <a:pt x="241363" y="260870"/>
                  </a:lnTo>
                  <a:lnTo>
                    <a:pt x="241820" y="260273"/>
                  </a:lnTo>
                  <a:close/>
                </a:path>
                <a:path w="260985" h="350520">
                  <a:moveTo>
                    <a:pt x="242150" y="324891"/>
                  </a:moveTo>
                  <a:lnTo>
                    <a:pt x="241185" y="321729"/>
                  </a:lnTo>
                  <a:lnTo>
                    <a:pt x="240449" y="319366"/>
                  </a:lnTo>
                  <a:lnTo>
                    <a:pt x="236766" y="319709"/>
                  </a:lnTo>
                  <a:lnTo>
                    <a:pt x="236766" y="325640"/>
                  </a:lnTo>
                  <a:lnTo>
                    <a:pt x="242150" y="324891"/>
                  </a:lnTo>
                  <a:close/>
                </a:path>
                <a:path w="260985" h="350520">
                  <a:moveTo>
                    <a:pt x="244284" y="245529"/>
                  </a:moveTo>
                  <a:lnTo>
                    <a:pt x="242049" y="243408"/>
                  </a:lnTo>
                  <a:lnTo>
                    <a:pt x="240398" y="241846"/>
                  </a:lnTo>
                  <a:lnTo>
                    <a:pt x="238607" y="242290"/>
                  </a:lnTo>
                  <a:lnTo>
                    <a:pt x="238836" y="243954"/>
                  </a:lnTo>
                  <a:lnTo>
                    <a:pt x="239420" y="248399"/>
                  </a:lnTo>
                  <a:lnTo>
                    <a:pt x="244284" y="245529"/>
                  </a:lnTo>
                  <a:close/>
                </a:path>
                <a:path w="260985" h="350520">
                  <a:moveTo>
                    <a:pt x="244360" y="171411"/>
                  </a:moveTo>
                  <a:lnTo>
                    <a:pt x="243776" y="171411"/>
                  </a:lnTo>
                  <a:lnTo>
                    <a:pt x="243776" y="171856"/>
                  </a:lnTo>
                  <a:lnTo>
                    <a:pt x="244068" y="171856"/>
                  </a:lnTo>
                  <a:lnTo>
                    <a:pt x="244360" y="171856"/>
                  </a:lnTo>
                  <a:lnTo>
                    <a:pt x="244360" y="171411"/>
                  </a:lnTo>
                  <a:close/>
                </a:path>
                <a:path w="260985" h="350520">
                  <a:moveTo>
                    <a:pt x="244792" y="286385"/>
                  </a:moveTo>
                  <a:lnTo>
                    <a:pt x="242722" y="283768"/>
                  </a:lnTo>
                  <a:lnTo>
                    <a:pt x="242189" y="283095"/>
                  </a:lnTo>
                  <a:lnTo>
                    <a:pt x="241465" y="283095"/>
                  </a:lnTo>
                  <a:lnTo>
                    <a:pt x="238848" y="286385"/>
                  </a:lnTo>
                  <a:lnTo>
                    <a:pt x="244792" y="286385"/>
                  </a:lnTo>
                  <a:close/>
                </a:path>
                <a:path w="260985" h="350520">
                  <a:moveTo>
                    <a:pt x="245846" y="188506"/>
                  </a:moveTo>
                  <a:lnTo>
                    <a:pt x="240055" y="188506"/>
                  </a:lnTo>
                  <a:lnTo>
                    <a:pt x="240042" y="193001"/>
                  </a:lnTo>
                  <a:lnTo>
                    <a:pt x="242951" y="193001"/>
                  </a:lnTo>
                  <a:lnTo>
                    <a:pt x="245833" y="193001"/>
                  </a:lnTo>
                  <a:lnTo>
                    <a:pt x="245846" y="188506"/>
                  </a:lnTo>
                  <a:close/>
                </a:path>
                <a:path w="260985" h="350520">
                  <a:moveTo>
                    <a:pt x="248704" y="214045"/>
                  </a:moveTo>
                  <a:lnTo>
                    <a:pt x="247167" y="212382"/>
                  </a:lnTo>
                  <a:lnTo>
                    <a:pt x="245681" y="210794"/>
                  </a:lnTo>
                  <a:lnTo>
                    <a:pt x="244665" y="211556"/>
                  </a:lnTo>
                  <a:lnTo>
                    <a:pt x="245402" y="215519"/>
                  </a:lnTo>
                  <a:lnTo>
                    <a:pt x="248704" y="214045"/>
                  </a:lnTo>
                  <a:close/>
                </a:path>
                <a:path w="260985" h="350520">
                  <a:moveTo>
                    <a:pt x="251180" y="142341"/>
                  </a:moveTo>
                  <a:lnTo>
                    <a:pt x="250964" y="140398"/>
                  </a:lnTo>
                  <a:lnTo>
                    <a:pt x="250799" y="138874"/>
                  </a:lnTo>
                  <a:lnTo>
                    <a:pt x="250761" y="138645"/>
                  </a:lnTo>
                  <a:lnTo>
                    <a:pt x="250723" y="138252"/>
                  </a:lnTo>
                  <a:lnTo>
                    <a:pt x="250596" y="137121"/>
                  </a:lnTo>
                  <a:lnTo>
                    <a:pt x="247878" y="137680"/>
                  </a:lnTo>
                  <a:lnTo>
                    <a:pt x="247878" y="138645"/>
                  </a:lnTo>
                  <a:lnTo>
                    <a:pt x="247764" y="138874"/>
                  </a:lnTo>
                  <a:lnTo>
                    <a:pt x="247561" y="138887"/>
                  </a:lnTo>
                  <a:lnTo>
                    <a:pt x="247611" y="138734"/>
                  </a:lnTo>
                  <a:lnTo>
                    <a:pt x="247878" y="138645"/>
                  </a:lnTo>
                  <a:lnTo>
                    <a:pt x="247878" y="137680"/>
                  </a:lnTo>
                  <a:lnTo>
                    <a:pt x="247370" y="137782"/>
                  </a:lnTo>
                  <a:lnTo>
                    <a:pt x="247370" y="138518"/>
                  </a:lnTo>
                  <a:lnTo>
                    <a:pt x="247091" y="138480"/>
                  </a:lnTo>
                  <a:lnTo>
                    <a:pt x="247091" y="138252"/>
                  </a:lnTo>
                  <a:lnTo>
                    <a:pt x="247370" y="138518"/>
                  </a:lnTo>
                  <a:lnTo>
                    <a:pt x="247370" y="137782"/>
                  </a:lnTo>
                  <a:lnTo>
                    <a:pt x="245821" y="138087"/>
                  </a:lnTo>
                  <a:lnTo>
                    <a:pt x="245859" y="139395"/>
                  </a:lnTo>
                  <a:lnTo>
                    <a:pt x="245884" y="140093"/>
                  </a:lnTo>
                  <a:lnTo>
                    <a:pt x="245859" y="139395"/>
                  </a:lnTo>
                  <a:lnTo>
                    <a:pt x="245745" y="139534"/>
                  </a:lnTo>
                  <a:lnTo>
                    <a:pt x="245643" y="140398"/>
                  </a:lnTo>
                  <a:lnTo>
                    <a:pt x="246113" y="141770"/>
                  </a:lnTo>
                  <a:lnTo>
                    <a:pt x="246799" y="142341"/>
                  </a:lnTo>
                  <a:lnTo>
                    <a:pt x="251180" y="142341"/>
                  </a:lnTo>
                  <a:close/>
                </a:path>
                <a:path w="260985" h="350520">
                  <a:moveTo>
                    <a:pt x="252031" y="106972"/>
                  </a:moveTo>
                  <a:lnTo>
                    <a:pt x="246240" y="106972"/>
                  </a:lnTo>
                  <a:lnTo>
                    <a:pt x="246227" y="111467"/>
                  </a:lnTo>
                  <a:lnTo>
                    <a:pt x="249135" y="111467"/>
                  </a:lnTo>
                  <a:lnTo>
                    <a:pt x="252018" y="111467"/>
                  </a:lnTo>
                  <a:lnTo>
                    <a:pt x="252031" y="106972"/>
                  </a:lnTo>
                  <a:close/>
                </a:path>
                <a:path w="260985" h="350520">
                  <a:moveTo>
                    <a:pt x="252120" y="0"/>
                  </a:moveTo>
                  <a:lnTo>
                    <a:pt x="251764" y="0"/>
                  </a:lnTo>
                  <a:lnTo>
                    <a:pt x="251764" y="279"/>
                  </a:lnTo>
                  <a:lnTo>
                    <a:pt x="251942" y="279"/>
                  </a:lnTo>
                  <a:lnTo>
                    <a:pt x="252120" y="279"/>
                  </a:lnTo>
                  <a:lnTo>
                    <a:pt x="252120" y="0"/>
                  </a:lnTo>
                  <a:close/>
                </a:path>
                <a:path w="260985" h="350520">
                  <a:moveTo>
                    <a:pt x="255155" y="76860"/>
                  </a:moveTo>
                  <a:lnTo>
                    <a:pt x="251536" y="75463"/>
                  </a:lnTo>
                  <a:lnTo>
                    <a:pt x="250888" y="77876"/>
                  </a:lnTo>
                  <a:lnTo>
                    <a:pt x="250431" y="79603"/>
                  </a:lnTo>
                  <a:lnTo>
                    <a:pt x="251117" y="81267"/>
                  </a:lnTo>
                  <a:lnTo>
                    <a:pt x="253022" y="81419"/>
                  </a:lnTo>
                  <a:lnTo>
                    <a:pt x="253974" y="81483"/>
                  </a:lnTo>
                  <a:lnTo>
                    <a:pt x="254431" y="80505"/>
                  </a:lnTo>
                  <a:lnTo>
                    <a:pt x="254304" y="79717"/>
                  </a:lnTo>
                  <a:lnTo>
                    <a:pt x="254368" y="79463"/>
                  </a:lnTo>
                  <a:lnTo>
                    <a:pt x="254304" y="79298"/>
                  </a:lnTo>
                  <a:lnTo>
                    <a:pt x="254101" y="79235"/>
                  </a:lnTo>
                  <a:lnTo>
                    <a:pt x="255155" y="76860"/>
                  </a:lnTo>
                  <a:close/>
                </a:path>
                <a:path w="260985" h="350520">
                  <a:moveTo>
                    <a:pt x="257276" y="58928"/>
                  </a:moveTo>
                  <a:lnTo>
                    <a:pt x="254508" y="56172"/>
                  </a:lnTo>
                  <a:lnTo>
                    <a:pt x="252933" y="57912"/>
                  </a:lnTo>
                  <a:lnTo>
                    <a:pt x="252310" y="58610"/>
                  </a:lnTo>
                  <a:lnTo>
                    <a:pt x="252018" y="59093"/>
                  </a:lnTo>
                  <a:lnTo>
                    <a:pt x="251269" y="60934"/>
                  </a:lnTo>
                  <a:lnTo>
                    <a:pt x="252501" y="62153"/>
                  </a:lnTo>
                  <a:lnTo>
                    <a:pt x="254342" y="61404"/>
                  </a:lnTo>
                  <a:lnTo>
                    <a:pt x="254825" y="61125"/>
                  </a:lnTo>
                  <a:lnTo>
                    <a:pt x="257276" y="58928"/>
                  </a:lnTo>
                  <a:close/>
                </a:path>
                <a:path w="260985" h="350520">
                  <a:moveTo>
                    <a:pt x="260527" y="26403"/>
                  </a:moveTo>
                  <a:lnTo>
                    <a:pt x="258470" y="23456"/>
                  </a:lnTo>
                  <a:lnTo>
                    <a:pt x="257441" y="21996"/>
                  </a:lnTo>
                  <a:lnTo>
                    <a:pt x="251802" y="23723"/>
                  </a:lnTo>
                  <a:lnTo>
                    <a:pt x="252310" y="25514"/>
                  </a:lnTo>
                  <a:lnTo>
                    <a:pt x="250964" y="27597"/>
                  </a:lnTo>
                  <a:lnTo>
                    <a:pt x="255117" y="30899"/>
                  </a:lnTo>
                  <a:lnTo>
                    <a:pt x="259067" y="27609"/>
                  </a:lnTo>
                  <a:lnTo>
                    <a:pt x="260527" y="2640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813801" y="7698872"/>
              <a:ext cx="285750" cy="410209"/>
            </a:xfrm>
            <a:custGeom>
              <a:avLst/>
              <a:gdLst/>
              <a:ahLst/>
              <a:cxnLst/>
              <a:rect l="l" t="t" r="r" b="b"/>
              <a:pathLst>
                <a:path w="285750" h="410209">
                  <a:moveTo>
                    <a:pt x="3073" y="247269"/>
                  </a:moveTo>
                  <a:lnTo>
                    <a:pt x="0" y="247269"/>
                  </a:lnTo>
                  <a:lnTo>
                    <a:pt x="0" y="249656"/>
                  </a:lnTo>
                  <a:lnTo>
                    <a:pt x="1536" y="249656"/>
                  </a:lnTo>
                  <a:lnTo>
                    <a:pt x="3073" y="249656"/>
                  </a:lnTo>
                  <a:lnTo>
                    <a:pt x="3073" y="247269"/>
                  </a:lnTo>
                  <a:close/>
                </a:path>
                <a:path w="285750" h="410209">
                  <a:moveTo>
                    <a:pt x="11404" y="211124"/>
                  </a:moveTo>
                  <a:lnTo>
                    <a:pt x="6578" y="207848"/>
                  </a:lnTo>
                  <a:lnTo>
                    <a:pt x="6578" y="215595"/>
                  </a:lnTo>
                  <a:lnTo>
                    <a:pt x="9956" y="213296"/>
                  </a:lnTo>
                  <a:lnTo>
                    <a:pt x="11404" y="212318"/>
                  </a:lnTo>
                  <a:lnTo>
                    <a:pt x="11404" y="211124"/>
                  </a:lnTo>
                  <a:close/>
                </a:path>
                <a:path w="285750" h="410209">
                  <a:moveTo>
                    <a:pt x="12712" y="379310"/>
                  </a:moveTo>
                  <a:lnTo>
                    <a:pt x="4737" y="379196"/>
                  </a:lnTo>
                  <a:lnTo>
                    <a:pt x="6134" y="383552"/>
                  </a:lnTo>
                  <a:lnTo>
                    <a:pt x="6464" y="384556"/>
                  </a:lnTo>
                  <a:lnTo>
                    <a:pt x="6832" y="385114"/>
                  </a:lnTo>
                  <a:lnTo>
                    <a:pt x="8204" y="386118"/>
                  </a:lnTo>
                  <a:lnTo>
                    <a:pt x="9207" y="386118"/>
                  </a:lnTo>
                  <a:lnTo>
                    <a:pt x="10604" y="385102"/>
                  </a:lnTo>
                  <a:lnTo>
                    <a:pt x="10947" y="384556"/>
                  </a:lnTo>
                  <a:lnTo>
                    <a:pt x="12712" y="379310"/>
                  </a:lnTo>
                  <a:close/>
                </a:path>
                <a:path w="285750" h="410209">
                  <a:moveTo>
                    <a:pt x="19786" y="250380"/>
                  </a:moveTo>
                  <a:lnTo>
                    <a:pt x="17627" y="249326"/>
                  </a:lnTo>
                  <a:lnTo>
                    <a:pt x="16179" y="250164"/>
                  </a:lnTo>
                  <a:lnTo>
                    <a:pt x="14617" y="251079"/>
                  </a:lnTo>
                  <a:lnTo>
                    <a:pt x="14744" y="253225"/>
                  </a:lnTo>
                  <a:lnTo>
                    <a:pt x="16179" y="254177"/>
                  </a:lnTo>
                  <a:lnTo>
                    <a:pt x="18351" y="255600"/>
                  </a:lnTo>
                  <a:lnTo>
                    <a:pt x="19519" y="254711"/>
                  </a:lnTo>
                  <a:lnTo>
                    <a:pt x="19672" y="252171"/>
                  </a:lnTo>
                  <a:lnTo>
                    <a:pt x="19786" y="250380"/>
                  </a:lnTo>
                  <a:close/>
                </a:path>
                <a:path w="285750" h="410209">
                  <a:moveTo>
                    <a:pt x="21932" y="392569"/>
                  </a:moveTo>
                  <a:lnTo>
                    <a:pt x="21336" y="392353"/>
                  </a:lnTo>
                  <a:lnTo>
                    <a:pt x="20612" y="392099"/>
                  </a:lnTo>
                  <a:lnTo>
                    <a:pt x="20408" y="392137"/>
                  </a:lnTo>
                  <a:lnTo>
                    <a:pt x="19748" y="392480"/>
                  </a:lnTo>
                  <a:lnTo>
                    <a:pt x="19380" y="392684"/>
                  </a:lnTo>
                  <a:lnTo>
                    <a:pt x="19380" y="393268"/>
                  </a:lnTo>
                  <a:lnTo>
                    <a:pt x="19748" y="393458"/>
                  </a:lnTo>
                  <a:lnTo>
                    <a:pt x="20421" y="393801"/>
                  </a:lnTo>
                  <a:lnTo>
                    <a:pt x="20612" y="393839"/>
                  </a:lnTo>
                  <a:lnTo>
                    <a:pt x="21932" y="393357"/>
                  </a:lnTo>
                  <a:lnTo>
                    <a:pt x="21932" y="392569"/>
                  </a:lnTo>
                  <a:close/>
                </a:path>
                <a:path w="285750" h="410209">
                  <a:moveTo>
                    <a:pt x="27393" y="220433"/>
                  </a:moveTo>
                  <a:lnTo>
                    <a:pt x="26657" y="220433"/>
                  </a:lnTo>
                  <a:lnTo>
                    <a:pt x="26657" y="220992"/>
                  </a:lnTo>
                  <a:lnTo>
                    <a:pt x="27025" y="220992"/>
                  </a:lnTo>
                  <a:lnTo>
                    <a:pt x="27393" y="220992"/>
                  </a:lnTo>
                  <a:lnTo>
                    <a:pt x="27393" y="220433"/>
                  </a:lnTo>
                  <a:close/>
                </a:path>
                <a:path w="285750" h="410209">
                  <a:moveTo>
                    <a:pt x="28232" y="180263"/>
                  </a:moveTo>
                  <a:lnTo>
                    <a:pt x="27279" y="180022"/>
                  </a:lnTo>
                  <a:lnTo>
                    <a:pt x="23736" y="179171"/>
                  </a:lnTo>
                  <a:lnTo>
                    <a:pt x="23710" y="182791"/>
                  </a:lnTo>
                  <a:lnTo>
                    <a:pt x="25882" y="182270"/>
                  </a:lnTo>
                  <a:lnTo>
                    <a:pt x="26822" y="182041"/>
                  </a:lnTo>
                  <a:lnTo>
                    <a:pt x="27279" y="181940"/>
                  </a:lnTo>
                  <a:lnTo>
                    <a:pt x="28232" y="181698"/>
                  </a:lnTo>
                  <a:lnTo>
                    <a:pt x="28232" y="180263"/>
                  </a:lnTo>
                  <a:close/>
                </a:path>
                <a:path w="285750" h="410209">
                  <a:moveTo>
                    <a:pt x="29565" y="200253"/>
                  </a:moveTo>
                  <a:lnTo>
                    <a:pt x="28981" y="200253"/>
                  </a:lnTo>
                  <a:lnTo>
                    <a:pt x="28981" y="200698"/>
                  </a:lnTo>
                  <a:lnTo>
                    <a:pt x="29273" y="200698"/>
                  </a:lnTo>
                  <a:lnTo>
                    <a:pt x="29565" y="200698"/>
                  </a:lnTo>
                  <a:lnTo>
                    <a:pt x="29565" y="200253"/>
                  </a:lnTo>
                  <a:close/>
                </a:path>
                <a:path w="285750" h="410209">
                  <a:moveTo>
                    <a:pt x="30619" y="144843"/>
                  </a:moveTo>
                  <a:lnTo>
                    <a:pt x="29959" y="143802"/>
                  </a:lnTo>
                  <a:lnTo>
                    <a:pt x="29083" y="142392"/>
                  </a:lnTo>
                  <a:lnTo>
                    <a:pt x="27317" y="144043"/>
                  </a:lnTo>
                  <a:lnTo>
                    <a:pt x="27317" y="144843"/>
                  </a:lnTo>
                  <a:lnTo>
                    <a:pt x="27520" y="145554"/>
                  </a:lnTo>
                  <a:lnTo>
                    <a:pt x="28181" y="146126"/>
                  </a:lnTo>
                  <a:lnTo>
                    <a:pt x="29387" y="145986"/>
                  </a:lnTo>
                  <a:lnTo>
                    <a:pt x="29641" y="145796"/>
                  </a:lnTo>
                  <a:lnTo>
                    <a:pt x="29730" y="145580"/>
                  </a:lnTo>
                  <a:lnTo>
                    <a:pt x="29921" y="145110"/>
                  </a:lnTo>
                  <a:lnTo>
                    <a:pt x="30619" y="144843"/>
                  </a:lnTo>
                  <a:close/>
                </a:path>
                <a:path w="285750" h="410209">
                  <a:moveTo>
                    <a:pt x="31076" y="333502"/>
                  </a:moveTo>
                  <a:lnTo>
                    <a:pt x="30289" y="332663"/>
                  </a:lnTo>
                  <a:lnTo>
                    <a:pt x="29413" y="331736"/>
                  </a:lnTo>
                  <a:lnTo>
                    <a:pt x="28803" y="331228"/>
                  </a:lnTo>
                  <a:lnTo>
                    <a:pt x="26873" y="330657"/>
                  </a:lnTo>
                  <a:lnTo>
                    <a:pt x="26212" y="331482"/>
                  </a:lnTo>
                  <a:lnTo>
                    <a:pt x="27317" y="333197"/>
                  </a:lnTo>
                  <a:lnTo>
                    <a:pt x="27927" y="333629"/>
                  </a:lnTo>
                  <a:lnTo>
                    <a:pt x="30073" y="334708"/>
                  </a:lnTo>
                  <a:lnTo>
                    <a:pt x="31076" y="333502"/>
                  </a:lnTo>
                  <a:close/>
                </a:path>
                <a:path w="285750" h="410209">
                  <a:moveTo>
                    <a:pt x="35509" y="271322"/>
                  </a:moveTo>
                  <a:lnTo>
                    <a:pt x="33172" y="269532"/>
                  </a:lnTo>
                  <a:lnTo>
                    <a:pt x="33324" y="268795"/>
                  </a:lnTo>
                  <a:lnTo>
                    <a:pt x="32372" y="267500"/>
                  </a:lnTo>
                  <a:lnTo>
                    <a:pt x="29298" y="268541"/>
                  </a:lnTo>
                  <a:lnTo>
                    <a:pt x="28778" y="270344"/>
                  </a:lnTo>
                  <a:lnTo>
                    <a:pt x="31343" y="274751"/>
                  </a:lnTo>
                  <a:lnTo>
                    <a:pt x="35509" y="271322"/>
                  </a:lnTo>
                  <a:close/>
                </a:path>
                <a:path w="285750" h="410209">
                  <a:moveTo>
                    <a:pt x="43307" y="229184"/>
                  </a:moveTo>
                  <a:lnTo>
                    <a:pt x="42227" y="228511"/>
                  </a:lnTo>
                  <a:lnTo>
                    <a:pt x="37934" y="225945"/>
                  </a:lnTo>
                  <a:lnTo>
                    <a:pt x="37934" y="233476"/>
                  </a:lnTo>
                  <a:lnTo>
                    <a:pt x="41478" y="231355"/>
                  </a:lnTo>
                  <a:lnTo>
                    <a:pt x="43307" y="230238"/>
                  </a:lnTo>
                  <a:lnTo>
                    <a:pt x="43307" y="229184"/>
                  </a:lnTo>
                  <a:close/>
                </a:path>
                <a:path w="285750" h="410209">
                  <a:moveTo>
                    <a:pt x="44361" y="186423"/>
                  </a:moveTo>
                  <a:lnTo>
                    <a:pt x="41186" y="186410"/>
                  </a:lnTo>
                  <a:lnTo>
                    <a:pt x="41821" y="187985"/>
                  </a:lnTo>
                  <a:lnTo>
                    <a:pt x="41910" y="188214"/>
                  </a:lnTo>
                  <a:lnTo>
                    <a:pt x="41998" y="188442"/>
                  </a:lnTo>
                  <a:lnTo>
                    <a:pt x="42087" y="188658"/>
                  </a:lnTo>
                  <a:lnTo>
                    <a:pt x="42354" y="189331"/>
                  </a:lnTo>
                  <a:lnTo>
                    <a:pt x="43180" y="189331"/>
                  </a:lnTo>
                  <a:lnTo>
                    <a:pt x="43446" y="188658"/>
                  </a:lnTo>
                  <a:lnTo>
                    <a:pt x="43637" y="188214"/>
                  </a:lnTo>
                  <a:lnTo>
                    <a:pt x="43713" y="187985"/>
                  </a:lnTo>
                  <a:lnTo>
                    <a:pt x="44361" y="186423"/>
                  </a:lnTo>
                  <a:close/>
                </a:path>
                <a:path w="285750" h="410209">
                  <a:moveTo>
                    <a:pt x="50317" y="317411"/>
                  </a:moveTo>
                  <a:lnTo>
                    <a:pt x="48082" y="315290"/>
                  </a:lnTo>
                  <a:lnTo>
                    <a:pt x="47078" y="315290"/>
                  </a:lnTo>
                  <a:lnTo>
                    <a:pt x="46431" y="315899"/>
                  </a:lnTo>
                  <a:lnTo>
                    <a:pt x="44856" y="317411"/>
                  </a:lnTo>
                  <a:lnTo>
                    <a:pt x="45847" y="319659"/>
                  </a:lnTo>
                  <a:lnTo>
                    <a:pt x="49326" y="319659"/>
                  </a:lnTo>
                  <a:lnTo>
                    <a:pt x="50317" y="317411"/>
                  </a:lnTo>
                  <a:close/>
                </a:path>
                <a:path w="285750" h="410209">
                  <a:moveTo>
                    <a:pt x="85813" y="73952"/>
                  </a:moveTo>
                  <a:lnTo>
                    <a:pt x="82016" y="72999"/>
                  </a:lnTo>
                  <a:lnTo>
                    <a:pt x="81127" y="75425"/>
                  </a:lnTo>
                  <a:lnTo>
                    <a:pt x="80746" y="76441"/>
                  </a:lnTo>
                  <a:lnTo>
                    <a:pt x="80454" y="77114"/>
                  </a:lnTo>
                  <a:lnTo>
                    <a:pt x="80733" y="79616"/>
                  </a:lnTo>
                  <a:lnTo>
                    <a:pt x="82435" y="80657"/>
                  </a:lnTo>
                  <a:lnTo>
                    <a:pt x="84467" y="78536"/>
                  </a:lnTo>
                  <a:lnTo>
                    <a:pt x="85051" y="76504"/>
                  </a:lnTo>
                  <a:lnTo>
                    <a:pt x="85813" y="73952"/>
                  </a:lnTo>
                  <a:close/>
                </a:path>
                <a:path w="285750" h="410209">
                  <a:moveTo>
                    <a:pt x="87312" y="53809"/>
                  </a:moveTo>
                  <a:lnTo>
                    <a:pt x="86588" y="52539"/>
                  </a:lnTo>
                  <a:lnTo>
                    <a:pt x="86423" y="52247"/>
                  </a:lnTo>
                  <a:lnTo>
                    <a:pt x="85547" y="50736"/>
                  </a:lnTo>
                  <a:lnTo>
                    <a:pt x="83439" y="52819"/>
                  </a:lnTo>
                  <a:lnTo>
                    <a:pt x="84975" y="53682"/>
                  </a:lnTo>
                  <a:lnTo>
                    <a:pt x="86537" y="54571"/>
                  </a:lnTo>
                  <a:lnTo>
                    <a:pt x="87312" y="53809"/>
                  </a:lnTo>
                  <a:close/>
                </a:path>
                <a:path w="285750" h="410209">
                  <a:moveTo>
                    <a:pt x="106045" y="119278"/>
                  </a:moveTo>
                  <a:lnTo>
                    <a:pt x="105460" y="119278"/>
                  </a:lnTo>
                  <a:lnTo>
                    <a:pt x="105460" y="119722"/>
                  </a:lnTo>
                  <a:lnTo>
                    <a:pt x="105752" y="119722"/>
                  </a:lnTo>
                  <a:lnTo>
                    <a:pt x="106045" y="119722"/>
                  </a:lnTo>
                  <a:lnTo>
                    <a:pt x="106045" y="119278"/>
                  </a:lnTo>
                  <a:close/>
                </a:path>
                <a:path w="285750" h="410209">
                  <a:moveTo>
                    <a:pt x="108902" y="30746"/>
                  </a:moveTo>
                  <a:lnTo>
                    <a:pt x="106070" y="27889"/>
                  </a:lnTo>
                  <a:lnTo>
                    <a:pt x="104406" y="29692"/>
                  </a:lnTo>
                  <a:lnTo>
                    <a:pt x="102552" y="31699"/>
                  </a:lnTo>
                  <a:lnTo>
                    <a:pt x="103352" y="35585"/>
                  </a:lnTo>
                  <a:lnTo>
                    <a:pt x="108000" y="35420"/>
                  </a:lnTo>
                  <a:lnTo>
                    <a:pt x="108458" y="33540"/>
                  </a:lnTo>
                  <a:lnTo>
                    <a:pt x="107251" y="32727"/>
                  </a:lnTo>
                  <a:lnTo>
                    <a:pt x="106984" y="32588"/>
                  </a:lnTo>
                  <a:lnTo>
                    <a:pt x="107086" y="32372"/>
                  </a:lnTo>
                  <a:lnTo>
                    <a:pt x="108902" y="30746"/>
                  </a:lnTo>
                  <a:close/>
                </a:path>
                <a:path w="285750" h="410209">
                  <a:moveTo>
                    <a:pt x="109715" y="74206"/>
                  </a:moveTo>
                  <a:lnTo>
                    <a:pt x="107657" y="74803"/>
                  </a:lnTo>
                  <a:lnTo>
                    <a:pt x="107429" y="74866"/>
                  </a:lnTo>
                  <a:lnTo>
                    <a:pt x="106972" y="74993"/>
                  </a:lnTo>
                  <a:lnTo>
                    <a:pt x="105968" y="75285"/>
                  </a:lnTo>
                  <a:lnTo>
                    <a:pt x="105968" y="76746"/>
                  </a:lnTo>
                  <a:lnTo>
                    <a:pt x="107200" y="77101"/>
                  </a:lnTo>
                  <a:lnTo>
                    <a:pt x="107429" y="77177"/>
                  </a:lnTo>
                  <a:lnTo>
                    <a:pt x="107657" y="77241"/>
                  </a:lnTo>
                  <a:lnTo>
                    <a:pt x="109689" y="77838"/>
                  </a:lnTo>
                  <a:lnTo>
                    <a:pt x="109715" y="74206"/>
                  </a:lnTo>
                  <a:close/>
                </a:path>
                <a:path w="285750" h="410209">
                  <a:moveTo>
                    <a:pt x="119786" y="181546"/>
                  </a:moveTo>
                  <a:lnTo>
                    <a:pt x="119507" y="180200"/>
                  </a:lnTo>
                  <a:lnTo>
                    <a:pt x="117741" y="179844"/>
                  </a:lnTo>
                  <a:lnTo>
                    <a:pt x="115506" y="179425"/>
                  </a:lnTo>
                  <a:lnTo>
                    <a:pt x="113703" y="181152"/>
                  </a:lnTo>
                  <a:lnTo>
                    <a:pt x="115239" y="184797"/>
                  </a:lnTo>
                  <a:lnTo>
                    <a:pt x="118021" y="185267"/>
                  </a:lnTo>
                  <a:lnTo>
                    <a:pt x="118910" y="183413"/>
                  </a:lnTo>
                  <a:lnTo>
                    <a:pt x="119049" y="183083"/>
                  </a:lnTo>
                  <a:lnTo>
                    <a:pt x="119202" y="182765"/>
                  </a:lnTo>
                  <a:lnTo>
                    <a:pt x="119786" y="181546"/>
                  </a:lnTo>
                  <a:close/>
                </a:path>
                <a:path w="285750" h="410209">
                  <a:moveTo>
                    <a:pt x="129705" y="44894"/>
                  </a:moveTo>
                  <a:lnTo>
                    <a:pt x="129489" y="43789"/>
                  </a:lnTo>
                  <a:lnTo>
                    <a:pt x="128816" y="40347"/>
                  </a:lnTo>
                  <a:lnTo>
                    <a:pt x="125031" y="41630"/>
                  </a:lnTo>
                  <a:lnTo>
                    <a:pt x="124447" y="42354"/>
                  </a:lnTo>
                  <a:lnTo>
                    <a:pt x="124409" y="44005"/>
                  </a:lnTo>
                  <a:lnTo>
                    <a:pt x="124612" y="44640"/>
                  </a:lnTo>
                  <a:lnTo>
                    <a:pt x="126453" y="46113"/>
                  </a:lnTo>
                  <a:lnTo>
                    <a:pt x="128282" y="45504"/>
                  </a:lnTo>
                  <a:lnTo>
                    <a:pt x="128295" y="45288"/>
                  </a:lnTo>
                  <a:lnTo>
                    <a:pt x="128308" y="45059"/>
                  </a:lnTo>
                  <a:lnTo>
                    <a:pt x="129705" y="44894"/>
                  </a:lnTo>
                  <a:close/>
                </a:path>
                <a:path w="285750" h="410209">
                  <a:moveTo>
                    <a:pt x="135496" y="1993"/>
                  </a:moveTo>
                  <a:lnTo>
                    <a:pt x="130251" y="6286"/>
                  </a:lnTo>
                  <a:lnTo>
                    <a:pt x="132041" y="6718"/>
                  </a:lnTo>
                  <a:lnTo>
                    <a:pt x="133794" y="5308"/>
                  </a:lnTo>
                  <a:lnTo>
                    <a:pt x="133946" y="5105"/>
                  </a:lnTo>
                  <a:lnTo>
                    <a:pt x="135496" y="1993"/>
                  </a:lnTo>
                  <a:close/>
                </a:path>
                <a:path w="285750" h="410209">
                  <a:moveTo>
                    <a:pt x="138760" y="178904"/>
                  </a:moveTo>
                  <a:lnTo>
                    <a:pt x="134912" y="176174"/>
                  </a:lnTo>
                  <a:lnTo>
                    <a:pt x="133489" y="178790"/>
                  </a:lnTo>
                  <a:lnTo>
                    <a:pt x="132880" y="179908"/>
                  </a:lnTo>
                  <a:lnTo>
                    <a:pt x="132410" y="180644"/>
                  </a:lnTo>
                  <a:lnTo>
                    <a:pt x="132994" y="182778"/>
                  </a:lnTo>
                  <a:lnTo>
                    <a:pt x="133781" y="183070"/>
                  </a:lnTo>
                  <a:lnTo>
                    <a:pt x="135699" y="182816"/>
                  </a:lnTo>
                  <a:lnTo>
                    <a:pt x="136118" y="182181"/>
                  </a:lnTo>
                  <a:lnTo>
                    <a:pt x="138760" y="178904"/>
                  </a:lnTo>
                  <a:close/>
                </a:path>
                <a:path w="285750" h="410209">
                  <a:moveTo>
                    <a:pt x="148170" y="84950"/>
                  </a:moveTo>
                  <a:lnTo>
                    <a:pt x="146304" y="81864"/>
                  </a:lnTo>
                  <a:lnTo>
                    <a:pt x="146304" y="84302"/>
                  </a:lnTo>
                  <a:lnTo>
                    <a:pt x="146265" y="84632"/>
                  </a:lnTo>
                  <a:lnTo>
                    <a:pt x="146215" y="84505"/>
                  </a:lnTo>
                  <a:lnTo>
                    <a:pt x="146164" y="84632"/>
                  </a:lnTo>
                  <a:lnTo>
                    <a:pt x="146100" y="84785"/>
                  </a:lnTo>
                  <a:lnTo>
                    <a:pt x="146075" y="84175"/>
                  </a:lnTo>
                  <a:lnTo>
                    <a:pt x="146215" y="84505"/>
                  </a:lnTo>
                  <a:lnTo>
                    <a:pt x="146304" y="84302"/>
                  </a:lnTo>
                  <a:lnTo>
                    <a:pt x="146304" y="81864"/>
                  </a:lnTo>
                  <a:lnTo>
                    <a:pt x="145262" y="82029"/>
                  </a:lnTo>
                  <a:lnTo>
                    <a:pt x="143865" y="81813"/>
                  </a:lnTo>
                  <a:lnTo>
                    <a:pt x="143090" y="81762"/>
                  </a:lnTo>
                  <a:lnTo>
                    <a:pt x="141389" y="83007"/>
                  </a:lnTo>
                  <a:lnTo>
                    <a:pt x="140652" y="84162"/>
                  </a:lnTo>
                  <a:lnTo>
                    <a:pt x="141617" y="86868"/>
                  </a:lnTo>
                  <a:lnTo>
                    <a:pt x="142544" y="87617"/>
                  </a:lnTo>
                  <a:lnTo>
                    <a:pt x="144868" y="87731"/>
                  </a:lnTo>
                  <a:lnTo>
                    <a:pt x="145554" y="87363"/>
                  </a:lnTo>
                  <a:lnTo>
                    <a:pt x="146977" y="86055"/>
                  </a:lnTo>
                  <a:lnTo>
                    <a:pt x="148170" y="84950"/>
                  </a:lnTo>
                  <a:close/>
                </a:path>
                <a:path w="285750" h="410209">
                  <a:moveTo>
                    <a:pt x="161582" y="22034"/>
                  </a:moveTo>
                  <a:close/>
                </a:path>
                <a:path w="285750" h="410209">
                  <a:moveTo>
                    <a:pt x="163334" y="18796"/>
                  </a:moveTo>
                  <a:lnTo>
                    <a:pt x="158369" y="15887"/>
                  </a:lnTo>
                  <a:lnTo>
                    <a:pt x="155790" y="20434"/>
                  </a:lnTo>
                  <a:lnTo>
                    <a:pt x="155778" y="21882"/>
                  </a:lnTo>
                  <a:lnTo>
                    <a:pt x="156121" y="24384"/>
                  </a:lnTo>
                  <a:lnTo>
                    <a:pt x="157556" y="24993"/>
                  </a:lnTo>
                  <a:lnTo>
                    <a:pt x="159766" y="25285"/>
                  </a:lnTo>
                  <a:lnTo>
                    <a:pt x="160667" y="24650"/>
                  </a:lnTo>
                  <a:lnTo>
                    <a:pt x="161277" y="23558"/>
                  </a:lnTo>
                  <a:lnTo>
                    <a:pt x="161467" y="23139"/>
                  </a:lnTo>
                  <a:lnTo>
                    <a:pt x="161544" y="22644"/>
                  </a:lnTo>
                  <a:lnTo>
                    <a:pt x="161505" y="22034"/>
                  </a:lnTo>
                  <a:lnTo>
                    <a:pt x="161467" y="21323"/>
                  </a:lnTo>
                  <a:lnTo>
                    <a:pt x="161556" y="21945"/>
                  </a:lnTo>
                  <a:lnTo>
                    <a:pt x="161912" y="21323"/>
                  </a:lnTo>
                  <a:lnTo>
                    <a:pt x="163334" y="18796"/>
                  </a:lnTo>
                  <a:close/>
                </a:path>
                <a:path w="285750" h="410209">
                  <a:moveTo>
                    <a:pt x="221259" y="47561"/>
                  </a:moveTo>
                  <a:lnTo>
                    <a:pt x="220484" y="46202"/>
                  </a:lnTo>
                  <a:lnTo>
                    <a:pt x="221043" y="45402"/>
                  </a:lnTo>
                  <a:lnTo>
                    <a:pt x="219049" y="44018"/>
                  </a:lnTo>
                  <a:lnTo>
                    <a:pt x="216369" y="45148"/>
                  </a:lnTo>
                  <a:lnTo>
                    <a:pt x="215544" y="45923"/>
                  </a:lnTo>
                  <a:lnTo>
                    <a:pt x="213525" y="48590"/>
                  </a:lnTo>
                  <a:lnTo>
                    <a:pt x="215125" y="50660"/>
                  </a:lnTo>
                  <a:lnTo>
                    <a:pt x="218452" y="50736"/>
                  </a:lnTo>
                  <a:lnTo>
                    <a:pt x="219354" y="50038"/>
                  </a:lnTo>
                  <a:lnTo>
                    <a:pt x="220218" y="48907"/>
                  </a:lnTo>
                  <a:lnTo>
                    <a:pt x="221259" y="47561"/>
                  </a:lnTo>
                  <a:close/>
                </a:path>
                <a:path w="285750" h="410209">
                  <a:moveTo>
                    <a:pt x="236232" y="59334"/>
                  </a:moveTo>
                  <a:lnTo>
                    <a:pt x="235953" y="59309"/>
                  </a:lnTo>
                  <a:lnTo>
                    <a:pt x="235204" y="59245"/>
                  </a:lnTo>
                  <a:lnTo>
                    <a:pt x="234454" y="59182"/>
                  </a:lnTo>
                  <a:lnTo>
                    <a:pt x="233159" y="59055"/>
                  </a:lnTo>
                  <a:lnTo>
                    <a:pt x="233159" y="59994"/>
                  </a:lnTo>
                  <a:lnTo>
                    <a:pt x="233705" y="59944"/>
                  </a:lnTo>
                  <a:lnTo>
                    <a:pt x="234454" y="59880"/>
                  </a:lnTo>
                  <a:lnTo>
                    <a:pt x="235953" y="59728"/>
                  </a:lnTo>
                  <a:lnTo>
                    <a:pt x="236232" y="59715"/>
                  </a:lnTo>
                  <a:lnTo>
                    <a:pt x="236232" y="59334"/>
                  </a:lnTo>
                  <a:close/>
                </a:path>
                <a:path w="285750" h="410209">
                  <a:moveTo>
                    <a:pt x="237401" y="54330"/>
                  </a:moveTo>
                  <a:lnTo>
                    <a:pt x="231140" y="54330"/>
                  </a:lnTo>
                  <a:lnTo>
                    <a:pt x="233324" y="57099"/>
                  </a:lnTo>
                  <a:lnTo>
                    <a:pt x="233883" y="57797"/>
                  </a:lnTo>
                  <a:lnTo>
                    <a:pt x="234670" y="57797"/>
                  </a:lnTo>
                  <a:lnTo>
                    <a:pt x="235204" y="57099"/>
                  </a:lnTo>
                  <a:lnTo>
                    <a:pt x="237401" y="54330"/>
                  </a:lnTo>
                  <a:close/>
                </a:path>
                <a:path w="285750" h="410209">
                  <a:moveTo>
                    <a:pt x="238823" y="144005"/>
                  </a:moveTo>
                  <a:lnTo>
                    <a:pt x="233362" y="142836"/>
                  </a:lnTo>
                  <a:lnTo>
                    <a:pt x="233324" y="147243"/>
                  </a:lnTo>
                  <a:lnTo>
                    <a:pt x="233756" y="147878"/>
                  </a:lnTo>
                  <a:lnTo>
                    <a:pt x="235953" y="149250"/>
                  </a:lnTo>
                  <a:lnTo>
                    <a:pt x="237515" y="148145"/>
                  </a:lnTo>
                  <a:lnTo>
                    <a:pt x="237553" y="147510"/>
                  </a:lnTo>
                  <a:lnTo>
                    <a:pt x="237604" y="146570"/>
                  </a:lnTo>
                  <a:lnTo>
                    <a:pt x="238137" y="145453"/>
                  </a:lnTo>
                  <a:lnTo>
                    <a:pt x="238823" y="144005"/>
                  </a:lnTo>
                  <a:close/>
                </a:path>
                <a:path w="285750" h="410209">
                  <a:moveTo>
                    <a:pt x="240169" y="105994"/>
                  </a:moveTo>
                  <a:lnTo>
                    <a:pt x="235508" y="102527"/>
                  </a:lnTo>
                  <a:lnTo>
                    <a:pt x="233908" y="105575"/>
                  </a:lnTo>
                  <a:lnTo>
                    <a:pt x="233426" y="106502"/>
                  </a:lnTo>
                  <a:lnTo>
                    <a:pt x="233400" y="107137"/>
                  </a:lnTo>
                  <a:lnTo>
                    <a:pt x="233756" y="109423"/>
                  </a:lnTo>
                  <a:lnTo>
                    <a:pt x="235254" y="109893"/>
                  </a:lnTo>
                  <a:lnTo>
                    <a:pt x="236334" y="109702"/>
                  </a:lnTo>
                  <a:lnTo>
                    <a:pt x="236816" y="109639"/>
                  </a:lnTo>
                  <a:lnTo>
                    <a:pt x="237159" y="109372"/>
                  </a:lnTo>
                  <a:lnTo>
                    <a:pt x="237655" y="108775"/>
                  </a:lnTo>
                  <a:lnTo>
                    <a:pt x="238429" y="107734"/>
                  </a:lnTo>
                  <a:lnTo>
                    <a:pt x="237655" y="108483"/>
                  </a:lnTo>
                  <a:lnTo>
                    <a:pt x="240169" y="105994"/>
                  </a:lnTo>
                  <a:close/>
                </a:path>
                <a:path w="285750" h="410209">
                  <a:moveTo>
                    <a:pt x="240169" y="22771"/>
                  </a:moveTo>
                  <a:lnTo>
                    <a:pt x="239623" y="22771"/>
                  </a:lnTo>
                  <a:lnTo>
                    <a:pt x="239623" y="23190"/>
                  </a:lnTo>
                  <a:lnTo>
                    <a:pt x="239890" y="23190"/>
                  </a:lnTo>
                  <a:lnTo>
                    <a:pt x="240169" y="23190"/>
                  </a:lnTo>
                  <a:lnTo>
                    <a:pt x="240169" y="22771"/>
                  </a:lnTo>
                  <a:close/>
                </a:path>
                <a:path w="285750" h="410209">
                  <a:moveTo>
                    <a:pt x="241719" y="167627"/>
                  </a:moveTo>
                  <a:lnTo>
                    <a:pt x="241604" y="165481"/>
                  </a:lnTo>
                  <a:lnTo>
                    <a:pt x="241554" y="165125"/>
                  </a:lnTo>
                  <a:lnTo>
                    <a:pt x="240792" y="162433"/>
                  </a:lnTo>
                  <a:lnTo>
                    <a:pt x="237794" y="163322"/>
                  </a:lnTo>
                  <a:lnTo>
                    <a:pt x="238467" y="165061"/>
                  </a:lnTo>
                  <a:lnTo>
                    <a:pt x="238925" y="166217"/>
                  </a:lnTo>
                  <a:lnTo>
                    <a:pt x="240042" y="167881"/>
                  </a:lnTo>
                  <a:lnTo>
                    <a:pt x="241719" y="167627"/>
                  </a:lnTo>
                  <a:close/>
                </a:path>
                <a:path w="285750" h="410209">
                  <a:moveTo>
                    <a:pt x="242455" y="127381"/>
                  </a:moveTo>
                  <a:lnTo>
                    <a:pt x="241541" y="125806"/>
                  </a:lnTo>
                  <a:lnTo>
                    <a:pt x="240512" y="123977"/>
                  </a:lnTo>
                  <a:lnTo>
                    <a:pt x="237985" y="126492"/>
                  </a:lnTo>
                  <a:lnTo>
                    <a:pt x="239814" y="127533"/>
                  </a:lnTo>
                  <a:lnTo>
                    <a:pt x="241414" y="128435"/>
                  </a:lnTo>
                  <a:lnTo>
                    <a:pt x="242455" y="127381"/>
                  </a:lnTo>
                  <a:close/>
                </a:path>
                <a:path w="285750" h="410209">
                  <a:moveTo>
                    <a:pt x="246545" y="46393"/>
                  </a:moveTo>
                  <a:lnTo>
                    <a:pt x="245706" y="45567"/>
                  </a:lnTo>
                  <a:lnTo>
                    <a:pt x="242760" y="47815"/>
                  </a:lnTo>
                  <a:lnTo>
                    <a:pt x="244284" y="49352"/>
                  </a:lnTo>
                  <a:lnTo>
                    <a:pt x="246545" y="46393"/>
                  </a:lnTo>
                  <a:close/>
                </a:path>
                <a:path w="285750" h="410209">
                  <a:moveTo>
                    <a:pt x="246938" y="188633"/>
                  </a:moveTo>
                  <a:lnTo>
                    <a:pt x="246341" y="188633"/>
                  </a:lnTo>
                  <a:lnTo>
                    <a:pt x="246341" y="189077"/>
                  </a:lnTo>
                  <a:lnTo>
                    <a:pt x="246634" y="189077"/>
                  </a:lnTo>
                  <a:lnTo>
                    <a:pt x="246938" y="189077"/>
                  </a:lnTo>
                  <a:lnTo>
                    <a:pt x="246938" y="188633"/>
                  </a:lnTo>
                  <a:close/>
                </a:path>
                <a:path w="285750" h="410209">
                  <a:moveTo>
                    <a:pt x="247167" y="232346"/>
                  </a:moveTo>
                  <a:lnTo>
                    <a:pt x="246443" y="231622"/>
                  </a:lnTo>
                  <a:lnTo>
                    <a:pt x="245414" y="232092"/>
                  </a:lnTo>
                  <a:lnTo>
                    <a:pt x="243205" y="233083"/>
                  </a:lnTo>
                  <a:lnTo>
                    <a:pt x="245694" y="235585"/>
                  </a:lnTo>
                  <a:lnTo>
                    <a:pt x="246481" y="233845"/>
                  </a:lnTo>
                  <a:lnTo>
                    <a:pt x="246697" y="233375"/>
                  </a:lnTo>
                  <a:lnTo>
                    <a:pt x="246811" y="233146"/>
                  </a:lnTo>
                  <a:lnTo>
                    <a:pt x="247167" y="232346"/>
                  </a:lnTo>
                  <a:close/>
                </a:path>
                <a:path w="285750" h="410209">
                  <a:moveTo>
                    <a:pt x="250202" y="69265"/>
                  </a:moveTo>
                  <a:lnTo>
                    <a:pt x="249212" y="66700"/>
                  </a:lnTo>
                  <a:lnTo>
                    <a:pt x="247764" y="67564"/>
                  </a:lnTo>
                  <a:lnTo>
                    <a:pt x="247180" y="67652"/>
                  </a:lnTo>
                  <a:lnTo>
                    <a:pt x="246888" y="67678"/>
                  </a:lnTo>
                  <a:lnTo>
                    <a:pt x="245935" y="67411"/>
                  </a:lnTo>
                  <a:lnTo>
                    <a:pt x="245452" y="68707"/>
                  </a:lnTo>
                  <a:lnTo>
                    <a:pt x="247053" y="69773"/>
                  </a:lnTo>
                  <a:lnTo>
                    <a:pt x="247688" y="69837"/>
                  </a:lnTo>
                  <a:lnTo>
                    <a:pt x="250202" y="69265"/>
                  </a:lnTo>
                  <a:close/>
                </a:path>
                <a:path w="285750" h="410209">
                  <a:moveTo>
                    <a:pt x="252615" y="255625"/>
                  </a:moveTo>
                  <a:lnTo>
                    <a:pt x="250799" y="255625"/>
                  </a:lnTo>
                  <a:lnTo>
                    <a:pt x="250786" y="257035"/>
                  </a:lnTo>
                  <a:lnTo>
                    <a:pt x="251701" y="257035"/>
                  </a:lnTo>
                  <a:lnTo>
                    <a:pt x="252603" y="257035"/>
                  </a:lnTo>
                  <a:lnTo>
                    <a:pt x="252615" y="255625"/>
                  </a:lnTo>
                  <a:close/>
                </a:path>
                <a:path w="285750" h="410209">
                  <a:moveTo>
                    <a:pt x="252679" y="379971"/>
                  </a:moveTo>
                  <a:lnTo>
                    <a:pt x="249605" y="379971"/>
                  </a:lnTo>
                  <a:lnTo>
                    <a:pt x="249605" y="382358"/>
                  </a:lnTo>
                  <a:lnTo>
                    <a:pt x="251142" y="382358"/>
                  </a:lnTo>
                  <a:lnTo>
                    <a:pt x="252679" y="382358"/>
                  </a:lnTo>
                  <a:lnTo>
                    <a:pt x="252679" y="379971"/>
                  </a:lnTo>
                  <a:close/>
                </a:path>
                <a:path w="285750" h="410209">
                  <a:moveTo>
                    <a:pt x="253352" y="15633"/>
                  </a:moveTo>
                  <a:lnTo>
                    <a:pt x="252603" y="14986"/>
                  </a:lnTo>
                  <a:lnTo>
                    <a:pt x="251790" y="15392"/>
                  </a:lnTo>
                  <a:lnTo>
                    <a:pt x="251599" y="15544"/>
                  </a:lnTo>
                  <a:lnTo>
                    <a:pt x="251383" y="15595"/>
                  </a:lnTo>
                  <a:lnTo>
                    <a:pt x="251155" y="15544"/>
                  </a:lnTo>
                  <a:lnTo>
                    <a:pt x="249631" y="15405"/>
                  </a:lnTo>
                  <a:lnTo>
                    <a:pt x="249643" y="17792"/>
                  </a:lnTo>
                  <a:lnTo>
                    <a:pt x="251155" y="17932"/>
                  </a:lnTo>
                  <a:lnTo>
                    <a:pt x="252222" y="18034"/>
                  </a:lnTo>
                  <a:lnTo>
                    <a:pt x="253060" y="17589"/>
                  </a:lnTo>
                  <a:lnTo>
                    <a:pt x="253238" y="16497"/>
                  </a:lnTo>
                  <a:lnTo>
                    <a:pt x="253352" y="15633"/>
                  </a:lnTo>
                  <a:close/>
                </a:path>
                <a:path w="285750" h="410209">
                  <a:moveTo>
                    <a:pt x="253377" y="31483"/>
                  </a:moveTo>
                  <a:lnTo>
                    <a:pt x="247764" y="31483"/>
                  </a:lnTo>
                  <a:lnTo>
                    <a:pt x="247764" y="35839"/>
                  </a:lnTo>
                  <a:lnTo>
                    <a:pt x="250571" y="35839"/>
                  </a:lnTo>
                  <a:lnTo>
                    <a:pt x="253377" y="35839"/>
                  </a:lnTo>
                  <a:lnTo>
                    <a:pt x="253377" y="31483"/>
                  </a:lnTo>
                  <a:close/>
                </a:path>
                <a:path w="285750" h="410209">
                  <a:moveTo>
                    <a:pt x="253746" y="319328"/>
                  </a:moveTo>
                  <a:lnTo>
                    <a:pt x="253365" y="317093"/>
                  </a:lnTo>
                  <a:lnTo>
                    <a:pt x="252958" y="314617"/>
                  </a:lnTo>
                  <a:lnTo>
                    <a:pt x="246672" y="314998"/>
                  </a:lnTo>
                  <a:lnTo>
                    <a:pt x="246405" y="318897"/>
                  </a:lnTo>
                  <a:lnTo>
                    <a:pt x="246392" y="319405"/>
                  </a:lnTo>
                  <a:lnTo>
                    <a:pt x="250558" y="321157"/>
                  </a:lnTo>
                  <a:lnTo>
                    <a:pt x="251142" y="319455"/>
                  </a:lnTo>
                  <a:lnTo>
                    <a:pt x="253746" y="319328"/>
                  </a:lnTo>
                  <a:close/>
                </a:path>
                <a:path w="285750" h="410209">
                  <a:moveTo>
                    <a:pt x="254127" y="58826"/>
                  </a:moveTo>
                  <a:lnTo>
                    <a:pt x="253771" y="58826"/>
                  </a:lnTo>
                  <a:lnTo>
                    <a:pt x="253771" y="59105"/>
                  </a:lnTo>
                  <a:lnTo>
                    <a:pt x="253949" y="59105"/>
                  </a:lnTo>
                  <a:lnTo>
                    <a:pt x="254127" y="59105"/>
                  </a:lnTo>
                  <a:lnTo>
                    <a:pt x="254127" y="58826"/>
                  </a:lnTo>
                  <a:close/>
                </a:path>
                <a:path w="285750" h="410209">
                  <a:moveTo>
                    <a:pt x="254698" y="221030"/>
                  </a:moveTo>
                  <a:lnTo>
                    <a:pt x="254647" y="220865"/>
                  </a:lnTo>
                  <a:lnTo>
                    <a:pt x="254266" y="219951"/>
                  </a:lnTo>
                  <a:lnTo>
                    <a:pt x="254241" y="219049"/>
                  </a:lnTo>
                  <a:lnTo>
                    <a:pt x="254584" y="218109"/>
                  </a:lnTo>
                  <a:lnTo>
                    <a:pt x="254469" y="217982"/>
                  </a:lnTo>
                  <a:lnTo>
                    <a:pt x="254114" y="219087"/>
                  </a:lnTo>
                  <a:lnTo>
                    <a:pt x="254088" y="219913"/>
                  </a:lnTo>
                  <a:lnTo>
                    <a:pt x="254431" y="221119"/>
                  </a:lnTo>
                  <a:lnTo>
                    <a:pt x="254698" y="221030"/>
                  </a:lnTo>
                  <a:close/>
                </a:path>
                <a:path w="285750" h="410209">
                  <a:moveTo>
                    <a:pt x="255066" y="21399"/>
                  </a:moveTo>
                  <a:lnTo>
                    <a:pt x="253466" y="20929"/>
                  </a:lnTo>
                  <a:lnTo>
                    <a:pt x="251091" y="26162"/>
                  </a:lnTo>
                  <a:lnTo>
                    <a:pt x="254711" y="27038"/>
                  </a:lnTo>
                  <a:lnTo>
                    <a:pt x="254863" y="24663"/>
                  </a:lnTo>
                  <a:lnTo>
                    <a:pt x="255066" y="21399"/>
                  </a:lnTo>
                  <a:close/>
                </a:path>
                <a:path w="285750" h="410209">
                  <a:moveTo>
                    <a:pt x="257162" y="406527"/>
                  </a:moveTo>
                  <a:lnTo>
                    <a:pt x="252996" y="406527"/>
                  </a:lnTo>
                  <a:lnTo>
                    <a:pt x="252996" y="409765"/>
                  </a:lnTo>
                  <a:lnTo>
                    <a:pt x="255079" y="409765"/>
                  </a:lnTo>
                  <a:lnTo>
                    <a:pt x="257162" y="409765"/>
                  </a:lnTo>
                  <a:lnTo>
                    <a:pt x="257162" y="406527"/>
                  </a:lnTo>
                  <a:close/>
                </a:path>
                <a:path w="285750" h="410209">
                  <a:moveTo>
                    <a:pt x="259308" y="10947"/>
                  </a:moveTo>
                  <a:lnTo>
                    <a:pt x="258711" y="10947"/>
                  </a:lnTo>
                  <a:lnTo>
                    <a:pt x="258711" y="11391"/>
                  </a:lnTo>
                  <a:lnTo>
                    <a:pt x="259016" y="11391"/>
                  </a:lnTo>
                  <a:lnTo>
                    <a:pt x="259308" y="11391"/>
                  </a:lnTo>
                  <a:lnTo>
                    <a:pt x="259308" y="10947"/>
                  </a:lnTo>
                  <a:close/>
                </a:path>
                <a:path w="285750" h="410209">
                  <a:moveTo>
                    <a:pt x="261721" y="354685"/>
                  </a:moveTo>
                  <a:lnTo>
                    <a:pt x="255168" y="354685"/>
                  </a:lnTo>
                  <a:lnTo>
                    <a:pt x="256997" y="357835"/>
                  </a:lnTo>
                  <a:lnTo>
                    <a:pt x="257073" y="357962"/>
                  </a:lnTo>
                  <a:lnTo>
                    <a:pt x="257149" y="358114"/>
                  </a:lnTo>
                  <a:lnTo>
                    <a:pt x="257759" y="359156"/>
                  </a:lnTo>
                  <a:lnTo>
                    <a:pt x="259143" y="359156"/>
                  </a:lnTo>
                  <a:lnTo>
                    <a:pt x="259740" y="358114"/>
                  </a:lnTo>
                  <a:lnTo>
                    <a:pt x="259816" y="357962"/>
                  </a:lnTo>
                  <a:lnTo>
                    <a:pt x="261721" y="354685"/>
                  </a:lnTo>
                  <a:close/>
                </a:path>
                <a:path w="285750" h="410209">
                  <a:moveTo>
                    <a:pt x="261810" y="285470"/>
                  </a:moveTo>
                  <a:lnTo>
                    <a:pt x="258826" y="284772"/>
                  </a:lnTo>
                  <a:lnTo>
                    <a:pt x="257403" y="284454"/>
                  </a:lnTo>
                  <a:lnTo>
                    <a:pt x="256768" y="285089"/>
                  </a:lnTo>
                  <a:lnTo>
                    <a:pt x="257784" y="289483"/>
                  </a:lnTo>
                  <a:lnTo>
                    <a:pt x="261810" y="285470"/>
                  </a:lnTo>
                  <a:close/>
                </a:path>
                <a:path w="285750" h="410209">
                  <a:moveTo>
                    <a:pt x="265887" y="243725"/>
                  </a:moveTo>
                  <a:lnTo>
                    <a:pt x="265290" y="242722"/>
                  </a:lnTo>
                  <a:lnTo>
                    <a:pt x="265049" y="242265"/>
                  </a:lnTo>
                  <a:lnTo>
                    <a:pt x="264121" y="240652"/>
                  </a:lnTo>
                  <a:lnTo>
                    <a:pt x="261886" y="242887"/>
                  </a:lnTo>
                  <a:lnTo>
                    <a:pt x="263499" y="243801"/>
                  </a:lnTo>
                  <a:lnTo>
                    <a:pt x="264172" y="244182"/>
                  </a:lnTo>
                  <a:lnTo>
                    <a:pt x="264972" y="244640"/>
                  </a:lnTo>
                  <a:lnTo>
                    <a:pt x="265887" y="243725"/>
                  </a:lnTo>
                  <a:close/>
                </a:path>
                <a:path w="285750" h="410209">
                  <a:moveTo>
                    <a:pt x="266204" y="184010"/>
                  </a:moveTo>
                  <a:lnTo>
                    <a:pt x="265303" y="184010"/>
                  </a:lnTo>
                  <a:lnTo>
                    <a:pt x="265303" y="184708"/>
                  </a:lnTo>
                  <a:lnTo>
                    <a:pt x="265760" y="184708"/>
                  </a:lnTo>
                  <a:lnTo>
                    <a:pt x="266204" y="184708"/>
                  </a:lnTo>
                  <a:lnTo>
                    <a:pt x="266204" y="184010"/>
                  </a:lnTo>
                  <a:close/>
                </a:path>
                <a:path w="285750" h="410209">
                  <a:moveTo>
                    <a:pt x="266573" y="43294"/>
                  </a:moveTo>
                  <a:lnTo>
                    <a:pt x="265125" y="41833"/>
                  </a:lnTo>
                  <a:lnTo>
                    <a:pt x="262851" y="43230"/>
                  </a:lnTo>
                  <a:lnTo>
                    <a:pt x="262509" y="43611"/>
                  </a:lnTo>
                  <a:lnTo>
                    <a:pt x="262445" y="44907"/>
                  </a:lnTo>
                  <a:lnTo>
                    <a:pt x="262432" y="45453"/>
                  </a:lnTo>
                  <a:lnTo>
                    <a:pt x="262953" y="45974"/>
                  </a:lnTo>
                  <a:lnTo>
                    <a:pt x="263512" y="45961"/>
                  </a:lnTo>
                  <a:lnTo>
                    <a:pt x="264782" y="45910"/>
                  </a:lnTo>
                  <a:lnTo>
                    <a:pt x="265176" y="45580"/>
                  </a:lnTo>
                  <a:lnTo>
                    <a:pt x="266573" y="43294"/>
                  </a:lnTo>
                  <a:close/>
                </a:path>
                <a:path w="285750" h="410209">
                  <a:moveTo>
                    <a:pt x="267677" y="131533"/>
                  </a:moveTo>
                  <a:lnTo>
                    <a:pt x="266852" y="130708"/>
                  </a:lnTo>
                  <a:lnTo>
                    <a:pt x="266661" y="130911"/>
                  </a:lnTo>
                  <a:lnTo>
                    <a:pt x="266788" y="131038"/>
                  </a:lnTo>
                  <a:lnTo>
                    <a:pt x="267474" y="131724"/>
                  </a:lnTo>
                  <a:lnTo>
                    <a:pt x="267677" y="131533"/>
                  </a:lnTo>
                  <a:close/>
                </a:path>
                <a:path w="285750" h="410209">
                  <a:moveTo>
                    <a:pt x="267792" y="25793"/>
                  </a:moveTo>
                  <a:lnTo>
                    <a:pt x="263715" y="25781"/>
                  </a:lnTo>
                  <a:lnTo>
                    <a:pt x="264541" y="27813"/>
                  </a:lnTo>
                  <a:lnTo>
                    <a:pt x="264604" y="27978"/>
                  </a:lnTo>
                  <a:lnTo>
                    <a:pt x="264680" y="28143"/>
                  </a:lnTo>
                  <a:lnTo>
                    <a:pt x="264731" y="28308"/>
                  </a:lnTo>
                  <a:lnTo>
                    <a:pt x="265150" y="29311"/>
                  </a:lnTo>
                  <a:lnTo>
                    <a:pt x="266369" y="29311"/>
                  </a:lnTo>
                  <a:lnTo>
                    <a:pt x="266776" y="28308"/>
                  </a:lnTo>
                  <a:lnTo>
                    <a:pt x="266839" y="28143"/>
                  </a:lnTo>
                  <a:lnTo>
                    <a:pt x="266915" y="27978"/>
                  </a:lnTo>
                  <a:lnTo>
                    <a:pt x="266979" y="27813"/>
                  </a:lnTo>
                  <a:lnTo>
                    <a:pt x="267792" y="25793"/>
                  </a:lnTo>
                  <a:close/>
                </a:path>
                <a:path w="285750" h="410209">
                  <a:moveTo>
                    <a:pt x="268249" y="277202"/>
                  </a:moveTo>
                  <a:lnTo>
                    <a:pt x="265518" y="277202"/>
                  </a:lnTo>
                  <a:lnTo>
                    <a:pt x="265518" y="279311"/>
                  </a:lnTo>
                  <a:lnTo>
                    <a:pt x="266877" y="279311"/>
                  </a:lnTo>
                  <a:lnTo>
                    <a:pt x="268249" y="279311"/>
                  </a:lnTo>
                  <a:lnTo>
                    <a:pt x="268249" y="277202"/>
                  </a:lnTo>
                  <a:close/>
                </a:path>
                <a:path w="285750" h="410209">
                  <a:moveTo>
                    <a:pt x="269100" y="5067"/>
                  </a:moveTo>
                  <a:lnTo>
                    <a:pt x="267335" y="3429"/>
                  </a:lnTo>
                  <a:lnTo>
                    <a:pt x="265404" y="1651"/>
                  </a:lnTo>
                  <a:lnTo>
                    <a:pt x="263664" y="5473"/>
                  </a:lnTo>
                  <a:lnTo>
                    <a:pt x="265899" y="5892"/>
                  </a:lnTo>
                  <a:lnTo>
                    <a:pt x="266712" y="6045"/>
                  </a:lnTo>
                  <a:lnTo>
                    <a:pt x="267119" y="6121"/>
                  </a:lnTo>
                  <a:lnTo>
                    <a:pt x="268147" y="6311"/>
                  </a:lnTo>
                  <a:lnTo>
                    <a:pt x="269100" y="5067"/>
                  </a:lnTo>
                  <a:close/>
                </a:path>
                <a:path w="285750" h="410209">
                  <a:moveTo>
                    <a:pt x="269201" y="313105"/>
                  </a:moveTo>
                  <a:lnTo>
                    <a:pt x="268262" y="312737"/>
                  </a:lnTo>
                  <a:lnTo>
                    <a:pt x="268097" y="312674"/>
                  </a:lnTo>
                  <a:lnTo>
                    <a:pt x="267931" y="312597"/>
                  </a:lnTo>
                  <a:lnTo>
                    <a:pt x="265861" y="311772"/>
                  </a:lnTo>
                  <a:lnTo>
                    <a:pt x="265836" y="315607"/>
                  </a:lnTo>
                  <a:lnTo>
                    <a:pt x="267766" y="314833"/>
                  </a:lnTo>
                  <a:lnTo>
                    <a:pt x="267931" y="314769"/>
                  </a:lnTo>
                  <a:lnTo>
                    <a:pt x="268262" y="314642"/>
                  </a:lnTo>
                  <a:lnTo>
                    <a:pt x="269201" y="314261"/>
                  </a:lnTo>
                  <a:lnTo>
                    <a:pt x="269201" y="313105"/>
                  </a:lnTo>
                  <a:close/>
                </a:path>
                <a:path w="285750" h="410209">
                  <a:moveTo>
                    <a:pt x="269430" y="371373"/>
                  </a:moveTo>
                  <a:lnTo>
                    <a:pt x="268833" y="371373"/>
                  </a:lnTo>
                  <a:lnTo>
                    <a:pt x="268833" y="371830"/>
                  </a:lnTo>
                  <a:lnTo>
                    <a:pt x="269138" y="371830"/>
                  </a:lnTo>
                  <a:lnTo>
                    <a:pt x="269430" y="371830"/>
                  </a:lnTo>
                  <a:lnTo>
                    <a:pt x="269430" y="371373"/>
                  </a:lnTo>
                  <a:close/>
                </a:path>
                <a:path w="285750" h="410209">
                  <a:moveTo>
                    <a:pt x="269875" y="202184"/>
                  </a:moveTo>
                  <a:lnTo>
                    <a:pt x="269214" y="201917"/>
                  </a:lnTo>
                  <a:lnTo>
                    <a:pt x="267220" y="201066"/>
                  </a:lnTo>
                  <a:lnTo>
                    <a:pt x="267106" y="200875"/>
                  </a:lnTo>
                  <a:lnTo>
                    <a:pt x="266649" y="200050"/>
                  </a:lnTo>
                  <a:lnTo>
                    <a:pt x="264528" y="200418"/>
                  </a:lnTo>
                  <a:lnTo>
                    <a:pt x="263931" y="202399"/>
                  </a:lnTo>
                  <a:lnTo>
                    <a:pt x="263664" y="204736"/>
                  </a:lnTo>
                  <a:lnTo>
                    <a:pt x="265087" y="205905"/>
                  </a:lnTo>
                  <a:lnTo>
                    <a:pt x="269786" y="205879"/>
                  </a:lnTo>
                  <a:lnTo>
                    <a:pt x="269875" y="202184"/>
                  </a:lnTo>
                  <a:close/>
                </a:path>
                <a:path w="285750" h="410209">
                  <a:moveTo>
                    <a:pt x="270611" y="338924"/>
                  </a:moveTo>
                  <a:lnTo>
                    <a:pt x="270370" y="337908"/>
                  </a:lnTo>
                  <a:lnTo>
                    <a:pt x="269887" y="336054"/>
                  </a:lnTo>
                  <a:lnTo>
                    <a:pt x="267004" y="336003"/>
                  </a:lnTo>
                  <a:lnTo>
                    <a:pt x="266560" y="337908"/>
                  </a:lnTo>
                  <a:lnTo>
                    <a:pt x="266319" y="338924"/>
                  </a:lnTo>
                  <a:lnTo>
                    <a:pt x="266382" y="339559"/>
                  </a:lnTo>
                  <a:lnTo>
                    <a:pt x="267563" y="341642"/>
                  </a:lnTo>
                  <a:lnTo>
                    <a:pt x="269392" y="341680"/>
                  </a:lnTo>
                  <a:lnTo>
                    <a:pt x="270560" y="339534"/>
                  </a:lnTo>
                  <a:lnTo>
                    <a:pt x="270611" y="338924"/>
                  </a:lnTo>
                  <a:close/>
                </a:path>
                <a:path w="285750" h="410209">
                  <a:moveTo>
                    <a:pt x="271627" y="15659"/>
                  </a:moveTo>
                  <a:lnTo>
                    <a:pt x="269773" y="11823"/>
                  </a:lnTo>
                  <a:lnTo>
                    <a:pt x="268859" y="9944"/>
                  </a:lnTo>
                  <a:lnTo>
                    <a:pt x="267157" y="9944"/>
                  </a:lnTo>
                  <a:lnTo>
                    <a:pt x="264388" y="15659"/>
                  </a:lnTo>
                  <a:lnTo>
                    <a:pt x="271627" y="15659"/>
                  </a:lnTo>
                  <a:close/>
                </a:path>
                <a:path w="285750" h="410209">
                  <a:moveTo>
                    <a:pt x="271703" y="115951"/>
                  </a:moveTo>
                  <a:lnTo>
                    <a:pt x="271005" y="112801"/>
                  </a:lnTo>
                  <a:lnTo>
                    <a:pt x="270344" y="109855"/>
                  </a:lnTo>
                  <a:lnTo>
                    <a:pt x="267919" y="109855"/>
                  </a:lnTo>
                  <a:lnTo>
                    <a:pt x="266560" y="115938"/>
                  </a:lnTo>
                  <a:lnTo>
                    <a:pt x="271703" y="115951"/>
                  </a:lnTo>
                  <a:close/>
                </a:path>
                <a:path w="285750" h="410209">
                  <a:moveTo>
                    <a:pt x="272808" y="70954"/>
                  </a:moveTo>
                  <a:lnTo>
                    <a:pt x="268566" y="68605"/>
                  </a:lnTo>
                  <a:lnTo>
                    <a:pt x="268325" y="70307"/>
                  </a:lnTo>
                  <a:lnTo>
                    <a:pt x="267970" y="70535"/>
                  </a:lnTo>
                  <a:lnTo>
                    <a:pt x="268084" y="72504"/>
                  </a:lnTo>
                  <a:lnTo>
                    <a:pt x="269240" y="73253"/>
                  </a:lnTo>
                  <a:lnTo>
                    <a:pt x="272808" y="70954"/>
                  </a:lnTo>
                  <a:close/>
                </a:path>
                <a:path w="285750" h="410209">
                  <a:moveTo>
                    <a:pt x="272821" y="214884"/>
                  </a:moveTo>
                  <a:lnTo>
                    <a:pt x="268389" y="210464"/>
                  </a:lnTo>
                  <a:lnTo>
                    <a:pt x="267639" y="213741"/>
                  </a:lnTo>
                  <a:lnTo>
                    <a:pt x="267284" y="215277"/>
                  </a:lnTo>
                  <a:lnTo>
                    <a:pt x="268020" y="216001"/>
                  </a:lnTo>
                  <a:lnTo>
                    <a:pt x="269544" y="215646"/>
                  </a:lnTo>
                  <a:lnTo>
                    <a:pt x="272821" y="214884"/>
                  </a:lnTo>
                  <a:close/>
                </a:path>
                <a:path w="285750" h="410209">
                  <a:moveTo>
                    <a:pt x="272872" y="174536"/>
                  </a:moveTo>
                  <a:lnTo>
                    <a:pt x="272503" y="174523"/>
                  </a:lnTo>
                  <a:lnTo>
                    <a:pt x="272135" y="174485"/>
                  </a:lnTo>
                  <a:lnTo>
                    <a:pt x="271386" y="174447"/>
                  </a:lnTo>
                  <a:lnTo>
                    <a:pt x="270929" y="174409"/>
                  </a:lnTo>
                  <a:lnTo>
                    <a:pt x="270929" y="175183"/>
                  </a:lnTo>
                  <a:lnTo>
                    <a:pt x="271386" y="175145"/>
                  </a:lnTo>
                  <a:lnTo>
                    <a:pt x="272135" y="175107"/>
                  </a:lnTo>
                  <a:lnTo>
                    <a:pt x="272503" y="175069"/>
                  </a:lnTo>
                  <a:lnTo>
                    <a:pt x="272872" y="175056"/>
                  </a:lnTo>
                  <a:lnTo>
                    <a:pt x="272872" y="174536"/>
                  </a:lnTo>
                  <a:close/>
                </a:path>
                <a:path w="285750" h="410209">
                  <a:moveTo>
                    <a:pt x="273596" y="378066"/>
                  </a:moveTo>
                  <a:lnTo>
                    <a:pt x="271411" y="378066"/>
                  </a:lnTo>
                  <a:lnTo>
                    <a:pt x="271411" y="379755"/>
                  </a:lnTo>
                  <a:lnTo>
                    <a:pt x="272503" y="379755"/>
                  </a:lnTo>
                  <a:lnTo>
                    <a:pt x="273596" y="379755"/>
                  </a:lnTo>
                  <a:lnTo>
                    <a:pt x="273596" y="378066"/>
                  </a:lnTo>
                  <a:close/>
                </a:path>
                <a:path w="285750" h="410209">
                  <a:moveTo>
                    <a:pt x="275386" y="106629"/>
                  </a:moveTo>
                  <a:lnTo>
                    <a:pt x="273570" y="103454"/>
                  </a:lnTo>
                  <a:lnTo>
                    <a:pt x="270484" y="105397"/>
                  </a:lnTo>
                  <a:lnTo>
                    <a:pt x="270408" y="106629"/>
                  </a:lnTo>
                  <a:lnTo>
                    <a:pt x="271500" y="109016"/>
                  </a:lnTo>
                  <a:lnTo>
                    <a:pt x="273519" y="108356"/>
                  </a:lnTo>
                  <a:lnTo>
                    <a:pt x="273659" y="107988"/>
                  </a:lnTo>
                  <a:lnTo>
                    <a:pt x="273799" y="107632"/>
                  </a:lnTo>
                  <a:lnTo>
                    <a:pt x="274955" y="106895"/>
                  </a:lnTo>
                  <a:lnTo>
                    <a:pt x="275386" y="106629"/>
                  </a:lnTo>
                  <a:close/>
                </a:path>
                <a:path w="285750" h="410209">
                  <a:moveTo>
                    <a:pt x="276174" y="264541"/>
                  </a:moveTo>
                  <a:lnTo>
                    <a:pt x="275590" y="264541"/>
                  </a:lnTo>
                  <a:lnTo>
                    <a:pt x="275590" y="264985"/>
                  </a:lnTo>
                  <a:lnTo>
                    <a:pt x="275882" y="264985"/>
                  </a:lnTo>
                  <a:lnTo>
                    <a:pt x="276174" y="264985"/>
                  </a:lnTo>
                  <a:lnTo>
                    <a:pt x="276174" y="264541"/>
                  </a:lnTo>
                  <a:close/>
                </a:path>
                <a:path w="285750" h="410209">
                  <a:moveTo>
                    <a:pt x="280390" y="21361"/>
                  </a:moveTo>
                  <a:lnTo>
                    <a:pt x="279679" y="20662"/>
                  </a:lnTo>
                  <a:lnTo>
                    <a:pt x="279501" y="20485"/>
                  </a:lnTo>
                  <a:lnTo>
                    <a:pt x="279184" y="20154"/>
                  </a:lnTo>
                  <a:lnTo>
                    <a:pt x="278676" y="20650"/>
                  </a:lnTo>
                  <a:lnTo>
                    <a:pt x="279006" y="20980"/>
                  </a:lnTo>
                  <a:lnTo>
                    <a:pt x="279882" y="21856"/>
                  </a:lnTo>
                  <a:lnTo>
                    <a:pt x="280390" y="21361"/>
                  </a:lnTo>
                  <a:close/>
                </a:path>
                <a:path w="285750" h="410209">
                  <a:moveTo>
                    <a:pt x="282524" y="302717"/>
                  </a:moveTo>
                  <a:lnTo>
                    <a:pt x="275996" y="302717"/>
                  </a:lnTo>
                  <a:lnTo>
                    <a:pt x="275983" y="307784"/>
                  </a:lnTo>
                  <a:lnTo>
                    <a:pt x="279247" y="307784"/>
                  </a:lnTo>
                  <a:lnTo>
                    <a:pt x="282511" y="307784"/>
                  </a:lnTo>
                  <a:lnTo>
                    <a:pt x="282524" y="302717"/>
                  </a:lnTo>
                  <a:close/>
                </a:path>
                <a:path w="285750" h="410209">
                  <a:moveTo>
                    <a:pt x="285572" y="166027"/>
                  </a:moveTo>
                  <a:lnTo>
                    <a:pt x="284137" y="165328"/>
                  </a:lnTo>
                  <a:lnTo>
                    <a:pt x="283743" y="165138"/>
                  </a:lnTo>
                  <a:lnTo>
                    <a:pt x="283578" y="164998"/>
                  </a:lnTo>
                  <a:lnTo>
                    <a:pt x="283794" y="164426"/>
                  </a:lnTo>
                  <a:lnTo>
                    <a:pt x="284022" y="163830"/>
                  </a:lnTo>
                  <a:lnTo>
                    <a:pt x="281978" y="162229"/>
                  </a:lnTo>
                  <a:lnTo>
                    <a:pt x="277812" y="165265"/>
                  </a:lnTo>
                  <a:lnTo>
                    <a:pt x="279336" y="170548"/>
                  </a:lnTo>
                  <a:lnTo>
                    <a:pt x="284810" y="168541"/>
                  </a:lnTo>
                  <a:lnTo>
                    <a:pt x="285572" y="1660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808188" y="7565243"/>
              <a:ext cx="272415" cy="352425"/>
            </a:xfrm>
            <a:custGeom>
              <a:avLst/>
              <a:gdLst/>
              <a:ahLst/>
              <a:cxnLst/>
              <a:rect l="l" t="t" r="r" b="b"/>
              <a:pathLst>
                <a:path w="272414" h="352425">
                  <a:moveTo>
                    <a:pt x="8420" y="268909"/>
                  </a:moveTo>
                  <a:lnTo>
                    <a:pt x="8343" y="268325"/>
                  </a:lnTo>
                  <a:lnTo>
                    <a:pt x="8001" y="266344"/>
                  </a:lnTo>
                  <a:lnTo>
                    <a:pt x="6426" y="265988"/>
                  </a:lnTo>
                  <a:lnTo>
                    <a:pt x="4762" y="266827"/>
                  </a:lnTo>
                  <a:lnTo>
                    <a:pt x="0" y="270725"/>
                  </a:lnTo>
                  <a:lnTo>
                    <a:pt x="8153" y="275297"/>
                  </a:lnTo>
                  <a:lnTo>
                    <a:pt x="8394" y="269621"/>
                  </a:lnTo>
                  <a:lnTo>
                    <a:pt x="8420" y="268909"/>
                  </a:lnTo>
                  <a:close/>
                </a:path>
                <a:path w="272414" h="352425">
                  <a:moveTo>
                    <a:pt x="12687" y="140449"/>
                  </a:moveTo>
                  <a:lnTo>
                    <a:pt x="12103" y="140449"/>
                  </a:lnTo>
                  <a:lnTo>
                    <a:pt x="12103" y="140893"/>
                  </a:lnTo>
                  <a:lnTo>
                    <a:pt x="12395" y="140893"/>
                  </a:lnTo>
                  <a:lnTo>
                    <a:pt x="12687" y="140893"/>
                  </a:lnTo>
                  <a:lnTo>
                    <a:pt x="12687" y="140449"/>
                  </a:lnTo>
                  <a:close/>
                </a:path>
                <a:path w="272414" h="352425">
                  <a:moveTo>
                    <a:pt x="16433" y="249910"/>
                  </a:moveTo>
                  <a:lnTo>
                    <a:pt x="15849" y="249910"/>
                  </a:lnTo>
                  <a:lnTo>
                    <a:pt x="15849" y="250355"/>
                  </a:lnTo>
                  <a:lnTo>
                    <a:pt x="16141" y="250355"/>
                  </a:lnTo>
                  <a:lnTo>
                    <a:pt x="16433" y="250355"/>
                  </a:lnTo>
                  <a:lnTo>
                    <a:pt x="16433" y="249910"/>
                  </a:lnTo>
                  <a:close/>
                </a:path>
                <a:path w="272414" h="352425">
                  <a:moveTo>
                    <a:pt x="18046" y="213296"/>
                  </a:moveTo>
                  <a:lnTo>
                    <a:pt x="17208" y="212217"/>
                  </a:lnTo>
                  <a:lnTo>
                    <a:pt x="11912" y="215455"/>
                  </a:lnTo>
                  <a:lnTo>
                    <a:pt x="13423" y="217500"/>
                  </a:lnTo>
                  <a:lnTo>
                    <a:pt x="14643" y="216382"/>
                  </a:lnTo>
                  <a:lnTo>
                    <a:pt x="15570" y="215557"/>
                  </a:lnTo>
                  <a:lnTo>
                    <a:pt x="16484" y="214718"/>
                  </a:lnTo>
                  <a:lnTo>
                    <a:pt x="18046" y="213296"/>
                  </a:lnTo>
                  <a:close/>
                </a:path>
                <a:path w="272414" h="352425">
                  <a:moveTo>
                    <a:pt x="20193" y="126949"/>
                  </a:moveTo>
                  <a:lnTo>
                    <a:pt x="19596" y="126949"/>
                  </a:lnTo>
                  <a:lnTo>
                    <a:pt x="19596" y="127406"/>
                  </a:lnTo>
                  <a:lnTo>
                    <a:pt x="19900" y="127406"/>
                  </a:lnTo>
                  <a:lnTo>
                    <a:pt x="20193" y="127406"/>
                  </a:lnTo>
                  <a:lnTo>
                    <a:pt x="20193" y="126949"/>
                  </a:lnTo>
                  <a:close/>
                </a:path>
                <a:path w="272414" h="352425">
                  <a:moveTo>
                    <a:pt x="20942" y="237909"/>
                  </a:moveTo>
                  <a:lnTo>
                    <a:pt x="20345" y="237909"/>
                  </a:lnTo>
                  <a:lnTo>
                    <a:pt x="20345" y="238366"/>
                  </a:lnTo>
                  <a:lnTo>
                    <a:pt x="20637" y="238366"/>
                  </a:lnTo>
                  <a:lnTo>
                    <a:pt x="20942" y="238366"/>
                  </a:lnTo>
                  <a:lnTo>
                    <a:pt x="20942" y="237909"/>
                  </a:lnTo>
                  <a:close/>
                </a:path>
                <a:path w="272414" h="352425">
                  <a:moveTo>
                    <a:pt x="20955" y="223227"/>
                  </a:moveTo>
                  <a:lnTo>
                    <a:pt x="17335" y="223227"/>
                  </a:lnTo>
                  <a:lnTo>
                    <a:pt x="17335" y="226047"/>
                  </a:lnTo>
                  <a:lnTo>
                    <a:pt x="19138" y="226047"/>
                  </a:lnTo>
                  <a:lnTo>
                    <a:pt x="20955" y="226047"/>
                  </a:lnTo>
                  <a:lnTo>
                    <a:pt x="20955" y="223227"/>
                  </a:lnTo>
                  <a:close/>
                </a:path>
                <a:path w="272414" h="352425">
                  <a:moveTo>
                    <a:pt x="21729" y="181406"/>
                  </a:moveTo>
                  <a:lnTo>
                    <a:pt x="16573" y="181406"/>
                  </a:lnTo>
                  <a:lnTo>
                    <a:pt x="16560" y="185407"/>
                  </a:lnTo>
                  <a:lnTo>
                    <a:pt x="19138" y="185407"/>
                  </a:lnTo>
                  <a:lnTo>
                    <a:pt x="21717" y="185407"/>
                  </a:lnTo>
                  <a:lnTo>
                    <a:pt x="21729" y="181406"/>
                  </a:lnTo>
                  <a:close/>
                </a:path>
                <a:path w="272414" h="352425">
                  <a:moveTo>
                    <a:pt x="22059" y="198945"/>
                  </a:moveTo>
                  <a:lnTo>
                    <a:pt x="20713" y="197586"/>
                  </a:lnTo>
                  <a:lnTo>
                    <a:pt x="19697" y="196557"/>
                  </a:lnTo>
                  <a:lnTo>
                    <a:pt x="18592" y="196557"/>
                  </a:lnTo>
                  <a:lnTo>
                    <a:pt x="16230" y="198945"/>
                  </a:lnTo>
                  <a:lnTo>
                    <a:pt x="17221" y="201371"/>
                  </a:lnTo>
                  <a:lnTo>
                    <a:pt x="21069" y="201371"/>
                  </a:lnTo>
                  <a:lnTo>
                    <a:pt x="22059" y="198945"/>
                  </a:lnTo>
                  <a:close/>
                </a:path>
                <a:path w="272414" h="352425">
                  <a:moveTo>
                    <a:pt x="23634" y="119608"/>
                  </a:moveTo>
                  <a:lnTo>
                    <a:pt x="17653" y="119608"/>
                  </a:lnTo>
                  <a:lnTo>
                    <a:pt x="17653" y="124244"/>
                  </a:lnTo>
                  <a:lnTo>
                    <a:pt x="20637" y="124244"/>
                  </a:lnTo>
                  <a:lnTo>
                    <a:pt x="23622" y="124244"/>
                  </a:lnTo>
                  <a:lnTo>
                    <a:pt x="23634" y="119608"/>
                  </a:lnTo>
                  <a:close/>
                </a:path>
                <a:path w="272414" h="352425">
                  <a:moveTo>
                    <a:pt x="25438" y="150939"/>
                  </a:moveTo>
                  <a:lnTo>
                    <a:pt x="24853" y="150939"/>
                  </a:lnTo>
                  <a:lnTo>
                    <a:pt x="24853" y="151396"/>
                  </a:lnTo>
                  <a:lnTo>
                    <a:pt x="25146" y="151396"/>
                  </a:lnTo>
                  <a:lnTo>
                    <a:pt x="25438" y="151396"/>
                  </a:lnTo>
                  <a:lnTo>
                    <a:pt x="25438" y="150939"/>
                  </a:lnTo>
                  <a:close/>
                </a:path>
                <a:path w="272414" h="352425">
                  <a:moveTo>
                    <a:pt x="29857" y="253847"/>
                  </a:moveTo>
                  <a:lnTo>
                    <a:pt x="25946" y="249897"/>
                  </a:lnTo>
                  <a:lnTo>
                    <a:pt x="24066" y="252818"/>
                  </a:lnTo>
                  <a:lnTo>
                    <a:pt x="23761" y="253288"/>
                  </a:lnTo>
                  <a:lnTo>
                    <a:pt x="23609" y="253619"/>
                  </a:lnTo>
                  <a:lnTo>
                    <a:pt x="23291" y="255524"/>
                  </a:lnTo>
                  <a:lnTo>
                    <a:pt x="24257" y="256489"/>
                  </a:lnTo>
                  <a:lnTo>
                    <a:pt x="26149" y="256171"/>
                  </a:lnTo>
                  <a:lnTo>
                    <a:pt x="26479" y="256006"/>
                  </a:lnTo>
                  <a:lnTo>
                    <a:pt x="29857" y="253847"/>
                  </a:lnTo>
                  <a:close/>
                </a:path>
                <a:path w="272414" h="352425">
                  <a:moveTo>
                    <a:pt x="33693" y="147802"/>
                  </a:moveTo>
                  <a:lnTo>
                    <a:pt x="31813" y="147396"/>
                  </a:lnTo>
                  <a:lnTo>
                    <a:pt x="27978" y="146558"/>
                  </a:lnTo>
                  <a:lnTo>
                    <a:pt x="27952" y="151282"/>
                  </a:lnTo>
                  <a:lnTo>
                    <a:pt x="30861" y="150647"/>
                  </a:lnTo>
                  <a:lnTo>
                    <a:pt x="33693" y="150037"/>
                  </a:lnTo>
                  <a:lnTo>
                    <a:pt x="33693" y="147802"/>
                  </a:lnTo>
                  <a:close/>
                </a:path>
                <a:path w="272414" h="352425">
                  <a:moveTo>
                    <a:pt x="36233" y="278472"/>
                  </a:moveTo>
                  <a:lnTo>
                    <a:pt x="35572" y="277431"/>
                  </a:lnTo>
                  <a:lnTo>
                    <a:pt x="34696" y="276021"/>
                  </a:lnTo>
                  <a:lnTo>
                    <a:pt x="32931" y="277672"/>
                  </a:lnTo>
                  <a:lnTo>
                    <a:pt x="32931" y="278472"/>
                  </a:lnTo>
                  <a:lnTo>
                    <a:pt x="33134" y="279184"/>
                  </a:lnTo>
                  <a:lnTo>
                    <a:pt x="33794" y="279755"/>
                  </a:lnTo>
                  <a:lnTo>
                    <a:pt x="35001" y="279615"/>
                  </a:lnTo>
                  <a:lnTo>
                    <a:pt x="35255" y="279425"/>
                  </a:lnTo>
                  <a:lnTo>
                    <a:pt x="35344" y="279209"/>
                  </a:lnTo>
                  <a:lnTo>
                    <a:pt x="35534" y="278739"/>
                  </a:lnTo>
                  <a:lnTo>
                    <a:pt x="36233" y="278472"/>
                  </a:lnTo>
                  <a:close/>
                </a:path>
                <a:path w="272414" h="352425">
                  <a:moveTo>
                    <a:pt x="40728" y="117055"/>
                  </a:moveTo>
                  <a:lnTo>
                    <a:pt x="32042" y="117055"/>
                  </a:lnTo>
                  <a:lnTo>
                    <a:pt x="32042" y="123799"/>
                  </a:lnTo>
                  <a:lnTo>
                    <a:pt x="36385" y="123799"/>
                  </a:lnTo>
                  <a:lnTo>
                    <a:pt x="40728" y="123799"/>
                  </a:lnTo>
                  <a:lnTo>
                    <a:pt x="40728" y="117055"/>
                  </a:lnTo>
                  <a:close/>
                </a:path>
                <a:path w="272414" h="352425">
                  <a:moveTo>
                    <a:pt x="41275" y="222885"/>
                  </a:moveTo>
                  <a:lnTo>
                    <a:pt x="40970" y="222834"/>
                  </a:lnTo>
                  <a:lnTo>
                    <a:pt x="40246" y="222732"/>
                  </a:lnTo>
                  <a:lnTo>
                    <a:pt x="39522" y="222643"/>
                  </a:lnTo>
                  <a:lnTo>
                    <a:pt x="37782" y="222389"/>
                  </a:lnTo>
                  <a:lnTo>
                    <a:pt x="37782" y="223901"/>
                  </a:lnTo>
                  <a:lnTo>
                    <a:pt x="38798" y="223748"/>
                  </a:lnTo>
                  <a:lnTo>
                    <a:pt x="39522" y="223659"/>
                  </a:lnTo>
                  <a:lnTo>
                    <a:pt x="41275" y="223405"/>
                  </a:lnTo>
                  <a:lnTo>
                    <a:pt x="41275" y="222885"/>
                  </a:lnTo>
                  <a:close/>
                </a:path>
                <a:path w="272414" h="352425">
                  <a:moveTo>
                    <a:pt x="44094" y="141859"/>
                  </a:moveTo>
                  <a:lnTo>
                    <a:pt x="42049" y="142455"/>
                  </a:lnTo>
                  <a:lnTo>
                    <a:pt x="41821" y="142519"/>
                  </a:lnTo>
                  <a:lnTo>
                    <a:pt x="41363" y="142646"/>
                  </a:lnTo>
                  <a:lnTo>
                    <a:pt x="40347" y="142938"/>
                  </a:lnTo>
                  <a:lnTo>
                    <a:pt x="40347" y="144399"/>
                  </a:lnTo>
                  <a:lnTo>
                    <a:pt x="41592" y="144754"/>
                  </a:lnTo>
                  <a:lnTo>
                    <a:pt x="41821" y="144830"/>
                  </a:lnTo>
                  <a:lnTo>
                    <a:pt x="42049" y="144894"/>
                  </a:lnTo>
                  <a:lnTo>
                    <a:pt x="44081" y="145491"/>
                  </a:lnTo>
                  <a:lnTo>
                    <a:pt x="44094" y="141859"/>
                  </a:lnTo>
                  <a:close/>
                </a:path>
                <a:path w="272414" h="352425">
                  <a:moveTo>
                    <a:pt x="45720" y="113271"/>
                  </a:moveTo>
                  <a:lnTo>
                    <a:pt x="42049" y="110782"/>
                  </a:lnTo>
                  <a:lnTo>
                    <a:pt x="42049" y="116586"/>
                  </a:lnTo>
                  <a:lnTo>
                    <a:pt x="44577" y="114871"/>
                  </a:lnTo>
                  <a:lnTo>
                    <a:pt x="45720" y="114096"/>
                  </a:lnTo>
                  <a:lnTo>
                    <a:pt x="45720" y="113271"/>
                  </a:lnTo>
                  <a:close/>
                </a:path>
                <a:path w="272414" h="352425">
                  <a:moveTo>
                    <a:pt x="47929" y="300888"/>
                  </a:moveTo>
                  <a:lnTo>
                    <a:pt x="47345" y="300888"/>
                  </a:lnTo>
                  <a:lnTo>
                    <a:pt x="47345" y="301345"/>
                  </a:lnTo>
                  <a:lnTo>
                    <a:pt x="47637" y="301345"/>
                  </a:lnTo>
                  <a:lnTo>
                    <a:pt x="47929" y="301345"/>
                  </a:lnTo>
                  <a:lnTo>
                    <a:pt x="47929" y="300888"/>
                  </a:lnTo>
                  <a:close/>
                </a:path>
                <a:path w="272414" h="352425">
                  <a:moveTo>
                    <a:pt x="49098" y="230847"/>
                  </a:moveTo>
                  <a:lnTo>
                    <a:pt x="48856" y="230035"/>
                  </a:lnTo>
                  <a:lnTo>
                    <a:pt x="48285" y="230238"/>
                  </a:lnTo>
                  <a:lnTo>
                    <a:pt x="47256" y="230619"/>
                  </a:lnTo>
                  <a:lnTo>
                    <a:pt x="46736" y="230797"/>
                  </a:lnTo>
                  <a:lnTo>
                    <a:pt x="45745" y="231152"/>
                  </a:lnTo>
                  <a:lnTo>
                    <a:pt x="46469" y="232638"/>
                  </a:lnTo>
                  <a:lnTo>
                    <a:pt x="47282" y="232079"/>
                  </a:lnTo>
                  <a:lnTo>
                    <a:pt x="48666" y="231140"/>
                  </a:lnTo>
                  <a:lnTo>
                    <a:pt x="49098" y="230847"/>
                  </a:lnTo>
                  <a:close/>
                </a:path>
                <a:path w="272414" h="352425">
                  <a:moveTo>
                    <a:pt x="49885" y="183769"/>
                  </a:moveTo>
                  <a:lnTo>
                    <a:pt x="49174" y="180860"/>
                  </a:lnTo>
                  <a:lnTo>
                    <a:pt x="39141" y="181724"/>
                  </a:lnTo>
                  <a:lnTo>
                    <a:pt x="44170" y="190334"/>
                  </a:lnTo>
                  <a:lnTo>
                    <a:pt x="47586" y="186397"/>
                  </a:lnTo>
                  <a:lnTo>
                    <a:pt x="49885" y="183769"/>
                  </a:lnTo>
                  <a:close/>
                </a:path>
                <a:path w="272414" h="352425">
                  <a:moveTo>
                    <a:pt x="50888" y="262178"/>
                  </a:moveTo>
                  <a:lnTo>
                    <a:pt x="48933" y="261213"/>
                  </a:lnTo>
                  <a:lnTo>
                    <a:pt x="47891" y="262382"/>
                  </a:lnTo>
                  <a:lnTo>
                    <a:pt x="47091" y="263283"/>
                  </a:lnTo>
                  <a:lnTo>
                    <a:pt x="47078" y="263969"/>
                  </a:lnTo>
                  <a:lnTo>
                    <a:pt x="48933" y="266039"/>
                  </a:lnTo>
                  <a:lnTo>
                    <a:pt x="50888" y="265087"/>
                  </a:lnTo>
                  <a:lnTo>
                    <a:pt x="50888" y="262178"/>
                  </a:lnTo>
                  <a:close/>
                </a:path>
                <a:path w="272414" h="352425">
                  <a:moveTo>
                    <a:pt x="52285" y="339001"/>
                  </a:moveTo>
                  <a:lnTo>
                    <a:pt x="52171" y="336854"/>
                  </a:lnTo>
                  <a:lnTo>
                    <a:pt x="51943" y="336448"/>
                  </a:lnTo>
                  <a:lnTo>
                    <a:pt x="51828" y="336296"/>
                  </a:lnTo>
                  <a:lnTo>
                    <a:pt x="51727" y="336169"/>
                  </a:lnTo>
                  <a:lnTo>
                    <a:pt x="51803" y="336296"/>
                  </a:lnTo>
                  <a:lnTo>
                    <a:pt x="50850" y="335419"/>
                  </a:lnTo>
                  <a:lnTo>
                    <a:pt x="51803" y="336296"/>
                  </a:lnTo>
                  <a:lnTo>
                    <a:pt x="51549" y="335927"/>
                  </a:lnTo>
                  <a:lnTo>
                    <a:pt x="51727" y="336169"/>
                  </a:lnTo>
                  <a:lnTo>
                    <a:pt x="51308" y="335457"/>
                  </a:lnTo>
                  <a:lnTo>
                    <a:pt x="51079" y="335305"/>
                  </a:lnTo>
                  <a:lnTo>
                    <a:pt x="50495" y="334886"/>
                  </a:lnTo>
                  <a:lnTo>
                    <a:pt x="50253" y="334708"/>
                  </a:lnTo>
                  <a:lnTo>
                    <a:pt x="49212" y="334810"/>
                  </a:lnTo>
                  <a:lnTo>
                    <a:pt x="49466" y="334886"/>
                  </a:lnTo>
                  <a:lnTo>
                    <a:pt x="48158" y="334594"/>
                  </a:lnTo>
                  <a:lnTo>
                    <a:pt x="46672" y="335254"/>
                  </a:lnTo>
                  <a:lnTo>
                    <a:pt x="46177" y="337439"/>
                  </a:lnTo>
                  <a:lnTo>
                    <a:pt x="46380" y="339801"/>
                  </a:lnTo>
                  <a:lnTo>
                    <a:pt x="48729" y="341934"/>
                  </a:lnTo>
                  <a:lnTo>
                    <a:pt x="51625" y="339725"/>
                  </a:lnTo>
                  <a:lnTo>
                    <a:pt x="52285" y="339001"/>
                  </a:lnTo>
                  <a:close/>
                </a:path>
                <a:path w="272414" h="352425">
                  <a:moveTo>
                    <a:pt x="54762" y="277660"/>
                  </a:moveTo>
                  <a:lnTo>
                    <a:pt x="53835" y="276745"/>
                  </a:lnTo>
                  <a:lnTo>
                    <a:pt x="52425" y="277837"/>
                  </a:lnTo>
                  <a:lnTo>
                    <a:pt x="51257" y="278726"/>
                  </a:lnTo>
                  <a:lnTo>
                    <a:pt x="52768" y="280263"/>
                  </a:lnTo>
                  <a:lnTo>
                    <a:pt x="53670" y="279082"/>
                  </a:lnTo>
                  <a:lnTo>
                    <a:pt x="54762" y="277660"/>
                  </a:lnTo>
                  <a:close/>
                </a:path>
                <a:path w="272414" h="352425">
                  <a:moveTo>
                    <a:pt x="59143" y="101295"/>
                  </a:moveTo>
                  <a:lnTo>
                    <a:pt x="57124" y="101295"/>
                  </a:lnTo>
                  <a:lnTo>
                    <a:pt x="57315" y="102666"/>
                  </a:lnTo>
                  <a:lnTo>
                    <a:pt x="57378" y="103136"/>
                  </a:lnTo>
                  <a:lnTo>
                    <a:pt x="57416" y="103378"/>
                  </a:lnTo>
                  <a:lnTo>
                    <a:pt x="57518" y="104089"/>
                  </a:lnTo>
                  <a:lnTo>
                    <a:pt x="58737" y="104089"/>
                  </a:lnTo>
                  <a:lnTo>
                    <a:pt x="58851" y="103378"/>
                  </a:lnTo>
                  <a:lnTo>
                    <a:pt x="58940" y="102666"/>
                  </a:lnTo>
                  <a:lnTo>
                    <a:pt x="59143" y="101295"/>
                  </a:lnTo>
                  <a:close/>
                </a:path>
                <a:path w="272414" h="352425">
                  <a:moveTo>
                    <a:pt x="60375" y="167792"/>
                  </a:moveTo>
                  <a:lnTo>
                    <a:pt x="58280" y="164947"/>
                  </a:lnTo>
                  <a:lnTo>
                    <a:pt x="57404" y="163779"/>
                  </a:lnTo>
                  <a:lnTo>
                    <a:pt x="56489" y="162877"/>
                  </a:lnTo>
                  <a:lnTo>
                    <a:pt x="51689" y="161544"/>
                  </a:lnTo>
                  <a:lnTo>
                    <a:pt x="48260" y="164172"/>
                  </a:lnTo>
                  <a:lnTo>
                    <a:pt x="48260" y="171145"/>
                  </a:lnTo>
                  <a:lnTo>
                    <a:pt x="51689" y="173774"/>
                  </a:lnTo>
                  <a:lnTo>
                    <a:pt x="58153" y="171996"/>
                  </a:lnTo>
                  <a:lnTo>
                    <a:pt x="60375" y="167792"/>
                  </a:lnTo>
                  <a:close/>
                </a:path>
                <a:path w="272414" h="352425">
                  <a:moveTo>
                    <a:pt x="62585" y="349135"/>
                  </a:moveTo>
                  <a:lnTo>
                    <a:pt x="61849" y="348386"/>
                  </a:lnTo>
                  <a:lnTo>
                    <a:pt x="60769" y="348551"/>
                  </a:lnTo>
                  <a:lnTo>
                    <a:pt x="60617" y="348589"/>
                  </a:lnTo>
                  <a:lnTo>
                    <a:pt x="60312" y="348627"/>
                  </a:lnTo>
                  <a:lnTo>
                    <a:pt x="59042" y="348830"/>
                  </a:lnTo>
                  <a:lnTo>
                    <a:pt x="58788" y="350583"/>
                  </a:lnTo>
                  <a:lnTo>
                    <a:pt x="60388" y="352196"/>
                  </a:lnTo>
                  <a:lnTo>
                    <a:pt x="62141" y="351929"/>
                  </a:lnTo>
                  <a:lnTo>
                    <a:pt x="62344" y="350659"/>
                  </a:lnTo>
                  <a:lnTo>
                    <a:pt x="62369" y="350507"/>
                  </a:lnTo>
                  <a:lnTo>
                    <a:pt x="62395" y="350354"/>
                  </a:lnTo>
                  <a:lnTo>
                    <a:pt x="62585" y="349135"/>
                  </a:lnTo>
                  <a:close/>
                </a:path>
                <a:path w="272414" h="352425">
                  <a:moveTo>
                    <a:pt x="66141" y="286004"/>
                  </a:moveTo>
                  <a:lnTo>
                    <a:pt x="64871" y="285889"/>
                  </a:lnTo>
                  <a:lnTo>
                    <a:pt x="64376" y="285838"/>
                  </a:lnTo>
                  <a:lnTo>
                    <a:pt x="63881" y="285800"/>
                  </a:lnTo>
                  <a:lnTo>
                    <a:pt x="61937" y="285610"/>
                  </a:lnTo>
                  <a:lnTo>
                    <a:pt x="61937" y="288137"/>
                  </a:lnTo>
                  <a:lnTo>
                    <a:pt x="63373" y="287997"/>
                  </a:lnTo>
                  <a:lnTo>
                    <a:pt x="63881" y="287959"/>
                  </a:lnTo>
                  <a:lnTo>
                    <a:pt x="64376" y="287896"/>
                  </a:lnTo>
                  <a:lnTo>
                    <a:pt x="64871" y="287858"/>
                  </a:lnTo>
                  <a:lnTo>
                    <a:pt x="66141" y="287731"/>
                  </a:lnTo>
                  <a:lnTo>
                    <a:pt x="66141" y="286004"/>
                  </a:lnTo>
                  <a:close/>
                </a:path>
                <a:path w="272414" h="352425">
                  <a:moveTo>
                    <a:pt x="67983" y="248119"/>
                  </a:moveTo>
                  <a:lnTo>
                    <a:pt x="66725" y="245745"/>
                  </a:lnTo>
                  <a:lnTo>
                    <a:pt x="66103" y="244589"/>
                  </a:lnTo>
                  <a:lnTo>
                    <a:pt x="65151" y="244589"/>
                  </a:lnTo>
                  <a:lnTo>
                    <a:pt x="64833" y="245173"/>
                  </a:lnTo>
                  <a:lnTo>
                    <a:pt x="64744" y="245364"/>
                  </a:lnTo>
                  <a:lnTo>
                    <a:pt x="64528" y="245745"/>
                  </a:lnTo>
                  <a:lnTo>
                    <a:pt x="63271" y="248119"/>
                  </a:lnTo>
                  <a:lnTo>
                    <a:pt x="67983" y="248119"/>
                  </a:lnTo>
                  <a:close/>
                </a:path>
                <a:path w="272414" h="352425">
                  <a:moveTo>
                    <a:pt x="70091" y="199644"/>
                  </a:moveTo>
                  <a:lnTo>
                    <a:pt x="63106" y="196367"/>
                  </a:lnTo>
                  <a:lnTo>
                    <a:pt x="59232" y="205689"/>
                  </a:lnTo>
                  <a:lnTo>
                    <a:pt x="65189" y="207949"/>
                  </a:lnTo>
                  <a:lnTo>
                    <a:pt x="67132" y="204660"/>
                  </a:lnTo>
                  <a:lnTo>
                    <a:pt x="70091" y="199644"/>
                  </a:lnTo>
                  <a:close/>
                </a:path>
                <a:path w="272414" h="352425">
                  <a:moveTo>
                    <a:pt x="70535" y="321564"/>
                  </a:moveTo>
                  <a:lnTo>
                    <a:pt x="67779" y="318985"/>
                  </a:lnTo>
                  <a:lnTo>
                    <a:pt x="64998" y="320548"/>
                  </a:lnTo>
                  <a:lnTo>
                    <a:pt x="64071" y="324827"/>
                  </a:lnTo>
                  <a:lnTo>
                    <a:pt x="66395" y="326618"/>
                  </a:lnTo>
                  <a:lnTo>
                    <a:pt x="67741" y="324993"/>
                  </a:lnTo>
                  <a:lnTo>
                    <a:pt x="68313" y="324307"/>
                  </a:lnTo>
                  <a:lnTo>
                    <a:pt x="69215" y="324027"/>
                  </a:lnTo>
                  <a:lnTo>
                    <a:pt x="70523" y="322770"/>
                  </a:lnTo>
                  <a:lnTo>
                    <a:pt x="70535" y="321564"/>
                  </a:lnTo>
                  <a:close/>
                </a:path>
                <a:path w="272414" h="352425">
                  <a:moveTo>
                    <a:pt x="75171" y="305206"/>
                  </a:moveTo>
                  <a:lnTo>
                    <a:pt x="74879" y="304876"/>
                  </a:lnTo>
                  <a:lnTo>
                    <a:pt x="74536" y="304901"/>
                  </a:lnTo>
                  <a:lnTo>
                    <a:pt x="73215" y="304965"/>
                  </a:lnTo>
                  <a:lnTo>
                    <a:pt x="73050" y="305536"/>
                  </a:lnTo>
                  <a:lnTo>
                    <a:pt x="71894" y="307314"/>
                  </a:lnTo>
                  <a:lnTo>
                    <a:pt x="72796" y="308267"/>
                  </a:lnTo>
                  <a:lnTo>
                    <a:pt x="74549" y="307047"/>
                  </a:lnTo>
                  <a:lnTo>
                    <a:pt x="75145" y="306844"/>
                  </a:lnTo>
                  <a:lnTo>
                    <a:pt x="75171" y="305523"/>
                  </a:lnTo>
                  <a:lnTo>
                    <a:pt x="75171" y="305206"/>
                  </a:lnTo>
                  <a:close/>
                </a:path>
                <a:path w="272414" h="352425">
                  <a:moveTo>
                    <a:pt x="75374" y="90944"/>
                  </a:moveTo>
                  <a:lnTo>
                    <a:pt x="69621" y="85204"/>
                  </a:lnTo>
                  <a:lnTo>
                    <a:pt x="67792" y="89801"/>
                  </a:lnTo>
                  <a:lnTo>
                    <a:pt x="66903" y="92011"/>
                  </a:lnTo>
                  <a:lnTo>
                    <a:pt x="68554" y="93662"/>
                  </a:lnTo>
                  <a:lnTo>
                    <a:pt x="75374" y="90944"/>
                  </a:lnTo>
                  <a:close/>
                </a:path>
                <a:path w="272414" h="352425">
                  <a:moveTo>
                    <a:pt x="76441" y="135343"/>
                  </a:moveTo>
                  <a:lnTo>
                    <a:pt x="73672" y="132080"/>
                  </a:lnTo>
                  <a:lnTo>
                    <a:pt x="66713" y="133019"/>
                  </a:lnTo>
                  <a:lnTo>
                    <a:pt x="63754" y="137668"/>
                  </a:lnTo>
                  <a:lnTo>
                    <a:pt x="66446" y="142227"/>
                  </a:lnTo>
                  <a:lnTo>
                    <a:pt x="67475" y="142468"/>
                  </a:lnTo>
                  <a:lnTo>
                    <a:pt x="68275" y="142024"/>
                  </a:lnTo>
                  <a:lnTo>
                    <a:pt x="70408" y="140868"/>
                  </a:lnTo>
                  <a:lnTo>
                    <a:pt x="72136" y="139446"/>
                  </a:lnTo>
                  <a:lnTo>
                    <a:pt x="76441" y="135343"/>
                  </a:lnTo>
                  <a:close/>
                </a:path>
                <a:path w="272414" h="352425">
                  <a:moveTo>
                    <a:pt x="79006" y="246075"/>
                  </a:moveTo>
                  <a:lnTo>
                    <a:pt x="77063" y="242049"/>
                  </a:lnTo>
                  <a:lnTo>
                    <a:pt x="74015" y="245059"/>
                  </a:lnTo>
                  <a:lnTo>
                    <a:pt x="76161" y="246100"/>
                  </a:lnTo>
                  <a:lnTo>
                    <a:pt x="78054" y="247015"/>
                  </a:lnTo>
                  <a:lnTo>
                    <a:pt x="79006" y="246075"/>
                  </a:lnTo>
                  <a:close/>
                </a:path>
                <a:path w="272414" h="352425">
                  <a:moveTo>
                    <a:pt x="80911" y="268058"/>
                  </a:moveTo>
                  <a:lnTo>
                    <a:pt x="77482" y="266077"/>
                  </a:lnTo>
                  <a:lnTo>
                    <a:pt x="77406" y="265823"/>
                  </a:lnTo>
                  <a:lnTo>
                    <a:pt x="77177" y="265912"/>
                  </a:lnTo>
                  <a:lnTo>
                    <a:pt x="76987" y="265798"/>
                  </a:lnTo>
                  <a:lnTo>
                    <a:pt x="76987" y="268757"/>
                  </a:lnTo>
                  <a:lnTo>
                    <a:pt x="76987" y="265798"/>
                  </a:lnTo>
                  <a:lnTo>
                    <a:pt x="76733" y="265645"/>
                  </a:lnTo>
                  <a:lnTo>
                    <a:pt x="76276" y="266230"/>
                  </a:lnTo>
                  <a:lnTo>
                    <a:pt x="72936" y="267398"/>
                  </a:lnTo>
                  <a:lnTo>
                    <a:pt x="73050" y="272122"/>
                  </a:lnTo>
                  <a:lnTo>
                    <a:pt x="75679" y="272529"/>
                  </a:lnTo>
                  <a:lnTo>
                    <a:pt x="75565" y="272808"/>
                  </a:lnTo>
                  <a:lnTo>
                    <a:pt x="76123" y="273177"/>
                  </a:lnTo>
                  <a:lnTo>
                    <a:pt x="76415" y="272643"/>
                  </a:lnTo>
                  <a:lnTo>
                    <a:pt x="79730" y="273138"/>
                  </a:lnTo>
                  <a:lnTo>
                    <a:pt x="80721" y="268859"/>
                  </a:lnTo>
                  <a:lnTo>
                    <a:pt x="80911" y="268058"/>
                  </a:lnTo>
                  <a:close/>
                </a:path>
                <a:path w="272414" h="352425">
                  <a:moveTo>
                    <a:pt x="81368" y="335534"/>
                  </a:moveTo>
                  <a:lnTo>
                    <a:pt x="75387" y="335534"/>
                  </a:lnTo>
                  <a:lnTo>
                    <a:pt x="75374" y="340169"/>
                  </a:lnTo>
                  <a:lnTo>
                    <a:pt x="78371" y="340169"/>
                  </a:lnTo>
                  <a:lnTo>
                    <a:pt x="81356" y="340169"/>
                  </a:lnTo>
                  <a:lnTo>
                    <a:pt x="81368" y="335534"/>
                  </a:lnTo>
                  <a:close/>
                </a:path>
                <a:path w="272414" h="352425">
                  <a:moveTo>
                    <a:pt x="87172" y="289941"/>
                  </a:moveTo>
                  <a:lnTo>
                    <a:pt x="81559" y="289941"/>
                  </a:lnTo>
                  <a:lnTo>
                    <a:pt x="81559" y="294297"/>
                  </a:lnTo>
                  <a:lnTo>
                    <a:pt x="84366" y="294297"/>
                  </a:lnTo>
                  <a:lnTo>
                    <a:pt x="87172" y="294297"/>
                  </a:lnTo>
                  <a:lnTo>
                    <a:pt x="87172" y="289941"/>
                  </a:lnTo>
                  <a:close/>
                </a:path>
                <a:path w="272414" h="352425">
                  <a:moveTo>
                    <a:pt x="88315" y="115531"/>
                  </a:moveTo>
                  <a:lnTo>
                    <a:pt x="83426" y="115531"/>
                  </a:lnTo>
                  <a:lnTo>
                    <a:pt x="83426" y="119329"/>
                  </a:lnTo>
                  <a:lnTo>
                    <a:pt x="85864" y="119329"/>
                  </a:lnTo>
                  <a:lnTo>
                    <a:pt x="88315" y="119329"/>
                  </a:lnTo>
                  <a:lnTo>
                    <a:pt x="88315" y="115531"/>
                  </a:lnTo>
                  <a:close/>
                </a:path>
                <a:path w="272414" h="352425">
                  <a:moveTo>
                    <a:pt x="91084" y="103835"/>
                  </a:moveTo>
                  <a:lnTo>
                    <a:pt x="88214" y="100977"/>
                  </a:lnTo>
                  <a:lnTo>
                    <a:pt x="79032" y="107061"/>
                  </a:lnTo>
                  <a:lnTo>
                    <a:pt x="84975" y="113055"/>
                  </a:lnTo>
                  <a:lnTo>
                    <a:pt x="87947" y="108585"/>
                  </a:lnTo>
                  <a:lnTo>
                    <a:pt x="91084" y="103835"/>
                  </a:lnTo>
                  <a:close/>
                </a:path>
                <a:path w="272414" h="352425">
                  <a:moveTo>
                    <a:pt x="93218" y="150622"/>
                  </a:moveTo>
                  <a:lnTo>
                    <a:pt x="90754" y="148971"/>
                  </a:lnTo>
                  <a:lnTo>
                    <a:pt x="88938" y="150215"/>
                  </a:lnTo>
                  <a:lnTo>
                    <a:pt x="86842" y="151638"/>
                  </a:lnTo>
                  <a:lnTo>
                    <a:pt x="86842" y="153708"/>
                  </a:lnTo>
                  <a:lnTo>
                    <a:pt x="88976" y="155155"/>
                  </a:lnTo>
                  <a:lnTo>
                    <a:pt x="85623" y="155155"/>
                  </a:lnTo>
                  <a:lnTo>
                    <a:pt x="84734" y="157353"/>
                  </a:lnTo>
                  <a:lnTo>
                    <a:pt x="85953" y="158584"/>
                  </a:lnTo>
                  <a:lnTo>
                    <a:pt x="86880" y="159524"/>
                  </a:lnTo>
                  <a:lnTo>
                    <a:pt x="87858" y="159524"/>
                  </a:lnTo>
                  <a:lnTo>
                    <a:pt x="90004" y="157353"/>
                  </a:lnTo>
                  <a:lnTo>
                    <a:pt x="89166" y="155295"/>
                  </a:lnTo>
                  <a:lnTo>
                    <a:pt x="90754" y="156362"/>
                  </a:lnTo>
                  <a:lnTo>
                    <a:pt x="93218" y="154711"/>
                  </a:lnTo>
                  <a:lnTo>
                    <a:pt x="93218" y="150622"/>
                  </a:lnTo>
                  <a:close/>
                </a:path>
                <a:path w="272414" h="352425">
                  <a:moveTo>
                    <a:pt x="98450" y="99491"/>
                  </a:moveTo>
                  <a:lnTo>
                    <a:pt x="97066" y="98107"/>
                  </a:lnTo>
                  <a:lnTo>
                    <a:pt x="95923" y="98564"/>
                  </a:lnTo>
                  <a:lnTo>
                    <a:pt x="95059" y="98894"/>
                  </a:lnTo>
                  <a:lnTo>
                    <a:pt x="91059" y="100495"/>
                  </a:lnTo>
                  <a:lnTo>
                    <a:pt x="96062" y="105498"/>
                  </a:lnTo>
                  <a:lnTo>
                    <a:pt x="97650" y="101498"/>
                  </a:lnTo>
                  <a:lnTo>
                    <a:pt x="98450" y="99491"/>
                  </a:lnTo>
                  <a:close/>
                </a:path>
                <a:path w="272414" h="352425">
                  <a:moveTo>
                    <a:pt x="108661" y="70726"/>
                  </a:moveTo>
                  <a:lnTo>
                    <a:pt x="108064" y="70726"/>
                  </a:lnTo>
                  <a:lnTo>
                    <a:pt x="108064" y="71170"/>
                  </a:lnTo>
                  <a:lnTo>
                    <a:pt x="108356" y="71170"/>
                  </a:lnTo>
                  <a:lnTo>
                    <a:pt x="108661" y="71170"/>
                  </a:lnTo>
                  <a:lnTo>
                    <a:pt x="108661" y="70726"/>
                  </a:lnTo>
                  <a:close/>
                </a:path>
                <a:path w="272414" h="352425">
                  <a:moveTo>
                    <a:pt x="111518" y="241528"/>
                  </a:moveTo>
                  <a:lnTo>
                    <a:pt x="110617" y="240703"/>
                  </a:lnTo>
                  <a:lnTo>
                    <a:pt x="110451" y="240563"/>
                  </a:lnTo>
                  <a:lnTo>
                    <a:pt x="110337" y="240703"/>
                  </a:lnTo>
                  <a:lnTo>
                    <a:pt x="110464" y="240487"/>
                  </a:lnTo>
                  <a:lnTo>
                    <a:pt x="110401" y="240055"/>
                  </a:lnTo>
                  <a:lnTo>
                    <a:pt x="108483" y="239191"/>
                  </a:lnTo>
                  <a:lnTo>
                    <a:pt x="107632" y="241160"/>
                  </a:lnTo>
                  <a:lnTo>
                    <a:pt x="108546" y="243090"/>
                  </a:lnTo>
                  <a:lnTo>
                    <a:pt x="109321" y="243281"/>
                  </a:lnTo>
                  <a:lnTo>
                    <a:pt x="111175" y="242887"/>
                  </a:lnTo>
                  <a:lnTo>
                    <a:pt x="111518" y="241528"/>
                  </a:lnTo>
                  <a:close/>
                </a:path>
                <a:path w="272414" h="352425">
                  <a:moveTo>
                    <a:pt x="113322" y="257111"/>
                  </a:moveTo>
                  <a:lnTo>
                    <a:pt x="111937" y="256425"/>
                  </a:lnTo>
                  <a:lnTo>
                    <a:pt x="109689" y="256857"/>
                  </a:lnTo>
                  <a:lnTo>
                    <a:pt x="108940" y="257251"/>
                  </a:lnTo>
                  <a:lnTo>
                    <a:pt x="105333" y="260578"/>
                  </a:lnTo>
                  <a:lnTo>
                    <a:pt x="109804" y="264490"/>
                  </a:lnTo>
                  <a:lnTo>
                    <a:pt x="112255" y="261302"/>
                  </a:lnTo>
                  <a:lnTo>
                    <a:pt x="112953" y="260388"/>
                  </a:lnTo>
                  <a:lnTo>
                    <a:pt x="113093" y="259499"/>
                  </a:lnTo>
                  <a:lnTo>
                    <a:pt x="113322" y="257111"/>
                  </a:lnTo>
                  <a:close/>
                </a:path>
                <a:path w="272414" h="352425">
                  <a:moveTo>
                    <a:pt x="116293" y="80873"/>
                  </a:moveTo>
                  <a:lnTo>
                    <a:pt x="114668" y="76822"/>
                  </a:lnTo>
                  <a:lnTo>
                    <a:pt x="110172" y="75374"/>
                  </a:lnTo>
                  <a:lnTo>
                    <a:pt x="108585" y="75209"/>
                  </a:lnTo>
                  <a:lnTo>
                    <a:pt x="103149" y="74930"/>
                  </a:lnTo>
                  <a:lnTo>
                    <a:pt x="100457" y="78917"/>
                  </a:lnTo>
                  <a:lnTo>
                    <a:pt x="100711" y="79870"/>
                  </a:lnTo>
                  <a:lnTo>
                    <a:pt x="100126" y="79870"/>
                  </a:lnTo>
                  <a:lnTo>
                    <a:pt x="100114" y="84518"/>
                  </a:lnTo>
                  <a:lnTo>
                    <a:pt x="101993" y="84518"/>
                  </a:lnTo>
                  <a:lnTo>
                    <a:pt x="102412" y="86029"/>
                  </a:lnTo>
                  <a:lnTo>
                    <a:pt x="106489" y="87325"/>
                  </a:lnTo>
                  <a:lnTo>
                    <a:pt x="109766" y="85737"/>
                  </a:lnTo>
                  <a:lnTo>
                    <a:pt x="111239" y="85026"/>
                  </a:lnTo>
                  <a:lnTo>
                    <a:pt x="112445" y="84201"/>
                  </a:lnTo>
                  <a:lnTo>
                    <a:pt x="116293" y="80873"/>
                  </a:lnTo>
                  <a:close/>
                </a:path>
                <a:path w="272414" h="352425">
                  <a:moveTo>
                    <a:pt x="119951" y="121310"/>
                  </a:moveTo>
                  <a:lnTo>
                    <a:pt x="118846" y="117563"/>
                  </a:lnTo>
                  <a:lnTo>
                    <a:pt x="118630" y="116865"/>
                  </a:lnTo>
                  <a:lnTo>
                    <a:pt x="118465" y="116433"/>
                  </a:lnTo>
                  <a:lnTo>
                    <a:pt x="117348" y="114744"/>
                  </a:lnTo>
                  <a:lnTo>
                    <a:pt x="115887" y="114744"/>
                  </a:lnTo>
                  <a:lnTo>
                    <a:pt x="114744" y="116433"/>
                  </a:lnTo>
                  <a:lnTo>
                    <a:pt x="114579" y="116865"/>
                  </a:lnTo>
                  <a:lnTo>
                    <a:pt x="113271" y="121297"/>
                  </a:lnTo>
                  <a:lnTo>
                    <a:pt x="119951" y="121310"/>
                  </a:lnTo>
                  <a:close/>
                </a:path>
                <a:path w="272414" h="352425">
                  <a:moveTo>
                    <a:pt x="126123" y="79095"/>
                  </a:moveTo>
                  <a:lnTo>
                    <a:pt x="122085" y="79095"/>
                  </a:lnTo>
                  <a:lnTo>
                    <a:pt x="123101" y="81280"/>
                  </a:lnTo>
                  <a:lnTo>
                    <a:pt x="123202" y="81483"/>
                  </a:lnTo>
                  <a:lnTo>
                    <a:pt x="123278" y="81673"/>
                  </a:lnTo>
                  <a:lnTo>
                    <a:pt x="123380" y="81864"/>
                  </a:lnTo>
                  <a:lnTo>
                    <a:pt x="123634" y="82423"/>
                  </a:lnTo>
                  <a:lnTo>
                    <a:pt x="124587" y="82423"/>
                  </a:lnTo>
                  <a:lnTo>
                    <a:pt x="124828" y="81864"/>
                  </a:lnTo>
                  <a:lnTo>
                    <a:pt x="125018" y="81483"/>
                  </a:lnTo>
                  <a:lnTo>
                    <a:pt x="125107" y="81280"/>
                  </a:lnTo>
                  <a:lnTo>
                    <a:pt x="126123" y="79095"/>
                  </a:lnTo>
                  <a:close/>
                </a:path>
                <a:path w="272414" h="352425">
                  <a:moveTo>
                    <a:pt x="129413" y="92735"/>
                  </a:moveTo>
                  <a:lnTo>
                    <a:pt x="121805" y="92735"/>
                  </a:lnTo>
                  <a:lnTo>
                    <a:pt x="121805" y="98640"/>
                  </a:lnTo>
                  <a:lnTo>
                    <a:pt x="125603" y="98640"/>
                  </a:lnTo>
                  <a:lnTo>
                    <a:pt x="129413" y="98640"/>
                  </a:lnTo>
                  <a:lnTo>
                    <a:pt x="129413" y="92735"/>
                  </a:lnTo>
                  <a:close/>
                </a:path>
                <a:path w="272414" h="352425">
                  <a:moveTo>
                    <a:pt x="132321" y="246583"/>
                  </a:moveTo>
                  <a:lnTo>
                    <a:pt x="130886" y="246583"/>
                  </a:lnTo>
                  <a:lnTo>
                    <a:pt x="130886" y="247700"/>
                  </a:lnTo>
                  <a:lnTo>
                    <a:pt x="131610" y="247700"/>
                  </a:lnTo>
                  <a:lnTo>
                    <a:pt x="132321" y="247700"/>
                  </a:lnTo>
                  <a:lnTo>
                    <a:pt x="132321" y="246583"/>
                  </a:lnTo>
                  <a:close/>
                </a:path>
                <a:path w="272414" h="352425">
                  <a:moveTo>
                    <a:pt x="135750" y="263740"/>
                  </a:moveTo>
                  <a:lnTo>
                    <a:pt x="134797" y="262382"/>
                  </a:lnTo>
                  <a:lnTo>
                    <a:pt x="132600" y="261772"/>
                  </a:lnTo>
                  <a:lnTo>
                    <a:pt x="131826" y="261835"/>
                  </a:lnTo>
                  <a:lnTo>
                    <a:pt x="126123" y="263080"/>
                  </a:lnTo>
                  <a:lnTo>
                    <a:pt x="129603" y="270840"/>
                  </a:lnTo>
                  <a:lnTo>
                    <a:pt x="133756" y="267246"/>
                  </a:lnTo>
                  <a:lnTo>
                    <a:pt x="134569" y="266534"/>
                  </a:lnTo>
                  <a:lnTo>
                    <a:pt x="134912" y="265912"/>
                  </a:lnTo>
                  <a:lnTo>
                    <a:pt x="135750" y="263740"/>
                  </a:lnTo>
                  <a:close/>
                </a:path>
                <a:path w="272414" h="352425">
                  <a:moveTo>
                    <a:pt x="146989" y="88900"/>
                  </a:moveTo>
                  <a:lnTo>
                    <a:pt x="137223" y="88900"/>
                  </a:lnTo>
                  <a:lnTo>
                    <a:pt x="137210" y="96481"/>
                  </a:lnTo>
                  <a:lnTo>
                    <a:pt x="142100" y="96481"/>
                  </a:lnTo>
                  <a:lnTo>
                    <a:pt x="146989" y="96481"/>
                  </a:lnTo>
                  <a:lnTo>
                    <a:pt x="146989" y="88900"/>
                  </a:lnTo>
                  <a:close/>
                </a:path>
                <a:path w="272414" h="352425">
                  <a:moveTo>
                    <a:pt x="149631" y="121818"/>
                  </a:moveTo>
                  <a:lnTo>
                    <a:pt x="148869" y="119265"/>
                  </a:lnTo>
                  <a:lnTo>
                    <a:pt x="148805" y="119024"/>
                  </a:lnTo>
                  <a:lnTo>
                    <a:pt x="148742" y="118795"/>
                  </a:lnTo>
                  <a:lnTo>
                    <a:pt x="148285" y="117259"/>
                  </a:lnTo>
                  <a:lnTo>
                    <a:pt x="146418" y="117259"/>
                  </a:lnTo>
                  <a:lnTo>
                    <a:pt x="145961" y="118795"/>
                  </a:lnTo>
                  <a:lnTo>
                    <a:pt x="145884" y="119024"/>
                  </a:lnTo>
                  <a:lnTo>
                    <a:pt x="145084" y="121805"/>
                  </a:lnTo>
                  <a:lnTo>
                    <a:pt x="149631" y="121818"/>
                  </a:lnTo>
                  <a:close/>
                </a:path>
                <a:path w="272414" h="352425">
                  <a:moveTo>
                    <a:pt x="152120" y="64414"/>
                  </a:moveTo>
                  <a:lnTo>
                    <a:pt x="151942" y="63449"/>
                  </a:lnTo>
                  <a:lnTo>
                    <a:pt x="151218" y="60477"/>
                  </a:lnTo>
                  <a:lnTo>
                    <a:pt x="149263" y="60248"/>
                  </a:lnTo>
                  <a:lnTo>
                    <a:pt x="146977" y="62128"/>
                  </a:lnTo>
                  <a:lnTo>
                    <a:pt x="146469" y="62788"/>
                  </a:lnTo>
                  <a:lnTo>
                    <a:pt x="144780" y="67767"/>
                  </a:lnTo>
                  <a:lnTo>
                    <a:pt x="150507" y="69342"/>
                  </a:lnTo>
                  <a:lnTo>
                    <a:pt x="151688" y="65735"/>
                  </a:lnTo>
                  <a:lnTo>
                    <a:pt x="152120" y="64414"/>
                  </a:lnTo>
                  <a:close/>
                </a:path>
                <a:path w="272414" h="352425">
                  <a:moveTo>
                    <a:pt x="155143" y="105956"/>
                  </a:moveTo>
                  <a:lnTo>
                    <a:pt x="154559" y="105956"/>
                  </a:lnTo>
                  <a:lnTo>
                    <a:pt x="154559" y="106413"/>
                  </a:lnTo>
                  <a:lnTo>
                    <a:pt x="154851" y="106413"/>
                  </a:lnTo>
                  <a:lnTo>
                    <a:pt x="155143" y="106413"/>
                  </a:lnTo>
                  <a:lnTo>
                    <a:pt x="155143" y="105956"/>
                  </a:lnTo>
                  <a:close/>
                </a:path>
                <a:path w="272414" h="352425">
                  <a:moveTo>
                    <a:pt x="173926" y="41617"/>
                  </a:moveTo>
                  <a:lnTo>
                    <a:pt x="171754" y="41617"/>
                  </a:lnTo>
                  <a:lnTo>
                    <a:pt x="171754" y="43307"/>
                  </a:lnTo>
                  <a:lnTo>
                    <a:pt x="172834" y="43307"/>
                  </a:lnTo>
                  <a:lnTo>
                    <a:pt x="173926" y="43307"/>
                  </a:lnTo>
                  <a:lnTo>
                    <a:pt x="173926" y="41617"/>
                  </a:lnTo>
                  <a:close/>
                </a:path>
                <a:path w="272414" h="352425">
                  <a:moveTo>
                    <a:pt x="189255" y="36487"/>
                  </a:moveTo>
                  <a:lnTo>
                    <a:pt x="187058" y="34290"/>
                  </a:lnTo>
                  <a:lnTo>
                    <a:pt x="184188" y="36055"/>
                  </a:lnTo>
                  <a:lnTo>
                    <a:pt x="179539" y="39712"/>
                  </a:lnTo>
                  <a:lnTo>
                    <a:pt x="183819" y="44005"/>
                  </a:lnTo>
                  <a:lnTo>
                    <a:pt x="185953" y="41325"/>
                  </a:lnTo>
                  <a:lnTo>
                    <a:pt x="187490" y="39357"/>
                  </a:lnTo>
                  <a:lnTo>
                    <a:pt x="189255" y="36487"/>
                  </a:lnTo>
                  <a:close/>
                </a:path>
                <a:path w="272414" h="352425">
                  <a:moveTo>
                    <a:pt x="197129" y="39230"/>
                  </a:moveTo>
                  <a:lnTo>
                    <a:pt x="196532" y="39230"/>
                  </a:lnTo>
                  <a:lnTo>
                    <a:pt x="196532" y="39687"/>
                  </a:lnTo>
                  <a:lnTo>
                    <a:pt x="196824" y="39687"/>
                  </a:lnTo>
                  <a:lnTo>
                    <a:pt x="197129" y="39687"/>
                  </a:lnTo>
                  <a:lnTo>
                    <a:pt x="197129" y="39230"/>
                  </a:lnTo>
                  <a:close/>
                </a:path>
                <a:path w="272414" h="352425">
                  <a:moveTo>
                    <a:pt x="216179" y="22059"/>
                  </a:moveTo>
                  <a:lnTo>
                    <a:pt x="210439" y="12750"/>
                  </a:lnTo>
                  <a:lnTo>
                    <a:pt x="201333" y="16598"/>
                  </a:lnTo>
                  <a:lnTo>
                    <a:pt x="202209" y="24650"/>
                  </a:lnTo>
                  <a:lnTo>
                    <a:pt x="203860" y="26924"/>
                  </a:lnTo>
                  <a:lnTo>
                    <a:pt x="206578" y="26860"/>
                  </a:lnTo>
                  <a:lnTo>
                    <a:pt x="210312" y="26758"/>
                  </a:lnTo>
                  <a:lnTo>
                    <a:pt x="216179" y="22059"/>
                  </a:lnTo>
                  <a:close/>
                </a:path>
                <a:path w="272414" h="352425">
                  <a:moveTo>
                    <a:pt x="239344" y="12725"/>
                  </a:moveTo>
                  <a:lnTo>
                    <a:pt x="232283" y="12725"/>
                  </a:lnTo>
                  <a:lnTo>
                    <a:pt x="232283" y="18211"/>
                  </a:lnTo>
                  <a:lnTo>
                    <a:pt x="235813" y="18211"/>
                  </a:lnTo>
                  <a:lnTo>
                    <a:pt x="239344" y="18211"/>
                  </a:lnTo>
                  <a:lnTo>
                    <a:pt x="239344" y="12725"/>
                  </a:lnTo>
                  <a:close/>
                </a:path>
                <a:path w="272414" h="352425">
                  <a:moveTo>
                    <a:pt x="248843" y="8026"/>
                  </a:moveTo>
                  <a:lnTo>
                    <a:pt x="247802" y="7874"/>
                  </a:lnTo>
                  <a:lnTo>
                    <a:pt x="247561" y="7835"/>
                  </a:lnTo>
                  <a:lnTo>
                    <a:pt x="245783" y="7594"/>
                  </a:lnTo>
                  <a:lnTo>
                    <a:pt x="245770" y="9855"/>
                  </a:lnTo>
                  <a:lnTo>
                    <a:pt x="247319" y="9639"/>
                  </a:lnTo>
                  <a:lnTo>
                    <a:pt x="247802" y="9575"/>
                  </a:lnTo>
                  <a:lnTo>
                    <a:pt x="248043" y="9525"/>
                  </a:lnTo>
                  <a:lnTo>
                    <a:pt x="248843" y="9410"/>
                  </a:lnTo>
                  <a:lnTo>
                    <a:pt x="248843" y="8026"/>
                  </a:lnTo>
                  <a:close/>
                </a:path>
                <a:path w="272414" h="352425">
                  <a:moveTo>
                    <a:pt x="263105" y="52730"/>
                  </a:moveTo>
                  <a:lnTo>
                    <a:pt x="262509" y="52730"/>
                  </a:lnTo>
                  <a:lnTo>
                    <a:pt x="262509" y="53174"/>
                  </a:lnTo>
                  <a:lnTo>
                    <a:pt x="262813" y="53174"/>
                  </a:lnTo>
                  <a:lnTo>
                    <a:pt x="263105" y="53174"/>
                  </a:lnTo>
                  <a:lnTo>
                    <a:pt x="263105" y="52730"/>
                  </a:lnTo>
                  <a:close/>
                </a:path>
                <a:path w="272414" h="352425">
                  <a:moveTo>
                    <a:pt x="264350" y="2781"/>
                  </a:moveTo>
                  <a:lnTo>
                    <a:pt x="261543" y="0"/>
                  </a:lnTo>
                  <a:lnTo>
                    <a:pt x="258673" y="1181"/>
                  </a:lnTo>
                  <a:lnTo>
                    <a:pt x="258673" y="5753"/>
                  </a:lnTo>
                  <a:lnTo>
                    <a:pt x="261543" y="6934"/>
                  </a:lnTo>
                  <a:lnTo>
                    <a:pt x="263169" y="5334"/>
                  </a:lnTo>
                  <a:lnTo>
                    <a:pt x="264350" y="4165"/>
                  </a:lnTo>
                  <a:lnTo>
                    <a:pt x="264350" y="2781"/>
                  </a:lnTo>
                  <a:close/>
                </a:path>
                <a:path w="272414" h="352425">
                  <a:moveTo>
                    <a:pt x="266928" y="96659"/>
                  </a:moveTo>
                  <a:lnTo>
                    <a:pt x="264668" y="96647"/>
                  </a:lnTo>
                  <a:lnTo>
                    <a:pt x="264896" y="98196"/>
                  </a:lnTo>
                  <a:lnTo>
                    <a:pt x="264960" y="98666"/>
                  </a:lnTo>
                  <a:lnTo>
                    <a:pt x="264998" y="98907"/>
                  </a:lnTo>
                  <a:lnTo>
                    <a:pt x="265112" y="99720"/>
                  </a:lnTo>
                  <a:lnTo>
                    <a:pt x="266509" y="99720"/>
                  </a:lnTo>
                  <a:lnTo>
                    <a:pt x="266649" y="98666"/>
                  </a:lnTo>
                  <a:lnTo>
                    <a:pt x="266687" y="98437"/>
                  </a:lnTo>
                  <a:lnTo>
                    <a:pt x="266928" y="96659"/>
                  </a:lnTo>
                  <a:close/>
                </a:path>
                <a:path w="272414" h="352425">
                  <a:moveTo>
                    <a:pt x="267970" y="91732"/>
                  </a:moveTo>
                  <a:lnTo>
                    <a:pt x="266865" y="91567"/>
                  </a:lnTo>
                  <a:lnTo>
                    <a:pt x="266623" y="91541"/>
                  </a:lnTo>
                  <a:lnTo>
                    <a:pt x="266382" y="91503"/>
                  </a:lnTo>
                  <a:lnTo>
                    <a:pt x="264096" y="91186"/>
                  </a:lnTo>
                  <a:lnTo>
                    <a:pt x="264083" y="94195"/>
                  </a:lnTo>
                  <a:lnTo>
                    <a:pt x="267970" y="93649"/>
                  </a:lnTo>
                  <a:lnTo>
                    <a:pt x="267970" y="91732"/>
                  </a:lnTo>
                  <a:close/>
                </a:path>
                <a:path w="272414" h="352425">
                  <a:moveTo>
                    <a:pt x="271957" y="124777"/>
                  </a:moveTo>
                  <a:lnTo>
                    <a:pt x="271907" y="124155"/>
                  </a:lnTo>
                  <a:lnTo>
                    <a:pt x="270941" y="121831"/>
                  </a:lnTo>
                  <a:lnTo>
                    <a:pt x="269671" y="120904"/>
                  </a:lnTo>
                  <a:lnTo>
                    <a:pt x="266801" y="121564"/>
                  </a:lnTo>
                  <a:lnTo>
                    <a:pt x="266077" y="122110"/>
                  </a:lnTo>
                  <a:lnTo>
                    <a:pt x="263131" y="124739"/>
                  </a:lnTo>
                  <a:lnTo>
                    <a:pt x="264083" y="128193"/>
                  </a:lnTo>
                  <a:lnTo>
                    <a:pt x="269189" y="130352"/>
                  </a:lnTo>
                  <a:lnTo>
                    <a:pt x="271602" y="128333"/>
                  </a:lnTo>
                  <a:lnTo>
                    <a:pt x="271868" y="125641"/>
                  </a:lnTo>
                  <a:lnTo>
                    <a:pt x="271957" y="12477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706867" y="7553749"/>
              <a:ext cx="387985" cy="553085"/>
            </a:xfrm>
            <a:custGeom>
              <a:avLst/>
              <a:gdLst/>
              <a:ahLst/>
              <a:cxnLst/>
              <a:rect l="l" t="t" r="r" b="b"/>
              <a:pathLst>
                <a:path w="387985" h="553084">
                  <a:moveTo>
                    <a:pt x="12674" y="498030"/>
                  </a:moveTo>
                  <a:lnTo>
                    <a:pt x="9271" y="494626"/>
                  </a:lnTo>
                  <a:lnTo>
                    <a:pt x="1257" y="496722"/>
                  </a:lnTo>
                  <a:lnTo>
                    <a:pt x="0" y="501738"/>
                  </a:lnTo>
                  <a:lnTo>
                    <a:pt x="5562" y="507288"/>
                  </a:lnTo>
                  <a:lnTo>
                    <a:pt x="10579" y="506044"/>
                  </a:lnTo>
                  <a:lnTo>
                    <a:pt x="11595" y="502196"/>
                  </a:lnTo>
                  <a:lnTo>
                    <a:pt x="12674" y="498030"/>
                  </a:lnTo>
                  <a:close/>
                </a:path>
                <a:path w="387985" h="553084">
                  <a:moveTo>
                    <a:pt x="16243" y="529247"/>
                  </a:moveTo>
                  <a:lnTo>
                    <a:pt x="15544" y="528535"/>
                  </a:lnTo>
                  <a:lnTo>
                    <a:pt x="14757" y="528548"/>
                  </a:lnTo>
                  <a:lnTo>
                    <a:pt x="14503" y="528561"/>
                  </a:lnTo>
                  <a:lnTo>
                    <a:pt x="14249" y="528561"/>
                  </a:lnTo>
                  <a:lnTo>
                    <a:pt x="14008" y="528574"/>
                  </a:lnTo>
                  <a:lnTo>
                    <a:pt x="12090" y="528599"/>
                  </a:lnTo>
                  <a:lnTo>
                    <a:pt x="11061" y="530974"/>
                  </a:lnTo>
                  <a:lnTo>
                    <a:pt x="12433" y="532345"/>
                  </a:lnTo>
                  <a:lnTo>
                    <a:pt x="13804" y="533717"/>
                  </a:lnTo>
                  <a:lnTo>
                    <a:pt x="16179" y="532688"/>
                  </a:lnTo>
                  <a:lnTo>
                    <a:pt x="16217" y="530783"/>
                  </a:lnTo>
                  <a:lnTo>
                    <a:pt x="16217" y="530529"/>
                  </a:lnTo>
                  <a:lnTo>
                    <a:pt x="16230" y="530275"/>
                  </a:lnTo>
                  <a:lnTo>
                    <a:pt x="16243" y="529247"/>
                  </a:lnTo>
                  <a:close/>
                </a:path>
                <a:path w="387985" h="553084">
                  <a:moveTo>
                    <a:pt x="24345" y="449021"/>
                  </a:moveTo>
                  <a:lnTo>
                    <a:pt x="12674" y="449021"/>
                  </a:lnTo>
                  <a:lnTo>
                    <a:pt x="12661" y="458089"/>
                  </a:lnTo>
                  <a:lnTo>
                    <a:pt x="18503" y="458089"/>
                  </a:lnTo>
                  <a:lnTo>
                    <a:pt x="24333" y="458089"/>
                  </a:lnTo>
                  <a:lnTo>
                    <a:pt x="24345" y="449021"/>
                  </a:lnTo>
                  <a:close/>
                </a:path>
                <a:path w="387985" h="553084">
                  <a:moveTo>
                    <a:pt x="24409" y="506933"/>
                  </a:moveTo>
                  <a:lnTo>
                    <a:pt x="17081" y="506933"/>
                  </a:lnTo>
                  <a:lnTo>
                    <a:pt x="17081" y="512635"/>
                  </a:lnTo>
                  <a:lnTo>
                    <a:pt x="20751" y="512635"/>
                  </a:lnTo>
                  <a:lnTo>
                    <a:pt x="24409" y="512635"/>
                  </a:lnTo>
                  <a:lnTo>
                    <a:pt x="24409" y="506933"/>
                  </a:lnTo>
                  <a:close/>
                </a:path>
                <a:path w="387985" h="553084">
                  <a:moveTo>
                    <a:pt x="31851" y="462584"/>
                  </a:moveTo>
                  <a:lnTo>
                    <a:pt x="26149" y="462584"/>
                  </a:lnTo>
                  <a:lnTo>
                    <a:pt x="26136" y="467017"/>
                  </a:lnTo>
                  <a:lnTo>
                    <a:pt x="28994" y="467017"/>
                  </a:lnTo>
                  <a:lnTo>
                    <a:pt x="31851" y="467017"/>
                  </a:lnTo>
                  <a:lnTo>
                    <a:pt x="31851" y="462584"/>
                  </a:lnTo>
                  <a:close/>
                </a:path>
                <a:path w="387985" h="553084">
                  <a:moveTo>
                    <a:pt x="33616" y="499427"/>
                  </a:moveTo>
                  <a:lnTo>
                    <a:pt x="31483" y="496519"/>
                  </a:lnTo>
                  <a:lnTo>
                    <a:pt x="30594" y="495325"/>
                  </a:lnTo>
                  <a:lnTo>
                    <a:pt x="29667" y="494411"/>
                  </a:lnTo>
                  <a:lnTo>
                    <a:pt x="24765" y="493064"/>
                  </a:lnTo>
                  <a:lnTo>
                    <a:pt x="21259" y="495731"/>
                  </a:lnTo>
                  <a:lnTo>
                    <a:pt x="21259" y="502843"/>
                  </a:lnTo>
                  <a:lnTo>
                    <a:pt x="24765" y="505523"/>
                  </a:lnTo>
                  <a:lnTo>
                    <a:pt x="31356" y="503720"/>
                  </a:lnTo>
                  <a:lnTo>
                    <a:pt x="33616" y="499427"/>
                  </a:lnTo>
                  <a:close/>
                </a:path>
                <a:path w="387985" h="553084">
                  <a:moveTo>
                    <a:pt x="33934" y="537133"/>
                  </a:moveTo>
                  <a:lnTo>
                    <a:pt x="32080" y="535025"/>
                  </a:lnTo>
                  <a:lnTo>
                    <a:pt x="27101" y="533031"/>
                  </a:lnTo>
                  <a:lnTo>
                    <a:pt x="24041" y="535203"/>
                  </a:lnTo>
                  <a:lnTo>
                    <a:pt x="16649" y="538861"/>
                  </a:lnTo>
                  <a:lnTo>
                    <a:pt x="20002" y="547141"/>
                  </a:lnTo>
                  <a:lnTo>
                    <a:pt x="25044" y="545185"/>
                  </a:lnTo>
                  <a:lnTo>
                    <a:pt x="28422" y="543877"/>
                  </a:lnTo>
                  <a:lnTo>
                    <a:pt x="31686" y="543128"/>
                  </a:lnTo>
                  <a:lnTo>
                    <a:pt x="33934" y="537133"/>
                  </a:lnTo>
                  <a:close/>
                </a:path>
                <a:path w="387985" h="553084">
                  <a:moveTo>
                    <a:pt x="52285" y="529678"/>
                  </a:moveTo>
                  <a:lnTo>
                    <a:pt x="41706" y="529678"/>
                  </a:lnTo>
                  <a:lnTo>
                    <a:pt x="41694" y="537895"/>
                  </a:lnTo>
                  <a:lnTo>
                    <a:pt x="46990" y="537895"/>
                  </a:lnTo>
                  <a:lnTo>
                    <a:pt x="52273" y="537895"/>
                  </a:lnTo>
                  <a:lnTo>
                    <a:pt x="52285" y="529678"/>
                  </a:lnTo>
                  <a:close/>
                </a:path>
                <a:path w="387985" h="553084">
                  <a:moveTo>
                    <a:pt x="78333" y="491998"/>
                  </a:moveTo>
                  <a:lnTo>
                    <a:pt x="77520" y="491197"/>
                  </a:lnTo>
                  <a:lnTo>
                    <a:pt x="76669" y="491426"/>
                  </a:lnTo>
                  <a:lnTo>
                    <a:pt x="76365" y="491502"/>
                  </a:lnTo>
                  <a:lnTo>
                    <a:pt x="75780" y="491667"/>
                  </a:lnTo>
                  <a:lnTo>
                    <a:pt x="72301" y="492607"/>
                  </a:lnTo>
                  <a:lnTo>
                    <a:pt x="76911" y="497230"/>
                  </a:lnTo>
                  <a:lnTo>
                    <a:pt x="77863" y="493737"/>
                  </a:lnTo>
                  <a:lnTo>
                    <a:pt x="77939" y="493445"/>
                  </a:lnTo>
                  <a:lnTo>
                    <a:pt x="78016" y="493141"/>
                  </a:lnTo>
                  <a:lnTo>
                    <a:pt x="78333" y="491998"/>
                  </a:lnTo>
                  <a:close/>
                </a:path>
                <a:path w="387985" h="553084">
                  <a:moveTo>
                    <a:pt x="83273" y="507314"/>
                  </a:moveTo>
                  <a:lnTo>
                    <a:pt x="82689" y="507314"/>
                  </a:lnTo>
                  <a:lnTo>
                    <a:pt x="82689" y="507758"/>
                  </a:lnTo>
                  <a:lnTo>
                    <a:pt x="82981" y="507758"/>
                  </a:lnTo>
                  <a:lnTo>
                    <a:pt x="83273" y="507758"/>
                  </a:lnTo>
                  <a:lnTo>
                    <a:pt x="83273" y="507314"/>
                  </a:lnTo>
                  <a:close/>
                </a:path>
                <a:path w="387985" h="553084">
                  <a:moveTo>
                    <a:pt x="101003" y="472033"/>
                  </a:moveTo>
                  <a:lnTo>
                    <a:pt x="100990" y="469671"/>
                  </a:lnTo>
                  <a:lnTo>
                    <a:pt x="100863" y="464185"/>
                  </a:lnTo>
                  <a:lnTo>
                    <a:pt x="96939" y="462127"/>
                  </a:lnTo>
                  <a:lnTo>
                    <a:pt x="94005" y="465480"/>
                  </a:lnTo>
                  <a:lnTo>
                    <a:pt x="93192" y="466369"/>
                  </a:lnTo>
                  <a:lnTo>
                    <a:pt x="91325" y="468642"/>
                  </a:lnTo>
                  <a:lnTo>
                    <a:pt x="90741" y="470141"/>
                  </a:lnTo>
                  <a:lnTo>
                    <a:pt x="88988" y="474345"/>
                  </a:lnTo>
                  <a:lnTo>
                    <a:pt x="91274" y="477520"/>
                  </a:lnTo>
                  <a:lnTo>
                    <a:pt x="96570" y="478967"/>
                  </a:lnTo>
                  <a:lnTo>
                    <a:pt x="99428" y="477253"/>
                  </a:lnTo>
                  <a:lnTo>
                    <a:pt x="100253" y="474522"/>
                  </a:lnTo>
                  <a:lnTo>
                    <a:pt x="101003" y="472033"/>
                  </a:lnTo>
                  <a:close/>
                </a:path>
                <a:path w="387985" h="553084">
                  <a:moveTo>
                    <a:pt x="109004" y="523544"/>
                  </a:moveTo>
                  <a:lnTo>
                    <a:pt x="103581" y="521220"/>
                  </a:lnTo>
                  <a:lnTo>
                    <a:pt x="98475" y="525564"/>
                  </a:lnTo>
                  <a:lnTo>
                    <a:pt x="97980" y="528688"/>
                  </a:lnTo>
                  <a:lnTo>
                    <a:pt x="99466" y="533958"/>
                  </a:lnTo>
                  <a:lnTo>
                    <a:pt x="102412" y="535368"/>
                  </a:lnTo>
                  <a:lnTo>
                    <a:pt x="107645" y="533158"/>
                  </a:lnTo>
                  <a:lnTo>
                    <a:pt x="108432" y="530199"/>
                  </a:lnTo>
                  <a:lnTo>
                    <a:pt x="107480" y="528307"/>
                  </a:lnTo>
                  <a:lnTo>
                    <a:pt x="107188" y="527710"/>
                  </a:lnTo>
                  <a:lnTo>
                    <a:pt x="107480" y="528281"/>
                  </a:lnTo>
                  <a:lnTo>
                    <a:pt x="109004" y="523544"/>
                  </a:lnTo>
                  <a:close/>
                </a:path>
                <a:path w="387985" h="553084">
                  <a:moveTo>
                    <a:pt x="118541" y="453872"/>
                  </a:moveTo>
                  <a:lnTo>
                    <a:pt x="115646" y="450989"/>
                  </a:lnTo>
                  <a:lnTo>
                    <a:pt x="108800" y="450989"/>
                  </a:lnTo>
                  <a:lnTo>
                    <a:pt x="105892" y="453885"/>
                  </a:lnTo>
                  <a:lnTo>
                    <a:pt x="105892" y="460743"/>
                  </a:lnTo>
                  <a:lnTo>
                    <a:pt x="108788" y="463638"/>
                  </a:lnTo>
                  <a:lnTo>
                    <a:pt x="112217" y="463638"/>
                  </a:lnTo>
                  <a:lnTo>
                    <a:pt x="115633" y="463638"/>
                  </a:lnTo>
                  <a:lnTo>
                    <a:pt x="118541" y="460717"/>
                  </a:lnTo>
                  <a:lnTo>
                    <a:pt x="118541" y="453872"/>
                  </a:lnTo>
                  <a:close/>
                </a:path>
                <a:path w="387985" h="553084">
                  <a:moveTo>
                    <a:pt x="119849" y="506945"/>
                  </a:moveTo>
                  <a:lnTo>
                    <a:pt x="118186" y="504952"/>
                  </a:lnTo>
                  <a:lnTo>
                    <a:pt x="117335" y="503936"/>
                  </a:lnTo>
                  <a:lnTo>
                    <a:pt x="115455" y="501688"/>
                  </a:lnTo>
                  <a:lnTo>
                    <a:pt x="111963" y="501738"/>
                  </a:lnTo>
                  <a:lnTo>
                    <a:pt x="110172" y="503809"/>
                  </a:lnTo>
                  <a:lnTo>
                    <a:pt x="109880" y="504063"/>
                  </a:lnTo>
                  <a:lnTo>
                    <a:pt x="109283" y="504659"/>
                  </a:lnTo>
                  <a:lnTo>
                    <a:pt x="106045" y="506272"/>
                  </a:lnTo>
                  <a:lnTo>
                    <a:pt x="105562" y="510755"/>
                  </a:lnTo>
                  <a:lnTo>
                    <a:pt x="109601" y="515988"/>
                  </a:lnTo>
                  <a:lnTo>
                    <a:pt x="114007" y="516636"/>
                  </a:lnTo>
                  <a:lnTo>
                    <a:pt x="119253" y="510717"/>
                  </a:lnTo>
                  <a:lnTo>
                    <a:pt x="119849" y="506945"/>
                  </a:lnTo>
                  <a:close/>
                </a:path>
                <a:path w="387985" h="553084">
                  <a:moveTo>
                    <a:pt x="128473" y="488797"/>
                  </a:moveTo>
                  <a:lnTo>
                    <a:pt x="123952" y="488073"/>
                  </a:lnTo>
                  <a:lnTo>
                    <a:pt x="121424" y="487680"/>
                  </a:lnTo>
                  <a:lnTo>
                    <a:pt x="119875" y="488035"/>
                  </a:lnTo>
                  <a:lnTo>
                    <a:pt x="116687" y="493953"/>
                  </a:lnTo>
                  <a:lnTo>
                    <a:pt x="120421" y="498589"/>
                  </a:lnTo>
                  <a:lnTo>
                    <a:pt x="128054" y="495223"/>
                  </a:lnTo>
                  <a:lnTo>
                    <a:pt x="128473" y="488797"/>
                  </a:lnTo>
                  <a:close/>
                </a:path>
                <a:path w="387985" h="553084">
                  <a:moveTo>
                    <a:pt x="137922" y="507631"/>
                  </a:moveTo>
                  <a:lnTo>
                    <a:pt x="135369" y="505079"/>
                  </a:lnTo>
                  <a:lnTo>
                    <a:pt x="127254" y="507961"/>
                  </a:lnTo>
                  <a:lnTo>
                    <a:pt x="125831" y="511962"/>
                  </a:lnTo>
                  <a:lnTo>
                    <a:pt x="131038" y="517169"/>
                  </a:lnTo>
                  <a:lnTo>
                    <a:pt x="135039" y="515734"/>
                  </a:lnTo>
                  <a:lnTo>
                    <a:pt x="136182" y="512521"/>
                  </a:lnTo>
                  <a:lnTo>
                    <a:pt x="137922" y="507631"/>
                  </a:lnTo>
                  <a:close/>
                </a:path>
                <a:path w="387985" h="553084">
                  <a:moveTo>
                    <a:pt x="152819" y="475056"/>
                  </a:moveTo>
                  <a:lnTo>
                    <a:pt x="149961" y="472262"/>
                  </a:lnTo>
                  <a:lnTo>
                    <a:pt x="150037" y="472135"/>
                  </a:lnTo>
                  <a:lnTo>
                    <a:pt x="149504" y="471817"/>
                  </a:lnTo>
                  <a:lnTo>
                    <a:pt x="147345" y="469722"/>
                  </a:lnTo>
                  <a:lnTo>
                    <a:pt x="145427" y="469430"/>
                  </a:lnTo>
                  <a:lnTo>
                    <a:pt x="144830" y="469087"/>
                  </a:lnTo>
                  <a:lnTo>
                    <a:pt x="140042" y="466280"/>
                  </a:lnTo>
                  <a:lnTo>
                    <a:pt x="134772" y="476211"/>
                  </a:lnTo>
                  <a:lnTo>
                    <a:pt x="135356" y="480618"/>
                  </a:lnTo>
                  <a:lnTo>
                    <a:pt x="141719" y="486587"/>
                  </a:lnTo>
                  <a:lnTo>
                    <a:pt x="146824" y="486181"/>
                  </a:lnTo>
                  <a:lnTo>
                    <a:pt x="152488" y="480021"/>
                  </a:lnTo>
                  <a:lnTo>
                    <a:pt x="152615" y="479882"/>
                  </a:lnTo>
                  <a:lnTo>
                    <a:pt x="152654" y="479158"/>
                  </a:lnTo>
                  <a:lnTo>
                    <a:pt x="152819" y="475056"/>
                  </a:lnTo>
                  <a:close/>
                </a:path>
                <a:path w="387985" h="553084">
                  <a:moveTo>
                    <a:pt x="154876" y="507504"/>
                  </a:moveTo>
                  <a:lnTo>
                    <a:pt x="153974" y="505269"/>
                  </a:lnTo>
                  <a:lnTo>
                    <a:pt x="152031" y="500430"/>
                  </a:lnTo>
                  <a:lnTo>
                    <a:pt x="151053" y="500722"/>
                  </a:lnTo>
                  <a:lnTo>
                    <a:pt x="151053" y="503516"/>
                  </a:lnTo>
                  <a:lnTo>
                    <a:pt x="150952" y="503339"/>
                  </a:lnTo>
                  <a:lnTo>
                    <a:pt x="151053" y="503516"/>
                  </a:lnTo>
                  <a:lnTo>
                    <a:pt x="151053" y="500722"/>
                  </a:lnTo>
                  <a:lnTo>
                    <a:pt x="150964" y="502437"/>
                  </a:lnTo>
                  <a:lnTo>
                    <a:pt x="150241" y="502437"/>
                  </a:lnTo>
                  <a:lnTo>
                    <a:pt x="150050" y="502437"/>
                  </a:lnTo>
                  <a:lnTo>
                    <a:pt x="150202" y="502412"/>
                  </a:lnTo>
                  <a:lnTo>
                    <a:pt x="150939" y="502412"/>
                  </a:lnTo>
                  <a:lnTo>
                    <a:pt x="150964" y="500748"/>
                  </a:lnTo>
                  <a:lnTo>
                    <a:pt x="148717" y="501408"/>
                  </a:lnTo>
                  <a:lnTo>
                    <a:pt x="146545" y="501091"/>
                  </a:lnTo>
                  <a:lnTo>
                    <a:pt x="143840" y="501992"/>
                  </a:lnTo>
                  <a:lnTo>
                    <a:pt x="143725" y="502437"/>
                  </a:lnTo>
                  <a:lnTo>
                    <a:pt x="142735" y="507517"/>
                  </a:lnTo>
                  <a:lnTo>
                    <a:pt x="143979" y="509447"/>
                  </a:lnTo>
                  <a:lnTo>
                    <a:pt x="147828" y="511035"/>
                  </a:lnTo>
                  <a:lnTo>
                    <a:pt x="149288" y="510705"/>
                  </a:lnTo>
                  <a:lnTo>
                    <a:pt x="154876" y="507504"/>
                  </a:lnTo>
                  <a:close/>
                </a:path>
                <a:path w="387985" h="553084">
                  <a:moveTo>
                    <a:pt x="169722" y="520712"/>
                  </a:moveTo>
                  <a:lnTo>
                    <a:pt x="167259" y="518261"/>
                  </a:lnTo>
                  <a:lnTo>
                    <a:pt x="160794" y="518972"/>
                  </a:lnTo>
                  <a:lnTo>
                    <a:pt x="158191" y="523494"/>
                  </a:lnTo>
                  <a:lnTo>
                    <a:pt x="164465" y="529767"/>
                  </a:lnTo>
                  <a:lnTo>
                    <a:pt x="169011" y="527189"/>
                  </a:lnTo>
                  <a:lnTo>
                    <a:pt x="169443" y="523278"/>
                  </a:lnTo>
                  <a:lnTo>
                    <a:pt x="169722" y="520712"/>
                  </a:lnTo>
                  <a:close/>
                </a:path>
                <a:path w="387985" h="553084">
                  <a:moveTo>
                    <a:pt x="184391" y="539267"/>
                  </a:moveTo>
                  <a:lnTo>
                    <a:pt x="182930" y="537337"/>
                  </a:lnTo>
                  <a:lnTo>
                    <a:pt x="179171" y="535825"/>
                  </a:lnTo>
                  <a:lnTo>
                    <a:pt x="177317" y="536346"/>
                  </a:lnTo>
                  <a:lnTo>
                    <a:pt x="172034" y="540639"/>
                  </a:lnTo>
                  <a:lnTo>
                    <a:pt x="173609" y="545553"/>
                  </a:lnTo>
                  <a:lnTo>
                    <a:pt x="180403" y="548424"/>
                  </a:lnTo>
                  <a:lnTo>
                    <a:pt x="184023" y="545769"/>
                  </a:lnTo>
                  <a:lnTo>
                    <a:pt x="184238" y="541985"/>
                  </a:lnTo>
                  <a:lnTo>
                    <a:pt x="184391" y="539267"/>
                  </a:lnTo>
                  <a:close/>
                </a:path>
                <a:path w="387985" h="553084">
                  <a:moveTo>
                    <a:pt x="191897" y="510197"/>
                  </a:moveTo>
                  <a:lnTo>
                    <a:pt x="191744" y="510057"/>
                  </a:lnTo>
                  <a:lnTo>
                    <a:pt x="191795" y="510197"/>
                  </a:lnTo>
                  <a:lnTo>
                    <a:pt x="191668" y="509993"/>
                  </a:lnTo>
                  <a:lnTo>
                    <a:pt x="191706" y="510197"/>
                  </a:lnTo>
                  <a:lnTo>
                    <a:pt x="191884" y="510209"/>
                  </a:lnTo>
                  <a:close/>
                </a:path>
                <a:path w="387985" h="553084">
                  <a:moveTo>
                    <a:pt x="192684" y="510311"/>
                  </a:moveTo>
                  <a:close/>
                </a:path>
                <a:path w="387985" h="553084">
                  <a:moveTo>
                    <a:pt x="192773" y="510032"/>
                  </a:moveTo>
                  <a:lnTo>
                    <a:pt x="192595" y="509905"/>
                  </a:lnTo>
                  <a:lnTo>
                    <a:pt x="192773" y="510032"/>
                  </a:lnTo>
                  <a:close/>
                </a:path>
                <a:path w="387985" h="553084">
                  <a:moveTo>
                    <a:pt x="193001" y="510247"/>
                  </a:moveTo>
                  <a:lnTo>
                    <a:pt x="192874" y="510095"/>
                  </a:lnTo>
                  <a:lnTo>
                    <a:pt x="192798" y="510349"/>
                  </a:lnTo>
                  <a:lnTo>
                    <a:pt x="193001" y="510247"/>
                  </a:lnTo>
                  <a:close/>
                </a:path>
                <a:path w="387985" h="553084">
                  <a:moveTo>
                    <a:pt x="193052" y="510222"/>
                  </a:moveTo>
                  <a:lnTo>
                    <a:pt x="192938" y="510082"/>
                  </a:lnTo>
                  <a:lnTo>
                    <a:pt x="193052" y="510222"/>
                  </a:lnTo>
                  <a:close/>
                </a:path>
                <a:path w="387985" h="553084">
                  <a:moveTo>
                    <a:pt x="193065" y="510235"/>
                  </a:moveTo>
                  <a:lnTo>
                    <a:pt x="192811" y="510362"/>
                  </a:lnTo>
                  <a:lnTo>
                    <a:pt x="193052" y="510311"/>
                  </a:lnTo>
                  <a:close/>
                </a:path>
                <a:path w="387985" h="553084">
                  <a:moveTo>
                    <a:pt x="193090" y="510209"/>
                  </a:moveTo>
                  <a:lnTo>
                    <a:pt x="192976" y="510044"/>
                  </a:lnTo>
                  <a:lnTo>
                    <a:pt x="192849" y="509993"/>
                  </a:lnTo>
                  <a:lnTo>
                    <a:pt x="193090" y="510209"/>
                  </a:lnTo>
                  <a:close/>
                </a:path>
                <a:path w="387985" h="553084">
                  <a:moveTo>
                    <a:pt x="193192" y="510476"/>
                  </a:moveTo>
                  <a:lnTo>
                    <a:pt x="193179" y="510311"/>
                  </a:lnTo>
                  <a:lnTo>
                    <a:pt x="193040" y="510476"/>
                  </a:lnTo>
                  <a:lnTo>
                    <a:pt x="193192" y="510476"/>
                  </a:lnTo>
                  <a:close/>
                </a:path>
                <a:path w="387985" h="553084">
                  <a:moveTo>
                    <a:pt x="193268" y="510159"/>
                  </a:moveTo>
                  <a:lnTo>
                    <a:pt x="193141" y="510260"/>
                  </a:lnTo>
                  <a:lnTo>
                    <a:pt x="193268" y="510159"/>
                  </a:lnTo>
                  <a:close/>
                </a:path>
                <a:path w="387985" h="553084">
                  <a:moveTo>
                    <a:pt x="193382" y="510184"/>
                  </a:moveTo>
                  <a:close/>
                </a:path>
                <a:path w="387985" h="553084">
                  <a:moveTo>
                    <a:pt x="193395" y="510057"/>
                  </a:moveTo>
                  <a:close/>
                </a:path>
                <a:path w="387985" h="553084">
                  <a:moveTo>
                    <a:pt x="194983" y="544055"/>
                  </a:moveTo>
                  <a:lnTo>
                    <a:pt x="194398" y="544055"/>
                  </a:lnTo>
                  <a:lnTo>
                    <a:pt x="194398" y="544499"/>
                  </a:lnTo>
                  <a:lnTo>
                    <a:pt x="194691" y="544499"/>
                  </a:lnTo>
                  <a:lnTo>
                    <a:pt x="194983" y="544499"/>
                  </a:lnTo>
                  <a:lnTo>
                    <a:pt x="194983" y="544055"/>
                  </a:lnTo>
                  <a:close/>
                </a:path>
                <a:path w="387985" h="553084">
                  <a:moveTo>
                    <a:pt x="204787" y="506552"/>
                  </a:moveTo>
                  <a:lnTo>
                    <a:pt x="204012" y="505701"/>
                  </a:lnTo>
                  <a:lnTo>
                    <a:pt x="203987" y="510540"/>
                  </a:lnTo>
                  <a:lnTo>
                    <a:pt x="193205" y="510540"/>
                  </a:lnTo>
                  <a:lnTo>
                    <a:pt x="192976" y="510540"/>
                  </a:lnTo>
                  <a:lnTo>
                    <a:pt x="192925" y="510413"/>
                  </a:lnTo>
                  <a:lnTo>
                    <a:pt x="192798" y="510362"/>
                  </a:lnTo>
                  <a:lnTo>
                    <a:pt x="192570" y="510540"/>
                  </a:lnTo>
                  <a:lnTo>
                    <a:pt x="192443" y="510768"/>
                  </a:lnTo>
                  <a:lnTo>
                    <a:pt x="192646" y="510336"/>
                  </a:lnTo>
                  <a:lnTo>
                    <a:pt x="192722" y="510120"/>
                  </a:lnTo>
                  <a:lnTo>
                    <a:pt x="192519" y="510159"/>
                  </a:lnTo>
                  <a:lnTo>
                    <a:pt x="192303" y="510197"/>
                  </a:lnTo>
                  <a:lnTo>
                    <a:pt x="192011" y="510133"/>
                  </a:lnTo>
                  <a:lnTo>
                    <a:pt x="191820" y="510260"/>
                  </a:lnTo>
                  <a:lnTo>
                    <a:pt x="191643" y="510019"/>
                  </a:lnTo>
                  <a:lnTo>
                    <a:pt x="191490" y="510146"/>
                  </a:lnTo>
                  <a:lnTo>
                    <a:pt x="191516" y="509841"/>
                  </a:lnTo>
                  <a:lnTo>
                    <a:pt x="191566" y="509485"/>
                  </a:lnTo>
                  <a:lnTo>
                    <a:pt x="191604" y="509358"/>
                  </a:lnTo>
                  <a:lnTo>
                    <a:pt x="192671" y="508406"/>
                  </a:lnTo>
                  <a:lnTo>
                    <a:pt x="191884" y="509206"/>
                  </a:lnTo>
                  <a:lnTo>
                    <a:pt x="191693" y="509651"/>
                  </a:lnTo>
                  <a:lnTo>
                    <a:pt x="191858" y="509447"/>
                  </a:lnTo>
                  <a:lnTo>
                    <a:pt x="191757" y="510032"/>
                  </a:lnTo>
                  <a:lnTo>
                    <a:pt x="192011" y="510133"/>
                  </a:lnTo>
                  <a:lnTo>
                    <a:pt x="193167" y="509282"/>
                  </a:lnTo>
                  <a:lnTo>
                    <a:pt x="192951" y="509676"/>
                  </a:lnTo>
                  <a:lnTo>
                    <a:pt x="192849" y="509993"/>
                  </a:lnTo>
                  <a:lnTo>
                    <a:pt x="192976" y="510044"/>
                  </a:lnTo>
                  <a:lnTo>
                    <a:pt x="193179" y="510120"/>
                  </a:lnTo>
                  <a:lnTo>
                    <a:pt x="193179" y="509905"/>
                  </a:lnTo>
                  <a:lnTo>
                    <a:pt x="193433" y="510032"/>
                  </a:lnTo>
                  <a:lnTo>
                    <a:pt x="193573" y="509866"/>
                  </a:lnTo>
                  <a:lnTo>
                    <a:pt x="193522" y="510082"/>
                  </a:lnTo>
                  <a:lnTo>
                    <a:pt x="193382" y="510184"/>
                  </a:lnTo>
                  <a:lnTo>
                    <a:pt x="193344" y="510425"/>
                  </a:lnTo>
                  <a:lnTo>
                    <a:pt x="193217" y="510476"/>
                  </a:lnTo>
                  <a:lnTo>
                    <a:pt x="203911" y="510476"/>
                  </a:lnTo>
                  <a:lnTo>
                    <a:pt x="203987" y="505675"/>
                  </a:lnTo>
                  <a:lnTo>
                    <a:pt x="196519" y="497408"/>
                  </a:lnTo>
                  <a:lnTo>
                    <a:pt x="194360" y="497624"/>
                  </a:lnTo>
                  <a:lnTo>
                    <a:pt x="194360" y="509333"/>
                  </a:lnTo>
                  <a:lnTo>
                    <a:pt x="194208" y="509447"/>
                  </a:lnTo>
                  <a:lnTo>
                    <a:pt x="193687" y="509765"/>
                  </a:lnTo>
                  <a:lnTo>
                    <a:pt x="194360" y="509333"/>
                  </a:lnTo>
                  <a:lnTo>
                    <a:pt x="194360" y="497624"/>
                  </a:lnTo>
                  <a:lnTo>
                    <a:pt x="189242" y="498094"/>
                  </a:lnTo>
                  <a:lnTo>
                    <a:pt x="180987" y="507060"/>
                  </a:lnTo>
                  <a:lnTo>
                    <a:pt x="181673" y="514108"/>
                  </a:lnTo>
                  <a:lnTo>
                    <a:pt x="189014" y="519074"/>
                  </a:lnTo>
                  <a:lnTo>
                    <a:pt x="191731" y="519633"/>
                  </a:lnTo>
                  <a:lnTo>
                    <a:pt x="194856" y="519112"/>
                  </a:lnTo>
                  <a:lnTo>
                    <a:pt x="196075" y="519696"/>
                  </a:lnTo>
                  <a:lnTo>
                    <a:pt x="200507" y="517855"/>
                  </a:lnTo>
                  <a:lnTo>
                    <a:pt x="204647" y="513524"/>
                  </a:lnTo>
                  <a:lnTo>
                    <a:pt x="204787" y="506552"/>
                  </a:lnTo>
                  <a:close/>
                </a:path>
                <a:path w="387985" h="553084">
                  <a:moveTo>
                    <a:pt x="214426" y="469557"/>
                  </a:moveTo>
                  <a:lnTo>
                    <a:pt x="209651" y="470954"/>
                  </a:lnTo>
                  <a:lnTo>
                    <a:pt x="206349" y="471919"/>
                  </a:lnTo>
                  <a:lnTo>
                    <a:pt x="206349" y="475678"/>
                  </a:lnTo>
                  <a:lnTo>
                    <a:pt x="214388" y="478040"/>
                  </a:lnTo>
                  <a:lnTo>
                    <a:pt x="214426" y="469557"/>
                  </a:lnTo>
                  <a:close/>
                </a:path>
                <a:path w="387985" h="553084">
                  <a:moveTo>
                    <a:pt x="216649" y="505764"/>
                  </a:moveTo>
                  <a:lnTo>
                    <a:pt x="214769" y="503123"/>
                  </a:lnTo>
                  <a:lnTo>
                    <a:pt x="208445" y="503224"/>
                  </a:lnTo>
                  <a:lnTo>
                    <a:pt x="206616" y="506285"/>
                  </a:lnTo>
                  <a:lnTo>
                    <a:pt x="209562" y="511340"/>
                  </a:lnTo>
                  <a:lnTo>
                    <a:pt x="212801" y="510870"/>
                  </a:lnTo>
                  <a:lnTo>
                    <a:pt x="214414" y="508736"/>
                  </a:lnTo>
                  <a:lnTo>
                    <a:pt x="216649" y="505764"/>
                  </a:lnTo>
                  <a:close/>
                </a:path>
                <a:path w="387985" h="553084">
                  <a:moveTo>
                    <a:pt x="219735" y="75641"/>
                  </a:moveTo>
                  <a:lnTo>
                    <a:pt x="217246" y="73126"/>
                  </a:lnTo>
                  <a:lnTo>
                    <a:pt x="216001" y="75006"/>
                  </a:lnTo>
                  <a:lnTo>
                    <a:pt x="214795" y="76809"/>
                  </a:lnTo>
                  <a:lnTo>
                    <a:pt x="216065" y="78079"/>
                  </a:lnTo>
                  <a:lnTo>
                    <a:pt x="217017" y="77444"/>
                  </a:lnTo>
                  <a:lnTo>
                    <a:pt x="219735" y="75641"/>
                  </a:lnTo>
                  <a:close/>
                </a:path>
                <a:path w="387985" h="553084">
                  <a:moveTo>
                    <a:pt x="222681" y="78168"/>
                  </a:moveTo>
                  <a:lnTo>
                    <a:pt x="219430" y="78409"/>
                  </a:lnTo>
                  <a:lnTo>
                    <a:pt x="218160" y="78511"/>
                  </a:lnTo>
                  <a:lnTo>
                    <a:pt x="217487" y="78740"/>
                  </a:lnTo>
                  <a:lnTo>
                    <a:pt x="215734" y="80149"/>
                  </a:lnTo>
                  <a:lnTo>
                    <a:pt x="215734" y="81724"/>
                  </a:lnTo>
                  <a:lnTo>
                    <a:pt x="217512" y="83159"/>
                  </a:lnTo>
                  <a:lnTo>
                    <a:pt x="218147" y="83375"/>
                  </a:lnTo>
                  <a:lnTo>
                    <a:pt x="222681" y="83705"/>
                  </a:lnTo>
                  <a:lnTo>
                    <a:pt x="222681" y="78168"/>
                  </a:lnTo>
                  <a:close/>
                </a:path>
                <a:path w="387985" h="553084">
                  <a:moveTo>
                    <a:pt x="231597" y="81445"/>
                  </a:moveTo>
                  <a:lnTo>
                    <a:pt x="229171" y="79895"/>
                  </a:lnTo>
                  <a:lnTo>
                    <a:pt x="228168" y="79260"/>
                  </a:lnTo>
                  <a:lnTo>
                    <a:pt x="227177" y="79260"/>
                  </a:lnTo>
                  <a:lnTo>
                    <a:pt x="223761" y="81432"/>
                  </a:lnTo>
                  <a:lnTo>
                    <a:pt x="224675" y="85394"/>
                  </a:lnTo>
                  <a:lnTo>
                    <a:pt x="230670" y="85394"/>
                  </a:lnTo>
                  <a:lnTo>
                    <a:pt x="231597" y="81445"/>
                  </a:lnTo>
                  <a:close/>
                </a:path>
                <a:path w="387985" h="553084">
                  <a:moveTo>
                    <a:pt x="239941" y="543598"/>
                  </a:moveTo>
                  <a:lnTo>
                    <a:pt x="235851" y="539496"/>
                  </a:lnTo>
                  <a:lnTo>
                    <a:pt x="229336" y="542785"/>
                  </a:lnTo>
                  <a:lnTo>
                    <a:pt x="230276" y="540854"/>
                  </a:lnTo>
                  <a:lnTo>
                    <a:pt x="223608" y="534174"/>
                  </a:lnTo>
                  <a:lnTo>
                    <a:pt x="211899" y="539902"/>
                  </a:lnTo>
                  <a:lnTo>
                    <a:pt x="211556" y="546379"/>
                  </a:lnTo>
                  <a:lnTo>
                    <a:pt x="218071" y="552919"/>
                  </a:lnTo>
                  <a:lnTo>
                    <a:pt x="224561" y="552551"/>
                  </a:lnTo>
                  <a:lnTo>
                    <a:pt x="226733" y="548106"/>
                  </a:lnTo>
                  <a:lnTo>
                    <a:pt x="228549" y="544372"/>
                  </a:lnTo>
                  <a:lnTo>
                    <a:pt x="228384" y="547052"/>
                  </a:lnTo>
                  <a:lnTo>
                    <a:pt x="232397" y="551065"/>
                  </a:lnTo>
                  <a:lnTo>
                    <a:pt x="236334" y="550824"/>
                  </a:lnTo>
                  <a:lnTo>
                    <a:pt x="237680" y="548119"/>
                  </a:lnTo>
                  <a:lnTo>
                    <a:pt x="239941" y="543598"/>
                  </a:lnTo>
                  <a:close/>
                </a:path>
                <a:path w="387985" h="553084">
                  <a:moveTo>
                    <a:pt x="239941" y="198069"/>
                  </a:moveTo>
                  <a:lnTo>
                    <a:pt x="236372" y="196596"/>
                  </a:lnTo>
                  <a:lnTo>
                    <a:pt x="234365" y="198589"/>
                  </a:lnTo>
                  <a:lnTo>
                    <a:pt x="232943" y="199999"/>
                  </a:lnTo>
                  <a:lnTo>
                    <a:pt x="232943" y="201803"/>
                  </a:lnTo>
                  <a:lnTo>
                    <a:pt x="236385" y="205206"/>
                  </a:lnTo>
                  <a:lnTo>
                    <a:pt x="239941" y="203746"/>
                  </a:lnTo>
                  <a:lnTo>
                    <a:pt x="239941" y="198069"/>
                  </a:lnTo>
                  <a:close/>
                </a:path>
                <a:path w="387985" h="553084">
                  <a:moveTo>
                    <a:pt x="241427" y="472363"/>
                  </a:moveTo>
                  <a:lnTo>
                    <a:pt x="231914" y="472363"/>
                  </a:lnTo>
                  <a:lnTo>
                    <a:pt x="231914" y="479742"/>
                  </a:lnTo>
                  <a:lnTo>
                    <a:pt x="236677" y="479742"/>
                  </a:lnTo>
                  <a:lnTo>
                    <a:pt x="241427" y="479742"/>
                  </a:lnTo>
                  <a:lnTo>
                    <a:pt x="241427" y="472363"/>
                  </a:lnTo>
                  <a:close/>
                </a:path>
                <a:path w="387985" h="553084">
                  <a:moveTo>
                    <a:pt x="242214" y="74714"/>
                  </a:moveTo>
                  <a:lnTo>
                    <a:pt x="241630" y="74714"/>
                  </a:lnTo>
                  <a:lnTo>
                    <a:pt x="241630" y="75171"/>
                  </a:lnTo>
                  <a:lnTo>
                    <a:pt x="241922" y="75171"/>
                  </a:lnTo>
                  <a:lnTo>
                    <a:pt x="242214" y="75171"/>
                  </a:lnTo>
                  <a:lnTo>
                    <a:pt x="242214" y="74714"/>
                  </a:lnTo>
                  <a:close/>
                </a:path>
                <a:path w="387985" h="553084">
                  <a:moveTo>
                    <a:pt x="250837" y="206946"/>
                  </a:moveTo>
                  <a:lnTo>
                    <a:pt x="249250" y="205892"/>
                  </a:lnTo>
                  <a:lnTo>
                    <a:pt x="248399" y="205333"/>
                  </a:lnTo>
                  <a:lnTo>
                    <a:pt x="247624" y="204800"/>
                  </a:lnTo>
                  <a:lnTo>
                    <a:pt x="246583" y="205841"/>
                  </a:lnTo>
                  <a:lnTo>
                    <a:pt x="247662" y="207492"/>
                  </a:lnTo>
                  <a:lnTo>
                    <a:pt x="248704" y="209054"/>
                  </a:lnTo>
                  <a:lnTo>
                    <a:pt x="250837" y="206946"/>
                  </a:lnTo>
                  <a:close/>
                </a:path>
                <a:path w="387985" h="553084">
                  <a:moveTo>
                    <a:pt x="261708" y="74269"/>
                  </a:moveTo>
                  <a:lnTo>
                    <a:pt x="259143" y="69862"/>
                  </a:lnTo>
                  <a:lnTo>
                    <a:pt x="256184" y="70002"/>
                  </a:lnTo>
                  <a:lnTo>
                    <a:pt x="254914" y="71983"/>
                  </a:lnTo>
                  <a:lnTo>
                    <a:pt x="253631" y="73964"/>
                  </a:lnTo>
                  <a:lnTo>
                    <a:pt x="255092" y="77076"/>
                  </a:lnTo>
                  <a:lnTo>
                    <a:pt x="257403" y="76771"/>
                  </a:lnTo>
                  <a:lnTo>
                    <a:pt x="257644" y="76746"/>
                  </a:lnTo>
                  <a:lnTo>
                    <a:pt x="259930" y="76441"/>
                  </a:lnTo>
                  <a:lnTo>
                    <a:pt x="261708" y="74269"/>
                  </a:lnTo>
                  <a:close/>
                </a:path>
                <a:path w="387985" h="553084">
                  <a:moveTo>
                    <a:pt x="263982" y="534708"/>
                  </a:moveTo>
                  <a:lnTo>
                    <a:pt x="252857" y="534708"/>
                  </a:lnTo>
                  <a:lnTo>
                    <a:pt x="252844" y="543356"/>
                  </a:lnTo>
                  <a:lnTo>
                    <a:pt x="258419" y="543356"/>
                  </a:lnTo>
                  <a:lnTo>
                    <a:pt x="263982" y="543356"/>
                  </a:lnTo>
                  <a:lnTo>
                    <a:pt x="263982" y="534708"/>
                  </a:lnTo>
                  <a:close/>
                </a:path>
                <a:path w="387985" h="553084">
                  <a:moveTo>
                    <a:pt x="264515" y="185191"/>
                  </a:moveTo>
                  <a:lnTo>
                    <a:pt x="264299" y="183705"/>
                  </a:lnTo>
                  <a:lnTo>
                    <a:pt x="264236" y="183400"/>
                  </a:lnTo>
                  <a:lnTo>
                    <a:pt x="264198" y="183095"/>
                  </a:lnTo>
                  <a:lnTo>
                    <a:pt x="263944" y="181470"/>
                  </a:lnTo>
                  <a:lnTo>
                    <a:pt x="261696" y="181140"/>
                  </a:lnTo>
                  <a:lnTo>
                    <a:pt x="260667" y="182156"/>
                  </a:lnTo>
                  <a:lnTo>
                    <a:pt x="259651" y="183184"/>
                  </a:lnTo>
                  <a:lnTo>
                    <a:pt x="259981" y="185432"/>
                  </a:lnTo>
                  <a:lnTo>
                    <a:pt x="261607" y="185686"/>
                  </a:lnTo>
                  <a:lnTo>
                    <a:pt x="261912" y="185724"/>
                  </a:lnTo>
                  <a:lnTo>
                    <a:pt x="262216" y="185788"/>
                  </a:lnTo>
                  <a:lnTo>
                    <a:pt x="262521" y="185826"/>
                  </a:lnTo>
                  <a:lnTo>
                    <a:pt x="263702" y="186016"/>
                  </a:lnTo>
                  <a:lnTo>
                    <a:pt x="264515" y="185191"/>
                  </a:lnTo>
                  <a:close/>
                </a:path>
                <a:path w="387985" h="553084">
                  <a:moveTo>
                    <a:pt x="265010" y="112242"/>
                  </a:moveTo>
                  <a:lnTo>
                    <a:pt x="264871" y="108686"/>
                  </a:lnTo>
                  <a:lnTo>
                    <a:pt x="264642" y="103200"/>
                  </a:lnTo>
                  <a:lnTo>
                    <a:pt x="260159" y="100584"/>
                  </a:lnTo>
                  <a:lnTo>
                    <a:pt x="254241" y="107835"/>
                  </a:lnTo>
                  <a:lnTo>
                    <a:pt x="254584" y="111772"/>
                  </a:lnTo>
                  <a:lnTo>
                    <a:pt x="261099" y="114515"/>
                  </a:lnTo>
                  <a:lnTo>
                    <a:pt x="265010" y="112242"/>
                  </a:lnTo>
                  <a:close/>
                </a:path>
                <a:path w="387985" h="553084">
                  <a:moveTo>
                    <a:pt x="267804" y="526237"/>
                  </a:moveTo>
                  <a:lnTo>
                    <a:pt x="258025" y="526237"/>
                  </a:lnTo>
                  <a:lnTo>
                    <a:pt x="258025" y="533831"/>
                  </a:lnTo>
                  <a:lnTo>
                    <a:pt x="262915" y="533831"/>
                  </a:lnTo>
                  <a:lnTo>
                    <a:pt x="267792" y="533831"/>
                  </a:lnTo>
                  <a:lnTo>
                    <a:pt x="267804" y="526237"/>
                  </a:lnTo>
                  <a:close/>
                </a:path>
                <a:path w="387985" h="553084">
                  <a:moveTo>
                    <a:pt x="271907" y="130898"/>
                  </a:moveTo>
                  <a:lnTo>
                    <a:pt x="270713" y="126568"/>
                  </a:lnTo>
                  <a:lnTo>
                    <a:pt x="268452" y="125260"/>
                  </a:lnTo>
                  <a:lnTo>
                    <a:pt x="266357" y="125857"/>
                  </a:lnTo>
                  <a:lnTo>
                    <a:pt x="262928" y="126822"/>
                  </a:lnTo>
                  <a:lnTo>
                    <a:pt x="262077" y="128397"/>
                  </a:lnTo>
                  <a:lnTo>
                    <a:pt x="261696" y="131368"/>
                  </a:lnTo>
                  <a:lnTo>
                    <a:pt x="262280" y="132334"/>
                  </a:lnTo>
                  <a:lnTo>
                    <a:pt x="263969" y="134073"/>
                  </a:lnTo>
                  <a:lnTo>
                    <a:pt x="265722" y="134696"/>
                  </a:lnTo>
                  <a:lnTo>
                    <a:pt x="270497" y="132778"/>
                  </a:lnTo>
                  <a:lnTo>
                    <a:pt x="271907" y="130898"/>
                  </a:lnTo>
                  <a:close/>
                </a:path>
                <a:path w="387985" h="553084">
                  <a:moveTo>
                    <a:pt x="272389" y="86436"/>
                  </a:moveTo>
                  <a:lnTo>
                    <a:pt x="271208" y="83553"/>
                  </a:lnTo>
                  <a:lnTo>
                    <a:pt x="266623" y="83553"/>
                  </a:lnTo>
                  <a:lnTo>
                    <a:pt x="265442" y="86436"/>
                  </a:lnTo>
                  <a:lnTo>
                    <a:pt x="267042" y="88049"/>
                  </a:lnTo>
                  <a:lnTo>
                    <a:pt x="268224" y="89242"/>
                  </a:lnTo>
                  <a:lnTo>
                    <a:pt x="269608" y="89242"/>
                  </a:lnTo>
                  <a:lnTo>
                    <a:pt x="272389" y="86436"/>
                  </a:lnTo>
                  <a:close/>
                </a:path>
                <a:path w="387985" h="553084">
                  <a:moveTo>
                    <a:pt x="279946" y="177571"/>
                  </a:moveTo>
                  <a:lnTo>
                    <a:pt x="275882" y="177571"/>
                  </a:lnTo>
                  <a:lnTo>
                    <a:pt x="275869" y="180733"/>
                  </a:lnTo>
                  <a:lnTo>
                    <a:pt x="277914" y="180733"/>
                  </a:lnTo>
                  <a:lnTo>
                    <a:pt x="279946" y="180733"/>
                  </a:lnTo>
                  <a:lnTo>
                    <a:pt x="279946" y="177571"/>
                  </a:lnTo>
                  <a:close/>
                </a:path>
                <a:path w="387985" h="553084">
                  <a:moveTo>
                    <a:pt x="283184" y="72161"/>
                  </a:moveTo>
                  <a:lnTo>
                    <a:pt x="282295" y="68338"/>
                  </a:lnTo>
                  <a:lnTo>
                    <a:pt x="276517" y="68338"/>
                  </a:lnTo>
                  <a:lnTo>
                    <a:pt x="275628" y="72161"/>
                  </a:lnTo>
                  <a:lnTo>
                    <a:pt x="277977" y="73647"/>
                  </a:lnTo>
                  <a:lnTo>
                    <a:pt x="278930" y="74256"/>
                  </a:lnTo>
                  <a:lnTo>
                    <a:pt x="279882" y="74256"/>
                  </a:lnTo>
                  <a:lnTo>
                    <a:pt x="283184" y="72161"/>
                  </a:lnTo>
                  <a:close/>
                </a:path>
                <a:path w="387985" h="553084">
                  <a:moveTo>
                    <a:pt x="284200" y="157937"/>
                  </a:moveTo>
                  <a:lnTo>
                    <a:pt x="283616" y="157937"/>
                  </a:lnTo>
                  <a:lnTo>
                    <a:pt x="283616" y="158394"/>
                  </a:lnTo>
                  <a:lnTo>
                    <a:pt x="283908" y="158394"/>
                  </a:lnTo>
                  <a:lnTo>
                    <a:pt x="284200" y="158394"/>
                  </a:lnTo>
                  <a:lnTo>
                    <a:pt x="284200" y="157937"/>
                  </a:lnTo>
                  <a:close/>
                </a:path>
                <a:path w="387985" h="553084">
                  <a:moveTo>
                    <a:pt x="291693" y="187921"/>
                  </a:moveTo>
                  <a:lnTo>
                    <a:pt x="291109" y="187921"/>
                  </a:lnTo>
                  <a:lnTo>
                    <a:pt x="291109" y="188379"/>
                  </a:lnTo>
                  <a:lnTo>
                    <a:pt x="291401" y="188379"/>
                  </a:lnTo>
                  <a:lnTo>
                    <a:pt x="291693" y="188379"/>
                  </a:lnTo>
                  <a:lnTo>
                    <a:pt x="291693" y="187921"/>
                  </a:lnTo>
                  <a:close/>
                </a:path>
                <a:path w="387985" h="553084">
                  <a:moveTo>
                    <a:pt x="302729" y="180162"/>
                  </a:moveTo>
                  <a:lnTo>
                    <a:pt x="302425" y="176987"/>
                  </a:lnTo>
                  <a:lnTo>
                    <a:pt x="297662" y="174205"/>
                  </a:lnTo>
                  <a:lnTo>
                    <a:pt x="295021" y="175653"/>
                  </a:lnTo>
                  <a:lnTo>
                    <a:pt x="294716" y="176403"/>
                  </a:lnTo>
                  <a:lnTo>
                    <a:pt x="292862" y="177241"/>
                  </a:lnTo>
                  <a:lnTo>
                    <a:pt x="293166" y="181483"/>
                  </a:lnTo>
                  <a:lnTo>
                    <a:pt x="297357" y="183769"/>
                  </a:lnTo>
                  <a:lnTo>
                    <a:pt x="299491" y="183629"/>
                  </a:lnTo>
                  <a:lnTo>
                    <a:pt x="302729" y="180162"/>
                  </a:lnTo>
                  <a:close/>
                </a:path>
                <a:path w="387985" h="553084">
                  <a:moveTo>
                    <a:pt x="303276" y="107035"/>
                  </a:moveTo>
                  <a:lnTo>
                    <a:pt x="301752" y="105232"/>
                  </a:lnTo>
                  <a:lnTo>
                    <a:pt x="298970" y="106743"/>
                  </a:lnTo>
                  <a:lnTo>
                    <a:pt x="297141" y="107162"/>
                  </a:lnTo>
                  <a:lnTo>
                    <a:pt x="294284" y="107886"/>
                  </a:lnTo>
                  <a:lnTo>
                    <a:pt x="294170" y="109956"/>
                  </a:lnTo>
                  <a:lnTo>
                    <a:pt x="295541" y="110210"/>
                  </a:lnTo>
                  <a:lnTo>
                    <a:pt x="298221" y="110705"/>
                  </a:lnTo>
                  <a:lnTo>
                    <a:pt x="300075" y="109905"/>
                  </a:lnTo>
                  <a:lnTo>
                    <a:pt x="303276" y="107035"/>
                  </a:lnTo>
                  <a:close/>
                </a:path>
                <a:path w="387985" h="553084">
                  <a:moveTo>
                    <a:pt x="306654" y="121488"/>
                  </a:moveTo>
                  <a:lnTo>
                    <a:pt x="297154" y="121488"/>
                  </a:lnTo>
                  <a:lnTo>
                    <a:pt x="297141" y="128866"/>
                  </a:lnTo>
                  <a:lnTo>
                    <a:pt x="301904" y="128866"/>
                  </a:lnTo>
                  <a:lnTo>
                    <a:pt x="306654" y="128866"/>
                  </a:lnTo>
                  <a:lnTo>
                    <a:pt x="306654" y="121488"/>
                  </a:lnTo>
                  <a:close/>
                </a:path>
                <a:path w="387985" h="553084">
                  <a:moveTo>
                    <a:pt x="309524" y="78346"/>
                  </a:moveTo>
                  <a:lnTo>
                    <a:pt x="302704" y="76339"/>
                  </a:lnTo>
                  <a:lnTo>
                    <a:pt x="300151" y="78371"/>
                  </a:lnTo>
                  <a:lnTo>
                    <a:pt x="300151" y="83502"/>
                  </a:lnTo>
                  <a:lnTo>
                    <a:pt x="302704" y="85534"/>
                  </a:lnTo>
                  <a:lnTo>
                    <a:pt x="305219" y="84810"/>
                  </a:lnTo>
                  <a:lnTo>
                    <a:pt x="309524" y="83553"/>
                  </a:lnTo>
                  <a:lnTo>
                    <a:pt x="309524" y="78346"/>
                  </a:lnTo>
                  <a:close/>
                </a:path>
                <a:path w="387985" h="553084">
                  <a:moveTo>
                    <a:pt x="312801" y="134696"/>
                  </a:moveTo>
                  <a:lnTo>
                    <a:pt x="306108" y="133388"/>
                  </a:lnTo>
                  <a:lnTo>
                    <a:pt x="306425" y="139877"/>
                  </a:lnTo>
                  <a:lnTo>
                    <a:pt x="310197" y="141592"/>
                  </a:lnTo>
                  <a:lnTo>
                    <a:pt x="311619" y="138722"/>
                  </a:lnTo>
                  <a:lnTo>
                    <a:pt x="312356" y="137223"/>
                  </a:lnTo>
                  <a:lnTo>
                    <a:pt x="311823" y="136537"/>
                  </a:lnTo>
                  <a:lnTo>
                    <a:pt x="312597" y="135077"/>
                  </a:lnTo>
                  <a:lnTo>
                    <a:pt x="312801" y="134696"/>
                  </a:lnTo>
                  <a:close/>
                </a:path>
                <a:path w="387985" h="553084">
                  <a:moveTo>
                    <a:pt x="322643" y="128778"/>
                  </a:moveTo>
                  <a:lnTo>
                    <a:pt x="320471" y="127393"/>
                  </a:lnTo>
                  <a:lnTo>
                    <a:pt x="320154" y="127203"/>
                  </a:lnTo>
                  <a:lnTo>
                    <a:pt x="319570" y="126822"/>
                  </a:lnTo>
                  <a:lnTo>
                    <a:pt x="318719" y="126822"/>
                  </a:lnTo>
                  <a:lnTo>
                    <a:pt x="315645" y="128778"/>
                  </a:lnTo>
                  <a:lnTo>
                    <a:pt x="316458" y="132308"/>
                  </a:lnTo>
                  <a:lnTo>
                    <a:pt x="321818" y="132308"/>
                  </a:lnTo>
                  <a:lnTo>
                    <a:pt x="322643" y="128778"/>
                  </a:lnTo>
                  <a:close/>
                </a:path>
                <a:path w="387985" h="553084">
                  <a:moveTo>
                    <a:pt x="325335" y="96469"/>
                  </a:moveTo>
                  <a:lnTo>
                    <a:pt x="319582" y="93573"/>
                  </a:lnTo>
                  <a:lnTo>
                    <a:pt x="314134" y="102870"/>
                  </a:lnTo>
                  <a:lnTo>
                    <a:pt x="323418" y="106375"/>
                  </a:lnTo>
                  <a:lnTo>
                    <a:pt x="324510" y="100749"/>
                  </a:lnTo>
                  <a:lnTo>
                    <a:pt x="325335" y="96469"/>
                  </a:lnTo>
                  <a:close/>
                </a:path>
                <a:path w="387985" h="553084">
                  <a:moveTo>
                    <a:pt x="325437" y="76212"/>
                  </a:moveTo>
                  <a:lnTo>
                    <a:pt x="324853" y="76212"/>
                  </a:lnTo>
                  <a:lnTo>
                    <a:pt x="324853" y="76669"/>
                  </a:lnTo>
                  <a:lnTo>
                    <a:pt x="325145" y="76669"/>
                  </a:lnTo>
                  <a:lnTo>
                    <a:pt x="325437" y="76669"/>
                  </a:lnTo>
                  <a:lnTo>
                    <a:pt x="325437" y="76212"/>
                  </a:lnTo>
                  <a:close/>
                </a:path>
                <a:path w="387985" h="553084">
                  <a:moveTo>
                    <a:pt x="327456" y="162775"/>
                  </a:moveTo>
                  <a:lnTo>
                    <a:pt x="325818" y="162775"/>
                  </a:lnTo>
                  <a:lnTo>
                    <a:pt x="325818" y="164045"/>
                  </a:lnTo>
                  <a:lnTo>
                    <a:pt x="326644" y="164045"/>
                  </a:lnTo>
                  <a:lnTo>
                    <a:pt x="327456" y="164045"/>
                  </a:lnTo>
                  <a:lnTo>
                    <a:pt x="327456" y="162775"/>
                  </a:lnTo>
                  <a:close/>
                </a:path>
                <a:path w="387985" h="553084">
                  <a:moveTo>
                    <a:pt x="336003" y="57416"/>
                  </a:moveTo>
                  <a:lnTo>
                    <a:pt x="334048" y="54673"/>
                  </a:lnTo>
                  <a:lnTo>
                    <a:pt x="327571" y="54787"/>
                  </a:lnTo>
                  <a:lnTo>
                    <a:pt x="325678" y="57937"/>
                  </a:lnTo>
                  <a:lnTo>
                    <a:pt x="328726" y="63131"/>
                  </a:lnTo>
                  <a:lnTo>
                    <a:pt x="332041" y="62649"/>
                  </a:lnTo>
                  <a:lnTo>
                    <a:pt x="333705" y="60452"/>
                  </a:lnTo>
                  <a:lnTo>
                    <a:pt x="336003" y="57416"/>
                  </a:lnTo>
                  <a:close/>
                </a:path>
                <a:path w="387985" h="553084">
                  <a:moveTo>
                    <a:pt x="336791" y="132359"/>
                  </a:moveTo>
                  <a:lnTo>
                    <a:pt x="335978" y="132359"/>
                  </a:lnTo>
                  <a:lnTo>
                    <a:pt x="335978" y="132994"/>
                  </a:lnTo>
                  <a:lnTo>
                    <a:pt x="336384" y="132994"/>
                  </a:lnTo>
                  <a:lnTo>
                    <a:pt x="336791" y="132994"/>
                  </a:lnTo>
                  <a:lnTo>
                    <a:pt x="336791" y="132359"/>
                  </a:lnTo>
                  <a:close/>
                </a:path>
                <a:path w="387985" h="553084">
                  <a:moveTo>
                    <a:pt x="342836" y="43637"/>
                  </a:moveTo>
                  <a:lnTo>
                    <a:pt x="337934" y="37388"/>
                  </a:lnTo>
                  <a:lnTo>
                    <a:pt x="335229" y="37274"/>
                  </a:lnTo>
                  <a:lnTo>
                    <a:pt x="335229" y="45885"/>
                  </a:lnTo>
                  <a:lnTo>
                    <a:pt x="335089" y="45923"/>
                  </a:lnTo>
                  <a:lnTo>
                    <a:pt x="334937" y="45580"/>
                  </a:lnTo>
                  <a:lnTo>
                    <a:pt x="334860" y="45415"/>
                  </a:lnTo>
                  <a:lnTo>
                    <a:pt x="335191" y="45173"/>
                  </a:lnTo>
                  <a:lnTo>
                    <a:pt x="335229" y="45885"/>
                  </a:lnTo>
                  <a:lnTo>
                    <a:pt x="335229" y="37274"/>
                  </a:lnTo>
                  <a:lnTo>
                    <a:pt x="333273" y="37185"/>
                  </a:lnTo>
                  <a:lnTo>
                    <a:pt x="327139" y="42329"/>
                  </a:lnTo>
                  <a:lnTo>
                    <a:pt x="326288" y="46926"/>
                  </a:lnTo>
                  <a:lnTo>
                    <a:pt x="331470" y="52616"/>
                  </a:lnTo>
                  <a:lnTo>
                    <a:pt x="335686" y="53390"/>
                  </a:lnTo>
                  <a:lnTo>
                    <a:pt x="336905" y="52565"/>
                  </a:lnTo>
                  <a:lnTo>
                    <a:pt x="337896" y="53352"/>
                  </a:lnTo>
                  <a:lnTo>
                    <a:pt x="340309" y="50292"/>
                  </a:lnTo>
                  <a:lnTo>
                    <a:pt x="342150" y="49060"/>
                  </a:lnTo>
                  <a:lnTo>
                    <a:pt x="341757" y="48450"/>
                  </a:lnTo>
                  <a:lnTo>
                    <a:pt x="342544" y="47459"/>
                  </a:lnTo>
                  <a:lnTo>
                    <a:pt x="342785" y="44310"/>
                  </a:lnTo>
                  <a:lnTo>
                    <a:pt x="342836" y="43637"/>
                  </a:lnTo>
                  <a:close/>
                </a:path>
                <a:path w="387985" h="553084">
                  <a:moveTo>
                    <a:pt x="344893" y="139077"/>
                  </a:moveTo>
                  <a:lnTo>
                    <a:pt x="332397" y="139077"/>
                  </a:lnTo>
                  <a:lnTo>
                    <a:pt x="332384" y="148767"/>
                  </a:lnTo>
                  <a:lnTo>
                    <a:pt x="338632" y="148767"/>
                  </a:lnTo>
                  <a:lnTo>
                    <a:pt x="344881" y="148767"/>
                  </a:lnTo>
                  <a:lnTo>
                    <a:pt x="344893" y="139077"/>
                  </a:lnTo>
                  <a:close/>
                </a:path>
                <a:path w="387985" h="553084">
                  <a:moveTo>
                    <a:pt x="346011" y="122859"/>
                  </a:moveTo>
                  <a:lnTo>
                    <a:pt x="345655" y="121145"/>
                  </a:lnTo>
                  <a:lnTo>
                    <a:pt x="345541" y="120675"/>
                  </a:lnTo>
                  <a:lnTo>
                    <a:pt x="345452" y="120205"/>
                  </a:lnTo>
                  <a:lnTo>
                    <a:pt x="345186" y="119037"/>
                  </a:lnTo>
                  <a:lnTo>
                    <a:pt x="344068" y="119037"/>
                  </a:lnTo>
                  <a:lnTo>
                    <a:pt x="343814" y="120205"/>
                  </a:lnTo>
                  <a:lnTo>
                    <a:pt x="343725" y="120675"/>
                  </a:lnTo>
                  <a:lnTo>
                    <a:pt x="343255" y="122847"/>
                  </a:lnTo>
                  <a:lnTo>
                    <a:pt x="346011" y="122859"/>
                  </a:lnTo>
                  <a:close/>
                </a:path>
                <a:path w="387985" h="553084">
                  <a:moveTo>
                    <a:pt x="348678" y="106210"/>
                  </a:moveTo>
                  <a:lnTo>
                    <a:pt x="348094" y="106210"/>
                  </a:lnTo>
                  <a:lnTo>
                    <a:pt x="348094" y="106654"/>
                  </a:lnTo>
                  <a:lnTo>
                    <a:pt x="348386" y="106654"/>
                  </a:lnTo>
                  <a:lnTo>
                    <a:pt x="348678" y="106654"/>
                  </a:lnTo>
                  <a:lnTo>
                    <a:pt x="348678" y="106210"/>
                  </a:lnTo>
                  <a:close/>
                </a:path>
                <a:path w="387985" h="553084">
                  <a:moveTo>
                    <a:pt x="352437" y="78803"/>
                  </a:moveTo>
                  <a:lnTo>
                    <a:pt x="349338" y="77546"/>
                  </a:lnTo>
                  <a:lnTo>
                    <a:pt x="348373" y="79311"/>
                  </a:lnTo>
                  <a:lnTo>
                    <a:pt x="346913" y="81978"/>
                  </a:lnTo>
                  <a:lnTo>
                    <a:pt x="346227" y="85852"/>
                  </a:lnTo>
                  <a:lnTo>
                    <a:pt x="349567" y="89331"/>
                  </a:lnTo>
                  <a:lnTo>
                    <a:pt x="351675" y="88544"/>
                  </a:lnTo>
                  <a:lnTo>
                    <a:pt x="351447" y="84658"/>
                  </a:lnTo>
                  <a:lnTo>
                    <a:pt x="350685" y="82969"/>
                  </a:lnTo>
                  <a:lnTo>
                    <a:pt x="352437" y="78803"/>
                  </a:lnTo>
                  <a:close/>
                </a:path>
                <a:path w="387985" h="553084">
                  <a:moveTo>
                    <a:pt x="359765" y="56845"/>
                  </a:moveTo>
                  <a:lnTo>
                    <a:pt x="359498" y="56845"/>
                  </a:lnTo>
                  <a:lnTo>
                    <a:pt x="359498" y="57061"/>
                  </a:lnTo>
                  <a:lnTo>
                    <a:pt x="359625" y="57061"/>
                  </a:lnTo>
                  <a:lnTo>
                    <a:pt x="359765" y="57061"/>
                  </a:lnTo>
                  <a:lnTo>
                    <a:pt x="359765" y="56845"/>
                  </a:lnTo>
                  <a:close/>
                </a:path>
                <a:path w="387985" h="553084">
                  <a:moveTo>
                    <a:pt x="364426" y="67970"/>
                  </a:moveTo>
                  <a:lnTo>
                    <a:pt x="363829" y="67970"/>
                  </a:lnTo>
                  <a:lnTo>
                    <a:pt x="363829" y="68427"/>
                  </a:lnTo>
                  <a:lnTo>
                    <a:pt x="364134" y="68427"/>
                  </a:lnTo>
                  <a:lnTo>
                    <a:pt x="364426" y="68427"/>
                  </a:lnTo>
                  <a:lnTo>
                    <a:pt x="364426" y="67970"/>
                  </a:lnTo>
                  <a:close/>
                </a:path>
                <a:path w="387985" h="553084">
                  <a:moveTo>
                    <a:pt x="367334" y="40957"/>
                  </a:moveTo>
                  <a:lnTo>
                    <a:pt x="363639" y="37223"/>
                  </a:lnTo>
                  <a:lnTo>
                    <a:pt x="361467" y="40093"/>
                  </a:lnTo>
                  <a:lnTo>
                    <a:pt x="361010" y="40690"/>
                  </a:lnTo>
                  <a:lnTo>
                    <a:pt x="360883" y="41198"/>
                  </a:lnTo>
                  <a:lnTo>
                    <a:pt x="360781" y="42887"/>
                  </a:lnTo>
                  <a:lnTo>
                    <a:pt x="361708" y="43802"/>
                  </a:lnTo>
                  <a:lnTo>
                    <a:pt x="363385" y="43700"/>
                  </a:lnTo>
                  <a:lnTo>
                    <a:pt x="363880" y="43586"/>
                  </a:lnTo>
                  <a:lnTo>
                    <a:pt x="367334" y="40957"/>
                  </a:lnTo>
                  <a:close/>
                </a:path>
                <a:path w="387985" h="553084">
                  <a:moveTo>
                    <a:pt x="373278" y="136271"/>
                  </a:moveTo>
                  <a:lnTo>
                    <a:pt x="373227" y="135648"/>
                  </a:lnTo>
                  <a:lnTo>
                    <a:pt x="372262" y="133324"/>
                  </a:lnTo>
                  <a:lnTo>
                    <a:pt x="370992" y="132397"/>
                  </a:lnTo>
                  <a:lnTo>
                    <a:pt x="368122" y="133057"/>
                  </a:lnTo>
                  <a:lnTo>
                    <a:pt x="367398" y="133604"/>
                  </a:lnTo>
                  <a:lnTo>
                    <a:pt x="364451" y="136232"/>
                  </a:lnTo>
                  <a:lnTo>
                    <a:pt x="365404" y="139687"/>
                  </a:lnTo>
                  <a:lnTo>
                    <a:pt x="370509" y="141846"/>
                  </a:lnTo>
                  <a:lnTo>
                    <a:pt x="372922" y="139827"/>
                  </a:lnTo>
                  <a:lnTo>
                    <a:pt x="373189" y="137134"/>
                  </a:lnTo>
                  <a:lnTo>
                    <a:pt x="373278" y="136271"/>
                  </a:lnTo>
                  <a:close/>
                </a:path>
                <a:path w="387985" h="553084">
                  <a:moveTo>
                    <a:pt x="374103" y="129387"/>
                  </a:moveTo>
                  <a:lnTo>
                    <a:pt x="373646" y="129387"/>
                  </a:lnTo>
                  <a:lnTo>
                    <a:pt x="373646" y="130721"/>
                  </a:lnTo>
                  <a:lnTo>
                    <a:pt x="374103" y="130721"/>
                  </a:lnTo>
                  <a:lnTo>
                    <a:pt x="374103" y="130429"/>
                  </a:lnTo>
                  <a:lnTo>
                    <a:pt x="374103" y="129387"/>
                  </a:lnTo>
                  <a:close/>
                </a:path>
                <a:path w="387985" h="553084">
                  <a:moveTo>
                    <a:pt x="377253" y="88976"/>
                  </a:moveTo>
                  <a:lnTo>
                    <a:pt x="377037" y="87439"/>
                  </a:lnTo>
                  <a:lnTo>
                    <a:pt x="376974" y="86956"/>
                  </a:lnTo>
                  <a:lnTo>
                    <a:pt x="376936" y="86715"/>
                  </a:lnTo>
                  <a:lnTo>
                    <a:pt x="376821" y="85902"/>
                  </a:lnTo>
                  <a:lnTo>
                    <a:pt x="375970" y="85902"/>
                  </a:lnTo>
                  <a:lnTo>
                    <a:pt x="376618" y="85077"/>
                  </a:lnTo>
                  <a:lnTo>
                    <a:pt x="376224" y="83832"/>
                  </a:lnTo>
                  <a:lnTo>
                    <a:pt x="375602" y="81915"/>
                  </a:lnTo>
                  <a:lnTo>
                    <a:pt x="371348" y="79743"/>
                  </a:lnTo>
                  <a:lnTo>
                    <a:pt x="368427" y="79705"/>
                  </a:lnTo>
                  <a:lnTo>
                    <a:pt x="364337" y="84734"/>
                  </a:lnTo>
                  <a:lnTo>
                    <a:pt x="364629" y="88252"/>
                  </a:lnTo>
                  <a:lnTo>
                    <a:pt x="371868" y="93192"/>
                  </a:lnTo>
                  <a:lnTo>
                    <a:pt x="376389" y="88976"/>
                  </a:lnTo>
                  <a:lnTo>
                    <a:pt x="377253" y="88976"/>
                  </a:lnTo>
                  <a:close/>
                </a:path>
                <a:path w="387985" h="553084">
                  <a:moveTo>
                    <a:pt x="382663" y="16789"/>
                  </a:moveTo>
                  <a:lnTo>
                    <a:pt x="381571" y="16789"/>
                  </a:lnTo>
                  <a:lnTo>
                    <a:pt x="381571" y="17640"/>
                  </a:lnTo>
                  <a:lnTo>
                    <a:pt x="382117" y="17640"/>
                  </a:lnTo>
                  <a:lnTo>
                    <a:pt x="382663" y="17640"/>
                  </a:lnTo>
                  <a:lnTo>
                    <a:pt x="382663" y="16789"/>
                  </a:lnTo>
                  <a:close/>
                </a:path>
                <a:path w="387985" h="553084">
                  <a:moveTo>
                    <a:pt x="383832" y="53047"/>
                  </a:moveTo>
                  <a:lnTo>
                    <a:pt x="380187" y="51689"/>
                  </a:lnTo>
                  <a:lnTo>
                    <a:pt x="375907" y="56667"/>
                  </a:lnTo>
                  <a:lnTo>
                    <a:pt x="374129" y="60655"/>
                  </a:lnTo>
                  <a:lnTo>
                    <a:pt x="374421" y="62915"/>
                  </a:lnTo>
                  <a:lnTo>
                    <a:pt x="378053" y="65024"/>
                  </a:lnTo>
                  <a:lnTo>
                    <a:pt x="380860" y="64592"/>
                  </a:lnTo>
                  <a:lnTo>
                    <a:pt x="381723" y="62661"/>
                  </a:lnTo>
                  <a:lnTo>
                    <a:pt x="382790" y="60261"/>
                  </a:lnTo>
                  <a:lnTo>
                    <a:pt x="383184" y="58051"/>
                  </a:lnTo>
                  <a:lnTo>
                    <a:pt x="383832" y="53047"/>
                  </a:lnTo>
                  <a:close/>
                </a:path>
                <a:path w="387985" h="553084">
                  <a:moveTo>
                    <a:pt x="385394" y="30124"/>
                  </a:moveTo>
                  <a:lnTo>
                    <a:pt x="381825" y="28663"/>
                  </a:lnTo>
                  <a:lnTo>
                    <a:pt x="379806" y="30645"/>
                  </a:lnTo>
                  <a:lnTo>
                    <a:pt x="378383" y="32067"/>
                  </a:lnTo>
                  <a:lnTo>
                    <a:pt x="378383" y="33858"/>
                  </a:lnTo>
                  <a:lnTo>
                    <a:pt x="381825" y="37261"/>
                  </a:lnTo>
                  <a:lnTo>
                    <a:pt x="385394" y="35801"/>
                  </a:lnTo>
                  <a:lnTo>
                    <a:pt x="385394" y="30124"/>
                  </a:lnTo>
                  <a:close/>
                </a:path>
                <a:path w="387985" h="553084">
                  <a:moveTo>
                    <a:pt x="387807" y="6883"/>
                  </a:moveTo>
                  <a:lnTo>
                    <a:pt x="386816" y="4000"/>
                  </a:lnTo>
                  <a:lnTo>
                    <a:pt x="384340" y="2387"/>
                  </a:lnTo>
                  <a:lnTo>
                    <a:pt x="380644" y="0"/>
                  </a:lnTo>
                  <a:lnTo>
                    <a:pt x="376580" y="1651"/>
                  </a:lnTo>
                  <a:lnTo>
                    <a:pt x="373824" y="8191"/>
                  </a:lnTo>
                  <a:lnTo>
                    <a:pt x="375780" y="11468"/>
                  </a:lnTo>
                  <a:lnTo>
                    <a:pt x="382549" y="13982"/>
                  </a:lnTo>
                  <a:lnTo>
                    <a:pt x="385711" y="12103"/>
                  </a:lnTo>
                  <a:lnTo>
                    <a:pt x="387807" y="688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648917" y="7731473"/>
              <a:ext cx="671830" cy="376555"/>
            </a:xfrm>
            <a:custGeom>
              <a:avLst/>
              <a:gdLst/>
              <a:ahLst/>
              <a:cxnLst/>
              <a:rect l="l" t="t" r="r" b="b"/>
              <a:pathLst>
                <a:path w="671830" h="376554">
                  <a:moveTo>
                    <a:pt x="17360" y="364223"/>
                  </a:moveTo>
                  <a:lnTo>
                    <a:pt x="15062" y="361416"/>
                  </a:lnTo>
                  <a:lnTo>
                    <a:pt x="14617" y="360819"/>
                  </a:lnTo>
                  <a:lnTo>
                    <a:pt x="14071" y="360337"/>
                  </a:lnTo>
                  <a:lnTo>
                    <a:pt x="13627" y="360108"/>
                  </a:lnTo>
                  <a:lnTo>
                    <a:pt x="12712" y="359676"/>
                  </a:lnTo>
                  <a:lnTo>
                    <a:pt x="12014" y="359029"/>
                  </a:lnTo>
                  <a:lnTo>
                    <a:pt x="10096" y="357200"/>
                  </a:lnTo>
                  <a:lnTo>
                    <a:pt x="9893" y="357212"/>
                  </a:lnTo>
                  <a:lnTo>
                    <a:pt x="10782" y="356870"/>
                  </a:lnTo>
                  <a:lnTo>
                    <a:pt x="11620" y="353644"/>
                  </a:lnTo>
                  <a:lnTo>
                    <a:pt x="12242" y="351218"/>
                  </a:lnTo>
                  <a:lnTo>
                    <a:pt x="11861" y="348500"/>
                  </a:lnTo>
                  <a:lnTo>
                    <a:pt x="7315" y="345833"/>
                  </a:lnTo>
                  <a:lnTo>
                    <a:pt x="4533" y="346735"/>
                  </a:lnTo>
                  <a:lnTo>
                    <a:pt x="901" y="351142"/>
                  </a:lnTo>
                  <a:lnTo>
                    <a:pt x="990" y="354939"/>
                  </a:lnTo>
                  <a:lnTo>
                    <a:pt x="5270" y="357454"/>
                  </a:lnTo>
                  <a:lnTo>
                    <a:pt x="0" y="364223"/>
                  </a:lnTo>
                  <a:lnTo>
                    <a:pt x="1016" y="368947"/>
                  </a:lnTo>
                  <a:lnTo>
                    <a:pt x="7721" y="373176"/>
                  </a:lnTo>
                  <a:lnTo>
                    <a:pt x="12560" y="373608"/>
                  </a:lnTo>
                  <a:lnTo>
                    <a:pt x="17348" y="367499"/>
                  </a:lnTo>
                  <a:lnTo>
                    <a:pt x="17360" y="364223"/>
                  </a:lnTo>
                  <a:close/>
                </a:path>
                <a:path w="671830" h="376554">
                  <a:moveTo>
                    <a:pt x="28765" y="343839"/>
                  </a:moveTo>
                  <a:lnTo>
                    <a:pt x="28181" y="343839"/>
                  </a:lnTo>
                  <a:lnTo>
                    <a:pt x="28181" y="344284"/>
                  </a:lnTo>
                  <a:lnTo>
                    <a:pt x="28473" y="344284"/>
                  </a:lnTo>
                  <a:lnTo>
                    <a:pt x="28765" y="344284"/>
                  </a:lnTo>
                  <a:lnTo>
                    <a:pt x="28765" y="343839"/>
                  </a:lnTo>
                  <a:close/>
                </a:path>
                <a:path w="671830" h="376554">
                  <a:moveTo>
                    <a:pt x="30518" y="372148"/>
                  </a:moveTo>
                  <a:lnTo>
                    <a:pt x="29514" y="369824"/>
                  </a:lnTo>
                  <a:lnTo>
                    <a:pt x="26911" y="368808"/>
                  </a:lnTo>
                  <a:lnTo>
                    <a:pt x="26327" y="368338"/>
                  </a:lnTo>
                  <a:lnTo>
                    <a:pt x="24752" y="368020"/>
                  </a:lnTo>
                  <a:lnTo>
                    <a:pt x="24041" y="368058"/>
                  </a:lnTo>
                  <a:lnTo>
                    <a:pt x="20281" y="367030"/>
                  </a:lnTo>
                  <a:lnTo>
                    <a:pt x="17335" y="371284"/>
                  </a:lnTo>
                  <a:lnTo>
                    <a:pt x="20040" y="373507"/>
                  </a:lnTo>
                  <a:lnTo>
                    <a:pt x="22987" y="375907"/>
                  </a:lnTo>
                  <a:lnTo>
                    <a:pt x="25996" y="376478"/>
                  </a:lnTo>
                  <a:lnTo>
                    <a:pt x="30518" y="372148"/>
                  </a:lnTo>
                  <a:close/>
                </a:path>
                <a:path w="671830" h="376554">
                  <a:moveTo>
                    <a:pt x="50850" y="350316"/>
                  </a:moveTo>
                  <a:lnTo>
                    <a:pt x="48971" y="344436"/>
                  </a:lnTo>
                  <a:lnTo>
                    <a:pt x="47167" y="343014"/>
                  </a:lnTo>
                  <a:lnTo>
                    <a:pt x="41008" y="342849"/>
                  </a:lnTo>
                  <a:lnTo>
                    <a:pt x="36944" y="346773"/>
                  </a:lnTo>
                  <a:lnTo>
                    <a:pt x="37706" y="354469"/>
                  </a:lnTo>
                  <a:lnTo>
                    <a:pt x="40462" y="356679"/>
                  </a:lnTo>
                  <a:lnTo>
                    <a:pt x="44145" y="355993"/>
                  </a:lnTo>
                  <a:lnTo>
                    <a:pt x="48094" y="355257"/>
                  </a:lnTo>
                  <a:lnTo>
                    <a:pt x="50850" y="350316"/>
                  </a:lnTo>
                  <a:close/>
                </a:path>
                <a:path w="671830" h="376554">
                  <a:moveTo>
                    <a:pt x="55753" y="362585"/>
                  </a:moveTo>
                  <a:lnTo>
                    <a:pt x="55168" y="362585"/>
                  </a:lnTo>
                  <a:lnTo>
                    <a:pt x="55168" y="363029"/>
                  </a:lnTo>
                  <a:lnTo>
                    <a:pt x="55460" y="363029"/>
                  </a:lnTo>
                  <a:lnTo>
                    <a:pt x="55753" y="363029"/>
                  </a:lnTo>
                  <a:lnTo>
                    <a:pt x="55753" y="362585"/>
                  </a:lnTo>
                  <a:close/>
                </a:path>
                <a:path w="671830" h="376554">
                  <a:moveTo>
                    <a:pt x="72758" y="360032"/>
                  </a:moveTo>
                  <a:lnTo>
                    <a:pt x="72237" y="354037"/>
                  </a:lnTo>
                  <a:lnTo>
                    <a:pt x="70472" y="351853"/>
                  </a:lnTo>
                  <a:lnTo>
                    <a:pt x="64541" y="351866"/>
                  </a:lnTo>
                  <a:lnTo>
                    <a:pt x="61874" y="354253"/>
                  </a:lnTo>
                  <a:lnTo>
                    <a:pt x="62166" y="360108"/>
                  </a:lnTo>
                  <a:lnTo>
                    <a:pt x="64122" y="362483"/>
                  </a:lnTo>
                  <a:lnTo>
                    <a:pt x="66789" y="362369"/>
                  </a:lnTo>
                  <a:lnTo>
                    <a:pt x="69900" y="362254"/>
                  </a:lnTo>
                  <a:lnTo>
                    <a:pt x="72758" y="360032"/>
                  </a:lnTo>
                  <a:close/>
                </a:path>
                <a:path w="671830" h="376554">
                  <a:moveTo>
                    <a:pt x="72974" y="339267"/>
                  </a:moveTo>
                  <a:lnTo>
                    <a:pt x="71882" y="336943"/>
                  </a:lnTo>
                  <a:lnTo>
                    <a:pt x="70307" y="335915"/>
                  </a:lnTo>
                  <a:lnTo>
                    <a:pt x="69545" y="335419"/>
                  </a:lnTo>
                  <a:lnTo>
                    <a:pt x="69240" y="335229"/>
                  </a:lnTo>
                  <a:lnTo>
                    <a:pt x="69164" y="335419"/>
                  </a:lnTo>
                  <a:lnTo>
                    <a:pt x="67932" y="335241"/>
                  </a:lnTo>
                  <a:lnTo>
                    <a:pt x="69151" y="335915"/>
                  </a:lnTo>
                  <a:lnTo>
                    <a:pt x="67767" y="335292"/>
                  </a:lnTo>
                  <a:lnTo>
                    <a:pt x="67551" y="335191"/>
                  </a:lnTo>
                  <a:lnTo>
                    <a:pt x="67767" y="335292"/>
                  </a:lnTo>
                  <a:lnTo>
                    <a:pt x="67932" y="335241"/>
                  </a:lnTo>
                  <a:lnTo>
                    <a:pt x="69164" y="335419"/>
                  </a:lnTo>
                  <a:lnTo>
                    <a:pt x="69164" y="335178"/>
                  </a:lnTo>
                  <a:lnTo>
                    <a:pt x="68783" y="334924"/>
                  </a:lnTo>
                  <a:lnTo>
                    <a:pt x="67297" y="335076"/>
                  </a:lnTo>
                  <a:lnTo>
                    <a:pt x="67297" y="335419"/>
                  </a:lnTo>
                  <a:lnTo>
                    <a:pt x="66852" y="335305"/>
                  </a:lnTo>
                  <a:lnTo>
                    <a:pt x="67056" y="335191"/>
                  </a:lnTo>
                  <a:lnTo>
                    <a:pt x="66979" y="335330"/>
                  </a:lnTo>
                  <a:lnTo>
                    <a:pt x="67297" y="335419"/>
                  </a:lnTo>
                  <a:lnTo>
                    <a:pt x="67297" y="335076"/>
                  </a:lnTo>
                  <a:lnTo>
                    <a:pt x="65443" y="334225"/>
                  </a:lnTo>
                  <a:lnTo>
                    <a:pt x="65024" y="334352"/>
                  </a:lnTo>
                  <a:lnTo>
                    <a:pt x="64668" y="333819"/>
                  </a:lnTo>
                  <a:lnTo>
                    <a:pt x="61074" y="334238"/>
                  </a:lnTo>
                  <a:lnTo>
                    <a:pt x="59804" y="334568"/>
                  </a:lnTo>
                  <a:lnTo>
                    <a:pt x="53695" y="338836"/>
                  </a:lnTo>
                  <a:lnTo>
                    <a:pt x="58661" y="345351"/>
                  </a:lnTo>
                  <a:lnTo>
                    <a:pt x="60439" y="343750"/>
                  </a:lnTo>
                  <a:lnTo>
                    <a:pt x="62217" y="346163"/>
                  </a:lnTo>
                  <a:lnTo>
                    <a:pt x="68719" y="346075"/>
                  </a:lnTo>
                  <a:lnTo>
                    <a:pt x="71526" y="344551"/>
                  </a:lnTo>
                  <a:lnTo>
                    <a:pt x="72974" y="339267"/>
                  </a:lnTo>
                  <a:close/>
                </a:path>
                <a:path w="671830" h="376554">
                  <a:moveTo>
                    <a:pt x="119151" y="327634"/>
                  </a:moveTo>
                  <a:lnTo>
                    <a:pt x="118694" y="323380"/>
                  </a:lnTo>
                  <a:lnTo>
                    <a:pt x="117716" y="322338"/>
                  </a:lnTo>
                  <a:lnTo>
                    <a:pt x="116433" y="320979"/>
                  </a:lnTo>
                  <a:lnTo>
                    <a:pt x="115531" y="321271"/>
                  </a:lnTo>
                  <a:lnTo>
                    <a:pt x="115531" y="322338"/>
                  </a:lnTo>
                  <a:lnTo>
                    <a:pt x="114719" y="321957"/>
                  </a:lnTo>
                  <a:lnTo>
                    <a:pt x="114884" y="321995"/>
                  </a:lnTo>
                  <a:lnTo>
                    <a:pt x="115531" y="322338"/>
                  </a:lnTo>
                  <a:lnTo>
                    <a:pt x="115531" y="321271"/>
                  </a:lnTo>
                  <a:lnTo>
                    <a:pt x="114147" y="321691"/>
                  </a:lnTo>
                  <a:lnTo>
                    <a:pt x="110883" y="320128"/>
                  </a:lnTo>
                  <a:lnTo>
                    <a:pt x="105041" y="323773"/>
                  </a:lnTo>
                  <a:lnTo>
                    <a:pt x="106197" y="327990"/>
                  </a:lnTo>
                  <a:lnTo>
                    <a:pt x="104813" y="327723"/>
                  </a:lnTo>
                  <a:lnTo>
                    <a:pt x="103327" y="328104"/>
                  </a:lnTo>
                  <a:lnTo>
                    <a:pt x="98704" y="330784"/>
                  </a:lnTo>
                  <a:lnTo>
                    <a:pt x="98196" y="334886"/>
                  </a:lnTo>
                  <a:lnTo>
                    <a:pt x="102870" y="339559"/>
                  </a:lnTo>
                  <a:lnTo>
                    <a:pt x="106972" y="339051"/>
                  </a:lnTo>
                  <a:lnTo>
                    <a:pt x="108648" y="336169"/>
                  </a:lnTo>
                  <a:lnTo>
                    <a:pt x="109651" y="334441"/>
                  </a:lnTo>
                  <a:lnTo>
                    <a:pt x="109943" y="333286"/>
                  </a:lnTo>
                  <a:lnTo>
                    <a:pt x="113677" y="334302"/>
                  </a:lnTo>
                  <a:lnTo>
                    <a:pt x="116078" y="332917"/>
                  </a:lnTo>
                  <a:lnTo>
                    <a:pt x="118668" y="329438"/>
                  </a:lnTo>
                  <a:lnTo>
                    <a:pt x="119151" y="327634"/>
                  </a:lnTo>
                  <a:close/>
                </a:path>
                <a:path w="671830" h="376554">
                  <a:moveTo>
                    <a:pt x="119189" y="247688"/>
                  </a:moveTo>
                  <a:lnTo>
                    <a:pt x="116192" y="247688"/>
                  </a:lnTo>
                  <a:lnTo>
                    <a:pt x="116192" y="249999"/>
                  </a:lnTo>
                  <a:lnTo>
                    <a:pt x="117690" y="249999"/>
                  </a:lnTo>
                  <a:lnTo>
                    <a:pt x="119189" y="249999"/>
                  </a:lnTo>
                  <a:lnTo>
                    <a:pt x="119189" y="247688"/>
                  </a:lnTo>
                  <a:close/>
                </a:path>
                <a:path w="671830" h="376554">
                  <a:moveTo>
                    <a:pt x="132689" y="288747"/>
                  </a:moveTo>
                  <a:lnTo>
                    <a:pt x="131927" y="287032"/>
                  </a:lnTo>
                  <a:lnTo>
                    <a:pt x="131622" y="284746"/>
                  </a:lnTo>
                  <a:lnTo>
                    <a:pt x="130251" y="283273"/>
                  </a:lnTo>
                  <a:lnTo>
                    <a:pt x="129324" y="281190"/>
                  </a:lnTo>
                  <a:lnTo>
                    <a:pt x="129057" y="280619"/>
                  </a:lnTo>
                  <a:lnTo>
                    <a:pt x="121348" y="281330"/>
                  </a:lnTo>
                  <a:lnTo>
                    <a:pt x="121932" y="279590"/>
                  </a:lnTo>
                  <a:lnTo>
                    <a:pt x="122631" y="277482"/>
                  </a:lnTo>
                  <a:lnTo>
                    <a:pt x="122453" y="275043"/>
                  </a:lnTo>
                  <a:lnTo>
                    <a:pt x="122720" y="269900"/>
                  </a:lnTo>
                  <a:lnTo>
                    <a:pt x="117983" y="269201"/>
                  </a:lnTo>
                  <a:lnTo>
                    <a:pt x="116954" y="274294"/>
                  </a:lnTo>
                  <a:lnTo>
                    <a:pt x="116179" y="276631"/>
                  </a:lnTo>
                  <a:lnTo>
                    <a:pt x="116573" y="282016"/>
                  </a:lnTo>
                  <a:lnTo>
                    <a:pt x="117703" y="282206"/>
                  </a:lnTo>
                  <a:lnTo>
                    <a:pt x="116065" y="283565"/>
                  </a:lnTo>
                  <a:lnTo>
                    <a:pt x="112077" y="293370"/>
                  </a:lnTo>
                  <a:lnTo>
                    <a:pt x="118910" y="299275"/>
                  </a:lnTo>
                  <a:lnTo>
                    <a:pt x="130238" y="295668"/>
                  </a:lnTo>
                  <a:lnTo>
                    <a:pt x="131483" y="293852"/>
                  </a:lnTo>
                  <a:lnTo>
                    <a:pt x="132626" y="292214"/>
                  </a:lnTo>
                  <a:lnTo>
                    <a:pt x="132245" y="289394"/>
                  </a:lnTo>
                  <a:lnTo>
                    <a:pt x="132689" y="288747"/>
                  </a:lnTo>
                  <a:close/>
                </a:path>
                <a:path w="671830" h="376554">
                  <a:moveTo>
                    <a:pt x="133146" y="222338"/>
                  </a:moveTo>
                  <a:lnTo>
                    <a:pt x="124726" y="222338"/>
                  </a:lnTo>
                  <a:lnTo>
                    <a:pt x="124726" y="228866"/>
                  </a:lnTo>
                  <a:lnTo>
                    <a:pt x="128930" y="228866"/>
                  </a:lnTo>
                  <a:lnTo>
                    <a:pt x="133146" y="228866"/>
                  </a:lnTo>
                  <a:lnTo>
                    <a:pt x="133146" y="222338"/>
                  </a:lnTo>
                  <a:close/>
                </a:path>
                <a:path w="671830" h="376554">
                  <a:moveTo>
                    <a:pt x="135242" y="346608"/>
                  </a:moveTo>
                  <a:lnTo>
                    <a:pt x="134874" y="338277"/>
                  </a:lnTo>
                  <a:lnTo>
                    <a:pt x="131673" y="334746"/>
                  </a:lnTo>
                  <a:lnTo>
                    <a:pt x="123329" y="334746"/>
                  </a:lnTo>
                  <a:lnTo>
                    <a:pt x="119481" y="338289"/>
                  </a:lnTo>
                  <a:lnTo>
                    <a:pt x="119849" y="346621"/>
                  </a:lnTo>
                  <a:lnTo>
                    <a:pt x="123050" y="350139"/>
                  </a:lnTo>
                  <a:lnTo>
                    <a:pt x="127368" y="350139"/>
                  </a:lnTo>
                  <a:lnTo>
                    <a:pt x="131381" y="350139"/>
                  </a:lnTo>
                  <a:lnTo>
                    <a:pt x="135242" y="346608"/>
                  </a:lnTo>
                  <a:close/>
                </a:path>
                <a:path w="671830" h="376554">
                  <a:moveTo>
                    <a:pt x="158470" y="327342"/>
                  </a:moveTo>
                  <a:lnTo>
                    <a:pt x="157873" y="327342"/>
                  </a:lnTo>
                  <a:lnTo>
                    <a:pt x="157873" y="327787"/>
                  </a:lnTo>
                  <a:lnTo>
                    <a:pt x="158178" y="327787"/>
                  </a:lnTo>
                  <a:lnTo>
                    <a:pt x="158470" y="327787"/>
                  </a:lnTo>
                  <a:lnTo>
                    <a:pt x="158470" y="327342"/>
                  </a:lnTo>
                  <a:close/>
                </a:path>
                <a:path w="671830" h="376554">
                  <a:moveTo>
                    <a:pt x="159219" y="319849"/>
                  </a:moveTo>
                  <a:lnTo>
                    <a:pt x="158623" y="319849"/>
                  </a:lnTo>
                  <a:lnTo>
                    <a:pt x="158623" y="320294"/>
                  </a:lnTo>
                  <a:lnTo>
                    <a:pt x="158927" y="320294"/>
                  </a:lnTo>
                  <a:lnTo>
                    <a:pt x="159219" y="320294"/>
                  </a:lnTo>
                  <a:lnTo>
                    <a:pt x="159219" y="319849"/>
                  </a:lnTo>
                  <a:close/>
                </a:path>
                <a:path w="671830" h="376554">
                  <a:moveTo>
                    <a:pt x="175107" y="204927"/>
                  </a:moveTo>
                  <a:lnTo>
                    <a:pt x="170573" y="204470"/>
                  </a:lnTo>
                  <a:lnTo>
                    <a:pt x="164261" y="213283"/>
                  </a:lnTo>
                  <a:lnTo>
                    <a:pt x="174066" y="217512"/>
                  </a:lnTo>
                  <a:lnTo>
                    <a:pt x="174637" y="210578"/>
                  </a:lnTo>
                  <a:lnTo>
                    <a:pt x="175107" y="204927"/>
                  </a:lnTo>
                  <a:close/>
                </a:path>
                <a:path w="671830" h="376554">
                  <a:moveTo>
                    <a:pt x="176593" y="250850"/>
                  </a:moveTo>
                  <a:lnTo>
                    <a:pt x="175996" y="246697"/>
                  </a:lnTo>
                  <a:lnTo>
                    <a:pt x="175463" y="242862"/>
                  </a:lnTo>
                  <a:lnTo>
                    <a:pt x="171284" y="241896"/>
                  </a:lnTo>
                  <a:lnTo>
                    <a:pt x="164515" y="245579"/>
                  </a:lnTo>
                  <a:lnTo>
                    <a:pt x="165036" y="251358"/>
                  </a:lnTo>
                  <a:lnTo>
                    <a:pt x="173215" y="254647"/>
                  </a:lnTo>
                  <a:lnTo>
                    <a:pt x="176593" y="250850"/>
                  </a:lnTo>
                  <a:close/>
                </a:path>
                <a:path w="671830" h="376554">
                  <a:moveTo>
                    <a:pt x="179082" y="192532"/>
                  </a:moveTo>
                  <a:lnTo>
                    <a:pt x="177241" y="188556"/>
                  </a:lnTo>
                  <a:lnTo>
                    <a:pt x="176415" y="186791"/>
                  </a:lnTo>
                  <a:lnTo>
                    <a:pt x="174409" y="186791"/>
                  </a:lnTo>
                  <a:lnTo>
                    <a:pt x="171754" y="192532"/>
                  </a:lnTo>
                  <a:lnTo>
                    <a:pt x="179082" y="192532"/>
                  </a:lnTo>
                  <a:close/>
                </a:path>
                <a:path w="671830" h="376554">
                  <a:moveTo>
                    <a:pt x="206832" y="256565"/>
                  </a:moveTo>
                  <a:lnTo>
                    <a:pt x="205473" y="256565"/>
                  </a:lnTo>
                  <a:lnTo>
                    <a:pt x="205473" y="257619"/>
                  </a:lnTo>
                  <a:lnTo>
                    <a:pt x="206159" y="257619"/>
                  </a:lnTo>
                  <a:lnTo>
                    <a:pt x="206832" y="257619"/>
                  </a:lnTo>
                  <a:lnTo>
                    <a:pt x="206832" y="256565"/>
                  </a:lnTo>
                  <a:close/>
                </a:path>
                <a:path w="671830" h="376554">
                  <a:moveTo>
                    <a:pt x="210769" y="297332"/>
                  </a:moveTo>
                  <a:lnTo>
                    <a:pt x="207911" y="294538"/>
                  </a:lnTo>
                  <a:lnTo>
                    <a:pt x="207987" y="294411"/>
                  </a:lnTo>
                  <a:lnTo>
                    <a:pt x="207454" y="294093"/>
                  </a:lnTo>
                  <a:lnTo>
                    <a:pt x="205295" y="291998"/>
                  </a:lnTo>
                  <a:lnTo>
                    <a:pt x="203377" y="291706"/>
                  </a:lnTo>
                  <a:lnTo>
                    <a:pt x="202780" y="291363"/>
                  </a:lnTo>
                  <a:lnTo>
                    <a:pt x="200545" y="290068"/>
                  </a:lnTo>
                  <a:lnTo>
                    <a:pt x="204177" y="287210"/>
                  </a:lnTo>
                  <a:lnTo>
                    <a:pt x="204546" y="282587"/>
                  </a:lnTo>
                  <a:lnTo>
                    <a:pt x="204800" y="279387"/>
                  </a:lnTo>
                  <a:lnTo>
                    <a:pt x="202869" y="276923"/>
                  </a:lnTo>
                  <a:lnTo>
                    <a:pt x="198259" y="275069"/>
                  </a:lnTo>
                  <a:lnTo>
                    <a:pt x="195783" y="275615"/>
                  </a:lnTo>
                  <a:lnTo>
                    <a:pt x="189623" y="281038"/>
                  </a:lnTo>
                  <a:lnTo>
                    <a:pt x="191300" y="286943"/>
                  </a:lnTo>
                  <a:lnTo>
                    <a:pt x="197459" y="289560"/>
                  </a:lnTo>
                  <a:lnTo>
                    <a:pt x="192722" y="298488"/>
                  </a:lnTo>
                  <a:lnTo>
                    <a:pt x="193306" y="302895"/>
                  </a:lnTo>
                  <a:lnTo>
                    <a:pt x="199669" y="308864"/>
                  </a:lnTo>
                  <a:lnTo>
                    <a:pt x="204774" y="308457"/>
                  </a:lnTo>
                  <a:lnTo>
                    <a:pt x="210439" y="302298"/>
                  </a:lnTo>
                  <a:lnTo>
                    <a:pt x="210566" y="302158"/>
                  </a:lnTo>
                  <a:lnTo>
                    <a:pt x="210604" y="301434"/>
                  </a:lnTo>
                  <a:lnTo>
                    <a:pt x="210769" y="297332"/>
                  </a:lnTo>
                  <a:close/>
                </a:path>
                <a:path w="671830" h="376554">
                  <a:moveTo>
                    <a:pt x="214045" y="232156"/>
                  </a:moveTo>
                  <a:lnTo>
                    <a:pt x="213347" y="228904"/>
                  </a:lnTo>
                  <a:lnTo>
                    <a:pt x="212305" y="224116"/>
                  </a:lnTo>
                  <a:lnTo>
                    <a:pt x="209130" y="223202"/>
                  </a:lnTo>
                  <a:lnTo>
                    <a:pt x="203835" y="229425"/>
                  </a:lnTo>
                  <a:lnTo>
                    <a:pt x="204495" y="233413"/>
                  </a:lnTo>
                  <a:lnTo>
                    <a:pt x="211302" y="235292"/>
                  </a:lnTo>
                  <a:lnTo>
                    <a:pt x="214045" y="232156"/>
                  </a:lnTo>
                  <a:close/>
                </a:path>
                <a:path w="671830" h="376554">
                  <a:moveTo>
                    <a:pt x="521004" y="174561"/>
                  </a:moveTo>
                  <a:lnTo>
                    <a:pt x="520319" y="173583"/>
                  </a:lnTo>
                  <a:lnTo>
                    <a:pt x="518452" y="172529"/>
                  </a:lnTo>
                  <a:lnTo>
                    <a:pt x="517550" y="172567"/>
                  </a:lnTo>
                  <a:lnTo>
                    <a:pt x="511251" y="173748"/>
                  </a:lnTo>
                  <a:lnTo>
                    <a:pt x="515239" y="182397"/>
                  </a:lnTo>
                  <a:lnTo>
                    <a:pt x="519506" y="178333"/>
                  </a:lnTo>
                  <a:lnTo>
                    <a:pt x="520433" y="177457"/>
                  </a:lnTo>
                  <a:lnTo>
                    <a:pt x="520725" y="176669"/>
                  </a:lnTo>
                  <a:lnTo>
                    <a:pt x="521004" y="174561"/>
                  </a:lnTo>
                  <a:close/>
                </a:path>
                <a:path w="671830" h="376554">
                  <a:moveTo>
                    <a:pt x="522744" y="192239"/>
                  </a:moveTo>
                  <a:lnTo>
                    <a:pt x="520788" y="191630"/>
                  </a:lnTo>
                  <a:lnTo>
                    <a:pt x="519976" y="192722"/>
                  </a:lnTo>
                  <a:lnTo>
                    <a:pt x="519734" y="193065"/>
                  </a:lnTo>
                  <a:lnTo>
                    <a:pt x="519239" y="193738"/>
                  </a:lnTo>
                  <a:lnTo>
                    <a:pt x="518045" y="195389"/>
                  </a:lnTo>
                  <a:lnTo>
                    <a:pt x="521258" y="197065"/>
                  </a:lnTo>
                  <a:lnTo>
                    <a:pt x="521931" y="194881"/>
                  </a:lnTo>
                  <a:lnTo>
                    <a:pt x="522046" y="194487"/>
                  </a:lnTo>
                  <a:lnTo>
                    <a:pt x="522173" y="194094"/>
                  </a:lnTo>
                  <a:lnTo>
                    <a:pt x="522287" y="193700"/>
                  </a:lnTo>
                  <a:lnTo>
                    <a:pt x="522744" y="192239"/>
                  </a:lnTo>
                  <a:close/>
                </a:path>
                <a:path w="671830" h="376554">
                  <a:moveTo>
                    <a:pt x="531736" y="158788"/>
                  </a:moveTo>
                  <a:lnTo>
                    <a:pt x="530936" y="155600"/>
                  </a:lnTo>
                  <a:lnTo>
                    <a:pt x="524992" y="155968"/>
                  </a:lnTo>
                  <a:lnTo>
                    <a:pt x="523379" y="158115"/>
                  </a:lnTo>
                  <a:lnTo>
                    <a:pt x="525132" y="162255"/>
                  </a:lnTo>
                  <a:lnTo>
                    <a:pt x="528040" y="163118"/>
                  </a:lnTo>
                  <a:lnTo>
                    <a:pt x="529539" y="161353"/>
                  </a:lnTo>
                  <a:lnTo>
                    <a:pt x="531736" y="158788"/>
                  </a:lnTo>
                  <a:close/>
                </a:path>
                <a:path w="671830" h="376554">
                  <a:moveTo>
                    <a:pt x="533615" y="135356"/>
                  </a:moveTo>
                  <a:lnTo>
                    <a:pt x="533387" y="135026"/>
                  </a:lnTo>
                  <a:lnTo>
                    <a:pt x="532396" y="134670"/>
                  </a:lnTo>
                  <a:lnTo>
                    <a:pt x="533615" y="135356"/>
                  </a:lnTo>
                  <a:close/>
                </a:path>
                <a:path w="671830" h="376554">
                  <a:moveTo>
                    <a:pt x="534492" y="135851"/>
                  </a:moveTo>
                  <a:lnTo>
                    <a:pt x="533615" y="135356"/>
                  </a:lnTo>
                  <a:lnTo>
                    <a:pt x="533247" y="135153"/>
                  </a:lnTo>
                  <a:lnTo>
                    <a:pt x="533247" y="139839"/>
                  </a:lnTo>
                  <a:lnTo>
                    <a:pt x="531533" y="140385"/>
                  </a:lnTo>
                  <a:lnTo>
                    <a:pt x="533107" y="139877"/>
                  </a:lnTo>
                  <a:lnTo>
                    <a:pt x="533247" y="139839"/>
                  </a:lnTo>
                  <a:lnTo>
                    <a:pt x="533247" y="135153"/>
                  </a:lnTo>
                  <a:lnTo>
                    <a:pt x="532574" y="134785"/>
                  </a:lnTo>
                  <a:lnTo>
                    <a:pt x="532574" y="136652"/>
                  </a:lnTo>
                  <a:lnTo>
                    <a:pt x="532536" y="136956"/>
                  </a:lnTo>
                  <a:lnTo>
                    <a:pt x="532574" y="136652"/>
                  </a:lnTo>
                  <a:lnTo>
                    <a:pt x="532574" y="134785"/>
                  </a:lnTo>
                  <a:lnTo>
                    <a:pt x="532384" y="134670"/>
                  </a:lnTo>
                  <a:lnTo>
                    <a:pt x="531012" y="133896"/>
                  </a:lnTo>
                  <a:lnTo>
                    <a:pt x="530885" y="134137"/>
                  </a:lnTo>
                  <a:lnTo>
                    <a:pt x="530136" y="133870"/>
                  </a:lnTo>
                  <a:lnTo>
                    <a:pt x="528510" y="134670"/>
                  </a:lnTo>
                  <a:lnTo>
                    <a:pt x="526389" y="137795"/>
                  </a:lnTo>
                  <a:lnTo>
                    <a:pt x="527583" y="139992"/>
                  </a:lnTo>
                  <a:lnTo>
                    <a:pt x="528586" y="140309"/>
                  </a:lnTo>
                  <a:lnTo>
                    <a:pt x="529272" y="140538"/>
                  </a:lnTo>
                  <a:lnTo>
                    <a:pt x="529831" y="140728"/>
                  </a:lnTo>
                  <a:lnTo>
                    <a:pt x="530758" y="140906"/>
                  </a:lnTo>
                  <a:lnTo>
                    <a:pt x="531406" y="140855"/>
                  </a:lnTo>
                  <a:lnTo>
                    <a:pt x="532688" y="140385"/>
                  </a:lnTo>
                  <a:lnTo>
                    <a:pt x="533082" y="140233"/>
                  </a:lnTo>
                  <a:lnTo>
                    <a:pt x="533869" y="139420"/>
                  </a:lnTo>
                  <a:lnTo>
                    <a:pt x="534238" y="137287"/>
                  </a:lnTo>
                  <a:lnTo>
                    <a:pt x="534365" y="136956"/>
                  </a:lnTo>
                  <a:lnTo>
                    <a:pt x="534365" y="136601"/>
                  </a:lnTo>
                  <a:lnTo>
                    <a:pt x="534492" y="135851"/>
                  </a:lnTo>
                  <a:close/>
                </a:path>
                <a:path w="671830" h="376554">
                  <a:moveTo>
                    <a:pt x="542175" y="143090"/>
                  </a:moveTo>
                  <a:lnTo>
                    <a:pt x="541591" y="143090"/>
                  </a:lnTo>
                  <a:lnTo>
                    <a:pt x="541591" y="143548"/>
                  </a:lnTo>
                  <a:lnTo>
                    <a:pt x="541883" y="143548"/>
                  </a:lnTo>
                  <a:lnTo>
                    <a:pt x="542175" y="143548"/>
                  </a:lnTo>
                  <a:lnTo>
                    <a:pt x="542175" y="143090"/>
                  </a:lnTo>
                  <a:close/>
                </a:path>
                <a:path w="671830" h="376554">
                  <a:moveTo>
                    <a:pt x="544893" y="207187"/>
                  </a:moveTo>
                  <a:lnTo>
                    <a:pt x="543306" y="207594"/>
                  </a:lnTo>
                  <a:lnTo>
                    <a:pt x="543128" y="207645"/>
                  </a:lnTo>
                  <a:lnTo>
                    <a:pt x="542963" y="207695"/>
                  </a:lnTo>
                  <a:lnTo>
                    <a:pt x="542785" y="207733"/>
                  </a:lnTo>
                  <a:lnTo>
                    <a:pt x="541972" y="207949"/>
                  </a:lnTo>
                  <a:lnTo>
                    <a:pt x="541972" y="209143"/>
                  </a:lnTo>
                  <a:lnTo>
                    <a:pt x="542785" y="209359"/>
                  </a:lnTo>
                  <a:lnTo>
                    <a:pt x="542963" y="209410"/>
                  </a:lnTo>
                  <a:lnTo>
                    <a:pt x="543306" y="209499"/>
                  </a:lnTo>
                  <a:lnTo>
                    <a:pt x="544880" y="209905"/>
                  </a:lnTo>
                  <a:lnTo>
                    <a:pt x="544893" y="207187"/>
                  </a:lnTo>
                  <a:close/>
                </a:path>
                <a:path w="671830" h="376554">
                  <a:moveTo>
                    <a:pt x="548297" y="163131"/>
                  </a:moveTo>
                  <a:lnTo>
                    <a:pt x="539965" y="163131"/>
                  </a:lnTo>
                  <a:lnTo>
                    <a:pt x="539965" y="169608"/>
                  </a:lnTo>
                  <a:lnTo>
                    <a:pt x="544131" y="169608"/>
                  </a:lnTo>
                  <a:lnTo>
                    <a:pt x="548284" y="169608"/>
                  </a:lnTo>
                  <a:lnTo>
                    <a:pt x="548297" y="163131"/>
                  </a:lnTo>
                  <a:close/>
                </a:path>
                <a:path w="671830" h="376554">
                  <a:moveTo>
                    <a:pt x="553224" y="113919"/>
                  </a:moveTo>
                  <a:lnTo>
                    <a:pt x="547154" y="113055"/>
                  </a:lnTo>
                  <a:lnTo>
                    <a:pt x="547154" y="116890"/>
                  </a:lnTo>
                  <a:lnTo>
                    <a:pt x="547154" y="119786"/>
                  </a:lnTo>
                  <a:lnTo>
                    <a:pt x="551510" y="120446"/>
                  </a:lnTo>
                  <a:lnTo>
                    <a:pt x="553224" y="113919"/>
                  </a:lnTo>
                  <a:close/>
                </a:path>
                <a:path w="671830" h="376554">
                  <a:moveTo>
                    <a:pt x="554012" y="131076"/>
                  </a:moveTo>
                  <a:lnTo>
                    <a:pt x="553847" y="129844"/>
                  </a:lnTo>
                  <a:lnTo>
                    <a:pt x="553745" y="129108"/>
                  </a:lnTo>
                  <a:lnTo>
                    <a:pt x="553618" y="128638"/>
                  </a:lnTo>
                  <a:lnTo>
                    <a:pt x="552373" y="126187"/>
                  </a:lnTo>
                  <a:lnTo>
                    <a:pt x="549706" y="127736"/>
                  </a:lnTo>
                  <a:lnTo>
                    <a:pt x="550608" y="129514"/>
                  </a:lnTo>
                  <a:lnTo>
                    <a:pt x="550900" y="130111"/>
                  </a:lnTo>
                  <a:lnTo>
                    <a:pt x="551078" y="130340"/>
                  </a:lnTo>
                  <a:lnTo>
                    <a:pt x="552310" y="131495"/>
                  </a:lnTo>
                  <a:lnTo>
                    <a:pt x="554012" y="131076"/>
                  </a:lnTo>
                  <a:close/>
                </a:path>
                <a:path w="671830" h="376554">
                  <a:moveTo>
                    <a:pt x="562051" y="185496"/>
                  </a:moveTo>
                  <a:lnTo>
                    <a:pt x="557707" y="185496"/>
                  </a:lnTo>
                  <a:lnTo>
                    <a:pt x="557695" y="188861"/>
                  </a:lnTo>
                  <a:lnTo>
                    <a:pt x="559866" y="188861"/>
                  </a:lnTo>
                  <a:lnTo>
                    <a:pt x="562038" y="188861"/>
                  </a:lnTo>
                  <a:lnTo>
                    <a:pt x="562051" y="185496"/>
                  </a:lnTo>
                  <a:close/>
                </a:path>
                <a:path w="671830" h="376554">
                  <a:moveTo>
                    <a:pt x="572058" y="147193"/>
                  </a:moveTo>
                  <a:lnTo>
                    <a:pt x="571792" y="147066"/>
                  </a:lnTo>
                  <a:lnTo>
                    <a:pt x="571042" y="146685"/>
                  </a:lnTo>
                  <a:lnTo>
                    <a:pt x="570674" y="146494"/>
                  </a:lnTo>
                  <a:lnTo>
                    <a:pt x="570407" y="146380"/>
                  </a:lnTo>
                  <a:lnTo>
                    <a:pt x="570179" y="146761"/>
                  </a:lnTo>
                  <a:lnTo>
                    <a:pt x="570445" y="146888"/>
                  </a:lnTo>
                  <a:lnTo>
                    <a:pt x="571195" y="147269"/>
                  </a:lnTo>
                  <a:lnTo>
                    <a:pt x="571563" y="147459"/>
                  </a:lnTo>
                  <a:lnTo>
                    <a:pt x="571830" y="147574"/>
                  </a:lnTo>
                  <a:lnTo>
                    <a:pt x="572058" y="147193"/>
                  </a:lnTo>
                  <a:close/>
                </a:path>
                <a:path w="671830" h="376554">
                  <a:moveTo>
                    <a:pt x="576338" y="188937"/>
                  </a:moveTo>
                  <a:lnTo>
                    <a:pt x="569277" y="188937"/>
                  </a:lnTo>
                  <a:lnTo>
                    <a:pt x="569277" y="194424"/>
                  </a:lnTo>
                  <a:lnTo>
                    <a:pt x="572808" y="194424"/>
                  </a:lnTo>
                  <a:lnTo>
                    <a:pt x="576338" y="194424"/>
                  </a:lnTo>
                  <a:lnTo>
                    <a:pt x="576338" y="188937"/>
                  </a:lnTo>
                  <a:close/>
                </a:path>
                <a:path w="671830" h="376554">
                  <a:moveTo>
                    <a:pt x="583450" y="275145"/>
                  </a:moveTo>
                  <a:lnTo>
                    <a:pt x="581748" y="273913"/>
                  </a:lnTo>
                  <a:lnTo>
                    <a:pt x="580199" y="275805"/>
                  </a:lnTo>
                  <a:lnTo>
                    <a:pt x="579666" y="276529"/>
                  </a:lnTo>
                  <a:lnTo>
                    <a:pt x="578256" y="279349"/>
                  </a:lnTo>
                  <a:lnTo>
                    <a:pt x="581152" y="281076"/>
                  </a:lnTo>
                  <a:lnTo>
                    <a:pt x="582129" y="279120"/>
                  </a:lnTo>
                  <a:lnTo>
                    <a:pt x="582587" y="278218"/>
                  </a:lnTo>
                  <a:lnTo>
                    <a:pt x="582904" y="277368"/>
                  </a:lnTo>
                  <a:lnTo>
                    <a:pt x="583450" y="275145"/>
                  </a:lnTo>
                  <a:close/>
                </a:path>
                <a:path w="671830" h="376554">
                  <a:moveTo>
                    <a:pt x="587286" y="89344"/>
                  </a:moveTo>
                  <a:lnTo>
                    <a:pt x="584339" y="85140"/>
                  </a:lnTo>
                  <a:lnTo>
                    <a:pt x="583044" y="83286"/>
                  </a:lnTo>
                  <a:lnTo>
                    <a:pt x="580085" y="83464"/>
                  </a:lnTo>
                  <a:lnTo>
                    <a:pt x="580085" y="90004"/>
                  </a:lnTo>
                  <a:lnTo>
                    <a:pt x="579666" y="89217"/>
                  </a:lnTo>
                  <a:lnTo>
                    <a:pt x="579856" y="89128"/>
                  </a:lnTo>
                  <a:lnTo>
                    <a:pt x="579742" y="89344"/>
                  </a:lnTo>
                  <a:lnTo>
                    <a:pt x="580085" y="90004"/>
                  </a:lnTo>
                  <a:lnTo>
                    <a:pt x="580085" y="83464"/>
                  </a:lnTo>
                  <a:lnTo>
                    <a:pt x="578802" y="83527"/>
                  </a:lnTo>
                  <a:lnTo>
                    <a:pt x="577469" y="88049"/>
                  </a:lnTo>
                  <a:lnTo>
                    <a:pt x="577773" y="89217"/>
                  </a:lnTo>
                  <a:lnTo>
                    <a:pt x="579234" y="90627"/>
                  </a:lnTo>
                  <a:lnTo>
                    <a:pt x="580605" y="90944"/>
                  </a:lnTo>
                  <a:lnTo>
                    <a:pt x="581583" y="92760"/>
                  </a:lnTo>
                  <a:lnTo>
                    <a:pt x="584555" y="90982"/>
                  </a:lnTo>
                  <a:lnTo>
                    <a:pt x="587286" y="89344"/>
                  </a:lnTo>
                  <a:close/>
                </a:path>
                <a:path w="671830" h="376554">
                  <a:moveTo>
                    <a:pt x="587768" y="119913"/>
                  </a:moveTo>
                  <a:lnTo>
                    <a:pt x="586613" y="118681"/>
                  </a:lnTo>
                  <a:lnTo>
                    <a:pt x="584530" y="119075"/>
                  </a:lnTo>
                  <a:lnTo>
                    <a:pt x="583946" y="119456"/>
                  </a:lnTo>
                  <a:lnTo>
                    <a:pt x="580999" y="121285"/>
                  </a:lnTo>
                  <a:lnTo>
                    <a:pt x="583285" y="124434"/>
                  </a:lnTo>
                  <a:lnTo>
                    <a:pt x="585419" y="122783"/>
                  </a:lnTo>
                  <a:lnTo>
                    <a:pt x="586117" y="122237"/>
                  </a:lnTo>
                  <a:lnTo>
                    <a:pt x="586613" y="121843"/>
                  </a:lnTo>
                  <a:lnTo>
                    <a:pt x="587057" y="121081"/>
                  </a:lnTo>
                  <a:lnTo>
                    <a:pt x="587768" y="119913"/>
                  </a:lnTo>
                  <a:close/>
                </a:path>
                <a:path w="671830" h="376554">
                  <a:moveTo>
                    <a:pt x="591248" y="243230"/>
                  </a:moveTo>
                  <a:lnTo>
                    <a:pt x="590842" y="238823"/>
                  </a:lnTo>
                  <a:lnTo>
                    <a:pt x="589013" y="237413"/>
                  </a:lnTo>
                  <a:lnTo>
                    <a:pt x="585190" y="239776"/>
                  </a:lnTo>
                  <a:lnTo>
                    <a:pt x="584314" y="240944"/>
                  </a:lnTo>
                  <a:lnTo>
                    <a:pt x="584796" y="244957"/>
                  </a:lnTo>
                  <a:lnTo>
                    <a:pt x="586816" y="246519"/>
                  </a:lnTo>
                  <a:lnTo>
                    <a:pt x="588873" y="245338"/>
                  </a:lnTo>
                  <a:lnTo>
                    <a:pt x="590435" y="244449"/>
                  </a:lnTo>
                  <a:lnTo>
                    <a:pt x="591248" y="243230"/>
                  </a:lnTo>
                  <a:close/>
                </a:path>
                <a:path w="671830" h="376554">
                  <a:moveTo>
                    <a:pt x="593445" y="167233"/>
                  </a:moveTo>
                  <a:lnTo>
                    <a:pt x="582523" y="167195"/>
                  </a:lnTo>
                  <a:lnTo>
                    <a:pt x="585863" y="176644"/>
                  </a:lnTo>
                  <a:lnTo>
                    <a:pt x="590105" y="176657"/>
                  </a:lnTo>
                  <a:lnTo>
                    <a:pt x="591235" y="173456"/>
                  </a:lnTo>
                  <a:lnTo>
                    <a:pt x="593445" y="167233"/>
                  </a:lnTo>
                  <a:close/>
                </a:path>
                <a:path w="671830" h="376554">
                  <a:moveTo>
                    <a:pt x="597712" y="148412"/>
                  </a:moveTo>
                  <a:lnTo>
                    <a:pt x="597192" y="147104"/>
                  </a:lnTo>
                  <a:lnTo>
                    <a:pt x="595807" y="146786"/>
                  </a:lnTo>
                  <a:lnTo>
                    <a:pt x="595503" y="146710"/>
                  </a:lnTo>
                  <a:lnTo>
                    <a:pt x="594804" y="146329"/>
                  </a:lnTo>
                  <a:lnTo>
                    <a:pt x="595223" y="146786"/>
                  </a:lnTo>
                  <a:lnTo>
                    <a:pt x="592340" y="143675"/>
                  </a:lnTo>
                  <a:lnTo>
                    <a:pt x="587832" y="149250"/>
                  </a:lnTo>
                  <a:lnTo>
                    <a:pt x="593661" y="152577"/>
                  </a:lnTo>
                  <a:lnTo>
                    <a:pt x="596976" y="152323"/>
                  </a:lnTo>
                  <a:lnTo>
                    <a:pt x="597712" y="148412"/>
                  </a:lnTo>
                  <a:close/>
                </a:path>
                <a:path w="671830" h="376554">
                  <a:moveTo>
                    <a:pt x="607568" y="110337"/>
                  </a:moveTo>
                  <a:lnTo>
                    <a:pt x="606907" y="109689"/>
                  </a:lnTo>
                  <a:lnTo>
                    <a:pt x="606094" y="109969"/>
                  </a:lnTo>
                  <a:lnTo>
                    <a:pt x="605891" y="110045"/>
                  </a:lnTo>
                  <a:lnTo>
                    <a:pt x="603313" y="110921"/>
                  </a:lnTo>
                  <a:lnTo>
                    <a:pt x="606323" y="113944"/>
                  </a:lnTo>
                  <a:lnTo>
                    <a:pt x="607136" y="111582"/>
                  </a:lnTo>
                  <a:lnTo>
                    <a:pt x="607352" y="110921"/>
                  </a:lnTo>
                  <a:lnTo>
                    <a:pt x="607568" y="110337"/>
                  </a:lnTo>
                  <a:close/>
                </a:path>
                <a:path w="671830" h="376554">
                  <a:moveTo>
                    <a:pt x="608330" y="78066"/>
                  </a:moveTo>
                  <a:lnTo>
                    <a:pt x="607110" y="74612"/>
                  </a:lnTo>
                  <a:lnTo>
                    <a:pt x="607568" y="72796"/>
                  </a:lnTo>
                  <a:lnTo>
                    <a:pt x="606615" y="71412"/>
                  </a:lnTo>
                  <a:lnTo>
                    <a:pt x="603504" y="70218"/>
                  </a:lnTo>
                  <a:lnTo>
                    <a:pt x="601853" y="70891"/>
                  </a:lnTo>
                  <a:lnTo>
                    <a:pt x="599681" y="73698"/>
                  </a:lnTo>
                  <a:lnTo>
                    <a:pt x="599986" y="75463"/>
                  </a:lnTo>
                  <a:lnTo>
                    <a:pt x="602411" y="80530"/>
                  </a:lnTo>
                  <a:lnTo>
                    <a:pt x="608330" y="78066"/>
                  </a:lnTo>
                  <a:close/>
                </a:path>
                <a:path w="671830" h="376554">
                  <a:moveTo>
                    <a:pt x="611505" y="312559"/>
                  </a:moveTo>
                  <a:lnTo>
                    <a:pt x="609371" y="310400"/>
                  </a:lnTo>
                  <a:lnTo>
                    <a:pt x="608368" y="312000"/>
                  </a:lnTo>
                  <a:lnTo>
                    <a:pt x="607453" y="313461"/>
                  </a:lnTo>
                  <a:lnTo>
                    <a:pt x="608457" y="314477"/>
                  </a:lnTo>
                  <a:lnTo>
                    <a:pt x="611505" y="312559"/>
                  </a:lnTo>
                  <a:close/>
                </a:path>
                <a:path w="671830" h="376554">
                  <a:moveTo>
                    <a:pt x="611759" y="296964"/>
                  </a:moveTo>
                  <a:lnTo>
                    <a:pt x="611378" y="295452"/>
                  </a:lnTo>
                  <a:lnTo>
                    <a:pt x="611339" y="295275"/>
                  </a:lnTo>
                  <a:lnTo>
                    <a:pt x="611289" y="295109"/>
                  </a:lnTo>
                  <a:lnTo>
                    <a:pt x="611047" y="294182"/>
                  </a:lnTo>
                  <a:lnTo>
                    <a:pt x="609917" y="294182"/>
                  </a:lnTo>
                  <a:lnTo>
                    <a:pt x="609714" y="294932"/>
                  </a:lnTo>
                  <a:lnTo>
                    <a:pt x="609625" y="295275"/>
                  </a:lnTo>
                  <a:lnTo>
                    <a:pt x="609574" y="295452"/>
                  </a:lnTo>
                  <a:lnTo>
                    <a:pt x="609193" y="296951"/>
                  </a:lnTo>
                  <a:lnTo>
                    <a:pt x="611759" y="296964"/>
                  </a:lnTo>
                  <a:close/>
                </a:path>
                <a:path w="671830" h="376554">
                  <a:moveTo>
                    <a:pt x="612559" y="42176"/>
                  </a:moveTo>
                  <a:lnTo>
                    <a:pt x="608393" y="42176"/>
                  </a:lnTo>
                  <a:lnTo>
                    <a:pt x="608393" y="45415"/>
                  </a:lnTo>
                  <a:lnTo>
                    <a:pt x="610476" y="45415"/>
                  </a:lnTo>
                  <a:lnTo>
                    <a:pt x="612559" y="45415"/>
                  </a:lnTo>
                  <a:lnTo>
                    <a:pt x="612559" y="42176"/>
                  </a:lnTo>
                  <a:close/>
                </a:path>
                <a:path w="671830" h="376554">
                  <a:moveTo>
                    <a:pt x="615505" y="61506"/>
                  </a:moveTo>
                  <a:lnTo>
                    <a:pt x="613321" y="61506"/>
                  </a:lnTo>
                  <a:lnTo>
                    <a:pt x="613321" y="63195"/>
                  </a:lnTo>
                  <a:lnTo>
                    <a:pt x="614413" y="63195"/>
                  </a:lnTo>
                  <a:lnTo>
                    <a:pt x="615505" y="63195"/>
                  </a:lnTo>
                  <a:lnTo>
                    <a:pt x="615505" y="61506"/>
                  </a:lnTo>
                  <a:close/>
                </a:path>
                <a:path w="671830" h="376554">
                  <a:moveTo>
                    <a:pt x="615594" y="202120"/>
                  </a:moveTo>
                  <a:lnTo>
                    <a:pt x="610019" y="196697"/>
                  </a:lnTo>
                  <a:lnTo>
                    <a:pt x="605790" y="202260"/>
                  </a:lnTo>
                  <a:lnTo>
                    <a:pt x="609549" y="204343"/>
                  </a:lnTo>
                  <a:lnTo>
                    <a:pt x="612432" y="205943"/>
                  </a:lnTo>
                  <a:lnTo>
                    <a:pt x="615594" y="202120"/>
                  </a:lnTo>
                  <a:close/>
                </a:path>
                <a:path w="671830" h="376554">
                  <a:moveTo>
                    <a:pt x="617258" y="257860"/>
                  </a:moveTo>
                  <a:lnTo>
                    <a:pt x="611949" y="256616"/>
                  </a:lnTo>
                  <a:lnTo>
                    <a:pt x="607847" y="255638"/>
                  </a:lnTo>
                  <a:lnTo>
                    <a:pt x="604240" y="258191"/>
                  </a:lnTo>
                  <a:lnTo>
                    <a:pt x="604240" y="265722"/>
                  </a:lnTo>
                  <a:lnTo>
                    <a:pt x="607847" y="268300"/>
                  </a:lnTo>
                  <a:lnTo>
                    <a:pt x="617245" y="266065"/>
                  </a:lnTo>
                  <a:lnTo>
                    <a:pt x="617258" y="257860"/>
                  </a:lnTo>
                  <a:close/>
                </a:path>
                <a:path w="671830" h="376554">
                  <a:moveTo>
                    <a:pt x="618959" y="236791"/>
                  </a:moveTo>
                  <a:lnTo>
                    <a:pt x="611136" y="233819"/>
                  </a:lnTo>
                  <a:lnTo>
                    <a:pt x="611111" y="242900"/>
                  </a:lnTo>
                  <a:lnTo>
                    <a:pt x="615746" y="241122"/>
                  </a:lnTo>
                  <a:lnTo>
                    <a:pt x="618934" y="239915"/>
                  </a:lnTo>
                  <a:lnTo>
                    <a:pt x="618959" y="236791"/>
                  </a:lnTo>
                  <a:close/>
                </a:path>
                <a:path w="671830" h="376554">
                  <a:moveTo>
                    <a:pt x="620356" y="155194"/>
                  </a:moveTo>
                  <a:lnTo>
                    <a:pt x="618236" y="150139"/>
                  </a:lnTo>
                  <a:lnTo>
                    <a:pt x="614565" y="148983"/>
                  </a:lnTo>
                  <a:lnTo>
                    <a:pt x="612736" y="151218"/>
                  </a:lnTo>
                  <a:lnTo>
                    <a:pt x="610450" y="154012"/>
                  </a:lnTo>
                  <a:lnTo>
                    <a:pt x="611479" y="158254"/>
                  </a:lnTo>
                  <a:lnTo>
                    <a:pt x="618388" y="157937"/>
                  </a:lnTo>
                  <a:lnTo>
                    <a:pt x="620356" y="155194"/>
                  </a:lnTo>
                  <a:close/>
                </a:path>
                <a:path w="671830" h="376554">
                  <a:moveTo>
                    <a:pt x="621461" y="251053"/>
                  </a:moveTo>
                  <a:lnTo>
                    <a:pt x="620864" y="251053"/>
                  </a:lnTo>
                  <a:lnTo>
                    <a:pt x="620864" y="251510"/>
                  </a:lnTo>
                  <a:lnTo>
                    <a:pt x="621169" y="251510"/>
                  </a:lnTo>
                  <a:lnTo>
                    <a:pt x="621461" y="251510"/>
                  </a:lnTo>
                  <a:lnTo>
                    <a:pt x="621461" y="251053"/>
                  </a:lnTo>
                  <a:close/>
                </a:path>
                <a:path w="671830" h="376554">
                  <a:moveTo>
                    <a:pt x="626135" y="257048"/>
                  </a:moveTo>
                  <a:lnTo>
                    <a:pt x="624192" y="254863"/>
                  </a:lnTo>
                  <a:lnTo>
                    <a:pt x="622084" y="255892"/>
                  </a:lnTo>
                  <a:lnTo>
                    <a:pt x="622084" y="259041"/>
                  </a:lnTo>
                  <a:lnTo>
                    <a:pt x="624192" y="260070"/>
                  </a:lnTo>
                  <a:lnTo>
                    <a:pt x="625309" y="258813"/>
                  </a:lnTo>
                  <a:lnTo>
                    <a:pt x="626135" y="257886"/>
                  </a:lnTo>
                  <a:lnTo>
                    <a:pt x="626135" y="257048"/>
                  </a:lnTo>
                  <a:close/>
                </a:path>
                <a:path w="671830" h="376554">
                  <a:moveTo>
                    <a:pt x="628840" y="70370"/>
                  </a:moveTo>
                  <a:lnTo>
                    <a:pt x="628637" y="68630"/>
                  </a:lnTo>
                  <a:lnTo>
                    <a:pt x="626402" y="67678"/>
                  </a:lnTo>
                  <a:lnTo>
                    <a:pt x="625640" y="67487"/>
                  </a:lnTo>
                  <a:lnTo>
                    <a:pt x="622160" y="67373"/>
                  </a:lnTo>
                  <a:lnTo>
                    <a:pt x="620636" y="69951"/>
                  </a:lnTo>
                  <a:lnTo>
                    <a:pt x="622465" y="74295"/>
                  </a:lnTo>
                  <a:lnTo>
                    <a:pt x="625094" y="74536"/>
                  </a:lnTo>
                  <a:lnTo>
                    <a:pt x="626859" y="73088"/>
                  </a:lnTo>
                  <a:lnTo>
                    <a:pt x="627519" y="72542"/>
                  </a:lnTo>
                  <a:lnTo>
                    <a:pt x="627862" y="72123"/>
                  </a:lnTo>
                  <a:lnTo>
                    <a:pt x="628840" y="70370"/>
                  </a:lnTo>
                  <a:close/>
                </a:path>
                <a:path w="671830" h="376554">
                  <a:moveTo>
                    <a:pt x="632701" y="170649"/>
                  </a:moveTo>
                  <a:lnTo>
                    <a:pt x="630986" y="170649"/>
                  </a:lnTo>
                  <a:lnTo>
                    <a:pt x="630986" y="171094"/>
                  </a:lnTo>
                  <a:lnTo>
                    <a:pt x="631278" y="171094"/>
                  </a:lnTo>
                  <a:lnTo>
                    <a:pt x="632701" y="171094"/>
                  </a:lnTo>
                  <a:lnTo>
                    <a:pt x="632701" y="170649"/>
                  </a:lnTo>
                  <a:close/>
                </a:path>
                <a:path w="671830" h="376554">
                  <a:moveTo>
                    <a:pt x="633907" y="105092"/>
                  </a:moveTo>
                  <a:lnTo>
                    <a:pt x="629983" y="102806"/>
                  </a:lnTo>
                  <a:lnTo>
                    <a:pt x="626008" y="109804"/>
                  </a:lnTo>
                  <a:lnTo>
                    <a:pt x="632980" y="112014"/>
                  </a:lnTo>
                  <a:lnTo>
                    <a:pt x="633501" y="108102"/>
                  </a:lnTo>
                  <a:lnTo>
                    <a:pt x="633907" y="105092"/>
                  </a:lnTo>
                  <a:close/>
                </a:path>
                <a:path w="671830" h="376554">
                  <a:moveTo>
                    <a:pt x="634657" y="29464"/>
                  </a:moveTo>
                  <a:lnTo>
                    <a:pt x="632206" y="28460"/>
                  </a:lnTo>
                  <a:lnTo>
                    <a:pt x="630821" y="29832"/>
                  </a:lnTo>
                  <a:lnTo>
                    <a:pt x="629450" y="31216"/>
                  </a:lnTo>
                  <a:lnTo>
                    <a:pt x="630453" y="33667"/>
                  </a:lnTo>
                  <a:lnTo>
                    <a:pt x="632409" y="33667"/>
                  </a:lnTo>
                  <a:lnTo>
                    <a:pt x="633882" y="33667"/>
                  </a:lnTo>
                  <a:lnTo>
                    <a:pt x="634657" y="32893"/>
                  </a:lnTo>
                  <a:lnTo>
                    <a:pt x="634657" y="29464"/>
                  </a:lnTo>
                  <a:close/>
                </a:path>
                <a:path w="671830" h="376554">
                  <a:moveTo>
                    <a:pt x="639610" y="162547"/>
                  </a:moveTo>
                  <a:lnTo>
                    <a:pt x="638759" y="160401"/>
                  </a:lnTo>
                  <a:lnTo>
                    <a:pt x="638695" y="160223"/>
                  </a:lnTo>
                  <a:lnTo>
                    <a:pt x="638619" y="160058"/>
                  </a:lnTo>
                  <a:lnTo>
                    <a:pt x="638124" y="158826"/>
                  </a:lnTo>
                  <a:lnTo>
                    <a:pt x="636816" y="158826"/>
                  </a:lnTo>
                  <a:lnTo>
                    <a:pt x="636320" y="160058"/>
                  </a:lnTo>
                  <a:lnTo>
                    <a:pt x="636244" y="160223"/>
                  </a:lnTo>
                  <a:lnTo>
                    <a:pt x="635317" y="162534"/>
                  </a:lnTo>
                  <a:lnTo>
                    <a:pt x="639610" y="162547"/>
                  </a:lnTo>
                  <a:close/>
                </a:path>
                <a:path w="671830" h="376554">
                  <a:moveTo>
                    <a:pt x="641502" y="242214"/>
                  </a:moveTo>
                  <a:lnTo>
                    <a:pt x="631190" y="242214"/>
                  </a:lnTo>
                  <a:lnTo>
                    <a:pt x="631177" y="250228"/>
                  </a:lnTo>
                  <a:lnTo>
                    <a:pt x="636346" y="250228"/>
                  </a:lnTo>
                  <a:lnTo>
                    <a:pt x="641502" y="250228"/>
                  </a:lnTo>
                  <a:lnTo>
                    <a:pt x="641502" y="242214"/>
                  </a:lnTo>
                  <a:close/>
                </a:path>
                <a:path w="671830" h="376554">
                  <a:moveTo>
                    <a:pt x="646214" y="202565"/>
                  </a:moveTo>
                  <a:lnTo>
                    <a:pt x="636612" y="202565"/>
                  </a:lnTo>
                  <a:lnTo>
                    <a:pt x="636600" y="210019"/>
                  </a:lnTo>
                  <a:lnTo>
                    <a:pt x="641400" y="210019"/>
                  </a:lnTo>
                  <a:lnTo>
                    <a:pt x="646201" y="210019"/>
                  </a:lnTo>
                  <a:lnTo>
                    <a:pt x="646214" y="202565"/>
                  </a:lnTo>
                  <a:close/>
                </a:path>
                <a:path w="671830" h="376554">
                  <a:moveTo>
                    <a:pt x="648830" y="119443"/>
                  </a:moveTo>
                  <a:lnTo>
                    <a:pt x="648563" y="118249"/>
                  </a:lnTo>
                  <a:lnTo>
                    <a:pt x="646518" y="117297"/>
                  </a:lnTo>
                  <a:lnTo>
                    <a:pt x="645782" y="117246"/>
                  </a:lnTo>
                  <a:lnTo>
                    <a:pt x="640321" y="118668"/>
                  </a:lnTo>
                  <a:lnTo>
                    <a:pt x="643521" y="125552"/>
                  </a:lnTo>
                  <a:lnTo>
                    <a:pt x="647407" y="122364"/>
                  </a:lnTo>
                  <a:lnTo>
                    <a:pt x="648106" y="121793"/>
                  </a:lnTo>
                  <a:lnTo>
                    <a:pt x="648487" y="121246"/>
                  </a:lnTo>
                  <a:lnTo>
                    <a:pt x="648830" y="119443"/>
                  </a:lnTo>
                  <a:close/>
                </a:path>
                <a:path w="671830" h="376554">
                  <a:moveTo>
                    <a:pt x="652386" y="161086"/>
                  </a:moveTo>
                  <a:lnTo>
                    <a:pt x="651802" y="161086"/>
                  </a:lnTo>
                  <a:lnTo>
                    <a:pt x="651802" y="161544"/>
                  </a:lnTo>
                  <a:lnTo>
                    <a:pt x="652094" y="161544"/>
                  </a:lnTo>
                  <a:lnTo>
                    <a:pt x="652386" y="161544"/>
                  </a:lnTo>
                  <a:lnTo>
                    <a:pt x="652386" y="161086"/>
                  </a:lnTo>
                  <a:close/>
                </a:path>
                <a:path w="671830" h="376554">
                  <a:moveTo>
                    <a:pt x="654011" y="35521"/>
                  </a:moveTo>
                  <a:lnTo>
                    <a:pt x="653707" y="34150"/>
                  </a:lnTo>
                  <a:lnTo>
                    <a:pt x="652449" y="33743"/>
                  </a:lnTo>
                  <a:lnTo>
                    <a:pt x="651624" y="33591"/>
                  </a:lnTo>
                  <a:lnTo>
                    <a:pt x="650163" y="32435"/>
                  </a:lnTo>
                  <a:lnTo>
                    <a:pt x="647674" y="33883"/>
                  </a:lnTo>
                  <a:lnTo>
                    <a:pt x="648843" y="35712"/>
                  </a:lnTo>
                  <a:lnTo>
                    <a:pt x="649846" y="37249"/>
                  </a:lnTo>
                  <a:lnTo>
                    <a:pt x="651827" y="38036"/>
                  </a:lnTo>
                  <a:lnTo>
                    <a:pt x="654011" y="35521"/>
                  </a:lnTo>
                  <a:close/>
                </a:path>
                <a:path w="671830" h="376554">
                  <a:moveTo>
                    <a:pt x="657885" y="149771"/>
                  </a:moveTo>
                  <a:lnTo>
                    <a:pt x="651281" y="143103"/>
                  </a:lnTo>
                  <a:lnTo>
                    <a:pt x="647687" y="148158"/>
                  </a:lnTo>
                  <a:lnTo>
                    <a:pt x="645147" y="151726"/>
                  </a:lnTo>
                  <a:lnTo>
                    <a:pt x="649312" y="155892"/>
                  </a:lnTo>
                  <a:lnTo>
                    <a:pt x="657885" y="149771"/>
                  </a:lnTo>
                  <a:close/>
                </a:path>
                <a:path w="671830" h="376554">
                  <a:moveTo>
                    <a:pt x="660222" y="78486"/>
                  </a:moveTo>
                  <a:lnTo>
                    <a:pt x="654697" y="76288"/>
                  </a:lnTo>
                  <a:lnTo>
                    <a:pt x="651205" y="74904"/>
                  </a:lnTo>
                  <a:lnTo>
                    <a:pt x="648716" y="79768"/>
                  </a:lnTo>
                  <a:lnTo>
                    <a:pt x="655307" y="85940"/>
                  </a:lnTo>
                  <a:lnTo>
                    <a:pt x="660222" y="78486"/>
                  </a:lnTo>
                  <a:close/>
                </a:path>
                <a:path w="671830" h="376554">
                  <a:moveTo>
                    <a:pt x="660234" y="187439"/>
                  </a:moveTo>
                  <a:lnTo>
                    <a:pt x="659015" y="184924"/>
                  </a:lnTo>
                  <a:lnTo>
                    <a:pt x="655281" y="184924"/>
                  </a:lnTo>
                  <a:lnTo>
                    <a:pt x="654062" y="187452"/>
                  </a:lnTo>
                  <a:lnTo>
                    <a:pt x="655561" y="188772"/>
                  </a:lnTo>
                  <a:lnTo>
                    <a:pt x="656628" y="189725"/>
                  </a:lnTo>
                  <a:lnTo>
                    <a:pt x="657669" y="189725"/>
                  </a:lnTo>
                  <a:lnTo>
                    <a:pt x="658444" y="189026"/>
                  </a:lnTo>
                  <a:lnTo>
                    <a:pt x="658634" y="188849"/>
                  </a:lnTo>
                  <a:lnTo>
                    <a:pt x="660234" y="187439"/>
                  </a:lnTo>
                  <a:close/>
                </a:path>
                <a:path w="671830" h="376554">
                  <a:moveTo>
                    <a:pt x="668718" y="44424"/>
                  </a:moveTo>
                  <a:lnTo>
                    <a:pt x="660209" y="44424"/>
                  </a:lnTo>
                  <a:lnTo>
                    <a:pt x="660196" y="51028"/>
                  </a:lnTo>
                  <a:lnTo>
                    <a:pt x="664464" y="51028"/>
                  </a:lnTo>
                  <a:lnTo>
                    <a:pt x="668705" y="51028"/>
                  </a:lnTo>
                  <a:lnTo>
                    <a:pt x="668718" y="44424"/>
                  </a:lnTo>
                  <a:close/>
                </a:path>
                <a:path w="671830" h="376554">
                  <a:moveTo>
                    <a:pt x="671537" y="0"/>
                  </a:moveTo>
                  <a:lnTo>
                    <a:pt x="663016" y="0"/>
                  </a:lnTo>
                  <a:lnTo>
                    <a:pt x="663016" y="6616"/>
                  </a:lnTo>
                  <a:lnTo>
                    <a:pt x="667270" y="6616"/>
                  </a:lnTo>
                  <a:lnTo>
                    <a:pt x="671525" y="6616"/>
                  </a:lnTo>
                  <a:lnTo>
                    <a:pt x="67153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2083346" y="7744440"/>
              <a:ext cx="260985" cy="363220"/>
            </a:xfrm>
            <a:custGeom>
              <a:avLst/>
              <a:gdLst/>
              <a:ahLst/>
              <a:cxnLst/>
              <a:rect l="l" t="t" r="r" b="b"/>
              <a:pathLst>
                <a:path w="260985" h="363220">
                  <a:moveTo>
                    <a:pt x="7162" y="354088"/>
                  </a:moveTo>
                  <a:lnTo>
                    <a:pt x="0" y="354571"/>
                  </a:lnTo>
                  <a:lnTo>
                    <a:pt x="1066" y="358571"/>
                  </a:lnTo>
                  <a:lnTo>
                    <a:pt x="368" y="361315"/>
                  </a:lnTo>
                  <a:lnTo>
                    <a:pt x="4432" y="362864"/>
                  </a:lnTo>
                  <a:lnTo>
                    <a:pt x="6629" y="359613"/>
                  </a:lnTo>
                  <a:lnTo>
                    <a:pt x="6743" y="358952"/>
                  </a:lnTo>
                  <a:lnTo>
                    <a:pt x="7162" y="354088"/>
                  </a:lnTo>
                  <a:close/>
                </a:path>
                <a:path w="260985" h="363220">
                  <a:moveTo>
                    <a:pt x="20129" y="313169"/>
                  </a:moveTo>
                  <a:lnTo>
                    <a:pt x="15963" y="313169"/>
                  </a:lnTo>
                  <a:lnTo>
                    <a:pt x="15963" y="316407"/>
                  </a:lnTo>
                  <a:lnTo>
                    <a:pt x="18046" y="316407"/>
                  </a:lnTo>
                  <a:lnTo>
                    <a:pt x="20129" y="316407"/>
                  </a:lnTo>
                  <a:lnTo>
                    <a:pt x="20129" y="313169"/>
                  </a:lnTo>
                  <a:close/>
                </a:path>
                <a:path w="260985" h="363220">
                  <a:moveTo>
                    <a:pt x="25082" y="291503"/>
                  </a:moveTo>
                  <a:lnTo>
                    <a:pt x="24498" y="291503"/>
                  </a:lnTo>
                  <a:lnTo>
                    <a:pt x="24498" y="291960"/>
                  </a:lnTo>
                  <a:lnTo>
                    <a:pt x="24790" y="291960"/>
                  </a:lnTo>
                  <a:lnTo>
                    <a:pt x="25082" y="291960"/>
                  </a:lnTo>
                  <a:lnTo>
                    <a:pt x="25082" y="291503"/>
                  </a:lnTo>
                  <a:close/>
                </a:path>
                <a:path w="260985" h="363220">
                  <a:moveTo>
                    <a:pt x="32537" y="296151"/>
                  </a:moveTo>
                  <a:lnTo>
                    <a:pt x="32181" y="295795"/>
                  </a:lnTo>
                  <a:lnTo>
                    <a:pt x="31902" y="296024"/>
                  </a:lnTo>
                  <a:lnTo>
                    <a:pt x="31496" y="296379"/>
                  </a:lnTo>
                  <a:lnTo>
                    <a:pt x="31089" y="296710"/>
                  </a:lnTo>
                  <a:lnTo>
                    <a:pt x="30391" y="297294"/>
                  </a:lnTo>
                  <a:lnTo>
                    <a:pt x="30264" y="297408"/>
                  </a:lnTo>
                  <a:lnTo>
                    <a:pt x="30924" y="298069"/>
                  </a:lnTo>
                  <a:lnTo>
                    <a:pt x="31280" y="297649"/>
                  </a:lnTo>
                  <a:lnTo>
                    <a:pt x="31623" y="297243"/>
                  </a:lnTo>
                  <a:lnTo>
                    <a:pt x="31953" y="296837"/>
                  </a:lnTo>
                  <a:lnTo>
                    <a:pt x="32537" y="296151"/>
                  </a:lnTo>
                  <a:close/>
                </a:path>
                <a:path w="260985" h="363220">
                  <a:moveTo>
                    <a:pt x="33693" y="261137"/>
                  </a:moveTo>
                  <a:lnTo>
                    <a:pt x="32270" y="259245"/>
                  </a:lnTo>
                  <a:lnTo>
                    <a:pt x="29870" y="259295"/>
                  </a:lnTo>
                  <a:lnTo>
                    <a:pt x="29667" y="262877"/>
                  </a:lnTo>
                  <a:lnTo>
                    <a:pt x="31965" y="263347"/>
                  </a:lnTo>
                  <a:lnTo>
                    <a:pt x="32588" y="261886"/>
                  </a:lnTo>
                  <a:lnTo>
                    <a:pt x="31559" y="261683"/>
                  </a:lnTo>
                  <a:lnTo>
                    <a:pt x="31432" y="261543"/>
                  </a:lnTo>
                  <a:lnTo>
                    <a:pt x="32092" y="261327"/>
                  </a:lnTo>
                  <a:lnTo>
                    <a:pt x="32512" y="261772"/>
                  </a:lnTo>
                  <a:lnTo>
                    <a:pt x="32639" y="261886"/>
                  </a:lnTo>
                  <a:lnTo>
                    <a:pt x="32829" y="261747"/>
                  </a:lnTo>
                  <a:lnTo>
                    <a:pt x="33413" y="261327"/>
                  </a:lnTo>
                  <a:lnTo>
                    <a:pt x="33693" y="261137"/>
                  </a:lnTo>
                  <a:close/>
                </a:path>
                <a:path w="260985" h="363220">
                  <a:moveTo>
                    <a:pt x="35140" y="251206"/>
                  </a:moveTo>
                  <a:lnTo>
                    <a:pt x="32842" y="249885"/>
                  </a:lnTo>
                  <a:lnTo>
                    <a:pt x="32270" y="250939"/>
                  </a:lnTo>
                  <a:lnTo>
                    <a:pt x="32918" y="251218"/>
                  </a:lnTo>
                  <a:lnTo>
                    <a:pt x="34074" y="251726"/>
                  </a:lnTo>
                  <a:lnTo>
                    <a:pt x="34645" y="251980"/>
                  </a:lnTo>
                  <a:lnTo>
                    <a:pt x="35140" y="251206"/>
                  </a:lnTo>
                  <a:close/>
                </a:path>
                <a:path w="260985" h="363220">
                  <a:moveTo>
                    <a:pt x="35864" y="352856"/>
                  </a:moveTo>
                  <a:lnTo>
                    <a:pt x="32613" y="350951"/>
                  </a:lnTo>
                  <a:lnTo>
                    <a:pt x="29311" y="356768"/>
                  </a:lnTo>
                  <a:lnTo>
                    <a:pt x="35090" y="358597"/>
                  </a:lnTo>
                  <a:lnTo>
                    <a:pt x="35534" y="355346"/>
                  </a:lnTo>
                  <a:lnTo>
                    <a:pt x="35864" y="352856"/>
                  </a:lnTo>
                  <a:close/>
                </a:path>
                <a:path w="260985" h="363220">
                  <a:moveTo>
                    <a:pt x="39751" y="343966"/>
                  </a:moveTo>
                  <a:lnTo>
                    <a:pt x="32334" y="343966"/>
                  </a:lnTo>
                  <a:lnTo>
                    <a:pt x="32321" y="349719"/>
                  </a:lnTo>
                  <a:lnTo>
                    <a:pt x="36042" y="349719"/>
                  </a:lnTo>
                  <a:lnTo>
                    <a:pt x="39751" y="349719"/>
                  </a:lnTo>
                  <a:lnTo>
                    <a:pt x="39751" y="343966"/>
                  </a:lnTo>
                  <a:close/>
                </a:path>
                <a:path w="260985" h="363220">
                  <a:moveTo>
                    <a:pt x="43395" y="330504"/>
                  </a:moveTo>
                  <a:lnTo>
                    <a:pt x="37922" y="327342"/>
                  </a:lnTo>
                  <a:lnTo>
                    <a:pt x="34836" y="331724"/>
                  </a:lnTo>
                  <a:lnTo>
                    <a:pt x="31610" y="331812"/>
                  </a:lnTo>
                  <a:lnTo>
                    <a:pt x="34328" y="339661"/>
                  </a:lnTo>
                  <a:lnTo>
                    <a:pt x="39446" y="336219"/>
                  </a:lnTo>
                  <a:lnTo>
                    <a:pt x="40182" y="335102"/>
                  </a:lnTo>
                  <a:lnTo>
                    <a:pt x="41097" y="333806"/>
                  </a:lnTo>
                  <a:lnTo>
                    <a:pt x="42621" y="331622"/>
                  </a:lnTo>
                  <a:lnTo>
                    <a:pt x="43395" y="330504"/>
                  </a:lnTo>
                  <a:close/>
                </a:path>
                <a:path w="260985" h="363220">
                  <a:moveTo>
                    <a:pt x="48666" y="220941"/>
                  </a:moveTo>
                  <a:lnTo>
                    <a:pt x="48069" y="220459"/>
                  </a:lnTo>
                  <a:lnTo>
                    <a:pt x="46812" y="219468"/>
                  </a:lnTo>
                  <a:lnTo>
                    <a:pt x="45097" y="219925"/>
                  </a:lnTo>
                  <a:lnTo>
                    <a:pt x="45097" y="222961"/>
                  </a:lnTo>
                  <a:lnTo>
                    <a:pt x="46812" y="223418"/>
                  </a:lnTo>
                  <a:lnTo>
                    <a:pt x="47866" y="222592"/>
                  </a:lnTo>
                  <a:lnTo>
                    <a:pt x="48666" y="221945"/>
                  </a:lnTo>
                  <a:lnTo>
                    <a:pt x="48666" y="220941"/>
                  </a:lnTo>
                  <a:close/>
                </a:path>
                <a:path w="260985" h="363220">
                  <a:moveTo>
                    <a:pt x="55333" y="305384"/>
                  </a:moveTo>
                  <a:lnTo>
                    <a:pt x="43929" y="305384"/>
                  </a:lnTo>
                  <a:lnTo>
                    <a:pt x="43916" y="314248"/>
                  </a:lnTo>
                  <a:lnTo>
                    <a:pt x="49631" y="314248"/>
                  </a:lnTo>
                  <a:lnTo>
                    <a:pt x="55321" y="314248"/>
                  </a:lnTo>
                  <a:lnTo>
                    <a:pt x="55333" y="305384"/>
                  </a:lnTo>
                  <a:close/>
                </a:path>
                <a:path w="260985" h="363220">
                  <a:moveTo>
                    <a:pt x="57035" y="343268"/>
                  </a:moveTo>
                  <a:lnTo>
                    <a:pt x="56743" y="341376"/>
                  </a:lnTo>
                  <a:lnTo>
                    <a:pt x="55524" y="341718"/>
                  </a:lnTo>
                  <a:lnTo>
                    <a:pt x="55651" y="342519"/>
                  </a:lnTo>
                  <a:lnTo>
                    <a:pt x="55333" y="343700"/>
                  </a:lnTo>
                  <a:lnTo>
                    <a:pt x="55194" y="344284"/>
                  </a:lnTo>
                  <a:lnTo>
                    <a:pt x="54724" y="344957"/>
                  </a:lnTo>
                  <a:lnTo>
                    <a:pt x="55816" y="345579"/>
                  </a:lnTo>
                  <a:lnTo>
                    <a:pt x="56273" y="344919"/>
                  </a:lnTo>
                  <a:lnTo>
                    <a:pt x="56921" y="344004"/>
                  </a:lnTo>
                  <a:lnTo>
                    <a:pt x="57035" y="343268"/>
                  </a:lnTo>
                  <a:close/>
                </a:path>
                <a:path w="260985" h="363220">
                  <a:moveTo>
                    <a:pt x="62953" y="269849"/>
                  </a:moveTo>
                  <a:lnTo>
                    <a:pt x="60731" y="267614"/>
                  </a:lnTo>
                  <a:lnTo>
                    <a:pt x="59804" y="269240"/>
                  </a:lnTo>
                  <a:lnTo>
                    <a:pt x="59436" y="269900"/>
                  </a:lnTo>
                  <a:lnTo>
                    <a:pt x="58966" y="270700"/>
                  </a:lnTo>
                  <a:lnTo>
                    <a:pt x="59880" y="271614"/>
                  </a:lnTo>
                  <a:lnTo>
                    <a:pt x="60896" y="271030"/>
                  </a:lnTo>
                  <a:lnTo>
                    <a:pt x="61353" y="270776"/>
                  </a:lnTo>
                  <a:lnTo>
                    <a:pt x="62953" y="269849"/>
                  </a:lnTo>
                  <a:close/>
                </a:path>
                <a:path w="260985" h="363220">
                  <a:moveTo>
                    <a:pt x="64020" y="190436"/>
                  </a:moveTo>
                  <a:lnTo>
                    <a:pt x="63677" y="190080"/>
                  </a:lnTo>
                  <a:lnTo>
                    <a:pt x="63195" y="190487"/>
                  </a:lnTo>
                  <a:lnTo>
                    <a:pt x="62979" y="190665"/>
                  </a:lnTo>
                  <a:lnTo>
                    <a:pt x="62788" y="190842"/>
                  </a:lnTo>
                  <a:lnTo>
                    <a:pt x="62433" y="191122"/>
                  </a:lnTo>
                  <a:lnTo>
                    <a:pt x="62979" y="191681"/>
                  </a:lnTo>
                  <a:lnTo>
                    <a:pt x="63271" y="191325"/>
                  </a:lnTo>
                  <a:lnTo>
                    <a:pt x="63449" y="191122"/>
                  </a:lnTo>
                  <a:lnTo>
                    <a:pt x="63627" y="190919"/>
                  </a:lnTo>
                  <a:lnTo>
                    <a:pt x="63792" y="190728"/>
                  </a:lnTo>
                  <a:lnTo>
                    <a:pt x="64020" y="190436"/>
                  </a:lnTo>
                  <a:close/>
                </a:path>
                <a:path w="260985" h="363220">
                  <a:moveTo>
                    <a:pt x="65671" y="274447"/>
                  </a:moveTo>
                  <a:lnTo>
                    <a:pt x="55905" y="274447"/>
                  </a:lnTo>
                  <a:lnTo>
                    <a:pt x="55892" y="282028"/>
                  </a:lnTo>
                  <a:lnTo>
                    <a:pt x="60782" y="282028"/>
                  </a:lnTo>
                  <a:lnTo>
                    <a:pt x="65659" y="282028"/>
                  </a:lnTo>
                  <a:lnTo>
                    <a:pt x="65671" y="274447"/>
                  </a:lnTo>
                  <a:close/>
                </a:path>
                <a:path w="260985" h="363220">
                  <a:moveTo>
                    <a:pt x="66675" y="354888"/>
                  </a:moveTo>
                  <a:lnTo>
                    <a:pt x="60591" y="350608"/>
                  </a:lnTo>
                  <a:lnTo>
                    <a:pt x="58750" y="354050"/>
                  </a:lnTo>
                  <a:lnTo>
                    <a:pt x="58293" y="354228"/>
                  </a:lnTo>
                  <a:lnTo>
                    <a:pt x="57289" y="355485"/>
                  </a:lnTo>
                  <a:lnTo>
                    <a:pt x="57937" y="359435"/>
                  </a:lnTo>
                  <a:lnTo>
                    <a:pt x="60058" y="360146"/>
                  </a:lnTo>
                  <a:lnTo>
                    <a:pt x="62407" y="359727"/>
                  </a:lnTo>
                  <a:lnTo>
                    <a:pt x="63080" y="359346"/>
                  </a:lnTo>
                  <a:lnTo>
                    <a:pt x="66675" y="354888"/>
                  </a:lnTo>
                  <a:close/>
                </a:path>
                <a:path w="260985" h="363220">
                  <a:moveTo>
                    <a:pt x="69342" y="299910"/>
                  </a:moveTo>
                  <a:lnTo>
                    <a:pt x="68884" y="294779"/>
                  </a:lnTo>
                  <a:lnTo>
                    <a:pt x="60706" y="294881"/>
                  </a:lnTo>
                  <a:lnTo>
                    <a:pt x="61772" y="302234"/>
                  </a:lnTo>
                  <a:lnTo>
                    <a:pt x="66103" y="300901"/>
                  </a:lnTo>
                  <a:lnTo>
                    <a:pt x="69342" y="299910"/>
                  </a:lnTo>
                  <a:close/>
                </a:path>
                <a:path w="260985" h="363220">
                  <a:moveTo>
                    <a:pt x="75679" y="221869"/>
                  </a:moveTo>
                  <a:lnTo>
                    <a:pt x="74371" y="220218"/>
                  </a:lnTo>
                  <a:lnTo>
                    <a:pt x="74282" y="219849"/>
                  </a:lnTo>
                  <a:lnTo>
                    <a:pt x="73774" y="218186"/>
                  </a:lnTo>
                  <a:lnTo>
                    <a:pt x="71399" y="218186"/>
                  </a:lnTo>
                  <a:lnTo>
                    <a:pt x="70891" y="219849"/>
                  </a:lnTo>
                  <a:lnTo>
                    <a:pt x="70789" y="220218"/>
                  </a:lnTo>
                  <a:lnTo>
                    <a:pt x="69507" y="221869"/>
                  </a:lnTo>
                  <a:lnTo>
                    <a:pt x="70205" y="224548"/>
                  </a:lnTo>
                  <a:lnTo>
                    <a:pt x="74955" y="224548"/>
                  </a:lnTo>
                  <a:lnTo>
                    <a:pt x="75679" y="221869"/>
                  </a:lnTo>
                  <a:close/>
                </a:path>
                <a:path w="260985" h="363220">
                  <a:moveTo>
                    <a:pt x="76644" y="248780"/>
                  </a:moveTo>
                  <a:lnTo>
                    <a:pt x="67411" y="248780"/>
                  </a:lnTo>
                  <a:lnTo>
                    <a:pt x="67411" y="255955"/>
                  </a:lnTo>
                  <a:lnTo>
                    <a:pt x="72021" y="255955"/>
                  </a:lnTo>
                  <a:lnTo>
                    <a:pt x="76644" y="255955"/>
                  </a:lnTo>
                  <a:lnTo>
                    <a:pt x="76644" y="248780"/>
                  </a:lnTo>
                  <a:close/>
                </a:path>
                <a:path w="260985" h="363220">
                  <a:moveTo>
                    <a:pt x="76949" y="184759"/>
                  </a:moveTo>
                  <a:lnTo>
                    <a:pt x="69354" y="184759"/>
                  </a:lnTo>
                  <a:lnTo>
                    <a:pt x="69354" y="190665"/>
                  </a:lnTo>
                  <a:lnTo>
                    <a:pt x="73152" y="190665"/>
                  </a:lnTo>
                  <a:lnTo>
                    <a:pt x="76949" y="190665"/>
                  </a:lnTo>
                  <a:lnTo>
                    <a:pt x="76949" y="184759"/>
                  </a:lnTo>
                  <a:close/>
                </a:path>
                <a:path w="260985" h="363220">
                  <a:moveTo>
                    <a:pt x="81534" y="318871"/>
                  </a:moveTo>
                  <a:lnTo>
                    <a:pt x="80276" y="317588"/>
                  </a:lnTo>
                  <a:lnTo>
                    <a:pt x="77673" y="319278"/>
                  </a:lnTo>
                  <a:lnTo>
                    <a:pt x="76200" y="320281"/>
                  </a:lnTo>
                  <a:lnTo>
                    <a:pt x="71742" y="321805"/>
                  </a:lnTo>
                  <a:lnTo>
                    <a:pt x="73444" y="325742"/>
                  </a:lnTo>
                  <a:lnTo>
                    <a:pt x="75831" y="324383"/>
                  </a:lnTo>
                  <a:lnTo>
                    <a:pt x="77812" y="323253"/>
                  </a:lnTo>
                  <a:lnTo>
                    <a:pt x="79667" y="321818"/>
                  </a:lnTo>
                  <a:lnTo>
                    <a:pt x="81534" y="318871"/>
                  </a:lnTo>
                  <a:close/>
                </a:path>
                <a:path w="260985" h="363220">
                  <a:moveTo>
                    <a:pt x="89039" y="290753"/>
                  </a:moveTo>
                  <a:lnTo>
                    <a:pt x="86499" y="290753"/>
                  </a:lnTo>
                  <a:lnTo>
                    <a:pt x="86499" y="292722"/>
                  </a:lnTo>
                  <a:lnTo>
                    <a:pt x="87769" y="292722"/>
                  </a:lnTo>
                  <a:lnTo>
                    <a:pt x="89039" y="292722"/>
                  </a:lnTo>
                  <a:lnTo>
                    <a:pt x="89039" y="290753"/>
                  </a:lnTo>
                  <a:close/>
                </a:path>
                <a:path w="260985" h="363220">
                  <a:moveTo>
                    <a:pt x="91554" y="273710"/>
                  </a:moveTo>
                  <a:lnTo>
                    <a:pt x="82867" y="273710"/>
                  </a:lnTo>
                  <a:lnTo>
                    <a:pt x="82867" y="280454"/>
                  </a:lnTo>
                  <a:lnTo>
                    <a:pt x="87210" y="280454"/>
                  </a:lnTo>
                  <a:lnTo>
                    <a:pt x="91554" y="280454"/>
                  </a:lnTo>
                  <a:lnTo>
                    <a:pt x="91554" y="273710"/>
                  </a:lnTo>
                  <a:close/>
                </a:path>
                <a:path w="260985" h="363220">
                  <a:moveTo>
                    <a:pt x="98729" y="261581"/>
                  </a:moveTo>
                  <a:lnTo>
                    <a:pt x="98450" y="259575"/>
                  </a:lnTo>
                  <a:lnTo>
                    <a:pt x="97167" y="259321"/>
                  </a:lnTo>
                  <a:lnTo>
                    <a:pt x="96710" y="259257"/>
                  </a:lnTo>
                  <a:lnTo>
                    <a:pt x="96393" y="259003"/>
                  </a:lnTo>
                  <a:lnTo>
                    <a:pt x="96202" y="258584"/>
                  </a:lnTo>
                  <a:lnTo>
                    <a:pt x="96126" y="255968"/>
                  </a:lnTo>
                  <a:lnTo>
                    <a:pt x="92036" y="255955"/>
                  </a:lnTo>
                  <a:lnTo>
                    <a:pt x="92125" y="258584"/>
                  </a:lnTo>
                  <a:lnTo>
                    <a:pt x="92227" y="261594"/>
                  </a:lnTo>
                  <a:lnTo>
                    <a:pt x="94742" y="263486"/>
                  </a:lnTo>
                  <a:lnTo>
                    <a:pt x="98729" y="261581"/>
                  </a:lnTo>
                  <a:close/>
                </a:path>
                <a:path w="260985" h="363220">
                  <a:moveTo>
                    <a:pt x="103733" y="361569"/>
                  </a:moveTo>
                  <a:lnTo>
                    <a:pt x="103720" y="360934"/>
                  </a:lnTo>
                  <a:lnTo>
                    <a:pt x="103162" y="360222"/>
                  </a:lnTo>
                  <a:lnTo>
                    <a:pt x="102666" y="359587"/>
                  </a:lnTo>
                  <a:lnTo>
                    <a:pt x="101663" y="359803"/>
                  </a:lnTo>
                  <a:lnTo>
                    <a:pt x="101346" y="360387"/>
                  </a:lnTo>
                  <a:lnTo>
                    <a:pt x="100965" y="361086"/>
                  </a:lnTo>
                  <a:lnTo>
                    <a:pt x="100596" y="361276"/>
                  </a:lnTo>
                  <a:lnTo>
                    <a:pt x="101320" y="362851"/>
                  </a:lnTo>
                  <a:lnTo>
                    <a:pt x="102539" y="363029"/>
                  </a:lnTo>
                  <a:lnTo>
                    <a:pt x="103047" y="362407"/>
                  </a:lnTo>
                  <a:lnTo>
                    <a:pt x="103187" y="362242"/>
                  </a:lnTo>
                  <a:lnTo>
                    <a:pt x="103733" y="361569"/>
                  </a:lnTo>
                  <a:close/>
                </a:path>
                <a:path w="260985" h="363220">
                  <a:moveTo>
                    <a:pt x="107188" y="298831"/>
                  </a:moveTo>
                  <a:lnTo>
                    <a:pt x="107175" y="298221"/>
                  </a:lnTo>
                  <a:lnTo>
                    <a:pt x="106832" y="296037"/>
                  </a:lnTo>
                  <a:lnTo>
                    <a:pt x="105168" y="295681"/>
                  </a:lnTo>
                  <a:lnTo>
                    <a:pt x="103555" y="296494"/>
                  </a:lnTo>
                  <a:lnTo>
                    <a:pt x="103251" y="296748"/>
                  </a:lnTo>
                  <a:lnTo>
                    <a:pt x="102831" y="297268"/>
                  </a:lnTo>
                  <a:lnTo>
                    <a:pt x="100253" y="300609"/>
                  </a:lnTo>
                  <a:lnTo>
                    <a:pt x="105892" y="303314"/>
                  </a:lnTo>
                  <a:lnTo>
                    <a:pt x="106946" y="299669"/>
                  </a:lnTo>
                  <a:lnTo>
                    <a:pt x="107188" y="298831"/>
                  </a:lnTo>
                  <a:close/>
                </a:path>
                <a:path w="260985" h="363220">
                  <a:moveTo>
                    <a:pt x="110985" y="333997"/>
                  </a:moveTo>
                  <a:lnTo>
                    <a:pt x="108153" y="333654"/>
                  </a:lnTo>
                  <a:lnTo>
                    <a:pt x="108153" y="332994"/>
                  </a:lnTo>
                  <a:lnTo>
                    <a:pt x="99999" y="332994"/>
                  </a:lnTo>
                  <a:lnTo>
                    <a:pt x="99999" y="339318"/>
                  </a:lnTo>
                  <a:lnTo>
                    <a:pt x="104076" y="339318"/>
                  </a:lnTo>
                  <a:lnTo>
                    <a:pt x="108153" y="339318"/>
                  </a:lnTo>
                  <a:lnTo>
                    <a:pt x="108153" y="335292"/>
                  </a:lnTo>
                  <a:lnTo>
                    <a:pt x="110261" y="335026"/>
                  </a:lnTo>
                  <a:lnTo>
                    <a:pt x="110985" y="334949"/>
                  </a:lnTo>
                  <a:lnTo>
                    <a:pt x="110985" y="333997"/>
                  </a:lnTo>
                  <a:close/>
                </a:path>
                <a:path w="260985" h="363220">
                  <a:moveTo>
                    <a:pt x="112560" y="220675"/>
                  </a:moveTo>
                  <a:lnTo>
                    <a:pt x="98983" y="220675"/>
                  </a:lnTo>
                  <a:lnTo>
                    <a:pt x="98971" y="231216"/>
                  </a:lnTo>
                  <a:lnTo>
                    <a:pt x="105765" y="231216"/>
                  </a:lnTo>
                  <a:lnTo>
                    <a:pt x="112547" y="231216"/>
                  </a:lnTo>
                  <a:lnTo>
                    <a:pt x="112560" y="220675"/>
                  </a:lnTo>
                  <a:close/>
                </a:path>
                <a:path w="260985" h="363220">
                  <a:moveTo>
                    <a:pt x="119773" y="279158"/>
                  </a:moveTo>
                  <a:lnTo>
                    <a:pt x="112001" y="279158"/>
                  </a:lnTo>
                  <a:lnTo>
                    <a:pt x="111988" y="285191"/>
                  </a:lnTo>
                  <a:lnTo>
                    <a:pt x="115887" y="285191"/>
                  </a:lnTo>
                  <a:lnTo>
                    <a:pt x="119773" y="285191"/>
                  </a:lnTo>
                  <a:lnTo>
                    <a:pt x="119773" y="279158"/>
                  </a:lnTo>
                  <a:close/>
                </a:path>
                <a:path w="260985" h="363220">
                  <a:moveTo>
                    <a:pt x="125133" y="361950"/>
                  </a:moveTo>
                  <a:lnTo>
                    <a:pt x="123507" y="361950"/>
                  </a:lnTo>
                  <a:lnTo>
                    <a:pt x="123507" y="363220"/>
                  </a:lnTo>
                  <a:lnTo>
                    <a:pt x="124320" y="363220"/>
                  </a:lnTo>
                  <a:lnTo>
                    <a:pt x="125133" y="363220"/>
                  </a:lnTo>
                  <a:lnTo>
                    <a:pt x="125133" y="361950"/>
                  </a:lnTo>
                  <a:close/>
                </a:path>
                <a:path w="260985" h="363220">
                  <a:moveTo>
                    <a:pt x="126606" y="320421"/>
                  </a:moveTo>
                  <a:lnTo>
                    <a:pt x="118668" y="320421"/>
                  </a:lnTo>
                  <a:lnTo>
                    <a:pt x="118656" y="326580"/>
                  </a:lnTo>
                  <a:lnTo>
                    <a:pt x="122631" y="326580"/>
                  </a:lnTo>
                  <a:lnTo>
                    <a:pt x="126606" y="326580"/>
                  </a:lnTo>
                  <a:lnTo>
                    <a:pt x="126606" y="320421"/>
                  </a:lnTo>
                  <a:close/>
                </a:path>
                <a:path w="260985" h="363220">
                  <a:moveTo>
                    <a:pt x="130048" y="263271"/>
                  </a:moveTo>
                  <a:lnTo>
                    <a:pt x="127723" y="261200"/>
                  </a:lnTo>
                  <a:lnTo>
                    <a:pt x="123494" y="262737"/>
                  </a:lnTo>
                  <a:lnTo>
                    <a:pt x="122415" y="264414"/>
                  </a:lnTo>
                  <a:lnTo>
                    <a:pt x="123786" y="270281"/>
                  </a:lnTo>
                  <a:lnTo>
                    <a:pt x="128066" y="269544"/>
                  </a:lnTo>
                  <a:lnTo>
                    <a:pt x="128435" y="269481"/>
                  </a:lnTo>
                  <a:lnTo>
                    <a:pt x="128701" y="268808"/>
                  </a:lnTo>
                  <a:lnTo>
                    <a:pt x="130048" y="267766"/>
                  </a:lnTo>
                  <a:lnTo>
                    <a:pt x="130048" y="266395"/>
                  </a:lnTo>
                  <a:lnTo>
                    <a:pt x="130048" y="263271"/>
                  </a:lnTo>
                  <a:close/>
                </a:path>
                <a:path w="260985" h="363220">
                  <a:moveTo>
                    <a:pt x="136677" y="136563"/>
                  </a:moveTo>
                  <a:lnTo>
                    <a:pt x="135636" y="136156"/>
                  </a:lnTo>
                  <a:lnTo>
                    <a:pt x="135470" y="136080"/>
                  </a:lnTo>
                  <a:lnTo>
                    <a:pt x="135305" y="136017"/>
                  </a:lnTo>
                  <a:lnTo>
                    <a:pt x="133502" y="135293"/>
                  </a:lnTo>
                  <a:lnTo>
                    <a:pt x="133489" y="138912"/>
                  </a:lnTo>
                  <a:lnTo>
                    <a:pt x="135305" y="138188"/>
                  </a:lnTo>
                  <a:lnTo>
                    <a:pt x="135470" y="138125"/>
                  </a:lnTo>
                  <a:lnTo>
                    <a:pt x="135636" y="138049"/>
                  </a:lnTo>
                  <a:lnTo>
                    <a:pt x="136677" y="137642"/>
                  </a:lnTo>
                  <a:lnTo>
                    <a:pt x="136677" y="136563"/>
                  </a:lnTo>
                  <a:close/>
                </a:path>
                <a:path w="260985" h="363220">
                  <a:moveTo>
                    <a:pt x="138620" y="210197"/>
                  </a:moveTo>
                  <a:lnTo>
                    <a:pt x="131381" y="210197"/>
                  </a:lnTo>
                  <a:lnTo>
                    <a:pt x="131381" y="215823"/>
                  </a:lnTo>
                  <a:lnTo>
                    <a:pt x="135001" y="215823"/>
                  </a:lnTo>
                  <a:lnTo>
                    <a:pt x="138620" y="215823"/>
                  </a:lnTo>
                  <a:lnTo>
                    <a:pt x="138620" y="210197"/>
                  </a:lnTo>
                  <a:close/>
                </a:path>
                <a:path w="260985" h="363220">
                  <a:moveTo>
                    <a:pt x="139293" y="244729"/>
                  </a:moveTo>
                  <a:lnTo>
                    <a:pt x="138569" y="242697"/>
                  </a:lnTo>
                  <a:lnTo>
                    <a:pt x="138379" y="241681"/>
                  </a:lnTo>
                  <a:lnTo>
                    <a:pt x="138353" y="239877"/>
                  </a:lnTo>
                  <a:lnTo>
                    <a:pt x="136194" y="239585"/>
                  </a:lnTo>
                  <a:lnTo>
                    <a:pt x="135242" y="240842"/>
                  </a:lnTo>
                  <a:lnTo>
                    <a:pt x="134975" y="241071"/>
                  </a:lnTo>
                  <a:lnTo>
                    <a:pt x="134848" y="241198"/>
                  </a:lnTo>
                  <a:lnTo>
                    <a:pt x="133172" y="242290"/>
                  </a:lnTo>
                  <a:lnTo>
                    <a:pt x="133210" y="244868"/>
                  </a:lnTo>
                  <a:lnTo>
                    <a:pt x="136918" y="246430"/>
                  </a:lnTo>
                  <a:lnTo>
                    <a:pt x="139293" y="244729"/>
                  </a:lnTo>
                  <a:close/>
                </a:path>
                <a:path w="260985" h="363220">
                  <a:moveTo>
                    <a:pt x="142328" y="298475"/>
                  </a:moveTo>
                  <a:lnTo>
                    <a:pt x="132181" y="298475"/>
                  </a:lnTo>
                  <a:lnTo>
                    <a:pt x="132168" y="306349"/>
                  </a:lnTo>
                  <a:lnTo>
                    <a:pt x="137248" y="306349"/>
                  </a:lnTo>
                  <a:lnTo>
                    <a:pt x="142316" y="306349"/>
                  </a:lnTo>
                  <a:lnTo>
                    <a:pt x="142328" y="298475"/>
                  </a:lnTo>
                  <a:close/>
                </a:path>
                <a:path w="260985" h="363220">
                  <a:moveTo>
                    <a:pt x="143090" y="327952"/>
                  </a:moveTo>
                  <a:lnTo>
                    <a:pt x="139636" y="322033"/>
                  </a:lnTo>
                  <a:lnTo>
                    <a:pt x="134708" y="321589"/>
                  </a:lnTo>
                  <a:lnTo>
                    <a:pt x="132410" y="326491"/>
                  </a:lnTo>
                  <a:lnTo>
                    <a:pt x="132130" y="328307"/>
                  </a:lnTo>
                  <a:lnTo>
                    <a:pt x="135089" y="332574"/>
                  </a:lnTo>
                  <a:lnTo>
                    <a:pt x="139115" y="332905"/>
                  </a:lnTo>
                  <a:lnTo>
                    <a:pt x="139661" y="331978"/>
                  </a:lnTo>
                  <a:lnTo>
                    <a:pt x="140817" y="331990"/>
                  </a:lnTo>
                  <a:lnTo>
                    <a:pt x="142113" y="329692"/>
                  </a:lnTo>
                  <a:lnTo>
                    <a:pt x="143090" y="327952"/>
                  </a:lnTo>
                  <a:close/>
                </a:path>
                <a:path w="260985" h="363220">
                  <a:moveTo>
                    <a:pt x="146545" y="207162"/>
                  </a:moveTo>
                  <a:lnTo>
                    <a:pt x="145961" y="207162"/>
                  </a:lnTo>
                  <a:lnTo>
                    <a:pt x="145961" y="207619"/>
                  </a:lnTo>
                  <a:lnTo>
                    <a:pt x="146253" y="207619"/>
                  </a:lnTo>
                  <a:lnTo>
                    <a:pt x="146545" y="207619"/>
                  </a:lnTo>
                  <a:lnTo>
                    <a:pt x="146545" y="207162"/>
                  </a:lnTo>
                  <a:close/>
                </a:path>
                <a:path w="260985" h="363220">
                  <a:moveTo>
                    <a:pt x="148831" y="323964"/>
                  </a:moveTo>
                  <a:lnTo>
                    <a:pt x="145834" y="318935"/>
                  </a:lnTo>
                  <a:lnTo>
                    <a:pt x="144970" y="319989"/>
                  </a:lnTo>
                  <a:lnTo>
                    <a:pt x="144741" y="320370"/>
                  </a:lnTo>
                  <a:lnTo>
                    <a:pt x="144589" y="321043"/>
                  </a:lnTo>
                  <a:lnTo>
                    <a:pt x="143929" y="324027"/>
                  </a:lnTo>
                  <a:lnTo>
                    <a:pt x="148831" y="323964"/>
                  </a:lnTo>
                  <a:close/>
                </a:path>
                <a:path w="260985" h="363220">
                  <a:moveTo>
                    <a:pt x="154990" y="348996"/>
                  </a:moveTo>
                  <a:lnTo>
                    <a:pt x="154736" y="348373"/>
                  </a:lnTo>
                  <a:lnTo>
                    <a:pt x="153593" y="346913"/>
                  </a:lnTo>
                  <a:lnTo>
                    <a:pt x="152400" y="346913"/>
                  </a:lnTo>
                  <a:lnTo>
                    <a:pt x="151269" y="348361"/>
                  </a:lnTo>
                  <a:lnTo>
                    <a:pt x="151003" y="348970"/>
                  </a:lnTo>
                  <a:lnTo>
                    <a:pt x="151434" y="350075"/>
                  </a:lnTo>
                  <a:lnTo>
                    <a:pt x="152044" y="351612"/>
                  </a:lnTo>
                  <a:lnTo>
                    <a:pt x="153962" y="351612"/>
                  </a:lnTo>
                  <a:lnTo>
                    <a:pt x="154559" y="350075"/>
                  </a:lnTo>
                  <a:lnTo>
                    <a:pt x="154990" y="348996"/>
                  </a:lnTo>
                  <a:close/>
                </a:path>
                <a:path w="260985" h="363220">
                  <a:moveTo>
                    <a:pt x="159016" y="154266"/>
                  </a:moveTo>
                  <a:lnTo>
                    <a:pt x="148094" y="154228"/>
                  </a:lnTo>
                  <a:lnTo>
                    <a:pt x="151434" y="163677"/>
                  </a:lnTo>
                  <a:lnTo>
                    <a:pt x="155676" y="163690"/>
                  </a:lnTo>
                  <a:lnTo>
                    <a:pt x="156806" y="160489"/>
                  </a:lnTo>
                  <a:lnTo>
                    <a:pt x="159016" y="154266"/>
                  </a:lnTo>
                  <a:close/>
                </a:path>
                <a:path w="260985" h="363220">
                  <a:moveTo>
                    <a:pt x="163537" y="204368"/>
                  </a:moveTo>
                  <a:lnTo>
                    <a:pt x="162750" y="199821"/>
                  </a:lnTo>
                  <a:lnTo>
                    <a:pt x="161950" y="199898"/>
                  </a:lnTo>
                  <a:lnTo>
                    <a:pt x="161950" y="202692"/>
                  </a:lnTo>
                  <a:lnTo>
                    <a:pt x="161899" y="202450"/>
                  </a:lnTo>
                  <a:lnTo>
                    <a:pt x="161950" y="202692"/>
                  </a:lnTo>
                  <a:lnTo>
                    <a:pt x="161950" y="199898"/>
                  </a:lnTo>
                  <a:lnTo>
                    <a:pt x="161569" y="199936"/>
                  </a:lnTo>
                  <a:lnTo>
                    <a:pt x="161569" y="201345"/>
                  </a:lnTo>
                  <a:lnTo>
                    <a:pt x="160197" y="200329"/>
                  </a:lnTo>
                  <a:lnTo>
                    <a:pt x="160794" y="200748"/>
                  </a:lnTo>
                  <a:lnTo>
                    <a:pt x="161569" y="201345"/>
                  </a:lnTo>
                  <a:lnTo>
                    <a:pt x="161569" y="199936"/>
                  </a:lnTo>
                  <a:lnTo>
                    <a:pt x="161353" y="199948"/>
                  </a:lnTo>
                  <a:lnTo>
                    <a:pt x="161023" y="198678"/>
                  </a:lnTo>
                  <a:lnTo>
                    <a:pt x="159931" y="198793"/>
                  </a:lnTo>
                  <a:lnTo>
                    <a:pt x="159931" y="200672"/>
                  </a:lnTo>
                  <a:lnTo>
                    <a:pt x="159397" y="200126"/>
                  </a:lnTo>
                  <a:lnTo>
                    <a:pt x="159575" y="200113"/>
                  </a:lnTo>
                  <a:lnTo>
                    <a:pt x="159931" y="200672"/>
                  </a:lnTo>
                  <a:lnTo>
                    <a:pt x="159931" y="198793"/>
                  </a:lnTo>
                  <a:lnTo>
                    <a:pt x="155562" y="199199"/>
                  </a:lnTo>
                  <a:lnTo>
                    <a:pt x="153822" y="205320"/>
                  </a:lnTo>
                  <a:lnTo>
                    <a:pt x="155765" y="208280"/>
                  </a:lnTo>
                  <a:lnTo>
                    <a:pt x="159715" y="207975"/>
                  </a:lnTo>
                  <a:lnTo>
                    <a:pt x="160934" y="207695"/>
                  </a:lnTo>
                  <a:lnTo>
                    <a:pt x="161848" y="206540"/>
                  </a:lnTo>
                  <a:lnTo>
                    <a:pt x="163537" y="204368"/>
                  </a:lnTo>
                  <a:close/>
                </a:path>
                <a:path w="260985" h="363220">
                  <a:moveTo>
                    <a:pt x="164960" y="359562"/>
                  </a:moveTo>
                  <a:lnTo>
                    <a:pt x="164896" y="358521"/>
                  </a:lnTo>
                  <a:lnTo>
                    <a:pt x="164261" y="357568"/>
                  </a:lnTo>
                  <a:lnTo>
                    <a:pt x="164134" y="357454"/>
                  </a:lnTo>
                  <a:lnTo>
                    <a:pt x="164084" y="357251"/>
                  </a:lnTo>
                  <a:lnTo>
                    <a:pt x="163918" y="356641"/>
                  </a:lnTo>
                  <a:lnTo>
                    <a:pt x="163918" y="357644"/>
                  </a:lnTo>
                  <a:lnTo>
                    <a:pt x="163766" y="357682"/>
                  </a:lnTo>
                  <a:lnTo>
                    <a:pt x="163918" y="357644"/>
                  </a:lnTo>
                  <a:lnTo>
                    <a:pt x="163918" y="356641"/>
                  </a:lnTo>
                  <a:lnTo>
                    <a:pt x="163855" y="356400"/>
                  </a:lnTo>
                  <a:lnTo>
                    <a:pt x="161074" y="356806"/>
                  </a:lnTo>
                  <a:lnTo>
                    <a:pt x="161112" y="359752"/>
                  </a:lnTo>
                  <a:lnTo>
                    <a:pt x="161353" y="360172"/>
                  </a:lnTo>
                  <a:lnTo>
                    <a:pt x="162852" y="361010"/>
                  </a:lnTo>
                  <a:lnTo>
                    <a:pt x="163601" y="360832"/>
                  </a:lnTo>
                  <a:lnTo>
                    <a:pt x="164909" y="359752"/>
                  </a:lnTo>
                  <a:lnTo>
                    <a:pt x="164960" y="359562"/>
                  </a:lnTo>
                  <a:close/>
                </a:path>
                <a:path w="260985" h="363220">
                  <a:moveTo>
                    <a:pt x="179933" y="166268"/>
                  </a:moveTo>
                  <a:lnTo>
                    <a:pt x="171056" y="166268"/>
                  </a:lnTo>
                  <a:lnTo>
                    <a:pt x="171043" y="173151"/>
                  </a:lnTo>
                  <a:lnTo>
                    <a:pt x="175488" y="173151"/>
                  </a:lnTo>
                  <a:lnTo>
                    <a:pt x="179920" y="173151"/>
                  </a:lnTo>
                  <a:lnTo>
                    <a:pt x="179933" y="166268"/>
                  </a:lnTo>
                  <a:close/>
                </a:path>
                <a:path w="260985" h="363220">
                  <a:moveTo>
                    <a:pt x="192925" y="345998"/>
                  </a:moveTo>
                  <a:lnTo>
                    <a:pt x="192836" y="342239"/>
                  </a:lnTo>
                  <a:lnTo>
                    <a:pt x="189966" y="341668"/>
                  </a:lnTo>
                  <a:lnTo>
                    <a:pt x="188696" y="343446"/>
                  </a:lnTo>
                  <a:lnTo>
                    <a:pt x="188595" y="343662"/>
                  </a:lnTo>
                  <a:lnTo>
                    <a:pt x="188417" y="343789"/>
                  </a:lnTo>
                  <a:lnTo>
                    <a:pt x="188175" y="343839"/>
                  </a:lnTo>
                  <a:lnTo>
                    <a:pt x="182778" y="345579"/>
                  </a:lnTo>
                  <a:lnTo>
                    <a:pt x="188252" y="353377"/>
                  </a:lnTo>
                  <a:lnTo>
                    <a:pt x="191744" y="348488"/>
                  </a:lnTo>
                  <a:lnTo>
                    <a:pt x="192570" y="347319"/>
                  </a:lnTo>
                  <a:lnTo>
                    <a:pt x="192925" y="345998"/>
                  </a:lnTo>
                  <a:close/>
                </a:path>
                <a:path w="260985" h="363220">
                  <a:moveTo>
                    <a:pt x="198094" y="321602"/>
                  </a:moveTo>
                  <a:lnTo>
                    <a:pt x="195834" y="319735"/>
                  </a:lnTo>
                  <a:lnTo>
                    <a:pt x="195313" y="319316"/>
                  </a:lnTo>
                  <a:lnTo>
                    <a:pt x="195491" y="319735"/>
                  </a:lnTo>
                  <a:lnTo>
                    <a:pt x="195300" y="319316"/>
                  </a:lnTo>
                  <a:lnTo>
                    <a:pt x="195097" y="318808"/>
                  </a:lnTo>
                  <a:lnTo>
                    <a:pt x="194691" y="317868"/>
                  </a:lnTo>
                  <a:lnTo>
                    <a:pt x="192773" y="317258"/>
                  </a:lnTo>
                  <a:lnTo>
                    <a:pt x="189611" y="319849"/>
                  </a:lnTo>
                  <a:lnTo>
                    <a:pt x="188988" y="321881"/>
                  </a:lnTo>
                  <a:lnTo>
                    <a:pt x="190563" y="326059"/>
                  </a:lnTo>
                  <a:lnTo>
                    <a:pt x="193078" y="327406"/>
                  </a:lnTo>
                  <a:lnTo>
                    <a:pt x="197370" y="324891"/>
                  </a:lnTo>
                  <a:lnTo>
                    <a:pt x="198094" y="321602"/>
                  </a:lnTo>
                  <a:close/>
                </a:path>
                <a:path w="260985" h="363220">
                  <a:moveTo>
                    <a:pt x="199872" y="280403"/>
                  </a:moveTo>
                  <a:lnTo>
                    <a:pt x="194030" y="278815"/>
                  </a:lnTo>
                  <a:lnTo>
                    <a:pt x="192786" y="282486"/>
                  </a:lnTo>
                  <a:lnTo>
                    <a:pt x="192138" y="284378"/>
                  </a:lnTo>
                  <a:lnTo>
                    <a:pt x="192582" y="285483"/>
                  </a:lnTo>
                  <a:lnTo>
                    <a:pt x="194119" y="287223"/>
                  </a:lnTo>
                  <a:lnTo>
                    <a:pt x="195008" y="287274"/>
                  </a:lnTo>
                  <a:lnTo>
                    <a:pt x="197281" y="286842"/>
                  </a:lnTo>
                  <a:lnTo>
                    <a:pt x="197993" y="285889"/>
                  </a:lnTo>
                  <a:lnTo>
                    <a:pt x="199872" y="280403"/>
                  </a:lnTo>
                  <a:close/>
                </a:path>
                <a:path w="260985" h="363220">
                  <a:moveTo>
                    <a:pt x="201955" y="263029"/>
                  </a:moveTo>
                  <a:lnTo>
                    <a:pt x="201472" y="258787"/>
                  </a:lnTo>
                  <a:lnTo>
                    <a:pt x="200787" y="257644"/>
                  </a:lnTo>
                  <a:lnTo>
                    <a:pt x="199110" y="257873"/>
                  </a:lnTo>
                  <a:lnTo>
                    <a:pt x="198551" y="257797"/>
                  </a:lnTo>
                  <a:lnTo>
                    <a:pt x="197358" y="258114"/>
                  </a:lnTo>
                  <a:lnTo>
                    <a:pt x="196875" y="258495"/>
                  </a:lnTo>
                  <a:lnTo>
                    <a:pt x="196291" y="258673"/>
                  </a:lnTo>
                  <a:lnTo>
                    <a:pt x="194348" y="259181"/>
                  </a:lnTo>
                  <a:lnTo>
                    <a:pt x="194297" y="261607"/>
                  </a:lnTo>
                  <a:lnTo>
                    <a:pt x="195770" y="262648"/>
                  </a:lnTo>
                  <a:lnTo>
                    <a:pt x="198234" y="264388"/>
                  </a:lnTo>
                  <a:lnTo>
                    <a:pt x="201955" y="263029"/>
                  </a:lnTo>
                  <a:close/>
                </a:path>
                <a:path w="260985" h="363220">
                  <a:moveTo>
                    <a:pt x="203898" y="261708"/>
                  </a:moveTo>
                  <a:lnTo>
                    <a:pt x="203314" y="261708"/>
                  </a:lnTo>
                  <a:lnTo>
                    <a:pt x="203314" y="262153"/>
                  </a:lnTo>
                  <a:lnTo>
                    <a:pt x="203606" y="262153"/>
                  </a:lnTo>
                  <a:lnTo>
                    <a:pt x="203898" y="262153"/>
                  </a:lnTo>
                  <a:lnTo>
                    <a:pt x="203898" y="261708"/>
                  </a:lnTo>
                  <a:close/>
                </a:path>
                <a:path w="260985" h="363220">
                  <a:moveTo>
                    <a:pt x="223634" y="352996"/>
                  </a:moveTo>
                  <a:lnTo>
                    <a:pt x="223393" y="352221"/>
                  </a:lnTo>
                  <a:lnTo>
                    <a:pt x="222923" y="350647"/>
                  </a:lnTo>
                  <a:lnTo>
                    <a:pt x="219494" y="349707"/>
                  </a:lnTo>
                  <a:lnTo>
                    <a:pt x="217487" y="351383"/>
                  </a:lnTo>
                  <a:lnTo>
                    <a:pt x="218516" y="354177"/>
                  </a:lnTo>
                  <a:lnTo>
                    <a:pt x="219049" y="354888"/>
                  </a:lnTo>
                  <a:lnTo>
                    <a:pt x="221767" y="355396"/>
                  </a:lnTo>
                  <a:lnTo>
                    <a:pt x="222758" y="354444"/>
                  </a:lnTo>
                  <a:lnTo>
                    <a:pt x="223037" y="354177"/>
                  </a:lnTo>
                  <a:lnTo>
                    <a:pt x="222961" y="353618"/>
                  </a:lnTo>
                  <a:lnTo>
                    <a:pt x="223634" y="352996"/>
                  </a:lnTo>
                  <a:close/>
                </a:path>
                <a:path w="260985" h="363220">
                  <a:moveTo>
                    <a:pt x="224840" y="295529"/>
                  </a:moveTo>
                  <a:lnTo>
                    <a:pt x="217233" y="295529"/>
                  </a:lnTo>
                  <a:lnTo>
                    <a:pt x="217233" y="301434"/>
                  </a:lnTo>
                  <a:lnTo>
                    <a:pt x="221030" y="301434"/>
                  </a:lnTo>
                  <a:lnTo>
                    <a:pt x="224840" y="301434"/>
                  </a:lnTo>
                  <a:lnTo>
                    <a:pt x="224840" y="295529"/>
                  </a:lnTo>
                  <a:close/>
                </a:path>
                <a:path w="260985" h="363220">
                  <a:moveTo>
                    <a:pt x="225564" y="332803"/>
                  </a:moveTo>
                  <a:lnTo>
                    <a:pt x="220319" y="329742"/>
                  </a:lnTo>
                  <a:lnTo>
                    <a:pt x="218592" y="335051"/>
                  </a:lnTo>
                  <a:lnTo>
                    <a:pt x="221576" y="335445"/>
                  </a:lnTo>
                  <a:lnTo>
                    <a:pt x="223862" y="335749"/>
                  </a:lnTo>
                  <a:lnTo>
                    <a:pt x="225564" y="332803"/>
                  </a:lnTo>
                  <a:close/>
                </a:path>
                <a:path w="260985" h="363220">
                  <a:moveTo>
                    <a:pt x="229273" y="230797"/>
                  </a:moveTo>
                  <a:lnTo>
                    <a:pt x="222935" y="230797"/>
                  </a:lnTo>
                  <a:lnTo>
                    <a:pt x="222923" y="235712"/>
                  </a:lnTo>
                  <a:lnTo>
                    <a:pt x="226098" y="235712"/>
                  </a:lnTo>
                  <a:lnTo>
                    <a:pt x="229260" y="235712"/>
                  </a:lnTo>
                  <a:lnTo>
                    <a:pt x="229273" y="230797"/>
                  </a:lnTo>
                  <a:close/>
                </a:path>
                <a:path w="260985" h="363220">
                  <a:moveTo>
                    <a:pt x="229755" y="210273"/>
                  </a:moveTo>
                  <a:lnTo>
                    <a:pt x="228473" y="209321"/>
                  </a:lnTo>
                  <a:lnTo>
                    <a:pt x="223367" y="213982"/>
                  </a:lnTo>
                  <a:lnTo>
                    <a:pt x="226288" y="216357"/>
                  </a:lnTo>
                  <a:lnTo>
                    <a:pt x="227431" y="214350"/>
                  </a:lnTo>
                  <a:lnTo>
                    <a:pt x="229755" y="210273"/>
                  </a:lnTo>
                  <a:close/>
                </a:path>
                <a:path w="260985" h="363220">
                  <a:moveTo>
                    <a:pt x="237629" y="355053"/>
                  </a:moveTo>
                  <a:lnTo>
                    <a:pt x="237045" y="355053"/>
                  </a:lnTo>
                  <a:lnTo>
                    <a:pt x="237045" y="355498"/>
                  </a:lnTo>
                  <a:lnTo>
                    <a:pt x="237337" y="355498"/>
                  </a:lnTo>
                  <a:lnTo>
                    <a:pt x="237629" y="355498"/>
                  </a:lnTo>
                  <a:lnTo>
                    <a:pt x="237629" y="355053"/>
                  </a:lnTo>
                  <a:close/>
                </a:path>
                <a:path w="260985" h="363220">
                  <a:moveTo>
                    <a:pt x="241846" y="273532"/>
                  </a:moveTo>
                  <a:lnTo>
                    <a:pt x="240919" y="272605"/>
                  </a:lnTo>
                  <a:lnTo>
                    <a:pt x="239509" y="273697"/>
                  </a:lnTo>
                  <a:lnTo>
                    <a:pt x="239090" y="274015"/>
                  </a:lnTo>
                  <a:lnTo>
                    <a:pt x="237832" y="274980"/>
                  </a:lnTo>
                  <a:lnTo>
                    <a:pt x="239471" y="276631"/>
                  </a:lnTo>
                  <a:lnTo>
                    <a:pt x="240436" y="275361"/>
                  </a:lnTo>
                  <a:lnTo>
                    <a:pt x="241071" y="274548"/>
                  </a:lnTo>
                  <a:lnTo>
                    <a:pt x="241388" y="274129"/>
                  </a:lnTo>
                  <a:lnTo>
                    <a:pt x="241846" y="273532"/>
                  </a:lnTo>
                  <a:close/>
                </a:path>
                <a:path w="260985" h="363220">
                  <a:moveTo>
                    <a:pt x="242176" y="338150"/>
                  </a:moveTo>
                  <a:lnTo>
                    <a:pt x="241198" y="334987"/>
                  </a:lnTo>
                  <a:lnTo>
                    <a:pt x="240474" y="332625"/>
                  </a:lnTo>
                  <a:lnTo>
                    <a:pt x="236778" y="332968"/>
                  </a:lnTo>
                  <a:lnTo>
                    <a:pt x="236778" y="338899"/>
                  </a:lnTo>
                  <a:lnTo>
                    <a:pt x="242176" y="338150"/>
                  </a:lnTo>
                  <a:close/>
                </a:path>
                <a:path w="260985" h="363220">
                  <a:moveTo>
                    <a:pt x="244297" y="258787"/>
                  </a:moveTo>
                  <a:lnTo>
                    <a:pt x="242074" y="256667"/>
                  </a:lnTo>
                  <a:lnTo>
                    <a:pt x="240411" y="255104"/>
                  </a:lnTo>
                  <a:lnTo>
                    <a:pt x="238620" y="255549"/>
                  </a:lnTo>
                  <a:lnTo>
                    <a:pt x="238848" y="257213"/>
                  </a:lnTo>
                  <a:lnTo>
                    <a:pt x="239445" y="261658"/>
                  </a:lnTo>
                  <a:lnTo>
                    <a:pt x="244297" y="258787"/>
                  </a:lnTo>
                  <a:close/>
                </a:path>
                <a:path w="260985" h="363220">
                  <a:moveTo>
                    <a:pt x="244386" y="184670"/>
                  </a:moveTo>
                  <a:lnTo>
                    <a:pt x="243801" y="184670"/>
                  </a:lnTo>
                  <a:lnTo>
                    <a:pt x="243801" y="185115"/>
                  </a:lnTo>
                  <a:lnTo>
                    <a:pt x="244094" y="185115"/>
                  </a:lnTo>
                  <a:lnTo>
                    <a:pt x="244386" y="185115"/>
                  </a:lnTo>
                  <a:lnTo>
                    <a:pt x="244386" y="184670"/>
                  </a:lnTo>
                  <a:close/>
                </a:path>
                <a:path w="260985" h="363220">
                  <a:moveTo>
                    <a:pt x="244551" y="825"/>
                  </a:moveTo>
                  <a:lnTo>
                    <a:pt x="243713" y="0"/>
                  </a:lnTo>
                  <a:lnTo>
                    <a:pt x="240766" y="2247"/>
                  </a:lnTo>
                  <a:lnTo>
                    <a:pt x="242290" y="3784"/>
                  </a:lnTo>
                  <a:lnTo>
                    <a:pt x="244551" y="825"/>
                  </a:lnTo>
                  <a:close/>
                </a:path>
                <a:path w="260985" h="363220">
                  <a:moveTo>
                    <a:pt x="244805" y="299643"/>
                  </a:moveTo>
                  <a:lnTo>
                    <a:pt x="242735" y="297027"/>
                  </a:lnTo>
                  <a:lnTo>
                    <a:pt x="242201" y="296354"/>
                  </a:lnTo>
                  <a:lnTo>
                    <a:pt x="241477" y="296354"/>
                  </a:lnTo>
                  <a:lnTo>
                    <a:pt x="238874" y="299643"/>
                  </a:lnTo>
                  <a:lnTo>
                    <a:pt x="244805" y="299643"/>
                  </a:lnTo>
                  <a:close/>
                </a:path>
                <a:path w="260985" h="363220">
                  <a:moveTo>
                    <a:pt x="245859" y="201764"/>
                  </a:moveTo>
                  <a:lnTo>
                    <a:pt x="240068" y="201764"/>
                  </a:lnTo>
                  <a:lnTo>
                    <a:pt x="240068" y="206260"/>
                  </a:lnTo>
                  <a:lnTo>
                    <a:pt x="242963" y="206260"/>
                  </a:lnTo>
                  <a:lnTo>
                    <a:pt x="245859" y="206260"/>
                  </a:lnTo>
                  <a:lnTo>
                    <a:pt x="245859" y="201764"/>
                  </a:lnTo>
                  <a:close/>
                </a:path>
                <a:path w="260985" h="363220">
                  <a:moveTo>
                    <a:pt x="248716" y="227304"/>
                  </a:moveTo>
                  <a:lnTo>
                    <a:pt x="247180" y="225640"/>
                  </a:lnTo>
                  <a:lnTo>
                    <a:pt x="245706" y="224053"/>
                  </a:lnTo>
                  <a:lnTo>
                    <a:pt x="244690" y="224815"/>
                  </a:lnTo>
                  <a:lnTo>
                    <a:pt x="244830" y="225653"/>
                  </a:lnTo>
                  <a:lnTo>
                    <a:pt x="244919" y="226060"/>
                  </a:lnTo>
                  <a:lnTo>
                    <a:pt x="245414" y="228777"/>
                  </a:lnTo>
                  <a:lnTo>
                    <a:pt x="248716" y="227304"/>
                  </a:lnTo>
                  <a:close/>
                </a:path>
                <a:path w="260985" h="363220">
                  <a:moveTo>
                    <a:pt x="251206" y="155600"/>
                  </a:moveTo>
                  <a:lnTo>
                    <a:pt x="250977" y="153657"/>
                  </a:lnTo>
                  <a:lnTo>
                    <a:pt x="250812" y="152133"/>
                  </a:lnTo>
                  <a:lnTo>
                    <a:pt x="250786" y="151904"/>
                  </a:lnTo>
                  <a:lnTo>
                    <a:pt x="250736" y="151511"/>
                  </a:lnTo>
                  <a:lnTo>
                    <a:pt x="250609" y="150380"/>
                  </a:lnTo>
                  <a:lnTo>
                    <a:pt x="247904" y="150939"/>
                  </a:lnTo>
                  <a:lnTo>
                    <a:pt x="247904" y="151904"/>
                  </a:lnTo>
                  <a:lnTo>
                    <a:pt x="247789" y="152133"/>
                  </a:lnTo>
                  <a:lnTo>
                    <a:pt x="247586" y="152146"/>
                  </a:lnTo>
                  <a:lnTo>
                    <a:pt x="247624" y="151993"/>
                  </a:lnTo>
                  <a:lnTo>
                    <a:pt x="247904" y="151904"/>
                  </a:lnTo>
                  <a:lnTo>
                    <a:pt x="247904" y="150939"/>
                  </a:lnTo>
                  <a:lnTo>
                    <a:pt x="247383" y="151041"/>
                  </a:lnTo>
                  <a:lnTo>
                    <a:pt x="247383" y="151777"/>
                  </a:lnTo>
                  <a:lnTo>
                    <a:pt x="247116" y="151739"/>
                  </a:lnTo>
                  <a:lnTo>
                    <a:pt x="247103" y="151511"/>
                  </a:lnTo>
                  <a:lnTo>
                    <a:pt x="247383" y="151777"/>
                  </a:lnTo>
                  <a:lnTo>
                    <a:pt x="247383" y="151041"/>
                  </a:lnTo>
                  <a:lnTo>
                    <a:pt x="245833" y="151345"/>
                  </a:lnTo>
                  <a:lnTo>
                    <a:pt x="245884" y="152654"/>
                  </a:lnTo>
                  <a:lnTo>
                    <a:pt x="245897" y="153352"/>
                  </a:lnTo>
                  <a:lnTo>
                    <a:pt x="245884" y="152654"/>
                  </a:lnTo>
                  <a:lnTo>
                    <a:pt x="245770" y="152793"/>
                  </a:lnTo>
                  <a:lnTo>
                    <a:pt x="245668" y="153657"/>
                  </a:lnTo>
                  <a:lnTo>
                    <a:pt x="246138" y="155028"/>
                  </a:lnTo>
                  <a:lnTo>
                    <a:pt x="246811" y="155600"/>
                  </a:lnTo>
                  <a:lnTo>
                    <a:pt x="251206" y="155600"/>
                  </a:lnTo>
                  <a:close/>
                </a:path>
                <a:path w="260985" h="363220">
                  <a:moveTo>
                    <a:pt x="252044" y="120230"/>
                  </a:moveTo>
                  <a:lnTo>
                    <a:pt x="246265" y="120230"/>
                  </a:lnTo>
                  <a:lnTo>
                    <a:pt x="246253" y="124726"/>
                  </a:lnTo>
                  <a:lnTo>
                    <a:pt x="249148" y="124726"/>
                  </a:lnTo>
                  <a:lnTo>
                    <a:pt x="252044" y="124726"/>
                  </a:lnTo>
                  <a:lnTo>
                    <a:pt x="252044" y="120230"/>
                  </a:lnTo>
                  <a:close/>
                </a:path>
                <a:path w="260985" h="363220">
                  <a:moveTo>
                    <a:pt x="252133" y="13258"/>
                  </a:moveTo>
                  <a:lnTo>
                    <a:pt x="251777" y="13258"/>
                  </a:lnTo>
                  <a:lnTo>
                    <a:pt x="251777" y="13538"/>
                  </a:lnTo>
                  <a:lnTo>
                    <a:pt x="251955" y="13538"/>
                  </a:lnTo>
                  <a:lnTo>
                    <a:pt x="252133" y="13538"/>
                  </a:lnTo>
                  <a:lnTo>
                    <a:pt x="252133" y="13258"/>
                  </a:lnTo>
                  <a:close/>
                </a:path>
                <a:path w="260985" h="363220">
                  <a:moveTo>
                    <a:pt x="255168" y="90119"/>
                  </a:moveTo>
                  <a:lnTo>
                    <a:pt x="251561" y="88722"/>
                  </a:lnTo>
                  <a:lnTo>
                    <a:pt x="250901" y="91135"/>
                  </a:lnTo>
                  <a:lnTo>
                    <a:pt x="250444" y="92862"/>
                  </a:lnTo>
                  <a:lnTo>
                    <a:pt x="251142" y="94526"/>
                  </a:lnTo>
                  <a:lnTo>
                    <a:pt x="253034" y="94678"/>
                  </a:lnTo>
                  <a:lnTo>
                    <a:pt x="253974" y="94742"/>
                  </a:lnTo>
                  <a:lnTo>
                    <a:pt x="254444" y="93764"/>
                  </a:lnTo>
                  <a:lnTo>
                    <a:pt x="254317" y="92976"/>
                  </a:lnTo>
                  <a:lnTo>
                    <a:pt x="254381" y="92722"/>
                  </a:lnTo>
                  <a:lnTo>
                    <a:pt x="254317" y="92557"/>
                  </a:lnTo>
                  <a:lnTo>
                    <a:pt x="254127" y="92494"/>
                  </a:lnTo>
                  <a:lnTo>
                    <a:pt x="255168" y="90119"/>
                  </a:lnTo>
                  <a:close/>
                </a:path>
                <a:path w="260985" h="363220">
                  <a:moveTo>
                    <a:pt x="257302" y="72186"/>
                  </a:moveTo>
                  <a:lnTo>
                    <a:pt x="254533" y="69430"/>
                  </a:lnTo>
                  <a:lnTo>
                    <a:pt x="252945" y="71170"/>
                  </a:lnTo>
                  <a:lnTo>
                    <a:pt x="252336" y="71869"/>
                  </a:lnTo>
                  <a:lnTo>
                    <a:pt x="252044" y="72351"/>
                  </a:lnTo>
                  <a:lnTo>
                    <a:pt x="251282" y="74193"/>
                  </a:lnTo>
                  <a:lnTo>
                    <a:pt x="252526" y="75412"/>
                  </a:lnTo>
                  <a:lnTo>
                    <a:pt x="254368" y="74663"/>
                  </a:lnTo>
                  <a:lnTo>
                    <a:pt x="254850" y="74383"/>
                  </a:lnTo>
                  <a:lnTo>
                    <a:pt x="257302" y="72186"/>
                  </a:lnTo>
                  <a:close/>
                </a:path>
                <a:path w="260985" h="363220">
                  <a:moveTo>
                    <a:pt x="260540" y="39662"/>
                  </a:moveTo>
                  <a:lnTo>
                    <a:pt x="258483" y="36715"/>
                  </a:lnTo>
                  <a:lnTo>
                    <a:pt x="257467" y="35255"/>
                  </a:lnTo>
                  <a:lnTo>
                    <a:pt x="251815" y="36982"/>
                  </a:lnTo>
                  <a:lnTo>
                    <a:pt x="252323" y="38773"/>
                  </a:lnTo>
                  <a:lnTo>
                    <a:pt x="250977" y="40855"/>
                  </a:lnTo>
                  <a:lnTo>
                    <a:pt x="255143" y="44157"/>
                  </a:lnTo>
                  <a:lnTo>
                    <a:pt x="259080" y="40868"/>
                  </a:lnTo>
                  <a:lnTo>
                    <a:pt x="260540" y="3966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2086089" y="7698872"/>
              <a:ext cx="281305" cy="410209"/>
            </a:xfrm>
            <a:custGeom>
              <a:avLst/>
              <a:gdLst/>
              <a:ahLst/>
              <a:cxnLst/>
              <a:rect l="l" t="t" r="r" b="b"/>
              <a:pathLst>
                <a:path w="281305" h="410209">
                  <a:moveTo>
                    <a:pt x="6667" y="211124"/>
                  </a:moveTo>
                  <a:lnTo>
                    <a:pt x="1841" y="207848"/>
                  </a:lnTo>
                  <a:lnTo>
                    <a:pt x="1841" y="215595"/>
                  </a:lnTo>
                  <a:lnTo>
                    <a:pt x="5219" y="213296"/>
                  </a:lnTo>
                  <a:lnTo>
                    <a:pt x="6667" y="212318"/>
                  </a:lnTo>
                  <a:lnTo>
                    <a:pt x="6667" y="211124"/>
                  </a:lnTo>
                  <a:close/>
                </a:path>
                <a:path w="281305" h="410209">
                  <a:moveTo>
                    <a:pt x="7975" y="379310"/>
                  </a:moveTo>
                  <a:lnTo>
                    <a:pt x="0" y="379196"/>
                  </a:lnTo>
                  <a:lnTo>
                    <a:pt x="1397" y="383552"/>
                  </a:lnTo>
                  <a:lnTo>
                    <a:pt x="1727" y="384556"/>
                  </a:lnTo>
                  <a:lnTo>
                    <a:pt x="2108" y="385114"/>
                  </a:lnTo>
                  <a:lnTo>
                    <a:pt x="3479" y="386118"/>
                  </a:lnTo>
                  <a:lnTo>
                    <a:pt x="4470" y="386118"/>
                  </a:lnTo>
                  <a:lnTo>
                    <a:pt x="5880" y="385102"/>
                  </a:lnTo>
                  <a:lnTo>
                    <a:pt x="6223" y="384556"/>
                  </a:lnTo>
                  <a:lnTo>
                    <a:pt x="7975" y="379310"/>
                  </a:lnTo>
                  <a:close/>
                </a:path>
                <a:path w="281305" h="410209">
                  <a:moveTo>
                    <a:pt x="15049" y="250380"/>
                  </a:moveTo>
                  <a:lnTo>
                    <a:pt x="12890" y="249326"/>
                  </a:lnTo>
                  <a:lnTo>
                    <a:pt x="11442" y="250164"/>
                  </a:lnTo>
                  <a:lnTo>
                    <a:pt x="9893" y="251079"/>
                  </a:lnTo>
                  <a:lnTo>
                    <a:pt x="10007" y="253225"/>
                  </a:lnTo>
                  <a:lnTo>
                    <a:pt x="11442" y="254177"/>
                  </a:lnTo>
                  <a:lnTo>
                    <a:pt x="13627" y="255600"/>
                  </a:lnTo>
                  <a:lnTo>
                    <a:pt x="14782" y="254711"/>
                  </a:lnTo>
                  <a:lnTo>
                    <a:pt x="14884" y="253161"/>
                  </a:lnTo>
                  <a:lnTo>
                    <a:pt x="14935" y="252171"/>
                  </a:lnTo>
                  <a:lnTo>
                    <a:pt x="15049" y="250380"/>
                  </a:lnTo>
                  <a:close/>
                </a:path>
                <a:path w="281305" h="410209">
                  <a:moveTo>
                    <a:pt x="17195" y="392569"/>
                  </a:moveTo>
                  <a:lnTo>
                    <a:pt x="16598" y="392353"/>
                  </a:lnTo>
                  <a:lnTo>
                    <a:pt x="15875" y="392099"/>
                  </a:lnTo>
                  <a:lnTo>
                    <a:pt x="15671" y="392137"/>
                  </a:lnTo>
                  <a:lnTo>
                    <a:pt x="15011" y="392480"/>
                  </a:lnTo>
                  <a:lnTo>
                    <a:pt x="14655" y="392684"/>
                  </a:lnTo>
                  <a:lnTo>
                    <a:pt x="14655" y="393268"/>
                  </a:lnTo>
                  <a:lnTo>
                    <a:pt x="15011" y="393458"/>
                  </a:lnTo>
                  <a:lnTo>
                    <a:pt x="15684" y="393801"/>
                  </a:lnTo>
                  <a:lnTo>
                    <a:pt x="15875" y="393839"/>
                  </a:lnTo>
                  <a:lnTo>
                    <a:pt x="17195" y="393357"/>
                  </a:lnTo>
                  <a:lnTo>
                    <a:pt x="17195" y="392569"/>
                  </a:lnTo>
                  <a:close/>
                </a:path>
                <a:path w="281305" h="410209">
                  <a:moveTo>
                    <a:pt x="22656" y="220433"/>
                  </a:moveTo>
                  <a:lnTo>
                    <a:pt x="21932" y="220433"/>
                  </a:lnTo>
                  <a:lnTo>
                    <a:pt x="21932" y="220992"/>
                  </a:lnTo>
                  <a:lnTo>
                    <a:pt x="22288" y="220992"/>
                  </a:lnTo>
                  <a:lnTo>
                    <a:pt x="22656" y="220992"/>
                  </a:lnTo>
                  <a:lnTo>
                    <a:pt x="22656" y="220433"/>
                  </a:lnTo>
                  <a:close/>
                </a:path>
                <a:path w="281305" h="410209">
                  <a:moveTo>
                    <a:pt x="23495" y="180263"/>
                  </a:moveTo>
                  <a:lnTo>
                    <a:pt x="22555" y="180022"/>
                  </a:lnTo>
                  <a:lnTo>
                    <a:pt x="22085" y="179920"/>
                  </a:lnTo>
                  <a:lnTo>
                    <a:pt x="18999" y="179171"/>
                  </a:lnTo>
                  <a:lnTo>
                    <a:pt x="18986" y="182791"/>
                  </a:lnTo>
                  <a:lnTo>
                    <a:pt x="21145" y="182270"/>
                  </a:lnTo>
                  <a:lnTo>
                    <a:pt x="22085" y="182041"/>
                  </a:lnTo>
                  <a:lnTo>
                    <a:pt x="22555" y="181940"/>
                  </a:lnTo>
                  <a:lnTo>
                    <a:pt x="23495" y="181698"/>
                  </a:lnTo>
                  <a:lnTo>
                    <a:pt x="23495" y="180263"/>
                  </a:lnTo>
                  <a:close/>
                </a:path>
                <a:path w="281305" h="410209">
                  <a:moveTo>
                    <a:pt x="24841" y="200253"/>
                  </a:moveTo>
                  <a:lnTo>
                    <a:pt x="24244" y="200253"/>
                  </a:lnTo>
                  <a:lnTo>
                    <a:pt x="24244" y="200698"/>
                  </a:lnTo>
                  <a:lnTo>
                    <a:pt x="24549" y="200698"/>
                  </a:lnTo>
                  <a:lnTo>
                    <a:pt x="24841" y="200698"/>
                  </a:lnTo>
                  <a:lnTo>
                    <a:pt x="24841" y="200253"/>
                  </a:lnTo>
                  <a:close/>
                </a:path>
                <a:path w="281305" h="410209">
                  <a:moveTo>
                    <a:pt x="25882" y="144843"/>
                  </a:moveTo>
                  <a:lnTo>
                    <a:pt x="25234" y="143802"/>
                  </a:lnTo>
                  <a:lnTo>
                    <a:pt x="24345" y="142392"/>
                  </a:lnTo>
                  <a:lnTo>
                    <a:pt x="22580" y="144043"/>
                  </a:lnTo>
                  <a:lnTo>
                    <a:pt x="22593" y="144843"/>
                  </a:lnTo>
                  <a:lnTo>
                    <a:pt x="22783" y="145554"/>
                  </a:lnTo>
                  <a:lnTo>
                    <a:pt x="23444" y="146126"/>
                  </a:lnTo>
                  <a:lnTo>
                    <a:pt x="24650" y="145986"/>
                  </a:lnTo>
                  <a:lnTo>
                    <a:pt x="24917" y="145796"/>
                  </a:lnTo>
                  <a:lnTo>
                    <a:pt x="24993" y="145580"/>
                  </a:lnTo>
                  <a:lnTo>
                    <a:pt x="25184" y="145110"/>
                  </a:lnTo>
                  <a:lnTo>
                    <a:pt x="25882" y="144843"/>
                  </a:lnTo>
                  <a:close/>
                </a:path>
                <a:path w="281305" h="410209">
                  <a:moveTo>
                    <a:pt x="26339" y="333502"/>
                  </a:moveTo>
                  <a:lnTo>
                    <a:pt x="25552" y="332663"/>
                  </a:lnTo>
                  <a:lnTo>
                    <a:pt x="24688" y="331736"/>
                  </a:lnTo>
                  <a:lnTo>
                    <a:pt x="24066" y="331228"/>
                  </a:lnTo>
                  <a:lnTo>
                    <a:pt x="22148" y="330657"/>
                  </a:lnTo>
                  <a:lnTo>
                    <a:pt x="21488" y="331482"/>
                  </a:lnTo>
                  <a:lnTo>
                    <a:pt x="22580" y="333197"/>
                  </a:lnTo>
                  <a:lnTo>
                    <a:pt x="23202" y="333629"/>
                  </a:lnTo>
                  <a:lnTo>
                    <a:pt x="25349" y="334708"/>
                  </a:lnTo>
                  <a:lnTo>
                    <a:pt x="26339" y="333502"/>
                  </a:lnTo>
                  <a:close/>
                </a:path>
                <a:path w="281305" h="410209">
                  <a:moveTo>
                    <a:pt x="30784" y="271322"/>
                  </a:moveTo>
                  <a:lnTo>
                    <a:pt x="28435" y="269532"/>
                  </a:lnTo>
                  <a:lnTo>
                    <a:pt x="28587" y="268795"/>
                  </a:lnTo>
                  <a:lnTo>
                    <a:pt x="27635" y="267500"/>
                  </a:lnTo>
                  <a:lnTo>
                    <a:pt x="24574" y="268541"/>
                  </a:lnTo>
                  <a:lnTo>
                    <a:pt x="24053" y="270344"/>
                  </a:lnTo>
                  <a:lnTo>
                    <a:pt x="26619" y="274751"/>
                  </a:lnTo>
                  <a:lnTo>
                    <a:pt x="30784" y="271322"/>
                  </a:lnTo>
                  <a:close/>
                </a:path>
                <a:path w="281305" h="410209">
                  <a:moveTo>
                    <a:pt x="37579" y="167259"/>
                  </a:moveTo>
                  <a:lnTo>
                    <a:pt x="36995" y="167259"/>
                  </a:lnTo>
                  <a:lnTo>
                    <a:pt x="36995" y="167716"/>
                  </a:lnTo>
                  <a:lnTo>
                    <a:pt x="37287" y="167716"/>
                  </a:lnTo>
                  <a:lnTo>
                    <a:pt x="37579" y="167716"/>
                  </a:lnTo>
                  <a:lnTo>
                    <a:pt x="37579" y="167259"/>
                  </a:lnTo>
                  <a:close/>
                </a:path>
                <a:path w="281305" h="410209">
                  <a:moveTo>
                    <a:pt x="38582" y="229184"/>
                  </a:moveTo>
                  <a:lnTo>
                    <a:pt x="37490" y="228511"/>
                  </a:lnTo>
                  <a:lnTo>
                    <a:pt x="33210" y="225945"/>
                  </a:lnTo>
                  <a:lnTo>
                    <a:pt x="33210" y="233476"/>
                  </a:lnTo>
                  <a:lnTo>
                    <a:pt x="36753" y="231355"/>
                  </a:lnTo>
                  <a:lnTo>
                    <a:pt x="38582" y="230238"/>
                  </a:lnTo>
                  <a:lnTo>
                    <a:pt x="38582" y="229184"/>
                  </a:lnTo>
                  <a:close/>
                </a:path>
                <a:path w="281305" h="410209">
                  <a:moveTo>
                    <a:pt x="39624" y="186423"/>
                  </a:moveTo>
                  <a:lnTo>
                    <a:pt x="36449" y="186410"/>
                  </a:lnTo>
                  <a:lnTo>
                    <a:pt x="37084" y="187985"/>
                  </a:lnTo>
                  <a:lnTo>
                    <a:pt x="37185" y="188214"/>
                  </a:lnTo>
                  <a:lnTo>
                    <a:pt x="37261" y="188442"/>
                  </a:lnTo>
                  <a:lnTo>
                    <a:pt x="37363" y="188658"/>
                  </a:lnTo>
                  <a:lnTo>
                    <a:pt x="37617" y="189331"/>
                  </a:lnTo>
                  <a:lnTo>
                    <a:pt x="38455" y="189331"/>
                  </a:lnTo>
                  <a:lnTo>
                    <a:pt x="38709" y="188658"/>
                  </a:lnTo>
                  <a:lnTo>
                    <a:pt x="38900" y="188214"/>
                  </a:lnTo>
                  <a:lnTo>
                    <a:pt x="38989" y="187985"/>
                  </a:lnTo>
                  <a:lnTo>
                    <a:pt x="39624" y="186423"/>
                  </a:lnTo>
                  <a:close/>
                </a:path>
                <a:path w="281305" h="410209">
                  <a:moveTo>
                    <a:pt x="44411" y="144030"/>
                  </a:moveTo>
                  <a:lnTo>
                    <a:pt x="43497" y="143116"/>
                  </a:lnTo>
                  <a:lnTo>
                    <a:pt x="42075" y="144208"/>
                  </a:lnTo>
                  <a:lnTo>
                    <a:pt x="40906" y="145097"/>
                  </a:lnTo>
                  <a:lnTo>
                    <a:pt x="42430" y="146634"/>
                  </a:lnTo>
                  <a:lnTo>
                    <a:pt x="43332" y="145453"/>
                  </a:lnTo>
                  <a:lnTo>
                    <a:pt x="44411" y="144030"/>
                  </a:lnTo>
                  <a:close/>
                </a:path>
                <a:path w="281305" h="410209">
                  <a:moveTo>
                    <a:pt x="45580" y="317411"/>
                  </a:moveTo>
                  <a:lnTo>
                    <a:pt x="44208" y="316077"/>
                  </a:lnTo>
                  <a:lnTo>
                    <a:pt x="43357" y="315290"/>
                  </a:lnTo>
                  <a:lnTo>
                    <a:pt x="42354" y="315290"/>
                  </a:lnTo>
                  <a:lnTo>
                    <a:pt x="41694" y="315899"/>
                  </a:lnTo>
                  <a:lnTo>
                    <a:pt x="40119" y="317411"/>
                  </a:lnTo>
                  <a:lnTo>
                    <a:pt x="41109" y="319659"/>
                  </a:lnTo>
                  <a:lnTo>
                    <a:pt x="44589" y="319659"/>
                  </a:lnTo>
                  <a:lnTo>
                    <a:pt x="45580" y="317411"/>
                  </a:lnTo>
                  <a:close/>
                </a:path>
                <a:path w="281305" h="410209">
                  <a:moveTo>
                    <a:pt x="81076" y="73952"/>
                  </a:moveTo>
                  <a:lnTo>
                    <a:pt x="77292" y="72999"/>
                  </a:lnTo>
                  <a:lnTo>
                    <a:pt x="76390" y="75425"/>
                  </a:lnTo>
                  <a:lnTo>
                    <a:pt x="76009" y="76441"/>
                  </a:lnTo>
                  <a:lnTo>
                    <a:pt x="75717" y="77114"/>
                  </a:lnTo>
                  <a:lnTo>
                    <a:pt x="75996" y="79616"/>
                  </a:lnTo>
                  <a:lnTo>
                    <a:pt x="77698" y="80657"/>
                  </a:lnTo>
                  <a:lnTo>
                    <a:pt x="79730" y="78536"/>
                  </a:lnTo>
                  <a:lnTo>
                    <a:pt x="80314" y="76504"/>
                  </a:lnTo>
                  <a:lnTo>
                    <a:pt x="81076" y="73952"/>
                  </a:lnTo>
                  <a:close/>
                </a:path>
                <a:path w="281305" h="410209">
                  <a:moveTo>
                    <a:pt x="82575" y="53809"/>
                  </a:moveTo>
                  <a:lnTo>
                    <a:pt x="81851" y="52539"/>
                  </a:lnTo>
                  <a:lnTo>
                    <a:pt x="81686" y="52247"/>
                  </a:lnTo>
                  <a:lnTo>
                    <a:pt x="80822" y="50736"/>
                  </a:lnTo>
                  <a:lnTo>
                    <a:pt x="78714" y="52819"/>
                  </a:lnTo>
                  <a:lnTo>
                    <a:pt x="80238" y="53682"/>
                  </a:lnTo>
                  <a:lnTo>
                    <a:pt x="81813" y="54571"/>
                  </a:lnTo>
                  <a:lnTo>
                    <a:pt x="82575" y="53809"/>
                  </a:lnTo>
                  <a:close/>
                </a:path>
                <a:path w="281305" h="410209">
                  <a:moveTo>
                    <a:pt x="101307" y="119278"/>
                  </a:moveTo>
                  <a:lnTo>
                    <a:pt x="100723" y="119278"/>
                  </a:lnTo>
                  <a:lnTo>
                    <a:pt x="100723" y="119722"/>
                  </a:lnTo>
                  <a:lnTo>
                    <a:pt x="101015" y="119722"/>
                  </a:lnTo>
                  <a:lnTo>
                    <a:pt x="101307" y="119722"/>
                  </a:lnTo>
                  <a:lnTo>
                    <a:pt x="101307" y="119278"/>
                  </a:lnTo>
                  <a:close/>
                </a:path>
                <a:path w="281305" h="410209">
                  <a:moveTo>
                    <a:pt x="104178" y="30746"/>
                  </a:moveTo>
                  <a:lnTo>
                    <a:pt x="101333" y="27889"/>
                  </a:lnTo>
                  <a:lnTo>
                    <a:pt x="99669" y="29692"/>
                  </a:lnTo>
                  <a:lnTo>
                    <a:pt x="97815" y="31699"/>
                  </a:lnTo>
                  <a:lnTo>
                    <a:pt x="98628" y="35585"/>
                  </a:lnTo>
                  <a:lnTo>
                    <a:pt x="103276" y="35420"/>
                  </a:lnTo>
                  <a:lnTo>
                    <a:pt x="103720" y="33540"/>
                  </a:lnTo>
                  <a:lnTo>
                    <a:pt x="102514" y="32727"/>
                  </a:lnTo>
                  <a:lnTo>
                    <a:pt x="102247" y="32588"/>
                  </a:lnTo>
                  <a:lnTo>
                    <a:pt x="102349" y="32372"/>
                  </a:lnTo>
                  <a:lnTo>
                    <a:pt x="104178" y="30746"/>
                  </a:lnTo>
                  <a:close/>
                </a:path>
                <a:path w="281305" h="410209">
                  <a:moveTo>
                    <a:pt x="104965" y="74206"/>
                  </a:moveTo>
                  <a:lnTo>
                    <a:pt x="102933" y="74803"/>
                  </a:lnTo>
                  <a:lnTo>
                    <a:pt x="102692" y="74866"/>
                  </a:lnTo>
                  <a:lnTo>
                    <a:pt x="102235" y="74993"/>
                  </a:lnTo>
                  <a:lnTo>
                    <a:pt x="101231" y="75285"/>
                  </a:lnTo>
                  <a:lnTo>
                    <a:pt x="101231" y="76746"/>
                  </a:lnTo>
                  <a:lnTo>
                    <a:pt x="102463" y="77101"/>
                  </a:lnTo>
                  <a:lnTo>
                    <a:pt x="102692" y="77177"/>
                  </a:lnTo>
                  <a:lnTo>
                    <a:pt x="102933" y="77241"/>
                  </a:lnTo>
                  <a:lnTo>
                    <a:pt x="104965" y="77838"/>
                  </a:lnTo>
                  <a:lnTo>
                    <a:pt x="104965" y="74206"/>
                  </a:lnTo>
                  <a:close/>
                </a:path>
                <a:path w="281305" h="410209">
                  <a:moveTo>
                    <a:pt x="115049" y="181546"/>
                  </a:moveTo>
                  <a:lnTo>
                    <a:pt x="114769" y="180200"/>
                  </a:lnTo>
                  <a:lnTo>
                    <a:pt x="113004" y="179844"/>
                  </a:lnTo>
                  <a:lnTo>
                    <a:pt x="110782" y="179425"/>
                  </a:lnTo>
                  <a:lnTo>
                    <a:pt x="108978" y="181152"/>
                  </a:lnTo>
                  <a:lnTo>
                    <a:pt x="110502" y="184797"/>
                  </a:lnTo>
                  <a:lnTo>
                    <a:pt x="113296" y="185267"/>
                  </a:lnTo>
                  <a:lnTo>
                    <a:pt x="114173" y="183413"/>
                  </a:lnTo>
                  <a:lnTo>
                    <a:pt x="114312" y="183083"/>
                  </a:lnTo>
                  <a:lnTo>
                    <a:pt x="114477" y="182765"/>
                  </a:lnTo>
                  <a:lnTo>
                    <a:pt x="115049" y="181546"/>
                  </a:lnTo>
                  <a:close/>
                </a:path>
                <a:path w="281305" h="410209">
                  <a:moveTo>
                    <a:pt x="124968" y="44894"/>
                  </a:moveTo>
                  <a:lnTo>
                    <a:pt x="124752" y="43789"/>
                  </a:lnTo>
                  <a:lnTo>
                    <a:pt x="124079" y="40347"/>
                  </a:lnTo>
                  <a:lnTo>
                    <a:pt x="120307" y="41630"/>
                  </a:lnTo>
                  <a:lnTo>
                    <a:pt x="119710" y="42354"/>
                  </a:lnTo>
                  <a:lnTo>
                    <a:pt x="119672" y="44005"/>
                  </a:lnTo>
                  <a:lnTo>
                    <a:pt x="119888" y="44640"/>
                  </a:lnTo>
                  <a:lnTo>
                    <a:pt x="121729" y="46113"/>
                  </a:lnTo>
                  <a:lnTo>
                    <a:pt x="123545" y="45504"/>
                  </a:lnTo>
                  <a:lnTo>
                    <a:pt x="123558" y="45288"/>
                  </a:lnTo>
                  <a:lnTo>
                    <a:pt x="123571" y="45059"/>
                  </a:lnTo>
                  <a:lnTo>
                    <a:pt x="124968" y="44894"/>
                  </a:lnTo>
                  <a:close/>
                </a:path>
                <a:path w="281305" h="410209">
                  <a:moveTo>
                    <a:pt x="130771" y="1993"/>
                  </a:moveTo>
                  <a:lnTo>
                    <a:pt x="127381" y="0"/>
                  </a:lnTo>
                  <a:lnTo>
                    <a:pt x="126238" y="2260"/>
                  </a:lnTo>
                  <a:lnTo>
                    <a:pt x="125768" y="3187"/>
                  </a:lnTo>
                  <a:lnTo>
                    <a:pt x="125590" y="3733"/>
                  </a:lnTo>
                  <a:lnTo>
                    <a:pt x="125514" y="6286"/>
                  </a:lnTo>
                  <a:lnTo>
                    <a:pt x="127317" y="6718"/>
                  </a:lnTo>
                  <a:lnTo>
                    <a:pt x="129057" y="5308"/>
                  </a:lnTo>
                  <a:lnTo>
                    <a:pt x="129209" y="5105"/>
                  </a:lnTo>
                  <a:lnTo>
                    <a:pt x="130771" y="1993"/>
                  </a:lnTo>
                  <a:close/>
                </a:path>
                <a:path w="281305" h="410209">
                  <a:moveTo>
                    <a:pt x="134023" y="178904"/>
                  </a:moveTo>
                  <a:lnTo>
                    <a:pt x="130175" y="176174"/>
                  </a:lnTo>
                  <a:lnTo>
                    <a:pt x="128752" y="178790"/>
                  </a:lnTo>
                  <a:lnTo>
                    <a:pt x="128143" y="179908"/>
                  </a:lnTo>
                  <a:lnTo>
                    <a:pt x="127673" y="180644"/>
                  </a:lnTo>
                  <a:lnTo>
                    <a:pt x="128257" y="182778"/>
                  </a:lnTo>
                  <a:lnTo>
                    <a:pt x="129044" y="183070"/>
                  </a:lnTo>
                  <a:lnTo>
                    <a:pt x="130962" y="182816"/>
                  </a:lnTo>
                  <a:lnTo>
                    <a:pt x="131394" y="182181"/>
                  </a:lnTo>
                  <a:lnTo>
                    <a:pt x="134023" y="178904"/>
                  </a:lnTo>
                  <a:close/>
                </a:path>
                <a:path w="281305" h="410209">
                  <a:moveTo>
                    <a:pt x="143446" y="84950"/>
                  </a:moveTo>
                  <a:lnTo>
                    <a:pt x="141566" y="81864"/>
                  </a:lnTo>
                  <a:lnTo>
                    <a:pt x="141566" y="84302"/>
                  </a:lnTo>
                  <a:lnTo>
                    <a:pt x="141541" y="84632"/>
                  </a:lnTo>
                  <a:lnTo>
                    <a:pt x="141478" y="84505"/>
                  </a:lnTo>
                  <a:lnTo>
                    <a:pt x="141427" y="84632"/>
                  </a:lnTo>
                  <a:lnTo>
                    <a:pt x="141363" y="84785"/>
                  </a:lnTo>
                  <a:lnTo>
                    <a:pt x="141338" y="84175"/>
                  </a:lnTo>
                  <a:lnTo>
                    <a:pt x="141478" y="84505"/>
                  </a:lnTo>
                  <a:lnTo>
                    <a:pt x="141566" y="84302"/>
                  </a:lnTo>
                  <a:lnTo>
                    <a:pt x="141566" y="81864"/>
                  </a:lnTo>
                  <a:lnTo>
                    <a:pt x="140525" y="82029"/>
                  </a:lnTo>
                  <a:lnTo>
                    <a:pt x="139141" y="81813"/>
                  </a:lnTo>
                  <a:lnTo>
                    <a:pt x="138353" y="81762"/>
                  </a:lnTo>
                  <a:lnTo>
                    <a:pt x="136652" y="83007"/>
                  </a:lnTo>
                  <a:lnTo>
                    <a:pt x="135928" y="84162"/>
                  </a:lnTo>
                  <a:lnTo>
                    <a:pt x="136893" y="86868"/>
                  </a:lnTo>
                  <a:lnTo>
                    <a:pt x="137807" y="87617"/>
                  </a:lnTo>
                  <a:lnTo>
                    <a:pt x="140131" y="87731"/>
                  </a:lnTo>
                  <a:lnTo>
                    <a:pt x="140830" y="87363"/>
                  </a:lnTo>
                  <a:lnTo>
                    <a:pt x="142240" y="86055"/>
                  </a:lnTo>
                  <a:lnTo>
                    <a:pt x="143446" y="84950"/>
                  </a:lnTo>
                  <a:close/>
                </a:path>
                <a:path w="281305" h="410209">
                  <a:moveTo>
                    <a:pt x="156845" y="22034"/>
                  </a:moveTo>
                  <a:close/>
                </a:path>
                <a:path w="281305" h="410209">
                  <a:moveTo>
                    <a:pt x="158610" y="18796"/>
                  </a:moveTo>
                  <a:lnTo>
                    <a:pt x="153631" y="15887"/>
                  </a:lnTo>
                  <a:lnTo>
                    <a:pt x="151053" y="20434"/>
                  </a:lnTo>
                  <a:lnTo>
                    <a:pt x="151041" y="21882"/>
                  </a:lnTo>
                  <a:lnTo>
                    <a:pt x="151384" y="24384"/>
                  </a:lnTo>
                  <a:lnTo>
                    <a:pt x="152831" y="24993"/>
                  </a:lnTo>
                  <a:lnTo>
                    <a:pt x="155041" y="25285"/>
                  </a:lnTo>
                  <a:lnTo>
                    <a:pt x="155943" y="24650"/>
                  </a:lnTo>
                  <a:lnTo>
                    <a:pt x="156540" y="23558"/>
                  </a:lnTo>
                  <a:lnTo>
                    <a:pt x="156730" y="23139"/>
                  </a:lnTo>
                  <a:lnTo>
                    <a:pt x="156806" y="22644"/>
                  </a:lnTo>
                  <a:lnTo>
                    <a:pt x="156730" y="21323"/>
                  </a:lnTo>
                  <a:lnTo>
                    <a:pt x="156819" y="21945"/>
                  </a:lnTo>
                  <a:lnTo>
                    <a:pt x="157175" y="21323"/>
                  </a:lnTo>
                  <a:lnTo>
                    <a:pt x="158610" y="18796"/>
                  </a:lnTo>
                  <a:close/>
                </a:path>
                <a:path w="281305" h="410209">
                  <a:moveTo>
                    <a:pt x="216522" y="47561"/>
                  </a:moveTo>
                  <a:lnTo>
                    <a:pt x="215747" y="46202"/>
                  </a:lnTo>
                  <a:lnTo>
                    <a:pt x="216306" y="45402"/>
                  </a:lnTo>
                  <a:lnTo>
                    <a:pt x="214312" y="44018"/>
                  </a:lnTo>
                  <a:lnTo>
                    <a:pt x="211645" y="45148"/>
                  </a:lnTo>
                  <a:lnTo>
                    <a:pt x="210820" y="45923"/>
                  </a:lnTo>
                  <a:lnTo>
                    <a:pt x="208800" y="48590"/>
                  </a:lnTo>
                  <a:lnTo>
                    <a:pt x="210400" y="50660"/>
                  </a:lnTo>
                  <a:lnTo>
                    <a:pt x="213728" y="50736"/>
                  </a:lnTo>
                  <a:lnTo>
                    <a:pt x="214630" y="50038"/>
                  </a:lnTo>
                  <a:lnTo>
                    <a:pt x="215493" y="48907"/>
                  </a:lnTo>
                  <a:lnTo>
                    <a:pt x="216522" y="47561"/>
                  </a:lnTo>
                  <a:close/>
                </a:path>
                <a:path w="281305" h="410209">
                  <a:moveTo>
                    <a:pt x="231495" y="59334"/>
                  </a:moveTo>
                  <a:lnTo>
                    <a:pt x="231228" y="59309"/>
                  </a:lnTo>
                  <a:lnTo>
                    <a:pt x="230466" y="59245"/>
                  </a:lnTo>
                  <a:lnTo>
                    <a:pt x="229730" y="59182"/>
                  </a:lnTo>
                  <a:lnTo>
                    <a:pt x="228434" y="59055"/>
                  </a:lnTo>
                  <a:lnTo>
                    <a:pt x="228434" y="59994"/>
                  </a:lnTo>
                  <a:lnTo>
                    <a:pt x="228968" y="59944"/>
                  </a:lnTo>
                  <a:lnTo>
                    <a:pt x="229730" y="59880"/>
                  </a:lnTo>
                  <a:lnTo>
                    <a:pt x="231228" y="59728"/>
                  </a:lnTo>
                  <a:lnTo>
                    <a:pt x="231495" y="59715"/>
                  </a:lnTo>
                  <a:lnTo>
                    <a:pt x="231495" y="59334"/>
                  </a:lnTo>
                  <a:close/>
                </a:path>
                <a:path w="281305" h="410209">
                  <a:moveTo>
                    <a:pt x="232664" y="54330"/>
                  </a:moveTo>
                  <a:lnTo>
                    <a:pt x="226402" y="54330"/>
                  </a:lnTo>
                  <a:lnTo>
                    <a:pt x="228587" y="57099"/>
                  </a:lnTo>
                  <a:lnTo>
                    <a:pt x="229146" y="57797"/>
                  </a:lnTo>
                  <a:lnTo>
                    <a:pt x="229933" y="57797"/>
                  </a:lnTo>
                  <a:lnTo>
                    <a:pt x="230479" y="57099"/>
                  </a:lnTo>
                  <a:lnTo>
                    <a:pt x="232664" y="54330"/>
                  </a:lnTo>
                  <a:close/>
                </a:path>
                <a:path w="281305" h="410209">
                  <a:moveTo>
                    <a:pt x="234099" y="144005"/>
                  </a:moveTo>
                  <a:lnTo>
                    <a:pt x="228625" y="142836"/>
                  </a:lnTo>
                  <a:lnTo>
                    <a:pt x="228600" y="147243"/>
                  </a:lnTo>
                  <a:lnTo>
                    <a:pt x="229031" y="147878"/>
                  </a:lnTo>
                  <a:lnTo>
                    <a:pt x="231228" y="149250"/>
                  </a:lnTo>
                  <a:lnTo>
                    <a:pt x="232791" y="148145"/>
                  </a:lnTo>
                  <a:lnTo>
                    <a:pt x="232816" y="147510"/>
                  </a:lnTo>
                  <a:lnTo>
                    <a:pt x="232867" y="146570"/>
                  </a:lnTo>
                  <a:lnTo>
                    <a:pt x="233400" y="145453"/>
                  </a:lnTo>
                  <a:lnTo>
                    <a:pt x="234099" y="144005"/>
                  </a:lnTo>
                  <a:close/>
                </a:path>
                <a:path w="281305" h="410209">
                  <a:moveTo>
                    <a:pt x="235432" y="22771"/>
                  </a:moveTo>
                  <a:lnTo>
                    <a:pt x="234886" y="22771"/>
                  </a:lnTo>
                  <a:lnTo>
                    <a:pt x="234886" y="23190"/>
                  </a:lnTo>
                  <a:lnTo>
                    <a:pt x="235165" y="23190"/>
                  </a:lnTo>
                  <a:lnTo>
                    <a:pt x="235432" y="23190"/>
                  </a:lnTo>
                  <a:lnTo>
                    <a:pt x="235432" y="22771"/>
                  </a:lnTo>
                  <a:close/>
                </a:path>
                <a:path w="281305" h="410209">
                  <a:moveTo>
                    <a:pt x="235445" y="105994"/>
                  </a:moveTo>
                  <a:lnTo>
                    <a:pt x="230771" y="102527"/>
                  </a:lnTo>
                  <a:lnTo>
                    <a:pt x="229184" y="105575"/>
                  </a:lnTo>
                  <a:lnTo>
                    <a:pt x="228701" y="106502"/>
                  </a:lnTo>
                  <a:lnTo>
                    <a:pt x="228663" y="107137"/>
                  </a:lnTo>
                  <a:lnTo>
                    <a:pt x="229019" y="109423"/>
                  </a:lnTo>
                  <a:lnTo>
                    <a:pt x="230517" y="109893"/>
                  </a:lnTo>
                  <a:lnTo>
                    <a:pt x="231597" y="109702"/>
                  </a:lnTo>
                  <a:lnTo>
                    <a:pt x="232079" y="109639"/>
                  </a:lnTo>
                  <a:lnTo>
                    <a:pt x="232422" y="109372"/>
                  </a:lnTo>
                  <a:lnTo>
                    <a:pt x="232930" y="108775"/>
                  </a:lnTo>
                  <a:lnTo>
                    <a:pt x="233692" y="107734"/>
                  </a:lnTo>
                  <a:lnTo>
                    <a:pt x="235445" y="105994"/>
                  </a:lnTo>
                  <a:close/>
                </a:path>
                <a:path w="281305" h="410209">
                  <a:moveTo>
                    <a:pt x="236982" y="167627"/>
                  </a:moveTo>
                  <a:lnTo>
                    <a:pt x="236880" y="165481"/>
                  </a:lnTo>
                  <a:lnTo>
                    <a:pt x="236829" y="165125"/>
                  </a:lnTo>
                  <a:lnTo>
                    <a:pt x="236067" y="162433"/>
                  </a:lnTo>
                  <a:lnTo>
                    <a:pt x="233070" y="163322"/>
                  </a:lnTo>
                  <a:lnTo>
                    <a:pt x="233743" y="165061"/>
                  </a:lnTo>
                  <a:lnTo>
                    <a:pt x="234188" y="166217"/>
                  </a:lnTo>
                  <a:lnTo>
                    <a:pt x="235305" y="167881"/>
                  </a:lnTo>
                  <a:lnTo>
                    <a:pt x="236982" y="167627"/>
                  </a:lnTo>
                  <a:close/>
                </a:path>
                <a:path w="281305" h="410209">
                  <a:moveTo>
                    <a:pt x="237718" y="127381"/>
                  </a:moveTo>
                  <a:lnTo>
                    <a:pt x="237197" y="126479"/>
                  </a:lnTo>
                  <a:lnTo>
                    <a:pt x="237070" y="126238"/>
                  </a:lnTo>
                  <a:lnTo>
                    <a:pt x="236931" y="126022"/>
                  </a:lnTo>
                  <a:lnTo>
                    <a:pt x="235788" y="123977"/>
                  </a:lnTo>
                  <a:lnTo>
                    <a:pt x="233248" y="126492"/>
                  </a:lnTo>
                  <a:lnTo>
                    <a:pt x="235089" y="127533"/>
                  </a:lnTo>
                  <a:lnTo>
                    <a:pt x="236677" y="128435"/>
                  </a:lnTo>
                  <a:lnTo>
                    <a:pt x="237718" y="127381"/>
                  </a:lnTo>
                  <a:close/>
                </a:path>
                <a:path w="281305" h="410209">
                  <a:moveTo>
                    <a:pt x="241808" y="46393"/>
                  </a:moveTo>
                  <a:lnTo>
                    <a:pt x="240969" y="45567"/>
                  </a:lnTo>
                  <a:lnTo>
                    <a:pt x="238023" y="47815"/>
                  </a:lnTo>
                  <a:lnTo>
                    <a:pt x="239547" y="49352"/>
                  </a:lnTo>
                  <a:lnTo>
                    <a:pt x="241808" y="46393"/>
                  </a:lnTo>
                  <a:close/>
                </a:path>
                <a:path w="281305" h="410209">
                  <a:moveTo>
                    <a:pt x="242201" y="188633"/>
                  </a:moveTo>
                  <a:lnTo>
                    <a:pt x="241617" y="188633"/>
                  </a:lnTo>
                  <a:lnTo>
                    <a:pt x="241617" y="189077"/>
                  </a:lnTo>
                  <a:lnTo>
                    <a:pt x="241909" y="189077"/>
                  </a:lnTo>
                  <a:lnTo>
                    <a:pt x="242201" y="189077"/>
                  </a:lnTo>
                  <a:lnTo>
                    <a:pt x="242201" y="188633"/>
                  </a:lnTo>
                  <a:close/>
                </a:path>
                <a:path w="281305" h="410209">
                  <a:moveTo>
                    <a:pt x="242430" y="232346"/>
                  </a:moveTo>
                  <a:lnTo>
                    <a:pt x="241719" y="231622"/>
                  </a:lnTo>
                  <a:lnTo>
                    <a:pt x="240690" y="232092"/>
                  </a:lnTo>
                  <a:lnTo>
                    <a:pt x="238480" y="233083"/>
                  </a:lnTo>
                  <a:lnTo>
                    <a:pt x="240957" y="235585"/>
                  </a:lnTo>
                  <a:lnTo>
                    <a:pt x="241757" y="233845"/>
                  </a:lnTo>
                  <a:lnTo>
                    <a:pt x="241960" y="233375"/>
                  </a:lnTo>
                  <a:lnTo>
                    <a:pt x="242074" y="233146"/>
                  </a:lnTo>
                  <a:lnTo>
                    <a:pt x="242430" y="232346"/>
                  </a:lnTo>
                  <a:close/>
                </a:path>
                <a:path w="281305" h="410209">
                  <a:moveTo>
                    <a:pt x="245478" y="69265"/>
                  </a:moveTo>
                  <a:lnTo>
                    <a:pt x="244475" y="66700"/>
                  </a:lnTo>
                  <a:lnTo>
                    <a:pt x="243039" y="67564"/>
                  </a:lnTo>
                  <a:lnTo>
                    <a:pt x="242443" y="67652"/>
                  </a:lnTo>
                  <a:lnTo>
                    <a:pt x="242150" y="67678"/>
                  </a:lnTo>
                  <a:lnTo>
                    <a:pt x="241198" y="67411"/>
                  </a:lnTo>
                  <a:lnTo>
                    <a:pt x="240715" y="68707"/>
                  </a:lnTo>
                  <a:lnTo>
                    <a:pt x="242328" y="69773"/>
                  </a:lnTo>
                  <a:lnTo>
                    <a:pt x="242951" y="69837"/>
                  </a:lnTo>
                  <a:lnTo>
                    <a:pt x="245478" y="69265"/>
                  </a:lnTo>
                  <a:close/>
                </a:path>
                <a:path w="281305" h="410209">
                  <a:moveTo>
                    <a:pt x="247878" y="255625"/>
                  </a:moveTo>
                  <a:lnTo>
                    <a:pt x="246062" y="255625"/>
                  </a:lnTo>
                  <a:lnTo>
                    <a:pt x="246062" y="257035"/>
                  </a:lnTo>
                  <a:lnTo>
                    <a:pt x="246964" y="257035"/>
                  </a:lnTo>
                  <a:lnTo>
                    <a:pt x="247865" y="257035"/>
                  </a:lnTo>
                  <a:lnTo>
                    <a:pt x="247878" y="255625"/>
                  </a:lnTo>
                  <a:close/>
                </a:path>
                <a:path w="281305" h="410209">
                  <a:moveTo>
                    <a:pt x="247942" y="379971"/>
                  </a:moveTo>
                  <a:lnTo>
                    <a:pt x="244868" y="379971"/>
                  </a:lnTo>
                  <a:lnTo>
                    <a:pt x="244868" y="382358"/>
                  </a:lnTo>
                  <a:lnTo>
                    <a:pt x="246405" y="382358"/>
                  </a:lnTo>
                  <a:lnTo>
                    <a:pt x="247942" y="382358"/>
                  </a:lnTo>
                  <a:lnTo>
                    <a:pt x="247942" y="379971"/>
                  </a:lnTo>
                  <a:close/>
                </a:path>
                <a:path w="281305" h="410209">
                  <a:moveTo>
                    <a:pt x="248627" y="15633"/>
                  </a:moveTo>
                  <a:lnTo>
                    <a:pt x="247865" y="14986"/>
                  </a:lnTo>
                  <a:lnTo>
                    <a:pt x="247053" y="15392"/>
                  </a:lnTo>
                  <a:lnTo>
                    <a:pt x="246862" y="15544"/>
                  </a:lnTo>
                  <a:lnTo>
                    <a:pt x="246659" y="15595"/>
                  </a:lnTo>
                  <a:lnTo>
                    <a:pt x="246430" y="15544"/>
                  </a:lnTo>
                  <a:lnTo>
                    <a:pt x="244894" y="15405"/>
                  </a:lnTo>
                  <a:lnTo>
                    <a:pt x="244906" y="17792"/>
                  </a:lnTo>
                  <a:lnTo>
                    <a:pt x="246430" y="17932"/>
                  </a:lnTo>
                  <a:lnTo>
                    <a:pt x="247484" y="18034"/>
                  </a:lnTo>
                  <a:lnTo>
                    <a:pt x="248335" y="17589"/>
                  </a:lnTo>
                  <a:lnTo>
                    <a:pt x="248500" y="16497"/>
                  </a:lnTo>
                  <a:lnTo>
                    <a:pt x="248627" y="15633"/>
                  </a:lnTo>
                  <a:close/>
                </a:path>
                <a:path w="281305" h="410209">
                  <a:moveTo>
                    <a:pt x="248653" y="31483"/>
                  </a:moveTo>
                  <a:lnTo>
                    <a:pt x="243039" y="31483"/>
                  </a:lnTo>
                  <a:lnTo>
                    <a:pt x="243039" y="35839"/>
                  </a:lnTo>
                  <a:lnTo>
                    <a:pt x="245846" y="35839"/>
                  </a:lnTo>
                  <a:lnTo>
                    <a:pt x="248653" y="35839"/>
                  </a:lnTo>
                  <a:lnTo>
                    <a:pt x="248653" y="31483"/>
                  </a:lnTo>
                  <a:close/>
                </a:path>
                <a:path w="281305" h="410209">
                  <a:moveTo>
                    <a:pt x="249008" y="319328"/>
                  </a:moveTo>
                  <a:lnTo>
                    <a:pt x="248640" y="317093"/>
                  </a:lnTo>
                  <a:lnTo>
                    <a:pt x="248221" y="314617"/>
                  </a:lnTo>
                  <a:lnTo>
                    <a:pt x="241935" y="314998"/>
                  </a:lnTo>
                  <a:lnTo>
                    <a:pt x="241668" y="318897"/>
                  </a:lnTo>
                  <a:lnTo>
                    <a:pt x="241655" y="319405"/>
                  </a:lnTo>
                  <a:lnTo>
                    <a:pt x="245821" y="321157"/>
                  </a:lnTo>
                  <a:lnTo>
                    <a:pt x="246418" y="319455"/>
                  </a:lnTo>
                  <a:lnTo>
                    <a:pt x="249008" y="319328"/>
                  </a:lnTo>
                  <a:close/>
                </a:path>
                <a:path w="281305" h="410209">
                  <a:moveTo>
                    <a:pt x="249974" y="221030"/>
                  </a:moveTo>
                  <a:lnTo>
                    <a:pt x="249923" y="220865"/>
                  </a:lnTo>
                  <a:lnTo>
                    <a:pt x="249529" y="219951"/>
                  </a:lnTo>
                  <a:lnTo>
                    <a:pt x="249504" y="219049"/>
                  </a:lnTo>
                  <a:lnTo>
                    <a:pt x="249859" y="218109"/>
                  </a:lnTo>
                  <a:lnTo>
                    <a:pt x="249745" y="217982"/>
                  </a:lnTo>
                  <a:lnTo>
                    <a:pt x="249389" y="219087"/>
                  </a:lnTo>
                  <a:lnTo>
                    <a:pt x="249364" y="219913"/>
                  </a:lnTo>
                  <a:lnTo>
                    <a:pt x="249694" y="221119"/>
                  </a:lnTo>
                  <a:lnTo>
                    <a:pt x="249974" y="221030"/>
                  </a:lnTo>
                  <a:close/>
                </a:path>
                <a:path w="281305" h="410209">
                  <a:moveTo>
                    <a:pt x="250329" y="21399"/>
                  </a:moveTo>
                  <a:lnTo>
                    <a:pt x="248742" y="20929"/>
                  </a:lnTo>
                  <a:lnTo>
                    <a:pt x="246367" y="26162"/>
                  </a:lnTo>
                  <a:lnTo>
                    <a:pt x="249986" y="27038"/>
                  </a:lnTo>
                  <a:lnTo>
                    <a:pt x="250126" y="24663"/>
                  </a:lnTo>
                  <a:lnTo>
                    <a:pt x="250329" y="21399"/>
                  </a:lnTo>
                  <a:close/>
                </a:path>
                <a:path w="281305" h="410209">
                  <a:moveTo>
                    <a:pt x="252425" y="406527"/>
                  </a:moveTo>
                  <a:lnTo>
                    <a:pt x="248259" y="406527"/>
                  </a:lnTo>
                  <a:lnTo>
                    <a:pt x="248259" y="409765"/>
                  </a:lnTo>
                  <a:lnTo>
                    <a:pt x="250342" y="409765"/>
                  </a:lnTo>
                  <a:lnTo>
                    <a:pt x="252425" y="409765"/>
                  </a:lnTo>
                  <a:lnTo>
                    <a:pt x="252425" y="406527"/>
                  </a:lnTo>
                  <a:close/>
                </a:path>
                <a:path w="281305" h="410209">
                  <a:moveTo>
                    <a:pt x="254571" y="10947"/>
                  </a:moveTo>
                  <a:lnTo>
                    <a:pt x="253987" y="10947"/>
                  </a:lnTo>
                  <a:lnTo>
                    <a:pt x="253987" y="11391"/>
                  </a:lnTo>
                  <a:lnTo>
                    <a:pt x="254279" y="11391"/>
                  </a:lnTo>
                  <a:lnTo>
                    <a:pt x="254571" y="11391"/>
                  </a:lnTo>
                  <a:lnTo>
                    <a:pt x="254571" y="10947"/>
                  </a:lnTo>
                  <a:close/>
                </a:path>
                <a:path w="281305" h="410209">
                  <a:moveTo>
                    <a:pt x="256997" y="354685"/>
                  </a:moveTo>
                  <a:lnTo>
                    <a:pt x="250431" y="354685"/>
                  </a:lnTo>
                  <a:lnTo>
                    <a:pt x="252260" y="357835"/>
                  </a:lnTo>
                  <a:lnTo>
                    <a:pt x="252349" y="357962"/>
                  </a:lnTo>
                  <a:lnTo>
                    <a:pt x="252412" y="358114"/>
                  </a:lnTo>
                  <a:lnTo>
                    <a:pt x="253022" y="359156"/>
                  </a:lnTo>
                  <a:lnTo>
                    <a:pt x="254406" y="359156"/>
                  </a:lnTo>
                  <a:lnTo>
                    <a:pt x="255016" y="358114"/>
                  </a:lnTo>
                  <a:lnTo>
                    <a:pt x="255092" y="357962"/>
                  </a:lnTo>
                  <a:lnTo>
                    <a:pt x="256997" y="354685"/>
                  </a:lnTo>
                  <a:close/>
                </a:path>
                <a:path w="281305" h="410209">
                  <a:moveTo>
                    <a:pt x="257073" y="285470"/>
                  </a:moveTo>
                  <a:lnTo>
                    <a:pt x="254088" y="284772"/>
                  </a:lnTo>
                  <a:lnTo>
                    <a:pt x="252666" y="284454"/>
                  </a:lnTo>
                  <a:lnTo>
                    <a:pt x="252044" y="285089"/>
                  </a:lnTo>
                  <a:lnTo>
                    <a:pt x="253060" y="289483"/>
                  </a:lnTo>
                  <a:lnTo>
                    <a:pt x="257073" y="285470"/>
                  </a:lnTo>
                  <a:close/>
                </a:path>
                <a:path w="281305" h="410209">
                  <a:moveTo>
                    <a:pt x="261150" y="243725"/>
                  </a:moveTo>
                  <a:lnTo>
                    <a:pt x="260565" y="242722"/>
                  </a:lnTo>
                  <a:lnTo>
                    <a:pt x="260311" y="242265"/>
                  </a:lnTo>
                  <a:lnTo>
                    <a:pt x="259384" y="240652"/>
                  </a:lnTo>
                  <a:lnTo>
                    <a:pt x="257149" y="242887"/>
                  </a:lnTo>
                  <a:lnTo>
                    <a:pt x="258775" y="243801"/>
                  </a:lnTo>
                  <a:lnTo>
                    <a:pt x="259435" y="244182"/>
                  </a:lnTo>
                  <a:lnTo>
                    <a:pt x="260235" y="244640"/>
                  </a:lnTo>
                  <a:lnTo>
                    <a:pt x="261150" y="243725"/>
                  </a:lnTo>
                  <a:close/>
                </a:path>
                <a:path w="281305" h="410209">
                  <a:moveTo>
                    <a:pt x="261480" y="184010"/>
                  </a:moveTo>
                  <a:lnTo>
                    <a:pt x="260578" y="184010"/>
                  </a:lnTo>
                  <a:lnTo>
                    <a:pt x="260578" y="184708"/>
                  </a:lnTo>
                  <a:lnTo>
                    <a:pt x="261023" y="184708"/>
                  </a:lnTo>
                  <a:lnTo>
                    <a:pt x="261480" y="184708"/>
                  </a:lnTo>
                  <a:lnTo>
                    <a:pt x="261480" y="184010"/>
                  </a:lnTo>
                  <a:close/>
                </a:path>
                <a:path w="281305" h="410209">
                  <a:moveTo>
                    <a:pt x="261848" y="43294"/>
                  </a:moveTo>
                  <a:lnTo>
                    <a:pt x="260388" y="41833"/>
                  </a:lnTo>
                  <a:lnTo>
                    <a:pt x="258114" y="43230"/>
                  </a:lnTo>
                  <a:lnTo>
                    <a:pt x="257784" y="43611"/>
                  </a:lnTo>
                  <a:lnTo>
                    <a:pt x="257721" y="44907"/>
                  </a:lnTo>
                  <a:lnTo>
                    <a:pt x="257695" y="45453"/>
                  </a:lnTo>
                  <a:lnTo>
                    <a:pt x="258216" y="45974"/>
                  </a:lnTo>
                  <a:lnTo>
                    <a:pt x="258775" y="45961"/>
                  </a:lnTo>
                  <a:lnTo>
                    <a:pt x="260045" y="45910"/>
                  </a:lnTo>
                  <a:lnTo>
                    <a:pt x="260438" y="45580"/>
                  </a:lnTo>
                  <a:lnTo>
                    <a:pt x="261848" y="43294"/>
                  </a:lnTo>
                  <a:close/>
                </a:path>
                <a:path w="281305" h="410209">
                  <a:moveTo>
                    <a:pt x="262940" y="131533"/>
                  </a:moveTo>
                  <a:lnTo>
                    <a:pt x="262128" y="130708"/>
                  </a:lnTo>
                  <a:lnTo>
                    <a:pt x="261924" y="130911"/>
                  </a:lnTo>
                  <a:lnTo>
                    <a:pt x="262051" y="131038"/>
                  </a:lnTo>
                  <a:lnTo>
                    <a:pt x="262737" y="131724"/>
                  </a:lnTo>
                  <a:lnTo>
                    <a:pt x="262940" y="131533"/>
                  </a:lnTo>
                  <a:close/>
                </a:path>
                <a:path w="281305" h="410209">
                  <a:moveTo>
                    <a:pt x="263067" y="25793"/>
                  </a:moveTo>
                  <a:lnTo>
                    <a:pt x="258991" y="25781"/>
                  </a:lnTo>
                  <a:lnTo>
                    <a:pt x="259803" y="27813"/>
                  </a:lnTo>
                  <a:lnTo>
                    <a:pt x="259867" y="27978"/>
                  </a:lnTo>
                  <a:lnTo>
                    <a:pt x="259943" y="28143"/>
                  </a:lnTo>
                  <a:lnTo>
                    <a:pt x="260007" y="28308"/>
                  </a:lnTo>
                  <a:lnTo>
                    <a:pt x="260413" y="29311"/>
                  </a:lnTo>
                  <a:lnTo>
                    <a:pt x="261645" y="29311"/>
                  </a:lnTo>
                  <a:lnTo>
                    <a:pt x="262051" y="28308"/>
                  </a:lnTo>
                  <a:lnTo>
                    <a:pt x="262115" y="28143"/>
                  </a:lnTo>
                  <a:lnTo>
                    <a:pt x="262178" y="27978"/>
                  </a:lnTo>
                  <a:lnTo>
                    <a:pt x="262242" y="27813"/>
                  </a:lnTo>
                  <a:lnTo>
                    <a:pt x="263067" y="25793"/>
                  </a:lnTo>
                  <a:close/>
                </a:path>
                <a:path w="281305" h="410209">
                  <a:moveTo>
                    <a:pt x="263512" y="277202"/>
                  </a:moveTo>
                  <a:lnTo>
                    <a:pt x="260794" y="277202"/>
                  </a:lnTo>
                  <a:lnTo>
                    <a:pt x="260794" y="279311"/>
                  </a:lnTo>
                  <a:lnTo>
                    <a:pt x="262153" y="279311"/>
                  </a:lnTo>
                  <a:lnTo>
                    <a:pt x="263512" y="279311"/>
                  </a:lnTo>
                  <a:lnTo>
                    <a:pt x="263512" y="277202"/>
                  </a:lnTo>
                  <a:close/>
                </a:path>
                <a:path w="281305" h="410209">
                  <a:moveTo>
                    <a:pt x="264363" y="5067"/>
                  </a:moveTo>
                  <a:lnTo>
                    <a:pt x="262597" y="3429"/>
                  </a:lnTo>
                  <a:lnTo>
                    <a:pt x="260680" y="1651"/>
                  </a:lnTo>
                  <a:lnTo>
                    <a:pt x="258927" y="5473"/>
                  </a:lnTo>
                  <a:lnTo>
                    <a:pt x="261162" y="5892"/>
                  </a:lnTo>
                  <a:lnTo>
                    <a:pt x="261975" y="6045"/>
                  </a:lnTo>
                  <a:lnTo>
                    <a:pt x="262382" y="6121"/>
                  </a:lnTo>
                  <a:lnTo>
                    <a:pt x="263410" y="6311"/>
                  </a:lnTo>
                  <a:lnTo>
                    <a:pt x="264363" y="5067"/>
                  </a:lnTo>
                  <a:close/>
                </a:path>
                <a:path w="281305" h="410209">
                  <a:moveTo>
                    <a:pt x="264464" y="313105"/>
                  </a:moveTo>
                  <a:lnTo>
                    <a:pt x="263537" y="312737"/>
                  </a:lnTo>
                  <a:lnTo>
                    <a:pt x="263359" y="312674"/>
                  </a:lnTo>
                  <a:lnTo>
                    <a:pt x="263194" y="312597"/>
                  </a:lnTo>
                  <a:lnTo>
                    <a:pt x="261124" y="311772"/>
                  </a:lnTo>
                  <a:lnTo>
                    <a:pt x="261099" y="315607"/>
                  </a:lnTo>
                  <a:lnTo>
                    <a:pt x="263029" y="314833"/>
                  </a:lnTo>
                  <a:lnTo>
                    <a:pt x="263194" y="314769"/>
                  </a:lnTo>
                  <a:lnTo>
                    <a:pt x="263537" y="314642"/>
                  </a:lnTo>
                  <a:lnTo>
                    <a:pt x="264464" y="314261"/>
                  </a:lnTo>
                  <a:lnTo>
                    <a:pt x="264464" y="313105"/>
                  </a:lnTo>
                  <a:close/>
                </a:path>
                <a:path w="281305" h="410209">
                  <a:moveTo>
                    <a:pt x="264693" y="371373"/>
                  </a:moveTo>
                  <a:lnTo>
                    <a:pt x="264109" y="371373"/>
                  </a:lnTo>
                  <a:lnTo>
                    <a:pt x="264109" y="371830"/>
                  </a:lnTo>
                  <a:lnTo>
                    <a:pt x="264401" y="371830"/>
                  </a:lnTo>
                  <a:lnTo>
                    <a:pt x="264693" y="371830"/>
                  </a:lnTo>
                  <a:lnTo>
                    <a:pt x="264693" y="371373"/>
                  </a:lnTo>
                  <a:close/>
                </a:path>
                <a:path w="281305" h="410209">
                  <a:moveTo>
                    <a:pt x="265137" y="202184"/>
                  </a:moveTo>
                  <a:lnTo>
                    <a:pt x="264490" y="201917"/>
                  </a:lnTo>
                  <a:lnTo>
                    <a:pt x="262483" y="201066"/>
                  </a:lnTo>
                  <a:lnTo>
                    <a:pt x="262382" y="200875"/>
                  </a:lnTo>
                  <a:lnTo>
                    <a:pt x="261912" y="200050"/>
                  </a:lnTo>
                  <a:lnTo>
                    <a:pt x="259791" y="200418"/>
                  </a:lnTo>
                  <a:lnTo>
                    <a:pt x="259194" y="202399"/>
                  </a:lnTo>
                  <a:lnTo>
                    <a:pt x="258927" y="204736"/>
                  </a:lnTo>
                  <a:lnTo>
                    <a:pt x="260350" y="205905"/>
                  </a:lnTo>
                  <a:lnTo>
                    <a:pt x="265049" y="205879"/>
                  </a:lnTo>
                  <a:lnTo>
                    <a:pt x="265137" y="202184"/>
                  </a:lnTo>
                  <a:close/>
                </a:path>
                <a:path w="281305" h="410209">
                  <a:moveTo>
                    <a:pt x="265887" y="338924"/>
                  </a:moveTo>
                  <a:lnTo>
                    <a:pt x="265150" y="336054"/>
                  </a:lnTo>
                  <a:lnTo>
                    <a:pt x="262267" y="336003"/>
                  </a:lnTo>
                  <a:lnTo>
                    <a:pt x="261835" y="337908"/>
                  </a:lnTo>
                  <a:lnTo>
                    <a:pt x="261594" y="338924"/>
                  </a:lnTo>
                  <a:lnTo>
                    <a:pt x="261645" y="339559"/>
                  </a:lnTo>
                  <a:lnTo>
                    <a:pt x="262826" y="341642"/>
                  </a:lnTo>
                  <a:lnTo>
                    <a:pt x="264655" y="341680"/>
                  </a:lnTo>
                  <a:lnTo>
                    <a:pt x="265836" y="339534"/>
                  </a:lnTo>
                  <a:lnTo>
                    <a:pt x="265887" y="338924"/>
                  </a:lnTo>
                  <a:close/>
                </a:path>
                <a:path w="281305" h="410209">
                  <a:moveTo>
                    <a:pt x="266903" y="15659"/>
                  </a:moveTo>
                  <a:lnTo>
                    <a:pt x="265036" y="11823"/>
                  </a:lnTo>
                  <a:lnTo>
                    <a:pt x="264121" y="9944"/>
                  </a:lnTo>
                  <a:lnTo>
                    <a:pt x="262432" y="9944"/>
                  </a:lnTo>
                  <a:lnTo>
                    <a:pt x="259651" y="15659"/>
                  </a:lnTo>
                  <a:lnTo>
                    <a:pt x="266903" y="15659"/>
                  </a:lnTo>
                  <a:close/>
                </a:path>
                <a:path w="281305" h="410209">
                  <a:moveTo>
                    <a:pt x="266979" y="115951"/>
                  </a:moveTo>
                  <a:lnTo>
                    <a:pt x="266268" y="112801"/>
                  </a:lnTo>
                  <a:lnTo>
                    <a:pt x="265607" y="109855"/>
                  </a:lnTo>
                  <a:lnTo>
                    <a:pt x="263182" y="109855"/>
                  </a:lnTo>
                  <a:lnTo>
                    <a:pt x="261835" y="115938"/>
                  </a:lnTo>
                  <a:lnTo>
                    <a:pt x="266979" y="115951"/>
                  </a:lnTo>
                  <a:close/>
                </a:path>
                <a:path w="281305" h="410209">
                  <a:moveTo>
                    <a:pt x="268071" y="70954"/>
                  </a:moveTo>
                  <a:lnTo>
                    <a:pt x="263829" y="68605"/>
                  </a:lnTo>
                  <a:lnTo>
                    <a:pt x="263601" y="70307"/>
                  </a:lnTo>
                  <a:lnTo>
                    <a:pt x="263232" y="70535"/>
                  </a:lnTo>
                  <a:lnTo>
                    <a:pt x="263347" y="72504"/>
                  </a:lnTo>
                  <a:lnTo>
                    <a:pt x="264515" y="73253"/>
                  </a:lnTo>
                  <a:lnTo>
                    <a:pt x="268071" y="70954"/>
                  </a:lnTo>
                  <a:close/>
                </a:path>
                <a:path w="281305" h="410209">
                  <a:moveTo>
                    <a:pt x="268097" y="214884"/>
                  </a:moveTo>
                  <a:lnTo>
                    <a:pt x="263664" y="210464"/>
                  </a:lnTo>
                  <a:lnTo>
                    <a:pt x="262902" y="213741"/>
                  </a:lnTo>
                  <a:lnTo>
                    <a:pt x="262547" y="215277"/>
                  </a:lnTo>
                  <a:lnTo>
                    <a:pt x="263283" y="216001"/>
                  </a:lnTo>
                  <a:lnTo>
                    <a:pt x="264807" y="215646"/>
                  </a:lnTo>
                  <a:lnTo>
                    <a:pt x="268097" y="214884"/>
                  </a:lnTo>
                  <a:close/>
                </a:path>
                <a:path w="281305" h="410209">
                  <a:moveTo>
                    <a:pt x="268135" y="174536"/>
                  </a:moveTo>
                  <a:lnTo>
                    <a:pt x="267766" y="174523"/>
                  </a:lnTo>
                  <a:lnTo>
                    <a:pt x="267398" y="174485"/>
                  </a:lnTo>
                  <a:lnTo>
                    <a:pt x="266649" y="174447"/>
                  </a:lnTo>
                  <a:lnTo>
                    <a:pt x="266204" y="174409"/>
                  </a:lnTo>
                  <a:lnTo>
                    <a:pt x="266204" y="175183"/>
                  </a:lnTo>
                  <a:lnTo>
                    <a:pt x="266649" y="175145"/>
                  </a:lnTo>
                  <a:lnTo>
                    <a:pt x="267398" y="175107"/>
                  </a:lnTo>
                  <a:lnTo>
                    <a:pt x="267766" y="175069"/>
                  </a:lnTo>
                  <a:lnTo>
                    <a:pt x="268135" y="175056"/>
                  </a:lnTo>
                  <a:lnTo>
                    <a:pt x="268135" y="174536"/>
                  </a:lnTo>
                  <a:close/>
                </a:path>
                <a:path w="281305" h="410209">
                  <a:moveTo>
                    <a:pt x="268859" y="378066"/>
                  </a:moveTo>
                  <a:lnTo>
                    <a:pt x="266687" y="378066"/>
                  </a:lnTo>
                  <a:lnTo>
                    <a:pt x="266687" y="379755"/>
                  </a:lnTo>
                  <a:lnTo>
                    <a:pt x="267779" y="379755"/>
                  </a:lnTo>
                  <a:lnTo>
                    <a:pt x="268859" y="379755"/>
                  </a:lnTo>
                  <a:lnTo>
                    <a:pt x="268859" y="378066"/>
                  </a:lnTo>
                  <a:close/>
                </a:path>
                <a:path w="281305" h="410209">
                  <a:moveTo>
                    <a:pt x="270649" y="106629"/>
                  </a:moveTo>
                  <a:lnTo>
                    <a:pt x="268833" y="103454"/>
                  </a:lnTo>
                  <a:lnTo>
                    <a:pt x="265760" y="105397"/>
                  </a:lnTo>
                  <a:lnTo>
                    <a:pt x="265671" y="106629"/>
                  </a:lnTo>
                  <a:lnTo>
                    <a:pt x="266776" y="109016"/>
                  </a:lnTo>
                  <a:lnTo>
                    <a:pt x="268795" y="108356"/>
                  </a:lnTo>
                  <a:lnTo>
                    <a:pt x="268935" y="107988"/>
                  </a:lnTo>
                  <a:lnTo>
                    <a:pt x="269062" y="107632"/>
                  </a:lnTo>
                  <a:lnTo>
                    <a:pt x="270217" y="106895"/>
                  </a:lnTo>
                  <a:lnTo>
                    <a:pt x="270649" y="106629"/>
                  </a:lnTo>
                  <a:close/>
                </a:path>
                <a:path w="281305" h="410209">
                  <a:moveTo>
                    <a:pt x="271437" y="264541"/>
                  </a:moveTo>
                  <a:lnTo>
                    <a:pt x="270852" y="264541"/>
                  </a:lnTo>
                  <a:lnTo>
                    <a:pt x="270852" y="264985"/>
                  </a:lnTo>
                  <a:lnTo>
                    <a:pt x="271145" y="264985"/>
                  </a:lnTo>
                  <a:lnTo>
                    <a:pt x="271437" y="264985"/>
                  </a:lnTo>
                  <a:lnTo>
                    <a:pt x="271437" y="264541"/>
                  </a:lnTo>
                  <a:close/>
                </a:path>
                <a:path w="281305" h="410209">
                  <a:moveTo>
                    <a:pt x="275653" y="21361"/>
                  </a:moveTo>
                  <a:lnTo>
                    <a:pt x="274955" y="20662"/>
                  </a:lnTo>
                  <a:lnTo>
                    <a:pt x="274764" y="20485"/>
                  </a:lnTo>
                  <a:lnTo>
                    <a:pt x="274447" y="20154"/>
                  </a:lnTo>
                  <a:lnTo>
                    <a:pt x="273951" y="20650"/>
                  </a:lnTo>
                  <a:lnTo>
                    <a:pt x="274269" y="20980"/>
                  </a:lnTo>
                  <a:lnTo>
                    <a:pt x="275145" y="21856"/>
                  </a:lnTo>
                  <a:lnTo>
                    <a:pt x="275653" y="21361"/>
                  </a:lnTo>
                  <a:close/>
                </a:path>
                <a:path w="281305" h="410209">
                  <a:moveTo>
                    <a:pt x="277787" y="302717"/>
                  </a:moveTo>
                  <a:lnTo>
                    <a:pt x="271259" y="302717"/>
                  </a:lnTo>
                  <a:lnTo>
                    <a:pt x="271259" y="307784"/>
                  </a:lnTo>
                  <a:lnTo>
                    <a:pt x="274523" y="307784"/>
                  </a:lnTo>
                  <a:lnTo>
                    <a:pt x="277774" y="307784"/>
                  </a:lnTo>
                  <a:lnTo>
                    <a:pt x="277787" y="302717"/>
                  </a:lnTo>
                  <a:close/>
                </a:path>
                <a:path w="281305" h="410209">
                  <a:moveTo>
                    <a:pt x="280847" y="166027"/>
                  </a:moveTo>
                  <a:lnTo>
                    <a:pt x="279400" y="165328"/>
                  </a:lnTo>
                  <a:lnTo>
                    <a:pt x="279019" y="165138"/>
                  </a:lnTo>
                  <a:lnTo>
                    <a:pt x="278841" y="164998"/>
                  </a:lnTo>
                  <a:lnTo>
                    <a:pt x="279069" y="164426"/>
                  </a:lnTo>
                  <a:lnTo>
                    <a:pt x="279298" y="163830"/>
                  </a:lnTo>
                  <a:lnTo>
                    <a:pt x="277241" y="162229"/>
                  </a:lnTo>
                  <a:lnTo>
                    <a:pt x="273075" y="165265"/>
                  </a:lnTo>
                  <a:lnTo>
                    <a:pt x="274599" y="170548"/>
                  </a:lnTo>
                  <a:lnTo>
                    <a:pt x="280085" y="168541"/>
                  </a:lnTo>
                  <a:lnTo>
                    <a:pt x="280847" y="1660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2087664" y="7565243"/>
              <a:ext cx="272415" cy="352425"/>
            </a:xfrm>
            <a:custGeom>
              <a:avLst/>
              <a:gdLst/>
              <a:ahLst/>
              <a:cxnLst/>
              <a:rect l="l" t="t" r="r" b="b"/>
              <a:pathLst>
                <a:path w="272414" h="352425">
                  <a:moveTo>
                    <a:pt x="4521" y="249910"/>
                  </a:moveTo>
                  <a:lnTo>
                    <a:pt x="3937" y="249910"/>
                  </a:lnTo>
                  <a:lnTo>
                    <a:pt x="3937" y="250355"/>
                  </a:lnTo>
                  <a:lnTo>
                    <a:pt x="4229" y="250355"/>
                  </a:lnTo>
                  <a:lnTo>
                    <a:pt x="4521" y="250355"/>
                  </a:lnTo>
                  <a:lnTo>
                    <a:pt x="4521" y="249910"/>
                  </a:lnTo>
                  <a:close/>
                </a:path>
                <a:path w="272414" h="352425">
                  <a:moveTo>
                    <a:pt x="6134" y="213296"/>
                  </a:moveTo>
                  <a:lnTo>
                    <a:pt x="5295" y="212217"/>
                  </a:lnTo>
                  <a:lnTo>
                    <a:pt x="0" y="215455"/>
                  </a:lnTo>
                  <a:lnTo>
                    <a:pt x="1498" y="217500"/>
                  </a:lnTo>
                  <a:lnTo>
                    <a:pt x="2730" y="216382"/>
                  </a:lnTo>
                  <a:lnTo>
                    <a:pt x="3644" y="215557"/>
                  </a:lnTo>
                  <a:lnTo>
                    <a:pt x="4559" y="214718"/>
                  </a:lnTo>
                  <a:lnTo>
                    <a:pt x="6134" y="213296"/>
                  </a:lnTo>
                  <a:close/>
                </a:path>
                <a:path w="272414" h="352425">
                  <a:moveTo>
                    <a:pt x="8267" y="126949"/>
                  </a:moveTo>
                  <a:lnTo>
                    <a:pt x="7683" y="126949"/>
                  </a:lnTo>
                  <a:lnTo>
                    <a:pt x="7683" y="127406"/>
                  </a:lnTo>
                  <a:lnTo>
                    <a:pt x="7975" y="127406"/>
                  </a:lnTo>
                  <a:lnTo>
                    <a:pt x="8267" y="127406"/>
                  </a:lnTo>
                  <a:lnTo>
                    <a:pt x="8267" y="126949"/>
                  </a:lnTo>
                  <a:close/>
                </a:path>
                <a:path w="272414" h="352425">
                  <a:moveTo>
                    <a:pt x="9017" y="237909"/>
                  </a:moveTo>
                  <a:lnTo>
                    <a:pt x="8432" y="237909"/>
                  </a:lnTo>
                  <a:lnTo>
                    <a:pt x="8432" y="238366"/>
                  </a:lnTo>
                  <a:lnTo>
                    <a:pt x="8724" y="238366"/>
                  </a:lnTo>
                  <a:lnTo>
                    <a:pt x="9017" y="238366"/>
                  </a:lnTo>
                  <a:lnTo>
                    <a:pt x="9017" y="237909"/>
                  </a:lnTo>
                  <a:close/>
                </a:path>
                <a:path w="272414" h="352425">
                  <a:moveTo>
                    <a:pt x="9029" y="223227"/>
                  </a:moveTo>
                  <a:lnTo>
                    <a:pt x="5410" y="223227"/>
                  </a:lnTo>
                  <a:lnTo>
                    <a:pt x="5410" y="226047"/>
                  </a:lnTo>
                  <a:lnTo>
                    <a:pt x="7226" y="226047"/>
                  </a:lnTo>
                  <a:lnTo>
                    <a:pt x="9029" y="226047"/>
                  </a:lnTo>
                  <a:lnTo>
                    <a:pt x="9029" y="223227"/>
                  </a:lnTo>
                  <a:close/>
                </a:path>
                <a:path w="272414" h="352425">
                  <a:moveTo>
                    <a:pt x="9804" y="181406"/>
                  </a:moveTo>
                  <a:lnTo>
                    <a:pt x="4648" y="181406"/>
                  </a:lnTo>
                  <a:lnTo>
                    <a:pt x="4635" y="185407"/>
                  </a:lnTo>
                  <a:lnTo>
                    <a:pt x="7226" y="185407"/>
                  </a:lnTo>
                  <a:lnTo>
                    <a:pt x="9804" y="185407"/>
                  </a:lnTo>
                  <a:lnTo>
                    <a:pt x="9804" y="181406"/>
                  </a:lnTo>
                  <a:close/>
                </a:path>
                <a:path w="272414" h="352425">
                  <a:moveTo>
                    <a:pt x="10134" y="198945"/>
                  </a:moveTo>
                  <a:lnTo>
                    <a:pt x="8788" y="197586"/>
                  </a:lnTo>
                  <a:lnTo>
                    <a:pt x="7772" y="196557"/>
                  </a:lnTo>
                  <a:lnTo>
                    <a:pt x="6680" y="196557"/>
                  </a:lnTo>
                  <a:lnTo>
                    <a:pt x="4305" y="198945"/>
                  </a:lnTo>
                  <a:lnTo>
                    <a:pt x="5308" y="201371"/>
                  </a:lnTo>
                  <a:lnTo>
                    <a:pt x="9144" y="201371"/>
                  </a:lnTo>
                  <a:lnTo>
                    <a:pt x="10134" y="198945"/>
                  </a:lnTo>
                  <a:close/>
                </a:path>
                <a:path w="272414" h="352425">
                  <a:moveTo>
                    <a:pt x="11722" y="119608"/>
                  </a:moveTo>
                  <a:lnTo>
                    <a:pt x="5740" y="119608"/>
                  </a:lnTo>
                  <a:lnTo>
                    <a:pt x="5727" y="124244"/>
                  </a:lnTo>
                  <a:lnTo>
                    <a:pt x="8724" y="124244"/>
                  </a:lnTo>
                  <a:lnTo>
                    <a:pt x="11709" y="124244"/>
                  </a:lnTo>
                  <a:lnTo>
                    <a:pt x="11722" y="119608"/>
                  </a:lnTo>
                  <a:close/>
                </a:path>
                <a:path w="272414" h="352425">
                  <a:moveTo>
                    <a:pt x="13512" y="150939"/>
                  </a:moveTo>
                  <a:lnTo>
                    <a:pt x="12928" y="150939"/>
                  </a:lnTo>
                  <a:lnTo>
                    <a:pt x="12928" y="151396"/>
                  </a:lnTo>
                  <a:lnTo>
                    <a:pt x="13220" y="151396"/>
                  </a:lnTo>
                  <a:lnTo>
                    <a:pt x="13512" y="151396"/>
                  </a:lnTo>
                  <a:lnTo>
                    <a:pt x="13512" y="150939"/>
                  </a:lnTo>
                  <a:close/>
                </a:path>
                <a:path w="272414" h="352425">
                  <a:moveTo>
                    <a:pt x="17945" y="253847"/>
                  </a:moveTo>
                  <a:lnTo>
                    <a:pt x="14020" y="249897"/>
                  </a:lnTo>
                  <a:lnTo>
                    <a:pt x="12153" y="252818"/>
                  </a:lnTo>
                  <a:lnTo>
                    <a:pt x="11849" y="253288"/>
                  </a:lnTo>
                  <a:lnTo>
                    <a:pt x="11684" y="253619"/>
                  </a:lnTo>
                  <a:lnTo>
                    <a:pt x="11366" y="255524"/>
                  </a:lnTo>
                  <a:lnTo>
                    <a:pt x="12344" y="256489"/>
                  </a:lnTo>
                  <a:lnTo>
                    <a:pt x="14224" y="256171"/>
                  </a:lnTo>
                  <a:lnTo>
                    <a:pt x="14554" y="256006"/>
                  </a:lnTo>
                  <a:lnTo>
                    <a:pt x="17945" y="253847"/>
                  </a:lnTo>
                  <a:close/>
                </a:path>
                <a:path w="272414" h="352425">
                  <a:moveTo>
                    <a:pt x="21767" y="147802"/>
                  </a:moveTo>
                  <a:lnTo>
                    <a:pt x="19888" y="147396"/>
                  </a:lnTo>
                  <a:lnTo>
                    <a:pt x="16052" y="146558"/>
                  </a:lnTo>
                  <a:lnTo>
                    <a:pt x="16040" y="151282"/>
                  </a:lnTo>
                  <a:lnTo>
                    <a:pt x="18948" y="150647"/>
                  </a:lnTo>
                  <a:lnTo>
                    <a:pt x="21767" y="150037"/>
                  </a:lnTo>
                  <a:lnTo>
                    <a:pt x="21767" y="147802"/>
                  </a:lnTo>
                  <a:close/>
                </a:path>
                <a:path w="272414" h="352425">
                  <a:moveTo>
                    <a:pt x="28816" y="117055"/>
                  </a:moveTo>
                  <a:lnTo>
                    <a:pt x="20116" y="117055"/>
                  </a:lnTo>
                  <a:lnTo>
                    <a:pt x="20116" y="123799"/>
                  </a:lnTo>
                  <a:lnTo>
                    <a:pt x="24472" y="123799"/>
                  </a:lnTo>
                  <a:lnTo>
                    <a:pt x="28816" y="123799"/>
                  </a:lnTo>
                  <a:lnTo>
                    <a:pt x="28816" y="117055"/>
                  </a:lnTo>
                  <a:close/>
                </a:path>
                <a:path w="272414" h="352425">
                  <a:moveTo>
                    <a:pt x="29349" y="222885"/>
                  </a:moveTo>
                  <a:lnTo>
                    <a:pt x="29044" y="222834"/>
                  </a:lnTo>
                  <a:lnTo>
                    <a:pt x="28333" y="222732"/>
                  </a:lnTo>
                  <a:lnTo>
                    <a:pt x="27609" y="222643"/>
                  </a:lnTo>
                  <a:lnTo>
                    <a:pt x="25869" y="222389"/>
                  </a:lnTo>
                  <a:lnTo>
                    <a:pt x="25857" y="223901"/>
                  </a:lnTo>
                  <a:lnTo>
                    <a:pt x="26885" y="223748"/>
                  </a:lnTo>
                  <a:lnTo>
                    <a:pt x="27609" y="223659"/>
                  </a:lnTo>
                  <a:lnTo>
                    <a:pt x="29349" y="223405"/>
                  </a:lnTo>
                  <a:lnTo>
                    <a:pt x="29349" y="222885"/>
                  </a:lnTo>
                  <a:close/>
                </a:path>
                <a:path w="272414" h="352425">
                  <a:moveTo>
                    <a:pt x="32169" y="141859"/>
                  </a:moveTo>
                  <a:lnTo>
                    <a:pt x="30124" y="142455"/>
                  </a:lnTo>
                  <a:lnTo>
                    <a:pt x="29895" y="142519"/>
                  </a:lnTo>
                  <a:lnTo>
                    <a:pt x="29438" y="142646"/>
                  </a:lnTo>
                  <a:lnTo>
                    <a:pt x="28435" y="142938"/>
                  </a:lnTo>
                  <a:lnTo>
                    <a:pt x="28435" y="144399"/>
                  </a:lnTo>
                  <a:lnTo>
                    <a:pt x="29667" y="144754"/>
                  </a:lnTo>
                  <a:lnTo>
                    <a:pt x="29895" y="144830"/>
                  </a:lnTo>
                  <a:lnTo>
                    <a:pt x="30124" y="144894"/>
                  </a:lnTo>
                  <a:lnTo>
                    <a:pt x="32156" y="145491"/>
                  </a:lnTo>
                  <a:lnTo>
                    <a:pt x="32169" y="141859"/>
                  </a:lnTo>
                  <a:close/>
                </a:path>
                <a:path w="272414" h="352425">
                  <a:moveTo>
                    <a:pt x="33794" y="113271"/>
                  </a:moveTo>
                  <a:lnTo>
                    <a:pt x="30124" y="110782"/>
                  </a:lnTo>
                  <a:lnTo>
                    <a:pt x="30124" y="116586"/>
                  </a:lnTo>
                  <a:lnTo>
                    <a:pt x="32651" y="114871"/>
                  </a:lnTo>
                  <a:lnTo>
                    <a:pt x="33794" y="114096"/>
                  </a:lnTo>
                  <a:lnTo>
                    <a:pt x="33794" y="113271"/>
                  </a:lnTo>
                  <a:close/>
                </a:path>
                <a:path w="272414" h="352425">
                  <a:moveTo>
                    <a:pt x="36004" y="300888"/>
                  </a:moveTo>
                  <a:lnTo>
                    <a:pt x="35420" y="300888"/>
                  </a:lnTo>
                  <a:lnTo>
                    <a:pt x="35420" y="301345"/>
                  </a:lnTo>
                  <a:lnTo>
                    <a:pt x="35712" y="301345"/>
                  </a:lnTo>
                  <a:lnTo>
                    <a:pt x="36004" y="301345"/>
                  </a:lnTo>
                  <a:lnTo>
                    <a:pt x="36004" y="300888"/>
                  </a:lnTo>
                  <a:close/>
                </a:path>
                <a:path w="272414" h="352425">
                  <a:moveTo>
                    <a:pt x="37185" y="230847"/>
                  </a:moveTo>
                  <a:lnTo>
                    <a:pt x="36931" y="230035"/>
                  </a:lnTo>
                  <a:lnTo>
                    <a:pt x="36360" y="230238"/>
                  </a:lnTo>
                  <a:lnTo>
                    <a:pt x="35344" y="230619"/>
                  </a:lnTo>
                  <a:lnTo>
                    <a:pt x="34810" y="230797"/>
                  </a:lnTo>
                  <a:lnTo>
                    <a:pt x="33820" y="231152"/>
                  </a:lnTo>
                  <a:lnTo>
                    <a:pt x="34544" y="232638"/>
                  </a:lnTo>
                  <a:lnTo>
                    <a:pt x="35356" y="232079"/>
                  </a:lnTo>
                  <a:lnTo>
                    <a:pt x="36741" y="231140"/>
                  </a:lnTo>
                  <a:lnTo>
                    <a:pt x="37185" y="230847"/>
                  </a:lnTo>
                  <a:close/>
                </a:path>
                <a:path w="272414" h="352425">
                  <a:moveTo>
                    <a:pt x="37960" y="183769"/>
                  </a:moveTo>
                  <a:lnTo>
                    <a:pt x="37261" y="180860"/>
                  </a:lnTo>
                  <a:lnTo>
                    <a:pt x="27216" y="181724"/>
                  </a:lnTo>
                  <a:lnTo>
                    <a:pt x="32258" y="190334"/>
                  </a:lnTo>
                  <a:lnTo>
                    <a:pt x="35674" y="186397"/>
                  </a:lnTo>
                  <a:lnTo>
                    <a:pt x="37960" y="183769"/>
                  </a:lnTo>
                  <a:close/>
                </a:path>
                <a:path w="272414" h="352425">
                  <a:moveTo>
                    <a:pt x="38976" y="262178"/>
                  </a:moveTo>
                  <a:lnTo>
                    <a:pt x="37007" y="261213"/>
                  </a:lnTo>
                  <a:lnTo>
                    <a:pt x="35966" y="262382"/>
                  </a:lnTo>
                  <a:lnTo>
                    <a:pt x="35179" y="263283"/>
                  </a:lnTo>
                  <a:lnTo>
                    <a:pt x="35166" y="263969"/>
                  </a:lnTo>
                  <a:lnTo>
                    <a:pt x="37007" y="266039"/>
                  </a:lnTo>
                  <a:lnTo>
                    <a:pt x="38976" y="265087"/>
                  </a:lnTo>
                  <a:lnTo>
                    <a:pt x="38976" y="262178"/>
                  </a:lnTo>
                  <a:close/>
                </a:path>
                <a:path w="272414" h="352425">
                  <a:moveTo>
                    <a:pt x="40373" y="339001"/>
                  </a:moveTo>
                  <a:lnTo>
                    <a:pt x="40259" y="336854"/>
                  </a:lnTo>
                  <a:lnTo>
                    <a:pt x="40017" y="336448"/>
                  </a:lnTo>
                  <a:lnTo>
                    <a:pt x="39903" y="336296"/>
                  </a:lnTo>
                  <a:lnTo>
                    <a:pt x="39624" y="335927"/>
                  </a:lnTo>
                  <a:lnTo>
                    <a:pt x="39814" y="336169"/>
                  </a:lnTo>
                  <a:lnTo>
                    <a:pt x="39382" y="335457"/>
                  </a:lnTo>
                  <a:lnTo>
                    <a:pt x="39166" y="335305"/>
                  </a:lnTo>
                  <a:lnTo>
                    <a:pt x="38582" y="334886"/>
                  </a:lnTo>
                  <a:lnTo>
                    <a:pt x="38328" y="334708"/>
                  </a:lnTo>
                  <a:lnTo>
                    <a:pt x="37287" y="334810"/>
                  </a:lnTo>
                  <a:lnTo>
                    <a:pt x="37553" y="334886"/>
                  </a:lnTo>
                  <a:lnTo>
                    <a:pt x="36245" y="334594"/>
                  </a:lnTo>
                  <a:lnTo>
                    <a:pt x="34759" y="335254"/>
                  </a:lnTo>
                  <a:lnTo>
                    <a:pt x="34251" y="337439"/>
                  </a:lnTo>
                  <a:lnTo>
                    <a:pt x="34467" y="339801"/>
                  </a:lnTo>
                  <a:lnTo>
                    <a:pt x="36804" y="341934"/>
                  </a:lnTo>
                  <a:lnTo>
                    <a:pt x="39712" y="339725"/>
                  </a:lnTo>
                  <a:lnTo>
                    <a:pt x="40373" y="339001"/>
                  </a:lnTo>
                  <a:close/>
                </a:path>
                <a:path w="272414" h="352425">
                  <a:moveTo>
                    <a:pt x="47218" y="101295"/>
                  </a:moveTo>
                  <a:lnTo>
                    <a:pt x="45212" y="101295"/>
                  </a:lnTo>
                  <a:lnTo>
                    <a:pt x="45402" y="102666"/>
                  </a:lnTo>
                  <a:lnTo>
                    <a:pt x="45453" y="103136"/>
                  </a:lnTo>
                  <a:lnTo>
                    <a:pt x="45504" y="103378"/>
                  </a:lnTo>
                  <a:lnTo>
                    <a:pt x="45593" y="104089"/>
                  </a:lnTo>
                  <a:lnTo>
                    <a:pt x="46824" y="104089"/>
                  </a:lnTo>
                  <a:lnTo>
                    <a:pt x="46926" y="103378"/>
                  </a:lnTo>
                  <a:lnTo>
                    <a:pt x="47015" y="102666"/>
                  </a:lnTo>
                  <a:lnTo>
                    <a:pt x="47218" y="101295"/>
                  </a:lnTo>
                  <a:close/>
                </a:path>
                <a:path w="272414" h="352425">
                  <a:moveTo>
                    <a:pt x="48450" y="167792"/>
                  </a:moveTo>
                  <a:lnTo>
                    <a:pt x="46355" y="164947"/>
                  </a:lnTo>
                  <a:lnTo>
                    <a:pt x="45491" y="163779"/>
                  </a:lnTo>
                  <a:lnTo>
                    <a:pt x="44577" y="162877"/>
                  </a:lnTo>
                  <a:lnTo>
                    <a:pt x="39763" y="161544"/>
                  </a:lnTo>
                  <a:lnTo>
                    <a:pt x="36334" y="164172"/>
                  </a:lnTo>
                  <a:lnTo>
                    <a:pt x="36334" y="171145"/>
                  </a:lnTo>
                  <a:lnTo>
                    <a:pt x="39763" y="173774"/>
                  </a:lnTo>
                  <a:lnTo>
                    <a:pt x="46228" y="171996"/>
                  </a:lnTo>
                  <a:lnTo>
                    <a:pt x="48450" y="167792"/>
                  </a:lnTo>
                  <a:close/>
                </a:path>
                <a:path w="272414" h="352425">
                  <a:moveTo>
                    <a:pt x="50660" y="349135"/>
                  </a:moveTo>
                  <a:lnTo>
                    <a:pt x="49923" y="348386"/>
                  </a:lnTo>
                  <a:lnTo>
                    <a:pt x="48856" y="348551"/>
                  </a:lnTo>
                  <a:lnTo>
                    <a:pt x="48691" y="348589"/>
                  </a:lnTo>
                  <a:lnTo>
                    <a:pt x="48399" y="348627"/>
                  </a:lnTo>
                  <a:lnTo>
                    <a:pt x="47129" y="348830"/>
                  </a:lnTo>
                  <a:lnTo>
                    <a:pt x="46863" y="350583"/>
                  </a:lnTo>
                  <a:lnTo>
                    <a:pt x="48463" y="352196"/>
                  </a:lnTo>
                  <a:lnTo>
                    <a:pt x="50228" y="351929"/>
                  </a:lnTo>
                  <a:lnTo>
                    <a:pt x="50431" y="350659"/>
                  </a:lnTo>
                  <a:lnTo>
                    <a:pt x="50444" y="350507"/>
                  </a:lnTo>
                  <a:lnTo>
                    <a:pt x="50482" y="350354"/>
                  </a:lnTo>
                  <a:lnTo>
                    <a:pt x="50660" y="349135"/>
                  </a:lnTo>
                  <a:close/>
                </a:path>
                <a:path w="272414" h="352425">
                  <a:moveTo>
                    <a:pt x="54216" y="286004"/>
                  </a:moveTo>
                  <a:lnTo>
                    <a:pt x="52959" y="285889"/>
                  </a:lnTo>
                  <a:lnTo>
                    <a:pt x="52451" y="285838"/>
                  </a:lnTo>
                  <a:lnTo>
                    <a:pt x="51955" y="285800"/>
                  </a:lnTo>
                  <a:lnTo>
                    <a:pt x="50012" y="285610"/>
                  </a:lnTo>
                  <a:lnTo>
                    <a:pt x="50012" y="288137"/>
                  </a:lnTo>
                  <a:lnTo>
                    <a:pt x="51460" y="287997"/>
                  </a:lnTo>
                  <a:lnTo>
                    <a:pt x="52959" y="287858"/>
                  </a:lnTo>
                  <a:lnTo>
                    <a:pt x="54216" y="287731"/>
                  </a:lnTo>
                  <a:lnTo>
                    <a:pt x="54216" y="286004"/>
                  </a:lnTo>
                  <a:close/>
                </a:path>
                <a:path w="272414" h="352425">
                  <a:moveTo>
                    <a:pt x="56057" y="248119"/>
                  </a:moveTo>
                  <a:lnTo>
                    <a:pt x="54800" y="245745"/>
                  </a:lnTo>
                  <a:lnTo>
                    <a:pt x="54178" y="244589"/>
                  </a:lnTo>
                  <a:lnTo>
                    <a:pt x="53225" y="244589"/>
                  </a:lnTo>
                  <a:lnTo>
                    <a:pt x="52920" y="245173"/>
                  </a:lnTo>
                  <a:lnTo>
                    <a:pt x="52819" y="245364"/>
                  </a:lnTo>
                  <a:lnTo>
                    <a:pt x="52616" y="245745"/>
                  </a:lnTo>
                  <a:lnTo>
                    <a:pt x="51358" y="248119"/>
                  </a:lnTo>
                  <a:lnTo>
                    <a:pt x="56057" y="248119"/>
                  </a:lnTo>
                  <a:close/>
                </a:path>
                <a:path w="272414" h="352425">
                  <a:moveTo>
                    <a:pt x="58178" y="199644"/>
                  </a:moveTo>
                  <a:lnTo>
                    <a:pt x="51193" y="196367"/>
                  </a:lnTo>
                  <a:lnTo>
                    <a:pt x="47307" y="205689"/>
                  </a:lnTo>
                  <a:lnTo>
                    <a:pt x="53263" y="207949"/>
                  </a:lnTo>
                  <a:lnTo>
                    <a:pt x="55206" y="204660"/>
                  </a:lnTo>
                  <a:lnTo>
                    <a:pt x="58178" y="199644"/>
                  </a:lnTo>
                  <a:close/>
                </a:path>
                <a:path w="272414" h="352425">
                  <a:moveTo>
                    <a:pt x="58623" y="321564"/>
                  </a:moveTo>
                  <a:lnTo>
                    <a:pt x="55854" y="318985"/>
                  </a:lnTo>
                  <a:lnTo>
                    <a:pt x="53073" y="320548"/>
                  </a:lnTo>
                  <a:lnTo>
                    <a:pt x="52158" y="324827"/>
                  </a:lnTo>
                  <a:lnTo>
                    <a:pt x="54470" y="326618"/>
                  </a:lnTo>
                  <a:lnTo>
                    <a:pt x="55816" y="324993"/>
                  </a:lnTo>
                  <a:lnTo>
                    <a:pt x="56388" y="324307"/>
                  </a:lnTo>
                  <a:lnTo>
                    <a:pt x="57302" y="324027"/>
                  </a:lnTo>
                  <a:lnTo>
                    <a:pt x="58610" y="322770"/>
                  </a:lnTo>
                  <a:lnTo>
                    <a:pt x="58623" y="321564"/>
                  </a:lnTo>
                  <a:close/>
                </a:path>
                <a:path w="272414" h="352425">
                  <a:moveTo>
                    <a:pt x="63258" y="305206"/>
                  </a:moveTo>
                  <a:lnTo>
                    <a:pt x="62953" y="304876"/>
                  </a:lnTo>
                  <a:lnTo>
                    <a:pt x="62611" y="304901"/>
                  </a:lnTo>
                  <a:lnTo>
                    <a:pt x="61302" y="304965"/>
                  </a:lnTo>
                  <a:lnTo>
                    <a:pt x="61125" y="305536"/>
                  </a:lnTo>
                  <a:lnTo>
                    <a:pt x="59969" y="307314"/>
                  </a:lnTo>
                  <a:lnTo>
                    <a:pt x="60883" y="308267"/>
                  </a:lnTo>
                  <a:lnTo>
                    <a:pt x="62623" y="307047"/>
                  </a:lnTo>
                  <a:lnTo>
                    <a:pt x="63220" y="306844"/>
                  </a:lnTo>
                  <a:lnTo>
                    <a:pt x="63246" y="305523"/>
                  </a:lnTo>
                  <a:lnTo>
                    <a:pt x="63258" y="305206"/>
                  </a:lnTo>
                  <a:close/>
                </a:path>
                <a:path w="272414" h="352425">
                  <a:moveTo>
                    <a:pt x="63449" y="90944"/>
                  </a:moveTo>
                  <a:lnTo>
                    <a:pt x="57696" y="85204"/>
                  </a:lnTo>
                  <a:lnTo>
                    <a:pt x="55867" y="89801"/>
                  </a:lnTo>
                  <a:lnTo>
                    <a:pt x="54991" y="92011"/>
                  </a:lnTo>
                  <a:lnTo>
                    <a:pt x="56629" y="93662"/>
                  </a:lnTo>
                  <a:lnTo>
                    <a:pt x="63449" y="90944"/>
                  </a:lnTo>
                  <a:close/>
                </a:path>
                <a:path w="272414" h="352425">
                  <a:moveTo>
                    <a:pt x="64516" y="135343"/>
                  </a:moveTo>
                  <a:lnTo>
                    <a:pt x="61747" y="132080"/>
                  </a:lnTo>
                  <a:lnTo>
                    <a:pt x="54787" y="133019"/>
                  </a:lnTo>
                  <a:lnTo>
                    <a:pt x="51841" y="137668"/>
                  </a:lnTo>
                  <a:lnTo>
                    <a:pt x="54521" y="142227"/>
                  </a:lnTo>
                  <a:lnTo>
                    <a:pt x="55549" y="142468"/>
                  </a:lnTo>
                  <a:lnTo>
                    <a:pt x="56362" y="142024"/>
                  </a:lnTo>
                  <a:lnTo>
                    <a:pt x="58496" y="140868"/>
                  </a:lnTo>
                  <a:lnTo>
                    <a:pt x="60210" y="139446"/>
                  </a:lnTo>
                  <a:lnTo>
                    <a:pt x="64516" y="135343"/>
                  </a:lnTo>
                  <a:close/>
                </a:path>
                <a:path w="272414" h="352425">
                  <a:moveTo>
                    <a:pt x="67081" y="246075"/>
                  </a:moveTo>
                  <a:lnTo>
                    <a:pt x="65138" y="242049"/>
                  </a:lnTo>
                  <a:lnTo>
                    <a:pt x="62103" y="245059"/>
                  </a:lnTo>
                  <a:lnTo>
                    <a:pt x="64249" y="246100"/>
                  </a:lnTo>
                  <a:lnTo>
                    <a:pt x="66141" y="247015"/>
                  </a:lnTo>
                  <a:lnTo>
                    <a:pt x="67081" y="246075"/>
                  </a:lnTo>
                  <a:close/>
                </a:path>
                <a:path w="272414" h="352425">
                  <a:moveTo>
                    <a:pt x="68986" y="268058"/>
                  </a:moveTo>
                  <a:lnTo>
                    <a:pt x="65557" y="266077"/>
                  </a:lnTo>
                  <a:lnTo>
                    <a:pt x="65493" y="265823"/>
                  </a:lnTo>
                  <a:lnTo>
                    <a:pt x="65265" y="265912"/>
                  </a:lnTo>
                  <a:lnTo>
                    <a:pt x="65062" y="265798"/>
                  </a:lnTo>
                  <a:lnTo>
                    <a:pt x="65062" y="268757"/>
                  </a:lnTo>
                  <a:lnTo>
                    <a:pt x="65062" y="265798"/>
                  </a:lnTo>
                  <a:lnTo>
                    <a:pt x="64808" y="265645"/>
                  </a:lnTo>
                  <a:lnTo>
                    <a:pt x="64350" y="266230"/>
                  </a:lnTo>
                  <a:lnTo>
                    <a:pt x="61010" y="267398"/>
                  </a:lnTo>
                  <a:lnTo>
                    <a:pt x="61137" y="272122"/>
                  </a:lnTo>
                  <a:lnTo>
                    <a:pt x="63766" y="272529"/>
                  </a:lnTo>
                  <a:lnTo>
                    <a:pt x="63652" y="272808"/>
                  </a:lnTo>
                  <a:lnTo>
                    <a:pt x="64198" y="273177"/>
                  </a:lnTo>
                  <a:lnTo>
                    <a:pt x="64503" y="272643"/>
                  </a:lnTo>
                  <a:lnTo>
                    <a:pt x="67818" y="273138"/>
                  </a:lnTo>
                  <a:lnTo>
                    <a:pt x="68808" y="268859"/>
                  </a:lnTo>
                  <a:lnTo>
                    <a:pt x="68986" y="268058"/>
                  </a:lnTo>
                  <a:close/>
                </a:path>
                <a:path w="272414" h="352425">
                  <a:moveTo>
                    <a:pt x="69443" y="335534"/>
                  </a:moveTo>
                  <a:lnTo>
                    <a:pt x="63461" y="335534"/>
                  </a:lnTo>
                  <a:lnTo>
                    <a:pt x="63461" y="340169"/>
                  </a:lnTo>
                  <a:lnTo>
                    <a:pt x="66446" y="340169"/>
                  </a:lnTo>
                  <a:lnTo>
                    <a:pt x="69430" y="340169"/>
                  </a:lnTo>
                  <a:lnTo>
                    <a:pt x="69443" y="335534"/>
                  </a:lnTo>
                  <a:close/>
                </a:path>
                <a:path w="272414" h="352425">
                  <a:moveTo>
                    <a:pt x="75260" y="289941"/>
                  </a:moveTo>
                  <a:lnTo>
                    <a:pt x="69646" y="289941"/>
                  </a:lnTo>
                  <a:lnTo>
                    <a:pt x="69646" y="294297"/>
                  </a:lnTo>
                  <a:lnTo>
                    <a:pt x="72453" y="294297"/>
                  </a:lnTo>
                  <a:lnTo>
                    <a:pt x="75260" y="294297"/>
                  </a:lnTo>
                  <a:lnTo>
                    <a:pt x="75260" y="289941"/>
                  </a:lnTo>
                  <a:close/>
                </a:path>
                <a:path w="272414" h="352425">
                  <a:moveTo>
                    <a:pt x="76403" y="115531"/>
                  </a:moveTo>
                  <a:lnTo>
                    <a:pt x="71513" y="115531"/>
                  </a:lnTo>
                  <a:lnTo>
                    <a:pt x="71501" y="119329"/>
                  </a:lnTo>
                  <a:lnTo>
                    <a:pt x="73952" y="119329"/>
                  </a:lnTo>
                  <a:lnTo>
                    <a:pt x="76390" y="119329"/>
                  </a:lnTo>
                  <a:lnTo>
                    <a:pt x="76403" y="115531"/>
                  </a:lnTo>
                  <a:close/>
                </a:path>
                <a:path w="272414" h="352425">
                  <a:moveTo>
                    <a:pt x="79159" y="103835"/>
                  </a:moveTo>
                  <a:lnTo>
                    <a:pt x="76288" y="100977"/>
                  </a:lnTo>
                  <a:lnTo>
                    <a:pt x="67106" y="107061"/>
                  </a:lnTo>
                  <a:lnTo>
                    <a:pt x="73063" y="113055"/>
                  </a:lnTo>
                  <a:lnTo>
                    <a:pt x="76022" y="108585"/>
                  </a:lnTo>
                  <a:lnTo>
                    <a:pt x="79159" y="103835"/>
                  </a:lnTo>
                  <a:close/>
                </a:path>
                <a:path w="272414" h="352425">
                  <a:moveTo>
                    <a:pt x="81292" y="150622"/>
                  </a:moveTo>
                  <a:lnTo>
                    <a:pt x="78828" y="148971"/>
                  </a:lnTo>
                  <a:lnTo>
                    <a:pt x="77012" y="150215"/>
                  </a:lnTo>
                  <a:lnTo>
                    <a:pt x="74917" y="151638"/>
                  </a:lnTo>
                  <a:lnTo>
                    <a:pt x="74917" y="153708"/>
                  </a:lnTo>
                  <a:lnTo>
                    <a:pt x="77050" y="155155"/>
                  </a:lnTo>
                  <a:lnTo>
                    <a:pt x="73710" y="155155"/>
                  </a:lnTo>
                  <a:lnTo>
                    <a:pt x="72809" y="157353"/>
                  </a:lnTo>
                  <a:lnTo>
                    <a:pt x="74028" y="158584"/>
                  </a:lnTo>
                  <a:lnTo>
                    <a:pt x="74968" y="159524"/>
                  </a:lnTo>
                  <a:lnTo>
                    <a:pt x="75933" y="159524"/>
                  </a:lnTo>
                  <a:lnTo>
                    <a:pt x="78079" y="157353"/>
                  </a:lnTo>
                  <a:lnTo>
                    <a:pt x="77241" y="155295"/>
                  </a:lnTo>
                  <a:lnTo>
                    <a:pt x="78828" y="156362"/>
                  </a:lnTo>
                  <a:lnTo>
                    <a:pt x="81292" y="154711"/>
                  </a:lnTo>
                  <a:lnTo>
                    <a:pt x="81292" y="150622"/>
                  </a:lnTo>
                  <a:close/>
                </a:path>
                <a:path w="272414" h="352425">
                  <a:moveTo>
                    <a:pt x="86525" y="99491"/>
                  </a:moveTo>
                  <a:lnTo>
                    <a:pt x="85140" y="98107"/>
                  </a:lnTo>
                  <a:lnTo>
                    <a:pt x="83997" y="98564"/>
                  </a:lnTo>
                  <a:lnTo>
                    <a:pt x="83134" y="98894"/>
                  </a:lnTo>
                  <a:lnTo>
                    <a:pt x="79133" y="100495"/>
                  </a:lnTo>
                  <a:lnTo>
                    <a:pt x="84137" y="105498"/>
                  </a:lnTo>
                  <a:lnTo>
                    <a:pt x="85725" y="101498"/>
                  </a:lnTo>
                  <a:lnTo>
                    <a:pt x="86525" y="99491"/>
                  </a:lnTo>
                  <a:close/>
                </a:path>
                <a:path w="272414" h="352425">
                  <a:moveTo>
                    <a:pt x="96735" y="70726"/>
                  </a:moveTo>
                  <a:lnTo>
                    <a:pt x="96151" y="70726"/>
                  </a:lnTo>
                  <a:lnTo>
                    <a:pt x="96151" y="71170"/>
                  </a:lnTo>
                  <a:lnTo>
                    <a:pt x="96443" y="71170"/>
                  </a:lnTo>
                  <a:lnTo>
                    <a:pt x="96735" y="71170"/>
                  </a:lnTo>
                  <a:lnTo>
                    <a:pt x="96735" y="70726"/>
                  </a:lnTo>
                  <a:close/>
                </a:path>
                <a:path w="272414" h="352425">
                  <a:moveTo>
                    <a:pt x="99606" y="241528"/>
                  </a:moveTo>
                  <a:lnTo>
                    <a:pt x="98704" y="240703"/>
                  </a:lnTo>
                  <a:lnTo>
                    <a:pt x="98539" y="240563"/>
                  </a:lnTo>
                  <a:lnTo>
                    <a:pt x="98425" y="240703"/>
                  </a:lnTo>
                  <a:lnTo>
                    <a:pt x="98539" y="240487"/>
                  </a:lnTo>
                  <a:lnTo>
                    <a:pt x="98488" y="240055"/>
                  </a:lnTo>
                  <a:lnTo>
                    <a:pt x="96570" y="239191"/>
                  </a:lnTo>
                  <a:lnTo>
                    <a:pt x="95707" y="241160"/>
                  </a:lnTo>
                  <a:lnTo>
                    <a:pt x="96634" y="243090"/>
                  </a:lnTo>
                  <a:lnTo>
                    <a:pt x="97409" y="243281"/>
                  </a:lnTo>
                  <a:lnTo>
                    <a:pt x="99263" y="242887"/>
                  </a:lnTo>
                  <a:lnTo>
                    <a:pt x="99606" y="241528"/>
                  </a:lnTo>
                  <a:close/>
                </a:path>
                <a:path w="272414" h="352425">
                  <a:moveTo>
                    <a:pt x="101409" y="257111"/>
                  </a:moveTo>
                  <a:lnTo>
                    <a:pt x="100012" y="256425"/>
                  </a:lnTo>
                  <a:lnTo>
                    <a:pt x="97777" y="256857"/>
                  </a:lnTo>
                  <a:lnTo>
                    <a:pt x="97015" y="257251"/>
                  </a:lnTo>
                  <a:lnTo>
                    <a:pt x="93421" y="260578"/>
                  </a:lnTo>
                  <a:lnTo>
                    <a:pt x="97878" y="264490"/>
                  </a:lnTo>
                  <a:lnTo>
                    <a:pt x="100330" y="261302"/>
                  </a:lnTo>
                  <a:lnTo>
                    <a:pt x="101028" y="260388"/>
                  </a:lnTo>
                  <a:lnTo>
                    <a:pt x="101168" y="259499"/>
                  </a:lnTo>
                  <a:lnTo>
                    <a:pt x="101409" y="257111"/>
                  </a:lnTo>
                  <a:close/>
                </a:path>
                <a:path w="272414" h="352425">
                  <a:moveTo>
                    <a:pt x="104381" y="80873"/>
                  </a:moveTo>
                  <a:lnTo>
                    <a:pt x="102743" y="76822"/>
                  </a:lnTo>
                  <a:lnTo>
                    <a:pt x="98247" y="75374"/>
                  </a:lnTo>
                  <a:lnTo>
                    <a:pt x="96659" y="75209"/>
                  </a:lnTo>
                  <a:lnTo>
                    <a:pt x="91236" y="74930"/>
                  </a:lnTo>
                  <a:lnTo>
                    <a:pt x="88531" y="78917"/>
                  </a:lnTo>
                  <a:lnTo>
                    <a:pt x="88785" y="79870"/>
                  </a:lnTo>
                  <a:lnTo>
                    <a:pt x="88214" y="79870"/>
                  </a:lnTo>
                  <a:lnTo>
                    <a:pt x="88201" y="84518"/>
                  </a:lnTo>
                  <a:lnTo>
                    <a:pt x="90068" y="84518"/>
                  </a:lnTo>
                  <a:lnTo>
                    <a:pt x="90487" y="86029"/>
                  </a:lnTo>
                  <a:lnTo>
                    <a:pt x="94564" y="87325"/>
                  </a:lnTo>
                  <a:lnTo>
                    <a:pt x="97840" y="85737"/>
                  </a:lnTo>
                  <a:lnTo>
                    <a:pt x="99314" y="85026"/>
                  </a:lnTo>
                  <a:lnTo>
                    <a:pt x="100520" y="84201"/>
                  </a:lnTo>
                  <a:lnTo>
                    <a:pt x="104381" y="80873"/>
                  </a:lnTo>
                  <a:close/>
                </a:path>
                <a:path w="272414" h="352425">
                  <a:moveTo>
                    <a:pt x="108038" y="121310"/>
                  </a:moveTo>
                  <a:lnTo>
                    <a:pt x="106921" y="117563"/>
                  </a:lnTo>
                  <a:lnTo>
                    <a:pt x="106718" y="116865"/>
                  </a:lnTo>
                  <a:lnTo>
                    <a:pt x="106540" y="116433"/>
                  </a:lnTo>
                  <a:lnTo>
                    <a:pt x="105422" y="114744"/>
                  </a:lnTo>
                  <a:lnTo>
                    <a:pt x="103962" y="114744"/>
                  </a:lnTo>
                  <a:lnTo>
                    <a:pt x="103225" y="115824"/>
                  </a:lnTo>
                  <a:lnTo>
                    <a:pt x="102831" y="116433"/>
                  </a:lnTo>
                  <a:lnTo>
                    <a:pt x="102666" y="116865"/>
                  </a:lnTo>
                  <a:lnTo>
                    <a:pt x="101358" y="121297"/>
                  </a:lnTo>
                  <a:lnTo>
                    <a:pt x="108038" y="121310"/>
                  </a:lnTo>
                  <a:close/>
                </a:path>
                <a:path w="272414" h="352425">
                  <a:moveTo>
                    <a:pt x="114198" y="79095"/>
                  </a:moveTo>
                  <a:lnTo>
                    <a:pt x="110172" y="79095"/>
                  </a:lnTo>
                  <a:lnTo>
                    <a:pt x="111188" y="81280"/>
                  </a:lnTo>
                  <a:lnTo>
                    <a:pt x="111277" y="81483"/>
                  </a:lnTo>
                  <a:lnTo>
                    <a:pt x="111366" y="81673"/>
                  </a:lnTo>
                  <a:lnTo>
                    <a:pt x="111455" y="81864"/>
                  </a:lnTo>
                  <a:lnTo>
                    <a:pt x="111709" y="82423"/>
                  </a:lnTo>
                  <a:lnTo>
                    <a:pt x="112661" y="82423"/>
                  </a:lnTo>
                  <a:lnTo>
                    <a:pt x="112915" y="81864"/>
                  </a:lnTo>
                  <a:lnTo>
                    <a:pt x="113106" y="81483"/>
                  </a:lnTo>
                  <a:lnTo>
                    <a:pt x="113182" y="81280"/>
                  </a:lnTo>
                  <a:lnTo>
                    <a:pt x="114198" y="79095"/>
                  </a:lnTo>
                  <a:close/>
                </a:path>
                <a:path w="272414" h="352425">
                  <a:moveTo>
                    <a:pt x="117487" y="92735"/>
                  </a:moveTo>
                  <a:lnTo>
                    <a:pt x="109880" y="92735"/>
                  </a:lnTo>
                  <a:lnTo>
                    <a:pt x="109880" y="98640"/>
                  </a:lnTo>
                  <a:lnTo>
                    <a:pt x="113690" y="98640"/>
                  </a:lnTo>
                  <a:lnTo>
                    <a:pt x="117487" y="98640"/>
                  </a:lnTo>
                  <a:lnTo>
                    <a:pt x="117487" y="92735"/>
                  </a:lnTo>
                  <a:close/>
                </a:path>
                <a:path w="272414" h="352425">
                  <a:moveTo>
                    <a:pt x="120408" y="246583"/>
                  </a:moveTo>
                  <a:lnTo>
                    <a:pt x="118960" y="246583"/>
                  </a:lnTo>
                  <a:lnTo>
                    <a:pt x="118960" y="247700"/>
                  </a:lnTo>
                  <a:lnTo>
                    <a:pt x="119684" y="247700"/>
                  </a:lnTo>
                  <a:lnTo>
                    <a:pt x="120408" y="247700"/>
                  </a:lnTo>
                  <a:lnTo>
                    <a:pt x="120408" y="246583"/>
                  </a:lnTo>
                  <a:close/>
                </a:path>
                <a:path w="272414" h="352425">
                  <a:moveTo>
                    <a:pt x="123837" y="263740"/>
                  </a:moveTo>
                  <a:lnTo>
                    <a:pt x="122872" y="262382"/>
                  </a:lnTo>
                  <a:lnTo>
                    <a:pt x="120688" y="261772"/>
                  </a:lnTo>
                  <a:lnTo>
                    <a:pt x="119913" y="261835"/>
                  </a:lnTo>
                  <a:lnTo>
                    <a:pt x="114198" y="263080"/>
                  </a:lnTo>
                  <a:lnTo>
                    <a:pt x="117690" y="270840"/>
                  </a:lnTo>
                  <a:lnTo>
                    <a:pt x="121831" y="267246"/>
                  </a:lnTo>
                  <a:lnTo>
                    <a:pt x="122656" y="266534"/>
                  </a:lnTo>
                  <a:lnTo>
                    <a:pt x="122999" y="265912"/>
                  </a:lnTo>
                  <a:lnTo>
                    <a:pt x="123837" y="263740"/>
                  </a:lnTo>
                  <a:close/>
                </a:path>
                <a:path w="272414" h="352425">
                  <a:moveTo>
                    <a:pt x="135064" y="88900"/>
                  </a:moveTo>
                  <a:lnTo>
                    <a:pt x="125298" y="88900"/>
                  </a:lnTo>
                  <a:lnTo>
                    <a:pt x="125285" y="96481"/>
                  </a:lnTo>
                  <a:lnTo>
                    <a:pt x="130175" y="96481"/>
                  </a:lnTo>
                  <a:lnTo>
                    <a:pt x="135064" y="96481"/>
                  </a:lnTo>
                  <a:lnTo>
                    <a:pt x="135064" y="88900"/>
                  </a:lnTo>
                  <a:close/>
                </a:path>
                <a:path w="272414" h="352425">
                  <a:moveTo>
                    <a:pt x="137706" y="121818"/>
                  </a:moveTo>
                  <a:lnTo>
                    <a:pt x="136956" y="119265"/>
                  </a:lnTo>
                  <a:lnTo>
                    <a:pt x="136893" y="119024"/>
                  </a:lnTo>
                  <a:lnTo>
                    <a:pt x="136817" y="118795"/>
                  </a:lnTo>
                  <a:lnTo>
                    <a:pt x="136372" y="117259"/>
                  </a:lnTo>
                  <a:lnTo>
                    <a:pt x="134493" y="117259"/>
                  </a:lnTo>
                  <a:lnTo>
                    <a:pt x="134035" y="118795"/>
                  </a:lnTo>
                  <a:lnTo>
                    <a:pt x="133972" y="119024"/>
                  </a:lnTo>
                  <a:lnTo>
                    <a:pt x="133159" y="121805"/>
                  </a:lnTo>
                  <a:lnTo>
                    <a:pt x="137706" y="121818"/>
                  </a:lnTo>
                  <a:close/>
                </a:path>
                <a:path w="272414" h="352425">
                  <a:moveTo>
                    <a:pt x="140208" y="64414"/>
                  </a:moveTo>
                  <a:lnTo>
                    <a:pt x="140030" y="63449"/>
                  </a:lnTo>
                  <a:lnTo>
                    <a:pt x="139306" y="60477"/>
                  </a:lnTo>
                  <a:lnTo>
                    <a:pt x="137350" y="60248"/>
                  </a:lnTo>
                  <a:lnTo>
                    <a:pt x="135064" y="62128"/>
                  </a:lnTo>
                  <a:lnTo>
                    <a:pt x="134543" y="62788"/>
                  </a:lnTo>
                  <a:lnTo>
                    <a:pt x="132867" y="67767"/>
                  </a:lnTo>
                  <a:lnTo>
                    <a:pt x="138595" y="69342"/>
                  </a:lnTo>
                  <a:lnTo>
                    <a:pt x="139776" y="65735"/>
                  </a:lnTo>
                  <a:lnTo>
                    <a:pt x="140208" y="64414"/>
                  </a:lnTo>
                  <a:close/>
                </a:path>
                <a:path w="272414" h="352425">
                  <a:moveTo>
                    <a:pt x="143217" y="105956"/>
                  </a:moveTo>
                  <a:lnTo>
                    <a:pt x="142633" y="105956"/>
                  </a:lnTo>
                  <a:lnTo>
                    <a:pt x="142633" y="106413"/>
                  </a:lnTo>
                  <a:lnTo>
                    <a:pt x="142925" y="106413"/>
                  </a:lnTo>
                  <a:lnTo>
                    <a:pt x="143217" y="106413"/>
                  </a:lnTo>
                  <a:lnTo>
                    <a:pt x="143217" y="105956"/>
                  </a:lnTo>
                  <a:close/>
                </a:path>
                <a:path w="272414" h="352425">
                  <a:moveTo>
                    <a:pt x="162013" y="41617"/>
                  </a:moveTo>
                  <a:lnTo>
                    <a:pt x="159829" y="41617"/>
                  </a:lnTo>
                  <a:lnTo>
                    <a:pt x="159829" y="43307"/>
                  </a:lnTo>
                  <a:lnTo>
                    <a:pt x="160921" y="43307"/>
                  </a:lnTo>
                  <a:lnTo>
                    <a:pt x="162013" y="43307"/>
                  </a:lnTo>
                  <a:lnTo>
                    <a:pt x="162013" y="41617"/>
                  </a:lnTo>
                  <a:close/>
                </a:path>
                <a:path w="272414" h="352425">
                  <a:moveTo>
                    <a:pt x="177342" y="36487"/>
                  </a:moveTo>
                  <a:lnTo>
                    <a:pt x="175133" y="34290"/>
                  </a:lnTo>
                  <a:lnTo>
                    <a:pt x="172275" y="36055"/>
                  </a:lnTo>
                  <a:lnTo>
                    <a:pt x="167627" y="39712"/>
                  </a:lnTo>
                  <a:lnTo>
                    <a:pt x="171907" y="44005"/>
                  </a:lnTo>
                  <a:lnTo>
                    <a:pt x="174028" y="41325"/>
                  </a:lnTo>
                  <a:lnTo>
                    <a:pt x="175564" y="39357"/>
                  </a:lnTo>
                  <a:lnTo>
                    <a:pt x="177342" y="36487"/>
                  </a:lnTo>
                  <a:close/>
                </a:path>
                <a:path w="272414" h="352425">
                  <a:moveTo>
                    <a:pt x="185204" y="39230"/>
                  </a:moveTo>
                  <a:lnTo>
                    <a:pt x="184619" y="39230"/>
                  </a:lnTo>
                  <a:lnTo>
                    <a:pt x="184619" y="39687"/>
                  </a:lnTo>
                  <a:lnTo>
                    <a:pt x="184912" y="39687"/>
                  </a:lnTo>
                  <a:lnTo>
                    <a:pt x="185204" y="39687"/>
                  </a:lnTo>
                  <a:lnTo>
                    <a:pt x="185204" y="39230"/>
                  </a:lnTo>
                  <a:close/>
                </a:path>
                <a:path w="272414" h="352425">
                  <a:moveTo>
                    <a:pt x="204266" y="22059"/>
                  </a:moveTo>
                  <a:lnTo>
                    <a:pt x="198526" y="12750"/>
                  </a:lnTo>
                  <a:lnTo>
                    <a:pt x="189420" y="16598"/>
                  </a:lnTo>
                  <a:lnTo>
                    <a:pt x="190284" y="24650"/>
                  </a:lnTo>
                  <a:lnTo>
                    <a:pt x="191935" y="26924"/>
                  </a:lnTo>
                  <a:lnTo>
                    <a:pt x="194665" y="26860"/>
                  </a:lnTo>
                  <a:lnTo>
                    <a:pt x="198386" y="26758"/>
                  </a:lnTo>
                  <a:lnTo>
                    <a:pt x="204266" y="22059"/>
                  </a:lnTo>
                  <a:close/>
                </a:path>
                <a:path w="272414" h="352425">
                  <a:moveTo>
                    <a:pt x="227431" y="12725"/>
                  </a:moveTo>
                  <a:lnTo>
                    <a:pt x="220370" y="12725"/>
                  </a:lnTo>
                  <a:lnTo>
                    <a:pt x="220370" y="18211"/>
                  </a:lnTo>
                  <a:lnTo>
                    <a:pt x="223901" y="18211"/>
                  </a:lnTo>
                  <a:lnTo>
                    <a:pt x="227431" y="18211"/>
                  </a:lnTo>
                  <a:lnTo>
                    <a:pt x="227431" y="12725"/>
                  </a:lnTo>
                  <a:close/>
                </a:path>
                <a:path w="272414" h="352425">
                  <a:moveTo>
                    <a:pt x="236918" y="8026"/>
                  </a:moveTo>
                  <a:lnTo>
                    <a:pt x="235877" y="7874"/>
                  </a:lnTo>
                  <a:lnTo>
                    <a:pt x="235635" y="7835"/>
                  </a:lnTo>
                  <a:lnTo>
                    <a:pt x="233870" y="7594"/>
                  </a:lnTo>
                  <a:lnTo>
                    <a:pt x="233857" y="9855"/>
                  </a:lnTo>
                  <a:lnTo>
                    <a:pt x="235394" y="9639"/>
                  </a:lnTo>
                  <a:lnTo>
                    <a:pt x="235877" y="9575"/>
                  </a:lnTo>
                  <a:lnTo>
                    <a:pt x="236118" y="9525"/>
                  </a:lnTo>
                  <a:lnTo>
                    <a:pt x="236918" y="9410"/>
                  </a:lnTo>
                  <a:lnTo>
                    <a:pt x="236918" y="8026"/>
                  </a:lnTo>
                  <a:close/>
                </a:path>
                <a:path w="272414" h="352425">
                  <a:moveTo>
                    <a:pt x="251180" y="52730"/>
                  </a:moveTo>
                  <a:lnTo>
                    <a:pt x="250596" y="52730"/>
                  </a:lnTo>
                  <a:lnTo>
                    <a:pt x="250596" y="53174"/>
                  </a:lnTo>
                  <a:lnTo>
                    <a:pt x="250888" y="53174"/>
                  </a:lnTo>
                  <a:lnTo>
                    <a:pt x="251180" y="53174"/>
                  </a:lnTo>
                  <a:lnTo>
                    <a:pt x="251180" y="52730"/>
                  </a:lnTo>
                  <a:close/>
                </a:path>
                <a:path w="272414" h="352425">
                  <a:moveTo>
                    <a:pt x="252437" y="2781"/>
                  </a:moveTo>
                  <a:lnTo>
                    <a:pt x="249631" y="0"/>
                  </a:lnTo>
                  <a:lnTo>
                    <a:pt x="246748" y="1181"/>
                  </a:lnTo>
                  <a:lnTo>
                    <a:pt x="246748" y="5753"/>
                  </a:lnTo>
                  <a:lnTo>
                    <a:pt x="249631" y="6934"/>
                  </a:lnTo>
                  <a:lnTo>
                    <a:pt x="251256" y="5334"/>
                  </a:lnTo>
                  <a:lnTo>
                    <a:pt x="252437" y="4165"/>
                  </a:lnTo>
                  <a:lnTo>
                    <a:pt x="252437" y="2781"/>
                  </a:lnTo>
                  <a:close/>
                </a:path>
                <a:path w="272414" h="352425">
                  <a:moveTo>
                    <a:pt x="255016" y="96659"/>
                  </a:moveTo>
                  <a:lnTo>
                    <a:pt x="252755" y="96647"/>
                  </a:lnTo>
                  <a:lnTo>
                    <a:pt x="252971" y="98196"/>
                  </a:lnTo>
                  <a:lnTo>
                    <a:pt x="253034" y="98666"/>
                  </a:lnTo>
                  <a:lnTo>
                    <a:pt x="253072" y="98907"/>
                  </a:lnTo>
                  <a:lnTo>
                    <a:pt x="253187" y="99720"/>
                  </a:lnTo>
                  <a:lnTo>
                    <a:pt x="254584" y="99720"/>
                  </a:lnTo>
                  <a:lnTo>
                    <a:pt x="254736" y="98666"/>
                  </a:lnTo>
                  <a:lnTo>
                    <a:pt x="254774" y="98437"/>
                  </a:lnTo>
                  <a:lnTo>
                    <a:pt x="255016" y="96659"/>
                  </a:lnTo>
                  <a:close/>
                </a:path>
                <a:path w="272414" h="352425">
                  <a:moveTo>
                    <a:pt x="256057" y="91732"/>
                  </a:moveTo>
                  <a:lnTo>
                    <a:pt x="254939" y="91567"/>
                  </a:lnTo>
                  <a:lnTo>
                    <a:pt x="254698" y="91541"/>
                  </a:lnTo>
                  <a:lnTo>
                    <a:pt x="254457" y="91503"/>
                  </a:lnTo>
                  <a:lnTo>
                    <a:pt x="252183" y="91186"/>
                  </a:lnTo>
                  <a:lnTo>
                    <a:pt x="252171" y="94195"/>
                  </a:lnTo>
                  <a:lnTo>
                    <a:pt x="256057" y="93649"/>
                  </a:lnTo>
                  <a:lnTo>
                    <a:pt x="256057" y="91732"/>
                  </a:lnTo>
                  <a:close/>
                </a:path>
                <a:path w="272414" h="352425">
                  <a:moveTo>
                    <a:pt x="260032" y="124777"/>
                  </a:moveTo>
                  <a:lnTo>
                    <a:pt x="259981" y="124155"/>
                  </a:lnTo>
                  <a:lnTo>
                    <a:pt x="259029" y="121831"/>
                  </a:lnTo>
                  <a:lnTo>
                    <a:pt x="257759" y="120904"/>
                  </a:lnTo>
                  <a:lnTo>
                    <a:pt x="254889" y="121564"/>
                  </a:lnTo>
                  <a:lnTo>
                    <a:pt x="254165" y="122110"/>
                  </a:lnTo>
                  <a:lnTo>
                    <a:pt x="251206" y="124739"/>
                  </a:lnTo>
                  <a:lnTo>
                    <a:pt x="252158" y="128193"/>
                  </a:lnTo>
                  <a:lnTo>
                    <a:pt x="257263" y="130352"/>
                  </a:lnTo>
                  <a:lnTo>
                    <a:pt x="259676" y="128333"/>
                  </a:lnTo>
                  <a:lnTo>
                    <a:pt x="259956" y="125641"/>
                  </a:lnTo>
                  <a:lnTo>
                    <a:pt x="260032" y="124777"/>
                  </a:lnTo>
                  <a:close/>
                </a:path>
                <a:path w="272414" h="352425">
                  <a:moveTo>
                    <a:pt x="260858" y="117894"/>
                  </a:moveTo>
                  <a:lnTo>
                    <a:pt x="260413" y="117894"/>
                  </a:lnTo>
                  <a:lnTo>
                    <a:pt x="260413" y="119227"/>
                  </a:lnTo>
                  <a:lnTo>
                    <a:pt x="260858" y="119227"/>
                  </a:lnTo>
                  <a:lnTo>
                    <a:pt x="260858" y="118935"/>
                  </a:lnTo>
                  <a:lnTo>
                    <a:pt x="260858" y="117894"/>
                  </a:lnTo>
                  <a:close/>
                </a:path>
                <a:path w="272414" h="352425">
                  <a:moveTo>
                    <a:pt x="264020" y="77482"/>
                  </a:moveTo>
                  <a:lnTo>
                    <a:pt x="263804" y="75946"/>
                  </a:lnTo>
                  <a:lnTo>
                    <a:pt x="263740" y="75463"/>
                  </a:lnTo>
                  <a:lnTo>
                    <a:pt x="263690" y="75222"/>
                  </a:lnTo>
                  <a:lnTo>
                    <a:pt x="263575" y="74409"/>
                  </a:lnTo>
                  <a:lnTo>
                    <a:pt x="262191" y="74409"/>
                  </a:lnTo>
                  <a:lnTo>
                    <a:pt x="262039" y="75463"/>
                  </a:lnTo>
                  <a:lnTo>
                    <a:pt x="262001" y="75704"/>
                  </a:lnTo>
                  <a:lnTo>
                    <a:pt x="261759" y="77470"/>
                  </a:lnTo>
                  <a:lnTo>
                    <a:pt x="264020" y="77482"/>
                  </a:lnTo>
                  <a:close/>
                </a:path>
                <a:path w="272414" h="352425">
                  <a:moveTo>
                    <a:pt x="270586" y="41554"/>
                  </a:moveTo>
                  <a:lnTo>
                    <a:pt x="266941" y="40195"/>
                  </a:lnTo>
                  <a:lnTo>
                    <a:pt x="262661" y="45173"/>
                  </a:lnTo>
                  <a:lnTo>
                    <a:pt x="260896" y="49161"/>
                  </a:lnTo>
                  <a:lnTo>
                    <a:pt x="261188" y="51422"/>
                  </a:lnTo>
                  <a:lnTo>
                    <a:pt x="264807" y="53530"/>
                  </a:lnTo>
                  <a:lnTo>
                    <a:pt x="267627" y="53098"/>
                  </a:lnTo>
                  <a:lnTo>
                    <a:pt x="268478" y="51168"/>
                  </a:lnTo>
                  <a:lnTo>
                    <a:pt x="269544" y="48768"/>
                  </a:lnTo>
                  <a:lnTo>
                    <a:pt x="269951" y="46558"/>
                  </a:lnTo>
                  <a:lnTo>
                    <a:pt x="270586" y="41554"/>
                  </a:lnTo>
                  <a:close/>
                </a:path>
                <a:path w="272414" h="352425">
                  <a:moveTo>
                    <a:pt x="272148" y="18630"/>
                  </a:moveTo>
                  <a:lnTo>
                    <a:pt x="268579" y="17170"/>
                  </a:lnTo>
                  <a:lnTo>
                    <a:pt x="266573" y="19151"/>
                  </a:lnTo>
                  <a:lnTo>
                    <a:pt x="265150" y="20574"/>
                  </a:lnTo>
                  <a:lnTo>
                    <a:pt x="265150" y="22364"/>
                  </a:lnTo>
                  <a:lnTo>
                    <a:pt x="268592" y="25768"/>
                  </a:lnTo>
                  <a:lnTo>
                    <a:pt x="272148" y="24307"/>
                  </a:lnTo>
                  <a:lnTo>
                    <a:pt x="272148" y="1863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609572" y="7553749"/>
              <a:ext cx="753110" cy="556260"/>
            </a:xfrm>
            <a:custGeom>
              <a:avLst/>
              <a:gdLst/>
              <a:ahLst/>
              <a:cxnLst/>
              <a:rect l="l" t="t" r="r" b="b"/>
              <a:pathLst>
                <a:path w="753110" h="556259">
                  <a:moveTo>
                    <a:pt x="11214" y="502678"/>
                  </a:moveTo>
                  <a:close/>
                </a:path>
                <a:path w="753110" h="556259">
                  <a:moveTo>
                    <a:pt x="11811" y="551611"/>
                  </a:moveTo>
                  <a:lnTo>
                    <a:pt x="11442" y="548728"/>
                  </a:lnTo>
                  <a:lnTo>
                    <a:pt x="10998" y="545198"/>
                  </a:lnTo>
                  <a:lnTo>
                    <a:pt x="9118" y="543788"/>
                  </a:lnTo>
                  <a:lnTo>
                    <a:pt x="5168" y="545934"/>
                  </a:lnTo>
                  <a:lnTo>
                    <a:pt x="4635" y="545960"/>
                  </a:lnTo>
                  <a:lnTo>
                    <a:pt x="3581" y="546798"/>
                  </a:lnTo>
                  <a:lnTo>
                    <a:pt x="3429" y="546874"/>
                  </a:lnTo>
                  <a:lnTo>
                    <a:pt x="2755" y="547446"/>
                  </a:lnTo>
                  <a:lnTo>
                    <a:pt x="0" y="549605"/>
                  </a:lnTo>
                  <a:lnTo>
                    <a:pt x="101" y="552831"/>
                  </a:lnTo>
                  <a:lnTo>
                    <a:pt x="647" y="554126"/>
                  </a:lnTo>
                  <a:lnTo>
                    <a:pt x="4051" y="555650"/>
                  </a:lnTo>
                  <a:lnTo>
                    <a:pt x="5511" y="554901"/>
                  </a:lnTo>
                  <a:lnTo>
                    <a:pt x="9702" y="552564"/>
                  </a:lnTo>
                  <a:lnTo>
                    <a:pt x="11811" y="551611"/>
                  </a:lnTo>
                  <a:close/>
                </a:path>
                <a:path w="753110" h="556259">
                  <a:moveTo>
                    <a:pt x="12522" y="500697"/>
                  </a:moveTo>
                  <a:close/>
                </a:path>
                <a:path w="753110" h="556259">
                  <a:moveTo>
                    <a:pt x="27622" y="535901"/>
                  </a:moveTo>
                  <a:lnTo>
                    <a:pt x="26009" y="531050"/>
                  </a:lnTo>
                  <a:lnTo>
                    <a:pt x="22745" y="530377"/>
                  </a:lnTo>
                  <a:lnTo>
                    <a:pt x="21551" y="528967"/>
                  </a:lnTo>
                  <a:lnTo>
                    <a:pt x="18872" y="528662"/>
                  </a:lnTo>
                  <a:lnTo>
                    <a:pt x="16535" y="529691"/>
                  </a:lnTo>
                  <a:lnTo>
                    <a:pt x="20789" y="527443"/>
                  </a:lnTo>
                  <a:lnTo>
                    <a:pt x="21742" y="520344"/>
                  </a:lnTo>
                  <a:lnTo>
                    <a:pt x="22059" y="518058"/>
                  </a:lnTo>
                  <a:lnTo>
                    <a:pt x="20218" y="515988"/>
                  </a:lnTo>
                  <a:lnTo>
                    <a:pt x="20218" y="520344"/>
                  </a:lnTo>
                  <a:lnTo>
                    <a:pt x="19354" y="517156"/>
                  </a:lnTo>
                  <a:lnTo>
                    <a:pt x="19977" y="517156"/>
                  </a:lnTo>
                  <a:lnTo>
                    <a:pt x="20002" y="517474"/>
                  </a:lnTo>
                  <a:lnTo>
                    <a:pt x="19672" y="517474"/>
                  </a:lnTo>
                  <a:lnTo>
                    <a:pt x="19443" y="517474"/>
                  </a:lnTo>
                  <a:lnTo>
                    <a:pt x="20218" y="520344"/>
                  </a:lnTo>
                  <a:lnTo>
                    <a:pt x="20218" y="515988"/>
                  </a:lnTo>
                  <a:lnTo>
                    <a:pt x="18707" y="514286"/>
                  </a:lnTo>
                  <a:lnTo>
                    <a:pt x="18529" y="514007"/>
                  </a:lnTo>
                  <a:lnTo>
                    <a:pt x="17386" y="512330"/>
                  </a:lnTo>
                  <a:lnTo>
                    <a:pt x="13474" y="512711"/>
                  </a:lnTo>
                  <a:lnTo>
                    <a:pt x="17373" y="509739"/>
                  </a:lnTo>
                  <a:lnTo>
                    <a:pt x="19507" y="508114"/>
                  </a:lnTo>
                  <a:lnTo>
                    <a:pt x="20548" y="505637"/>
                  </a:lnTo>
                  <a:lnTo>
                    <a:pt x="21729" y="504215"/>
                  </a:lnTo>
                  <a:lnTo>
                    <a:pt x="21856" y="502793"/>
                  </a:lnTo>
                  <a:lnTo>
                    <a:pt x="21945" y="499287"/>
                  </a:lnTo>
                  <a:lnTo>
                    <a:pt x="21958" y="498906"/>
                  </a:lnTo>
                  <a:lnTo>
                    <a:pt x="15214" y="490855"/>
                  </a:lnTo>
                  <a:lnTo>
                    <a:pt x="13258" y="490918"/>
                  </a:lnTo>
                  <a:lnTo>
                    <a:pt x="13258" y="501878"/>
                  </a:lnTo>
                  <a:lnTo>
                    <a:pt x="13233" y="502145"/>
                  </a:lnTo>
                  <a:lnTo>
                    <a:pt x="13220" y="502297"/>
                  </a:lnTo>
                  <a:lnTo>
                    <a:pt x="13233" y="502145"/>
                  </a:lnTo>
                  <a:lnTo>
                    <a:pt x="13233" y="501827"/>
                  </a:lnTo>
                  <a:lnTo>
                    <a:pt x="13055" y="501383"/>
                  </a:lnTo>
                  <a:lnTo>
                    <a:pt x="13258" y="501878"/>
                  </a:lnTo>
                  <a:lnTo>
                    <a:pt x="13258" y="490918"/>
                  </a:lnTo>
                  <a:lnTo>
                    <a:pt x="13182" y="501434"/>
                  </a:lnTo>
                  <a:lnTo>
                    <a:pt x="12992" y="501142"/>
                  </a:lnTo>
                  <a:lnTo>
                    <a:pt x="12992" y="502691"/>
                  </a:lnTo>
                  <a:lnTo>
                    <a:pt x="12585" y="503097"/>
                  </a:lnTo>
                  <a:lnTo>
                    <a:pt x="12992" y="502691"/>
                  </a:lnTo>
                  <a:lnTo>
                    <a:pt x="12992" y="501142"/>
                  </a:lnTo>
                  <a:lnTo>
                    <a:pt x="12852" y="500926"/>
                  </a:lnTo>
                  <a:lnTo>
                    <a:pt x="13182" y="501434"/>
                  </a:lnTo>
                  <a:lnTo>
                    <a:pt x="13182" y="490918"/>
                  </a:lnTo>
                  <a:lnTo>
                    <a:pt x="12522" y="490931"/>
                  </a:lnTo>
                  <a:lnTo>
                    <a:pt x="12522" y="500697"/>
                  </a:lnTo>
                  <a:lnTo>
                    <a:pt x="12357" y="500646"/>
                  </a:lnTo>
                  <a:lnTo>
                    <a:pt x="11798" y="500786"/>
                  </a:lnTo>
                  <a:lnTo>
                    <a:pt x="11925" y="500735"/>
                  </a:lnTo>
                  <a:lnTo>
                    <a:pt x="12344" y="500646"/>
                  </a:lnTo>
                  <a:lnTo>
                    <a:pt x="12065" y="500659"/>
                  </a:lnTo>
                  <a:lnTo>
                    <a:pt x="12331" y="500646"/>
                  </a:lnTo>
                  <a:lnTo>
                    <a:pt x="12522" y="500697"/>
                  </a:lnTo>
                  <a:lnTo>
                    <a:pt x="12522" y="490931"/>
                  </a:lnTo>
                  <a:lnTo>
                    <a:pt x="11277" y="490969"/>
                  </a:lnTo>
                  <a:lnTo>
                    <a:pt x="11277" y="502780"/>
                  </a:lnTo>
                  <a:lnTo>
                    <a:pt x="11074" y="502450"/>
                  </a:lnTo>
                  <a:lnTo>
                    <a:pt x="10922" y="502196"/>
                  </a:lnTo>
                  <a:lnTo>
                    <a:pt x="11074" y="502437"/>
                  </a:lnTo>
                  <a:lnTo>
                    <a:pt x="11150" y="502196"/>
                  </a:lnTo>
                  <a:lnTo>
                    <a:pt x="11214" y="502640"/>
                  </a:lnTo>
                  <a:lnTo>
                    <a:pt x="11277" y="502780"/>
                  </a:lnTo>
                  <a:lnTo>
                    <a:pt x="11277" y="490969"/>
                  </a:lnTo>
                  <a:lnTo>
                    <a:pt x="8991" y="491020"/>
                  </a:lnTo>
                  <a:lnTo>
                    <a:pt x="1244" y="498233"/>
                  </a:lnTo>
                  <a:lnTo>
                    <a:pt x="647" y="504456"/>
                  </a:lnTo>
                  <a:lnTo>
                    <a:pt x="7493" y="511721"/>
                  </a:lnTo>
                  <a:lnTo>
                    <a:pt x="13462" y="512711"/>
                  </a:lnTo>
                  <a:lnTo>
                    <a:pt x="9512" y="513092"/>
                  </a:lnTo>
                  <a:lnTo>
                    <a:pt x="6197" y="515556"/>
                  </a:lnTo>
                  <a:lnTo>
                    <a:pt x="5092" y="523786"/>
                  </a:lnTo>
                  <a:lnTo>
                    <a:pt x="7899" y="528193"/>
                  </a:lnTo>
                  <a:lnTo>
                    <a:pt x="16421" y="529729"/>
                  </a:lnTo>
                  <a:lnTo>
                    <a:pt x="14973" y="530364"/>
                  </a:lnTo>
                  <a:lnTo>
                    <a:pt x="13957" y="532142"/>
                  </a:lnTo>
                  <a:lnTo>
                    <a:pt x="13550" y="536524"/>
                  </a:lnTo>
                  <a:lnTo>
                    <a:pt x="14643" y="538949"/>
                  </a:lnTo>
                  <a:lnTo>
                    <a:pt x="19291" y="542696"/>
                  </a:lnTo>
                  <a:lnTo>
                    <a:pt x="23672" y="542658"/>
                  </a:lnTo>
                  <a:lnTo>
                    <a:pt x="27622" y="535901"/>
                  </a:lnTo>
                  <a:close/>
                </a:path>
                <a:path w="753110" h="556259">
                  <a:moveTo>
                    <a:pt x="30645" y="408559"/>
                  </a:moveTo>
                  <a:lnTo>
                    <a:pt x="28905" y="405815"/>
                  </a:lnTo>
                  <a:lnTo>
                    <a:pt x="27228" y="405320"/>
                  </a:lnTo>
                  <a:lnTo>
                    <a:pt x="24396" y="406920"/>
                  </a:lnTo>
                  <a:lnTo>
                    <a:pt x="23876" y="408152"/>
                  </a:lnTo>
                  <a:lnTo>
                    <a:pt x="22059" y="411822"/>
                  </a:lnTo>
                  <a:lnTo>
                    <a:pt x="22961" y="414629"/>
                  </a:lnTo>
                  <a:lnTo>
                    <a:pt x="27978" y="416001"/>
                  </a:lnTo>
                  <a:lnTo>
                    <a:pt x="30365" y="414083"/>
                  </a:lnTo>
                  <a:lnTo>
                    <a:pt x="30441" y="411568"/>
                  </a:lnTo>
                  <a:lnTo>
                    <a:pt x="30492" y="409956"/>
                  </a:lnTo>
                  <a:lnTo>
                    <a:pt x="30645" y="408559"/>
                  </a:lnTo>
                  <a:close/>
                </a:path>
                <a:path w="753110" h="556259">
                  <a:moveTo>
                    <a:pt x="30784" y="427380"/>
                  </a:moveTo>
                  <a:lnTo>
                    <a:pt x="19380" y="427380"/>
                  </a:lnTo>
                  <a:lnTo>
                    <a:pt x="19367" y="436245"/>
                  </a:lnTo>
                  <a:lnTo>
                    <a:pt x="25082" y="436245"/>
                  </a:lnTo>
                  <a:lnTo>
                    <a:pt x="30772" y="436245"/>
                  </a:lnTo>
                  <a:lnTo>
                    <a:pt x="30784" y="427380"/>
                  </a:lnTo>
                  <a:close/>
                </a:path>
                <a:path w="753110" h="556259">
                  <a:moveTo>
                    <a:pt x="30848" y="450443"/>
                  </a:moveTo>
                  <a:lnTo>
                    <a:pt x="26225" y="449300"/>
                  </a:lnTo>
                  <a:lnTo>
                    <a:pt x="18148" y="455942"/>
                  </a:lnTo>
                  <a:lnTo>
                    <a:pt x="19710" y="460946"/>
                  </a:lnTo>
                  <a:lnTo>
                    <a:pt x="26619" y="463867"/>
                  </a:lnTo>
                  <a:lnTo>
                    <a:pt x="30391" y="461175"/>
                  </a:lnTo>
                  <a:lnTo>
                    <a:pt x="30556" y="457301"/>
                  </a:lnTo>
                  <a:lnTo>
                    <a:pt x="30848" y="450443"/>
                  </a:lnTo>
                  <a:close/>
                </a:path>
                <a:path w="753110" h="556259">
                  <a:moveTo>
                    <a:pt x="31216" y="491794"/>
                  </a:moveTo>
                  <a:lnTo>
                    <a:pt x="31203" y="490766"/>
                  </a:lnTo>
                  <a:lnTo>
                    <a:pt x="30962" y="489521"/>
                  </a:lnTo>
                  <a:lnTo>
                    <a:pt x="30937" y="489381"/>
                  </a:lnTo>
                  <a:lnTo>
                    <a:pt x="29908" y="488886"/>
                  </a:lnTo>
                  <a:lnTo>
                    <a:pt x="30327" y="489521"/>
                  </a:lnTo>
                  <a:lnTo>
                    <a:pt x="29794" y="488835"/>
                  </a:lnTo>
                  <a:lnTo>
                    <a:pt x="28702" y="487464"/>
                  </a:lnTo>
                  <a:lnTo>
                    <a:pt x="25107" y="484619"/>
                  </a:lnTo>
                  <a:lnTo>
                    <a:pt x="21501" y="486016"/>
                  </a:lnTo>
                  <a:lnTo>
                    <a:pt x="21196" y="489381"/>
                  </a:lnTo>
                  <a:lnTo>
                    <a:pt x="21094" y="491794"/>
                  </a:lnTo>
                  <a:lnTo>
                    <a:pt x="22123" y="495350"/>
                  </a:lnTo>
                  <a:lnTo>
                    <a:pt x="24790" y="497090"/>
                  </a:lnTo>
                  <a:lnTo>
                    <a:pt x="29032" y="495706"/>
                  </a:lnTo>
                  <a:lnTo>
                    <a:pt x="30556" y="494601"/>
                  </a:lnTo>
                  <a:lnTo>
                    <a:pt x="31216" y="491794"/>
                  </a:lnTo>
                  <a:close/>
                </a:path>
                <a:path w="753110" h="556259">
                  <a:moveTo>
                    <a:pt x="43408" y="512749"/>
                  </a:moveTo>
                  <a:lnTo>
                    <a:pt x="43103" y="512445"/>
                  </a:lnTo>
                  <a:lnTo>
                    <a:pt x="42418" y="513143"/>
                  </a:lnTo>
                  <a:lnTo>
                    <a:pt x="42176" y="513397"/>
                  </a:lnTo>
                  <a:lnTo>
                    <a:pt x="41973" y="513588"/>
                  </a:lnTo>
                  <a:lnTo>
                    <a:pt x="42278" y="513880"/>
                  </a:lnTo>
                  <a:lnTo>
                    <a:pt x="42468" y="513689"/>
                  </a:lnTo>
                  <a:lnTo>
                    <a:pt x="43408" y="512749"/>
                  </a:lnTo>
                  <a:close/>
                </a:path>
                <a:path w="753110" h="556259">
                  <a:moveTo>
                    <a:pt x="52539" y="508838"/>
                  </a:moveTo>
                  <a:lnTo>
                    <a:pt x="50088" y="508838"/>
                  </a:lnTo>
                  <a:lnTo>
                    <a:pt x="50088" y="510743"/>
                  </a:lnTo>
                  <a:lnTo>
                    <a:pt x="51320" y="510743"/>
                  </a:lnTo>
                  <a:lnTo>
                    <a:pt x="52539" y="510743"/>
                  </a:lnTo>
                  <a:lnTo>
                    <a:pt x="52539" y="508838"/>
                  </a:lnTo>
                  <a:close/>
                </a:path>
                <a:path w="753110" h="556259">
                  <a:moveTo>
                    <a:pt x="53682" y="486702"/>
                  </a:moveTo>
                  <a:lnTo>
                    <a:pt x="45834" y="486702"/>
                  </a:lnTo>
                  <a:lnTo>
                    <a:pt x="50507" y="484746"/>
                  </a:lnTo>
                  <a:lnTo>
                    <a:pt x="49949" y="480555"/>
                  </a:lnTo>
                  <a:lnTo>
                    <a:pt x="49364" y="476199"/>
                  </a:lnTo>
                  <a:lnTo>
                    <a:pt x="46037" y="473595"/>
                  </a:lnTo>
                  <a:lnTo>
                    <a:pt x="38290" y="477862"/>
                  </a:lnTo>
                  <a:lnTo>
                    <a:pt x="38442" y="483184"/>
                  </a:lnTo>
                  <a:lnTo>
                    <a:pt x="44450" y="486714"/>
                  </a:lnTo>
                  <a:lnTo>
                    <a:pt x="44450" y="493877"/>
                  </a:lnTo>
                  <a:lnTo>
                    <a:pt x="49072" y="493877"/>
                  </a:lnTo>
                  <a:lnTo>
                    <a:pt x="53682" y="493877"/>
                  </a:lnTo>
                  <a:lnTo>
                    <a:pt x="53682" y="486702"/>
                  </a:lnTo>
                  <a:close/>
                </a:path>
                <a:path w="753110" h="556259">
                  <a:moveTo>
                    <a:pt x="485978" y="370255"/>
                  </a:moveTo>
                  <a:lnTo>
                    <a:pt x="484136" y="366280"/>
                  </a:lnTo>
                  <a:lnTo>
                    <a:pt x="483323" y="364515"/>
                  </a:lnTo>
                  <a:lnTo>
                    <a:pt x="481304" y="364515"/>
                  </a:lnTo>
                  <a:lnTo>
                    <a:pt x="478663" y="370255"/>
                  </a:lnTo>
                  <a:lnTo>
                    <a:pt x="485978" y="370255"/>
                  </a:lnTo>
                  <a:close/>
                </a:path>
                <a:path w="753110" h="556259">
                  <a:moveTo>
                    <a:pt x="493318" y="488797"/>
                  </a:moveTo>
                  <a:lnTo>
                    <a:pt x="488797" y="488073"/>
                  </a:lnTo>
                  <a:lnTo>
                    <a:pt x="486270" y="487680"/>
                  </a:lnTo>
                  <a:lnTo>
                    <a:pt x="484720" y="488035"/>
                  </a:lnTo>
                  <a:lnTo>
                    <a:pt x="481545" y="493953"/>
                  </a:lnTo>
                  <a:lnTo>
                    <a:pt x="485267" y="498589"/>
                  </a:lnTo>
                  <a:lnTo>
                    <a:pt x="492899" y="495223"/>
                  </a:lnTo>
                  <a:lnTo>
                    <a:pt x="493318" y="488797"/>
                  </a:lnTo>
                  <a:close/>
                </a:path>
                <a:path w="753110" h="556259">
                  <a:moveTo>
                    <a:pt x="502767" y="507631"/>
                  </a:moveTo>
                  <a:lnTo>
                    <a:pt x="500214" y="505079"/>
                  </a:lnTo>
                  <a:lnTo>
                    <a:pt x="492099" y="507961"/>
                  </a:lnTo>
                  <a:lnTo>
                    <a:pt x="490677" y="511962"/>
                  </a:lnTo>
                  <a:lnTo>
                    <a:pt x="495884" y="517169"/>
                  </a:lnTo>
                  <a:lnTo>
                    <a:pt x="499897" y="515734"/>
                  </a:lnTo>
                  <a:lnTo>
                    <a:pt x="501040" y="512521"/>
                  </a:lnTo>
                  <a:lnTo>
                    <a:pt x="502767" y="507631"/>
                  </a:lnTo>
                  <a:close/>
                </a:path>
                <a:path w="753110" h="556259">
                  <a:moveTo>
                    <a:pt x="513740" y="434289"/>
                  </a:moveTo>
                  <a:lnTo>
                    <a:pt x="512381" y="434289"/>
                  </a:lnTo>
                  <a:lnTo>
                    <a:pt x="512381" y="435343"/>
                  </a:lnTo>
                  <a:lnTo>
                    <a:pt x="513054" y="435343"/>
                  </a:lnTo>
                  <a:lnTo>
                    <a:pt x="513740" y="435343"/>
                  </a:lnTo>
                  <a:lnTo>
                    <a:pt x="513740" y="434289"/>
                  </a:lnTo>
                  <a:close/>
                </a:path>
                <a:path w="753110" h="556259">
                  <a:moveTo>
                    <a:pt x="517664" y="475056"/>
                  </a:moveTo>
                  <a:lnTo>
                    <a:pt x="514807" y="472262"/>
                  </a:lnTo>
                  <a:lnTo>
                    <a:pt x="514896" y="472135"/>
                  </a:lnTo>
                  <a:lnTo>
                    <a:pt x="514350" y="471817"/>
                  </a:lnTo>
                  <a:lnTo>
                    <a:pt x="512203" y="469722"/>
                  </a:lnTo>
                  <a:lnTo>
                    <a:pt x="510273" y="469430"/>
                  </a:lnTo>
                  <a:lnTo>
                    <a:pt x="509689" y="469087"/>
                  </a:lnTo>
                  <a:lnTo>
                    <a:pt x="507453" y="467791"/>
                  </a:lnTo>
                  <a:lnTo>
                    <a:pt x="511086" y="464934"/>
                  </a:lnTo>
                  <a:lnTo>
                    <a:pt x="511454" y="460311"/>
                  </a:lnTo>
                  <a:lnTo>
                    <a:pt x="511695" y="457111"/>
                  </a:lnTo>
                  <a:lnTo>
                    <a:pt x="509765" y="454647"/>
                  </a:lnTo>
                  <a:lnTo>
                    <a:pt x="505155" y="452793"/>
                  </a:lnTo>
                  <a:lnTo>
                    <a:pt x="502691" y="453339"/>
                  </a:lnTo>
                  <a:lnTo>
                    <a:pt x="496531" y="458762"/>
                  </a:lnTo>
                  <a:lnTo>
                    <a:pt x="498208" y="464667"/>
                  </a:lnTo>
                  <a:lnTo>
                    <a:pt x="504355" y="467271"/>
                  </a:lnTo>
                  <a:lnTo>
                    <a:pt x="499630" y="476211"/>
                  </a:lnTo>
                  <a:lnTo>
                    <a:pt x="500214" y="480618"/>
                  </a:lnTo>
                  <a:lnTo>
                    <a:pt x="506564" y="486587"/>
                  </a:lnTo>
                  <a:lnTo>
                    <a:pt x="511683" y="486181"/>
                  </a:lnTo>
                  <a:lnTo>
                    <a:pt x="517347" y="480021"/>
                  </a:lnTo>
                  <a:lnTo>
                    <a:pt x="517474" y="479882"/>
                  </a:lnTo>
                  <a:lnTo>
                    <a:pt x="517499" y="479158"/>
                  </a:lnTo>
                  <a:lnTo>
                    <a:pt x="517664" y="475056"/>
                  </a:lnTo>
                  <a:close/>
                </a:path>
                <a:path w="753110" h="556259">
                  <a:moveTo>
                    <a:pt x="519722" y="507504"/>
                  </a:moveTo>
                  <a:lnTo>
                    <a:pt x="518820" y="505269"/>
                  </a:lnTo>
                  <a:lnTo>
                    <a:pt x="516877" y="500430"/>
                  </a:lnTo>
                  <a:lnTo>
                    <a:pt x="515988" y="500697"/>
                  </a:lnTo>
                  <a:lnTo>
                    <a:pt x="515988" y="503516"/>
                  </a:lnTo>
                  <a:lnTo>
                    <a:pt x="515810" y="503351"/>
                  </a:lnTo>
                  <a:lnTo>
                    <a:pt x="515988" y="503516"/>
                  </a:lnTo>
                  <a:lnTo>
                    <a:pt x="515988" y="500697"/>
                  </a:lnTo>
                  <a:lnTo>
                    <a:pt x="515810" y="500748"/>
                  </a:lnTo>
                  <a:lnTo>
                    <a:pt x="515810" y="502437"/>
                  </a:lnTo>
                  <a:lnTo>
                    <a:pt x="515099" y="502437"/>
                  </a:lnTo>
                  <a:lnTo>
                    <a:pt x="514896" y="502437"/>
                  </a:lnTo>
                  <a:lnTo>
                    <a:pt x="515061" y="502412"/>
                  </a:lnTo>
                  <a:lnTo>
                    <a:pt x="515785" y="502412"/>
                  </a:lnTo>
                  <a:lnTo>
                    <a:pt x="515810" y="500748"/>
                  </a:lnTo>
                  <a:lnTo>
                    <a:pt x="513575" y="501408"/>
                  </a:lnTo>
                  <a:lnTo>
                    <a:pt x="511390" y="501091"/>
                  </a:lnTo>
                  <a:lnTo>
                    <a:pt x="508685" y="501992"/>
                  </a:lnTo>
                  <a:lnTo>
                    <a:pt x="508571" y="502437"/>
                  </a:lnTo>
                  <a:lnTo>
                    <a:pt x="507593" y="507517"/>
                  </a:lnTo>
                  <a:lnTo>
                    <a:pt x="508838" y="509447"/>
                  </a:lnTo>
                  <a:lnTo>
                    <a:pt x="512673" y="511035"/>
                  </a:lnTo>
                  <a:lnTo>
                    <a:pt x="514134" y="510705"/>
                  </a:lnTo>
                  <a:lnTo>
                    <a:pt x="519722" y="507504"/>
                  </a:lnTo>
                  <a:close/>
                </a:path>
                <a:path w="753110" h="556259">
                  <a:moveTo>
                    <a:pt x="520954" y="409879"/>
                  </a:moveTo>
                  <a:lnTo>
                    <a:pt x="520255" y="406628"/>
                  </a:lnTo>
                  <a:lnTo>
                    <a:pt x="519214" y="401840"/>
                  </a:lnTo>
                  <a:lnTo>
                    <a:pt x="516026" y="400926"/>
                  </a:lnTo>
                  <a:lnTo>
                    <a:pt x="510743" y="407149"/>
                  </a:lnTo>
                  <a:lnTo>
                    <a:pt x="511390" y="411137"/>
                  </a:lnTo>
                  <a:lnTo>
                    <a:pt x="518198" y="413016"/>
                  </a:lnTo>
                  <a:lnTo>
                    <a:pt x="520954" y="409879"/>
                  </a:lnTo>
                  <a:close/>
                </a:path>
                <a:path w="753110" h="556259">
                  <a:moveTo>
                    <a:pt x="534581" y="520712"/>
                  </a:moveTo>
                  <a:lnTo>
                    <a:pt x="532117" y="518261"/>
                  </a:lnTo>
                  <a:lnTo>
                    <a:pt x="525640" y="518972"/>
                  </a:lnTo>
                  <a:lnTo>
                    <a:pt x="523049" y="523494"/>
                  </a:lnTo>
                  <a:lnTo>
                    <a:pt x="529323" y="529767"/>
                  </a:lnTo>
                  <a:lnTo>
                    <a:pt x="533869" y="527189"/>
                  </a:lnTo>
                  <a:lnTo>
                    <a:pt x="534289" y="523278"/>
                  </a:lnTo>
                  <a:lnTo>
                    <a:pt x="534581" y="520712"/>
                  </a:lnTo>
                  <a:close/>
                </a:path>
                <a:path w="753110" h="556259">
                  <a:moveTo>
                    <a:pt x="549236" y="539267"/>
                  </a:moveTo>
                  <a:lnTo>
                    <a:pt x="547776" y="537337"/>
                  </a:lnTo>
                  <a:lnTo>
                    <a:pt x="544017" y="535825"/>
                  </a:lnTo>
                  <a:lnTo>
                    <a:pt x="542163" y="536346"/>
                  </a:lnTo>
                  <a:lnTo>
                    <a:pt x="536892" y="540639"/>
                  </a:lnTo>
                  <a:lnTo>
                    <a:pt x="538467" y="545553"/>
                  </a:lnTo>
                  <a:lnTo>
                    <a:pt x="545261" y="548424"/>
                  </a:lnTo>
                  <a:lnTo>
                    <a:pt x="548881" y="545769"/>
                  </a:lnTo>
                  <a:lnTo>
                    <a:pt x="549084" y="541985"/>
                  </a:lnTo>
                  <a:lnTo>
                    <a:pt x="549236" y="539267"/>
                  </a:lnTo>
                  <a:close/>
                </a:path>
                <a:path w="753110" h="556259">
                  <a:moveTo>
                    <a:pt x="557542" y="510311"/>
                  </a:moveTo>
                  <a:close/>
                </a:path>
                <a:path w="753110" h="556259">
                  <a:moveTo>
                    <a:pt x="557618" y="510032"/>
                  </a:moveTo>
                  <a:lnTo>
                    <a:pt x="557441" y="509905"/>
                  </a:lnTo>
                  <a:lnTo>
                    <a:pt x="557618" y="510032"/>
                  </a:lnTo>
                  <a:close/>
                </a:path>
                <a:path w="753110" h="556259">
                  <a:moveTo>
                    <a:pt x="557860" y="510247"/>
                  </a:moveTo>
                  <a:lnTo>
                    <a:pt x="557720" y="510095"/>
                  </a:lnTo>
                  <a:lnTo>
                    <a:pt x="557644" y="510349"/>
                  </a:lnTo>
                  <a:lnTo>
                    <a:pt x="557860" y="510247"/>
                  </a:lnTo>
                  <a:close/>
                </a:path>
                <a:path w="753110" h="556259">
                  <a:moveTo>
                    <a:pt x="557911" y="510235"/>
                  </a:moveTo>
                  <a:lnTo>
                    <a:pt x="557669" y="510362"/>
                  </a:lnTo>
                  <a:lnTo>
                    <a:pt x="557898" y="510311"/>
                  </a:lnTo>
                  <a:close/>
                </a:path>
                <a:path w="753110" h="556259">
                  <a:moveTo>
                    <a:pt x="557911" y="510222"/>
                  </a:moveTo>
                  <a:lnTo>
                    <a:pt x="557784" y="510082"/>
                  </a:lnTo>
                  <a:lnTo>
                    <a:pt x="557911" y="510222"/>
                  </a:lnTo>
                  <a:close/>
                </a:path>
                <a:path w="753110" h="556259">
                  <a:moveTo>
                    <a:pt x="557936" y="510209"/>
                  </a:moveTo>
                  <a:lnTo>
                    <a:pt x="557822" y="510044"/>
                  </a:lnTo>
                  <a:lnTo>
                    <a:pt x="557936" y="510209"/>
                  </a:lnTo>
                  <a:close/>
                </a:path>
                <a:path w="753110" h="556259">
                  <a:moveTo>
                    <a:pt x="558038" y="510311"/>
                  </a:moveTo>
                  <a:lnTo>
                    <a:pt x="557898" y="510476"/>
                  </a:lnTo>
                  <a:lnTo>
                    <a:pt x="558038" y="510476"/>
                  </a:lnTo>
                  <a:lnTo>
                    <a:pt x="558038" y="510311"/>
                  </a:lnTo>
                  <a:close/>
                </a:path>
                <a:path w="753110" h="556259">
                  <a:moveTo>
                    <a:pt x="558114" y="510159"/>
                  </a:moveTo>
                  <a:lnTo>
                    <a:pt x="557987" y="510260"/>
                  </a:lnTo>
                  <a:lnTo>
                    <a:pt x="558114" y="510159"/>
                  </a:lnTo>
                  <a:close/>
                </a:path>
                <a:path w="753110" h="556259">
                  <a:moveTo>
                    <a:pt x="558228" y="510184"/>
                  </a:moveTo>
                  <a:close/>
                </a:path>
                <a:path w="753110" h="556259">
                  <a:moveTo>
                    <a:pt x="558253" y="510057"/>
                  </a:moveTo>
                  <a:close/>
                </a:path>
                <a:path w="753110" h="556259">
                  <a:moveTo>
                    <a:pt x="559828" y="544055"/>
                  </a:moveTo>
                  <a:lnTo>
                    <a:pt x="559244" y="544055"/>
                  </a:lnTo>
                  <a:lnTo>
                    <a:pt x="559244" y="544499"/>
                  </a:lnTo>
                  <a:lnTo>
                    <a:pt x="559536" y="544499"/>
                  </a:lnTo>
                  <a:lnTo>
                    <a:pt x="559828" y="544499"/>
                  </a:lnTo>
                  <a:lnTo>
                    <a:pt x="559828" y="544055"/>
                  </a:lnTo>
                  <a:close/>
                </a:path>
                <a:path w="753110" h="556259">
                  <a:moveTo>
                    <a:pt x="569633" y="506552"/>
                  </a:moveTo>
                  <a:lnTo>
                    <a:pt x="568871" y="505701"/>
                  </a:lnTo>
                  <a:lnTo>
                    <a:pt x="568833" y="510540"/>
                  </a:lnTo>
                  <a:lnTo>
                    <a:pt x="558050" y="510540"/>
                  </a:lnTo>
                  <a:lnTo>
                    <a:pt x="557834" y="510540"/>
                  </a:lnTo>
                  <a:lnTo>
                    <a:pt x="557771" y="510413"/>
                  </a:lnTo>
                  <a:lnTo>
                    <a:pt x="557644" y="510362"/>
                  </a:lnTo>
                  <a:lnTo>
                    <a:pt x="557415" y="510540"/>
                  </a:lnTo>
                  <a:lnTo>
                    <a:pt x="557301" y="510768"/>
                  </a:lnTo>
                  <a:lnTo>
                    <a:pt x="557479" y="510387"/>
                  </a:lnTo>
                  <a:lnTo>
                    <a:pt x="557568" y="510120"/>
                  </a:lnTo>
                  <a:lnTo>
                    <a:pt x="557377" y="510159"/>
                  </a:lnTo>
                  <a:lnTo>
                    <a:pt x="557149" y="510197"/>
                  </a:lnTo>
                  <a:lnTo>
                    <a:pt x="556856" y="510133"/>
                  </a:lnTo>
                  <a:lnTo>
                    <a:pt x="556691" y="510247"/>
                  </a:lnTo>
                  <a:lnTo>
                    <a:pt x="556590" y="510057"/>
                  </a:lnTo>
                  <a:lnTo>
                    <a:pt x="556653" y="510197"/>
                  </a:lnTo>
                  <a:lnTo>
                    <a:pt x="556526" y="509993"/>
                  </a:lnTo>
                  <a:lnTo>
                    <a:pt x="556564" y="510197"/>
                  </a:lnTo>
                  <a:lnTo>
                    <a:pt x="556488" y="510019"/>
                  </a:lnTo>
                  <a:lnTo>
                    <a:pt x="556348" y="510146"/>
                  </a:lnTo>
                  <a:lnTo>
                    <a:pt x="556374" y="509841"/>
                  </a:lnTo>
                  <a:lnTo>
                    <a:pt x="556412" y="509485"/>
                  </a:lnTo>
                  <a:lnTo>
                    <a:pt x="556450" y="509358"/>
                  </a:lnTo>
                  <a:lnTo>
                    <a:pt x="557517" y="508406"/>
                  </a:lnTo>
                  <a:lnTo>
                    <a:pt x="556793" y="509155"/>
                  </a:lnTo>
                  <a:lnTo>
                    <a:pt x="556514" y="509714"/>
                  </a:lnTo>
                  <a:lnTo>
                    <a:pt x="556704" y="509460"/>
                  </a:lnTo>
                  <a:lnTo>
                    <a:pt x="556615" y="510032"/>
                  </a:lnTo>
                  <a:lnTo>
                    <a:pt x="556856" y="510133"/>
                  </a:lnTo>
                  <a:lnTo>
                    <a:pt x="558012" y="509282"/>
                  </a:lnTo>
                  <a:lnTo>
                    <a:pt x="557809" y="509676"/>
                  </a:lnTo>
                  <a:lnTo>
                    <a:pt x="557695" y="509993"/>
                  </a:lnTo>
                  <a:lnTo>
                    <a:pt x="557822" y="510044"/>
                  </a:lnTo>
                  <a:lnTo>
                    <a:pt x="558038" y="510120"/>
                  </a:lnTo>
                  <a:lnTo>
                    <a:pt x="558038" y="509905"/>
                  </a:lnTo>
                  <a:lnTo>
                    <a:pt x="558279" y="510032"/>
                  </a:lnTo>
                  <a:lnTo>
                    <a:pt x="558431" y="509866"/>
                  </a:lnTo>
                  <a:lnTo>
                    <a:pt x="559219" y="509320"/>
                  </a:lnTo>
                  <a:lnTo>
                    <a:pt x="559066" y="509447"/>
                  </a:lnTo>
                  <a:lnTo>
                    <a:pt x="558482" y="509816"/>
                  </a:lnTo>
                  <a:lnTo>
                    <a:pt x="558368" y="510082"/>
                  </a:lnTo>
                  <a:lnTo>
                    <a:pt x="558228" y="510184"/>
                  </a:lnTo>
                  <a:lnTo>
                    <a:pt x="558190" y="510425"/>
                  </a:lnTo>
                  <a:lnTo>
                    <a:pt x="558063" y="510476"/>
                  </a:lnTo>
                  <a:lnTo>
                    <a:pt x="568769" y="510476"/>
                  </a:lnTo>
                  <a:lnTo>
                    <a:pt x="568833" y="505663"/>
                  </a:lnTo>
                  <a:lnTo>
                    <a:pt x="561378" y="497408"/>
                  </a:lnTo>
                  <a:lnTo>
                    <a:pt x="554101" y="498094"/>
                  </a:lnTo>
                  <a:lnTo>
                    <a:pt x="545833" y="507060"/>
                  </a:lnTo>
                  <a:lnTo>
                    <a:pt x="546519" y="514108"/>
                  </a:lnTo>
                  <a:lnTo>
                    <a:pt x="553859" y="519074"/>
                  </a:lnTo>
                  <a:lnTo>
                    <a:pt x="556590" y="519633"/>
                  </a:lnTo>
                  <a:lnTo>
                    <a:pt x="559714" y="519112"/>
                  </a:lnTo>
                  <a:lnTo>
                    <a:pt x="560933" y="519696"/>
                  </a:lnTo>
                  <a:lnTo>
                    <a:pt x="565365" y="517855"/>
                  </a:lnTo>
                  <a:lnTo>
                    <a:pt x="569493" y="513524"/>
                  </a:lnTo>
                  <a:lnTo>
                    <a:pt x="569633" y="506552"/>
                  </a:lnTo>
                  <a:close/>
                </a:path>
                <a:path w="753110" h="556259">
                  <a:moveTo>
                    <a:pt x="579272" y="469557"/>
                  </a:moveTo>
                  <a:lnTo>
                    <a:pt x="574497" y="470954"/>
                  </a:lnTo>
                  <a:lnTo>
                    <a:pt x="571195" y="471919"/>
                  </a:lnTo>
                  <a:lnTo>
                    <a:pt x="571195" y="475678"/>
                  </a:lnTo>
                  <a:lnTo>
                    <a:pt x="579247" y="478040"/>
                  </a:lnTo>
                  <a:lnTo>
                    <a:pt x="579272" y="469557"/>
                  </a:lnTo>
                  <a:close/>
                </a:path>
                <a:path w="753110" h="556259">
                  <a:moveTo>
                    <a:pt x="581507" y="505764"/>
                  </a:moveTo>
                  <a:lnTo>
                    <a:pt x="579615" y="503123"/>
                  </a:lnTo>
                  <a:lnTo>
                    <a:pt x="573290" y="503224"/>
                  </a:lnTo>
                  <a:lnTo>
                    <a:pt x="571461" y="506285"/>
                  </a:lnTo>
                  <a:lnTo>
                    <a:pt x="574408" y="511340"/>
                  </a:lnTo>
                  <a:lnTo>
                    <a:pt x="577646" y="510870"/>
                  </a:lnTo>
                  <a:lnTo>
                    <a:pt x="579259" y="508736"/>
                  </a:lnTo>
                  <a:lnTo>
                    <a:pt x="581507" y="505764"/>
                  </a:lnTo>
                  <a:close/>
                </a:path>
                <a:path w="753110" h="556259">
                  <a:moveTo>
                    <a:pt x="584581" y="75641"/>
                  </a:moveTo>
                  <a:lnTo>
                    <a:pt x="582091" y="73126"/>
                  </a:lnTo>
                  <a:lnTo>
                    <a:pt x="580847" y="75006"/>
                  </a:lnTo>
                  <a:lnTo>
                    <a:pt x="579640" y="76809"/>
                  </a:lnTo>
                  <a:lnTo>
                    <a:pt x="580910" y="78079"/>
                  </a:lnTo>
                  <a:lnTo>
                    <a:pt x="581863" y="77444"/>
                  </a:lnTo>
                  <a:lnTo>
                    <a:pt x="584581" y="75641"/>
                  </a:lnTo>
                  <a:close/>
                </a:path>
                <a:path w="753110" h="556259">
                  <a:moveTo>
                    <a:pt x="587540" y="78168"/>
                  </a:moveTo>
                  <a:lnTo>
                    <a:pt x="584276" y="78409"/>
                  </a:lnTo>
                  <a:lnTo>
                    <a:pt x="583018" y="78511"/>
                  </a:lnTo>
                  <a:lnTo>
                    <a:pt x="582345" y="78740"/>
                  </a:lnTo>
                  <a:lnTo>
                    <a:pt x="580580" y="80149"/>
                  </a:lnTo>
                  <a:lnTo>
                    <a:pt x="580580" y="81724"/>
                  </a:lnTo>
                  <a:lnTo>
                    <a:pt x="582371" y="83159"/>
                  </a:lnTo>
                  <a:lnTo>
                    <a:pt x="583006" y="83375"/>
                  </a:lnTo>
                  <a:lnTo>
                    <a:pt x="587540" y="83705"/>
                  </a:lnTo>
                  <a:lnTo>
                    <a:pt x="587540" y="78168"/>
                  </a:lnTo>
                  <a:close/>
                </a:path>
                <a:path w="753110" h="556259">
                  <a:moveTo>
                    <a:pt x="596442" y="81445"/>
                  </a:moveTo>
                  <a:lnTo>
                    <a:pt x="594017" y="79895"/>
                  </a:lnTo>
                  <a:lnTo>
                    <a:pt x="593026" y="79260"/>
                  </a:lnTo>
                  <a:lnTo>
                    <a:pt x="592023" y="79260"/>
                  </a:lnTo>
                  <a:lnTo>
                    <a:pt x="588619" y="81432"/>
                  </a:lnTo>
                  <a:lnTo>
                    <a:pt x="589521" y="85394"/>
                  </a:lnTo>
                  <a:lnTo>
                    <a:pt x="595528" y="85394"/>
                  </a:lnTo>
                  <a:lnTo>
                    <a:pt x="596442" y="81445"/>
                  </a:lnTo>
                  <a:close/>
                </a:path>
                <a:path w="753110" h="556259">
                  <a:moveTo>
                    <a:pt x="604786" y="543598"/>
                  </a:moveTo>
                  <a:lnTo>
                    <a:pt x="600710" y="539496"/>
                  </a:lnTo>
                  <a:lnTo>
                    <a:pt x="594182" y="542785"/>
                  </a:lnTo>
                  <a:lnTo>
                    <a:pt x="595122" y="540854"/>
                  </a:lnTo>
                  <a:lnTo>
                    <a:pt x="588467" y="534174"/>
                  </a:lnTo>
                  <a:lnTo>
                    <a:pt x="576745" y="539902"/>
                  </a:lnTo>
                  <a:lnTo>
                    <a:pt x="576402" y="546379"/>
                  </a:lnTo>
                  <a:lnTo>
                    <a:pt x="582930" y="552919"/>
                  </a:lnTo>
                  <a:lnTo>
                    <a:pt x="589419" y="552551"/>
                  </a:lnTo>
                  <a:lnTo>
                    <a:pt x="591578" y="548106"/>
                  </a:lnTo>
                  <a:lnTo>
                    <a:pt x="593394" y="544372"/>
                  </a:lnTo>
                  <a:lnTo>
                    <a:pt x="593229" y="547052"/>
                  </a:lnTo>
                  <a:lnTo>
                    <a:pt x="597255" y="551065"/>
                  </a:lnTo>
                  <a:lnTo>
                    <a:pt x="601179" y="550824"/>
                  </a:lnTo>
                  <a:lnTo>
                    <a:pt x="602526" y="548119"/>
                  </a:lnTo>
                  <a:lnTo>
                    <a:pt x="604786" y="543598"/>
                  </a:lnTo>
                  <a:close/>
                </a:path>
                <a:path w="753110" h="556259">
                  <a:moveTo>
                    <a:pt x="604799" y="198069"/>
                  </a:moveTo>
                  <a:lnTo>
                    <a:pt x="601218" y="196596"/>
                  </a:lnTo>
                  <a:lnTo>
                    <a:pt x="599211" y="198589"/>
                  </a:lnTo>
                  <a:lnTo>
                    <a:pt x="597789" y="199999"/>
                  </a:lnTo>
                  <a:lnTo>
                    <a:pt x="597789" y="201803"/>
                  </a:lnTo>
                  <a:lnTo>
                    <a:pt x="601230" y="205206"/>
                  </a:lnTo>
                  <a:lnTo>
                    <a:pt x="604799" y="203746"/>
                  </a:lnTo>
                  <a:lnTo>
                    <a:pt x="604799" y="198069"/>
                  </a:lnTo>
                  <a:close/>
                </a:path>
                <a:path w="753110" h="556259">
                  <a:moveTo>
                    <a:pt x="606272" y="472363"/>
                  </a:moveTo>
                  <a:lnTo>
                    <a:pt x="596773" y="472363"/>
                  </a:lnTo>
                  <a:lnTo>
                    <a:pt x="596773" y="479742"/>
                  </a:lnTo>
                  <a:lnTo>
                    <a:pt x="601522" y="479742"/>
                  </a:lnTo>
                  <a:lnTo>
                    <a:pt x="606272" y="479742"/>
                  </a:lnTo>
                  <a:lnTo>
                    <a:pt x="606272" y="472363"/>
                  </a:lnTo>
                  <a:close/>
                </a:path>
                <a:path w="753110" h="556259">
                  <a:moveTo>
                    <a:pt x="607060" y="74714"/>
                  </a:moveTo>
                  <a:lnTo>
                    <a:pt x="606475" y="74714"/>
                  </a:lnTo>
                  <a:lnTo>
                    <a:pt x="606475" y="75171"/>
                  </a:lnTo>
                  <a:lnTo>
                    <a:pt x="606767" y="75171"/>
                  </a:lnTo>
                  <a:lnTo>
                    <a:pt x="607060" y="75171"/>
                  </a:lnTo>
                  <a:lnTo>
                    <a:pt x="607060" y="74714"/>
                  </a:lnTo>
                  <a:close/>
                </a:path>
                <a:path w="753110" h="556259">
                  <a:moveTo>
                    <a:pt x="615683" y="206946"/>
                  </a:moveTo>
                  <a:lnTo>
                    <a:pt x="614108" y="205892"/>
                  </a:lnTo>
                  <a:lnTo>
                    <a:pt x="612457" y="204800"/>
                  </a:lnTo>
                  <a:lnTo>
                    <a:pt x="611428" y="205841"/>
                  </a:lnTo>
                  <a:lnTo>
                    <a:pt x="612508" y="207492"/>
                  </a:lnTo>
                  <a:lnTo>
                    <a:pt x="613562" y="209054"/>
                  </a:lnTo>
                  <a:lnTo>
                    <a:pt x="615683" y="206946"/>
                  </a:lnTo>
                  <a:close/>
                </a:path>
                <a:path w="753110" h="556259">
                  <a:moveTo>
                    <a:pt x="626554" y="74269"/>
                  </a:moveTo>
                  <a:lnTo>
                    <a:pt x="623989" y="69862"/>
                  </a:lnTo>
                  <a:lnTo>
                    <a:pt x="621030" y="70002"/>
                  </a:lnTo>
                  <a:lnTo>
                    <a:pt x="619760" y="71983"/>
                  </a:lnTo>
                  <a:lnTo>
                    <a:pt x="618490" y="73964"/>
                  </a:lnTo>
                  <a:lnTo>
                    <a:pt x="619937" y="77076"/>
                  </a:lnTo>
                  <a:lnTo>
                    <a:pt x="622249" y="76771"/>
                  </a:lnTo>
                  <a:lnTo>
                    <a:pt x="622490" y="76746"/>
                  </a:lnTo>
                  <a:lnTo>
                    <a:pt x="624776" y="76441"/>
                  </a:lnTo>
                  <a:lnTo>
                    <a:pt x="626554" y="74269"/>
                  </a:lnTo>
                  <a:close/>
                </a:path>
                <a:path w="753110" h="556259">
                  <a:moveTo>
                    <a:pt x="628840" y="534708"/>
                  </a:moveTo>
                  <a:lnTo>
                    <a:pt x="617702" y="534708"/>
                  </a:lnTo>
                  <a:lnTo>
                    <a:pt x="617689" y="543356"/>
                  </a:lnTo>
                  <a:lnTo>
                    <a:pt x="623265" y="543356"/>
                  </a:lnTo>
                  <a:lnTo>
                    <a:pt x="628827" y="543356"/>
                  </a:lnTo>
                  <a:lnTo>
                    <a:pt x="628840" y="534708"/>
                  </a:lnTo>
                  <a:close/>
                </a:path>
                <a:path w="753110" h="556259">
                  <a:moveTo>
                    <a:pt x="629361" y="185191"/>
                  </a:moveTo>
                  <a:lnTo>
                    <a:pt x="629145" y="183705"/>
                  </a:lnTo>
                  <a:lnTo>
                    <a:pt x="629094" y="183400"/>
                  </a:lnTo>
                  <a:lnTo>
                    <a:pt x="629056" y="183095"/>
                  </a:lnTo>
                  <a:lnTo>
                    <a:pt x="628802" y="181470"/>
                  </a:lnTo>
                  <a:lnTo>
                    <a:pt x="626554" y="181140"/>
                  </a:lnTo>
                  <a:lnTo>
                    <a:pt x="625525" y="182156"/>
                  </a:lnTo>
                  <a:lnTo>
                    <a:pt x="624509" y="183184"/>
                  </a:lnTo>
                  <a:lnTo>
                    <a:pt x="624827" y="185432"/>
                  </a:lnTo>
                  <a:lnTo>
                    <a:pt x="626452" y="185686"/>
                  </a:lnTo>
                  <a:lnTo>
                    <a:pt x="626757" y="185724"/>
                  </a:lnTo>
                  <a:lnTo>
                    <a:pt x="627062" y="185788"/>
                  </a:lnTo>
                  <a:lnTo>
                    <a:pt x="627380" y="185826"/>
                  </a:lnTo>
                  <a:lnTo>
                    <a:pt x="628548" y="186016"/>
                  </a:lnTo>
                  <a:lnTo>
                    <a:pt x="629361" y="185191"/>
                  </a:lnTo>
                  <a:close/>
                </a:path>
                <a:path w="753110" h="556259">
                  <a:moveTo>
                    <a:pt x="629869" y="112242"/>
                  </a:moveTo>
                  <a:lnTo>
                    <a:pt x="629716" y="108686"/>
                  </a:lnTo>
                  <a:lnTo>
                    <a:pt x="629488" y="103200"/>
                  </a:lnTo>
                  <a:lnTo>
                    <a:pt x="625005" y="100584"/>
                  </a:lnTo>
                  <a:lnTo>
                    <a:pt x="619099" y="107835"/>
                  </a:lnTo>
                  <a:lnTo>
                    <a:pt x="619442" y="111772"/>
                  </a:lnTo>
                  <a:lnTo>
                    <a:pt x="625944" y="114515"/>
                  </a:lnTo>
                  <a:lnTo>
                    <a:pt x="629869" y="112242"/>
                  </a:lnTo>
                  <a:close/>
                </a:path>
                <a:path w="753110" h="556259">
                  <a:moveTo>
                    <a:pt x="632650" y="526237"/>
                  </a:moveTo>
                  <a:lnTo>
                    <a:pt x="622884" y="526237"/>
                  </a:lnTo>
                  <a:lnTo>
                    <a:pt x="622871" y="533831"/>
                  </a:lnTo>
                  <a:lnTo>
                    <a:pt x="627761" y="533831"/>
                  </a:lnTo>
                  <a:lnTo>
                    <a:pt x="632650" y="533831"/>
                  </a:lnTo>
                  <a:lnTo>
                    <a:pt x="632650" y="526237"/>
                  </a:lnTo>
                  <a:close/>
                </a:path>
                <a:path w="753110" h="556259">
                  <a:moveTo>
                    <a:pt x="636765" y="130898"/>
                  </a:moveTo>
                  <a:lnTo>
                    <a:pt x="635571" y="126568"/>
                  </a:lnTo>
                  <a:lnTo>
                    <a:pt x="633310" y="125260"/>
                  </a:lnTo>
                  <a:lnTo>
                    <a:pt x="631215" y="125857"/>
                  </a:lnTo>
                  <a:lnTo>
                    <a:pt x="627773" y="126822"/>
                  </a:lnTo>
                  <a:lnTo>
                    <a:pt x="626935" y="128397"/>
                  </a:lnTo>
                  <a:lnTo>
                    <a:pt x="626541" y="131368"/>
                  </a:lnTo>
                  <a:lnTo>
                    <a:pt x="627126" y="132334"/>
                  </a:lnTo>
                  <a:lnTo>
                    <a:pt x="628815" y="134073"/>
                  </a:lnTo>
                  <a:lnTo>
                    <a:pt x="630567" y="134696"/>
                  </a:lnTo>
                  <a:lnTo>
                    <a:pt x="635342" y="132778"/>
                  </a:lnTo>
                  <a:lnTo>
                    <a:pt x="636765" y="130898"/>
                  </a:lnTo>
                  <a:close/>
                </a:path>
                <a:path w="753110" h="556259">
                  <a:moveTo>
                    <a:pt x="637235" y="86436"/>
                  </a:moveTo>
                  <a:lnTo>
                    <a:pt x="636054" y="83553"/>
                  </a:lnTo>
                  <a:lnTo>
                    <a:pt x="631482" y="83553"/>
                  </a:lnTo>
                  <a:lnTo>
                    <a:pt x="630301" y="86436"/>
                  </a:lnTo>
                  <a:lnTo>
                    <a:pt x="631901" y="88049"/>
                  </a:lnTo>
                  <a:lnTo>
                    <a:pt x="633069" y="89242"/>
                  </a:lnTo>
                  <a:lnTo>
                    <a:pt x="634453" y="89242"/>
                  </a:lnTo>
                  <a:lnTo>
                    <a:pt x="637235" y="86436"/>
                  </a:lnTo>
                  <a:close/>
                </a:path>
                <a:path w="753110" h="556259">
                  <a:moveTo>
                    <a:pt x="644804" y="177571"/>
                  </a:moveTo>
                  <a:lnTo>
                    <a:pt x="640727" y="177571"/>
                  </a:lnTo>
                  <a:lnTo>
                    <a:pt x="640715" y="180733"/>
                  </a:lnTo>
                  <a:lnTo>
                    <a:pt x="642759" y="180733"/>
                  </a:lnTo>
                  <a:lnTo>
                    <a:pt x="644791" y="180733"/>
                  </a:lnTo>
                  <a:lnTo>
                    <a:pt x="644804" y="177571"/>
                  </a:lnTo>
                  <a:close/>
                </a:path>
                <a:path w="753110" h="556259">
                  <a:moveTo>
                    <a:pt x="648030" y="72161"/>
                  </a:moveTo>
                  <a:lnTo>
                    <a:pt x="647141" y="68338"/>
                  </a:lnTo>
                  <a:lnTo>
                    <a:pt x="641362" y="68338"/>
                  </a:lnTo>
                  <a:lnTo>
                    <a:pt x="640473" y="72161"/>
                  </a:lnTo>
                  <a:lnTo>
                    <a:pt x="642823" y="73647"/>
                  </a:lnTo>
                  <a:lnTo>
                    <a:pt x="643788" y="74256"/>
                  </a:lnTo>
                  <a:lnTo>
                    <a:pt x="644740" y="74256"/>
                  </a:lnTo>
                  <a:lnTo>
                    <a:pt x="648030" y="72161"/>
                  </a:lnTo>
                  <a:close/>
                </a:path>
                <a:path w="753110" h="556259">
                  <a:moveTo>
                    <a:pt x="649046" y="157937"/>
                  </a:moveTo>
                  <a:lnTo>
                    <a:pt x="648462" y="157937"/>
                  </a:lnTo>
                  <a:lnTo>
                    <a:pt x="648462" y="158394"/>
                  </a:lnTo>
                  <a:lnTo>
                    <a:pt x="648754" y="158394"/>
                  </a:lnTo>
                  <a:lnTo>
                    <a:pt x="649046" y="158394"/>
                  </a:lnTo>
                  <a:lnTo>
                    <a:pt x="649046" y="157937"/>
                  </a:lnTo>
                  <a:close/>
                </a:path>
                <a:path w="753110" h="556259">
                  <a:moveTo>
                    <a:pt x="656551" y="187921"/>
                  </a:moveTo>
                  <a:lnTo>
                    <a:pt x="655967" y="187921"/>
                  </a:lnTo>
                  <a:lnTo>
                    <a:pt x="655967" y="188379"/>
                  </a:lnTo>
                  <a:lnTo>
                    <a:pt x="656259" y="188379"/>
                  </a:lnTo>
                  <a:lnTo>
                    <a:pt x="656551" y="188379"/>
                  </a:lnTo>
                  <a:lnTo>
                    <a:pt x="656551" y="187921"/>
                  </a:lnTo>
                  <a:close/>
                </a:path>
                <a:path w="753110" h="556259">
                  <a:moveTo>
                    <a:pt x="667588" y="180162"/>
                  </a:moveTo>
                  <a:lnTo>
                    <a:pt x="667270" y="176987"/>
                  </a:lnTo>
                  <a:lnTo>
                    <a:pt x="662508" y="174205"/>
                  </a:lnTo>
                  <a:lnTo>
                    <a:pt x="659866" y="175653"/>
                  </a:lnTo>
                  <a:lnTo>
                    <a:pt x="659561" y="176415"/>
                  </a:lnTo>
                  <a:lnTo>
                    <a:pt x="657707" y="177241"/>
                  </a:lnTo>
                  <a:lnTo>
                    <a:pt x="658012" y="181483"/>
                  </a:lnTo>
                  <a:lnTo>
                    <a:pt x="662216" y="183769"/>
                  </a:lnTo>
                  <a:lnTo>
                    <a:pt x="664337" y="183629"/>
                  </a:lnTo>
                  <a:lnTo>
                    <a:pt x="667588" y="180162"/>
                  </a:lnTo>
                  <a:close/>
                </a:path>
                <a:path w="753110" h="556259">
                  <a:moveTo>
                    <a:pt x="668121" y="107035"/>
                  </a:moveTo>
                  <a:lnTo>
                    <a:pt x="666610" y="105232"/>
                  </a:lnTo>
                  <a:lnTo>
                    <a:pt x="663816" y="106743"/>
                  </a:lnTo>
                  <a:lnTo>
                    <a:pt x="661987" y="107162"/>
                  </a:lnTo>
                  <a:lnTo>
                    <a:pt x="659142" y="107886"/>
                  </a:lnTo>
                  <a:lnTo>
                    <a:pt x="659028" y="109956"/>
                  </a:lnTo>
                  <a:lnTo>
                    <a:pt x="660387" y="110210"/>
                  </a:lnTo>
                  <a:lnTo>
                    <a:pt x="663079" y="110705"/>
                  </a:lnTo>
                  <a:lnTo>
                    <a:pt x="664921" y="109905"/>
                  </a:lnTo>
                  <a:lnTo>
                    <a:pt x="668121" y="107035"/>
                  </a:lnTo>
                  <a:close/>
                </a:path>
                <a:path w="753110" h="556259">
                  <a:moveTo>
                    <a:pt x="671499" y="121488"/>
                  </a:moveTo>
                  <a:lnTo>
                    <a:pt x="662000" y="121488"/>
                  </a:lnTo>
                  <a:lnTo>
                    <a:pt x="662000" y="128866"/>
                  </a:lnTo>
                  <a:lnTo>
                    <a:pt x="666750" y="128866"/>
                  </a:lnTo>
                  <a:lnTo>
                    <a:pt x="671499" y="128866"/>
                  </a:lnTo>
                  <a:lnTo>
                    <a:pt x="671499" y="121488"/>
                  </a:lnTo>
                  <a:close/>
                </a:path>
                <a:path w="753110" h="556259">
                  <a:moveTo>
                    <a:pt x="674370" y="78346"/>
                  </a:moveTo>
                  <a:lnTo>
                    <a:pt x="667550" y="76339"/>
                  </a:lnTo>
                  <a:lnTo>
                    <a:pt x="664997" y="78371"/>
                  </a:lnTo>
                  <a:lnTo>
                    <a:pt x="664997" y="83502"/>
                  </a:lnTo>
                  <a:lnTo>
                    <a:pt x="667550" y="85534"/>
                  </a:lnTo>
                  <a:lnTo>
                    <a:pt x="670064" y="84810"/>
                  </a:lnTo>
                  <a:lnTo>
                    <a:pt x="674370" y="83553"/>
                  </a:lnTo>
                  <a:lnTo>
                    <a:pt x="674370" y="78346"/>
                  </a:lnTo>
                  <a:close/>
                </a:path>
                <a:path w="753110" h="556259">
                  <a:moveTo>
                    <a:pt x="677646" y="134696"/>
                  </a:moveTo>
                  <a:lnTo>
                    <a:pt x="670953" y="133388"/>
                  </a:lnTo>
                  <a:lnTo>
                    <a:pt x="671271" y="139877"/>
                  </a:lnTo>
                  <a:lnTo>
                    <a:pt x="675055" y="141592"/>
                  </a:lnTo>
                  <a:lnTo>
                    <a:pt x="676465" y="138722"/>
                  </a:lnTo>
                  <a:lnTo>
                    <a:pt x="677214" y="137223"/>
                  </a:lnTo>
                  <a:lnTo>
                    <a:pt x="676668" y="136537"/>
                  </a:lnTo>
                  <a:lnTo>
                    <a:pt x="677443" y="135077"/>
                  </a:lnTo>
                  <a:lnTo>
                    <a:pt x="677646" y="134696"/>
                  </a:lnTo>
                  <a:close/>
                </a:path>
                <a:path w="753110" h="556259">
                  <a:moveTo>
                    <a:pt x="687489" y="128778"/>
                  </a:moveTo>
                  <a:lnTo>
                    <a:pt x="685330" y="127393"/>
                  </a:lnTo>
                  <a:lnTo>
                    <a:pt x="684999" y="127203"/>
                  </a:lnTo>
                  <a:lnTo>
                    <a:pt x="684428" y="126822"/>
                  </a:lnTo>
                  <a:lnTo>
                    <a:pt x="683564" y="126822"/>
                  </a:lnTo>
                  <a:lnTo>
                    <a:pt x="680504" y="128778"/>
                  </a:lnTo>
                  <a:lnTo>
                    <a:pt x="681316" y="132308"/>
                  </a:lnTo>
                  <a:lnTo>
                    <a:pt x="686663" y="132308"/>
                  </a:lnTo>
                  <a:lnTo>
                    <a:pt x="687489" y="128778"/>
                  </a:lnTo>
                  <a:close/>
                </a:path>
                <a:path w="753110" h="556259">
                  <a:moveTo>
                    <a:pt x="690181" y="96469"/>
                  </a:moveTo>
                  <a:lnTo>
                    <a:pt x="684441" y="93573"/>
                  </a:lnTo>
                  <a:lnTo>
                    <a:pt x="678980" y="102870"/>
                  </a:lnTo>
                  <a:lnTo>
                    <a:pt x="688263" y="106375"/>
                  </a:lnTo>
                  <a:lnTo>
                    <a:pt x="689356" y="100749"/>
                  </a:lnTo>
                  <a:lnTo>
                    <a:pt x="690181" y="96469"/>
                  </a:lnTo>
                  <a:close/>
                </a:path>
                <a:path w="753110" h="556259">
                  <a:moveTo>
                    <a:pt x="690283" y="76212"/>
                  </a:moveTo>
                  <a:lnTo>
                    <a:pt x="689698" y="76212"/>
                  </a:lnTo>
                  <a:lnTo>
                    <a:pt x="689698" y="76669"/>
                  </a:lnTo>
                  <a:lnTo>
                    <a:pt x="689991" y="76669"/>
                  </a:lnTo>
                  <a:lnTo>
                    <a:pt x="690283" y="76669"/>
                  </a:lnTo>
                  <a:lnTo>
                    <a:pt x="690283" y="76212"/>
                  </a:lnTo>
                  <a:close/>
                </a:path>
                <a:path w="753110" h="556259">
                  <a:moveTo>
                    <a:pt x="692315" y="162775"/>
                  </a:moveTo>
                  <a:lnTo>
                    <a:pt x="690676" y="162775"/>
                  </a:lnTo>
                  <a:lnTo>
                    <a:pt x="690676" y="164045"/>
                  </a:lnTo>
                  <a:lnTo>
                    <a:pt x="691489" y="164045"/>
                  </a:lnTo>
                  <a:lnTo>
                    <a:pt x="692315" y="164045"/>
                  </a:lnTo>
                  <a:lnTo>
                    <a:pt x="692315" y="162775"/>
                  </a:lnTo>
                  <a:close/>
                </a:path>
                <a:path w="753110" h="556259">
                  <a:moveTo>
                    <a:pt x="700849" y="57416"/>
                  </a:moveTo>
                  <a:lnTo>
                    <a:pt x="698893" y="54673"/>
                  </a:lnTo>
                  <a:lnTo>
                    <a:pt x="692429" y="54787"/>
                  </a:lnTo>
                  <a:lnTo>
                    <a:pt x="690524" y="57937"/>
                  </a:lnTo>
                  <a:lnTo>
                    <a:pt x="693572" y="63131"/>
                  </a:lnTo>
                  <a:lnTo>
                    <a:pt x="696899" y="62649"/>
                  </a:lnTo>
                  <a:lnTo>
                    <a:pt x="698563" y="60452"/>
                  </a:lnTo>
                  <a:lnTo>
                    <a:pt x="700849" y="57416"/>
                  </a:lnTo>
                  <a:close/>
                </a:path>
                <a:path w="753110" h="556259">
                  <a:moveTo>
                    <a:pt x="701649" y="132359"/>
                  </a:moveTo>
                  <a:lnTo>
                    <a:pt x="700824" y="132359"/>
                  </a:lnTo>
                  <a:lnTo>
                    <a:pt x="700824" y="132994"/>
                  </a:lnTo>
                  <a:lnTo>
                    <a:pt x="701243" y="132994"/>
                  </a:lnTo>
                  <a:lnTo>
                    <a:pt x="701649" y="132994"/>
                  </a:lnTo>
                  <a:lnTo>
                    <a:pt x="701649" y="132359"/>
                  </a:lnTo>
                  <a:close/>
                </a:path>
                <a:path w="753110" h="556259">
                  <a:moveTo>
                    <a:pt x="707682" y="43637"/>
                  </a:moveTo>
                  <a:lnTo>
                    <a:pt x="702792" y="37388"/>
                  </a:lnTo>
                  <a:lnTo>
                    <a:pt x="700074" y="37274"/>
                  </a:lnTo>
                  <a:lnTo>
                    <a:pt x="700074" y="45885"/>
                  </a:lnTo>
                  <a:lnTo>
                    <a:pt x="699935" y="45923"/>
                  </a:lnTo>
                  <a:lnTo>
                    <a:pt x="699795" y="45580"/>
                  </a:lnTo>
                  <a:lnTo>
                    <a:pt x="699719" y="45415"/>
                  </a:lnTo>
                  <a:lnTo>
                    <a:pt x="700049" y="45161"/>
                  </a:lnTo>
                  <a:lnTo>
                    <a:pt x="700074" y="45885"/>
                  </a:lnTo>
                  <a:lnTo>
                    <a:pt x="700074" y="37274"/>
                  </a:lnTo>
                  <a:lnTo>
                    <a:pt x="698131" y="37185"/>
                  </a:lnTo>
                  <a:lnTo>
                    <a:pt x="691997" y="42329"/>
                  </a:lnTo>
                  <a:lnTo>
                    <a:pt x="691146" y="46926"/>
                  </a:lnTo>
                  <a:lnTo>
                    <a:pt x="696315" y="52616"/>
                  </a:lnTo>
                  <a:lnTo>
                    <a:pt x="700532" y="53390"/>
                  </a:lnTo>
                  <a:lnTo>
                    <a:pt x="701751" y="52565"/>
                  </a:lnTo>
                  <a:lnTo>
                    <a:pt x="702741" y="53352"/>
                  </a:lnTo>
                  <a:lnTo>
                    <a:pt x="705154" y="50292"/>
                  </a:lnTo>
                  <a:lnTo>
                    <a:pt x="706996" y="49060"/>
                  </a:lnTo>
                  <a:lnTo>
                    <a:pt x="706615" y="48450"/>
                  </a:lnTo>
                  <a:lnTo>
                    <a:pt x="707390" y="47459"/>
                  </a:lnTo>
                  <a:lnTo>
                    <a:pt x="707631" y="44310"/>
                  </a:lnTo>
                  <a:lnTo>
                    <a:pt x="707682" y="43637"/>
                  </a:lnTo>
                  <a:close/>
                </a:path>
                <a:path w="753110" h="556259">
                  <a:moveTo>
                    <a:pt x="709739" y="139077"/>
                  </a:moveTo>
                  <a:lnTo>
                    <a:pt x="697242" y="139077"/>
                  </a:lnTo>
                  <a:lnTo>
                    <a:pt x="697242" y="148767"/>
                  </a:lnTo>
                  <a:lnTo>
                    <a:pt x="703491" y="148767"/>
                  </a:lnTo>
                  <a:lnTo>
                    <a:pt x="709726" y="148767"/>
                  </a:lnTo>
                  <a:lnTo>
                    <a:pt x="709739" y="139077"/>
                  </a:lnTo>
                  <a:close/>
                </a:path>
                <a:path w="753110" h="556259">
                  <a:moveTo>
                    <a:pt x="710869" y="122859"/>
                  </a:moveTo>
                  <a:lnTo>
                    <a:pt x="710501" y="121145"/>
                  </a:lnTo>
                  <a:lnTo>
                    <a:pt x="710399" y="120675"/>
                  </a:lnTo>
                  <a:lnTo>
                    <a:pt x="710298" y="120205"/>
                  </a:lnTo>
                  <a:lnTo>
                    <a:pt x="710044" y="119037"/>
                  </a:lnTo>
                  <a:lnTo>
                    <a:pt x="708926" y="119037"/>
                  </a:lnTo>
                  <a:lnTo>
                    <a:pt x="708672" y="120205"/>
                  </a:lnTo>
                  <a:lnTo>
                    <a:pt x="708571" y="120675"/>
                  </a:lnTo>
                  <a:lnTo>
                    <a:pt x="708101" y="122847"/>
                  </a:lnTo>
                  <a:lnTo>
                    <a:pt x="710869" y="122859"/>
                  </a:lnTo>
                  <a:close/>
                </a:path>
                <a:path w="753110" h="556259">
                  <a:moveTo>
                    <a:pt x="713524" y="106210"/>
                  </a:moveTo>
                  <a:lnTo>
                    <a:pt x="712939" y="106210"/>
                  </a:lnTo>
                  <a:lnTo>
                    <a:pt x="712939" y="106654"/>
                  </a:lnTo>
                  <a:lnTo>
                    <a:pt x="713232" y="106654"/>
                  </a:lnTo>
                  <a:lnTo>
                    <a:pt x="713524" y="106654"/>
                  </a:lnTo>
                  <a:lnTo>
                    <a:pt x="713524" y="106210"/>
                  </a:lnTo>
                  <a:close/>
                </a:path>
                <a:path w="753110" h="556259">
                  <a:moveTo>
                    <a:pt x="717283" y="78803"/>
                  </a:moveTo>
                  <a:lnTo>
                    <a:pt x="714184" y="77546"/>
                  </a:lnTo>
                  <a:lnTo>
                    <a:pt x="713219" y="79311"/>
                  </a:lnTo>
                  <a:lnTo>
                    <a:pt x="711771" y="81978"/>
                  </a:lnTo>
                  <a:lnTo>
                    <a:pt x="711073" y="85852"/>
                  </a:lnTo>
                  <a:lnTo>
                    <a:pt x="714413" y="89331"/>
                  </a:lnTo>
                  <a:lnTo>
                    <a:pt x="716534" y="88544"/>
                  </a:lnTo>
                  <a:lnTo>
                    <a:pt x="716305" y="84658"/>
                  </a:lnTo>
                  <a:lnTo>
                    <a:pt x="715543" y="82969"/>
                  </a:lnTo>
                  <a:lnTo>
                    <a:pt x="717283" y="78803"/>
                  </a:lnTo>
                  <a:close/>
                </a:path>
                <a:path w="753110" h="556259">
                  <a:moveTo>
                    <a:pt x="724611" y="56845"/>
                  </a:moveTo>
                  <a:lnTo>
                    <a:pt x="724344" y="56845"/>
                  </a:lnTo>
                  <a:lnTo>
                    <a:pt x="724344" y="57061"/>
                  </a:lnTo>
                  <a:lnTo>
                    <a:pt x="724484" y="57061"/>
                  </a:lnTo>
                  <a:lnTo>
                    <a:pt x="724611" y="57061"/>
                  </a:lnTo>
                  <a:lnTo>
                    <a:pt x="724611" y="56845"/>
                  </a:lnTo>
                  <a:close/>
                </a:path>
                <a:path w="753110" h="556259">
                  <a:moveTo>
                    <a:pt x="729272" y="67970"/>
                  </a:moveTo>
                  <a:lnTo>
                    <a:pt x="728687" y="67970"/>
                  </a:lnTo>
                  <a:lnTo>
                    <a:pt x="728687" y="68427"/>
                  </a:lnTo>
                  <a:lnTo>
                    <a:pt x="728980" y="68427"/>
                  </a:lnTo>
                  <a:lnTo>
                    <a:pt x="729272" y="68427"/>
                  </a:lnTo>
                  <a:lnTo>
                    <a:pt x="729272" y="67970"/>
                  </a:lnTo>
                  <a:close/>
                </a:path>
                <a:path w="753110" h="556259">
                  <a:moveTo>
                    <a:pt x="732180" y="40957"/>
                  </a:moveTo>
                  <a:lnTo>
                    <a:pt x="728497" y="37223"/>
                  </a:lnTo>
                  <a:lnTo>
                    <a:pt x="726313" y="40093"/>
                  </a:lnTo>
                  <a:lnTo>
                    <a:pt x="725855" y="40690"/>
                  </a:lnTo>
                  <a:lnTo>
                    <a:pt x="725728" y="41198"/>
                  </a:lnTo>
                  <a:lnTo>
                    <a:pt x="725627" y="42887"/>
                  </a:lnTo>
                  <a:lnTo>
                    <a:pt x="726554" y="43802"/>
                  </a:lnTo>
                  <a:lnTo>
                    <a:pt x="728230" y="43700"/>
                  </a:lnTo>
                  <a:lnTo>
                    <a:pt x="728738" y="43586"/>
                  </a:lnTo>
                  <a:lnTo>
                    <a:pt x="732180" y="40957"/>
                  </a:lnTo>
                  <a:close/>
                </a:path>
                <a:path w="753110" h="556259">
                  <a:moveTo>
                    <a:pt x="741476" y="85077"/>
                  </a:moveTo>
                  <a:lnTo>
                    <a:pt x="741070" y="83832"/>
                  </a:lnTo>
                  <a:lnTo>
                    <a:pt x="740460" y="81915"/>
                  </a:lnTo>
                  <a:lnTo>
                    <a:pt x="736193" y="79743"/>
                  </a:lnTo>
                  <a:lnTo>
                    <a:pt x="733272" y="79705"/>
                  </a:lnTo>
                  <a:lnTo>
                    <a:pt x="729183" y="84734"/>
                  </a:lnTo>
                  <a:lnTo>
                    <a:pt x="729488" y="88252"/>
                  </a:lnTo>
                  <a:lnTo>
                    <a:pt x="736714" y="93192"/>
                  </a:lnTo>
                  <a:lnTo>
                    <a:pt x="741476" y="88760"/>
                  </a:lnTo>
                  <a:lnTo>
                    <a:pt x="741006" y="86868"/>
                  </a:lnTo>
                  <a:lnTo>
                    <a:pt x="740791" y="85966"/>
                  </a:lnTo>
                  <a:lnTo>
                    <a:pt x="741476" y="85077"/>
                  </a:lnTo>
                  <a:close/>
                </a:path>
                <a:path w="753110" h="556259">
                  <a:moveTo>
                    <a:pt x="747522" y="16789"/>
                  </a:moveTo>
                  <a:lnTo>
                    <a:pt x="746429" y="16789"/>
                  </a:lnTo>
                  <a:lnTo>
                    <a:pt x="746429" y="17640"/>
                  </a:lnTo>
                  <a:lnTo>
                    <a:pt x="746975" y="17640"/>
                  </a:lnTo>
                  <a:lnTo>
                    <a:pt x="747522" y="17640"/>
                  </a:lnTo>
                  <a:lnTo>
                    <a:pt x="747522" y="16789"/>
                  </a:lnTo>
                  <a:close/>
                </a:path>
                <a:path w="753110" h="556259">
                  <a:moveTo>
                    <a:pt x="750239" y="30124"/>
                  </a:moveTo>
                  <a:lnTo>
                    <a:pt x="746671" y="28663"/>
                  </a:lnTo>
                  <a:lnTo>
                    <a:pt x="744664" y="30645"/>
                  </a:lnTo>
                  <a:lnTo>
                    <a:pt x="743242" y="32067"/>
                  </a:lnTo>
                  <a:lnTo>
                    <a:pt x="743242" y="33858"/>
                  </a:lnTo>
                  <a:lnTo>
                    <a:pt x="746683" y="37261"/>
                  </a:lnTo>
                  <a:lnTo>
                    <a:pt x="750239" y="35801"/>
                  </a:lnTo>
                  <a:lnTo>
                    <a:pt x="750239" y="30124"/>
                  </a:lnTo>
                  <a:close/>
                </a:path>
                <a:path w="753110" h="556259">
                  <a:moveTo>
                    <a:pt x="752665" y="6883"/>
                  </a:moveTo>
                  <a:lnTo>
                    <a:pt x="751662" y="4000"/>
                  </a:lnTo>
                  <a:lnTo>
                    <a:pt x="749185" y="2387"/>
                  </a:lnTo>
                  <a:lnTo>
                    <a:pt x="745502" y="0"/>
                  </a:lnTo>
                  <a:lnTo>
                    <a:pt x="741426" y="1651"/>
                  </a:lnTo>
                  <a:lnTo>
                    <a:pt x="738670" y="8191"/>
                  </a:lnTo>
                  <a:lnTo>
                    <a:pt x="740625" y="11468"/>
                  </a:lnTo>
                  <a:lnTo>
                    <a:pt x="747395" y="13982"/>
                  </a:lnTo>
                  <a:lnTo>
                    <a:pt x="750570" y="12103"/>
                  </a:lnTo>
                  <a:lnTo>
                    <a:pt x="752665" y="688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587906" y="7959070"/>
              <a:ext cx="1005840" cy="150495"/>
            </a:xfrm>
            <a:custGeom>
              <a:avLst/>
              <a:gdLst/>
              <a:ahLst/>
              <a:cxnLst/>
              <a:rect l="l" t="t" r="r" b="b"/>
              <a:pathLst>
                <a:path w="1005839" h="150495">
                  <a:moveTo>
                    <a:pt x="20612" y="133223"/>
                  </a:moveTo>
                  <a:lnTo>
                    <a:pt x="17983" y="130606"/>
                  </a:lnTo>
                  <a:lnTo>
                    <a:pt x="14224" y="131013"/>
                  </a:lnTo>
                  <a:lnTo>
                    <a:pt x="14008" y="128270"/>
                  </a:lnTo>
                  <a:lnTo>
                    <a:pt x="8521" y="124040"/>
                  </a:lnTo>
                  <a:lnTo>
                    <a:pt x="4610" y="124841"/>
                  </a:lnTo>
                  <a:lnTo>
                    <a:pt x="2781" y="127800"/>
                  </a:lnTo>
                  <a:lnTo>
                    <a:pt x="1485" y="129882"/>
                  </a:lnTo>
                  <a:lnTo>
                    <a:pt x="0" y="131902"/>
                  </a:lnTo>
                  <a:lnTo>
                    <a:pt x="495" y="136677"/>
                  </a:lnTo>
                  <a:lnTo>
                    <a:pt x="2171" y="139357"/>
                  </a:lnTo>
                  <a:lnTo>
                    <a:pt x="7988" y="138607"/>
                  </a:lnTo>
                  <a:lnTo>
                    <a:pt x="9410" y="137274"/>
                  </a:lnTo>
                  <a:lnTo>
                    <a:pt x="15011" y="142862"/>
                  </a:lnTo>
                  <a:lnTo>
                    <a:pt x="19862" y="140131"/>
                  </a:lnTo>
                  <a:lnTo>
                    <a:pt x="20320" y="135953"/>
                  </a:lnTo>
                  <a:lnTo>
                    <a:pt x="20612" y="133223"/>
                  </a:lnTo>
                  <a:close/>
                </a:path>
                <a:path w="1005839" h="150495">
                  <a:moveTo>
                    <a:pt x="27698" y="101485"/>
                  </a:moveTo>
                  <a:lnTo>
                    <a:pt x="25692" y="98615"/>
                  </a:lnTo>
                  <a:lnTo>
                    <a:pt x="25196" y="97967"/>
                  </a:lnTo>
                  <a:lnTo>
                    <a:pt x="24422" y="97536"/>
                  </a:lnTo>
                  <a:lnTo>
                    <a:pt x="21259" y="95758"/>
                  </a:lnTo>
                  <a:lnTo>
                    <a:pt x="17868" y="97421"/>
                  </a:lnTo>
                  <a:lnTo>
                    <a:pt x="15036" y="105410"/>
                  </a:lnTo>
                  <a:lnTo>
                    <a:pt x="20320" y="108343"/>
                  </a:lnTo>
                  <a:lnTo>
                    <a:pt x="26695" y="105232"/>
                  </a:lnTo>
                  <a:lnTo>
                    <a:pt x="27698" y="101485"/>
                  </a:lnTo>
                  <a:close/>
                </a:path>
                <a:path w="1005839" h="150495">
                  <a:moveTo>
                    <a:pt x="52311" y="3238"/>
                  </a:moveTo>
                  <a:lnTo>
                    <a:pt x="50571" y="495"/>
                  </a:lnTo>
                  <a:lnTo>
                    <a:pt x="48895" y="0"/>
                  </a:lnTo>
                  <a:lnTo>
                    <a:pt x="46062" y="1600"/>
                  </a:lnTo>
                  <a:lnTo>
                    <a:pt x="45542" y="2832"/>
                  </a:lnTo>
                  <a:lnTo>
                    <a:pt x="43726" y="6502"/>
                  </a:lnTo>
                  <a:lnTo>
                    <a:pt x="44627" y="9309"/>
                  </a:lnTo>
                  <a:lnTo>
                    <a:pt x="49644" y="10680"/>
                  </a:lnTo>
                  <a:lnTo>
                    <a:pt x="52031" y="8763"/>
                  </a:lnTo>
                  <a:lnTo>
                    <a:pt x="52108" y="6248"/>
                  </a:lnTo>
                  <a:lnTo>
                    <a:pt x="52158" y="4635"/>
                  </a:lnTo>
                  <a:lnTo>
                    <a:pt x="52311" y="3238"/>
                  </a:lnTo>
                  <a:close/>
                </a:path>
                <a:path w="1005839" h="150495">
                  <a:moveTo>
                    <a:pt x="379730" y="133223"/>
                  </a:moveTo>
                  <a:lnTo>
                    <a:pt x="377101" y="130606"/>
                  </a:lnTo>
                  <a:lnTo>
                    <a:pt x="373341" y="131013"/>
                  </a:lnTo>
                  <a:lnTo>
                    <a:pt x="373126" y="128270"/>
                  </a:lnTo>
                  <a:lnTo>
                    <a:pt x="367639" y="124040"/>
                  </a:lnTo>
                  <a:lnTo>
                    <a:pt x="363728" y="124841"/>
                  </a:lnTo>
                  <a:lnTo>
                    <a:pt x="361886" y="127800"/>
                  </a:lnTo>
                  <a:lnTo>
                    <a:pt x="360603" y="129882"/>
                  </a:lnTo>
                  <a:lnTo>
                    <a:pt x="359117" y="131902"/>
                  </a:lnTo>
                  <a:lnTo>
                    <a:pt x="359613" y="136677"/>
                  </a:lnTo>
                  <a:lnTo>
                    <a:pt x="361289" y="139357"/>
                  </a:lnTo>
                  <a:lnTo>
                    <a:pt x="367093" y="138607"/>
                  </a:lnTo>
                  <a:lnTo>
                    <a:pt x="368515" y="137274"/>
                  </a:lnTo>
                  <a:lnTo>
                    <a:pt x="374116" y="142862"/>
                  </a:lnTo>
                  <a:lnTo>
                    <a:pt x="378980" y="140131"/>
                  </a:lnTo>
                  <a:lnTo>
                    <a:pt x="379425" y="135953"/>
                  </a:lnTo>
                  <a:lnTo>
                    <a:pt x="379730" y="133223"/>
                  </a:lnTo>
                  <a:close/>
                </a:path>
                <a:path w="1005839" h="150495">
                  <a:moveTo>
                    <a:pt x="391985" y="97358"/>
                  </a:moveTo>
                  <a:close/>
                </a:path>
                <a:path w="1005839" h="150495">
                  <a:moveTo>
                    <a:pt x="392595" y="146291"/>
                  </a:moveTo>
                  <a:lnTo>
                    <a:pt x="392226" y="143408"/>
                  </a:lnTo>
                  <a:lnTo>
                    <a:pt x="391782" y="139877"/>
                  </a:lnTo>
                  <a:lnTo>
                    <a:pt x="389902" y="138468"/>
                  </a:lnTo>
                  <a:lnTo>
                    <a:pt x="385953" y="140614"/>
                  </a:lnTo>
                  <a:lnTo>
                    <a:pt x="385419" y="140639"/>
                  </a:lnTo>
                  <a:lnTo>
                    <a:pt x="384340" y="141490"/>
                  </a:lnTo>
                  <a:lnTo>
                    <a:pt x="384213" y="141554"/>
                  </a:lnTo>
                  <a:lnTo>
                    <a:pt x="383527" y="142125"/>
                  </a:lnTo>
                  <a:lnTo>
                    <a:pt x="380784" y="144284"/>
                  </a:lnTo>
                  <a:lnTo>
                    <a:pt x="380885" y="147510"/>
                  </a:lnTo>
                  <a:lnTo>
                    <a:pt x="381431" y="148805"/>
                  </a:lnTo>
                  <a:lnTo>
                    <a:pt x="384835" y="150329"/>
                  </a:lnTo>
                  <a:lnTo>
                    <a:pt x="386283" y="149580"/>
                  </a:lnTo>
                  <a:lnTo>
                    <a:pt x="390486" y="147243"/>
                  </a:lnTo>
                  <a:lnTo>
                    <a:pt x="392595" y="146291"/>
                  </a:lnTo>
                  <a:close/>
                </a:path>
                <a:path w="1005839" h="150495">
                  <a:moveTo>
                    <a:pt x="393293" y="95377"/>
                  </a:moveTo>
                  <a:close/>
                </a:path>
                <a:path w="1005839" h="150495">
                  <a:moveTo>
                    <a:pt x="408406" y="130581"/>
                  </a:moveTo>
                  <a:lnTo>
                    <a:pt x="406781" y="125730"/>
                  </a:lnTo>
                  <a:lnTo>
                    <a:pt x="403529" y="125056"/>
                  </a:lnTo>
                  <a:lnTo>
                    <a:pt x="402336" y="123647"/>
                  </a:lnTo>
                  <a:lnTo>
                    <a:pt x="399656" y="123342"/>
                  </a:lnTo>
                  <a:lnTo>
                    <a:pt x="397281" y="124383"/>
                  </a:lnTo>
                  <a:lnTo>
                    <a:pt x="401574" y="122123"/>
                  </a:lnTo>
                  <a:lnTo>
                    <a:pt x="402513" y="115023"/>
                  </a:lnTo>
                  <a:lnTo>
                    <a:pt x="402831" y="112737"/>
                  </a:lnTo>
                  <a:lnTo>
                    <a:pt x="401002" y="110680"/>
                  </a:lnTo>
                  <a:lnTo>
                    <a:pt x="401002" y="115023"/>
                  </a:lnTo>
                  <a:lnTo>
                    <a:pt x="400138" y="111836"/>
                  </a:lnTo>
                  <a:lnTo>
                    <a:pt x="400761" y="111836"/>
                  </a:lnTo>
                  <a:lnTo>
                    <a:pt x="400786" y="112153"/>
                  </a:lnTo>
                  <a:lnTo>
                    <a:pt x="400456" y="112153"/>
                  </a:lnTo>
                  <a:lnTo>
                    <a:pt x="400227" y="112153"/>
                  </a:lnTo>
                  <a:lnTo>
                    <a:pt x="401002" y="115023"/>
                  </a:lnTo>
                  <a:lnTo>
                    <a:pt x="401002" y="110680"/>
                  </a:lnTo>
                  <a:lnTo>
                    <a:pt x="399491" y="108966"/>
                  </a:lnTo>
                  <a:lnTo>
                    <a:pt x="399300" y="108686"/>
                  </a:lnTo>
                  <a:lnTo>
                    <a:pt x="398170" y="107010"/>
                  </a:lnTo>
                  <a:lnTo>
                    <a:pt x="394246" y="107391"/>
                  </a:lnTo>
                  <a:lnTo>
                    <a:pt x="398157" y="104419"/>
                  </a:lnTo>
                  <a:lnTo>
                    <a:pt x="400278" y="102793"/>
                  </a:lnTo>
                  <a:lnTo>
                    <a:pt x="401332" y="100317"/>
                  </a:lnTo>
                  <a:lnTo>
                    <a:pt x="402513" y="98894"/>
                  </a:lnTo>
                  <a:lnTo>
                    <a:pt x="402640" y="97472"/>
                  </a:lnTo>
                  <a:lnTo>
                    <a:pt x="402717" y="93967"/>
                  </a:lnTo>
                  <a:lnTo>
                    <a:pt x="402729" y="93586"/>
                  </a:lnTo>
                  <a:lnTo>
                    <a:pt x="395998" y="85534"/>
                  </a:lnTo>
                  <a:lnTo>
                    <a:pt x="394017" y="85598"/>
                  </a:lnTo>
                  <a:lnTo>
                    <a:pt x="394017" y="96824"/>
                  </a:lnTo>
                  <a:lnTo>
                    <a:pt x="394004" y="96977"/>
                  </a:lnTo>
                  <a:lnTo>
                    <a:pt x="394017" y="96824"/>
                  </a:lnTo>
                  <a:lnTo>
                    <a:pt x="394017" y="85598"/>
                  </a:lnTo>
                  <a:lnTo>
                    <a:pt x="393954" y="96113"/>
                  </a:lnTo>
                  <a:lnTo>
                    <a:pt x="393903" y="97180"/>
                  </a:lnTo>
                  <a:lnTo>
                    <a:pt x="393903" y="96037"/>
                  </a:lnTo>
                  <a:lnTo>
                    <a:pt x="393636" y="95605"/>
                  </a:lnTo>
                  <a:lnTo>
                    <a:pt x="393522" y="95478"/>
                  </a:lnTo>
                  <a:lnTo>
                    <a:pt x="393636" y="95605"/>
                  </a:lnTo>
                  <a:lnTo>
                    <a:pt x="393954" y="96113"/>
                  </a:lnTo>
                  <a:lnTo>
                    <a:pt x="393954" y="85598"/>
                  </a:lnTo>
                  <a:lnTo>
                    <a:pt x="393293" y="85610"/>
                  </a:lnTo>
                  <a:lnTo>
                    <a:pt x="393293" y="95377"/>
                  </a:lnTo>
                  <a:lnTo>
                    <a:pt x="393141" y="95326"/>
                  </a:lnTo>
                  <a:lnTo>
                    <a:pt x="392569" y="95465"/>
                  </a:lnTo>
                  <a:lnTo>
                    <a:pt x="392696" y="95415"/>
                  </a:lnTo>
                  <a:lnTo>
                    <a:pt x="393128" y="95326"/>
                  </a:lnTo>
                  <a:lnTo>
                    <a:pt x="392849" y="95338"/>
                  </a:lnTo>
                  <a:lnTo>
                    <a:pt x="393103" y="95326"/>
                  </a:lnTo>
                  <a:lnTo>
                    <a:pt x="393230" y="95300"/>
                  </a:lnTo>
                  <a:lnTo>
                    <a:pt x="393293" y="85610"/>
                  </a:lnTo>
                  <a:lnTo>
                    <a:pt x="392315" y="85636"/>
                  </a:lnTo>
                  <a:lnTo>
                    <a:pt x="392315" y="97459"/>
                  </a:lnTo>
                  <a:lnTo>
                    <a:pt x="391985" y="97320"/>
                  </a:lnTo>
                  <a:lnTo>
                    <a:pt x="392049" y="97459"/>
                  </a:lnTo>
                  <a:lnTo>
                    <a:pt x="391845" y="97129"/>
                  </a:lnTo>
                  <a:lnTo>
                    <a:pt x="391693" y="96875"/>
                  </a:lnTo>
                  <a:lnTo>
                    <a:pt x="391845" y="97116"/>
                  </a:lnTo>
                  <a:lnTo>
                    <a:pt x="391922" y="96875"/>
                  </a:lnTo>
                  <a:lnTo>
                    <a:pt x="391960" y="97256"/>
                  </a:lnTo>
                  <a:lnTo>
                    <a:pt x="392112" y="97370"/>
                  </a:lnTo>
                  <a:lnTo>
                    <a:pt x="392315" y="97459"/>
                  </a:lnTo>
                  <a:lnTo>
                    <a:pt x="392315" y="85636"/>
                  </a:lnTo>
                  <a:lnTo>
                    <a:pt x="389775" y="85699"/>
                  </a:lnTo>
                  <a:lnTo>
                    <a:pt x="382016" y="92913"/>
                  </a:lnTo>
                  <a:lnTo>
                    <a:pt x="381673" y="96494"/>
                  </a:lnTo>
                  <a:lnTo>
                    <a:pt x="380377" y="95758"/>
                  </a:lnTo>
                  <a:lnTo>
                    <a:pt x="376974" y="97421"/>
                  </a:lnTo>
                  <a:lnTo>
                    <a:pt x="374154" y="105410"/>
                  </a:lnTo>
                  <a:lnTo>
                    <a:pt x="379425" y="108343"/>
                  </a:lnTo>
                  <a:lnTo>
                    <a:pt x="385800" y="105232"/>
                  </a:lnTo>
                  <a:lnTo>
                    <a:pt x="386105" y="104114"/>
                  </a:lnTo>
                  <a:lnTo>
                    <a:pt x="388277" y="106400"/>
                  </a:lnTo>
                  <a:lnTo>
                    <a:pt x="394233" y="107391"/>
                  </a:lnTo>
                  <a:lnTo>
                    <a:pt x="390296" y="107772"/>
                  </a:lnTo>
                  <a:lnTo>
                    <a:pt x="386981" y="110236"/>
                  </a:lnTo>
                  <a:lnTo>
                    <a:pt x="385876" y="118465"/>
                  </a:lnTo>
                  <a:lnTo>
                    <a:pt x="388670" y="122872"/>
                  </a:lnTo>
                  <a:lnTo>
                    <a:pt x="397205" y="124409"/>
                  </a:lnTo>
                  <a:lnTo>
                    <a:pt x="395744" y="125044"/>
                  </a:lnTo>
                  <a:lnTo>
                    <a:pt x="394741" y="126822"/>
                  </a:lnTo>
                  <a:lnTo>
                    <a:pt x="394335" y="131203"/>
                  </a:lnTo>
                  <a:lnTo>
                    <a:pt x="395427" y="133629"/>
                  </a:lnTo>
                  <a:lnTo>
                    <a:pt x="400075" y="137375"/>
                  </a:lnTo>
                  <a:lnTo>
                    <a:pt x="404444" y="137337"/>
                  </a:lnTo>
                  <a:lnTo>
                    <a:pt x="408406" y="130581"/>
                  </a:lnTo>
                  <a:close/>
                </a:path>
                <a:path w="1005839" h="150495">
                  <a:moveTo>
                    <a:pt x="411632" y="45123"/>
                  </a:moveTo>
                  <a:lnTo>
                    <a:pt x="407009" y="43980"/>
                  </a:lnTo>
                  <a:lnTo>
                    <a:pt x="398919" y="50622"/>
                  </a:lnTo>
                  <a:lnTo>
                    <a:pt x="400494" y="55626"/>
                  </a:lnTo>
                  <a:lnTo>
                    <a:pt x="407403" y="58547"/>
                  </a:lnTo>
                  <a:lnTo>
                    <a:pt x="411175" y="55854"/>
                  </a:lnTo>
                  <a:lnTo>
                    <a:pt x="411340" y="51981"/>
                  </a:lnTo>
                  <a:lnTo>
                    <a:pt x="411632" y="45123"/>
                  </a:lnTo>
                  <a:close/>
                </a:path>
                <a:path w="1005839" h="150495">
                  <a:moveTo>
                    <a:pt x="412000" y="86474"/>
                  </a:moveTo>
                  <a:lnTo>
                    <a:pt x="411975" y="85445"/>
                  </a:lnTo>
                  <a:lnTo>
                    <a:pt x="411746" y="84201"/>
                  </a:lnTo>
                  <a:lnTo>
                    <a:pt x="411721" y="84061"/>
                  </a:lnTo>
                  <a:lnTo>
                    <a:pt x="410679" y="83566"/>
                  </a:lnTo>
                  <a:lnTo>
                    <a:pt x="411111" y="84201"/>
                  </a:lnTo>
                  <a:lnTo>
                    <a:pt x="410565" y="83515"/>
                  </a:lnTo>
                  <a:lnTo>
                    <a:pt x="409473" y="82143"/>
                  </a:lnTo>
                  <a:lnTo>
                    <a:pt x="405892" y="79298"/>
                  </a:lnTo>
                  <a:lnTo>
                    <a:pt x="402285" y="80695"/>
                  </a:lnTo>
                  <a:lnTo>
                    <a:pt x="401967" y="84061"/>
                  </a:lnTo>
                  <a:lnTo>
                    <a:pt x="401878" y="86474"/>
                  </a:lnTo>
                  <a:lnTo>
                    <a:pt x="402907" y="90030"/>
                  </a:lnTo>
                  <a:lnTo>
                    <a:pt x="405574" y="91770"/>
                  </a:lnTo>
                  <a:lnTo>
                    <a:pt x="409816" y="90385"/>
                  </a:lnTo>
                  <a:lnTo>
                    <a:pt x="411327" y="89281"/>
                  </a:lnTo>
                  <a:lnTo>
                    <a:pt x="412000" y="86474"/>
                  </a:lnTo>
                  <a:close/>
                </a:path>
                <a:path w="1005839" h="150495">
                  <a:moveTo>
                    <a:pt x="424192" y="107429"/>
                  </a:moveTo>
                  <a:lnTo>
                    <a:pt x="423887" y="107124"/>
                  </a:lnTo>
                  <a:lnTo>
                    <a:pt x="423202" y="107823"/>
                  </a:lnTo>
                  <a:lnTo>
                    <a:pt x="422960" y="108077"/>
                  </a:lnTo>
                  <a:lnTo>
                    <a:pt x="422757" y="108267"/>
                  </a:lnTo>
                  <a:lnTo>
                    <a:pt x="423062" y="108559"/>
                  </a:lnTo>
                  <a:lnTo>
                    <a:pt x="423252" y="108369"/>
                  </a:lnTo>
                  <a:lnTo>
                    <a:pt x="424192" y="107429"/>
                  </a:lnTo>
                  <a:close/>
                </a:path>
                <a:path w="1005839" h="150495">
                  <a:moveTo>
                    <a:pt x="433324" y="103517"/>
                  </a:moveTo>
                  <a:lnTo>
                    <a:pt x="430872" y="103517"/>
                  </a:lnTo>
                  <a:lnTo>
                    <a:pt x="430872" y="105422"/>
                  </a:lnTo>
                  <a:lnTo>
                    <a:pt x="432104" y="105422"/>
                  </a:lnTo>
                  <a:lnTo>
                    <a:pt x="433324" y="105422"/>
                  </a:lnTo>
                  <a:lnTo>
                    <a:pt x="433324" y="103517"/>
                  </a:lnTo>
                  <a:close/>
                </a:path>
                <a:path w="1005839" h="150495">
                  <a:moveTo>
                    <a:pt x="434467" y="81381"/>
                  </a:moveTo>
                  <a:lnTo>
                    <a:pt x="426605" y="81381"/>
                  </a:lnTo>
                  <a:lnTo>
                    <a:pt x="431292" y="79425"/>
                  </a:lnTo>
                  <a:lnTo>
                    <a:pt x="430733" y="75234"/>
                  </a:lnTo>
                  <a:lnTo>
                    <a:pt x="430136" y="70878"/>
                  </a:lnTo>
                  <a:lnTo>
                    <a:pt x="426821" y="68275"/>
                  </a:lnTo>
                  <a:lnTo>
                    <a:pt x="419074" y="72542"/>
                  </a:lnTo>
                  <a:lnTo>
                    <a:pt x="419227" y="77863"/>
                  </a:lnTo>
                  <a:lnTo>
                    <a:pt x="425234" y="81407"/>
                  </a:lnTo>
                  <a:lnTo>
                    <a:pt x="425234" y="88557"/>
                  </a:lnTo>
                  <a:lnTo>
                    <a:pt x="429844" y="88557"/>
                  </a:lnTo>
                  <a:lnTo>
                    <a:pt x="434467" y="88557"/>
                  </a:lnTo>
                  <a:lnTo>
                    <a:pt x="434467" y="81381"/>
                  </a:lnTo>
                  <a:close/>
                </a:path>
                <a:path w="1005839" h="150495">
                  <a:moveTo>
                    <a:pt x="437489" y="136626"/>
                  </a:moveTo>
                  <a:lnTo>
                    <a:pt x="435190" y="133819"/>
                  </a:lnTo>
                  <a:lnTo>
                    <a:pt x="434746" y="133223"/>
                  </a:lnTo>
                  <a:lnTo>
                    <a:pt x="434187" y="132740"/>
                  </a:lnTo>
                  <a:lnTo>
                    <a:pt x="433755" y="132511"/>
                  </a:lnTo>
                  <a:lnTo>
                    <a:pt x="432828" y="132080"/>
                  </a:lnTo>
                  <a:lnTo>
                    <a:pt x="432142" y="131432"/>
                  </a:lnTo>
                  <a:lnTo>
                    <a:pt x="430225" y="129603"/>
                  </a:lnTo>
                  <a:lnTo>
                    <a:pt x="430022" y="129616"/>
                  </a:lnTo>
                  <a:lnTo>
                    <a:pt x="430911" y="129273"/>
                  </a:lnTo>
                  <a:lnTo>
                    <a:pt x="431749" y="126047"/>
                  </a:lnTo>
                  <a:lnTo>
                    <a:pt x="432384" y="123621"/>
                  </a:lnTo>
                  <a:lnTo>
                    <a:pt x="431990" y="120904"/>
                  </a:lnTo>
                  <a:lnTo>
                    <a:pt x="427431" y="118237"/>
                  </a:lnTo>
                  <a:lnTo>
                    <a:pt x="424662" y="119138"/>
                  </a:lnTo>
                  <a:lnTo>
                    <a:pt x="421030" y="123545"/>
                  </a:lnTo>
                  <a:lnTo>
                    <a:pt x="421106" y="127342"/>
                  </a:lnTo>
                  <a:lnTo>
                    <a:pt x="425386" y="129857"/>
                  </a:lnTo>
                  <a:lnTo>
                    <a:pt x="420116" y="136626"/>
                  </a:lnTo>
                  <a:lnTo>
                    <a:pt x="421144" y="141351"/>
                  </a:lnTo>
                  <a:lnTo>
                    <a:pt x="427850" y="145580"/>
                  </a:lnTo>
                  <a:lnTo>
                    <a:pt x="432689" y="146011"/>
                  </a:lnTo>
                  <a:lnTo>
                    <a:pt x="437476" y="139903"/>
                  </a:lnTo>
                  <a:lnTo>
                    <a:pt x="437489" y="136626"/>
                  </a:lnTo>
                  <a:close/>
                </a:path>
                <a:path w="1005839" h="150495">
                  <a:moveTo>
                    <a:pt x="448881" y="116243"/>
                  </a:moveTo>
                  <a:lnTo>
                    <a:pt x="448297" y="116243"/>
                  </a:lnTo>
                  <a:lnTo>
                    <a:pt x="448297" y="116687"/>
                  </a:lnTo>
                  <a:lnTo>
                    <a:pt x="448589" y="116687"/>
                  </a:lnTo>
                  <a:lnTo>
                    <a:pt x="448881" y="116687"/>
                  </a:lnTo>
                  <a:lnTo>
                    <a:pt x="448881" y="116243"/>
                  </a:lnTo>
                  <a:close/>
                </a:path>
                <a:path w="1005839" h="150495">
                  <a:moveTo>
                    <a:pt x="450646" y="144551"/>
                  </a:moveTo>
                  <a:lnTo>
                    <a:pt x="449643" y="142227"/>
                  </a:lnTo>
                  <a:lnTo>
                    <a:pt x="447027" y="141211"/>
                  </a:lnTo>
                  <a:lnTo>
                    <a:pt x="446455" y="140741"/>
                  </a:lnTo>
                  <a:lnTo>
                    <a:pt x="444868" y="140423"/>
                  </a:lnTo>
                  <a:lnTo>
                    <a:pt x="444169" y="140462"/>
                  </a:lnTo>
                  <a:lnTo>
                    <a:pt x="440397" y="139433"/>
                  </a:lnTo>
                  <a:lnTo>
                    <a:pt x="437464" y="143687"/>
                  </a:lnTo>
                  <a:lnTo>
                    <a:pt x="440169" y="145910"/>
                  </a:lnTo>
                  <a:lnTo>
                    <a:pt x="443115" y="148310"/>
                  </a:lnTo>
                  <a:lnTo>
                    <a:pt x="446125" y="148882"/>
                  </a:lnTo>
                  <a:lnTo>
                    <a:pt x="450646" y="144551"/>
                  </a:lnTo>
                  <a:close/>
                </a:path>
                <a:path w="1005839" h="150495">
                  <a:moveTo>
                    <a:pt x="470979" y="122720"/>
                  </a:moveTo>
                  <a:lnTo>
                    <a:pt x="469099" y="116840"/>
                  </a:lnTo>
                  <a:lnTo>
                    <a:pt x="467296" y="115417"/>
                  </a:lnTo>
                  <a:lnTo>
                    <a:pt x="461137" y="115252"/>
                  </a:lnTo>
                  <a:lnTo>
                    <a:pt x="457060" y="119176"/>
                  </a:lnTo>
                  <a:lnTo>
                    <a:pt x="457822" y="126873"/>
                  </a:lnTo>
                  <a:lnTo>
                    <a:pt x="460590" y="129082"/>
                  </a:lnTo>
                  <a:lnTo>
                    <a:pt x="464273" y="128397"/>
                  </a:lnTo>
                  <a:lnTo>
                    <a:pt x="468223" y="127660"/>
                  </a:lnTo>
                  <a:lnTo>
                    <a:pt x="470979" y="122720"/>
                  </a:lnTo>
                  <a:close/>
                </a:path>
                <a:path w="1005839" h="150495">
                  <a:moveTo>
                    <a:pt x="475881" y="134988"/>
                  </a:moveTo>
                  <a:lnTo>
                    <a:pt x="475284" y="134988"/>
                  </a:lnTo>
                  <a:lnTo>
                    <a:pt x="475284" y="135432"/>
                  </a:lnTo>
                  <a:lnTo>
                    <a:pt x="475589" y="135432"/>
                  </a:lnTo>
                  <a:lnTo>
                    <a:pt x="475881" y="135432"/>
                  </a:lnTo>
                  <a:lnTo>
                    <a:pt x="475881" y="134988"/>
                  </a:lnTo>
                  <a:close/>
                </a:path>
                <a:path w="1005839" h="150495">
                  <a:moveTo>
                    <a:pt x="490753" y="92710"/>
                  </a:moveTo>
                  <a:lnTo>
                    <a:pt x="487337" y="89306"/>
                  </a:lnTo>
                  <a:lnTo>
                    <a:pt x="479323" y="91401"/>
                  </a:lnTo>
                  <a:lnTo>
                    <a:pt x="478078" y="96418"/>
                  </a:lnTo>
                  <a:lnTo>
                    <a:pt x="483628" y="101968"/>
                  </a:lnTo>
                  <a:lnTo>
                    <a:pt x="488657" y="100723"/>
                  </a:lnTo>
                  <a:lnTo>
                    <a:pt x="489661" y="96875"/>
                  </a:lnTo>
                  <a:lnTo>
                    <a:pt x="490753" y="92710"/>
                  </a:lnTo>
                  <a:close/>
                </a:path>
                <a:path w="1005839" h="150495">
                  <a:moveTo>
                    <a:pt x="493102" y="111671"/>
                  </a:moveTo>
                  <a:lnTo>
                    <a:pt x="491998" y="109347"/>
                  </a:lnTo>
                  <a:lnTo>
                    <a:pt x="490423" y="108318"/>
                  </a:lnTo>
                  <a:lnTo>
                    <a:pt x="489673" y="107823"/>
                  </a:lnTo>
                  <a:lnTo>
                    <a:pt x="489369" y="107632"/>
                  </a:lnTo>
                  <a:lnTo>
                    <a:pt x="489292" y="107823"/>
                  </a:lnTo>
                  <a:lnTo>
                    <a:pt x="488061" y="107645"/>
                  </a:lnTo>
                  <a:lnTo>
                    <a:pt x="489267" y="108318"/>
                  </a:lnTo>
                  <a:lnTo>
                    <a:pt x="487895" y="107696"/>
                  </a:lnTo>
                  <a:lnTo>
                    <a:pt x="487680" y="107594"/>
                  </a:lnTo>
                  <a:lnTo>
                    <a:pt x="487895" y="107696"/>
                  </a:lnTo>
                  <a:lnTo>
                    <a:pt x="488061" y="107645"/>
                  </a:lnTo>
                  <a:lnTo>
                    <a:pt x="489292" y="107823"/>
                  </a:lnTo>
                  <a:lnTo>
                    <a:pt x="489292" y="107594"/>
                  </a:lnTo>
                  <a:lnTo>
                    <a:pt x="488899" y="107327"/>
                  </a:lnTo>
                  <a:lnTo>
                    <a:pt x="487426" y="107480"/>
                  </a:lnTo>
                  <a:lnTo>
                    <a:pt x="487426" y="107823"/>
                  </a:lnTo>
                  <a:lnTo>
                    <a:pt x="486981" y="107708"/>
                  </a:lnTo>
                  <a:lnTo>
                    <a:pt x="486130" y="108153"/>
                  </a:lnTo>
                  <a:lnTo>
                    <a:pt x="486918" y="107734"/>
                  </a:lnTo>
                  <a:lnTo>
                    <a:pt x="487184" y="107594"/>
                  </a:lnTo>
                  <a:lnTo>
                    <a:pt x="487095" y="107734"/>
                  </a:lnTo>
                  <a:lnTo>
                    <a:pt x="487426" y="107823"/>
                  </a:lnTo>
                  <a:lnTo>
                    <a:pt x="487426" y="107480"/>
                  </a:lnTo>
                  <a:lnTo>
                    <a:pt x="485559" y="106629"/>
                  </a:lnTo>
                  <a:lnTo>
                    <a:pt x="485152" y="106743"/>
                  </a:lnTo>
                  <a:lnTo>
                    <a:pt x="484797" y="106222"/>
                  </a:lnTo>
                  <a:lnTo>
                    <a:pt x="481203" y="106641"/>
                  </a:lnTo>
                  <a:lnTo>
                    <a:pt x="479933" y="106972"/>
                  </a:lnTo>
                  <a:lnTo>
                    <a:pt x="473824" y="111239"/>
                  </a:lnTo>
                  <a:lnTo>
                    <a:pt x="478777" y="117754"/>
                  </a:lnTo>
                  <a:lnTo>
                    <a:pt x="480568" y="116154"/>
                  </a:lnTo>
                  <a:lnTo>
                    <a:pt x="482333" y="118567"/>
                  </a:lnTo>
                  <a:lnTo>
                    <a:pt x="488835" y="118478"/>
                  </a:lnTo>
                  <a:lnTo>
                    <a:pt x="491642" y="116954"/>
                  </a:lnTo>
                  <a:lnTo>
                    <a:pt x="493102" y="111671"/>
                  </a:lnTo>
                  <a:close/>
                </a:path>
                <a:path w="1005839" h="150495">
                  <a:moveTo>
                    <a:pt x="494309" y="123926"/>
                  </a:moveTo>
                  <a:lnTo>
                    <a:pt x="493623" y="123215"/>
                  </a:lnTo>
                  <a:lnTo>
                    <a:pt x="492823" y="123228"/>
                  </a:lnTo>
                  <a:lnTo>
                    <a:pt x="492569" y="123240"/>
                  </a:lnTo>
                  <a:lnTo>
                    <a:pt x="492328" y="123240"/>
                  </a:lnTo>
                  <a:lnTo>
                    <a:pt x="492086" y="123253"/>
                  </a:lnTo>
                  <a:lnTo>
                    <a:pt x="490169" y="123278"/>
                  </a:lnTo>
                  <a:lnTo>
                    <a:pt x="489737" y="124269"/>
                  </a:lnTo>
                  <a:lnTo>
                    <a:pt x="484657" y="124269"/>
                  </a:lnTo>
                  <a:lnTo>
                    <a:pt x="482003" y="126657"/>
                  </a:lnTo>
                  <a:lnTo>
                    <a:pt x="482295" y="132511"/>
                  </a:lnTo>
                  <a:lnTo>
                    <a:pt x="484238" y="134886"/>
                  </a:lnTo>
                  <a:lnTo>
                    <a:pt x="486905" y="134772"/>
                  </a:lnTo>
                  <a:lnTo>
                    <a:pt x="490029" y="134658"/>
                  </a:lnTo>
                  <a:lnTo>
                    <a:pt x="492874" y="132435"/>
                  </a:lnTo>
                  <a:lnTo>
                    <a:pt x="492506" y="128130"/>
                  </a:lnTo>
                  <a:lnTo>
                    <a:pt x="494258" y="127368"/>
                  </a:lnTo>
                  <a:lnTo>
                    <a:pt x="494296" y="125463"/>
                  </a:lnTo>
                  <a:lnTo>
                    <a:pt x="494296" y="125209"/>
                  </a:lnTo>
                  <a:lnTo>
                    <a:pt x="494296" y="124955"/>
                  </a:lnTo>
                  <a:lnTo>
                    <a:pt x="494309" y="123926"/>
                  </a:lnTo>
                  <a:close/>
                </a:path>
                <a:path w="1005839" h="150495">
                  <a:moveTo>
                    <a:pt x="502488" y="101612"/>
                  </a:moveTo>
                  <a:lnTo>
                    <a:pt x="495160" y="101612"/>
                  </a:lnTo>
                  <a:lnTo>
                    <a:pt x="495160" y="107315"/>
                  </a:lnTo>
                  <a:lnTo>
                    <a:pt x="498830" y="107315"/>
                  </a:lnTo>
                  <a:lnTo>
                    <a:pt x="502488" y="107315"/>
                  </a:lnTo>
                  <a:lnTo>
                    <a:pt x="502488" y="101612"/>
                  </a:lnTo>
                  <a:close/>
                </a:path>
                <a:path w="1005839" h="150495">
                  <a:moveTo>
                    <a:pt x="509930" y="57264"/>
                  </a:moveTo>
                  <a:lnTo>
                    <a:pt x="504228" y="57264"/>
                  </a:lnTo>
                  <a:lnTo>
                    <a:pt x="504215" y="61696"/>
                  </a:lnTo>
                  <a:lnTo>
                    <a:pt x="507072" y="61696"/>
                  </a:lnTo>
                  <a:lnTo>
                    <a:pt x="509917" y="61696"/>
                  </a:lnTo>
                  <a:lnTo>
                    <a:pt x="509930" y="57264"/>
                  </a:lnTo>
                  <a:close/>
                </a:path>
                <a:path w="1005839" h="150495">
                  <a:moveTo>
                    <a:pt x="511695" y="94107"/>
                  </a:moveTo>
                  <a:lnTo>
                    <a:pt x="509562" y="91198"/>
                  </a:lnTo>
                  <a:lnTo>
                    <a:pt x="508673" y="90004"/>
                  </a:lnTo>
                  <a:lnTo>
                    <a:pt x="507746" y="89090"/>
                  </a:lnTo>
                  <a:lnTo>
                    <a:pt x="502843" y="87744"/>
                  </a:lnTo>
                  <a:lnTo>
                    <a:pt x="499338" y="90411"/>
                  </a:lnTo>
                  <a:lnTo>
                    <a:pt x="499338" y="97523"/>
                  </a:lnTo>
                  <a:lnTo>
                    <a:pt x="502843" y="100203"/>
                  </a:lnTo>
                  <a:lnTo>
                    <a:pt x="509422" y="98399"/>
                  </a:lnTo>
                  <a:lnTo>
                    <a:pt x="511695" y="94107"/>
                  </a:lnTo>
                  <a:close/>
                </a:path>
                <a:path w="1005839" h="150495">
                  <a:moveTo>
                    <a:pt x="512013" y="131813"/>
                  </a:moveTo>
                  <a:lnTo>
                    <a:pt x="510159" y="129705"/>
                  </a:lnTo>
                  <a:lnTo>
                    <a:pt x="505180" y="127711"/>
                  </a:lnTo>
                  <a:lnTo>
                    <a:pt x="502119" y="129882"/>
                  </a:lnTo>
                  <a:lnTo>
                    <a:pt x="494728" y="133540"/>
                  </a:lnTo>
                  <a:lnTo>
                    <a:pt x="498081" y="141820"/>
                  </a:lnTo>
                  <a:lnTo>
                    <a:pt x="503123" y="139865"/>
                  </a:lnTo>
                  <a:lnTo>
                    <a:pt x="506488" y="138557"/>
                  </a:lnTo>
                  <a:lnTo>
                    <a:pt x="509765" y="137807"/>
                  </a:lnTo>
                  <a:lnTo>
                    <a:pt x="512013" y="131813"/>
                  </a:lnTo>
                  <a:close/>
                </a:path>
                <a:path w="1005839" h="150495">
                  <a:moveTo>
                    <a:pt x="530364" y="124358"/>
                  </a:moveTo>
                  <a:lnTo>
                    <a:pt x="519772" y="124358"/>
                  </a:lnTo>
                  <a:lnTo>
                    <a:pt x="519772" y="132575"/>
                  </a:lnTo>
                  <a:lnTo>
                    <a:pt x="525068" y="132575"/>
                  </a:lnTo>
                  <a:lnTo>
                    <a:pt x="530352" y="132575"/>
                  </a:lnTo>
                  <a:lnTo>
                    <a:pt x="530364" y="124358"/>
                  </a:lnTo>
                  <a:close/>
                </a:path>
                <a:path w="1005839" h="150495">
                  <a:moveTo>
                    <a:pt x="539280" y="100037"/>
                  </a:moveTo>
                  <a:lnTo>
                    <a:pt x="538810" y="95783"/>
                  </a:lnTo>
                  <a:lnTo>
                    <a:pt x="537845" y="94742"/>
                  </a:lnTo>
                  <a:lnTo>
                    <a:pt x="536562" y="93383"/>
                  </a:lnTo>
                  <a:lnTo>
                    <a:pt x="535660" y="93662"/>
                  </a:lnTo>
                  <a:lnTo>
                    <a:pt x="535660" y="94742"/>
                  </a:lnTo>
                  <a:lnTo>
                    <a:pt x="534860" y="94361"/>
                  </a:lnTo>
                  <a:lnTo>
                    <a:pt x="535012" y="94399"/>
                  </a:lnTo>
                  <a:lnTo>
                    <a:pt x="535660" y="94742"/>
                  </a:lnTo>
                  <a:lnTo>
                    <a:pt x="535660" y="93662"/>
                  </a:lnTo>
                  <a:lnTo>
                    <a:pt x="534276" y="94081"/>
                  </a:lnTo>
                  <a:lnTo>
                    <a:pt x="530999" y="92532"/>
                  </a:lnTo>
                  <a:lnTo>
                    <a:pt x="525170" y="96177"/>
                  </a:lnTo>
                  <a:lnTo>
                    <a:pt x="526326" y="100393"/>
                  </a:lnTo>
                  <a:lnTo>
                    <a:pt x="524929" y="100126"/>
                  </a:lnTo>
                  <a:lnTo>
                    <a:pt x="523443" y="100507"/>
                  </a:lnTo>
                  <a:lnTo>
                    <a:pt x="518833" y="103187"/>
                  </a:lnTo>
                  <a:lnTo>
                    <a:pt x="518325" y="107289"/>
                  </a:lnTo>
                  <a:lnTo>
                    <a:pt x="522998" y="111963"/>
                  </a:lnTo>
                  <a:lnTo>
                    <a:pt x="527100" y="111455"/>
                  </a:lnTo>
                  <a:lnTo>
                    <a:pt x="528777" y="108572"/>
                  </a:lnTo>
                  <a:lnTo>
                    <a:pt x="529780" y="106845"/>
                  </a:lnTo>
                  <a:lnTo>
                    <a:pt x="530072" y="105689"/>
                  </a:lnTo>
                  <a:lnTo>
                    <a:pt x="533793" y="106705"/>
                  </a:lnTo>
                  <a:lnTo>
                    <a:pt x="536206" y="105321"/>
                  </a:lnTo>
                  <a:lnTo>
                    <a:pt x="538797" y="101841"/>
                  </a:lnTo>
                  <a:lnTo>
                    <a:pt x="539280" y="100037"/>
                  </a:lnTo>
                  <a:close/>
                </a:path>
                <a:path w="1005839" h="150495">
                  <a:moveTo>
                    <a:pt x="552818" y="61150"/>
                  </a:moveTo>
                  <a:lnTo>
                    <a:pt x="552043" y="59436"/>
                  </a:lnTo>
                  <a:lnTo>
                    <a:pt x="551738" y="57150"/>
                  </a:lnTo>
                  <a:lnTo>
                    <a:pt x="550379" y="55676"/>
                  </a:lnTo>
                  <a:lnTo>
                    <a:pt x="549440" y="53594"/>
                  </a:lnTo>
                  <a:lnTo>
                    <a:pt x="549186" y="53022"/>
                  </a:lnTo>
                  <a:lnTo>
                    <a:pt x="541477" y="53733"/>
                  </a:lnTo>
                  <a:lnTo>
                    <a:pt x="542061" y="51993"/>
                  </a:lnTo>
                  <a:lnTo>
                    <a:pt x="542759" y="49885"/>
                  </a:lnTo>
                  <a:lnTo>
                    <a:pt x="542582" y="47447"/>
                  </a:lnTo>
                  <a:lnTo>
                    <a:pt x="542836" y="42303"/>
                  </a:lnTo>
                  <a:lnTo>
                    <a:pt x="538111" y="41605"/>
                  </a:lnTo>
                  <a:lnTo>
                    <a:pt x="537083" y="46697"/>
                  </a:lnTo>
                  <a:lnTo>
                    <a:pt x="536308" y="49034"/>
                  </a:lnTo>
                  <a:lnTo>
                    <a:pt x="536689" y="54419"/>
                  </a:lnTo>
                  <a:lnTo>
                    <a:pt x="537819" y="54610"/>
                  </a:lnTo>
                  <a:lnTo>
                    <a:pt x="536194" y="55968"/>
                  </a:lnTo>
                  <a:lnTo>
                    <a:pt x="532206" y="65773"/>
                  </a:lnTo>
                  <a:lnTo>
                    <a:pt x="539038" y="71678"/>
                  </a:lnTo>
                  <a:lnTo>
                    <a:pt x="550354" y="68072"/>
                  </a:lnTo>
                  <a:lnTo>
                    <a:pt x="551611" y="66255"/>
                  </a:lnTo>
                  <a:lnTo>
                    <a:pt x="552742" y="64617"/>
                  </a:lnTo>
                  <a:lnTo>
                    <a:pt x="552373" y="61798"/>
                  </a:lnTo>
                  <a:lnTo>
                    <a:pt x="552818" y="61150"/>
                  </a:lnTo>
                  <a:close/>
                </a:path>
                <a:path w="1005839" h="150495">
                  <a:moveTo>
                    <a:pt x="555371" y="119011"/>
                  </a:moveTo>
                  <a:lnTo>
                    <a:pt x="554990" y="110680"/>
                  </a:lnTo>
                  <a:lnTo>
                    <a:pt x="551802" y="107149"/>
                  </a:lnTo>
                  <a:lnTo>
                    <a:pt x="543458" y="107149"/>
                  </a:lnTo>
                  <a:lnTo>
                    <a:pt x="539597" y="110693"/>
                  </a:lnTo>
                  <a:lnTo>
                    <a:pt x="539978" y="119024"/>
                  </a:lnTo>
                  <a:lnTo>
                    <a:pt x="543179" y="122542"/>
                  </a:lnTo>
                  <a:lnTo>
                    <a:pt x="547484" y="122542"/>
                  </a:lnTo>
                  <a:lnTo>
                    <a:pt x="551510" y="122542"/>
                  </a:lnTo>
                  <a:lnTo>
                    <a:pt x="555371" y="119011"/>
                  </a:lnTo>
                  <a:close/>
                </a:path>
                <a:path w="1005839" h="150495">
                  <a:moveTo>
                    <a:pt x="556399" y="86677"/>
                  </a:moveTo>
                  <a:lnTo>
                    <a:pt x="555599" y="85877"/>
                  </a:lnTo>
                  <a:lnTo>
                    <a:pt x="554748" y="86106"/>
                  </a:lnTo>
                  <a:lnTo>
                    <a:pt x="554443" y="86182"/>
                  </a:lnTo>
                  <a:lnTo>
                    <a:pt x="553859" y="86347"/>
                  </a:lnTo>
                  <a:lnTo>
                    <a:pt x="550367" y="87287"/>
                  </a:lnTo>
                  <a:lnTo>
                    <a:pt x="554990" y="91909"/>
                  </a:lnTo>
                  <a:lnTo>
                    <a:pt x="555929" y="88417"/>
                  </a:lnTo>
                  <a:lnTo>
                    <a:pt x="556018" y="88125"/>
                  </a:lnTo>
                  <a:lnTo>
                    <a:pt x="556094" y="87820"/>
                  </a:lnTo>
                  <a:lnTo>
                    <a:pt x="556399" y="86677"/>
                  </a:lnTo>
                  <a:close/>
                </a:path>
                <a:path w="1005839" h="150495">
                  <a:moveTo>
                    <a:pt x="561352" y="101993"/>
                  </a:moveTo>
                  <a:lnTo>
                    <a:pt x="560755" y="101993"/>
                  </a:lnTo>
                  <a:lnTo>
                    <a:pt x="560755" y="102438"/>
                  </a:lnTo>
                  <a:lnTo>
                    <a:pt x="561047" y="102438"/>
                  </a:lnTo>
                  <a:lnTo>
                    <a:pt x="561352" y="102438"/>
                  </a:lnTo>
                  <a:lnTo>
                    <a:pt x="561352" y="101993"/>
                  </a:lnTo>
                  <a:close/>
                </a:path>
                <a:path w="1005839" h="150495">
                  <a:moveTo>
                    <a:pt x="578586" y="99745"/>
                  </a:moveTo>
                  <a:lnTo>
                    <a:pt x="578002" y="99745"/>
                  </a:lnTo>
                  <a:lnTo>
                    <a:pt x="578002" y="100190"/>
                  </a:lnTo>
                  <a:lnTo>
                    <a:pt x="578294" y="100190"/>
                  </a:lnTo>
                  <a:lnTo>
                    <a:pt x="578586" y="100190"/>
                  </a:lnTo>
                  <a:lnTo>
                    <a:pt x="578586" y="99745"/>
                  </a:lnTo>
                  <a:close/>
                </a:path>
                <a:path w="1005839" h="150495">
                  <a:moveTo>
                    <a:pt x="579094" y="66713"/>
                  </a:moveTo>
                  <a:lnTo>
                    <a:pt x="579069" y="64350"/>
                  </a:lnTo>
                  <a:lnTo>
                    <a:pt x="578929" y="58864"/>
                  </a:lnTo>
                  <a:lnTo>
                    <a:pt x="575017" y="56807"/>
                  </a:lnTo>
                  <a:lnTo>
                    <a:pt x="572084" y="60159"/>
                  </a:lnTo>
                  <a:lnTo>
                    <a:pt x="571271" y="61048"/>
                  </a:lnTo>
                  <a:lnTo>
                    <a:pt x="569391" y="63322"/>
                  </a:lnTo>
                  <a:lnTo>
                    <a:pt x="568820" y="64820"/>
                  </a:lnTo>
                  <a:lnTo>
                    <a:pt x="567055" y="69024"/>
                  </a:lnTo>
                  <a:lnTo>
                    <a:pt x="569353" y="72199"/>
                  </a:lnTo>
                  <a:lnTo>
                    <a:pt x="574662" y="73647"/>
                  </a:lnTo>
                  <a:lnTo>
                    <a:pt x="577494" y="71932"/>
                  </a:lnTo>
                  <a:lnTo>
                    <a:pt x="578319" y="69202"/>
                  </a:lnTo>
                  <a:lnTo>
                    <a:pt x="579094" y="66713"/>
                  </a:lnTo>
                  <a:close/>
                </a:path>
                <a:path w="1005839" h="150495">
                  <a:moveTo>
                    <a:pt x="579335" y="92252"/>
                  </a:moveTo>
                  <a:lnTo>
                    <a:pt x="578751" y="92252"/>
                  </a:lnTo>
                  <a:lnTo>
                    <a:pt x="578751" y="92697"/>
                  </a:lnTo>
                  <a:lnTo>
                    <a:pt x="579043" y="92697"/>
                  </a:lnTo>
                  <a:lnTo>
                    <a:pt x="579335" y="92697"/>
                  </a:lnTo>
                  <a:lnTo>
                    <a:pt x="579335" y="92252"/>
                  </a:lnTo>
                  <a:close/>
                </a:path>
                <a:path w="1005839" h="150495">
                  <a:moveTo>
                    <a:pt x="587082" y="118224"/>
                  </a:moveTo>
                  <a:lnTo>
                    <a:pt x="581660" y="115900"/>
                  </a:lnTo>
                  <a:lnTo>
                    <a:pt x="576541" y="120243"/>
                  </a:lnTo>
                  <a:lnTo>
                    <a:pt x="576046" y="123367"/>
                  </a:lnTo>
                  <a:lnTo>
                    <a:pt x="577545" y="128638"/>
                  </a:lnTo>
                  <a:lnTo>
                    <a:pt x="580491" y="130048"/>
                  </a:lnTo>
                  <a:lnTo>
                    <a:pt x="585711" y="127838"/>
                  </a:lnTo>
                  <a:lnTo>
                    <a:pt x="586498" y="124879"/>
                  </a:lnTo>
                  <a:lnTo>
                    <a:pt x="585558" y="122986"/>
                  </a:lnTo>
                  <a:lnTo>
                    <a:pt x="587082" y="118224"/>
                  </a:lnTo>
                  <a:close/>
                </a:path>
                <a:path w="1005839" h="150495">
                  <a:moveTo>
                    <a:pt x="596620" y="48552"/>
                  </a:moveTo>
                  <a:lnTo>
                    <a:pt x="593725" y="45669"/>
                  </a:lnTo>
                  <a:lnTo>
                    <a:pt x="586879" y="45669"/>
                  </a:lnTo>
                  <a:lnTo>
                    <a:pt x="583971" y="48564"/>
                  </a:lnTo>
                  <a:lnTo>
                    <a:pt x="583971" y="55422"/>
                  </a:lnTo>
                  <a:lnTo>
                    <a:pt x="586854" y="58318"/>
                  </a:lnTo>
                  <a:lnTo>
                    <a:pt x="590296" y="58318"/>
                  </a:lnTo>
                  <a:lnTo>
                    <a:pt x="593699" y="58318"/>
                  </a:lnTo>
                  <a:lnTo>
                    <a:pt x="596620" y="55397"/>
                  </a:lnTo>
                  <a:lnTo>
                    <a:pt x="596620" y="48552"/>
                  </a:lnTo>
                  <a:close/>
                </a:path>
                <a:path w="1005839" h="150495">
                  <a:moveTo>
                    <a:pt x="597928" y="101625"/>
                  </a:moveTo>
                  <a:lnTo>
                    <a:pt x="596265" y="99631"/>
                  </a:lnTo>
                  <a:lnTo>
                    <a:pt x="595414" y="98615"/>
                  </a:lnTo>
                  <a:lnTo>
                    <a:pt x="593534" y="96367"/>
                  </a:lnTo>
                  <a:lnTo>
                    <a:pt x="590029" y="96418"/>
                  </a:lnTo>
                  <a:lnTo>
                    <a:pt x="588238" y="98488"/>
                  </a:lnTo>
                  <a:lnTo>
                    <a:pt x="587946" y="98742"/>
                  </a:lnTo>
                  <a:lnTo>
                    <a:pt x="587362" y="99339"/>
                  </a:lnTo>
                  <a:lnTo>
                    <a:pt x="584123" y="100952"/>
                  </a:lnTo>
                  <a:lnTo>
                    <a:pt x="583641" y="105435"/>
                  </a:lnTo>
                  <a:lnTo>
                    <a:pt x="587679" y="110667"/>
                  </a:lnTo>
                  <a:lnTo>
                    <a:pt x="592086" y="111315"/>
                  </a:lnTo>
                  <a:lnTo>
                    <a:pt x="597319" y="105397"/>
                  </a:lnTo>
                  <a:lnTo>
                    <a:pt x="597928" y="101625"/>
                  </a:lnTo>
                  <a:close/>
                </a:path>
                <a:path w="1005839" h="150495">
                  <a:moveTo>
                    <a:pt x="606552" y="83477"/>
                  </a:moveTo>
                  <a:lnTo>
                    <a:pt x="602018" y="82753"/>
                  </a:lnTo>
                  <a:lnTo>
                    <a:pt x="599503" y="82359"/>
                  </a:lnTo>
                  <a:lnTo>
                    <a:pt x="597954" y="82715"/>
                  </a:lnTo>
                  <a:lnTo>
                    <a:pt x="594766" y="88633"/>
                  </a:lnTo>
                  <a:lnTo>
                    <a:pt x="598500" y="93268"/>
                  </a:lnTo>
                  <a:lnTo>
                    <a:pt x="606132" y="89903"/>
                  </a:lnTo>
                  <a:lnTo>
                    <a:pt x="606552" y="83477"/>
                  </a:lnTo>
                  <a:close/>
                </a:path>
                <a:path w="1005839" h="150495">
                  <a:moveTo>
                    <a:pt x="616000" y="102311"/>
                  </a:moveTo>
                  <a:lnTo>
                    <a:pt x="613448" y="99758"/>
                  </a:lnTo>
                  <a:lnTo>
                    <a:pt x="605332" y="102641"/>
                  </a:lnTo>
                  <a:lnTo>
                    <a:pt x="603897" y="106641"/>
                  </a:lnTo>
                  <a:lnTo>
                    <a:pt x="609104" y="111848"/>
                  </a:lnTo>
                  <a:lnTo>
                    <a:pt x="613117" y="110413"/>
                  </a:lnTo>
                  <a:lnTo>
                    <a:pt x="614260" y="107200"/>
                  </a:lnTo>
                  <a:lnTo>
                    <a:pt x="616000" y="102311"/>
                  </a:lnTo>
                  <a:close/>
                </a:path>
                <a:path w="1005839" h="150495">
                  <a:moveTo>
                    <a:pt x="630897" y="69735"/>
                  </a:moveTo>
                  <a:lnTo>
                    <a:pt x="628027" y="66941"/>
                  </a:lnTo>
                  <a:lnTo>
                    <a:pt x="628116" y="66814"/>
                  </a:lnTo>
                  <a:lnTo>
                    <a:pt x="627583" y="66497"/>
                  </a:lnTo>
                  <a:lnTo>
                    <a:pt x="625424" y="64401"/>
                  </a:lnTo>
                  <a:lnTo>
                    <a:pt x="623506" y="64109"/>
                  </a:lnTo>
                  <a:lnTo>
                    <a:pt x="622909" y="63766"/>
                  </a:lnTo>
                  <a:lnTo>
                    <a:pt x="620674" y="62471"/>
                  </a:lnTo>
                  <a:lnTo>
                    <a:pt x="624306" y="59613"/>
                  </a:lnTo>
                  <a:lnTo>
                    <a:pt x="624674" y="54991"/>
                  </a:lnTo>
                  <a:lnTo>
                    <a:pt x="624928" y="51790"/>
                  </a:lnTo>
                  <a:lnTo>
                    <a:pt x="622985" y="49326"/>
                  </a:lnTo>
                  <a:lnTo>
                    <a:pt x="618388" y="47472"/>
                  </a:lnTo>
                  <a:lnTo>
                    <a:pt x="615911" y="48018"/>
                  </a:lnTo>
                  <a:lnTo>
                    <a:pt x="609752" y="53441"/>
                  </a:lnTo>
                  <a:lnTo>
                    <a:pt x="611428" y="59347"/>
                  </a:lnTo>
                  <a:lnTo>
                    <a:pt x="617588" y="61963"/>
                  </a:lnTo>
                  <a:lnTo>
                    <a:pt x="612851" y="70891"/>
                  </a:lnTo>
                  <a:lnTo>
                    <a:pt x="613435" y="75298"/>
                  </a:lnTo>
                  <a:lnTo>
                    <a:pt x="619798" y="81267"/>
                  </a:lnTo>
                  <a:lnTo>
                    <a:pt x="624903" y="80860"/>
                  </a:lnTo>
                  <a:lnTo>
                    <a:pt x="630567" y="74701"/>
                  </a:lnTo>
                  <a:lnTo>
                    <a:pt x="630694" y="74561"/>
                  </a:lnTo>
                  <a:lnTo>
                    <a:pt x="630720" y="73837"/>
                  </a:lnTo>
                  <a:lnTo>
                    <a:pt x="630897" y="69735"/>
                  </a:lnTo>
                  <a:close/>
                </a:path>
                <a:path w="1005839" h="150495">
                  <a:moveTo>
                    <a:pt x="632955" y="102184"/>
                  </a:moveTo>
                  <a:lnTo>
                    <a:pt x="632053" y="99949"/>
                  </a:lnTo>
                  <a:lnTo>
                    <a:pt x="630097" y="95110"/>
                  </a:lnTo>
                  <a:lnTo>
                    <a:pt x="629132" y="95402"/>
                  </a:lnTo>
                  <a:lnTo>
                    <a:pt x="629132" y="98196"/>
                  </a:lnTo>
                  <a:lnTo>
                    <a:pt x="629031" y="98018"/>
                  </a:lnTo>
                  <a:lnTo>
                    <a:pt x="628091" y="97091"/>
                  </a:lnTo>
                  <a:lnTo>
                    <a:pt x="628281" y="97091"/>
                  </a:lnTo>
                  <a:lnTo>
                    <a:pt x="629018" y="97091"/>
                  </a:lnTo>
                  <a:lnTo>
                    <a:pt x="628319" y="97116"/>
                  </a:lnTo>
                  <a:lnTo>
                    <a:pt x="628129" y="97116"/>
                  </a:lnTo>
                  <a:lnTo>
                    <a:pt x="629031" y="98018"/>
                  </a:lnTo>
                  <a:lnTo>
                    <a:pt x="629132" y="98196"/>
                  </a:lnTo>
                  <a:lnTo>
                    <a:pt x="629132" y="95402"/>
                  </a:lnTo>
                  <a:lnTo>
                    <a:pt x="626795" y="96088"/>
                  </a:lnTo>
                  <a:lnTo>
                    <a:pt x="624611" y="95770"/>
                  </a:lnTo>
                  <a:lnTo>
                    <a:pt x="621919" y="96672"/>
                  </a:lnTo>
                  <a:lnTo>
                    <a:pt x="621792" y="97116"/>
                  </a:lnTo>
                  <a:lnTo>
                    <a:pt x="620814" y="102196"/>
                  </a:lnTo>
                  <a:lnTo>
                    <a:pt x="622058" y="104127"/>
                  </a:lnTo>
                  <a:lnTo>
                    <a:pt x="625906" y="105714"/>
                  </a:lnTo>
                  <a:lnTo>
                    <a:pt x="627354" y="105384"/>
                  </a:lnTo>
                  <a:lnTo>
                    <a:pt x="632955" y="102184"/>
                  </a:lnTo>
                  <a:close/>
                </a:path>
                <a:path w="1005839" h="150495">
                  <a:moveTo>
                    <a:pt x="647801" y="115392"/>
                  </a:moveTo>
                  <a:lnTo>
                    <a:pt x="645337" y="112941"/>
                  </a:lnTo>
                  <a:lnTo>
                    <a:pt x="638873" y="113652"/>
                  </a:lnTo>
                  <a:lnTo>
                    <a:pt x="636270" y="118173"/>
                  </a:lnTo>
                  <a:lnTo>
                    <a:pt x="642543" y="124447"/>
                  </a:lnTo>
                  <a:lnTo>
                    <a:pt x="647090" y="121869"/>
                  </a:lnTo>
                  <a:lnTo>
                    <a:pt x="647522" y="117957"/>
                  </a:lnTo>
                  <a:lnTo>
                    <a:pt x="647801" y="115392"/>
                  </a:lnTo>
                  <a:close/>
                </a:path>
                <a:path w="1005839" h="150495">
                  <a:moveTo>
                    <a:pt x="662457" y="133946"/>
                  </a:moveTo>
                  <a:lnTo>
                    <a:pt x="661009" y="132016"/>
                  </a:lnTo>
                  <a:lnTo>
                    <a:pt x="657250" y="130505"/>
                  </a:lnTo>
                  <a:lnTo>
                    <a:pt x="655396" y="131025"/>
                  </a:lnTo>
                  <a:lnTo>
                    <a:pt x="650113" y="135318"/>
                  </a:lnTo>
                  <a:lnTo>
                    <a:pt x="651687" y="140233"/>
                  </a:lnTo>
                  <a:lnTo>
                    <a:pt x="658482" y="143103"/>
                  </a:lnTo>
                  <a:lnTo>
                    <a:pt x="662101" y="140449"/>
                  </a:lnTo>
                  <a:lnTo>
                    <a:pt x="662317" y="136664"/>
                  </a:lnTo>
                  <a:lnTo>
                    <a:pt x="662457" y="133946"/>
                  </a:lnTo>
                  <a:close/>
                </a:path>
                <a:path w="1005839" h="150495">
                  <a:moveTo>
                    <a:pt x="669963" y="104876"/>
                  </a:moveTo>
                  <a:lnTo>
                    <a:pt x="669823" y="104736"/>
                  </a:lnTo>
                  <a:lnTo>
                    <a:pt x="669874" y="104876"/>
                  </a:lnTo>
                  <a:lnTo>
                    <a:pt x="669747" y="104673"/>
                  </a:lnTo>
                  <a:lnTo>
                    <a:pt x="669785" y="104876"/>
                  </a:lnTo>
                  <a:lnTo>
                    <a:pt x="669963" y="104876"/>
                  </a:lnTo>
                  <a:close/>
                </a:path>
                <a:path w="1005839" h="150495">
                  <a:moveTo>
                    <a:pt x="670763" y="104990"/>
                  </a:moveTo>
                  <a:close/>
                </a:path>
                <a:path w="1005839" h="150495">
                  <a:moveTo>
                    <a:pt x="670839" y="104711"/>
                  </a:moveTo>
                  <a:lnTo>
                    <a:pt x="670674" y="104584"/>
                  </a:lnTo>
                  <a:lnTo>
                    <a:pt x="670839" y="104711"/>
                  </a:lnTo>
                  <a:close/>
                </a:path>
                <a:path w="1005839" h="150495">
                  <a:moveTo>
                    <a:pt x="671080" y="104927"/>
                  </a:moveTo>
                  <a:lnTo>
                    <a:pt x="670941" y="104775"/>
                  </a:lnTo>
                  <a:lnTo>
                    <a:pt x="670864" y="105029"/>
                  </a:lnTo>
                  <a:lnTo>
                    <a:pt x="671080" y="104927"/>
                  </a:lnTo>
                  <a:close/>
                </a:path>
                <a:path w="1005839" h="150495">
                  <a:moveTo>
                    <a:pt x="671131" y="104914"/>
                  </a:moveTo>
                  <a:lnTo>
                    <a:pt x="670890" y="105041"/>
                  </a:lnTo>
                  <a:lnTo>
                    <a:pt x="671118" y="104990"/>
                  </a:lnTo>
                  <a:close/>
                </a:path>
                <a:path w="1005839" h="150495">
                  <a:moveTo>
                    <a:pt x="671131" y="104902"/>
                  </a:moveTo>
                  <a:lnTo>
                    <a:pt x="671017" y="104762"/>
                  </a:lnTo>
                  <a:lnTo>
                    <a:pt x="671131" y="104902"/>
                  </a:lnTo>
                  <a:close/>
                </a:path>
                <a:path w="1005839" h="150495">
                  <a:moveTo>
                    <a:pt x="671156" y="104889"/>
                  </a:moveTo>
                  <a:lnTo>
                    <a:pt x="671055" y="104724"/>
                  </a:lnTo>
                  <a:lnTo>
                    <a:pt x="670928" y="104673"/>
                  </a:lnTo>
                  <a:lnTo>
                    <a:pt x="671156" y="104889"/>
                  </a:lnTo>
                  <a:close/>
                </a:path>
                <a:path w="1005839" h="150495">
                  <a:moveTo>
                    <a:pt x="671271" y="105156"/>
                  </a:moveTo>
                  <a:lnTo>
                    <a:pt x="671258" y="104990"/>
                  </a:lnTo>
                  <a:lnTo>
                    <a:pt x="671118" y="105156"/>
                  </a:lnTo>
                  <a:lnTo>
                    <a:pt x="671271" y="105156"/>
                  </a:lnTo>
                  <a:close/>
                </a:path>
                <a:path w="1005839" h="150495">
                  <a:moveTo>
                    <a:pt x="671334" y="104838"/>
                  </a:moveTo>
                  <a:close/>
                </a:path>
                <a:path w="1005839" h="150495">
                  <a:moveTo>
                    <a:pt x="671461" y="104863"/>
                  </a:moveTo>
                  <a:close/>
                </a:path>
                <a:path w="1005839" h="150495">
                  <a:moveTo>
                    <a:pt x="671474" y="104736"/>
                  </a:moveTo>
                  <a:close/>
                </a:path>
                <a:path w="1005839" h="150495">
                  <a:moveTo>
                    <a:pt x="673061" y="138734"/>
                  </a:moveTo>
                  <a:lnTo>
                    <a:pt x="672465" y="138734"/>
                  </a:lnTo>
                  <a:lnTo>
                    <a:pt x="672465" y="139179"/>
                  </a:lnTo>
                  <a:lnTo>
                    <a:pt x="672769" y="139179"/>
                  </a:lnTo>
                  <a:lnTo>
                    <a:pt x="673061" y="139179"/>
                  </a:lnTo>
                  <a:lnTo>
                    <a:pt x="673061" y="138734"/>
                  </a:lnTo>
                  <a:close/>
                </a:path>
                <a:path w="1005839" h="150495">
                  <a:moveTo>
                    <a:pt x="682853" y="101231"/>
                  </a:moveTo>
                  <a:lnTo>
                    <a:pt x="682091" y="100380"/>
                  </a:lnTo>
                  <a:lnTo>
                    <a:pt x="682066" y="105219"/>
                  </a:lnTo>
                  <a:lnTo>
                    <a:pt x="671283" y="105219"/>
                  </a:lnTo>
                  <a:lnTo>
                    <a:pt x="671055" y="105219"/>
                  </a:lnTo>
                  <a:lnTo>
                    <a:pt x="671004" y="105092"/>
                  </a:lnTo>
                  <a:lnTo>
                    <a:pt x="670864" y="105041"/>
                  </a:lnTo>
                  <a:lnTo>
                    <a:pt x="670648" y="105219"/>
                  </a:lnTo>
                  <a:lnTo>
                    <a:pt x="670521" y="105448"/>
                  </a:lnTo>
                  <a:lnTo>
                    <a:pt x="670725" y="105016"/>
                  </a:lnTo>
                  <a:lnTo>
                    <a:pt x="670788" y="104800"/>
                  </a:lnTo>
                  <a:lnTo>
                    <a:pt x="670598" y="104838"/>
                  </a:lnTo>
                  <a:lnTo>
                    <a:pt x="670382" y="104876"/>
                  </a:lnTo>
                  <a:lnTo>
                    <a:pt x="670077" y="104813"/>
                  </a:lnTo>
                  <a:lnTo>
                    <a:pt x="669899" y="104940"/>
                  </a:lnTo>
                  <a:lnTo>
                    <a:pt x="669721" y="104698"/>
                  </a:lnTo>
                  <a:lnTo>
                    <a:pt x="669569" y="104825"/>
                  </a:lnTo>
                  <a:lnTo>
                    <a:pt x="669594" y="104521"/>
                  </a:lnTo>
                  <a:lnTo>
                    <a:pt x="669632" y="104165"/>
                  </a:lnTo>
                  <a:lnTo>
                    <a:pt x="669671" y="104038"/>
                  </a:lnTo>
                  <a:lnTo>
                    <a:pt x="670737" y="103085"/>
                  </a:lnTo>
                  <a:lnTo>
                    <a:pt x="669963" y="103886"/>
                  </a:lnTo>
                  <a:lnTo>
                    <a:pt x="669772" y="104330"/>
                  </a:lnTo>
                  <a:lnTo>
                    <a:pt x="669937" y="104114"/>
                  </a:lnTo>
                  <a:lnTo>
                    <a:pt x="669836" y="104711"/>
                  </a:lnTo>
                  <a:lnTo>
                    <a:pt x="670077" y="104813"/>
                  </a:lnTo>
                  <a:lnTo>
                    <a:pt x="671233" y="103962"/>
                  </a:lnTo>
                  <a:lnTo>
                    <a:pt x="671029" y="104355"/>
                  </a:lnTo>
                  <a:lnTo>
                    <a:pt x="670928" y="104673"/>
                  </a:lnTo>
                  <a:lnTo>
                    <a:pt x="671055" y="104724"/>
                  </a:lnTo>
                  <a:lnTo>
                    <a:pt x="671258" y="104800"/>
                  </a:lnTo>
                  <a:lnTo>
                    <a:pt x="671258" y="104584"/>
                  </a:lnTo>
                  <a:lnTo>
                    <a:pt x="671512" y="104711"/>
                  </a:lnTo>
                  <a:lnTo>
                    <a:pt x="671652" y="104546"/>
                  </a:lnTo>
                  <a:lnTo>
                    <a:pt x="671588" y="104762"/>
                  </a:lnTo>
                  <a:lnTo>
                    <a:pt x="671461" y="104863"/>
                  </a:lnTo>
                  <a:lnTo>
                    <a:pt x="671410" y="105105"/>
                  </a:lnTo>
                  <a:lnTo>
                    <a:pt x="681990" y="105156"/>
                  </a:lnTo>
                  <a:lnTo>
                    <a:pt x="682066" y="100355"/>
                  </a:lnTo>
                  <a:lnTo>
                    <a:pt x="674598" y="92087"/>
                  </a:lnTo>
                  <a:lnTo>
                    <a:pt x="672439" y="92303"/>
                  </a:lnTo>
                  <a:lnTo>
                    <a:pt x="672439" y="104013"/>
                  </a:lnTo>
                  <a:lnTo>
                    <a:pt x="672287" y="104127"/>
                  </a:lnTo>
                  <a:lnTo>
                    <a:pt x="671766" y="104444"/>
                  </a:lnTo>
                  <a:lnTo>
                    <a:pt x="672439" y="104013"/>
                  </a:lnTo>
                  <a:lnTo>
                    <a:pt x="672439" y="92303"/>
                  </a:lnTo>
                  <a:lnTo>
                    <a:pt x="667321" y="92773"/>
                  </a:lnTo>
                  <a:lnTo>
                    <a:pt x="659053" y="101739"/>
                  </a:lnTo>
                  <a:lnTo>
                    <a:pt x="659752" y="108788"/>
                  </a:lnTo>
                  <a:lnTo>
                    <a:pt x="667092" y="113753"/>
                  </a:lnTo>
                  <a:lnTo>
                    <a:pt x="669810" y="114312"/>
                  </a:lnTo>
                  <a:lnTo>
                    <a:pt x="672934" y="113792"/>
                  </a:lnTo>
                  <a:lnTo>
                    <a:pt x="674154" y="114376"/>
                  </a:lnTo>
                  <a:lnTo>
                    <a:pt x="678586" y="112534"/>
                  </a:lnTo>
                  <a:lnTo>
                    <a:pt x="682726" y="108204"/>
                  </a:lnTo>
                  <a:lnTo>
                    <a:pt x="682853" y="101231"/>
                  </a:lnTo>
                  <a:close/>
                </a:path>
                <a:path w="1005839" h="150495">
                  <a:moveTo>
                    <a:pt x="692492" y="64236"/>
                  </a:moveTo>
                  <a:lnTo>
                    <a:pt x="687717" y="65633"/>
                  </a:lnTo>
                  <a:lnTo>
                    <a:pt x="684428" y="66598"/>
                  </a:lnTo>
                  <a:lnTo>
                    <a:pt x="684428" y="70358"/>
                  </a:lnTo>
                  <a:lnTo>
                    <a:pt x="692467" y="72720"/>
                  </a:lnTo>
                  <a:lnTo>
                    <a:pt x="692492" y="64236"/>
                  </a:lnTo>
                  <a:close/>
                </a:path>
                <a:path w="1005839" h="150495">
                  <a:moveTo>
                    <a:pt x="694728" y="100444"/>
                  </a:moveTo>
                  <a:lnTo>
                    <a:pt x="692835" y="97802"/>
                  </a:lnTo>
                  <a:lnTo>
                    <a:pt x="686511" y="97904"/>
                  </a:lnTo>
                  <a:lnTo>
                    <a:pt x="684682" y="100965"/>
                  </a:lnTo>
                  <a:lnTo>
                    <a:pt x="687641" y="106019"/>
                  </a:lnTo>
                  <a:lnTo>
                    <a:pt x="690867" y="105549"/>
                  </a:lnTo>
                  <a:lnTo>
                    <a:pt x="692480" y="103416"/>
                  </a:lnTo>
                  <a:lnTo>
                    <a:pt x="694728" y="100444"/>
                  </a:lnTo>
                  <a:close/>
                </a:path>
                <a:path w="1005839" h="150495">
                  <a:moveTo>
                    <a:pt x="718019" y="138277"/>
                  </a:moveTo>
                  <a:lnTo>
                    <a:pt x="713930" y="134175"/>
                  </a:lnTo>
                  <a:lnTo>
                    <a:pt x="707402" y="137464"/>
                  </a:lnTo>
                  <a:lnTo>
                    <a:pt x="708342" y="135534"/>
                  </a:lnTo>
                  <a:lnTo>
                    <a:pt x="701687" y="128854"/>
                  </a:lnTo>
                  <a:lnTo>
                    <a:pt x="689965" y="134581"/>
                  </a:lnTo>
                  <a:lnTo>
                    <a:pt x="689622" y="141058"/>
                  </a:lnTo>
                  <a:lnTo>
                    <a:pt x="696150" y="147599"/>
                  </a:lnTo>
                  <a:lnTo>
                    <a:pt x="702640" y="147231"/>
                  </a:lnTo>
                  <a:lnTo>
                    <a:pt x="704811" y="142786"/>
                  </a:lnTo>
                  <a:lnTo>
                    <a:pt x="706615" y="139065"/>
                  </a:lnTo>
                  <a:lnTo>
                    <a:pt x="706462" y="141732"/>
                  </a:lnTo>
                  <a:lnTo>
                    <a:pt x="710476" y="145745"/>
                  </a:lnTo>
                  <a:lnTo>
                    <a:pt x="714400" y="145503"/>
                  </a:lnTo>
                  <a:lnTo>
                    <a:pt x="715759" y="142798"/>
                  </a:lnTo>
                  <a:lnTo>
                    <a:pt x="718019" y="138277"/>
                  </a:lnTo>
                  <a:close/>
                </a:path>
                <a:path w="1005839" h="150495">
                  <a:moveTo>
                    <a:pt x="719505" y="67043"/>
                  </a:moveTo>
                  <a:lnTo>
                    <a:pt x="709993" y="67043"/>
                  </a:lnTo>
                  <a:lnTo>
                    <a:pt x="709993" y="74422"/>
                  </a:lnTo>
                  <a:lnTo>
                    <a:pt x="714743" y="74422"/>
                  </a:lnTo>
                  <a:lnTo>
                    <a:pt x="719505" y="74422"/>
                  </a:lnTo>
                  <a:lnTo>
                    <a:pt x="719505" y="67043"/>
                  </a:lnTo>
                  <a:close/>
                </a:path>
                <a:path w="1005839" h="150495">
                  <a:moveTo>
                    <a:pt x="742061" y="129387"/>
                  </a:moveTo>
                  <a:lnTo>
                    <a:pt x="730935" y="129387"/>
                  </a:lnTo>
                  <a:lnTo>
                    <a:pt x="730923" y="138036"/>
                  </a:lnTo>
                  <a:lnTo>
                    <a:pt x="736485" y="138036"/>
                  </a:lnTo>
                  <a:lnTo>
                    <a:pt x="742048" y="138036"/>
                  </a:lnTo>
                  <a:lnTo>
                    <a:pt x="742061" y="129387"/>
                  </a:lnTo>
                  <a:close/>
                </a:path>
                <a:path w="1005839" h="150495">
                  <a:moveTo>
                    <a:pt x="745883" y="120916"/>
                  </a:moveTo>
                  <a:lnTo>
                    <a:pt x="736104" y="120916"/>
                  </a:lnTo>
                  <a:lnTo>
                    <a:pt x="736104" y="128511"/>
                  </a:lnTo>
                  <a:lnTo>
                    <a:pt x="740994" y="128511"/>
                  </a:lnTo>
                  <a:lnTo>
                    <a:pt x="745883" y="128511"/>
                  </a:lnTo>
                  <a:lnTo>
                    <a:pt x="745883" y="120916"/>
                  </a:lnTo>
                  <a:close/>
                </a:path>
                <a:path w="1005839" h="150495">
                  <a:moveTo>
                    <a:pt x="907224" y="115392"/>
                  </a:moveTo>
                  <a:lnTo>
                    <a:pt x="904760" y="112941"/>
                  </a:lnTo>
                  <a:lnTo>
                    <a:pt x="898283" y="113652"/>
                  </a:lnTo>
                  <a:lnTo>
                    <a:pt x="895692" y="118173"/>
                  </a:lnTo>
                  <a:lnTo>
                    <a:pt x="901966" y="124447"/>
                  </a:lnTo>
                  <a:lnTo>
                    <a:pt x="906513" y="121869"/>
                  </a:lnTo>
                  <a:lnTo>
                    <a:pt x="906932" y="117957"/>
                  </a:lnTo>
                  <a:lnTo>
                    <a:pt x="907224" y="115392"/>
                  </a:lnTo>
                  <a:close/>
                </a:path>
                <a:path w="1005839" h="150495">
                  <a:moveTo>
                    <a:pt x="921880" y="133946"/>
                  </a:moveTo>
                  <a:lnTo>
                    <a:pt x="920419" y="132016"/>
                  </a:lnTo>
                  <a:lnTo>
                    <a:pt x="916660" y="130505"/>
                  </a:lnTo>
                  <a:lnTo>
                    <a:pt x="914806" y="131025"/>
                  </a:lnTo>
                  <a:lnTo>
                    <a:pt x="909535" y="135318"/>
                  </a:lnTo>
                  <a:lnTo>
                    <a:pt x="911110" y="140233"/>
                  </a:lnTo>
                  <a:lnTo>
                    <a:pt x="917905" y="143103"/>
                  </a:lnTo>
                  <a:lnTo>
                    <a:pt x="921524" y="140449"/>
                  </a:lnTo>
                  <a:lnTo>
                    <a:pt x="921727" y="136664"/>
                  </a:lnTo>
                  <a:lnTo>
                    <a:pt x="921880" y="133946"/>
                  </a:lnTo>
                  <a:close/>
                </a:path>
                <a:path w="1005839" h="150495">
                  <a:moveTo>
                    <a:pt x="977430" y="138277"/>
                  </a:moveTo>
                  <a:lnTo>
                    <a:pt x="973353" y="134175"/>
                  </a:lnTo>
                  <a:lnTo>
                    <a:pt x="966825" y="137464"/>
                  </a:lnTo>
                  <a:lnTo>
                    <a:pt x="967765" y="135534"/>
                  </a:lnTo>
                  <a:lnTo>
                    <a:pt x="961110" y="128854"/>
                  </a:lnTo>
                  <a:lnTo>
                    <a:pt x="949388" y="134581"/>
                  </a:lnTo>
                  <a:lnTo>
                    <a:pt x="949045" y="141058"/>
                  </a:lnTo>
                  <a:lnTo>
                    <a:pt x="955573" y="147599"/>
                  </a:lnTo>
                  <a:lnTo>
                    <a:pt x="962063" y="147231"/>
                  </a:lnTo>
                  <a:lnTo>
                    <a:pt x="964222" y="142786"/>
                  </a:lnTo>
                  <a:lnTo>
                    <a:pt x="966038" y="139052"/>
                  </a:lnTo>
                  <a:lnTo>
                    <a:pt x="965873" y="141732"/>
                  </a:lnTo>
                  <a:lnTo>
                    <a:pt x="969899" y="145745"/>
                  </a:lnTo>
                  <a:lnTo>
                    <a:pt x="973823" y="145503"/>
                  </a:lnTo>
                  <a:lnTo>
                    <a:pt x="975169" y="142798"/>
                  </a:lnTo>
                  <a:lnTo>
                    <a:pt x="977430" y="138277"/>
                  </a:lnTo>
                  <a:close/>
                </a:path>
                <a:path w="1005839" h="150495">
                  <a:moveTo>
                    <a:pt x="978916" y="67043"/>
                  </a:moveTo>
                  <a:lnTo>
                    <a:pt x="969429" y="67043"/>
                  </a:lnTo>
                  <a:lnTo>
                    <a:pt x="969416" y="74422"/>
                  </a:lnTo>
                  <a:lnTo>
                    <a:pt x="974166" y="74422"/>
                  </a:lnTo>
                  <a:lnTo>
                    <a:pt x="978916" y="74422"/>
                  </a:lnTo>
                  <a:lnTo>
                    <a:pt x="978916" y="67043"/>
                  </a:lnTo>
                  <a:close/>
                </a:path>
                <a:path w="1005839" h="150495">
                  <a:moveTo>
                    <a:pt x="1001483" y="129387"/>
                  </a:moveTo>
                  <a:lnTo>
                    <a:pt x="990346" y="129387"/>
                  </a:lnTo>
                  <a:lnTo>
                    <a:pt x="990333" y="138036"/>
                  </a:lnTo>
                  <a:lnTo>
                    <a:pt x="995908" y="138036"/>
                  </a:lnTo>
                  <a:lnTo>
                    <a:pt x="1001471" y="138036"/>
                  </a:lnTo>
                  <a:lnTo>
                    <a:pt x="1001483" y="129387"/>
                  </a:lnTo>
                  <a:close/>
                </a:path>
                <a:path w="1005839" h="150495">
                  <a:moveTo>
                    <a:pt x="1005293" y="120916"/>
                  </a:moveTo>
                  <a:lnTo>
                    <a:pt x="995527" y="120916"/>
                  </a:lnTo>
                  <a:lnTo>
                    <a:pt x="995514" y="128511"/>
                  </a:lnTo>
                  <a:lnTo>
                    <a:pt x="1000404" y="128511"/>
                  </a:lnTo>
                  <a:lnTo>
                    <a:pt x="1005281" y="128511"/>
                  </a:lnTo>
                  <a:lnTo>
                    <a:pt x="1005293" y="120916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2107133" y="7558029"/>
              <a:ext cx="434975" cy="551815"/>
            </a:xfrm>
            <a:custGeom>
              <a:avLst/>
              <a:gdLst/>
              <a:ahLst/>
              <a:cxnLst/>
              <a:rect l="l" t="t" r="r" b="b"/>
              <a:pathLst>
                <a:path w="434975" h="551815">
                  <a:moveTo>
                    <a:pt x="3822" y="74066"/>
                  </a:moveTo>
                  <a:lnTo>
                    <a:pt x="12" y="74066"/>
                  </a:lnTo>
                  <a:lnTo>
                    <a:pt x="0" y="77012"/>
                  </a:lnTo>
                  <a:lnTo>
                    <a:pt x="1917" y="77012"/>
                  </a:lnTo>
                  <a:lnTo>
                    <a:pt x="3810" y="77012"/>
                  </a:lnTo>
                  <a:lnTo>
                    <a:pt x="3822" y="74066"/>
                  </a:lnTo>
                  <a:close/>
                </a:path>
                <a:path w="434975" h="551815">
                  <a:moveTo>
                    <a:pt x="10744" y="52908"/>
                  </a:moveTo>
                  <a:lnTo>
                    <a:pt x="5981" y="48145"/>
                  </a:lnTo>
                  <a:lnTo>
                    <a:pt x="4483" y="51955"/>
                  </a:lnTo>
                  <a:lnTo>
                    <a:pt x="3771" y="53746"/>
                  </a:lnTo>
                  <a:lnTo>
                    <a:pt x="5156" y="55118"/>
                  </a:lnTo>
                  <a:lnTo>
                    <a:pt x="10744" y="52908"/>
                  </a:lnTo>
                  <a:close/>
                </a:path>
                <a:path w="434975" h="551815">
                  <a:moveTo>
                    <a:pt x="17932" y="78701"/>
                  </a:moveTo>
                  <a:lnTo>
                    <a:pt x="17386" y="78701"/>
                  </a:lnTo>
                  <a:lnTo>
                    <a:pt x="17386" y="79121"/>
                  </a:lnTo>
                  <a:lnTo>
                    <a:pt x="17653" y="79121"/>
                  </a:lnTo>
                  <a:lnTo>
                    <a:pt x="17932" y="79121"/>
                  </a:lnTo>
                  <a:lnTo>
                    <a:pt x="17932" y="78701"/>
                  </a:lnTo>
                  <a:close/>
                </a:path>
                <a:path w="434975" h="551815">
                  <a:moveTo>
                    <a:pt x="17945" y="45504"/>
                  </a:moveTo>
                  <a:lnTo>
                    <a:pt x="17360" y="45504"/>
                  </a:lnTo>
                  <a:lnTo>
                    <a:pt x="17360" y="45961"/>
                  </a:lnTo>
                  <a:lnTo>
                    <a:pt x="17653" y="45961"/>
                  </a:lnTo>
                  <a:lnTo>
                    <a:pt x="17945" y="45961"/>
                  </a:lnTo>
                  <a:lnTo>
                    <a:pt x="17945" y="45504"/>
                  </a:lnTo>
                  <a:close/>
                </a:path>
                <a:path w="434975" h="551815">
                  <a:moveTo>
                    <a:pt x="24117" y="46405"/>
                  </a:moveTo>
                  <a:lnTo>
                    <a:pt x="15697" y="46405"/>
                  </a:lnTo>
                  <a:lnTo>
                    <a:pt x="15697" y="52946"/>
                  </a:lnTo>
                  <a:lnTo>
                    <a:pt x="19900" y="52946"/>
                  </a:lnTo>
                  <a:lnTo>
                    <a:pt x="24117" y="52946"/>
                  </a:lnTo>
                  <a:lnTo>
                    <a:pt x="24117" y="46405"/>
                  </a:lnTo>
                  <a:close/>
                </a:path>
                <a:path w="434975" h="551815">
                  <a:moveTo>
                    <a:pt x="34899" y="75628"/>
                  </a:moveTo>
                  <a:lnTo>
                    <a:pt x="33972" y="72415"/>
                  </a:lnTo>
                  <a:lnTo>
                    <a:pt x="28917" y="71018"/>
                  </a:lnTo>
                  <a:lnTo>
                    <a:pt x="26974" y="73431"/>
                  </a:lnTo>
                  <a:lnTo>
                    <a:pt x="27419" y="75895"/>
                  </a:lnTo>
                  <a:lnTo>
                    <a:pt x="28028" y="79324"/>
                  </a:lnTo>
                  <a:lnTo>
                    <a:pt x="30645" y="79692"/>
                  </a:lnTo>
                  <a:lnTo>
                    <a:pt x="34899" y="75628"/>
                  </a:lnTo>
                  <a:close/>
                </a:path>
                <a:path w="434975" h="551815">
                  <a:moveTo>
                    <a:pt x="35166" y="49695"/>
                  </a:moveTo>
                  <a:lnTo>
                    <a:pt x="34213" y="49339"/>
                  </a:lnTo>
                  <a:lnTo>
                    <a:pt x="33832" y="48958"/>
                  </a:lnTo>
                  <a:lnTo>
                    <a:pt x="33451" y="48552"/>
                  </a:lnTo>
                  <a:lnTo>
                    <a:pt x="33058" y="48171"/>
                  </a:lnTo>
                  <a:lnTo>
                    <a:pt x="32435" y="46202"/>
                  </a:lnTo>
                  <a:lnTo>
                    <a:pt x="29476" y="47625"/>
                  </a:lnTo>
                  <a:lnTo>
                    <a:pt x="30556" y="49225"/>
                  </a:lnTo>
                  <a:lnTo>
                    <a:pt x="31407" y="50482"/>
                  </a:lnTo>
                  <a:lnTo>
                    <a:pt x="32448" y="51117"/>
                  </a:lnTo>
                  <a:lnTo>
                    <a:pt x="35090" y="51282"/>
                  </a:lnTo>
                  <a:lnTo>
                    <a:pt x="35166" y="49695"/>
                  </a:lnTo>
                  <a:close/>
                </a:path>
                <a:path w="434975" h="551815">
                  <a:moveTo>
                    <a:pt x="36474" y="27622"/>
                  </a:moveTo>
                  <a:lnTo>
                    <a:pt x="26720" y="24930"/>
                  </a:lnTo>
                  <a:lnTo>
                    <a:pt x="23266" y="26898"/>
                  </a:lnTo>
                  <a:lnTo>
                    <a:pt x="21297" y="34023"/>
                  </a:lnTo>
                  <a:lnTo>
                    <a:pt x="24333" y="37655"/>
                  </a:lnTo>
                  <a:lnTo>
                    <a:pt x="28282" y="37820"/>
                  </a:lnTo>
                  <a:lnTo>
                    <a:pt x="35242" y="38125"/>
                  </a:lnTo>
                  <a:lnTo>
                    <a:pt x="36474" y="27622"/>
                  </a:lnTo>
                  <a:close/>
                </a:path>
                <a:path w="434975" h="551815">
                  <a:moveTo>
                    <a:pt x="41630" y="4495"/>
                  </a:moveTo>
                  <a:lnTo>
                    <a:pt x="34759" y="0"/>
                  </a:lnTo>
                  <a:lnTo>
                    <a:pt x="23825" y="1460"/>
                  </a:lnTo>
                  <a:lnTo>
                    <a:pt x="18999" y="7493"/>
                  </a:lnTo>
                  <a:lnTo>
                    <a:pt x="20027" y="10452"/>
                  </a:lnTo>
                  <a:lnTo>
                    <a:pt x="13182" y="10452"/>
                  </a:lnTo>
                  <a:lnTo>
                    <a:pt x="13169" y="18249"/>
                  </a:lnTo>
                  <a:lnTo>
                    <a:pt x="18199" y="18249"/>
                  </a:lnTo>
                  <a:lnTo>
                    <a:pt x="22783" y="18249"/>
                  </a:lnTo>
                  <a:lnTo>
                    <a:pt x="22936" y="18681"/>
                  </a:lnTo>
                  <a:lnTo>
                    <a:pt x="27076" y="21793"/>
                  </a:lnTo>
                  <a:lnTo>
                    <a:pt x="37452" y="20396"/>
                  </a:lnTo>
                  <a:lnTo>
                    <a:pt x="40170" y="16332"/>
                  </a:lnTo>
                  <a:lnTo>
                    <a:pt x="40792" y="11353"/>
                  </a:lnTo>
                  <a:lnTo>
                    <a:pt x="41630" y="4495"/>
                  </a:lnTo>
                  <a:close/>
                </a:path>
                <a:path w="434975" h="551815">
                  <a:moveTo>
                    <a:pt x="49098" y="64541"/>
                  </a:moveTo>
                  <a:lnTo>
                    <a:pt x="49034" y="63538"/>
                  </a:lnTo>
                  <a:lnTo>
                    <a:pt x="49009" y="63360"/>
                  </a:lnTo>
                  <a:lnTo>
                    <a:pt x="48895" y="61391"/>
                  </a:lnTo>
                  <a:lnTo>
                    <a:pt x="46761" y="60325"/>
                  </a:lnTo>
                  <a:lnTo>
                    <a:pt x="44056" y="63017"/>
                  </a:lnTo>
                  <a:lnTo>
                    <a:pt x="45110" y="65163"/>
                  </a:lnTo>
                  <a:lnTo>
                    <a:pt x="46901" y="65278"/>
                  </a:lnTo>
                  <a:lnTo>
                    <a:pt x="48272" y="65354"/>
                  </a:lnTo>
                  <a:lnTo>
                    <a:pt x="49098" y="64541"/>
                  </a:lnTo>
                  <a:close/>
                </a:path>
                <a:path w="434975" h="551815">
                  <a:moveTo>
                    <a:pt x="54038" y="34734"/>
                  </a:moveTo>
                  <a:lnTo>
                    <a:pt x="51765" y="29337"/>
                  </a:lnTo>
                  <a:lnTo>
                    <a:pt x="48323" y="28549"/>
                  </a:lnTo>
                  <a:lnTo>
                    <a:pt x="46342" y="30581"/>
                  </a:lnTo>
                  <a:lnTo>
                    <a:pt x="43865" y="33134"/>
                  </a:lnTo>
                  <a:lnTo>
                    <a:pt x="45161" y="37973"/>
                  </a:lnTo>
                  <a:lnTo>
                    <a:pt x="51917" y="37058"/>
                  </a:lnTo>
                  <a:lnTo>
                    <a:pt x="54038" y="34734"/>
                  </a:lnTo>
                  <a:close/>
                </a:path>
                <a:path w="434975" h="551815">
                  <a:moveTo>
                    <a:pt x="63284" y="75463"/>
                  </a:moveTo>
                  <a:lnTo>
                    <a:pt x="61188" y="71615"/>
                  </a:lnTo>
                  <a:lnTo>
                    <a:pt x="60756" y="70802"/>
                  </a:lnTo>
                  <a:lnTo>
                    <a:pt x="60579" y="70586"/>
                  </a:lnTo>
                  <a:lnTo>
                    <a:pt x="60248" y="69710"/>
                  </a:lnTo>
                  <a:lnTo>
                    <a:pt x="60147" y="69469"/>
                  </a:lnTo>
                  <a:lnTo>
                    <a:pt x="59093" y="68427"/>
                  </a:lnTo>
                  <a:lnTo>
                    <a:pt x="55422" y="68491"/>
                  </a:lnTo>
                  <a:lnTo>
                    <a:pt x="53428" y="68694"/>
                  </a:lnTo>
                  <a:lnTo>
                    <a:pt x="50965" y="72923"/>
                  </a:lnTo>
                  <a:lnTo>
                    <a:pt x="51523" y="75730"/>
                  </a:lnTo>
                  <a:lnTo>
                    <a:pt x="57746" y="80378"/>
                  </a:lnTo>
                  <a:lnTo>
                    <a:pt x="63284" y="75463"/>
                  </a:lnTo>
                  <a:close/>
                </a:path>
                <a:path w="434975" h="551815">
                  <a:moveTo>
                    <a:pt x="72110" y="43776"/>
                  </a:moveTo>
                  <a:lnTo>
                    <a:pt x="71526" y="36525"/>
                  </a:lnTo>
                  <a:lnTo>
                    <a:pt x="63931" y="36474"/>
                  </a:lnTo>
                  <a:lnTo>
                    <a:pt x="64147" y="39293"/>
                  </a:lnTo>
                  <a:lnTo>
                    <a:pt x="64109" y="43408"/>
                  </a:lnTo>
                  <a:lnTo>
                    <a:pt x="65862" y="45605"/>
                  </a:lnTo>
                  <a:lnTo>
                    <a:pt x="67906" y="45351"/>
                  </a:lnTo>
                  <a:lnTo>
                    <a:pt x="70040" y="45085"/>
                  </a:lnTo>
                  <a:lnTo>
                    <a:pt x="72110" y="43776"/>
                  </a:lnTo>
                  <a:close/>
                </a:path>
                <a:path w="434975" h="551815">
                  <a:moveTo>
                    <a:pt x="77673" y="33058"/>
                  </a:moveTo>
                  <a:lnTo>
                    <a:pt x="76847" y="33058"/>
                  </a:lnTo>
                  <a:lnTo>
                    <a:pt x="76847" y="33680"/>
                  </a:lnTo>
                  <a:lnTo>
                    <a:pt x="77254" y="33680"/>
                  </a:lnTo>
                  <a:lnTo>
                    <a:pt x="77673" y="33680"/>
                  </a:lnTo>
                  <a:lnTo>
                    <a:pt x="77673" y="33058"/>
                  </a:lnTo>
                  <a:close/>
                </a:path>
                <a:path w="434975" h="551815">
                  <a:moveTo>
                    <a:pt x="78066" y="62344"/>
                  </a:moveTo>
                  <a:lnTo>
                    <a:pt x="76835" y="59283"/>
                  </a:lnTo>
                  <a:lnTo>
                    <a:pt x="75882" y="56883"/>
                  </a:lnTo>
                  <a:lnTo>
                    <a:pt x="74155" y="56883"/>
                  </a:lnTo>
                  <a:lnTo>
                    <a:pt x="71958" y="62318"/>
                  </a:lnTo>
                  <a:lnTo>
                    <a:pt x="78066" y="62344"/>
                  </a:lnTo>
                  <a:close/>
                </a:path>
                <a:path w="434975" h="551815">
                  <a:moveTo>
                    <a:pt x="94246" y="48895"/>
                  </a:moveTo>
                  <a:lnTo>
                    <a:pt x="85991" y="43053"/>
                  </a:lnTo>
                  <a:lnTo>
                    <a:pt x="80492" y="46875"/>
                  </a:lnTo>
                  <a:lnTo>
                    <a:pt x="80492" y="55841"/>
                  </a:lnTo>
                  <a:lnTo>
                    <a:pt x="85991" y="59651"/>
                  </a:lnTo>
                  <a:lnTo>
                    <a:pt x="90017" y="56819"/>
                  </a:lnTo>
                  <a:lnTo>
                    <a:pt x="94246" y="53822"/>
                  </a:lnTo>
                  <a:lnTo>
                    <a:pt x="94246" y="48895"/>
                  </a:lnTo>
                  <a:close/>
                </a:path>
                <a:path w="434975" h="551815">
                  <a:moveTo>
                    <a:pt x="119913" y="534263"/>
                  </a:moveTo>
                  <a:lnTo>
                    <a:pt x="117284" y="531647"/>
                  </a:lnTo>
                  <a:lnTo>
                    <a:pt x="113538" y="532053"/>
                  </a:lnTo>
                  <a:lnTo>
                    <a:pt x="113322" y="529310"/>
                  </a:lnTo>
                  <a:lnTo>
                    <a:pt x="107835" y="525081"/>
                  </a:lnTo>
                  <a:lnTo>
                    <a:pt x="103911" y="525881"/>
                  </a:lnTo>
                  <a:lnTo>
                    <a:pt x="102082" y="528840"/>
                  </a:lnTo>
                  <a:lnTo>
                    <a:pt x="100799" y="530923"/>
                  </a:lnTo>
                  <a:lnTo>
                    <a:pt x="99314" y="532942"/>
                  </a:lnTo>
                  <a:lnTo>
                    <a:pt x="99796" y="537718"/>
                  </a:lnTo>
                  <a:lnTo>
                    <a:pt x="101473" y="540397"/>
                  </a:lnTo>
                  <a:lnTo>
                    <a:pt x="107289" y="539648"/>
                  </a:lnTo>
                  <a:lnTo>
                    <a:pt x="108712" y="538314"/>
                  </a:lnTo>
                  <a:lnTo>
                    <a:pt x="114312" y="543902"/>
                  </a:lnTo>
                  <a:lnTo>
                    <a:pt x="119176" y="541172"/>
                  </a:lnTo>
                  <a:lnTo>
                    <a:pt x="119621" y="536994"/>
                  </a:lnTo>
                  <a:lnTo>
                    <a:pt x="119913" y="534263"/>
                  </a:lnTo>
                  <a:close/>
                </a:path>
                <a:path w="434975" h="551815">
                  <a:moveTo>
                    <a:pt x="132181" y="498398"/>
                  </a:moveTo>
                  <a:close/>
                </a:path>
                <a:path w="434975" h="551815">
                  <a:moveTo>
                    <a:pt x="132778" y="547331"/>
                  </a:moveTo>
                  <a:lnTo>
                    <a:pt x="132410" y="544449"/>
                  </a:lnTo>
                  <a:lnTo>
                    <a:pt x="131978" y="540918"/>
                  </a:lnTo>
                  <a:lnTo>
                    <a:pt x="130086" y="539508"/>
                  </a:lnTo>
                  <a:lnTo>
                    <a:pt x="126149" y="541655"/>
                  </a:lnTo>
                  <a:lnTo>
                    <a:pt x="125603" y="541680"/>
                  </a:lnTo>
                  <a:lnTo>
                    <a:pt x="124523" y="542531"/>
                  </a:lnTo>
                  <a:lnTo>
                    <a:pt x="123723" y="543166"/>
                  </a:lnTo>
                  <a:lnTo>
                    <a:pt x="120967" y="545325"/>
                  </a:lnTo>
                  <a:lnTo>
                    <a:pt x="121069" y="548551"/>
                  </a:lnTo>
                  <a:lnTo>
                    <a:pt x="121615" y="549846"/>
                  </a:lnTo>
                  <a:lnTo>
                    <a:pt x="125018" y="551370"/>
                  </a:lnTo>
                  <a:lnTo>
                    <a:pt x="126479" y="550621"/>
                  </a:lnTo>
                  <a:lnTo>
                    <a:pt x="130683" y="548284"/>
                  </a:lnTo>
                  <a:lnTo>
                    <a:pt x="132778" y="547331"/>
                  </a:lnTo>
                  <a:close/>
                </a:path>
                <a:path w="434975" h="551815">
                  <a:moveTo>
                    <a:pt x="133324" y="496366"/>
                  </a:moveTo>
                  <a:lnTo>
                    <a:pt x="133045" y="496379"/>
                  </a:lnTo>
                  <a:lnTo>
                    <a:pt x="132892" y="496455"/>
                  </a:lnTo>
                  <a:lnTo>
                    <a:pt x="133324" y="496366"/>
                  </a:lnTo>
                  <a:close/>
                </a:path>
                <a:path w="434975" h="551815">
                  <a:moveTo>
                    <a:pt x="133489" y="496417"/>
                  </a:moveTo>
                  <a:close/>
                </a:path>
                <a:path w="434975" h="551815">
                  <a:moveTo>
                    <a:pt x="148602" y="531622"/>
                  </a:moveTo>
                  <a:lnTo>
                    <a:pt x="146977" y="526770"/>
                  </a:lnTo>
                  <a:lnTo>
                    <a:pt x="143713" y="526097"/>
                  </a:lnTo>
                  <a:lnTo>
                    <a:pt x="142519" y="524687"/>
                  </a:lnTo>
                  <a:lnTo>
                    <a:pt x="139839" y="524383"/>
                  </a:lnTo>
                  <a:lnTo>
                    <a:pt x="137502" y="525411"/>
                  </a:lnTo>
                  <a:lnTo>
                    <a:pt x="141757" y="523163"/>
                  </a:lnTo>
                  <a:lnTo>
                    <a:pt x="142722" y="516064"/>
                  </a:lnTo>
                  <a:lnTo>
                    <a:pt x="143027" y="513778"/>
                  </a:lnTo>
                  <a:lnTo>
                    <a:pt x="141198" y="511721"/>
                  </a:lnTo>
                  <a:lnTo>
                    <a:pt x="141198" y="516064"/>
                  </a:lnTo>
                  <a:lnTo>
                    <a:pt x="140335" y="512876"/>
                  </a:lnTo>
                  <a:lnTo>
                    <a:pt x="138163" y="510717"/>
                  </a:lnTo>
                  <a:lnTo>
                    <a:pt x="140335" y="512876"/>
                  </a:lnTo>
                  <a:lnTo>
                    <a:pt x="140944" y="512876"/>
                  </a:lnTo>
                  <a:lnTo>
                    <a:pt x="140970" y="513194"/>
                  </a:lnTo>
                  <a:lnTo>
                    <a:pt x="140652" y="513194"/>
                  </a:lnTo>
                  <a:lnTo>
                    <a:pt x="140423" y="513194"/>
                  </a:lnTo>
                  <a:lnTo>
                    <a:pt x="141198" y="516064"/>
                  </a:lnTo>
                  <a:lnTo>
                    <a:pt x="141198" y="511721"/>
                  </a:lnTo>
                  <a:lnTo>
                    <a:pt x="139687" y="510006"/>
                  </a:lnTo>
                  <a:lnTo>
                    <a:pt x="139496" y="509727"/>
                  </a:lnTo>
                  <a:lnTo>
                    <a:pt x="138353" y="508050"/>
                  </a:lnTo>
                  <a:lnTo>
                    <a:pt x="134442" y="508431"/>
                  </a:lnTo>
                  <a:lnTo>
                    <a:pt x="138341" y="505460"/>
                  </a:lnTo>
                  <a:lnTo>
                    <a:pt x="140474" y="503834"/>
                  </a:lnTo>
                  <a:lnTo>
                    <a:pt x="141528" y="501357"/>
                  </a:lnTo>
                  <a:lnTo>
                    <a:pt x="142697" y="499935"/>
                  </a:lnTo>
                  <a:lnTo>
                    <a:pt x="142824" y="498513"/>
                  </a:lnTo>
                  <a:lnTo>
                    <a:pt x="142913" y="495007"/>
                  </a:lnTo>
                  <a:lnTo>
                    <a:pt x="142925" y="494626"/>
                  </a:lnTo>
                  <a:lnTo>
                    <a:pt x="136194" y="486575"/>
                  </a:lnTo>
                  <a:lnTo>
                    <a:pt x="134239" y="486638"/>
                  </a:lnTo>
                  <a:lnTo>
                    <a:pt x="134239" y="497598"/>
                  </a:lnTo>
                  <a:lnTo>
                    <a:pt x="134200" y="497865"/>
                  </a:lnTo>
                  <a:lnTo>
                    <a:pt x="134188" y="498017"/>
                  </a:lnTo>
                  <a:lnTo>
                    <a:pt x="134200" y="497865"/>
                  </a:lnTo>
                  <a:lnTo>
                    <a:pt x="134200" y="497509"/>
                  </a:lnTo>
                  <a:lnTo>
                    <a:pt x="134035" y="497116"/>
                  </a:lnTo>
                  <a:lnTo>
                    <a:pt x="134239" y="497598"/>
                  </a:lnTo>
                  <a:lnTo>
                    <a:pt x="134239" y="486638"/>
                  </a:lnTo>
                  <a:lnTo>
                    <a:pt x="134150" y="497154"/>
                  </a:lnTo>
                  <a:lnTo>
                    <a:pt x="133832" y="496646"/>
                  </a:lnTo>
                  <a:lnTo>
                    <a:pt x="133959" y="496658"/>
                  </a:lnTo>
                  <a:lnTo>
                    <a:pt x="133781" y="496557"/>
                  </a:lnTo>
                  <a:lnTo>
                    <a:pt x="134150" y="497154"/>
                  </a:lnTo>
                  <a:lnTo>
                    <a:pt x="134150" y="486638"/>
                  </a:lnTo>
                  <a:lnTo>
                    <a:pt x="133502" y="486651"/>
                  </a:lnTo>
                  <a:lnTo>
                    <a:pt x="133502" y="496430"/>
                  </a:lnTo>
                  <a:lnTo>
                    <a:pt x="133324" y="496366"/>
                  </a:lnTo>
                  <a:lnTo>
                    <a:pt x="132765" y="496506"/>
                  </a:lnTo>
                  <a:lnTo>
                    <a:pt x="132892" y="496455"/>
                  </a:lnTo>
                  <a:lnTo>
                    <a:pt x="133045" y="496379"/>
                  </a:lnTo>
                  <a:lnTo>
                    <a:pt x="133299" y="496366"/>
                  </a:lnTo>
                  <a:lnTo>
                    <a:pt x="133489" y="496417"/>
                  </a:lnTo>
                  <a:lnTo>
                    <a:pt x="133502" y="486651"/>
                  </a:lnTo>
                  <a:lnTo>
                    <a:pt x="132245" y="486689"/>
                  </a:lnTo>
                  <a:lnTo>
                    <a:pt x="132245" y="498500"/>
                  </a:lnTo>
                  <a:lnTo>
                    <a:pt x="132041" y="498170"/>
                  </a:lnTo>
                  <a:lnTo>
                    <a:pt x="131889" y="497916"/>
                  </a:lnTo>
                  <a:lnTo>
                    <a:pt x="132041" y="498157"/>
                  </a:lnTo>
                  <a:lnTo>
                    <a:pt x="132118" y="497916"/>
                  </a:lnTo>
                  <a:lnTo>
                    <a:pt x="132181" y="498360"/>
                  </a:lnTo>
                  <a:lnTo>
                    <a:pt x="132245" y="498500"/>
                  </a:lnTo>
                  <a:lnTo>
                    <a:pt x="132245" y="486689"/>
                  </a:lnTo>
                  <a:lnTo>
                    <a:pt x="129959" y="486740"/>
                  </a:lnTo>
                  <a:lnTo>
                    <a:pt x="122212" y="493953"/>
                  </a:lnTo>
                  <a:lnTo>
                    <a:pt x="121856" y="497535"/>
                  </a:lnTo>
                  <a:lnTo>
                    <a:pt x="120561" y="496798"/>
                  </a:lnTo>
                  <a:lnTo>
                    <a:pt x="117170" y="498462"/>
                  </a:lnTo>
                  <a:lnTo>
                    <a:pt x="114338" y="506450"/>
                  </a:lnTo>
                  <a:lnTo>
                    <a:pt x="119621" y="509384"/>
                  </a:lnTo>
                  <a:lnTo>
                    <a:pt x="125996" y="506272"/>
                  </a:lnTo>
                  <a:lnTo>
                    <a:pt x="126288" y="505155"/>
                  </a:lnTo>
                  <a:lnTo>
                    <a:pt x="128460" y="507441"/>
                  </a:lnTo>
                  <a:lnTo>
                    <a:pt x="134429" y="508431"/>
                  </a:lnTo>
                  <a:lnTo>
                    <a:pt x="130479" y="508812"/>
                  </a:lnTo>
                  <a:lnTo>
                    <a:pt x="127177" y="511276"/>
                  </a:lnTo>
                  <a:lnTo>
                    <a:pt x="126060" y="519506"/>
                  </a:lnTo>
                  <a:lnTo>
                    <a:pt x="128866" y="523913"/>
                  </a:lnTo>
                  <a:lnTo>
                    <a:pt x="137388" y="525449"/>
                  </a:lnTo>
                  <a:lnTo>
                    <a:pt x="135940" y="526084"/>
                  </a:lnTo>
                  <a:lnTo>
                    <a:pt x="134937" y="527862"/>
                  </a:lnTo>
                  <a:lnTo>
                    <a:pt x="134531" y="532244"/>
                  </a:lnTo>
                  <a:lnTo>
                    <a:pt x="135610" y="534670"/>
                  </a:lnTo>
                  <a:lnTo>
                    <a:pt x="140258" y="538416"/>
                  </a:lnTo>
                  <a:lnTo>
                    <a:pt x="144640" y="538378"/>
                  </a:lnTo>
                  <a:lnTo>
                    <a:pt x="148602" y="531622"/>
                  </a:lnTo>
                  <a:close/>
                </a:path>
                <a:path w="434975" h="551815">
                  <a:moveTo>
                    <a:pt x="151828" y="446163"/>
                  </a:moveTo>
                  <a:lnTo>
                    <a:pt x="147193" y="445020"/>
                  </a:lnTo>
                  <a:lnTo>
                    <a:pt x="139115" y="451662"/>
                  </a:lnTo>
                  <a:lnTo>
                    <a:pt x="140677" y="456666"/>
                  </a:lnTo>
                  <a:lnTo>
                    <a:pt x="147599" y="459587"/>
                  </a:lnTo>
                  <a:lnTo>
                    <a:pt x="151358" y="456895"/>
                  </a:lnTo>
                  <a:lnTo>
                    <a:pt x="151536" y="453021"/>
                  </a:lnTo>
                  <a:lnTo>
                    <a:pt x="151828" y="446163"/>
                  </a:lnTo>
                  <a:close/>
                </a:path>
                <a:path w="434975" h="551815">
                  <a:moveTo>
                    <a:pt x="152196" y="487514"/>
                  </a:moveTo>
                  <a:lnTo>
                    <a:pt x="152171" y="486486"/>
                  </a:lnTo>
                  <a:lnTo>
                    <a:pt x="151942" y="485241"/>
                  </a:lnTo>
                  <a:lnTo>
                    <a:pt x="151904" y="485101"/>
                  </a:lnTo>
                  <a:lnTo>
                    <a:pt x="150876" y="484606"/>
                  </a:lnTo>
                  <a:lnTo>
                    <a:pt x="151307" y="485241"/>
                  </a:lnTo>
                  <a:lnTo>
                    <a:pt x="150761" y="484555"/>
                  </a:lnTo>
                  <a:lnTo>
                    <a:pt x="149669" y="483184"/>
                  </a:lnTo>
                  <a:lnTo>
                    <a:pt x="146075" y="480339"/>
                  </a:lnTo>
                  <a:lnTo>
                    <a:pt x="142481" y="481736"/>
                  </a:lnTo>
                  <a:lnTo>
                    <a:pt x="142163" y="485101"/>
                  </a:lnTo>
                  <a:lnTo>
                    <a:pt x="142062" y="487514"/>
                  </a:lnTo>
                  <a:lnTo>
                    <a:pt x="143090" y="491070"/>
                  </a:lnTo>
                  <a:lnTo>
                    <a:pt x="145770" y="492810"/>
                  </a:lnTo>
                  <a:lnTo>
                    <a:pt x="149999" y="491426"/>
                  </a:lnTo>
                  <a:lnTo>
                    <a:pt x="151523" y="490321"/>
                  </a:lnTo>
                  <a:lnTo>
                    <a:pt x="152196" y="487514"/>
                  </a:lnTo>
                  <a:close/>
                </a:path>
                <a:path w="434975" h="551815">
                  <a:moveTo>
                    <a:pt x="164388" y="508469"/>
                  </a:moveTo>
                  <a:lnTo>
                    <a:pt x="164084" y="508165"/>
                  </a:lnTo>
                  <a:lnTo>
                    <a:pt x="163385" y="508863"/>
                  </a:lnTo>
                  <a:lnTo>
                    <a:pt x="163144" y="509117"/>
                  </a:lnTo>
                  <a:lnTo>
                    <a:pt x="162953" y="509308"/>
                  </a:lnTo>
                  <a:lnTo>
                    <a:pt x="163258" y="509600"/>
                  </a:lnTo>
                  <a:lnTo>
                    <a:pt x="163436" y="509409"/>
                  </a:lnTo>
                  <a:lnTo>
                    <a:pt x="164388" y="508469"/>
                  </a:lnTo>
                  <a:close/>
                </a:path>
                <a:path w="434975" h="551815">
                  <a:moveTo>
                    <a:pt x="173520" y="504558"/>
                  </a:moveTo>
                  <a:lnTo>
                    <a:pt x="171069" y="504558"/>
                  </a:lnTo>
                  <a:lnTo>
                    <a:pt x="171069" y="506463"/>
                  </a:lnTo>
                  <a:lnTo>
                    <a:pt x="172288" y="506463"/>
                  </a:lnTo>
                  <a:lnTo>
                    <a:pt x="173520" y="506463"/>
                  </a:lnTo>
                  <a:lnTo>
                    <a:pt x="173520" y="504558"/>
                  </a:lnTo>
                  <a:close/>
                </a:path>
                <a:path w="434975" h="551815">
                  <a:moveTo>
                    <a:pt x="174663" y="482422"/>
                  </a:moveTo>
                  <a:lnTo>
                    <a:pt x="166801" y="482422"/>
                  </a:lnTo>
                  <a:lnTo>
                    <a:pt x="171488" y="480466"/>
                  </a:lnTo>
                  <a:lnTo>
                    <a:pt x="170916" y="476275"/>
                  </a:lnTo>
                  <a:lnTo>
                    <a:pt x="170332" y="471919"/>
                  </a:lnTo>
                  <a:lnTo>
                    <a:pt x="167017" y="469315"/>
                  </a:lnTo>
                  <a:lnTo>
                    <a:pt x="159270" y="473583"/>
                  </a:lnTo>
                  <a:lnTo>
                    <a:pt x="159410" y="478904"/>
                  </a:lnTo>
                  <a:lnTo>
                    <a:pt x="165417" y="482434"/>
                  </a:lnTo>
                  <a:lnTo>
                    <a:pt x="165417" y="489597"/>
                  </a:lnTo>
                  <a:lnTo>
                    <a:pt x="170040" y="489597"/>
                  </a:lnTo>
                  <a:lnTo>
                    <a:pt x="174663" y="489597"/>
                  </a:lnTo>
                  <a:lnTo>
                    <a:pt x="174663" y="482422"/>
                  </a:lnTo>
                  <a:close/>
                </a:path>
                <a:path w="434975" h="551815">
                  <a:moveTo>
                    <a:pt x="177685" y="537667"/>
                  </a:moveTo>
                  <a:lnTo>
                    <a:pt x="175374" y="534860"/>
                  </a:lnTo>
                  <a:lnTo>
                    <a:pt x="174942" y="534263"/>
                  </a:lnTo>
                  <a:lnTo>
                    <a:pt x="174371" y="533781"/>
                  </a:lnTo>
                  <a:lnTo>
                    <a:pt x="173939" y="533552"/>
                  </a:lnTo>
                  <a:lnTo>
                    <a:pt x="173024" y="533120"/>
                  </a:lnTo>
                  <a:lnTo>
                    <a:pt x="172339" y="532472"/>
                  </a:lnTo>
                  <a:lnTo>
                    <a:pt x="170408" y="530644"/>
                  </a:lnTo>
                  <a:lnTo>
                    <a:pt x="170218" y="530656"/>
                  </a:lnTo>
                  <a:lnTo>
                    <a:pt x="171107" y="530313"/>
                  </a:lnTo>
                  <a:lnTo>
                    <a:pt x="171945" y="527088"/>
                  </a:lnTo>
                  <a:lnTo>
                    <a:pt x="172554" y="524662"/>
                  </a:lnTo>
                  <a:lnTo>
                    <a:pt x="172186" y="521944"/>
                  </a:lnTo>
                  <a:lnTo>
                    <a:pt x="167627" y="519277"/>
                  </a:lnTo>
                  <a:lnTo>
                    <a:pt x="164858" y="520179"/>
                  </a:lnTo>
                  <a:lnTo>
                    <a:pt x="161213" y="524586"/>
                  </a:lnTo>
                  <a:lnTo>
                    <a:pt x="161302" y="528383"/>
                  </a:lnTo>
                  <a:lnTo>
                    <a:pt x="165582" y="530898"/>
                  </a:lnTo>
                  <a:lnTo>
                    <a:pt x="160312" y="537667"/>
                  </a:lnTo>
                  <a:lnTo>
                    <a:pt x="161340" y="542391"/>
                  </a:lnTo>
                  <a:lnTo>
                    <a:pt x="168033" y="546620"/>
                  </a:lnTo>
                  <a:lnTo>
                    <a:pt x="172872" y="547052"/>
                  </a:lnTo>
                  <a:lnTo>
                    <a:pt x="177673" y="540943"/>
                  </a:lnTo>
                  <a:lnTo>
                    <a:pt x="177685" y="537667"/>
                  </a:lnTo>
                  <a:close/>
                </a:path>
                <a:path w="434975" h="551815">
                  <a:moveTo>
                    <a:pt x="189077" y="517283"/>
                  </a:moveTo>
                  <a:lnTo>
                    <a:pt x="188493" y="517283"/>
                  </a:lnTo>
                  <a:lnTo>
                    <a:pt x="188493" y="517728"/>
                  </a:lnTo>
                  <a:lnTo>
                    <a:pt x="188785" y="517728"/>
                  </a:lnTo>
                  <a:lnTo>
                    <a:pt x="189077" y="517728"/>
                  </a:lnTo>
                  <a:lnTo>
                    <a:pt x="189077" y="517283"/>
                  </a:lnTo>
                  <a:close/>
                </a:path>
                <a:path w="434975" h="551815">
                  <a:moveTo>
                    <a:pt x="190830" y="545592"/>
                  </a:moveTo>
                  <a:lnTo>
                    <a:pt x="189826" y="543267"/>
                  </a:lnTo>
                  <a:lnTo>
                    <a:pt x="187223" y="542251"/>
                  </a:lnTo>
                  <a:lnTo>
                    <a:pt x="186639" y="541782"/>
                  </a:lnTo>
                  <a:lnTo>
                    <a:pt x="185064" y="541464"/>
                  </a:lnTo>
                  <a:lnTo>
                    <a:pt x="184365" y="541502"/>
                  </a:lnTo>
                  <a:lnTo>
                    <a:pt x="180594" y="540473"/>
                  </a:lnTo>
                  <a:lnTo>
                    <a:pt x="177647" y="544728"/>
                  </a:lnTo>
                  <a:lnTo>
                    <a:pt x="180365" y="546950"/>
                  </a:lnTo>
                  <a:lnTo>
                    <a:pt x="183299" y="549351"/>
                  </a:lnTo>
                  <a:lnTo>
                    <a:pt x="186309" y="549922"/>
                  </a:lnTo>
                  <a:lnTo>
                    <a:pt x="190830" y="545592"/>
                  </a:lnTo>
                  <a:close/>
                </a:path>
                <a:path w="434975" h="551815">
                  <a:moveTo>
                    <a:pt x="211175" y="523760"/>
                  </a:moveTo>
                  <a:lnTo>
                    <a:pt x="209283" y="517880"/>
                  </a:lnTo>
                  <a:lnTo>
                    <a:pt x="207479" y="516458"/>
                  </a:lnTo>
                  <a:lnTo>
                    <a:pt x="201333" y="516293"/>
                  </a:lnTo>
                  <a:lnTo>
                    <a:pt x="197256" y="520217"/>
                  </a:lnTo>
                  <a:lnTo>
                    <a:pt x="198018" y="527913"/>
                  </a:lnTo>
                  <a:lnTo>
                    <a:pt x="200787" y="530123"/>
                  </a:lnTo>
                  <a:lnTo>
                    <a:pt x="204457" y="529437"/>
                  </a:lnTo>
                  <a:lnTo>
                    <a:pt x="208419" y="528701"/>
                  </a:lnTo>
                  <a:lnTo>
                    <a:pt x="211175" y="523760"/>
                  </a:lnTo>
                  <a:close/>
                </a:path>
                <a:path w="434975" h="551815">
                  <a:moveTo>
                    <a:pt x="216065" y="536028"/>
                  </a:moveTo>
                  <a:lnTo>
                    <a:pt x="215480" y="536028"/>
                  </a:lnTo>
                  <a:lnTo>
                    <a:pt x="215480" y="536473"/>
                  </a:lnTo>
                  <a:lnTo>
                    <a:pt x="215773" y="536473"/>
                  </a:lnTo>
                  <a:lnTo>
                    <a:pt x="216065" y="536473"/>
                  </a:lnTo>
                  <a:lnTo>
                    <a:pt x="216065" y="536028"/>
                  </a:lnTo>
                  <a:close/>
                </a:path>
                <a:path w="434975" h="551815">
                  <a:moveTo>
                    <a:pt x="230949" y="493750"/>
                  </a:moveTo>
                  <a:lnTo>
                    <a:pt x="227533" y="490347"/>
                  </a:lnTo>
                  <a:lnTo>
                    <a:pt x="219519" y="492442"/>
                  </a:lnTo>
                  <a:lnTo>
                    <a:pt x="218262" y="497459"/>
                  </a:lnTo>
                  <a:lnTo>
                    <a:pt x="223824" y="503008"/>
                  </a:lnTo>
                  <a:lnTo>
                    <a:pt x="228854" y="501764"/>
                  </a:lnTo>
                  <a:lnTo>
                    <a:pt x="229857" y="497916"/>
                  </a:lnTo>
                  <a:lnTo>
                    <a:pt x="230949" y="493750"/>
                  </a:lnTo>
                  <a:close/>
                </a:path>
                <a:path w="434975" h="551815">
                  <a:moveTo>
                    <a:pt x="233299" y="512711"/>
                  </a:moveTo>
                  <a:lnTo>
                    <a:pt x="232181" y="510387"/>
                  </a:lnTo>
                  <a:lnTo>
                    <a:pt x="230619" y="509358"/>
                  </a:lnTo>
                  <a:lnTo>
                    <a:pt x="229870" y="508863"/>
                  </a:lnTo>
                  <a:lnTo>
                    <a:pt x="229565" y="508673"/>
                  </a:lnTo>
                  <a:lnTo>
                    <a:pt x="229476" y="508863"/>
                  </a:lnTo>
                  <a:lnTo>
                    <a:pt x="228257" y="508685"/>
                  </a:lnTo>
                  <a:lnTo>
                    <a:pt x="228092" y="508736"/>
                  </a:lnTo>
                  <a:lnTo>
                    <a:pt x="227876" y="508635"/>
                  </a:lnTo>
                  <a:lnTo>
                    <a:pt x="228092" y="508736"/>
                  </a:lnTo>
                  <a:lnTo>
                    <a:pt x="228257" y="508685"/>
                  </a:lnTo>
                  <a:lnTo>
                    <a:pt x="229476" y="508863"/>
                  </a:lnTo>
                  <a:lnTo>
                    <a:pt x="229476" y="508622"/>
                  </a:lnTo>
                  <a:lnTo>
                    <a:pt x="229095" y="508368"/>
                  </a:lnTo>
                  <a:lnTo>
                    <a:pt x="227622" y="508520"/>
                  </a:lnTo>
                  <a:lnTo>
                    <a:pt x="227622" y="508863"/>
                  </a:lnTo>
                  <a:lnTo>
                    <a:pt x="227177" y="508749"/>
                  </a:lnTo>
                  <a:lnTo>
                    <a:pt x="226326" y="509193"/>
                  </a:lnTo>
                  <a:lnTo>
                    <a:pt x="227114" y="508774"/>
                  </a:lnTo>
                  <a:lnTo>
                    <a:pt x="227368" y="508635"/>
                  </a:lnTo>
                  <a:lnTo>
                    <a:pt x="227291" y="508774"/>
                  </a:lnTo>
                  <a:lnTo>
                    <a:pt x="227622" y="508863"/>
                  </a:lnTo>
                  <a:lnTo>
                    <a:pt x="227622" y="508520"/>
                  </a:lnTo>
                  <a:lnTo>
                    <a:pt x="225755" y="507669"/>
                  </a:lnTo>
                  <a:lnTo>
                    <a:pt x="225336" y="507796"/>
                  </a:lnTo>
                  <a:lnTo>
                    <a:pt x="224980" y="507263"/>
                  </a:lnTo>
                  <a:lnTo>
                    <a:pt x="221399" y="507682"/>
                  </a:lnTo>
                  <a:lnTo>
                    <a:pt x="220129" y="508012"/>
                  </a:lnTo>
                  <a:lnTo>
                    <a:pt x="214007" y="512279"/>
                  </a:lnTo>
                  <a:lnTo>
                    <a:pt x="218973" y="518795"/>
                  </a:lnTo>
                  <a:lnTo>
                    <a:pt x="220751" y="517194"/>
                  </a:lnTo>
                  <a:lnTo>
                    <a:pt x="222529" y="519607"/>
                  </a:lnTo>
                  <a:lnTo>
                    <a:pt x="229031" y="519518"/>
                  </a:lnTo>
                  <a:lnTo>
                    <a:pt x="231838" y="517994"/>
                  </a:lnTo>
                  <a:lnTo>
                    <a:pt x="233299" y="512711"/>
                  </a:lnTo>
                  <a:close/>
                </a:path>
                <a:path w="434975" h="551815">
                  <a:moveTo>
                    <a:pt x="234505" y="524967"/>
                  </a:moveTo>
                  <a:lnTo>
                    <a:pt x="233807" y="524256"/>
                  </a:lnTo>
                  <a:lnTo>
                    <a:pt x="233019" y="524268"/>
                  </a:lnTo>
                  <a:lnTo>
                    <a:pt x="232765" y="524281"/>
                  </a:lnTo>
                  <a:lnTo>
                    <a:pt x="232511" y="524281"/>
                  </a:lnTo>
                  <a:lnTo>
                    <a:pt x="232270" y="524294"/>
                  </a:lnTo>
                  <a:lnTo>
                    <a:pt x="230352" y="524319"/>
                  </a:lnTo>
                  <a:lnTo>
                    <a:pt x="229920" y="525310"/>
                  </a:lnTo>
                  <a:lnTo>
                    <a:pt x="224853" y="525310"/>
                  </a:lnTo>
                  <a:lnTo>
                    <a:pt x="222186" y="527697"/>
                  </a:lnTo>
                  <a:lnTo>
                    <a:pt x="222478" y="533552"/>
                  </a:lnTo>
                  <a:lnTo>
                    <a:pt x="224434" y="535927"/>
                  </a:lnTo>
                  <a:lnTo>
                    <a:pt x="227101" y="535813"/>
                  </a:lnTo>
                  <a:lnTo>
                    <a:pt x="230225" y="535698"/>
                  </a:lnTo>
                  <a:lnTo>
                    <a:pt x="233070" y="533476"/>
                  </a:lnTo>
                  <a:lnTo>
                    <a:pt x="232702" y="529170"/>
                  </a:lnTo>
                  <a:lnTo>
                    <a:pt x="234454" y="528408"/>
                  </a:lnTo>
                  <a:lnTo>
                    <a:pt x="234480" y="526503"/>
                  </a:lnTo>
                  <a:lnTo>
                    <a:pt x="234480" y="526249"/>
                  </a:lnTo>
                  <a:lnTo>
                    <a:pt x="234492" y="525995"/>
                  </a:lnTo>
                  <a:lnTo>
                    <a:pt x="234505" y="524967"/>
                  </a:lnTo>
                  <a:close/>
                </a:path>
                <a:path w="434975" h="551815">
                  <a:moveTo>
                    <a:pt x="242684" y="502653"/>
                  </a:moveTo>
                  <a:lnTo>
                    <a:pt x="235356" y="502653"/>
                  </a:lnTo>
                  <a:lnTo>
                    <a:pt x="235356" y="508355"/>
                  </a:lnTo>
                  <a:lnTo>
                    <a:pt x="239014" y="508355"/>
                  </a:lnTo>
                  <a:lnTo>
                    <a:pt x="242684" y="508355"/>
                  </a:lnTo>
                  <a:lnTo>
                    <a:pt x="242684" y="502653"/>
                  </a:lnTo>
                  <a:close/>
                </a:path>
                <a:path w="434975" h="551815">
                  <a:moveTo>
                    <a:pt x="250126" y="458304"/>
                  </a:moveTo>
                  <a:lnTo>
                    <a:pt x="244411" y="458304"/>
                  </a:lnTo>
                  <a:lnTo>
                    <a:pt x="244411" y="462737"/>
                  </a:lnTo>
                  <a:lnTo>
                    <a:pt x="247269" y="462737"/>
                  </a:lnTo>
                  <a:lnTo>
                    <a:pt x="250113" y="462737"/>
                  </a:lnTo>
                  <a:lnTo>
                    <a:pt x="250126" y="458304"/>
                  </a:lnTo>
                  <a:close/>
                </a:path>
                <a:path w="434975" h="551815">
                  <a:moveTo>
                    <a:pt x="251879" y="495147"/>
                  </a:moveTo>
                  <a:lnTo>
                    <a:pt x="249745" y="492239"/>
                  </a:lnTo>
                  <a:lnTo>
                    <a:pt x="248856" y="491045"/>
                  </a:lnTo>
                  <a:lnTo>
                    <a:pt x="247942" y="490131"/>
                  </a:lnTo>
                  <a:lnTo>
                    <a:pt x="243039" y="488784"/>
                  </a:lnTo>
                  <a:lnTo>
                    <a:pt x="239522" y="491451"/>
                  </a:lnTo>
                  <a:lnTo>
                    <a:pt x="239522" y="498563"/>
                  </a:lnTo>
                  <a:lnTo>
                    <a:pt x="243039" y="501243"/>
                  </a:lnTo>
                  <a:lnTo>
                    <a:pt x="249618" y="499440"/>
                  </a:lnTo>
                  <a:lnTo>
                    <a:pt x="251879" y="495147"/>
                  </a:lnTo>
                  <a:close/>
                </a:path>
                <a:path w="434975" h="551815">
                  <a:moveTo>
                    <a:pt x="252196" y="532853"/>
                  </a:moveTo>
                  <a:lnTo>
                    <a:pt x="250355" y="530745"/>
                  </a:lnTo>
                  <a:lnTo>
                    <a:pt x="245364" y="528751"/>
                  </a:lnTo>
                  <a:lnTo>
                    <a:pt x="242303" y="530923"/>
                  </a:lnTo>
                  <a:lnTo>
                    <a:pt x="234911" y="534581"/>
                  </a:lnTo>
                  <a:lnTo>
                    <a:pt x="238264" y="542861"/>
                  </a:lnTo>
                  <a:lnTo>
                    <a:pt x="243306" y="540905"/>
                  </a:lnTo>
                  <a:lnTo>
                    <a:pt x="246684" y="539597"/>
                  </a:lnTo>
                  <a:lnTo>
                    <a:pt x="249948" y="538848"/>
                  </a:lnTo>
                  <a:lnTo>
                    <a:pt x="252196" y="532853"/>
                  </a:lnTo>
                  <a:close/>
                </a:path>
                <a:path w="434975" h="551815">
                  <a:moveTo>
                    <a:pt x="270560" y="525399"/>
                  </a:moveTo>
                  <a:lnTo>
                    <a:pt x="259969" y="525399"/>
                  </a:lnTo>
                  <a:lnTo>
                    <a:pt x="259956" y="533615"/>
                  </a:lnTo>
                  <a:lnTo>
                    <a:pt x="265252" y="533615"/>
                  </a:lnTo>
                  <a:lnTo>
                    <a:pt x="270548" y="533615"/>
                  </a:lnTo>
                  <a:lnTo>
                    <a:pt x="270560" y="525399"/>
                  </a:lnTo>
                  <a:close/>
                </a:path>
                <a:path w="434975" h="551815">
                  <a:moveTo>
                    <a:pt x="279463" y="501078"/>
                  </a:moveTo>
                  <a:lnTo>
                    <a:pt x="279006" y="496824"/>
                  </a:lnTo>
                  <a:lnTo>
                    <a:pt x="278028" y="495782"/>
                  </a:lnTo>
                  <a:lnTo>
                    <a:pt x="276758" y="494423"/>
                  </a:lnTo>
                  <a:lnTo>
                    <a:pt x="275844" y="494715"/>
                  </a:lnTo>
                  <a:lnTo>
                    <a:pt x="275844" y="495782"/>
                  </a:lnTo>
                  <a:lnTo>
                    <a:pt x="275043" y="495401"/>
                  </a:lnTo>
                  <a:lnTo>
                    <a:pt x="275209" y="495439"/>
                  </a:lnTo>
                  <a:lnTo>
                    <a:pt x="275844" y="495782"/>
                  </a:lnTo>
                  <a:lnTo>
                    <a:pt x="275844" y="494715"/>
                  </a:lnTo>
                  <a:lnTo>
                    <a:pt x="274472" y="495134"/>
                  </a:lnTo>
                  <a:lnTo>
                    <a:pt x="271195" y="493572"/>
                  </a:lnTo>
                  <a:lnTo>
                    <a:pt x="265366" y="497217"/>
                  </a:lnTo>
                  <a:lnTo>
                    <a:pt x="266509" y="501434"/>
                  </a:lnTo>
                  <a:lnTo>
                    <a:pt x="265125" y="501167"/>
                  </a:lnTo>
                  <a:lnTo>
                    <a:pt x="263639" y="501548"/>
                  </a:lnTo>
                  <a:lnTo>
                    <a:pt x="259016" y="504228"/>
                  </a:lnTo>
                  <a:lnTo>
                    <a:pt x="258521" y="508330"/>
                  </a:lnTo>
                  <a:lnTo>
                    <a:pt x="263182" y="513003"/>
                  </a:lnTo>
                  <a:lnTo>
                    <a:pt x="267296" y="512495"/>
                  </a:lnTo>
                  <a:lnTo>
                    <a:pt x="268973" y="509612"/>
                  </a:lnTo>
                  <a:lnTo>
                    <a:pt x="269976" y="507885"/>
                  </a:lnTo>
                  <a:lnTo>
                    <a:pt x="270256" y="506730"/>
                  </a:lnTo>
                  <a:lnTo>
                    <a:pt x="273989" y="507746"/>
                  </a:lnTo>
                  <a:lnTo>
                    <a:pt x="276402" y="506361"/>
                  </a:lnTo>
                  <a:lnTo>
                    <a:pt x="278980" y="502881"/>
                  </a:lnTo>
                  <a:lnTo>
                    <a:pt x="279463" y="501078"/>
                  </a:lnTo>
                  <a:close/>
                </a:path>
                <a:path w="434975" h="551815">
                  <a:moveTo>
                    <a:pt x="293014" y="462191"/>
                  </a:moveTo>
                  <a:lnTo>
                    <a:pt x="292239" y="460476"/>
                  </a:lnTo>
                  <a:lnTo>
                    <a:pt x="291934" y="458190"/>
                  </a:lnTo>
                  <a:lnTo>
                    <a:pt x="290563" y="456717"/>
                  </a:lnTo>
                  <a:lnTo>
                    <a:pt x="289636" y="454634"/>
                  </a:lnTo>
                  <a:lnTo>
                    <a:pt x="289382" y="454063"/>
                  </a:lnTo>
                  <a:lnTo>
                    <a:pt x="281660" y="454774"/>
                  </a:lnTo>
                  <a:lnTo>
                    <a:pt x="282244" y="453034"/>
                  </a:lnTo>
                  <a:lnTo>
                    <a:pt x="282943" y="450926"/>
                  </a:lnTo>
                  <a:lnTo>
                    <a:pt x="282765" y="448487"/>
                  </a:lnTo>
                  <a:lnTo>
                    <a:pt x="283032" y="443344"/>
                  </a:lnTo>
                  <a:lnTo>
                    <a:pt x="278295" y="442645"/>
                  </a:lnTo>
                  <a:lnTo>
                    <a:pt x="277279" y="447738"/>
                  </a:lnTo>
                  <a:lnTo>
                    <a:pt x="276504" y="450075"/>
                  </a:lnTo>
                  <a:lnTo>
                    <a:pt x="276885" y="455460"/>
                  </a:lnTo>
                  <a:lnTo>
                    <a:pt x="278015" y="455650"/>
                  </a:lnTo>
                  <a:lnTo>
                    <a:pt x="276377" y="457009"/>
                  </a:lnTo>
                  <a:lnTo>
                    <a:pt x="272389" y="466813"/>
                  </a:lnTo>
                  <a:lnTo>
                    <a:pt x="279234" y="472719"/>
                  </a:lnTo>
                  <a:lnTo>
                    <a:pt x="290550" y="469112"/>
                  </a:lnTo>
                  <a:lnTo>
                    <a:pt x="291807" y="467296"/>
                  </a:lnTo>
                  <a:lnTo>
                    <a:pt x="292938" y="465658"/>
                  </a:lnTo>
                  <a:lnTo>
                    <a:pt x="292557" y="462838"/>
                  </a:lnTo>
                  <a:lnTo>
                    <a:pt x="293014" y="462191"/>
                  </a:lnTo>
                  <a:close/>
                </a:path>
                <a:path w="434975" h="551815">
                  <a:moveTo>
                    <a:pt x="295567" y="520052"/>
                  </a:moveTo>
                  <a:lnTo>
                    <a:pt x="295186" y="511721"/>
                  </a:lnTo>
                  <a:lnTo>
                    <a:pt x="291998" y="508190"/>
                  </a:lnTo>
                  <a:lnTo>
                    <a:pt x="283654" y="508190"/>
                  </a:lnTo>
                  <a:lnTo>
                    <a:pt x="279793" y="511733"/>
                  </a:lnTo>
                  <a:lnTo>
                    <a:pt x="280174" y="520065"/>
                  </a:lnTo>
                  <a:lnTo>
                    <a:pt x="283362" y="523582"/>
                  </a:lnTo>
                  <a:lnTo>
                    <a:pt x="287680" y="523582"/>
                  </a:lnTo>
                  <a:lnTo>
                    <a:pt x="291706" y="523582"/>
                  </a:lnTo>
                  <a:lnTo>
                    <a:pt x="295567" y="520052"/>
                  </a:lnTo>
                  <a:close/>
                </a:path>
                <a:path w="434975" h="551815">
                  <a:moveTo>
                    <a:pt x="296595" y="487718"/>
                  </a:moveTo>
                  <a:lnTo>
                    <a:pt x="295783" y="486918"/>
                  </a:lnTo>
                  <a:lnTo>
                    <a:pt x="294944" y="487146"/>
                  </a:lnTo>
                  <a:lnTo>
                    <a:pt x="294640" y="487222"/>
                  </a:lnTo>
                  <a:lnTo>
                    <a:pt x="294055" y="487387"/>
                  </a:lnTo>
                  <a:lnTo>
                    <a:pt x="290563" y="488327"/>
                  </a:lnTo>
                  <a:lnTo>
                    <a:pt x="295186" y="492950"/>
                  </a:lnTo>
                  <a:lnTo>
                    <a:pt x="296125" y="489458"/>
                  </a:lnTo>
                  <a:lnTo>
                    <a:pt x="296202" y="489165"/>
                  </a:lnTo>
                  <a:lnTo>
                    <a:pt x="296278" y="488861"/>
                  </a:lnTo>
                  <a:lnTo>
                    <a:pt x="296595" y="487718"/>
                  </a:lnTo>
                  <a:close/>
                </a:path>
                <a:path w="434975" h="551815">
                  <a:moveTo>
                    <a:pt x="301536" y="503034"/>
                  </a:moveTo>
                  <a:lnTo>
                    <a:pt x="300951" y="503034"/>
                  </a:lnTo>
                  <a:lnTo>
                    <a:pt x="300951" y="503478"/>
                  </a:lnTo>
                  <a:lnTo>
                    <a:pt x="301244" y="503478"/>
                  </a:lnTo>
                  <a:lnTo>
                    <a:pt x="301536" y="503478"/>
                  </a:lnTo>
                  <a:lnTo>
                    <a:pt x="301536" y="503034"/>
                  </a:lnTo>
                  <a:close/>
                </a:path>
                <a:path w="434975" h="551815">
                  <a:moveTo>
                    <a:pt x="318782" y="500786"/>
                  </a:moveTo>
                  <a:lnTo>
                    <a:pt x="318198" y="500786"/>
                  </a:lnTo>
                  <a:lnTo>
                    <a:pt x="318198" y="501230"/>
                  </a:lnTo>
                  <a:lnTo>
                    <a:pt x="318490" y="501230"/>
                  </a:lnTo>
                  <a:lnTo>
                    <a:pt x="318782" y="501230"/>
                  </a:lnTo>
                  <a:lnTo>
                    <a:pt x="318782" y="500786"/>
                  </a:lnTo>
                  <a:close/>
                </a:path>
                <a:path w="434975" h="551815">
                  <a:moveTo>
                    <a:pt x="319265" y="465391"/>
                  </a:moveTo>
                  <a:lnTo>
                    <a:pt x="319125" y="459905"/>
                  </a:lnTo>
                  <a:lnTo>
                    <a:pt x="315214" y="457847"/>
                  </a:lnTo>
                  <a:lnTo>
                    <a:pt x="312280" y="461200"/>
                  </a:lnTo>
                  <a:lnTo>
                    <a:pt x="311454" y="462089"/>
                  </a:lnTo>
                  <a:lnTo>
                    <a:pt x="309587" y="464362"/>
                  </a:lnTo>
                  <a:lnTo>
                    <a:pt x="309003" y="465861"/>
                  </a:lnTo>
                  <a:lnTo>
                    <a:pt x="307251" y="470065"/>
                  </a:lnTo>
                  <a:lnTo>
                    <a:pt x="309549" y="473240"/>
                  </a:lnTo>
                  <a:lnTo>
                    <a:pt x="314845" y="474687"/>
                  </a:lnTo>
                  <a:lnTo>
                    <a:pt x="317690" y="472973"/>
                  </a:lnTo>
                  <a:lnTo>
                    <a:pt x="318516" y="470242"/>
                  </a:lnTo>
                  <a:lnTo>
                    <a:pt x="319265" y="467753"/>
                  </a:lnTo>
                  <a:lnTo>
                    <a:pt x="319265" y="465391"/>
                  </a:lnTo>
                  <a:close/>
                </a:path>
                <a:path w="434975" h="551815">
                  <a:moveTo>
                    <a:pt x="319532" y="493293"/>
                  </a:moveTo>
                  <a:lnTo>
                    <a:pt x="318947" y="493293"/>
                  </a:lnTo>
                  <a:lnTo>
                    <a:pt x="318947" y="493737"/>
                  </a:lnTo>
                  <a:lnTo>
                    <a:pt x="319239" y="493737"/>
                  </a:lnTo>
                  <a:lnTo>
                    <a:pt x="319532" y="493737"/>
                  </a:lnTo>
                  <a:lnTo>
                    <a:pt x="319532" y="493293"/>
                  </a:lnTo>
                  <a:close/>
                </a:path>
                <a:path w="434975" h="551815">
                  <a:moveTo>
                    <a:pt x="327266" y="519264"/>
                  </a:moveTo>
                  <a:lnTo>
                    <a:pt x="321843" y="516940"/>
                  </a:lnTo>
                  <a:lnTo>
                    <a:pt x="316738" y="521284"/>
                  </a:lnTo>
                  <a:lnTo>
                    <a:pt x="316242" y="524408"/>
                  </a:lnTo>
                  <a:lnTo>
                    <a:pt x="317728" y="529678"/>
                  </a:lnTo>
                  <a:lnTo>
                    <a:pt x="320687" y="531088"/>
                  </a:lnTo>
                  <a:lnTo>
                    <a:pt x="325907" y="528878"/>
                  </a:lnTo>
                  <a:lnTo>
                    <a:pt x="326694" y="525919"/>
                  </a:lnTo>
                  <a:lnTo>
                    <a:pt x="325742" y="524014"/>
                  </a:lnTo>
                  <a:lnTo>
                    <a:pt x="327266" y="519264"/>
                  </a:lnTo>
                  <a:close/>
                </a:path>
                <a:path w="434975" h="551815">
                  <a:moveTo>
                    <a:pt x="336804" y="449592"/>
                  </a:moveTo>
                  <a:lnTo>
                    <a:pt x="333921" y="446709"/>
                  </a:lnTo>
                  <a:lnTo>
                    <a:pt x="327075" y="446709"/>
                  </a:lnTo>
                  <a:lnTo>
                    <a:pt x="324154" y="449605"/>
                  </a:lnTo>
                  <a:lnTo>
                    <a:pt x="324154" y="456463"/>
                  </a:lnTo>
                  <a:lnTo>
                    <a:pt x="327050" y="459359"/>
                  </a:lnTo>
                  <a:lnTo>
                    <a:pt x="330479" y="459359"/>
                  </a:lnTo>
                  <a:lnTo>
                    <a:pt x="333895" y="459359"/>
                  </a:lnTo>
                  <a:lnTo>
                    <a:pt x="336804" y="456438"/>
                  </a:lnTo>
                  <a:lnTo>
                    <a:pt x="336804" y="449592"/>
                  </a:lnTo>
                  <a:close/>
                </a:path>
                <a:path w="434975" h="551815">
                  <a:moveTo>
                    <a:pt x="338124" y="502666"/>
                  </a:moveTo>
                  <a:lnTo>
                    <a:pt x="336461" y="500672"/>
                  </a:lnTo>
                  <a:lnTo>
                    <a:pt x="335610" y="499656"/>
                  </a:lnTo>
                  <a:lnTo>
                    <a:pt x="333717" y="497408"/>
                  </a:lnTo>
                  <a:lnTo>
                    <a:pt x="330225" y="497459"/>
                  </a:lnTo>
                  <a:lnTo>
                    <a:pt x="328434" y="499529"/>
                  </a:lnTo>
                  <a:lnTo>
                    <a:pt x="328142" y="499783"/>
                  </a:lnTo>
                  <a:lnTo>
                    <a:pt x="327545" y="500380"/>
                  </a:lnTo>
                  <a:lnTo>
                    <a:pt x="324307" y="501992"/>
                  </a:lnTo>
                  <a:lnTo>
                    <a:pt x="323824" y="506476"/>
                  </a:lnTo>
                  <a:lnTo>
                    <a:pt x="327863" y="511708"/>
                  </a:lnTo>
                  <a:lnTo>
                    <a:pt x="332282" y="512356"/>
                  </a:lnTo>
                  <a:lnTo>
                    <a:pt x="337515" y="506437"/>
                  </a:lnTo>
                  <a:lnTo>
                    <a:pt x="338124" y="502666"/>
                  </a:lnTo>
                  <a:close/>
                </a:path>
                <a:path w="434975" h="551815">
                  <a:moveTo>
                    <a:pt x="346735" y="484517"/>
                  </a:moveTo>
                  <a:lnTo>
                    <a:pt x="342214" y="483793"/>
                  </a:lnTo>
                  <a:lnTo>
                    <a:pt x="339686" y="483400"/>
                  </a:lnTo>
                  <a:lnTo>
                    <a:pt x="338137" y="483755"/>
                  </a:lnTo>
                  <a:lnTo>
                    <a:pt x="334962" y="489673"/>
                  </a:lnTo>
                  <a:lnTo>
                    <a:pt x="338683" y="494309"/>
                  </a:lnTo>
                  <a:lnTo>
                    <a:pt x="346316" y="490943"/>
                  </a:lnTo>
                  <a:lnTo>
                    <a:pt x="346735" y="484517"/>
                  </a:lnTo>
                  <a:close/>
                </a:path>
                <a:path w="434975" h="551815">
                  <a:moveTo>
                    <a:pt x="356184" y="503351"/>
                  </a:moveTo>
                  <a:lnTo>
                    <a:pt x="353631" y="500799"/>
                  </a:lnTo>
                  <a:lnTo>
                    <a:pt x="345516" y="503682"/>
                  </a:lnTo>
                  <a:lnTo>
                    <a:pt x="344093" y="507682"/>
                  </a:lnTo>
                  <a:lnTo>
                    <a:pt x="349300" y="512889"/>
                  </a:lnTo>
                  <a:lnTo>
                    <a:pt x="353314" y="511454"/>
                  </a:lnTo>
                  <a:lnTo>
                    <a:pt x="354444" y="508241"/>
                  </a:lnTo>
                  <a:lnTo>
                    <a:pt x="356184" y="503351"/>
                  </a:lnTo>
                  <a:close/>
                </a:path>
                <a:path w="434975" h="551815">
                  <a:moveTo>
                    <a:pt x="371081" y="470776"/>
                  </a:moveTo>
                  <a:lnTo>
                    <a:pt x="368223" y="467982"/>
                  </a:lnTo>
                  <a:lnTo>
                    <a:pt x="368312" y="467855"/>
                  </a:lnTo>
                  <a:lnTo>
                    <a:pt x="367766" y="467537"/>
                  </a:lnTo>
                  <a:lnTo>
                    <a:pt x="365620" y="465442"/>
                  </a:lnTo>
                  <a:lnTo>
                    <a:pt x="363689" y="465150"/>
                  </a:lnTo>
                  <a:lnTo>
                    <a:pt x="363105" y="464807"/>
                  </a:lnTo>
                  <a:lnTo>
                    <a:pt x="360870" y="463511"/>
                  </a:lnTo>
                  <a:lnTo>
                    <a:pt x="364502" y="460654"/>
                  </a:lnTo>
                  <a:lnTo>
                    <a:pt x="364871" y="456031"/>
                  </a:lnTo>
                  <a:lnTo>
                    <a:pt x="365112" y="452831"/>
                  </a:lnTo>
                  <a:lnTo>
                    <a:pt x="363181" y="450367"/>
                  </a:lnTo>
                  <a:lnTo>
                    <a:pt x="358571" y="448513"/>
                  </a:lnTo>
                  <a:lnTo>
                    <a:pt x="356108" y="449059"/>
                  </a:lnTo>
                  <a:lnTo>
                    <a:pt x="349948" y="454482"/>
                  </a:lnTo>
                  <a:lnTo>
                    <a:pt x="351624" y="460387"/>
                  </a:lnTo>
                  <a:lnTo>
                    <a:pt x="357771" y="462991"/>
                  </a:lnTo>
                  <a:lnTo>
                    <a:pt x="353047" y="471932"/>
                  </a:lnTo>
                  <a:lnTo>
                    <a:pt x="353631" y="476338"/>
                  </a:lnTo>
                  <a:lnTo>
                    <a:pt x="359981" y="482307"/>
                  </a:lnTo>
                  <a:lnTo>
                    <a:pt x="365099" y="481901"/>
                  </a:lnTo>
                  <a:lnTo>
                    <a:pt x="370763" y="475742"/>
                  </a:lnTo>
                  <a:lnTo>
                    <a:pt x="370890" y="475602"/>
                  </a:lnTo>
                  <a:lnTo>
                    <a:pt x="370916" y="474878"/>
                  </a:lnTo>
                  <a:lnTo>
                    <a:pt x="371081" y="470776"/>
                  </a:lnTo>
                  <a:close/>
                </a:path>
                <a:path w="434975" h="551815">
                  <a:moveTo>
                    <a:pt x="373138" y="503224"/>
                  </a:moveTo>
                  <a:lnTo>
                    <a:pt x="372237" y="500989"/>
                  </a:lnTo>
                  <a:lnTo>
                    <a:pt x="370293" y="496150"/>
                  </a:lnTo>
                  <a:lnTo>
                    <a:pt x="369404" y="496417"/>
                  </a:lnTo>
                  <a:lnTo>
                    <a:pt x="369404" y="499237"/>
                  </a:lnTo>
                  <a:lnTo>
                    <a:pt x="369227" y="499071"/>
                  </a:lnTo>
                  <a:lnTo>
                    <a:pt x="369404" y="499237"/>
                  </a:lnTo>
                  <a:lnTo>
                    <a:pt x="369404" y="496417"/>
                  </a:lnTo>
                  <a:lnTo>
                    <a:pt x="369227" y="496468"/>
                  </a:lnTo>
                  <a:lnTo>
                    <a:pt x="369227" y="498157"/>
                  </a:lnTo>
                  <a:lnTo>
                    <a:pt x="368515" y="498157"/>
                  </a:lnTo>
                  <a:lnTo>
                    <a:pt x="368312" y="498157"/>
                  </a:lnTo>
                  <a:lnTo>
                    <a:pt x="368477" y="498132"/>
                  </a:lnTo>
                  <a:lnTo>
                    <a:pt x="369201" y="498132"/>
                  </a:lnTo>
                  <a:lnTo>
                    <a:pt x="369227" y="496468"/>
                  </a:lnTo>
                  <a:lnTo>
                    <a:pt x="366991" y="497128"/>
                  </a:lnTo>
                  <a:lnTo>
                    <a:pt x="364807" y="496811"/>
                  </a:lnTo>
                  <a:lnTo>
                    <a:pt x="362102" y="497713"/>
                  </a:lnTo>
                  <a:lnTo>
                    <a:pt x="361988" y="498157"/>
                  </a:lnTo>
                  <a:lnTo>
                    <a:pt x="361010" y="503237"/>
                  </a:lnTo>
                  <a:lnTo>
                    <a:pt x="362254" y="505167"/>
                  </a:lnTo>
                  <a:lnTo>
                    <a:pt x="366090" y="506755"/>
                  </a:lnTo>
                  <a:lnTo>
                    <a:pt x="367550" y="506425"/>
                  </a:lnTo>
                  <a:lnTo>
                    <a:pt x="373138" y="503224"/>
                  </a:lnTo>
                  <a:close/>
                </a:path>
                <a:path w="434975" h="551815">
                  <a:moveTo>
                    <a:pt x="402653" y="534987"/>
                  </a:moveTo>
                  <a:lnTo>
                    <a:pt x="401193" y="533057"/>
                  </a:lnTo>
                  <a:lnTo>
                    <a:pt x="397433" y="531545"/>
                  </a:lnTo>
                  <a:lnTo>
                    <a:pt x="395579" y="532066"/>
                  </a:lnTo>
                  <a:lnTo>
                    <a:pt x="390309" y="536359"/>
                  </a:lnTo>
                  <a:lnTo>
                    <a:pt x="391883" y="541274"/>
                  </a:lnTo>
                  <a:lnTo>
                    <a:pt x="398678" y="544144"/>
                  </a:lnTo>
                  <a:lnTo>
                    <a:pt x="402297" y="541489"/>
                  </a:lnTo>
                  <a:lnTo>
                    <a:pt x="402501" y="537705"/>
                  </a:lnTo>
                  <a:lnTo>
                    <a:pt x="402653" y="534987"/>
                  </a:lnTo>
                  <a:close/>
                </a:path>
                <a:path w="434975" h="551815">
                  <a:moveTo>
                    <a:pt x="410959" y="506031"/>
                  </a:moveTo>
                  <a:close/>
                </a:path>
                <a:path w="434975" h="551815">
                  <a:moveTo>
                    <a:pt x="411035" y="505752"/>
                  </a:moveTo>
                  <a:lnTo>
                    <a:pt x="410857" y="505625"/>
                  </a:lnTo>
                  <a:lnTo>
                    <a:pt x="411035" y="505752"/>
                  </a:lnTo>
                  <a:close/>
                </a:path>
                <a:path w="434975" h="551815">
                  <a:moveTo>
                    <a:pt x="411276" y="505968"/>
                  </a:moveTo>
                  <a:lnTo>
                    <a:pt x="411137" y="505815"/>
                  </a:lnTo>
                  <a:lnTo>
                    <a:pt x="411060" y="506069"/>
                  </a:lnTo>
                  <a:lnTo>
                    <a:pt x="411276" y="505968"/>
                  </a:lnTo>
                  <a:close/>
                </a:path>
                <a:path w="434975" h="551815">
                  <a:moveTo>
                    <a:pt x="411327" y="505955"/>
                  </a:moveTo>
                  <a:lnTo>
                    <a:pt x="411086" y="506082"/>
                  </a:lnTo>
                  <a:lnTo>
                    <a:pt x="411314" y="506031"/>
                  </a:lnTo>
                  <a:close/>
                </a:path>
                <a:path w="434975" h="551815">
                  <a:moveTo>
                    <a:pt x="411327" y="505942"/>
                  </a:moveTo>
                  <a:lnTo>
                    <a:pt x="411200" y="505802"/>
                  </a:lnTo>
                  <a:lnTo>
                    <a:pt x="411327" y="505942"/>
                  </a:lnTo>
                  <a:close/>
                </a:path>
                <a:path w="434975" h="551815">
                  <a:moveTo>
                    <a:pt x="411353" y="505929"/>
                  </a:moveTo>
                  <a:lnTo>
                    <a:pt x="411238" y="505764"/>
                  </a:lnTo>
                  <a:lnTo>
                    <a:pt x="411353" y="505929"/>
                  </a:lnTo>
                  <a:close/>
                </a:path>
                <a:path w="434975" h="551815">
                  <a:moveTo>
                    <a:pt x="411454" y="506031"/>
                  </a:moveTo>
                  <a:lnTo>
                    <a:pt x="411314" y="506196"/>
                  </a:lnTo>
                  <a:lnTo>
                    <a:pt x="411454" y="506196"/>
                  </a:lnTo>
                  <a:lnTo>
                    <a:pt x="411454" y="506031"/>
                  </a:lnTo>
                  <a:close/>
                </a:path>
                <a:path w="434975" h="551815">
                  <a:moveTo>
                    <a:pt x="411530" y="505879"/>
                  </a:moveTo>
                  <a:lnTo>
                    <a:pt x="411403" y="505980"/>
                  </a:lnTo>
                  <a:lnTo>
                    <a:pt x="411530" y="505879"/>
                  </a:lnTo>
                  <a:close/>
                </a:path>
                <a:path w="434975" h="551815">
                  <a:moveTo>
                    <a:pt x="411645" y="505904"/>
                  </a:moveTo>
                  <a:close/>
                </a:path>
                <a:path w="434975" h="551815">
                  <a:moveTo>
                    <a:pt x="411670" y="505777"/>
                  </a:moveTo>
                  <a:close/>
                </a:path>
                <a:path w="434975" h="551815">
                  <a:moveTo>
                    <a:pt x="413245" y="539775"/>
                  </a:moveTo>
                  <a:lnTo>
                    <a:pt x="412661" y="539775"/>
                  </a:lnTo>
                  <a:lnTo>
                    <a:pt x="412661" y="540219"/>
                  </a:lnTo>
                  <a:lnTo>
                    <a:pt x="412953" y="540219"/>
                  </a:lnTo>
                  <a:lnTo>
                    <a:pt x="413245" y="540219"/>
                  </a:lnTo>
                  <a:lnTo>
                    <a:pt x="413245" y="539775"/>
                  </a:lnTo>
                  <a:close/>
                </a:path>
                <a:path w="434975" h="551815">
                  <a:moveTo>
                    <a:pt x="423049" y="502272"/>
                  </a:moveTo>
                  <a:lnTo>
                    <a:pt x="422287" y="501421"/>
                  </a:lnTo>
                  <a:lnTo>
                    <a:pt x="422249" y="506260"/>
                  </a:lnTo>
                  <a:lnTo>
                    <a:pt x="411467" y="506260"/>
                  </a:lnTo>
                  <a:lnTo>
                    <a:pt x="411251" y="506260"/>
                  </a:lnTo>
                  <a:lnTo>
                    <a:pt x="411187" y="506133"/>
                  </a:lnTo>
                  <a:lnTo>
                    <a:pt x="411060" y="506082"/>
                  </a:lnTo>
                  <a:lnTo>
                    <a:pt x="410832" y="506260"/>
                  </a:lnTo>
                  <a:lnTo>
                    <a:pt x="410718" y="506488"/>
                  </a:lnTo>
                  <a:lnTo>
                    <a:pt x="410895" y="506107"/>
                  </a:lnTo>
                  <a:lnTo>
                    <a:pt x="410984" y="505841"/>
                  </a:lnTo>
                  <a:lnTo>
                    <a:pt x="410794" y="505879"/>
                  </a:lnTo>
                  <a:lnTo>
                    <a:pt x="410565" y="505917"/>
                  </a:lnTo>
                  <a:lnTo>
                    <a:pt x="410273" y="505853"/>
                  </a:lnTo>
                  <a:lnTo>
                    <a:pt x="410108" y="505968"/>
                  </a:lnTo>
                  <a:lnTo>
                    <a:pt x="410006" y="505777"/>
                  </a:lnTo>
                  <a:lnTo>
                    <a:pt x="410070" y="505917"/>
                  </a:lnTo>
                  <a:lnTo>
                    <a:pt x="409943" y="505714"/>
                  </a:lnTo>
                  <a:lnTo>
                    <a:pt x="409981" y="505917"/>
                  </a:lnTo>
                  <a:lnTo>
                    <a:pt x="409905" y="505739"/>
                  </a:lnTo>
                  <a:lnTo>
                    <a:pt x="409765" y="505866"/>
                  </a:lnTo>
                  <a:lnTo>
                    <a:pt x="409778" y="505561"/>
                  </a:lnTo>
                  <a:lnTo>
                    <a:pt x="409816" y="505206"/>
                  </a:lnTo>
                  <a:lnTo>
                    <a:pt x="409867" y="505079"/>
                  </a:lnTo>
                  <a:lnTo>
                    <a:pt x="410933" y="504126"/>
                  </a:lnTo>
                  <a:lnTo>
                    <a:pt x="410146" y="504926"/>
                  </a:lnTo>
                  <a:lnTo>
                    <a:pt x="410070" y="505079"/>
                  </a:lnTo>
                  <a:lnTo>
                    <a:pt x="409956" y="505383"/>
                  </a:lnTo>
                  <a:lnTo>
                    <a:pt x="410210" y="504875"/>
                  </a:lnTo>
                  <a:lnTo>
                    <a:pt x="410019" y="505269"/>
                  </a:lnTo>
                  <a:lnTo>
                    <a:pt x="410133" y="505129"/>
                  </a:lnTo>
                  <a:lnTo>
                    <a:pt x="410032" y="505752"/>
                  </a:lnTo>
                  <a:lnTo>
                    <a:pt x="410273" y="505853"/>
                  </a:lnTo>
                  <a:lnTo>
                    <a:pt x="411429" y="505002"/>
                  </a:lnTo>
                  <a:lnTo>
                    <a:pt x="411226" y="505383"/>
                  </a:lnTo>
                  <a:lnTo>
                    <a:pt x="411111" y="505714"/>
                  </a:lnTo>
                  <a:lnTo>
                    <a:pt x="411238" y="505764"/>
                  </a:lnTo>
                  <a:lnTo>
                    <a:pt x="411454" y="505841"/>
                  </a:lnTo>
                  <a:lnTo>
                    <a:pt x="411454" y="505625"/>
                  </a:lnTo>
                  <a:lnTo>
                    <a:pt x="411695" y="505752"/>
                  </a:lnTo>
                  <a:lnTo>
                    <a:pt x="411848" y="505587"/>
                  </a:lnTo>
                  <a:lnTo>
                    <a:pt x="412559" y="505091"/>
                  </a:lnTo>
                  <a:lnTo>
                    <a:pt x="411899" y="505536"/>
                  </a:lnTo>
                  <a:lnTo>
                    <a:pt x="411784" y="505802"/>
                  </a:lnTo>
                  <a:lnTo>
                    <a:pt x="411645" y="505904"/>
                  </a:lnTo>
                  <a:lnTo>
                    <a:pt x="411607" y="506145"/>
                  </a:lnTo>
                  <a:lnTo>
                    <a:pt x="411480" y="506196"/>
                  </a:lnTo>
                  <a:lnTo>
                    <a:pt x="422186" y="506196"/>
                  </a:lnTo>
                  <a:lnTo>
                    <a:pt x="422249" y="501383"/>
                  </a:lnTo>
                  <a:lnTo>
                    <a:pt x="414794" y="493128"/>
                  </a:lnTo>
                  <a:lnTo>
                    <a:pt x="407517" y="493814"/>
                  </a:lnTo>
                  <a:lnTo>
                    <a:pt x="399249" y="502780"/>
                  </a:lnTo>
                  <a:lnTo>
                    <a:pt x="399935" y="509828"/>
                  </a:lnTo>
                  <a:lnTo>
                    <a:pt x="407276" y="514794"/>
                  </a:lnTo>
                  <a:lnTo>
                    <a:pt x="410006" y="515353"/>
                  </a:lnTo>
                  <a:lnTo>
                    <a:pt x="413131" y="514832"/>
                  </a:lnTo>
                  <a:lnTo>
                    <a:pt x="414350" y="515416"/>
                  </a:lnTo>
                  <a:lnTo>
                    <a:pt x="418782" y="513575"/>
                  </a:lnTo>
                  <a:lnTo>
                    <a:pt x="422910" y="509244"/>
                  </a:lnTo>
                  <a:lnTo>
                    <a:pt x="423049" y="502272"/>
                  </a:lnTo>
                  <a:close/>
                </a:path>
                <a:path w="434975" h="551815">
                  <a:moveTo>
                    <a:pt x="432689" y="465277"/>
                  </a:moveTo>
                  <a:lnTo>
                    <a:pt x="427913" y="466674"/>
                  </a:lnTo>
                  <a:lnTo>
                    <a:pt x="424611" y="467639"/>
                  </a:lnTo>
                  <a:lnTo>
                    <a:pt x="424611" y="471398"/>
                  </a:lnTo>
                  <a:lnTo>
                    <a:pt x="432663" y="473760"/>
                  </a:lnTo>
                  <a:lnTo>
                    <a:pt x="432689" y="465277"/>
                  </a:lnTo>
                  <a:close/>
                </a:path>
                <a:path w="434975" h="551815">
                  <a:moveTo>
                    <a:pt x="434924" y="501484"/>
                  </a:moveTo>
                  <a:lnTo>
                    <a:pt x="433031" y="498843"/>
                  </a:lnTo>
                  <a:lnTo>
                    <a:pt x="426707" y="498944"/>
                  </a:lnTo>
                  <a:lnTo>
                    <a:pt x="424878" y="502005"/>
                  </a:lnTo>
                  <a:lnTo>
                    <a:pt x="427824" y="507060"/>
                  </a:lnTo>
                  <a:lnTo>
                    <a:pt x="431063" y="506590"/>
                  </a:lnTo>
                  <a:lnTo>
                    <a:pt x="432676" y="504456"/>
                  </a:lnTo>
                  <a:lnTo>
                    <a:pt x="434924" y="50148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2102561" y="7501146"/>
              <a:ext cx="438150" cy="544830"/>
            </a:xfrm>
            <a:custGeom>
              <a:avLst/>
              <a:gdLst/>
              <a:ahLst/>
              <a:cxnLst/>
              <a:rect l="l" t="t" r="r" b="b"/>
              <a:pathLst>
                <a:path w="438150" h="544829">
                  <a:moveTo>
                    <a:pt x="596" y="54597"/>
                  </a:moveTo>
                  <a:lnTo>
                    <a:pt x="0" y="54597"/>
                  </a:lnTo>
                  <a:lnTo>
                    <a:pt x="0" y="55041"/>
                  </a:lnTo>
                  <a:lnTo>
                    <a:pt x="292" y="55041"/>
                  </a:lnTo>
                  <a:lnTo>
                    <a:pt x="596" y="55041"/>
                  </a:lnTo>
                  <a:lnTo>
                    <a:pt x="596" y="54597"/>
                  </a:lnTo>
                  <a:close/>
                </a:path>
                <a:path w="438150" h="544829">
                  <a:moveTo>
                    <a:pt x="27051" y="48387"/>
                  </a:moveTo>
                  <a:lnTo>
                    <a:pt x="25349" y="44678"/>
                  </a:lnTo>
                  <a:lnTo>
                    <a:pt x="23406" y="46405"/>
                  </a:lnTo>
                  <a:lnTo>
                    <a:pt x="23101" y="46672"/>
                  </a:lnTo>
                  <a:lnTo>
                    <a:pt x="22809" y="46939"/>
                  </a:lnTo>
                  <a:lnTo>
                    <a:pt x="22504" y="47205"/>
                  </a:lnTo>
                  <a:lnTo>
                    <a:pt x="21590" y="48018"/>
                  </a:lnTo>
                  <a:lnTo>
                    <a:pt x="22567" y="49364"/>
                  </a:lnTo>
                  <a:lnTo>
                    <a:pt x="27051" y="48387"/>
                  </a:lnTo>
                  <a:close/>
                </a:path>
                <a:path w="438150" h="544829">
                  <a:moveTo>
                    <a:pt x="43243" y="49326"/>
                  </a:moveTo>
                  <a:lnTo>
                    <a:pt x="40487" y="43421"/>
                  </a:lnTo>
                  <a:lnTo>
                    <a:pt x="37071" y="45580"/>
                  </a:lnTo>
                  <a:lnTo>
                    <a:pt x="36766" y="45808"/>
                  </a:lnTo>
                  <a:lnTo>
                    <a:pt x="36449" y="45986"/>
                  </a:lnTo>
                  <a:lnTo>
                    <a:pt x="36106" y="46126"/>
                  </a:lnTo>
                  <a:lnTo>
                    <a:pt x="34505" y="46901"/>
                  </a:lnTo>
                  <a:lnTo>
                    <a:pt x="34391" y="49758"/>
                  </a:lnTo>
                  <a:lnTo>
                    <a:pt x="37261" y="51003"/>
                  </a:lnTo>
                  <a:lnTo>
                    <a:pt x="38049" y="51231"/>
                  </a:lnTo>
                  <a:lnTo>
                    <a:pt x="43243" y="49326"/>
                  </a:lnTo>
                  <a:close/>
                </a:path>
                <a:path w="438150" h="544829">
                  <a:moveTo>
                    <a:pt x="53428" y="65697"/>
                  </a:moveTo>
                  <a:lnTo>
                    <a:pt x="45008" y="65697"/>
                  </a:lnTo>
                  <a:lnTo>
                    <a:pt x="45008" y="72224"/>
                  </a:lnTo>
                  <a:lnTo>
                    <a:pt x="49212" y="72224"/>
                  </a:lnTo>
                  <a:lnTo>
                    <a:pt x="53428" y="72224"/>
                  </a:lnTo>
                  <a:lnTo>
                    <a:pt x="53428" y="65697"/>
                  </a:lnTo>
                  <a:close/>
                </a:path>
                <a:path w="438150" h="544829">
                  <a:moveTo>
                    <a:pt x="66446" y="39497"/>
                  </a:moveTo>
                  <a:lnTo>
                    <a:pt x="54495" y="39497"/>
                  </a:lnTo>
                  <a:lnTo>
                    <a:pt x="54483" y="48780"/>
                  </a:lnTo>
                  <a:lnTo>
                    <a:pt x="60464" y="48780"/>
                  </a:lnTo>
                  <a:lnTo>
                    <a:pt x="66433" y="48780"/>
                  </a:lnTo>
                  <a:lnTo>
                    <a:pt x="66446" y="39497"/>
                  </a:lnTo>
                  <a:close/>
                </a:path>
                <a:path w="438150" h="544829">
                  <a:moveTo>
                    <a:pt x="69748" y="39979"/>
                  </a:moveTo>
                  <a:lnTo>
                    <a:pt x="69164" y="39979"/>
                  </a:lnTo>
                  <a:lnTo>
                    <a:pt x="69164" y="40424"/>
                  </a:lnTo>
                  <a:lnTo>
                    <a:pt x="69456" y="40424"/>
                  </a:lnTo>
                  <a:lnTo>
                    <a:pt x="69748" y="40424"/>
                  </a:lnTo>
                  <a:lnTo>
                    <a:pt x="69748" y="39979"/>
                  </a:lnTo>
                  <a:close/>
                </a:path>
                <a:path w="438150" h="544829">
                  <a:moveTo>
                    <a:pt x="70040" y="70015"/>
                  </a:moveTo>
                  <a:lnTo>
                    <a:pt x="66052" y="69850"/>
                  </a:lnTo>
                  <a:lnTo>
                    <a:pt x="63627" y="69761"/>
                  </a:lnTo>
                  <a:lnTo>
                    <a:pt x="63284" y="71285"/>
                  </a:lnTo>
                  <a:lnTo>
                    <a:pt x="66751" y="75679"/>
                  </a:lnTo>
                  <a:lnTo>
                    <a:pt x="70040" y="70015"/>
                  </a:lnTo>
                  <a:close/>
                </a:path>
                <a:path w="438150" h="544829">
                  <a:moveTo>
                    <a:pt x="84010" y="73317"/>
                  </a:moveTo>
                  <a:lnTo>
                    <a:pt x="83058" y="71970"/>
                  </a:lnTo>
                  <a:lnTo>
                    <a:pt x="77355" y="68668"/>
                  </a:lnTo>
                  <a:lnTo>
                    <a:pt x="72555" y="73418"/>
                  </a:lnTo>
                  <a:lnTo>
                    <a:pt x="75933" y="79184"/>
                  </a:lnTo>
                  <a:lnTo>
                    <a:pt x="77800" y="80010"/>
                  </a:lnTo>
                  <a:lnTo>
                    <a:pt x="82207" y="79489"/>
                  </a:lnTo>
                  <a:lnTo>
                    <a:pt x="83527" y="77482"/>
                  </a:lnTo>
                  <a:lnTo>
                    <a:pt x="83794" y="75133"/>
                  </a:lnTo>
                  <a:lnTo>
                    <a:pt x="84010" y="73317"/>
                  </a:lnTo>
                  <a:close/>
                </a:path>
                <a:path w="438150" h="544829">
                  <a:moveTo>
                    <a:pt x="84594" y="29248"/>
                  </a:moveTo>
                  <a:lnTo>
                    <a:pt x="80098" y="24714"/>
                  </a:lnTo>
                  <a:lnTo>
                    <a:pt x="76733" y="25450"/>
                  </a:lnTo>
                  <a:lnTo>
                    <a:pt x="74079" y="29222"/>
                  </a:lnTo>
                  <a:lnTo>
                    <a:pt x="74002" y="31521"/>
                  </a:lnTo>
                  <a:lnTo>
                    <a:pt x="76428" y="34696"/>
                  </a:lnTo>
                  <a:lnTo>
                    <a:pt x="79171" y="36207"/>
                  </a:lnTo>
                  <a:lnTo>
                    <a:pt x="81597" y="34353"/>
                  </a:lnTo>
                  <a:lnTo>
                    <a:pt x="83045" y="33248"/>
                  </a:lnTo>
                  <a:lnTo>
                    <a:pt x="83350" y="32715"/>
                  </a:lnTo>
                  <a:lnTo>
                    <a:pt x="83718" y="32435"/>
                  </a:lnTo>
                  <a:lnTo>
                    <a:pt x="83921" y="31686"/>
                  </a:lnTo>
                  <a:lnTo>
                    <a:pt x="84023" y="31521"/>
                  </a:lnTo>
                  <a:lnTo>
                    <a:pt x="84061" y="31203"/>
                  </a:lnTo>
                  <a:lnTo>
                    <a:pt x="84594" y="29248"/>
                  </a:lnTo>
                  <a:close/>
                </a:path>
                <a:path w="438150" h="544829">
                  <a:moveTo>
                    <a:pt x="93192" y="52692"/>
                  </a:moveTo>
                  <a:lnTo>
                    <a:pt x="87287" y="48742"/>
                  </a:lnTo>
                  <a:lnTo>
                    <a:pt x="85166" y="52933"/>
                  </a:lnTo>
                  <a:lnTo>
                    <a:pt x="88049" y="53949"/>
                  </a:lnTo>
                  <a:lnTo>
                    <a:pt x="92265" y="55435"/>
                  </a:lnTo>
                  <a:lnTo>
                    <a:pt x="93192" y="52692"/>
                  </a:lnTo>
                  <a:close/>
                </a:path>
                <a:path w="438150" h="544829">
                  <a:moveTo>
                    <a:pt x="109880" y="95631"/>
                  </a:moveTo>
                  <a:lnTo>
                    <a:pt x="97650" y="95631"/>
                  </a:lnTo>
                  <a:lnTo>
                    <a:pt x="97650" y="104952"/>
                  </a:lnTo>
                  <a:lnTo>
                    <a:pt x="90563" y="99936"/>
                  </a:lnTo>
                  <a:lnTo>
                    <a:pt x="85064" y="103759"/>
                  </a:lnTo>
                  <a:lnTo>
                    <a:pt x="85064" y="112725"/>
                  </a:lnTo>
                  <a:lnTo>
                    <a:pt x="90563" y="116535"/>
                  </a:lnTo>
                  <a:lnTo>
                    <a:pt x="94589" y="113703"/>
                  </a:lnTo>
                  <a:lnTo>
                    <a:pt x="98818" y="110705"/>
                  </a:lnTo>
                  <a:lnTo>
                    <a:pt x="98818" y="105778"/>
                  </a:lnTo>
                  <a:lnTo>
                    <a:pt x="97878" y="105117"/>
                  </a:lnTo>
                  <a:lnTo>
                    <a:pt x="103759" y="105117"/>
                  </a:lnTo>
                  <a:lnTo>
                    <a:pt x="109867" y="105117"/>
                  </a:lnTo>
                  <a:lnTo>
                    <a:pt x="109880" y="95631"/>
                  </a:lnTo>
                  <a:close/>
                </a:path>
                <a:path w="438150" h="544829">
                  <a:moveTo>
                    <a:pt x="113055" y="56845"/>
                  </a:moveTo>
                  <a:lnTo>
                    <a:pt x="112458" y="56845"/>
                  </a:lnTo>
                  <a:lnTo>
                    <a:pt x="112458" y="57302"/>
                  </a:lnTo>
                  <a:lnTo>
                    <a:pt x="112763" y="57302"/>
                  </a:lnTo>
                  <a:lnTo>
                    <a:pt x="113055" y="57302"/>
                  </a:lnTo>
                  <a:lnTo>
                    <a:pt x="113055" y="56845"/>
                  </a:lnTo>
                  <a:close/>
                </a:path>
                <a:path w="438150" h="544829">
                  <a:moveTo>
                    <a:pt x="120383" y="65328"/>
                  </a:moveTo>
                  <a:lnTo>
                    <a:pt x="119888" y="64376"/>
                  </a:lnTo>
                  <a:lnTo>
                    <a:pt x="120116" y="61810"/>
                  </a:lnTo>
                  <a:lnTo>
                    <a:pt x="120256" y="60299"/>
                  </a:lnTo>
                  <a:lnTo>
                    <a:pt x="115506" y="59766"/>
                  </a:lnTo>
                  <a:lnTo>
                    <a:pt x="113804" y="62230"/>
                  </a:lnTo>
                  <a:lnTo>
                    <a:pt x="113804" y="62788"/>
                  </a:lnTo>
                  <a:lnTo>
                    <a:pt x="113677" y="63157"/>
                  </a:lnTo>
                  <a:lnTo>
                    <a:pt x="113588" y="62826"/>
                  </a:lnTo>
                  <a:lnTo>
                    <a:pt x="113804" y="62788"/>
                  </a:lnTo>
                  <a:lnTo>
                    <a:pt x="113804" y="62230"/>
                  </a:lnTo>
                  <a:lnTo>
                    <a:pt x="113411" y="62788"/>
                  </a:lnTo>
                  <a:lnTo>
                    <a:pt x="112458" y="63157"/>
                  </a:lnTo>
                  <a:lnTo>
                    <a:pt x="110642" y="65328"/>
                  </a:lnTo>
                  <a:lnTo>
                    <a:pt x="110388" y="67614"/>
                  </a:lnTo>
                  <a:lnTo>
                    <a:pt x="113220" y="70459"/>
                  </a:lnTo>
                  <a:lnTo>
                    <a:pt x="116014" y="70764"/>
                  </a:lnTo>
                  <a:lnTo>
                    <a:pt x="116522" y="70116"/>
                  </a:lnTo>
                  <a:lnTo>
                    <a:pt x="116840" y="69710"/>
                  </a:lnTo>
                  <a:lnTo>
                    <a:pt x="118567" y="69151"/>
                  </a:lnTo>
                  <a:lnTo>
                    <a:pt x="119659" y="66763"/>
                  </a:lnTo>
                  <a:lnTo>
                    <a:pt x="119722" y="66141"/>
                  </a:lnTo>
                  <a:lnTo>
                    <a:pt x="120383" y="65328"/>
                  </a:lnTo>
                  <a:close/>
                </a:path>
                <a:path w="438150" h="544829">
                  <a:moveTo>
                    <a:pt x="128155" y="25476"/>
                  </a:moveTo>
                  <a:lnTo>
                    <a:pt x="124637" y="23025"/>
                  </a:lnTo>
                  <a:lnTo>
                    <a:pt x="123520" y="25717"/>
                  </a:lnTo>
                  <a:lnTo>
                    <a:pt x="123266" y="26352"/>
                  </a:lnTo>
                  <a:lnTo>
                    <a:pt x="123024" y="26860"/>
                  </a:lnTo>
                  <a:lnTo>
                    <a:pt x="122758" y="28460"/>
                  </a:lnTo>
                  <a:lnTo>
                    <a:pt x="123685" y="29451"/>
                  </a:lnTo>
                  <a:lnTo>
                    <a:pt x="125298" y="28422"/>
                  </a:lnTo>
                  <a:lnTo>
                    <a:pt x="125780" y="27927"/>
                  </a:lnTo>
                  <a:lnTo>
                    <a:pt x="128155" y="25476"/>
                  </a:lnTo>
                  <a:close/>
                </a:path>
                <a:path w="438150" h="544829">
                  <a:moveTo>
                    <a:pt x="133858" y="34353"/>
                  </a:moveTo>
                  <a:lnTo>
                    <a:pt x="133273" y="34353"/>
                  </a:lnTo>
                  <a:lnTo>
                    <a:pt x="133273" y="34810"/>
                  </a:lnTo>
                  <a:lnTo>
                    <a:pt x="133565" y="34810"/>
                  </a:lnTo>
                  <a:lnTo>
                    <a:pt x="133858" y="34810"/>
                  </a:lnTo>
                  <a:lnTo>
                    <a:pt x="133858" y="34353"/>
                  </a:lnTo>
                  <a:close/>
                </a:path>
                <a:path w="438150" h="544829">
                  <a:moveTo>
                    <a:pt x="140741" y="54114"/>
                  </a:moveTo>
                  <a:lnTo>
                    <a:pt x="133134" y="54114"/>
                  </a:lnTo>
                  <a:lnTo>
                    <a:pt x="133134" y="60020"/>
                  </a:lnTo>
                  <a:lnTo>
                    <a:pt x="136931" y="60020"/>
                  </a:lnTo>
                  <a:lnTo>
                    <a:pt x="140741" y="60020"/>
                  </a:lnTo>
                  <a:lnTo>
                    <a:pt x="140741" y="54114"/>
                  </a:lnTo>
                  <a:close/>
                </a:path>
                <a:path w="438150" h="544829">
                  <a:moveTo>
                    <a:pt x="143725" y="84099"/>
                  </a:moveTo>
                  <a:lnTo>
                    <a:pt x="138023" y="84099"/>
                  </a:lnTo>
                  <a:lnTo>
                    <a:pt x="138010" y="88531"/>
                  </a:lnTo>
                  <a:lnTo>
                    <a:pt x="140868" y="88531"/>
                  </a:lnTo>
                  <a:lnTo>
                    <a:pt x="143725" y="88531"/>
                  </a:lnTo>
                  <a:lnTo>
                    <a:pt x="143725" y="84099"/>
                  </a:lnTo>
                  <a:close/>
                </a:path>
                <a:path w="438150" h="544829">
                  <a:moveTo>
                    <a:pt x="151193" y="14617"/>
                  </a:moveTo>
                  <a:lnTo>
                    <a:pt x="149694" y="12141"/>
                  </a:lnTo>
                  <a:lnTo>
                    <a:pt x="143611" y="11518"/>
                  </a:lnTo>
                  <a:lnTo>
                    <a:pt x="142176" y="14338"/>
                  </a:lnTo>
                  <a:lnTo>
                    <a:pt x="143903" y="18440"/>
                  </a:lnTo>
                  <a:lnTo>
                    <a:pt x="146608" y="18897"/>
                  </a:lnTo>
                  <a:lnTo>
                    <a:pt x="148285" y="17335"/>
                  </a:lnTo>
                  <a:lnTo>
                    <a:pt x="151193" y="14617"/>
                  </a:lnTo>
                  <a:close/>
                </a:path>
                <a:path w="438150" h="544829">
                  <a:moveTo>
                    <a:pt x="160985" y="26974"/>
                  </a:moveTo>
                  <a:lnTo>
                    <a:pt x="159778" y="25539"/>
                  </a:lnTo>
                  <a:lnTo>
                    <a:pt x="158711" y="24282"/>
                  </a:lnTo>
                  <a:lnTo>
                    <a:pt x="157099" y="24422"/>
                  </a:lnTo>
                  <a:lnTo>
                    <a:pt x="155702" y="24320"/>
                  </a:lnTo>
                  <a:lnTo>
                    <a:pt x="155943" y="24511"/>
                  </a:lnTo>
                  <a:lnTo>
                    <a:pt x="157226" y="25539"/>
                  </a:lnTo>
                  <a:lnTo>
                    <a:pt x="155702" y="24320"/>
                  </a:lnTo>
                  <a:lnTo>
                    <a:pt x="155257" y="24193"/>
                  </a:lnTo>
                  <a:lnTo>
                    <a:pt x="154139" y="23939"/>
                  </a:lnTo>
                  <a:lnTo>
                    <a:pt x="150774" y="25742"/>
                  </a:lnTo>
                  <a:lnTo>
                    <a:pt x="150253" y="27355"/>
                  </a:lnTo>
                  <a:lnTo>
                    <a:pt x="149758" y="31635"/>
                  </a:lnTo>
                  <a:lnTo>
                    <a:pt x="151790" y="33312"/>
                  </a:lnTo>
                  <a:lnTo>
                    <a:pt x="154419" y="34404"/>
                  </a:lnTo>
                  <a:lnTo>
                    <a:pt x="155219" y="34493"/>
                  </a:lnTo>
                  <a:lnTo>
                    <a:pt x="158711" y="34188"/>
                  </a:lnTo>
                  <a:lnTo>
                    <a:pt x="160985" y="32308"/>
                  </a:lnTo>
                  <a:lnTo>
                    <a:pt x="160985" y="26974"/>
                  </a:lnTo>
                  <a:close/>
                </a:path>
                <a:path w="438150" h="544829">
                  <a:moveTo>
                    <a:pt x="171196" y="70269"/>
                  </a:moveTo>
                  <a:lnTo>
                    <a:pt x="168224" y="67271"/>
                  </a:lnTo>
                  <a:lnTo>
                    <a:pt x="167779" y="66827"/>
                  </a:lnTo>
                  <a:lnTo>
                    <a:pt x="167779" y="72390"/>
                  </a:lnTo>
                  <a:lnTo>
                    <a:pt x="167640" y="71323"/>
                  </a:lnTo>
                  <a:lnTo>
                    <a:pt x="167538" y="70573"/>
                  </a:lnTo>
                  <a:lnTo>
                    <a:pt x="167665" y="71539"/>
                  </a:lnTo>
                  <a:lnTo>
                    <a:pt x="167779" y="72390"/>
                  </a:lnTo>
                  <a:lnTo>
                    <a:pt x="167779" y="66827"/>
                  </a:lnTo>
                  <a:lnTo>
                    <a:pt x="165061" y="64071"/>
                  </a:lnTo>
                  <a:lnTo>
                    <a:pt x="160261" y="69748"/>
                  </a:lnTo>
                  <a:lnTo>
                    <a:pt x="160032" y="71539"/>
                  </a:lnTo>
                  <a:lnTo>
                    <a:pt x="161810" y="75171"/>
                  </a:lnTo>
                  <a:lnTo>
                    <a:pt x="163779" y="75742"/>
                  </a:lnTo>
                  <a:lnTo>
                    <a:pt x="169062" y="74498"/>
                  </a:lnTo>
                  <a:lnTo>
                    <a:pt x="169113" y="73710"/>
                  </a:lnTo>
                  <a:lnTo>
                    <a:pt x="169252" y="71869"/>
                  </a:lnTo>
                  <a:lnTo>
                    <a:pt x="171196" y="70269"/>
                  </a:lnTo>
                  <a:close/>
                </a:path>
                <a:path w="438150" h="544829">
                  <a:moveTo>
                    <a:pt x="176123" y="35521"/>
                  </a:moveTo>
                  <a:lnTo>
                    <a:pt x="174129" y="32397"/>
                  </a:lnTo>
                  <a:lnTo>
                    <a:pt x="168503" y="30848"/>
                  </a:lnTo>
                  <a:lnTo>
                    <a:pt x="165760" y="32651"/>
                  </a:lnTo>
                  <a:lnTo>
                    <a:pt x="165696" y="32816"/>
                  </a:lnTo>
                  <a:lnTo>
                    <a:pt x="165455" y="32880"/>
                  </a:lnTo>
                  <a:lnTo>
                    <a:pt x="163626" y="37198"/>
                  </a:lnTo>
                  <a:lnTo>
                    <a:pt x="164033" y="39954"/>
                  </a:lnTo>
                  <a:lnTo>
                    <a:pt x="170027" y="43853"/>
                  </a:lnTo>
                  <a:lnTo>
                    <a:pt x="174015" y="41783"/>
                  </a:lnTo>
                  <a:lnTo>
                    <a:pt x="176123" y="35521"/>
                  </a:lnTo>
                  <a:close/>
                </a:path>
                <a:path w="438150" h="544829">
                  <a:moveTo>
                    <a:pt x="183337" y="69773"/>
                  </a:moveTo>
                  <a:lnTo>
                    <a:pt x="182753" y="69773"/>
                  </a:lnTo>
                  <a:lnTo>
                    <a:pt x="182753" y="70231"/>
                  </a:lnTo>
                  <a:lnTo>
                    <a:pt x="183045" y="70231"/>
                  </a:lnTo>
                  <a:lnTo>
                    <a:pt x="183337" y="70231"/>
                  </a:lnTo>
                  <a:lnTo>
                    <a:pt x="183337" y="69773"/>
                  </a:lnTo>
                  <a:close/>
                </a:path>
                <a:path w="438150" h="544829">
                  <a:moveTo>
                    <a:pt x="186207" y="10820"/>
                  </a:moveTo>
                  <a:lnTo>
                    <a:pt x="174269" y="10820"/>
                  </a:lnTo>
                  <a:lnTo>
                    <a:pt x="174256" y="15011"/>
                  </a:lnTo>
                  <a:lnTo>
                    <a:pt x="171602" y="15011"/>
                  </a:lnTo>
                  <a:lnTo>
                    <a:pt x="171602" y="24917"/>
                  </a:lnTo>
                  <a:lnTo>
                    <a:pt x="177977" y="24917"/>
                  </a:lnTo>
                  <a:lnTo>
                    <a:pt x="184365" y="24917"/>
                  </a:lnTo>
                  <a:lnTo>
                    <a:pt x="184365" y="20104"/>
                  </a:lnTo>
                  <a:lnTo>
                    <a:pt x="186207" y="20104"/>
                  </a:lnTo>
                  <a:lnTo>
                    <a:pt x="186207" y="10820"/>
                  </a:lnTo>
                  <a:close/>
                </a:path>
                <a:path w="438150" h="544829">
                  <a:moveTo>
                    <a:pt x="191693" y="46558"/>
                  </a:moveTo>
                  <a:lnTo>
                    <a:pt x="189636" y="44475"/>
                  </a:lnTo>
                  <a:lnTo>
                    <a:pt x="179603" y="49314"/>
                  </a:lnTo>
                  <a:lnTo>
                    <a:pt x="186855" y="56616"/>
                  </a:lnTo>
                  <a:lnTo>
                    <a:pt x="189331" y="51460"/>
                  </a:lnTo>
                  <a:lnTo>
                    <a:pt x="191693" y="46558"/>
                  </a:lnTo>
                  <a:close/>
                </a:path>
                <a:path w="438150" h="544829">
                  <a:moveTo>
                    <a:pt x="194017" y="7366"/>
                  </a:moveTo>
                  <a:lnTo>
                    <a:pt x="193433" y="7366"/>
                  </a:lnTo>
                  <a:lnTo>
                    <a:pt x="193433" y="7810"/>
                  </a:lnTo>
                  <a:lnTo>
                    <a:pt x="193725" y="7810"/>
                  </a:lnTo>
                  <a:lnTo>
                    <a:pt x="194017" y="7810"/>
                  </a:lnTo>
                  <a:lnTo>
                    <a:pt x="194017" y="7366"/>
                  </a:lnTo>
                  <a:close/>
                </a:path>
                <a:path w="438150" h="544829">
                  <a:moveTo>
                    <a:pt x="203784" y="21082"/>
                  </a:moveTo>
                  <a:lnTo>
                    <a:pt x="199428" y="21082"/>
                  </a:lnTo>
                  <a:lnTo>
                    <a:pt x="199428" y="24460"/>
                  </a:lnTo>
                  <a:lnTo>
                    <a:pt x="201599" y="24460"/>
                  </a:lnTo>
                  <a:lnTo>
                    <a:pt x="203771" y="24460"/>
                  </a:lnTo>
                  <a:lnTo>
                    <a:pt x="203784" y="21082"/>
                  </a:lnTo>
                  <a:close/>
                </a:path>
                <a:path w="438150" h="544829">
                  <a:moveTo>
                    <a:pt x="213245" y="11798"/>
                  </a:moveTo>
                  <a:lnTo>
                    <a:pt x="213131" y="11607"/>
                  </a:lnTo>
                  <a:lnTo>
                    <a:pt x="212191" y="10871"/>
                  </a:lnTo>
                  <a:lnTo>
                    <a:pt x="208254" y="7785"/>
                  </a:lnTo>
                  <a:lnTo>
                    <a:pt x="204089" y="11607"/>
                  </a:lnTo>
                  <a:lnTo>
                    <a:pt x="203847" y="11976"/>
                  </a:lnTo>
                  <a:lnTo>
                    <a:pt x="203720" y="12103"/>
                  </a:lnTo>
                  <a:lnTo>
                    <a:pt x="203644" y="12268"/>
                  </a:lnTo>
                  <a:lnTo>
                    <a:pt x="203517" y="12547"/>
                  </a:lnTo>
                  <a:lnTo>
                    <a:pt x="203238" y="13182"/>
                  </a:lnTo>
                  <a:lnTo>
                    <a:pt x="203250" y="9309"/>
                  </a:lnTo>
                  <a:lnTo>
                    <a:pt x="193217" y="9309"/>
                  </a:lnTo>
                  <a:lnTo>
                    <a:pt x="193205" y="17119"/>
                  </a:lnTo>
                  <a:lnTo>
                    <a:pt x="198221" y="17119"/>
                  </a:lnTo>
                  <a:lnTo>
                    <a:pt x="203238" y="17119"/>
                  </a:lnTo>
                  <a:lnTo>
                    <a:pt x="203238" y="15328"/>
                  </a:lnTo>
                  <a:lnTo>
                    <a:pt x="204216" y="17335"/>
                  </a:lnTo>
                  <a:lnTo>
                    <a:pt x="205828" y="18313"/>
                  </a:lnTo>
                  <a:lnTo>
                    <a:pt x="208876" y="17957"/>
                  </a:lnTo>
                  <a:lnTo>
                    <a:pt x="210261" y="17449"/>
                  </a:lnTo>
                  <a:lnTo>
                    <a:pt x="213245" y="11798"/>
                  </a:lnTo>
                  <a:close/>
                </a:path>
                <a:path w="438150" h="544829">
                  <a:moveTo>
                    <a:pt x="215392" y="10744"/>
                  </a:moveTo>
                  <a:lnTo>
                    <a:pt x="214807" y="10744"/>
                  </a:lnTo>
                  <a:lnTo>
                    <a:pt x="214807" y="11188"/>
                  </a:lnTo>
                  <a:lnTo>
                    <a:pt x="215099" y="11188"/>
                  </a:lnTo>
                  <a:lnTo>
                    <a:pt x="215392" y="11188"/>
                  </a:lnTo>
                  <a:lnTo>
                    <a:pt x="215392" y="10744"/>
                  </a:lnTo>
                  <a:close/>
                </a:path>
                <a:path w="438150" h="544829">
                  <a:moveTo>
                    <a:pt x="218046" y="43027"/>
                  </a:moveTo>
                  <a:lnTo>
                    <a:pt x="209143" y="44094"/>
                  </a:lnTo>
                  <a:lnTo>
                    <a:pt x="211759" y="49187"/>
                  </a:lnTo>
                  <a:lnTo>
                    <a:pt x="213448" y="52451"/>
                  </a:lnTo>
                  <a:lnTo>
                    <a:pt x="217157" y="50711"/>
                  </a:lnTo>
                  <a:lnTo>
                    <a:pt x="218046" y="43027"/>
                  </a:lnTo>
                  <a:close/>
                </a:path>
                <a:path w="438150" h="544829">
                  <a:moveTo>
                    <a:pt x="234454" y="36817"/>
                  </a:moveTo>
                  <a:lnTo>
                    <a:pt x="232537" y="34899"/>
                  </a:lnTo>
                  <a:lnTo>
                    <a:pt x="224396" y="36360"/>
                  </a:lnTo>
                  <a:lnTo>
                    <a:pt x="223570" y="41186"/>
                  </a:lnTo>
                  <a:lnTo>
                    <a:pt x="228168" y="45783"/>
                  </a:lnTo>
                  <a:lnTo>
                    <a:pt x="232994" y="44970"/>
                  </a:lnTo>
                  <a:lnTo>
                    <a:pt x="233629" y="41440"/>
                  </a:lnTo>
                  <a:lnTo>
                    <a:pt x="234454" y="36817"/>
                  </a:lnTo>
                  <a:close/>
                </a:path>
                <a:path w="438150" h="544829">
                  <a:moveTo>
                    <a:pt x="237959" y="13881"/>
                  </a:moveTo>
                  <a:lnTo>
                    <a:pt x="237083" y="8775"/>
                  </a:lnTo>
                  <a:lnTo>
                    <a:pt x="236766" y="6959"/>
                  </a:lnTo>
                  <a:lnTo>
                    <a:pt x="230263" y="7632"/>
                  </a:lnTo>
                  <a:lnTo>
                    <a:pt x="229793" y="7150"/>
                  </a:lnTo>
                  <a:lnTo>
                    <a:pt x="227520" y="7480"/>
                  </a:lnTo>
                  <a:lnTo>
                    <a:pt x="224980" y="9486"/>
                  </a:lnTo>
                  <a:lnTo>
                    <a:pt x="224370" y="10591"/>
                  </a:lnTo>
                  <a:lnTo>
                    <a:pt x="223291" y="15328"/>
                  </a:lnTo>
                  <a:lnTo>
                    <a:pt x="226529" y="19253"/>
                  </a:lnTo>
                  <a:lnTo>
                    <a:pt x="231863" y="17551"/>
                  </a:lnTo>
                  <a:lnTo>
                    <a:pt x="234315" y="16103"/>
                  </a:lnTo>
                  <a:lnTo>
                    <a:pt x="237959" y="13881"/>
                  </a:lnTo>
                  <a:close/>
                </a:path>
                <a:path w="438150" h="544829">
                  <a:moveTo>
                    <a:pt x="250367" y="44615"/>
                  </a:moveTo>
                  <a:lnTo>
                    <a:pt x="250075" y="41376"/>
                  </a:lnTo>
                  <a:lnTo>
                    <a:pt x="249910" y="39585"/>
                  </a:lnTo>
                  <a:lnTo>
                    <a:pt x="247332" y="39306"/>
                  </a:lnTo>
                  <a:lnTo>
                    <a:pt x="246113" y="37592"/>
                  </a:lnTo>
                  <a:lnTo>
                    <a:pt x="241808" y="42913"/>
                  </a:lnTo>
                  <a:lnTo>
                    <a:pt x="247319" y="45783"/>
                  </a:lnTo>
                  <a:lnTo>
                    <a:pt x="250367" y="44615"/>
                  </a:lnTo>
                  <a:close/>
                </a:path>
                <a:path w="438150" h="544829">
                  <a:moveTo>
                    <a:pt x="252717" y="38544"/>
                  </a:moveTo>
                  <a:lnTo>
                    <a:pt x="252463" y="37172"/>
                  </a:lnTo>
                  <a:lnTo>
                    <a:pt x="252399" y="36817"/>
                  </a:lnTo>
                  <a:lnTo>
                    <a:pt x="252349" y="36639"/>
                  </a:lnTo>
                  <a:lnTo>
                    <a:pt x="252222" y="35928"/>
                  </a:lnTo>
                  <a:lnTo>
                    <a:pt x="251066" y="35928"/>
                  </a:lnTo>
                  <a:lnTo>
                    <a:pt x="250837" y="37172"/>
                  </a:lnTo>
                  <a:lnTo>
                    <a:pt x="250571" y="38531"/>
                  </a:lnTo>
                  <a:lnTo>
                    <a:pt x="252717" y="38544"/>
                  </a:lnTo>
                  <a:close/>
                </a:path>
                <a:path w="438150" h="544829">
                  <a:moveTo>
                    <a:pt x="254571" y="25120"/>
                  </a:moveTo>
                  <a:lnTo>
                    <a:pt x="249643" y="19278"/>
                  </a:lnTo>
                  <a:lnTo>
                    <a:pt x="244144" y="25615"/>
                  </a:lnTo>
                  <a:lnTo>
                    <a:pt x="246913" y="29819"/>
                  </a:lnTo>
                  <a:lnTo>
                    <a:pt x="250024" y="27914"/>
                  </a:lnTo>
                  <a:lnTo>
                    <a:pt x="254571" y="25120"/>
                  </a:lnTo>
                  <a:close/>
                </a:path>
                <a:path w="438150" h="544829">
                  <a:moveTo>
                    <a:pt x="257022" y="15290"/>
                  </a:moveTo>
                  <a:lnTo>
                    <a:pt x="255790" y="13462"/>
                  </a:lnTo>
                  <a:lnTo>
                    <a:pt x="254279" y="11239"/>
                  </a:lnTo>
                  <a:lnTo>
                    <a:pt x="252387" y="11239"/>
                  </a:lnTo>
                  <a:lnTo>
                    <a:pt x="249631" y="15290"/>
                  </a:lnTo>
                  <a:lnTo>
                    <a:pt x="251282" y="17741"/>
                  </a:lnTo>
                  <a:lnTo>
                    <a:pt x="255384" y="17741"/>
                  </a:lnTo>
                  <a:lnTo>
                    <a:pt x="257022" y="15290"/>
                  </a:lnTo>
                  <a:close/>
                </a:path>
                <a:path w="438150" h="544829">
                  <a:moveTo>
                    <a:pt x="258762" y="0"/>
                  </a:moveTo>
                  <a:lnTo>
                    <a:pt x="247904" y="0"/>
                  </a:lnTo>
                  <a:lnTo>
                    <a:pt x="247904" y="8432"/>
                  </a:lnTo>
                  <a:lnTo>
                    <a:pt x="253326" y="8432"/>
                  </a:lnTo>
                  <a:lnTo>
                    <a:pt x="258762" y="8432"/>
                  </a:lnTo>
                  <a:lnTo>
                    <a:pt x="258762" y="0"/>
                  </a:lnTo>
                  <a:close/>
                </a:path>
                <a:path w="438150" h="544829">
                  <a:moveTo>
                    <a:pt x="287134" y="404888"/>
                  </a:moveTo>
                  <a:lnTo>
                    <a:pt x="286461" y="403910"/>
                  </a:lnTo>
                  <a:lnTo>
                    <a:pt x="284581" y="402856"/>
                  </a:lnTo>
                  <a:lnTo>
                    <a:pt x="283679" y="402894"/>
                  </a:lnTo>
                  <a:lnTo>
                    <a:pt x="277393" y="404075"/>
                  </a:lnTo>
                  <a:lnTo>
                    <a:pt x="281368" y="412724"/>
                  </a:lnTo>
                  <a:lnTo>
                    <a:pt x="285635" y="408660"/>
                  </a:lnTo>
                  <a:lnTo>
                    <a:pt x="286575" y="407784"/>
                  </a:lnTo>
                  <a:lnTo>
                    <a:pt x="286867" y="406996"/>
                  </a:lnTo>
                  <a:lnTo>
                    <a:pt x="287134" y="404888"/>
                  </a:lnTo>
                  <a:close/>
                </a:path>
                <a:path w="438150" h="544829">
                  <a:moveTo>
                    <a:pt x="288874" y="422567"/>
                  </a:moveTo>
                  <a:lnTo>
                    <a:pt x="286918" y="421957"/>
                  </a:lnTo>
                  <a:lnTo>
                    <a:pt x="286105" y="423049"/>
                  </a:lnTo>
                  <a:lnTo>
                    <a:pt x="285864" y="423392"/>
                  </a:lnTo>
                  <a:lnTo>
                    <a:pt x="285369" y="424065"/>
                  </a:lnTo>
                  <a:lnTo>
                    <a:pt x="284175" y="425716"/>
                  </a:lnTo>
                  <a:lnTo>
                    <a:pt x="287401" y="427393"/>
                  </a:lnTo>
                  <a:lnTo>
                    <a:pt x="288074" y="425208"/>
                  </a:lnTo>
                  <a:lnTo>
                    <a:pt x="288188" y="424815"/>
                  </a:lnTo>
                  <a:lnTo>
                    <a:pt x="288315" y="424421"/>
                  </a:lnTo>
                  <a:lnTo>
                    <a:pt x="288429" y="424027"/>
                  </a:lnTo>
                  <a:lnTo>
                    <a:pt x="288874" y="422567"/>
                  </a:lnTo>
                  <a:close/>
                </a:path>
                <a:path w="438150" h="544829">
                  <a:moveTo>
                    <a:pt x="297865" y="389115"/>
                  </a:moveTo>
                  <a:lnTo>
                    <a:pt x="297078" y="385927"/>
                  </a:lnTo>
                  <a:lnTo>
                    <a:pt x="291122" y="386295"/>
                  </a:lnTo>
                  <a:lnTo>
                    <a:pt x="289509" y="388442"/>
                  </a:lnTo>
                  <a:lnTo>
                    <a:pt x="291261" y="392582"/>
                  </a:lnTo>
                  <a:lnTo>
                    <a:pt x="294170" y="393446"/>
                  </a:lnTo>
                  <a:lnTo>
                    <a:pt x="295681" y="391680"/>
                  </a:lnTo>
                  <a:lnTo>
                    <a:pt x="297865" y="389115"/>
                  </a:lnTo>
                  <a:close/>
                </a:path>
                <a:path w="438150" h="544829">
                  <a:moveTo>
                    <a:pt x="299745" y="365683"/>
                  </a:moveTo>
                  <a:lnTo>
                    <a:pt x="299529" y="365353"/>
                  </a:lnTo>
                  <a:lnTo>
                    <a:pt x="298526" y="364998"/>
                  </a:lnTo>
                  <a:lnTo>
                    <a:pt x="299745" y="365683"/>
                  </a:lnTo>
                  <a:close/>
                </a:path>
                <a:path w="438150" h="544829">
                  <a:moveTo>
                    <a:pt x="300621" y="366179"/>
                  </a:moveTo>
                  <a:lnTo>
                    <a:pt x="299745" y="365683"/>
                  </a:lnTo>
                  <a:lnTo>
                    <a:pt x="298704" y="365112"/>
                  </a:lnTo>
                  <a:lnTo>
                    <a:pt x="298704" y="366979"/>
                  </a:lnTo>
                  <a:lnTo>
                    <a:pt x="298665" y="367284"/>
                  </a:lnTo>
                  <a:lnTo>
                    <a:pt x="298704" y="366979"/>
                  </a:lnTo>
                  <a:lnTo>
                    <a:pt x="298704" y="365112"/>
                  </a:lnTo>
                  <a:lnTo>
                    <a:pt x="298513" y="364998"/>
                  </a:lnTo>
                  <a:lnTo>
                    <a:pt x="297141" y="364223"/>
                  </a:lnTo>
                  <a:lnTo>
                    <a:pt x="297027" y="364464"/>
                  </a:lnTo>
                  <a:lnTo>
                    <a:pt x="296265" y="364197"/>
                  </a:lnTo>
                  <a:lnTo>
                    <a:pt x="294640" y="364998"/>
                  </a:lnTo>
                  <a:lnTo>
                    <a:pt x="292531" y="368122"/>
                  </a:lnTo>
                  <a:lnTo>
                    <a:pt x="293725" y="370319"/>
                  </a:lnTo>
                  <a:lnTo>
                    <a:pt x="294716" y="370636"/>
                  </a:lnTo>
                  <a:lnTo>
                    <a:pt x="295402" y="370865"/>
                  </a:lnTo>
                  <a:lnTo>
                    <a:pt x="295960" y="371055"/>
                  </a:lnTo>
                  <a:lnTo>
                    <a:pt x="296900" y="371233"/>
                  </a:lnTo>
                  <a:lnTo>
                    <a:pt x="297548" y="371182"/>
                  </a:lnTo>
                  <a:lnTo>
                    <a:pt x="298818" y="370713"/>
                  </a:lnTo>
                  <a:lnTo>
                    <a:pt x="299224" y="370560"/>
                  </a:lnTo>
                  <a:lnTo>
                    <a:pt x="299999" y="369747"/>
                  </a:lnTo>
                  <a:lnTo>
                    <a:pt x="300380" y="367614"/>
                  </a:lnTo>
                  <a:lnTo>
                    <a:pt x="300507" y="367284"/>
                  </a:lnTo>
                  <a:lnTo>
                    <a:pt x="300507" y="366814"/>
                  </a:lnTo>
                  <a:lnTo>
                    <a:pt x="300621" y="366179"/>
                  </a:lnTo>
                  <a:close/>
                </a:path>
                <a:path w="438150" h="544829">
                  <a:moveTo>
                    <a:pt x="308305" y="373418"/>
                  </a:moveTo>
                  <a:lnTo>
                    <a:pt x="307721" y="373418"/>
                  </a:lnTo>
                  <a:lnTo>
                    <a:pt x="307721" y="373875"/>
                  </a:lnTo>
                  <a:lnTo>
                    <a:pt x="308013" y="373875"/>
                  </a:lnTo>
                  <a:lnTo>
                    <a:pt x="308305" y="373875"/>
                  </a:lnTo>
                  <a:lnTo>
                    <a:pt x="308305" y="373418"/>
                  </a:lnTo>
                  <a:close/>
                </a:path>
                <a:path w="438150" h="544829">
                  <a:moveTo>
                    <a:pt x="311035" y="437515"/>
                  </a:moveTo>
                  <a:lnTo>
                    <a:pt x="309435" y="437921"/>
                  </a:lnTo>
                  <a:lnTo>
                    <a:pt x="309257" y="437972"/>
                  </a:lnTo>
                  <a:lnTo>
                    <a:pt x="309092" y="438023"/>
                  </a:lnTo>
                  <a:lnTo>
                    <a:pt x="308914" y="438061"/>
                  </a:lnTo>
                  <a:lnTo>
                    <a:pt x="308114" y="438277"/>
                  </a:lnTo>
                  <a:lnTo>
                    <a:pt x="308114" y="439470"/>
                  </a:lnTo>
                  <a:lnTo>
                    <a:pt x="308914" y="439686"/>
                  </a:lnTo>
                  <a:lnTo>
                    <a:pt x="309092" y="439737"/>
                  </a:lnTo>
                  <a:lnTo>
                    <a:pt x="309435" y="439826"/>
                  </a:lnTo>
                  <a:lnTo>
                    <a:pt x="311023" y="440232"/>
                  </a:lnTo>
                  <a:lnTo>
                    <a:pt x="311035" y="437515"/>
                  </a:lnTo>
                  <a:close/>
                </a:path>
                <a:path w="438150" h="544829">
                  <a:moveTo>
                    <a:pt x="314426" y="393458"/>
                  </a:moveTo>
                  <a:lnTo>
                    <a:pt x="306108" y="393458"/>
                  </a:lnTo>
                  <a:lnTo>
                    <a:pt x="306095" y="399935"/>
                  </a:lnTo>
                  <a:lnTo>
                    <a:pt x="310261" y="399935"/>
                  </a:lnTo>
                  <a:lnTo>
                    <a:pt x="314413" y="399935"/>
                  </a:lnTo>
                  <a:lnTo>
                    <a:pt x="314426" y="393458"/>
                  </a:lnTo>
                  <a:close/>
                </a:path>
                <a:path w="438150" h="544829">
                  <a:moveTo>
                    <a:pt x="319354" y="344246"/>
                  </a:moveTo>
                  <a:lnTo>
                    <a:pt x="313283" y="343382"/>
                  </a:lnTo>
                  <a:lnTo>
                    <a:pt x="313283" y="347218"/>
                  </a:lnTo>
                  <a:lnTo>
                    <a:pt x="313283" y="350113"/>
                  </a:lnTo>
                  <a:lnTo>
                    <a:pt x="317639" y="350774"/>
                  </a:lnTo>
                  <a:lnTo>
                    <a:pt x="319354" y="344246"/>
                  </a:lnTo>
                  <a:close/>
                </a:path>
                <a:path w="438150" h="544829">
                  <a:moveTo>
                    <a:pt x="320141" y="361403"/>
                  </a:moveTo>
                  <a:lnTo>
                    <a:pt x="319976" y="360172"/>
                  </a:lnTo>
                  <a:lnTo>
                    <a:pt x="319874" y="359435"/>
                  </a:lnTo>
                  <a:lnTo>
                    <a:pt x="319747" y="358965"/>
                  </a:lnTo>
                  <a:lnTo>
                    <a:pt x="318503" y="356514"/>
                  </a:lnTo>
                  <a:lnTo>
                    <a:pt x="315836" y="358063"/>
                  </a:lnTo>
                  <a:lnTo>
                    <a:pt x="316738" y="359841"/>
                  </a:lnTo>
                  <a:lnTo>
                    <a:pt x="317042" y="360438"/>
                  </a:lnTo>
                  <a:lnTo>
                    <a:pt x="317207" y="360667"/>
                  </a:lnTo>
                  <a:lnTo>
                    <a:pt x="318439" y="361823"/>
                  </a:lnTo>
                  <a:lnTo>
                    <a:pt x="320141" y="361403"/>
                  </a:lnTo>
                  <a:close/>
                </a:path>
                <a:path w="438150" h="544829">
                  <a:moveTo>
                    <a:pt x="328180" y="415823"/>
                  </a:moveTo>
                  <a:lnTo>
                    <a:pt x="323837" y="415823"/>
                  </a:lnTo>
                  <a:lnTo>
                    <a:pt x="323824" y="419188"/>
                  </a:lnTo>
                  <a:lnTo>
                    <a:pt x="326009" y="419188"/>
                  </a:lnTo>
                  <a:lnTo>
                    <a:pt x="328168" y="419188"/>
                  </a:lnTo>
                  <a:lnTo>
                    <a:pt x="328180" y="415823"/>
                  </a:lnTo>
                  <a:close/>
                </a:path>
                <a:path w="438150" h="544829">
                  <a:moveTo>
                    <a:pt x="338188" y="377520"/>
                  </a:moveTo>
                  <a:lnTo>
                    <a:pt x="337921" y="377393"/>
                  </a:lnTo>
                  <a:lnTo>
                    <a:pt x="337172" y="377012"/>
                  </a:lnTo>
                  <a:lnTo>
                    <a:pt x="336804" y="376821"/>
                  </a:lnTo>
                  <a:lnTo>
                    <a:pt x="336550" y="376707"/>
                  </a:lnTo>
                  <a:lnTo>
                    <a:pt x="336321" y="377088"/>
                  </a:lnTo>
                  <a:lnTo>
                    <a:pt x="336575" y="377215"/>
                  </a:lnTo>
                  <a:lnTo>
                    <a:pt x="337324" y="377596"/>
                  </a:lnTo>
                  <a:lnTo>
                    <a:pt x="337693" y="377786"/>
                  </a:lnTo>
                  <a:lnTo>
                    <a:pt x="337959" y="377901"/>
                  </a:lnTo>
                  <a:lnTo>
                    <a:pt x="338188" y="377520"/>
                  </a:lnTo>
                  <a:close/>
                </a:path>
                <a:path w="438150" h="544829">
                  <a:moveTo>
                    <a:pt x="342468" y="419265"/>
                  </a:moveTo>
                  <a:lnTo>
                    <a:pt x="335407" y="419265"/>
                  </a:lnTo>
                  <a:lnTo>
                    <a:pt x="335394" y="424751"/>
                  </a:lnTo>
                  <a:lnTo>
                    <a:pt x="338937" y="424751"/>
                  </a:lnTo>
                  <a:lnTo>
                    <a:pt x="342468" y="424751"/>
                  </a:lnTo>
                  <a:lnTo>
                    <a:pt x="342468" y="419265"/>
                  </a:lnTo>
                  <a:close/>
                </a:path>
                <a:path w="438150" h="544829">
                  <a:moveTo>
                    <a:pt x="346837" y="321297"/>
                  </a:moveTo>
                  <a:close/>
                </a:path>
                <a:path w="438150" h="544829">
                  <a:moveTo>
                    <a:pt x="349592" y="505472"/>
                  </a:moveTo>
                  <a:lnTo>
                    <a:pt x="347878" y="504240"/>
                  </a:lnTo>
                  <a:lnTo>
                    <a:pt x="346329" y="506133"/>
                  </a:lnTo>
                  <a:lnTo>
                    <a:pt x="345795" y="506857"/>
                  </a:lnTo>
                  <a:lnTo>
                    <a:pt x="344398" y="509676"/>
                  </a:lnTo>
                  <a:lnTo>
                    <a:pt x="347281" y="511403"/>
                  </a:lnTo>
                  <a:lnTo>
                    <a:pt x="348272" y="509447"/>
                  </a:lnTo>
                  <a:lnTo>
                    <a:pt x="348716" y="508546"/>
                  </a:lnTo>
                  <a:lnTo>
                    <a:pt x="349034" y="507695"/>
                  </a:lnTo>
                  <a:lnTo>
                    <a:pt x="349592" y="505472"/>
                  </a:lnTo>
                  <a:close/>
                </a:path>
                <a:path w="438150" h="544829">
                  <a:moveTo>
                    <a:pt x="353415" y="319671"/>
                  </a:moveTo>
                  <a:lnTo>
                    <a:pt x="350469" y="315468"/>
                  </a:lnTo>
                  <a:lnTo>
                    <a:pt x="349173" y="313613"/>
                  </a:lnTo>
                  <a:lnTo>
                    <a:pt x="345998" y="313804"/>
                  </a:lnTo>
                  <a:lnTo>
                    <a:pt x="345998" y="319455"/>
                  </a:lnTo>
                  <a:lnTo>
                    <a:pt x="345871" y="319671"/>
                  </a:lnTo>
                  <a:lnTo>
                    <a:pt x="345808" y="319544"/>
                  </a:lnTo>
                  <a:lnTo>
                    <a:pt x="345998" y="319455"/>
                  </a:lnTo>
                  <a:lnTo>
                    <a:pt x="345998" y="313804"/>
                  </a:lnTo>
                  <a:lnTo>
                    <a:pt x="344932" y="313855"/>
                  </a:lnTo>
                  <a:lnTo>
                    <a:pt x="343611" y="318376"/>
                  </a:lnTo>
                  <a:lnTo>
                    <a:pt x="343916" y="319544"/>
                  </a:lnTo>
                  <a:lnTo>
                    <a:pt x="345363" y="320954"/>
                  </a:lnTo>
                  <a:lnTo>
                    <a:pt x="346735" y="321271"/>
                  </a:lnTo>
                  <a:lnTo>
                    <a:pt x="347726" y="323088"/>
                  </a:lnTo>
                  <a:lnTo>
                    <a:pt x="350697" y="321310"/>
                  </a:lnTo>
                  <a:lnTo>
                    <a:pt x="353415" y="319671"/>
                  </a:lnTo>
                  <a:close/>
                </a:path>
                <a:path w="438150" h="544829">
                  <a:moveTo>
                    <a:pt x="353910" y="350240"/>
                  </a:moveTo>
                  <a:lnTo>
                    <a:pt x="352742" y="349008"/>
                  </a:lnTo>
                  <a:lnTo>
                    <a:pt x="350659" y="349402"/>
                  </a:lnTo>
                  <a:lnTo>
                    <a:pt x="350088" y="349783"/>
                  </a:lnTo>
                  <a:lnTo>
                    <a:pt x="347129" y="351612"/>
                  </a:lnTo>
                  <a:lnTo>
                    <a:pt x="349427" y="354761"/>
                  </a:lnTo>
                  <a:lnTo>
                    <a:pt x="351548" y="353110"/>
                  </a:lnTo>
                  <a:lnTo>
                    <a:pt x="352247" y="352564"/>
                  </a:lnTo>
                  <a:lnTo>
                    <a:pt x="352742" y="352171"/>
                  </a:lnTo>
                  <a:lnTo>
                    <a:pt x="353199" y="351409"/>
                  </a:lnTo>
                  <a:lnTo>
                    <a:pt x="353910" y="350240"/>
                  </a:lnTo>
                  <a:close/>
                </a:path>
                <a:path w="438150" h="544829">
                  <a:moveTo>
                    <a:pt x="357378" y="473557"/>
                  </a:moveTo>
                  <a:lnTo>
                    <a:pt x="356984" y="469150"/>
                  </a:lnTo>
                  <a:lnTo>
                    <a:pt x="355155" y="467741"/>
                  </a:lnTo>
                  <a:lnTo>
                    <a:pt x="351332" y="470103"/>
                  </a:lnTo>
                  <a:lnTo>
                    <a:pt x="350443" y="471271"/>
                  </a:lnTo>
                  <a:lnTo>
                    <a:pt x="350926" y="475284"/>
                  </a:lnTo>
                  <a:lnTo>
                    <a:pt x="352945" y="476846"/>
                  </a:lnTo>
                  <a:lnTo>
                    <a:pt x="355015" y="475665"/>
                  </a:lnTo>
                  <a:lnTo>
                    <a:pt x="356577" y="474776"/>
                  </a:lnTo>
                  <a:lnTo>
                    <a:pt x="357378" y="473557"/>
                  </a:lnTo>
                  <a:close/>
                </a:path>
                <a:path w="438150" h="544829">
                  <a:moveTo>
                    <a:pt x="363842" y="378739"/>
                  </a:moveTo>
                  <a:lnTo>
                    <a:pt x="363321" y="377431"/>
                  </a:lnTo>
                  <a:lnTo>
                    <a:pt x="361950" y="377113"/>
                  </a:lnTo>
                  <a:lnTo>
                    <a:pt x="361632" y="377037"/>
                  </a:lnTo>
                  <a:lnTo>
                    <a:pt x="360934" y="376656"/>
                  </a:lnTo>
                  <a:lnTo>
                    <a:pt x="361353" y="377113"/>
                  </a:lnTo>
                  <a:lnTo>
                    <a:pt x="358470" y="374002"/>
                  </a:lnTo>
                  <a:lnTo>
                    <a:pt x="353961" y="379577"/>
                  </a:lnTo>
                  <a:lnTo>
                    <a:pt x="359791" y="382905"/>
                  </a:lnTo>
                  <a:lnTo>
                    <a:pt x="363118" y="382651"/>
                  </a:lnTo>
                  <a:lnTo>
                    <a:pt x="363842" y="378739"/>
                  </a:lnTo>
                  <a:close/>
                </a:path>
                <a:path w="438150" h="544829">
                  <a:moveTo>
                    <a:pt x="373697" y="340664"/>
                  </a:moveTo>
                  <a:lnTo>
                    <a:pt x="373049" y="340017"/>
                  </a:lnTo>
                  <a:lnTo>
                    <a:pt x="372224" y="340296"/>
                  </a:lnTo>
                  <a:lnTo>
                    <a:pt x="371805" y="340448"/>
                  </a:lnTo>
                  <a:lnTo>
                    <a:pt x="369443" y="341249"/>
                  </a:lnTo>
                  <a:lnTo>
                    <a:pt x="372465" y="344271"/>
                  </a:lnTo>
                  <a:lnTo>
                    <a:pt x="373265" y="341909"/>
                  </a:lnTo>
                  <a:lnTo>
                    <a:pt x="373481" y="341249"/>
                  </a:lnTo>
                  <a:lnTo>
                    <a:pt x="373697" y="340664"/>
                  </a:lnTo>
                  <a:close/>
                </a:path>
                <a:path w="438150" h="544829">
                  <a:moveTo>
                    <a:pt x="374459" y="308394"/>
                  </a:moveTo>
                  <a:lnTo>
                    <a:pt x="373240" y="304939"/>
                  </a:lnTo>
                  <a:lnTo>
                    <a:pt x="373697" y="303123"/>
                  </a:lnTo>
                  <a:lnTo>
                    <a:pt x="372745" y="301739"/>
                  </a:lnTo>
                  <a:lnTo>
                    <a:pt x="369633" y="300545"/>
                  </a:lnTo>
                  <a:lnTo>
                    <a:pt x="367982" y="301218"/>
                  </a:lnTo>
                  <a:lnTo>
                    <a:pt x="365810" y="304025"/>
                  </a:lnTo>
                  <a:lnTo>
                    <a:pt x="366115" y="305790"/>
                  </a:lnTo>
                  <a:lnTo>
                    <a:pt x="368554" y="310857"/>
                  </a:lnTo>
                  <a:lnTo>
                    <a:pt x="374459" y="308394"/>
                  </a:lnTo>
                  <a:close/>
                </a:path>
                <a:path w="438150" h="544829">
                  <a:moveTo>
                    <a:pt x="377647" y="542886"/>
                  </a:moveTo>
                  <a:lnTo>
                    <a:pt x="375513" y="540727"/>
                  </a:lnTo>
                  <a:lnTo>
                    <a:pt x="374497" y="542328"/>
                  </a:lnTo>
                  <a:lnTo>
                    <a:pt x="373583" y="543788"/>
                  </a:lnTo>
                  <a:lnTo>
                    <a:pt x="374599" y="544804"/>
                  </a:lnTo>
                  <a:lnTo>
                    <a:pt x="377647" y="542886"/>
                  </a:lnTo>
                  <a:close/>
                </a:path>
                <a:path w="438150" h="544829">
                  <a:moveTo>
                    <a:pt x="377901" y="527291"/>
                  </a:moveTo>
                  <a:lnTo>
                    <a:pt x="377507" y="525780"/>
                  </a:lnTo>
                  <a:lnTo>
                    <a:pt x="377469" y="525602"/>
                  </a:lnTo>
                  <a:lnTo>
                    <a:pt x="377418" y="525437"/>
                  </a:lnTo>
                  <a:lnTo>
                    <a:pt x="377380" y="525259"/>
                  </a:lnTo>
                  <a:lnTo>
                    <a:pt x="377177" y="524510"/>
                  </a:lnTo>
                  <a:lnTo>
                    <a:pt x="376047" y="524510"/>
                  </a:lnTo>
                  <a:lnTo>
                    <a:pt x="375843" y="525259"/>
                  </a:lnTo>
                  <a:lnTo>
                    <a:pt x="375767" y="525602"/>
                  </a:lnTo>
                  <a:lnTo>
                    <a:pt x="375716" y="525780"/>
                  </a:lnTo>
                  <a:lnTo>
                    <a:pt x="375335" y="527278"/>
                  </a:lnTo>
                  <a:lnTo>
                    <a:pt x="377901" y="527291"/>
                  </a:lnTo>
                  <a:close/>
                </a:path>
                <a:path w="438150" h="544829">
                  <a:moveTo>
                    <a:pt x="381635" y="291833"/>
                  </a:moveTo>
                  <a:lnTo>
                    <a:pt x="379463" y="291833"/>
                  </a:lnTo>
                  <a:lnTo>
                    <a:pt x="379463" y="293522"/>
                  </a:lnTo>
                  <a:lnTo>
                    <a:pt x="380555" y="293522"/>
                  </a:lnTo>
                  <a:lnTo>
                    <a:pt x="381635" y="293522"/>
                  </a:lnTo>
                  <a:lnTo>
                    <a:pt x="381635" y="291833"/>
                  </a:lnTo>
                  <a:close/>
                </a:path>
                <a:path w="438150" h="544829">
                  <a:moveTo>
                    <a:pt x="381723" y="432447"/>
                  </a:moveTo>
                  <a:lnTo>
                    <a:pt x="376161" y="427024"/>
                  </a:lnTo>
                  <a:lnTo>
                    <a:pt x="371932" y="432587"/>
                  </a:lnTo>
                  <a:lnTo>
                    <a:pt x="375691" y="434670"/>
                  </a:lnTo>
                  <a:lnTo>
                    <a:pt x="378561" y="436270"/>
                  </a:lnTo>
                  <a:lnTo>
                    <a:pt x="381723" y="432447"/>
                  </a:lnTo>
                  <a:close/>
                </a:path>
                <a:path w="438150" h="544829">
                  <a:moveTo>
                    <a:pt x="383387" y="488188"/>
                  </a:moveTo>
                  <a:lnTo>
                    <a:pt x="378091" y="486943"/>
                  </a:lnTo>
                  <a:lnTo>
                    <a:pt x="373989" y="485965"/>
                  </a:lnTo>
                  <a:lnTo>
                    <a:pt x="370370" y="488518"/>
                  </a:lnTo>
                  <a:lnTo>
                    <a:pt x="370370" y="496049"/>
                  </a:lnTo>
                  <a:lnTo>
                    <a:pt x="373989" y="498627"/>
                  </a:lnTo>
                  <a:lnTo>
                    <a:pt x="383374" y="496392"/>
                  </a:lnTo>
                  <a:lnTo>
                    <a:pt x="383387" y="488188"/>
                  </a:lnTo>
                  <a:close/>
                </a:path>
                <a:path w="438150" h="544829">
                  <a:moveTo>
                    <a:pt x="385089" y="467118"/>
                  </a:moveTo>
                  <a:lnTo>
                    <a:pt x="377266" y="464146"/>
                  </a:lnTo>
                  <a:lnTo>
                    <a:pt x="377240" y="473227"/>
                  </a:lnTo>
                  <a:lnTo>
                    <a:pt x="381876" y="471449"/>
                  </a:lnTo>
                  <a:lnTo>
                    <a:pt x="385076" y="470242"/>
                  </a:lnTo>
                  <a:lnTo>
                    <a:pt x="385089" y="467118"/>
                  </a:lnTo>
                  <a:close/>
                </a:path>
                <a:path w="438150" h="544829">
                  <a:moveTo>
                    <a:pt x="386486" y="385521"/>
                  </a:moveTo>
                  <a:lnTo>
                    <a:pt x="384365" y="380466"/>
                  </a:lnTo>
                  <a:lnTo>
                    <a:pt x="380695" y="379310"/>
                  </a:lnTo>
                  <a:lnTo>
                    <a:pt x="378866" y="381546"/>
                  </a:lnTo>
                  <a:lnTo>
                    <a:pt x="376580" y="384340"/>
                  </a:lnTo>
                  <a:lnTo>
                    <a:pt x="377609" y="388581"/>
                  </a:lnTo>
                  <a:lnTo>
                    <a:pt x="384517" y="388264"/>
                  </a:lnTo>
                  <a:lnTo>
                    <a:pt x="386486" y="385521"/>
                  </a:lnTo>
                  <a:close/>
                </a:path>
                <a:path w="438150" h="544829">
                  <a:moveTo>
                    <a:pt x="387591" y="481380"/>
                  </a:moveTo>
                  <a:lnTo>
                    <a:pt x="387007" y="481380"/>
                  </a:lnTo>
                  <a:lnTo>
                    <a:pt x="387007" y="481838"/>
                  </a:lnTo>
                  <a:lnTo>
                    <a:pt x="387299" y="481838"/>
                  </a:lnTo>
                  <a:lnTo>
                    <a:pt x="387591" y="481838"/>
                  </a:lnTo>
                  <a:lnTo>
                    <a:pt x="387591" y="481380"/>
                  </a:lnTo>
                  <a:close/>
                </a:path>
                <a:path w="438150" h="544829">
                  <a:moveTo>
                    <a:pt x="392264" y="487375"/>
                  </a:moveTo>
                  <a:lnTo>
                    <a:pt x="390334" y="485190"/>
                  </a:lnTo>
                  <a:lnTo>
                    <a:pt x="388213" y="486219"/>
                  </a:lnTo>
                  <a:lnTo>
                    <a:pt x="388213" y="489369"/>
                  </a:lnTo>
                  <a:lnTo>
                    <a:pt x="390334" y="490397"/>
                  </a:lnTo>
                  <a:lnTo>
                    <a:pt x="391452" y="489140"/>
                  </a:lnTo>
                  <a:lnTo>
                    <a:pt x="392264" y="488213"/>
                  </a:lnTo>
                  <a:lnTo>
                    <a:pt x="392264" y="487375"/>
                  </a:lnTo>
                  <a:close/>
                </a:path>
                <a:path w="438150" h="544829">
                  <a:moveTo>
                    <a:pt x="400799" y="259791"/>
                  </a:moveTo>
                  <a:lnTo>
                    <a:pt x="398335" y="258787"/>
                  </a:lnTo>
                  <a:lnTo>
                    <a:pt x="396951" y="260159"/>
                  </a:lnTo>
                  <a:lnTo>
                    <a:pt x="395579" y="261543"/>
                  </a:lnTo>
                  <a:lnTo>
                    <a:pt x="396582" y="263994"/>
                  </a:lnTo>
                  <a:lnTo>
                    <a:pt x="398538" y="263994"/>
                  </a:lnTo>
                  <a:lnTo>
                    <a:pt x="400024" y="263994"/>
                  </a:lnTo>
                  <a:lnTo>
                    <a:pt x="400799" y="263220"/>
                  </a:lnTo>
                  <a:lnTo>
                    <a:pt x="400799" y="259791"/>
                  </a:lnTo>
                  <a:close/>
                </a:path>
                <a:path w="438150" h="544829">
                  <a:moveTo>
                    <a:pt x="407644" y="472541"/>
                  </a:moveTo>
                  <a:lnTo>
                    <a:pt x="397332" y="472541"/>
                  </a:lnTo>
                  <a:lnTo>
                    <a:pt x="397319" y="480555"/>
                  </a:lnTo>
                  <a:lnTo>
                    <a:pt x="402475" y="480555"/>
                  </a:lnTo>
                  <a:lnTo>
                    <a:pt x="407631" y="480555"/>
                  </a:lnTo>
                  <a:lnTo>
                    <a:pt x="407644" y="472541"/>
                  </a:lnTo>
                  <a:close/>
                </a:path>
                <a:path w="438150" h="544829">
                  <a:moveTo>
                    <a:pt x="437667" y="230327"/>
                  </a:moveTo>
                  <a:lnTo>
                    <a:pt x="429158" y="230327"/>
                  </a:lnTo>
                  <a:lnTo>
                    <a:pt x="429145" y="236943"/>
                  </a:lnTo>
                  <a:lnTo>
                    <a:pt x="433400" y="236943"/>
                  </a:lnTo>
                  <a:lnTo>
                    <a:pt x="437654" y="236943"/>
                  </a:lnTo>
                  <a:lnTo>
                    <a:pt x="437667" y="2303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2303145" y="7731473"/>
              <a:ext cx="245110" cy="376555"/>
            </a:xfrm>
            <a:custGeom>
              <a:avLst/>
              <a:gdLst/>
              <a:ahLst/>
              <a:cxnLst/>
              <a:rect l="l" t="t" r="r" b="b"/>
              <a:pathLst>
                <a:path w="245110" h="376554">
                  <a:moveTo>
                    <a:pt x="7137" y="367055"/>
                  </a:moveTo>
                  <a:lnTo>
                    <a:pt x="0" y="367538"/>
                  </a:lnTo>
                  <a:lnTo>
                    <a:pt x="1041" y="371538"/>
                  </a:lnTo>
                  <a:lnTo>
                    <a:pt x="355" y="374281"/>
                  </a:lnTo>
                  <a:lnTo>
                    <a:pt x="4406" y="375831"/>
                  </a:lnTo>
                  <a:lnTo>
                    <a:pt x="6616" y="372579"/>
                  </a:lnTo>
                  <a:lnTo>
                    <a:pt x="6731" y="371919"/>
                  </a:lnTo>
                  <a:lnTo>
                    <a:pt x="7137" y="367055"/>
                  </a:lnTo>
                  <a:close/>
                </a:path>
                <a:path w="245110" h="376554">
                  <a:moveTo>
                    <a:pt x="20104" y="326136"/>
                  </a:moveTo>
                  <a:lnTo>
                    <a:pt x="15938" y="326136"/>
                  </a:lnTo>
                  <a:lnTo>
                    <a:pt x="15938" y="329374"/>
                  </a:lnTo>
                  <a:lnTo>
                    <a:pt x="18021" y="329374"/>
                  </a:lnTo>
                  <a:lnTo>
                    <a:pt x="20104" y="329374"/>
                  </a:lnTo>
                  <a:lnTo>
                    <a:pt x="20104" y="326136"/>
                  </a:lnTo>
                  <a:close/>
                </a:path>
                <a:path w="245110" h="376554">
                  <a:moveTo>
                    <a:pt x="25069" y="304469"/>
                  </a:moveTo>
                  <a:lnTo>
                    <a:pt x="24472" y="304469"/>
                  </a:lnTo>
                  <a:lnTo>
                    <a:pt x="24472" y="304927"/>
                  </a:lnTo>
                  <a:lnTo>
                    <a:pt x="24777" y="304927"/>
                  </a:lnTo>
                  <a:lnTo>
                    <a:pt x="25069" y="304927"/>
                  </a:lnTo>
                  <a:lnTo>
                    <a:pt x="25069" y="304469"/>
                  </a:lnTo>
                  <a:close/>
                </a:path>
                <a:path w="245110" h="376554">
                  <a:moveTo>
                    <a:pt x="32512" y="309118"/>
                  </a:moveTo>
                  <a:lnTo>
                    <a:pt x="32169" y="308762"/>
                  </a:lnTo>
                  <a:lnTo>
                    <a:pt x="31877" y="308991"/>
                  </a:lnTo>
                  <a:lnTo>
                    <a:pt x="31470" y="309346"/>
                  </a:lnTo>
                  <a:lnTo>
                    <a:pt x="31064" y="309676"/>
                  </a:lnTo>
                  <a:lnTo>
                    <a:pt x="30365" y="310261"/>
                  </a:lnTo>
                  <a:lnTo>
                    <a:pt x="30238" y="310375"/>
                  </a:lnTo>
                  <a:lnTo>
                    <a:pt x="30911" y="311035"/>
                  </a:lnTo>
                  <a:lnTo>
                    <a:pt x="31254" y="310616"/>
                  </a:lnTo>
                  <a:lnTo>
                    <a:pt x="31597" y="310210"/>
                  </a:lnTo>
                  <a:lnTo>
                    <a:pt x="31940" y="309803"/>
                  </a:lnTo>
                  <a:lnTo>
                    <a:pt x="32512" y="309118"/>
                  </a:lnTo>
                  <a:close/>
                </a:path>
                <a:path w="245110" h="376554">
                  <a:moveTo>
                    <a:pt x="33667" y="274104"/>
                  </a:moveTo>
                  <a:lnTo>
                    <a:pt x="32258" y="272211"/>
                  </a:lnTo>
                  <a:lnTo>
                    <a:pt x="29845" y="272262"/>
                  </a:lnTo>
                  <a:lnTo>
                    <a:pt x="29641" y="275844"/>
                  </a:lnTo>
                  <a:lnTo>
                    <a:pt x="31940" y="276313"/>
                  </a:lnTo>
                  <a:lnTo>
                    <a:pt x="32562" y="274853"/>
                  </a:lnTo>
                  <a:lnTo>
                    <a:pt x="31546" y="274650"/>
                  </a:lnTo>
                  <a:lnTo>
                    <a:pt x="31407" y="274510"/>
                  </a:lnTo>
                  <a:lnTo>
                    <a:pt x="32080" y="274294"/>
                  </a:lnTo>
                  <a:lnTo>
                    <a:pt x="32486" y="274739"/>
                  </a:lnTo>
                  <a:lnTo>
                    <a:pt x="32626" y="274853"/>
                  </a:lnTo>
                  <a:lnTo>
                    <a:pt x="32816" y="274713"/>
                  </a:lnTo>
                  <a:lnTo>
                    <a:pt x="33388" y="274294"/>
                  </a:lnTo>
                  <a:lnTo>
                    <a:pt x="33667" y="274104"/>
                  </a:lnTo>
                  <a:close/>
                </a:path>
                <a:path w="245110" h="376554">
                  <a:moveTo>
                    <a:pt x="35115" y="264172"/>
                  </a:moveTo>
                  <a:lnTo>
                    <a:pt x="34188" y="263639"/>
                  </a:lnTo>
                  <a:lnTo>
                    <a:pt x="32816" y="262851"/>
                  </a:lnTo>
                  <a:lnTo>
                    <a:pt x="32245" y="263906"/>
                  </a:lnTo>
                  <a:lnTo>
                    <a:pt x="32893" y="264185"/>
                  </a:lnTo>
                  <a:lnTo>
                    <a:pt x="34061" y="264693"/>
                  </a:lnTo>
                  <a:lnTo>
                    <a:pt x="34620" y="264947"/>
                  </a:lnTo>
                  <a:lnTo>
                    <a:pt x="35115" y="264172"/>
                  </a:lnTo>
                  <a:close/>
                </a:path>
                <a:path w="245110" h="376554">
                  <a:moveTo>
                    <a:pt x="35839" y="365823"/>
                  </a:moveTo>
                  <a:lnTo>
                    <a:pt x="32588" y="363918"/>
                  </a:lnTo>
                  <a:lnTo>
                    <a:pt x="29286" y="369735"/>
                  </a:lnTo>
                  <a:lnTo>
                    <a:pt x="35064" y="371563"/>
                  </a:lnTo>
                  <a:lnTo>
                    <a:pt x="35509" y="368312"/>
                  </a:lnTo>
                  <a:lnTo>
                    <a:pt x="35839" y="365823"/>
                  </a:lnTo>
                  <a:close/>
                </a:path>
                <a:path w="245110" h="376554">
                  <a:moveTo>
                    <a:pt x="39738" y="356933"/>
                  </a:moveTo>
                  <a:lnTo>
                    <a:pt x="32308" y="356933"/>
                  </a:lnTo>
                  <a:lnTo>
                    <a:pt x="32296" y="362686"/>
                  </a:lnTo>
                  <a:lnTo>
                    <a:pt x="36017" y="362686"/>
                  </a:lnTo>
                  <a:lnTo>
                    <a:pt x="39725" y="362686"/>
                  </a:lnTo>
                  <a:lnTo>
                    <a:pt x="39738" y="356933"/>
                  </a:lnTo>
                  <a:close/>
                </a:path>
                <a:path w="245110" h="376554">
                  <a:moveTo>
                    <a:pt x="43383" y="343471"/>
                  </a:moveTo>
                  <a:lnTo>
                    <a:pt x="37896" y="340309"/>
                  </a:lnTo>
                  <a:lnTo>
                    <a:pt x="34823" y="344690"/>
                  </a:lnTo>
                  <a:lnTo>
                    <a:pt x="31584" y="344779"/>
                  </a:lnTo>
                  <a:lnTo>
                    <a:pt x="34315" y="352628"/>
                  </a:lnTo>
                  <a:lnTo>
                    <a:pt x="39433" y="349186"/>
                  </a:lnTo>
                  <a:lnTo>
                    <a:pt x="40157" y="348068"/>
                  </a:lnTo>
                  <a:lnTo>
                    <a:pt x="41059" y="346773"/>
                  </a:lnTo>
                  <a:lnTo>
                    <a:pt x="42595" y="344589"/>
                  </a:lnTo>
                  <a:lnTo>
                    <a:pt x="43383" y="343471"/>
                  </a:lnTo>
                  <a:close/>
                </a:path>
                <a:path w="245110" h="376554">
                  <a:moveTo>
                    <a:pt x="48653" y="233908"/>
                  </a:moveTo>
                  <a:lnTo>
                    <a:pt x="48056" y="233426"/>
                  </a:lnTo>
                  <a:lnTo>
                    <a:pt x="46799" y="232435"/>
                  </a:lnTo>
                  <a:lnTo>
                    <a:pt x="45085" y="232892"/>
                  </a:lnTo>
                  <a:lnTo>
                    <a:pt x="45085" y="235927"/>
                  </a:lnTo>
                  <a:lnTo>
                    <a:pt x="46799" y="236385"/>
                  </a:lnTo>
                  <a:lnTo>
                    <a:pt x="47840" y="235559"/>
                  </a:lnTo>
                  <a:lnTo>
                    <a:pt x="48653" y="234911"/>
                  </a:lnTo>
                  <a:lnTo>
                    <a:pt x="48653" y="233908"/>
                  </a:lnTo>
                  <a:close/>
                </a:path>
                <a:path w="245110" h="376554">
                  <a:moveTo>
                    <a:pt x="55308" y="318350"/>
                  </a:moveTo>
                  <a:lnTo>
                    <a:pt x="43903" y="318350"/>
                  </a:lnTo>
                  <a:lnTo>
                    <a:pt x="43903" y="327215"/>
                  </a:lnTo>
                  <a:lnTo>
                    <a:pt x="49606" y="327215"/>
                  </a:lnTo>
                  <a:lnTo>
                    <a:pt x="55295" y="327215"/>
                  </a:lnTo>
                  <a:lnTo>
                    <a:pt x="55308" y="318350"/>
                  </a:lnTo>
                  <a:close/>
                </a:path>
                <a:path w="245110" h="376554">
                  <a:moveTo>
                    <a:pt x="57010" y="356235"/>
                  </a:moveTo>
                  <a:lnTo>
                    <a:pt x="56718" y="354342"/>
                  </a:lnTo>
                  <a:lnTo>
                    <a:pt x="55499" y="354685"/>
                  </a:lnTo>
                  <a:lnTo>
                    <a:pt x="55626" y="355485"/>
                  </a:lnTo>
                  <a:lnTo>
                    <a:pt x="55321" y="356666"/>
                  </a:lnTo>
                  <a:lnTo>
                    <a:pt x="55168" y="357251"/>
                  </a:lnTo>
                  <a:lnTo>
                    <a:pt x="54698" y="357924"/>
                  </a:lnTo>
                  <a:lnTo>
                    <a:pt x="55791" y="358546"/>
                  </a:lnTo>
                  <a:lnTo>
                    <a:pt x="56261" y="357886"/>
                  </a:lnTo>
                  <a:lnTo>
                    <a:pt x="56896" y="356971"/>
                  </a:lnTo>
                  <a:lnTo>
                    <a:pt x="57010" y="356235"/>
                  </a:lnTo>
                  <a:close/>
                </a:path>
                <a:path w="245110" h="376554">
                  <a:moveTo>
                    <a:pt x="62941" y="282816"/>
                  </a:moveTo>
                  <a:lnTo>
                    <a:pt x="60706" y="280581"/>
                  </a:lnTo>
                  <a:lnTo>
                    <a:pt x="59791" y="282206"/>
                  </a:lnTo>
                  <a:lnTo>
                    <a:pt x="59410" y="282867"/>
                  </a:lnTo>
                  <a:lnTo>
                    <a:pt x="58953" y="283667"/>
                  </a:lnTo>
                  <a:lnTo>
                    <a:pt x="59855" y="284581"/>
                  </a:lnTo>
                  <a:lnTo>
                    <a:pt x="60871" y="283997"/>
                  </a:lnTo>
                  <a:lnTo>
                    <a:pt x="61328" y="283743"/>
                  </a:lnTo>
                  <a:lnTo>
                    <a:pt x="62941" y="282816"/>
                  </a:lnTo>
                  <a:close/>
                </a:path>
                <a:path w="245110" h="376554">
                  <a:moveTo>
                    <a:pt x="63995" y="203403"/>
                  </a:moveTo>
                  <a:lnTo>
                    <a:pt x="63652" y="203047"/>
                  </a:lnTo>
                  <a:lnTo>
                    <a:pt x="63169" y="203454"/>
                  </a:lnTo>
                  <a:lnTo>
                    <a:pt x="62966" y="203631"/>
                  </a:lnTo>
                  <a:lnTo>
                    <a:pt x="62763" y="203809"/>
                  </a:lnTo>
                  <a:lnTo>
                    <a:pt x="62407" y="204089"/>
                  </a:lnTo>
                  <a:lnTo>
                    <a:pt x="62966" y="204647"/>
                  </a:lnTo>
                  <a:lnTo>
                    <a:pt x="63258" y="204292"/>
                  </a:lnTo>
                  <a:lnTo>
                    <a:pt x="63423" y="204089"/>
                  </a:lnTo>
                  <a:lnTo>
                    <a:pt x="63601" y="203885"/>
                  </a:lnTo>
                  <a:lnTo>
                    <a:pt x="63766" y="203695"/>
                  </a:lnTo>
                  <a:lnTo>
                    <a:pt x="63995" y="203403"/>
                  </a:lnTo>
                  <a:close/>
                </a:path>
                <a:path w="245110" h="376554">
                  <a:moveTo>
                    <a:pt x="65646" y="287413"/>
                  </a:moveTo>
                  <a:lnTo>
                    <a:pt x="55867" y="287413"/>
                  </a:lnTo>
                  <a:lnTo>
                    <a:pt x="55867" y="294995"/>
                  </a:lnTo>
                  <a:lnTo>
                    <a:pt x="60756" y="294995"/>
                  </a:lnTo>
                  <a:lnTo>
                    <a:pt x="65633" y="294995"/>
                  </a:lnTo>
                  <a:lnTo>
                    <a:pt x="65646" y="287413"/>
                  </a:lnTo>
                  <a:close/>
                </a:path>
                <a:path w="245110" h="376554">
                  <a:moveTo>
                    <a:pt x="66649" y="367855"/>
                  </a:moveTo>
                  <a:lnTo>
                    <a:pt x="60566" y="363575"/>
                  </a:lnTo>
                  <a:lnTo>
                    <a:pt x="58724" y="367017"/>
                  </a:lnTo>
                  <a:lnTo>
                    <a:pt x="58267" y="367195"/>
                  </a:lnTo>
                  <a:lnTo>
                    <a:pt x="57277" y="368452"/>
                  </a:lnTo>
                  <a:lnTo>
                    <a:pt x="57912" y="372402"/>
                  </a:lnTo>
                  <a:lnTo>
                    <a:pt x="60032" y="373113"/>
                  </a:lnTo>
                  <a:lnTo>
                    <a:pt x="62395" y="372694"/>
                  </a:lnTo>
                  <a:lnTo>
                    <a:pt x="63068" y="372313"/>
                  </a:lnTo>
                  <a:lnTo>
                    <a:pt x="66649" y="367855"/>
                  </a:lnTo>
                  <a:close/>
                </a:path>
                <a:path w="245110" h="376554">
                  <a:moveTo>
                    <a:pt x="69329" y="312877"/>
                  </a:moveTo>
                  <a:lnTo>
                    <a:pt x="68859" y="307746"/>
                  </a:lnTo>
                  <a:lnTo>
                    <a:pt x="60680" y="307848"/>
                  </a:lnTo>
                  <a:lnTo>
                    <a:pt x="61760" y="315201"/>
                  </a:lnTo>
                  <a:lnTo>
                    <a:pt x="66078" y="313867"/>
                  </a:lnTo>
                  <a:lnTo>
                    <a:pt x="69329" y="312877"/>
                  </a:lnTo>
                  <a:close/>
                </a:path>
                <a:path w="245110" h="376554">
                  <a:moveTo>
                    <a:pt x="75653" y="234835"/>
                  </a:moveTo>
                  <a:lnTo>
                    <a:pt x="74358" y="233184"/>
                  </a:lnTo>
                  <a:lnTo>
                    <a:pt x="74256" y="232816"/>
                  </a:lnTo>
                  <a:lnTo>
                    <a:pt x="73748" y="231152"/>
                  </a:lnTo>
                  <a:lnTo>
                    <a:pt x="71386" y="231152"/>
                  </a:lnTo>
                  <a:lnTo>
                    <a:pt x="70866" y="232816"/>
                  </a:lnTo>
                  <a:lnTo>
                    <a:pt x="70777" y="233184"/>
                  </a:lnTo>
                  <a:lnTo>
                    <a:pt x="69481" y="234835"/>
                  </a:lnTo>
                  <a:lnTo>
                    <a:pt x="70192" y="237515"/>
                  </a:lnTo>
                  <a:lnTo>
                    <a:pt x="74930" y="237515"/>
                  </a:lnTo>
                  <a:lnTo>
                    <a:pt x="75653" y="234835"/>
                  </a:lnTo>
                  <a:close/>
                </a:path>
                <a:path w="245110" h="376554">
                  <a:moveTo>
                    <a:pt x="76619" y="261747"/>
                  </a:moveTo>
                  <a:lnTo>
                    <a:pt x="67386" y="261747"/>
                  </a:lnTo>
                  <a:lnTo>
                    <a:pt x="67386" y="268922"/>
                  </a:lnTo>
                  <a:lnTo>
                    <a:pt x="72009" y="268922"/>
                  </a:lnTo>
                  <a:lnTo>
                    <a:pt x="76619" y="268922"/>
                  </a:lnTo>
                  <a:lnTo>
                    <a:pt x="76619" y="261747"/>
                  </a:lnTo>
                  <a:close/>
                </a:path>
                <a:path w="245110" h="376554">
                  <a:moveTo>
                    <a:pt x="76923" y="197726"/>
                  </a:moveTo>
                  <a:lnTo>
                    <a:pt x="69329" y="197726"/>
                  </a:lnTo>
                  <a:lnTo>
                    <a:pt x="69329" y="203631"/>
                  </a:lnTo>
                  <a:lnTo>
                    <a:pt x="73126" y="203631"/>
                  </a:lnTo>
                  <a:lnTo>
                    <a:pt x="76923" y="203631"/>
                  </a:lnTo>
                  <a:lnTo>
                    <a:pt x="76923" y="197726"/>
                  </a:lnTo>
                  <a:close/>
                </a:path>
                <a:path w="245110" h="376554">
                  <a:moveTo>
                    <a:pt x="81521" y="331838"/>
                  </a:moveTo>
                  <a:lnTo>
                    <a:pt x="80264" y="330555"/>
                  </a:lnTo>
                  <a:lnTo>
                    <a:pt x="77647" y="332244"/>
                  </a:lnTo>
                  <a:lnTo>
                    <a:pt x="76174" y="333248"/>
                  </a:lnTo>
                  <a:lnTo>
                    <a:pt x="71729" y="334772"/>
                  </a:lnTo>
                  <a:lnTo>
                    <a:pt x="73418" y="338709"/>
                  </a:lnTo>
                  <a:lnTo>
                    <a:pt x="75806" y="337350"/>
                  </a:lnTo>
                  <a:lnTo>
                    <a:pt x="77787" y="336219"/>
                  </a:lnTo>
                  <a:lnTo>
                    <a:pt x="79654" y="334784"/>
                  </a:lnTo>
                  <a:lnTo>
                    <a:pt x="81521" y="331838"/>
                  </a:lnTo>
                  <a:close/>
                </a:path>
                <a:path w="245110" h="376554">
                  <a:moveTo>
                    <a:pt x="89014" y="303720"/>
                  </a:moveTo>
                  <a:lnTo>
                    <a:pt x="86487" y="303720"/>
                  </a:lnTo>
                  <a:lnTo>
                    <a:pt x="86487" y="305689"/>
                  </a:lnTo>
                  <a:lnTo>
                    <a:pt x="87744" y="305689"/>
                  </a:lnTo>
                  <a:lnTo>
                    <a:pt x="89014" y="305689"/>
                  </a:lnTo>
                  <a:lnTo>
                    <a:pt x="89014" y="303720"/>
                  </a:lnTo>
                  <a:close/>
                </a:path>
                <a:path w="245110" h="376554">
                  <a:moveTo>
                    <a:pt x="91528" y="286677"/>
                  </a:moveTo>
                  <a:lnTo>
                    <a:pt x="82842" y="286677"/>
                  </a:lnTo>
                  <a:lnTo>
                    <a:pt x="82842" y="293420"/>
                  </a:lnTo>
                  <a:lnTo>
                    <a:pt x="87185" y="293420"/>
                  </a:lnTo>
                  <a:lnTo>
                    <a:pt x="91528" y="293420"/>
                  </a:lnTo>
                  <a:lnTo>
                    <a:pt x="91528" y="286677"/>
                  </a:lnTo>
                  <a:close/>
                </a:path>
                <a:path w="245110" h="376554">
                  <a:moveTo>
                    <a:pt x="98704" y="274548"/>
                  </a:moveTo>
                  <a:lnTo>
                    <a:pt x="98425" y="272542"/>
                  </a:lnTo>
                  <a:lnTo>
                    <a:pt x="97155" y="272288"/>
                  </a:lnTo>
                  <a:lnTo>
                    <a:pt x="96697" y="272224"/>
                  </a:lnTo>
                  <a:lnTo>
                    <a:pt x="96367" y="271970"/>
                  </a:lnTo>
                  <a:lnTo>
                    <a:pt x="96177" y="271551"/>
                  </a:lnTo>
                  <a:lnTo>
                    <a:pt x="96100" y="268935"/>
                  </a:lnTo>
                  <a:lnTo>
                    <a:pt x="92024" y="268922"/>
                  </a:lnTo>
                  <a:lnTo>
                    <a:pt x="92100" y="271551"/>
                  </a:lnTo>
                  <a:lnTo>
                    <a:pt x="92202" y="274561"/>
                  </a:lnTo>
                  <a:lnTo>
                    <a:pt x="94729" y="276453"/>
                  </a:lnTo>
                  <a:lnTo>
                    <a:pt x="98704" y="274548"/>
                  </a:lnTo>
                  <a:close/>
                </a:path>
                <a:path w="245110" h="376554">
                  <a:moveTo>
                    <a:pt x="103708" y="373900"/>
                  </a:moveTo>
                  <a:lnTo>
                    <a:pt x="103136" y="373189"/>
                  </a:lnTo>
                  <a:lnTo>
                    <a:pt x="102641" y="372554"/>
                  </a:lnTo>
                  <a:lnTo>
                    <a:pt x="101638" y="372770"/>
                  </a:lnTo>
                  <a:lnTo>
                    <a:pt x="101320" y="373354"/>
                  </a:lnTo>
                  <a:lnTo>
                    <a:pt x="100952" y="374053"/>
                  </a:lnTo>
                  <a:lnTo>
                    <a:pt x="100571" y="374243"/>
                  </a:lnTo>
                  <a:lnTo>
                    <a:pt x="101307" y="375818"/>
                  </a:lnTo>
                  <a:lnTo>
                    <a:pt x="102514" y="375996"/>
                  </a:lnTo>
                  <a:lnTo>
                    <a:pt x="103035" y="375373"/>
                  </a:lnTo>
                  <a:lnTo>
                    <a:pt x="103162" y="375208"/>
                  </a:lnTo>
                  <a:lnTo>
                    <a:pt x="103708" y="374535"/>
                  </a:lnTo>
                  <a:lnTo>
                    <a:pt x="103708" y="373900"/>
                  </a:lnTo>
                  <a:close/>
                </a:path>
                <a:path w="245110" h="376554">
                  <a:moveTo>
                    <a:pt x="107175" y="311797"/>
                  </a:moveTo>
                  <a:lnTo>
                    <a:pt x="107162" y="311188"/>
                  </a:lnTo>
                  <a:lnTo>
                    <a:pt x="106807" y="309003"/>
                  </a:lnTo>
                  <a:lnTo>
                    <a:pt x="105143" y="308648"/>
                  </a:lnTo>
                  <a:lnTo>
                    <a:pt x="103530" y="309460"/>
                  </a:lnTo>
                  <a:lnTo>
                    <a:pt x="103225" y="309714"/>
                  </a:lnTo>
                  <a:lnTo>
                    <a:pt x="102819" y="310235"/>
                  </a:lnTo>
                  <a:lnTo>
                    <a:pt x="100228" y="313575"/>
                  </a:lnTo>
                  <a:lnTo>
                    <a:pt x="105867" y="316280"/>
                  </a:lnTo>
                  <a:lnTo>
                    <a:pt x="106934" y="312635"/>
                  </a:lnTo>
                  <a:lnTo>
                    <a:pt x="107175" y="311797"/>
                  </a:lnTo>
                  <a:close/>
                </a:path>
                <a:path w="245110" h="376554">
                  <a:moveTo>
                    <a:pt x="110959" y="346964"/>
                  </a:moveTo>
                  <a:lnTo>
                    <a:pt x="108127" y="346621"/>
                  </a:lnTo>
                  <a:lnTo>
                    <a:pt x="108127" y="345960"/>
                  </a:lnTo>
                  <a:lnTo>
                    <a:pt x="99987" y="345960"/>
                  </a:lnTo>
                  <a:lnTo>
                    <a:pt x="99987" y="352285"/>
                  </a:lnTo>
                  <a:lnTo>
                    <a:pt x="104051" y="352285"/>
                  </a:lnTo>
                  <a:lnTo>
                    <a:pt x="108127" y="352285"/>
                  </a:lnTo>
                  <a:lnTo>
                    <a:pt x="108127" y="348259"/>
                  </a:lnTo>
                  <a:lnTo>
                    <a:pt x="110248" y="347992"/>
                  </a:lnTo>
                  <a:lnTo>
                    <a:pt x="110959" y="347916"/>
                  </a:lnTo>
                  <a:lnTo>
                    <a:pt x="110959" y="346964"/>
                  </a:lnTo>
                  <a:close/>
                </a:path>
                <a:path w="245110" h="376554">
                  <a:moveTo>
                    <a:pt x="112534" y="233641"/>
                  </a:moveTo>
                  <a:lnTo>
                    <a:pt x="98958" y="233641"/>
                  </a:lnTo>
                  <a:lnTo>
                    <a:pt x="98945" y="244182"/>
                  </a:lnTo>
                  <a:lnTo>
                    <a:pt x="105740" y="244182"/>
                  </a:lnTo>
                  <a:lnTo>
                    <a:pt x="112522" y="244182"/>
                  </a:lnTo>
                  <a:lnTo>
                    <a:pt x="112534" y="233641"/>
                  </a:lnTo>
                  <a:close/>
                </a:path>
                <a:path w="245110" h="376554">
                  <a:moveTo>
                    <a:pt x="119761" y="292125"/>
                  </a:moveTo>
                  <a:lnTo>
                    <a:pt x="111975" y="292125"/>
                  </a:lnTo>
                  <a:lnTo>
                    <a:pt x="111963" y="298157"/>
                  </a:lnTo>
                  <a:lnTo>
                    <a:pt x="115862" y="298157"/>
                  </a:lnTo>
                  <a:lnTo>
                    <a:pt x="119748" y="298157"/>
                  </a:lnTo>
                  <a:lnTo>
                    <a:pt x="119761" y="292125"/>
                  </a:lnTo>
                  <a:close/>
                </a:path>
                <a:path w="245110" h="376554">
                  <a:moveTo>
                    <a:pt x="125120" y="374916"/>
                  </a:moveTo>
                  <a:lnTo>
                    <a:pt x="123482" y="374916"/>
                  </a:lnTo>
                  <a:lnTo>
                    <a:pt x="123482" y="376186"/>
                  </a:lnTo>
                  <a:lnTo>
                    <a:pt x="124294" y="376186"/>
                  </a:lnTo>
                  <a:lnTo>
                    <a:pt x="125120" y="376186"/>
                  </a:lnTo>
                  <a:lnTo>
                    <a:pt x="125120" y="374916"/>
                  </a:lnTo>
                  <a:close/>
                </a:path>
                <a:path w="245110" h="376554">
                  <a:moveTo>
                    <a:pt x="126593" y="333387"/>
                  </a:moveTo>
                  <a:lnTo>
                    <a:pt x="118643" y="333387"/>
                  </a:lnTo>
                  <a:lnTo>
                    <a:pt x="118630" y="339547"/>
                  </a:lnTo>
                  <a:lnTo>
                    <a:pt x="122605" y="339547"/>
                  </a:lnTo>
                  <a:lnTo>
                    <a:pt x="126580" y="339547"/>
                  </a:lnTo>
                  <a:lnTo>
                    <a:pt x="126593" y="333387"/>
                  </a:lnTo>
                  <a:close/>
                </a:path>
                <a:path w="245110" h="376554">
                  <a:moveTo>
                    <a:pt x="130022" y="276237"/>
                  </a:moveTo>
                  <a:lnTo>
                    <a:pt x="127711" y="274167"/>
                  </a:lnTo>
                  <a:lnTo>
                    <a:pt x="123482" y="275704"/>
                  </a:lnTo>
                  <a:lnTo>
                    <a:pt x="122402" y="277380"/>
                  </a:lnTo>
                  <a:lnTo>
                    <a:pt x="123761" y="283248"/>
                  </a:lnTo>
                  <a:lnTo>
                    <a:pt x="128054" y="282511"/>
                  </a:lnTo>
                  <a:lnTo>
                    <a:pt x="128409" y="282448"/>
                  </a:lnTo>
                  <a:lnTo>
                    <a:pt x="128689" y="281774"/>
                  </a:lnTo>
                  <a:lnTo>
                    <a:pt x="130022" y="280733"/>
                  </a:lnTo>
                  <a:lnTo>
                    <a:pt x="130022" y="279361"/>
                  </a:lnTo>
                  <a:lnTo>
                    <a:pt x="130022" y="276237"/>
                  </a:lnTo>
                  <a:close/>
                </a:path>
                <a:path w="245110" h="376554">
                  <a:moveTo>
                    <a:pt x="136652" y="149529"/>
                  </a:moveTo>
                  <a:lnTo>
                    <a:pt x="135610" y="149123"/>
                  </a:lnTo>
                  <a:lnTo>
                    <a:pt x="135445" y="149047"/>
                  </a:lnTo>
                  <a:lnTo>
                    <a:pt x="135280" y="148983"/>
                  </a:lnTo>
                  <a:lnTo>
                    <a:pt x="133477" y="148259"/>
                  </a:lnTo>
                  <a:lnTo>
                    <a:pt x="133464" y="151879"/>
                  </a:lnTo>
                  <a:lnTo>
                    <a:pt x="135280" y="151155"/>
                  </a:lnTo>
                  <a:lnTo>
                    <a:pt x="135445" y="151091"/>
                  </a:lnTo>
                  <a:lnTo>
                    <a:pt x="135610" y="151015"/>
                  </a:lnTo>
                  <a:lnTo>
                    <a:pt x="136652" y="150609"/>
                  </a:lnTo>
                  <a:lnTo>
                    <a:pt x="136652" y="149529"/>
                  </a:lnTo>
                  <a:close/>
                </a:path>
                <a:path w="245110" h="376554">
                  <a:moveTo>
                    <a:pt x="138607" y="223164"/>
                  </a:moveTo>
                  <a:lnTo>
                    <a:pt x="131356" y="223164"/>
                  </a:lnTo>
                  <a:lnTo>
                    <a:pt x="131356" y="228790"/>
                  </a:lnTo>
                  <a:lnTo>
                    <a:pt x="134975" y="228790"/>
                  </a:lnTo>
                  <a:lnTo>
                    <a:pt x="138607" y="228790"/>
                  </a:lnTo>
                  <a:lnTo>
                    <a:pt x="138607" y="223164"/>
                  </a:lnTo>
                  <a:close/>
                </a:path>
                <a:path w="245110" h="376554">
                  <a:moveTo>
                    <a:pt x="139268" y="257695"/>
                  </a:moveTo>
                  <a:lnTo>
                    <a:pt x="138544" y="255663"/>
                  </a:lnTo>
                  <a:lnTo>
                    <a:pt x="138353" y="254647"/>
                  </a:lnTo>
                  <a:lnTo>
                    <a:pt x="138328" y="252844"/>
                  </a:lnTo>
                  <a:lnTo>
                    <a:pt x="136182" y="252552"/>
                  </a:lnTo>
                  <a:lnTo>
                    <a:pt x="135216" y="253809"/>
                  </a:lnTo>
                  <a:lnTo>
                    <a:pt x="134950" y="254038"/>
                  </a:lnTo>
                  <a:lnTo>
                    <a:pt x="134835" y="254165"/>
                  </a:lnTo>
                  <a:lnTo>
                    <a:pt x="133159" y="255257"/>
                  </a:lnTo>
                  <a:lnTo>
                    <a:pt x="133184" y="257835"/>
                  </a:lnTo>
                  <a:lnTo>
                    <a:pt x="136906" y="259397"/>
                  </a:lnTo>
                  <a:lnTo>
                    <a:pt x="139268" y="257695"/>
                  </a:lnTo>
                  <a:close/>
                </a:path>
                <a:path w="245110" h="376554">
                  <a:moveTo>
                    <a:pt x="142303" y="311442"/>
                  </a:moveTo>
                  <a:lnTo>
                    <a:pt x="132168" y="311442"/>
                  </a:lnTo>
                  <a:lnTo>
                    <a:pt x="132156" y="319316"/>
                  </a:lnTo>
                  <a:lnTo>
                    <a:pt x="137236" y="319316"/>
                  </a:lnTo>
                  <a:lnTo>
                    <a:pt x="142303" y="319316"/>
                  </a:lnTo>
                  <a:lnTo>
                    <a:pt x="142303" y="311442"/>
                  </a:lnTo>
                  <a:close/>
                </a:path>
                <a:path w="245110" h="376554">
                  <a:moveTo>
                    <a:pt x="143078" y="340918"/>
                  </a:moveTo>
                  <a:lnTo>
                    <a:pt x="139623" y="335000"/>
                  </a:lnTo>
                  <a:lnTo>
                    <a:pt x="134683" y="334556"/>
                  </a:lnTo>
                  <a:lnTo>
                    <a:pt x="132397" y="339458"/>
                  </a:lnTo>
                  <a:lnTo>
                    <a:pt x="132105" y="341274"/>
                  </a:lnTo>
                  <a:lnTo>
                    <a:pt x="135064" y="345541"/>
                  </a:lnTo>
                  <a:lnTo>
                    <a:pt x="139090" y="345871"/>
                  </a:lnTo>
                  <a:lnTo>
                    <a:pt x="139649" y="344944"/>
                  </a:lnTo>
                  <a:lnTo>
                    <a:pt x="140792" y="344957"/>
                  </a:lnTo>
                  <a:lnTo>
                    <a:pt x="142087" y="342658"/>
                  </a:lnTo>
                  <a:lnTo>
                    <a:pt x="143078" y="340918"/>
                  </a:lnTo>
                  <a:close/>
                </a:path>
                <a:path w="245110" h="376554">
                  <a:moveTo>
                    <a:pt x="146519" y="220129"/>
                  </a:moveTo>
                  <a:lnTo>
                    <a:pt x="145935" y="220129"/>
                  </a:lnTo>
                  <a:lnTo>
                    <a:pt x="145935" y="220586"/>
                  </a:lnTo>
                  <a:lnTo>
                    <a:pt x="146227" y="220586"/>
                  </a:lnTo>
                  <a:lnTo>
                    <a:pt x="146519" y="220586"/>
                  </a:lnTo>
                  <a:lnTo>
                    <a:pt x="146519" y="220129"/>
                  </a:lnTo>
                  <a:close/>
                </a:path>
                <a:path w="245110" h="376554">
                  <a:moveTo>
                    <a:pt x="148805" y="336931"/>
                  </a:moveTo>
                  <a:lnTo>
                    <a:pt x="145808" y="331901"/>
                  </a:lnTo>
                  <a:lnTo>
                    <a:pt x="144945" y="332955"/>
                  </a:lnTo>
                  <a:lnTo>
                    <a:pt x="144729" y="333336"/>
                  </a:lnTo>
                  <a:lnTo>
                    <a:pt x="144564" y="334010"/>
                  </a:lnTo>
                  <a:lnTo>
                    <a:pt x="143903" y="336994"/>
                  </a:lnTo>
                  <a:lnTo>
                    <a:pt x="148805" y="336931"/>
                  </a:lnTo>
                  <a:close/>
                </a:path>
                <a:path w="245110" h="376554">
                  <a:moveTo>
                    <a:pt x="154965" y="361962"/>
                  </a:moveTo>
                  <a:lnTo>
                    <a:pt x="154711" y="361340"/>
                  </a:lnTo>
                  <a:lnTo>
                    <a:pt x="153568" y="359879"/>
                  </a:lnTo>
                  <a:lnTo>
                    <a:pt x="152374" y="359879"/>
                  </a:lnTo>
                  <a:lnTo>
                    <a:pt x="151244" y="361327"/>
                  </a:lnTo>
                  <a:lnTo>
                    <a:pt x="150990" y="361937"/>
                  </a:lnTo>
                  <a:lnTo>
                    <a:pt x="151409" y="363042"/>
                  </a:lnTo>
                  <a:lnTo>
                    <a:pt x="152019" y="364578"/>
                  </a:lnTo>
                  <a:lnTo>
                    <a:pt x="153936" y="364578"/>
                  </a:lnTo>
                  <a:lnTo>
                    <a:pt x="154533" y="363042"/>
                  </a:lnTo>
                  <a:lnTo>
                    <a:pt x="154965" y="361962"/>
                  </a:lnTo>
                  <a:close/>
                </a:path>
                <a:path w="245110" h="376554">
                  <a:moveTo>
                    <a:pt x="158991" y="167233"/>
                  </a:moveTo>
                  <a:lnTo>
                    <a:pt x="148082" y="167195"/>
                  </a:lnTo>
                  <a:lnTo>
                    <a:pt x="151409" y="176644"/>
                  </a:lnTo>
                  <a:lnTo>
                    <a:pt x="155663" y="176657"/>
                  </a:lnTo>
                  <a:lnTo>
                    <a:pt x="156794" y="173456"/>
                  </a:lnTo>
                  <a:lnTo>
                    <a:pt x="158991" y="167233"/>
                  </a:lnTo>
                  <a:close/>
                </a:path>
                <a:path w="245110" h="376554">
                  <a:moveTo>
                    <a:pt x="163525" y="217335"/>
                  </a:moveTo>
                  <a:lnTo>
                    <a:pt x="162725" y="212788"/>
                  </a:lnTo>
                  <a:lnTo>
                    <a:pt x="161937" y="212864"/>
                  </a:lnTo>
                  <a:lnTo>
                    <a:pt x="161937" y="215658"/>
                  </a:lnTo>
                  <a:lnTo>
                    <a:pt x="161874" y="215417"/>
                  </a:lnTo>
                  <a:lnTo>
                    <a:pt x="161937" y="215658"/>
                  </a:lnTo>
                  <a:lnTo>
                    <a:pt x="161937" y="212864"/>
                  </a:lnTo>
                  <a:lnTo>
                    <a:pt x="161531" y="212902"/>
                  </a:lnTo>
                  <a:lnTo>
                    <a:pt x="161531" y="214312"/>
                  </a:lnTo>
                  <a:lnTo>
                    <a:pt x="160185" y="213296"/>
                  </a:lnTo>
                  <a:lnTo>
                    <a:pt x="160782" y="213715"/>
                  </a:lnTo>
                  <a:lnTo>
                    <a:pt x="161531" y="214312"/>
                  </a:lnTo>
                  <a:lnTo>
                    <a:pt x="161531" y="212902"/>
                  </a:lnTo>
                  <a:lnTo>
                    <a:pt x="161340" y="212915"/>
                  </a:lnTo>
                  <a:lnTo>
                    <a:pt x="160997" y="211645"/>
                  </a:lnTo>
                  <a:lnTo>
                    <a:pt x="159562" y="211785"/>
                  </a:lnTo>
                  <a:lnTo>
                    <a:pt x="159562" y="213080"/>
                  </a:lnTo>
                  <a:lnTo>
                    <a:pt x="159435" y="213156"/>
                  </a:lnTo>
                  <a:lnTo>
                    <a:pt x="159562" y="213080"/>
                  </a:lnTo>
                  <a:lnTo>
                    <a:pt x="159562" y="211785"/>
                  </a:lnTo>
                  <a:lnTo>
                    <a:pt x="155549" y="212166"/>
                  </a:lnTo>
                  <a:lnTo>
                    <a:pt x="153809" y="218287"/>
                  </a:lnTo>
                  <a:lnTo>
                    <a:pt x="155740" y="221246"/>
                  </a:lnTo>
                  <a:lnTo>
                    <a:pt x="159689" y="220941"/>
                  </a:lnTo>
                  <a:lnTo>
                    <a:pt x="160921" y="220662"/>
                  </a:lnTo>
                  <a:lnTo>
                    <a:pt x="161823" y="219506"/>
                  </a:lnTo>
                  <a:lnTo>
                    <a:pt x="163525" y="217335"/>
                  </a:lnTo>
                  <a:close/>
                </a:path>
                <a:path w="245110" h="376554">
                  <a:moveTo>
                    <a:pt x="164934" y="372529"/>
                  </a:moveTo>
                  <a:lnTo>
                    <a:pt x="164871" y="371487"/>
                  </a:lnTo>
                  <a:lnTo>
                    <a:pt x="164236" y="370535"/>
                  </a:lnTo>
                  <a:lnTo>
                    <a:pt x="164109" y="370420"/>
                  </a:lnTo>
                  <a:lnTo>
                    <a:pt x="164058" y="370217"/>
                  </a:lnTo>
                  <a:lnTo>
                    <a:pt x="163893" y="369570"/>
                  </a:lnTo>
                  <a:lnTo>
                    <a:pt x="163893" y="370611"/>
                  </a:lnTo>
                  <a:lnTo>
                    <a:pt x="163741" y="370649"/>
                  </a:lnTo>
                  <a:lnTo>
                    <a:pt x="163893" y="370611"/>
                  </a:lnTo>
                  <a:lnTo>
                    <a:pt x="163893" y="369570"/>
                  </a:lnTo>
                  <a:lnTo>
                    <a:pt x="163842" y="369366"/>
                  </a:lnTo>
                  <a:lnTo>
                    <a:pt x="161048" y="369773"/>
                  </a:lnTo>
                  <a:lnTo>
                    <a:pt x="161099" y="372719"/>
                  </a:lnTo>
                  <a:lnTo>
                    <a:pt x="161340" y="373138"/>
                  </a:lnTo>
                  <a:lnTo>
                    <a:pt x="162826" y="373976"/>
                  </a:lnTo>
                  <a:lnTo>
                    <a:pt x="163588" y="373799"/>
                  </a:lnTo>
                  <a:lnTo>
                    <a:pt x="164896" y="372719"/>
                  </a:lnTo>
                  <a:lnTo>
                    <a:pt x="164934" y="372529"/>
                  </a:lnTo>
                  <a:close/>
                </a:path>
                <a:path w="245110" h="376554">
                  <a:moveTo>
                    <a:pt x="178117" y="42176"/>
                  </a:moveTo>
                  <a:lnTo>
                    <a:pt x="173951" y="42176"/>
                  </a:lnTo>
                  <a:lnTo>
                    <a:pt x="173951" y="45415"/>
                  </a:lnTo>
                  <a:lnTo>
                    <a:pt x="176034" y="45415"/>
                  </a:lnTo>
                  <a:lnTo>
                    <a:pt x="178117" y="45415"/>
                  </a:lnTo>
                  <a:lnTo>
                    <a:pt x="178117" y="42176"/>
                  </a:lnTo>
                  <a:close/>
                </a:path>
                <a:path w="245110" h="376554">
                  <a:moveTo>
                    <a:pt x="179908" y="179235"/>
                  </a:moveTo>
                  <a:lnTo>
                    <a:pt x="171043" y="179235"/>
                  </a:lnTo>
                  <a:lnTo>
                    <a:pt x="171030" y="186118"/>
                  </a:lnTo>
                  <a:lnTo>
                    <a:pt x="175463" y="186118"/>
                  </a:lnTo>
                  <a:lnTo>
                    <a:pt x="179895" y="186118"/>
                  </a:lnTo>
                  <a:lnTo>
                    <a:pt x="179908" y="179235"/>
                  </a:lnTo>
                  <a:close/>
                </a:path>
                <a:path w="245110" h="376554">
                  <a:moveTo>
                    <a:pt x="192913" y="358965"/>
                  </a:moveTo>
                  <a:lnTo>
                    <a:pt x="192811" y="355206"/>
                  </a:lnTo>
                  <a:lnTo>
                    <a:pt x="189941" y="354634"/>
                  </a:lnTo>
                  <a:lnTo>
                    <a:pt x="188683" y="356412"/>
                  </a:lnTo>
                  <a:lnTo>
                    <a:pt x="188569" y="356628"/>
                  </a:lnTo>
                  <a:lnTo>
                    <a:pt x="188391" y="356755"/>
                  </a:lnTo>
                  <a:lnTo>
                    <a:pt x="188150" y="356806"/>
                  </a:lnTo>
                  <a:lnTo>
                    <a:pt x="182765" y="358546"/>
                  </a:lnTo>
                  <a:lnTo>
                    <a:pt x="188239" y="366344"/>
                  </a:lnTo>
                  <a:lnTo>
                    <a:pt x="191719" y="361454"/>
                  </a:lnTo>
                  <a:lnTo>
                    <a:pt x="192544" y="360286"/>
                  </a:lnTo>
                  <a:lnTo>
                    <a:pt x="192913" y="358965"/>
                  </a:lnTo>
                  <a:close/>
                </a:path>
                <a:path w="245110" h="376554">
                  <a:moveTo>
                    <a:pt x="194386" y="70370"/>
                  </a:moveTo>
                  <a:lnTo>
                    <a:pt x="194183" y="68630"/>
                  </a:lnTo>
                  <a:lnTo>
                    <a:pt x="191947" y="67678"/>
                  </a:lnTo>
                  <a:lnTo>
                    <a:pt x="191185" y="67487"/>
                  </a:lnTo>
                  <a:lnTo>
                    <a:pt x="187706" y="67373"/>
                  </a:lnTo>
                  <a:lnTo>
                    <a:pt x="186182" y="69951"/>
                  </a:lnTo>
                  <a:lnTo>
                    <a:pt x="188010" y="74295"/>
                  </a:lnTo>
                  <a:lnTo>
                    <a:pt x="190639" y="74536"/>
                  </a:lnTo>
                  <a:lnTo>
                    <a:pt x="192417" y="73088"/>
                  </a:lnTo>
                  <a:lnTo>
                    <a:pt x="193078" y="72542"/>
                  </a:lnTo>
                  <a:lnTo>
                    <a:pt x="193421" y="72123"/>
                  </a:lnTo>
                  <a:lnTo>
                    <a:pt x="194386" y="70370"/>
                  </a:lnTo>
                  <a:close/>
                </a:path>
                <a:path w="245110" h="376554">
                  <a:moveTo>
                    <a:pt x="198081" y="334568"/>
                  </a:moveTo>
                  <a:lnTo>
                    <a:pt x="195821" y="332701"/>
                  </a:lnTo>
                  <a:lnTo>
                    <a:pt x="195287" y="332282"/>
                  </a:lnTo>
                  <a:lnTo>
                    <a:pt x="195465" y="332701"/>
                  </a:lnTo>
                  <a:lnTo>
                    <a:pt x="195275" y="332282"/>
                  </a:lnTo>
                  <a:lnTo>
                    <a:pt x="195072" y="331774"/>
                  </a:lnTo>
                  <a:lnTo>
                    <a:pt x="194678" y="330835"/>
                  </a:lnTo>
                  <a:lnTo>
                    <a:pt x="192747" y="330225"/>
                  </a:lnTo>
                  <a:lnTo>
                    <a:pt x="189598" y="332816"/>
                  </a:lnTo>
                  <a:lnTo>
                    <a:pt x="188963" y="334848"/>
                  </a:lnTo>
                  <a:lnTo>
                    <a:pt x="190538" y="339026"/>
                  </a:lnTo>
                  <a:lnTo>
                    <a:pt x="193065" y="340372"/>
                  </a:lnTo>
                  <a:lnTo>
                    <a:pt x="197358" y="337858"/>
                  </a:lnTo>
                  <a:lnTo>
                    <a:pt x="198081" y="334568"/>
                  </a:lnTo>
                  <a:close/>
                </a:path>
                <a:path w="245110" h="376554">
                  <a:moveTo>
                    <a:pt x="198247" y="170649"/>
                  </a:moveTo>
                  <a:lnTo>
                    <a:pt x="196545" y="170649"/>
                  </a:lnTo>
                  <a:lnTo>
                    <a:pt x="196545" y="171094"/>
                  </a:lnTo>
                  <a:lnTo>
                    <a:pt x="196837" y="171094"/>
                  </a:lnTo>
                  <a:lnTo>
                    <a:pt x="198247" y="171094"/>
                  </a:lnTo>
                  <a:lnTo>
                    <a:pt x="198247" y="170649"/>
                  </a:lnTo>
                  <a:close/>
                </a:path>
                <a:path w="245110" h="376554">
                  <a:moveTo>
                    <a:pt x="199453" y="105092"/>
                  </a:moveTo>
                  <a:lnTo>
                    <a:pt x="195529" y="102806"/>
                  </a:lnTo>
                  <a:lnTo>
                    <a:pt x="191554" y="109804"/>
                  </a:lnTo>
                  <a:lnTo>
                    <a:pt x="198526" y="112014"/>
                  </a:lnTo>
                  <a:lnTo>
                    <a:pt x="199047" y="108102"/>
                  </a:lnTo>
                  <a:lnTo>
                    <a:pt x="199453" y="105092"/>
                  </a:lnTo>
                  <a:close/>
                </a:path>
                <a:path w="245110" h="376554">
                  <a:moveTo>
                    <a:pt x="199847" y="293370"/>
                  </a:moveTo>
                  <a:lnTo>
                    <a:pt x="194005" y="291782"/>
                  </a:lnTo>
                  <a:lnTo>
                    <a:pt x="192760" y="295452"/>
                  </a:lnTo>
                  <a:lnTo>
                    <a:pt x="192112" y="297345"/>
                  </a:lnTo>
                  <a:lnTo>
                    <a:pt x="192570" y="298450"/>
                  </a:lnTo>
                  <a:lnTo>
                    <a:pt x="194106" y="300189"/>
                  </a:lnTo>
                  <a:lnTo>
                    <a:pt x="194995" y="300240"/>
                  </a:lnTo>
                  <a:lnTo>
                    <a:pt x="197256" y="299808"/>
                  </a:lnTo>
                  <a:lnTo>
                    <a:pt x="197980" y="298856"/>
                  </a:lnTo>
                  <a:lnTo>
                    <a:pt x="199847" y="293370"/>
                  </a:lnTo>
                  <a:close/>
                </a:path>
                <a:path w="245110" h="376554">
                  <a:moveTo>
                    <a:pt x="201930" y="275996"/>
                  </a:moveTo>
                  <a:lnTo>
                    <a:pt x="201460" y="271754"/>
                  </a:lnTo>
                  <a:lnTo>
                    <a:pt x="200761" y="270611"/>
                  </a:lnTo>
                  <a:lnTo>
                    <a:pt x="199085" y="270840"/>
                  </a:lnTo>
                  <a:lnTo>
                    <a:pt x="198526" y="270764"/>
                  </a:lnTo>
                  <a:lnTo>
                    <a:pt x="197345" y="271081"/>
                  </a:lnTo>
                  <a:lnTo>
                    <a:pt x="196862" y="271462"/>
                  </a:lnTo>
                  <a:lnTo>
                    <a:pt x="196265" y="271640"/>
                  </a:lnTo>
                  <a:lnTo>
                    <a:pt x="194335" y="272148"/>
                  </a:lnTo>
                  <a:lnTo>
                    <a:pt x="194271" y="274574"/>
                  </a:lnTo>
                  <a:lnTo>
                    <a:pt x="195745" y="275615"/>
                  </a:lnTo>
                  <a:lnTo>
                    <a:pt x="198208" y="277355"/>
                  </a:lnTo>
                  <a:lnTo>
                    <a:pt x="201930" y="275996"/>
                  </a:lnTo>
                  <a:close/>
                </a:path>
                <a:path w="245110" h="376554">
                  <a:moveTo>
                    <a:pt x="203873" y="274675"/>
                  </a:moveTo>
                  <a:lnTo>
                    <a:pt x="203288" y="274675"/>
                  </a:lnTo>
                  <a:lnTo>
                    <a:pt x="203288" y="275120"/>
                  </a:lnTo>
                  <a:lnTo>
                    <a:pt x="203581" y="275120"/>
                  </a:lnTo>
                  <a:lnTo>
                    <a:pt x="203873" y="275120"/>
                  </a:lnTo>
                  <a:lnTo>
                    <a:pt x="203873" y="274675"/>
                  </a:lnTo>
                  <a:close/>
                </a:path>
                <a:path w="245110" h="376554">
                  <a:moveTo>
                    <a:pt x="205168" y="162547"/>
                  </a:moveTo>
                  <a:lnTo>
                    <a:pt x="204304" y="160401"/>
                  </a:lnTo>
                  <a:lnTo>
                    <a:pt x="204241" y="160223"/>
                  </a:lnTo>
                  <a:lnTo>
                    <a:pt x="204165" y="160058"/>
                  </a:lnTo>
                  <a:lnTo>
                    <a:pt x="203682" y="158826"/>
                  </a:lnTo>
                  <a:lnTo>
                    <a:pt x="202361" y="158826"/>
                  </a:lnTo>
                  <a:lnTo>
                    <a:pt x="201803" y="160223"/>
                  </a:lnTo>
                  <a:lnTo>
                    <a:pt x="201726" y="160401"/>
                  </a:lnTo>
                  <a:lnTo>
                    <a:pt x="200875" y="162534"/>
                  </a:lnTo>
                  <a:lnTo>
                    <a:pt x="205168" y="162547"/>
                  </a:lnTo>
                  <a:close/>
                </a:path>
                <a:path w="245110" h="376554">
                  <a:moveTo>
                    <a:pt x="211759" y="202565"/>
                  </a:moveTo>
                  <a:lnTo>
                    <a:pt x="202158" y="202565"/>
                  </a:lnTo>
                  <a:lnTo>
                    <a:pt x="202145" y="210019"/>
                  </a:lnTo>
                  <a:lnTo>
                    <a:pt x="206959" y="210019"/>
                  </a:lnTo>
                  <a:lnTo>
                    <a:pt x="211747" y="210019"/>
                  </a:lnTo>
                  <a:lnTo>
                    <a:pt x="211759" y="202565"/>
                  </a:lnTo>
                  <a:close/>
                </a:path>
                <a:path w="245110" h="376554">
                  <a:moveTo>
                    <a:pt x="214388" y="119443"/>
                  </a:moveTo>
                  <a:lnTo>
                    <a:pt x="214109" y="118249"/>
                  </a:lnTo>
                  <a:lnTo>
                    <a:pt x="212077" y="117297"/>
                  </a:lnTo>
                  <a:lnTo>
                    <a:pt x="211328" y="117246"/>
                  </a:lnTo>
                  <a:lnTo>
                    <a:pt x="205867" y="118668"/>
                  </a:lnTo>
                  <a:lnTo>
                    <a:pt x="209080" y="125552"/>
                  </a:lnTo>
                  <a:lnTo>
                    <a:pt x="212966" y="122364"/>
                  </a:lnTo>
                  <a:lnTo>
                    <a:pt x="213652" y="121793"/>
                  </a:lnTo>
                  <a:lnTo>
                    <a:pt x="214045" y="121246"/>
                  </a:lnTo>
                  <a:lnTo>
                    <a:pt x="214388" y="119443"/>
                  </a:lnTo>
                  <a:close/>
                </a:path>
                <a:path w="245110" h="376554">
                  <a:moveTo>
                    <a:pt x="217932" y="161086"/>
                  </a:moveTo>
                  <a:lnTo>
                    <a:pt x="217347" y="161086"/>
                  </a:lnTo>
                  <a:lnTo>
                    <a:pt x="217347" y="161544"/>
                  </a:lnTo>
                  <a:lnTo>
                    <a:pt x="217639" y="161544"/>
                  </a:lnTo>
                  <a:lnTo>
                    <a:pt x="217932" y="161544"/>
                  </a:lnTo>
                  <a:lnTo>
                    <a:pt x="217932" y="161086"/>
                  </a:lnTo>
                  <a:close/>
                </a:path>
                <a:path w="245110" h="376554">
                  <a:moveTo>
                    <a:pt x="219570" y="35521"/>
                  </a:moveTo>
                  <a:lnTo>
                    <a:pt x="219252" y="34150"/>
                  </a:lnTo>
                  <a:lnTo>
                    <a:pt x="217995" y="33743"/>
                  </a:lnTo>
                  <a:lnTo>
                    <a:pt x="217170" y="33591"/>
                  </a:lnTo>
                  <a:lnTo>
                    <a:pt x="215709" y="32435"/>
                  </a:lnTo>
                  <a:lnTo>
                    <a:pt x="213220" y="33883"/>
                  </a:lnTo>
                  <a:lnTo>
                    <a:pt x="214388" y="35712"/>
                  </a:lnTo>
                  <a:lnTo>
                    <a:pt x="215392" y="37249"/>
                  </a:lnTo>
                  <a:lnTo>
                    <a:pt x="217373" y="38036"/>
                  </a:lnTo>
                  <a:lnTo>
                    <a:pt x="219570" y="35521"/>
                  </a:lnTo>
                  <a:close/>
                </a:path>
                <a:path w="245110" h="376554">
                  <a:moveTo>
                    <a:pt x="223431" y="149771"/>
                  </a:moveTo>
                  <a:lnTo>
                    <a:pt x="216827" y="143103"/>
                  </a:lnTo>
                  <a:lnTo>
                    <a:pt x="213233" y="148158"/>
                  </a:lnTo>
                  <a:lnTo>
                    <a:pt x="210693" y="151726"/>
                  </a:lnTo>
                  <a:lnTo>
                    <a:pt x="214858" y="155892"/>
                  </a:lnTo>
                  <a:lnTo>
                    <a:pt x="223431" y="149771"/>
                  </a:lnTo>
                  <a:close/>
                </a:path>
                <a:path w="245110" h="376554">
                  <a:moveTo>
                    <a:pt x="223608" y="365963"/>
                  </a:moveTo>
                  <a:lnTo>
                    <a:pt x="223380" y="365188"/>
                  </a:lnTo>
                  <a:lnTo>
                    <a:pt x="222910" y="363613"/>
                  </a:lnTo>
                  <a:lnTo>
                    <a:pt x="219468" y="362673"/>
                  </a:lnTo>
                  <a:lnTo>
                    <a:pt x="217462" y="364350"/>
                  </a:lnTo>
                  <a:lnTo>
                    <a:pt x="218503" y="367144"/>
                  </a:lnTo>
                  <a:lnTo>
                    <a:pt x="219024" y="367855"/>
                  </a:lnTo>
                  <a:lnTo>
                    <a:pt x="221742" y="368363"/>
                  </a:lnTo>
                  <a:lnTo>
                    <a:pt x="222732" y="367411"/>
                  </a:lnTo>
                  <a:lnTo>
                    <a:pt x="223024" y="367144"/>
                  </a:lnTo>
                  <a:lnTo>
                    <a:pt x="222935" y="366585"/>
                  </a:lnTo>
                  <a:lnTo>
                    <a:pt x="223608" y="365963"/>
                  </a:lnTo>
                  <a:close/>
                </a:path>
                <a:path w="245110" h="376554">
                  <a:moveTo>
                    <a:pt x="224815" y="308495"/>
                  </a:moveTo>
                  <a:lnTo>
                    <a:pt x="217208" y="308495"/>
                  </a:lnTo>
                  <a:lnTo>
                    <a:pt x="217208" y="314401"/>
                  </a:lnTo>
                  <a:lnTo>
                    <a:pt x="221018" y="314401"/>
                  </a:lnTo>
                  <a:lnTo>
                    <a:pt x="224815" y="314401"/>
                  </a:lnTo>
                  <a:lnTo>
                    <a:pt x="224815" y="308495"/>
                  </a:lnTo>
                  <a:close/>
                </a:path>
                <a:path w="245110" h="376554">
                  <a:moveTo>
                    <a:pt x="225539" y="345770"/>
                  </a:moveTo>
                  <a:lnTo>
                    <a:pt x="220294" y="342709"/>
                  </a:lnTo>
                  <a:lnTo>
                    <a:pt x="218579" y="348018"/>
                  </a:lnTo>
                  <a:lnTo>
                    <a:pt x="221564" y="348411"/>
                  </a:lnTo>
                  <a:lnTo>
                    <a:pt x="223837" y="348716"/>
                  </a:lnTo>
                  <a:lnTo>
                    <a:pt x="225539" y="345770"/>
                  </a:lnTo>
                  <a:close/>
                </a:path>
                <a:path w="245110" h="376554">
                  <a:moveTo>
                    <a:pt x="225767" y="78486"/>
                  </a:moveTo>
                  <a:lnTo>
                    <a:pt x="220243" y="76288"/>
                  </a:lnTo>
                  <a:lnTo>
                    <a:pt x="216763" y="74904"/>
                  </a:lnTo>
                  <a:lnTo>
                    <a:pt x="214261" y="79768"/>
                  </a:lnTo>
                  <a:lnTo>
                    <a:pt x="220865" y="85940"/>
                  </a:lnTo>
                  <a:lnTo>
                    <a:pt x="225767" y="78486"/>
                  </a:lnTo>
                  <a:close/>
                </a:path>
                <a:path w="245110" h="376554">
                  <a:moveTo>
                    <a:pt x="225793" y="187439"/>
                  </a:moveTo>
                  <a:lnTo>
                    <a:pt x="224561" y="184924"/>
                  </a:lnTo>
                  <a:lnTo>
                    <a:pt x="220840" y="184924"/>
                  </a:lnTo>
                  <a:lnTo>
                    <a:pt x="219608" y="187452"/>
                  </a:lnTo>
                  <a:lnTo>
                    <a:pt x="221107" y="188772"/>
                  </a:lnTo>
                  <a:lnTo>
                    <a:pt x="222173" y="189725"/>
                  </a:lnTo>
                  <a:lnTo>
                    <a:pt x="223215" y="189725"/>
                  </a:lnTo>
                  <a:lnTo>
                    <a:pt x="223989" y="189026"/>
                  </a:lnTo>
                  <a:lnTo>
                    <a:pt x="224193" y="188849"/>
                  </a:lnTo>
                  <a:lnTo>
                    <a:pt x="225793" y="187439"/>
                  </a:lnTo>
                  <a:close/>
                </a:path>
                <a:path w="245110" h="376554">
                  <a:moveTo>
                    <a:pt x="234276" y="44424"/>
                  </a:moveTo>
                  <a:lnTo>
                    <a:pt x="225755" y="44424"/>
                  </a:lnTo>
                  <a:lnTo>
                    <a:pt x="225742" y="51028"/>
                  </a:lnTo>
                  <a:lnTo>
                    <a:pt x="230009" y="51028"/>
                  </a:lnTo>
                  <a:lnTo>
                    <a:pt x="234264" y="51028"/>
                  </a:lnTo>
                  <a:lnTo>
                    <a:pt x="234276" y="44424"/>
                  </a:lnTo>
                  <a:close/>
                </a:path>
                <a:path w="245110" h="376554">
                  <a:moveTo>
                    <a:pt x="237083" y="0"/>
                  </a:moveTo>
                  <a:lnTo>
                    <a:pt x="228574" y="0"/>
                  </a:lnTo>
                  <a:lnTo>
                    <a:pt x="228561" y="6616"/>
                  </a:lnTo>
                  <a:lnTo>
                    <a:pt x="232816" y="6616"/>
                  </a:lnTo>
                  <a:lnTo>
                    <a:pt x="237070" y="6616"/>
                  </a:lnTo>
                  <a:lnTo>
                    <a:pt x="237083" y="0"/>
                  </a:lnTo>
                  <a:close/>
                </a:path>
                <a:path w="245110" h="376554">
                  <a:moveTo>
                    <a:pt x="237617" y="368020"/>
                  </a:moveTo>
                  <a:lnTo>
                    <a:pt x="237032" y="368020"/>
                  </a:lnTo>
                  <a:lnTo>
                    <a:pt x="237032" y="368465"/>
                  </a:lnTo>
                  <a:lnTo>
                    <a:pt x="237324" y="368465"/>
                  </a:lnTo>
                  <a:lnTo>
                    <a:pt x="237617" y="368465"/>
                  </a:lnTo>
                  <a:lnTo>
                    <a:pt x="237617" y="368020"/>
                  </a:lnTo>
                  <a:close/>
                </a:path>
                <a:path w="245110" h="376554">
                  <a:moveTo>
                    <a:pt x="242150" y="351116"/>
                  </a:moveTo>
                  <a:lnTo>
                    <a:pt x="241173" y="347954"/>
                  </a:lnTo>
                  <a:lnTo>
                    <a:pt x="240449" y="345592"/>
                  </a:lnTo>
                  <a:lnTo>
                    <a:pt x="236753" y="345935"/>
                  </a:lnTo>
                  <a:lnTo>
                    <a:pt x="236753" y="351866"/>
                  </a:lnTo>
                  <a:lnTo>
                    <a:pt x="242150" y="351116"/>
                  </a:lnTo>
                  <a:close/>
                </a:path>
                <a:path w="245110" h="376554">
                  <a:moveTo>
                    <a:pt x="244792" y="312610"/>
                  </a:moveTo>
                  <a:lnTo>
                    <a:pt x="242709" y="309994"/>
                  </a:lnTo>
                  <a:lnTo>
                    <a:pt x="242176" y="309321"/>
                  </a:lnTo>
                  <a:lnTo>
                    <a:pt x="241452" y="309321"/>
                  </a:lnTo>
                  <a:lnTo>
                    <a:pt x="238848" y="312610"/>
                  </a:lnTo>
                  <a:lnTo>
                    <a:pt x="244792" y="31261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2305862" y="7698872"/>
              <a:ext cx="281305" cy="410209"/>
            </a:xfrm>
            <a:custGeom>
              <a:avLst/>
              <a:gdLst/>
              <a:ahLst/>
              <a:cxnLst/>
              <a:rect l="l" t="t" r="r" b="b"/>
              <a:pathLst>
                <a:path w="281305" h="410209">
                  <a:moveTo>
                    <a:pt x="7988" y="379310"/>
                  </a:moveTo>
                  <a:lnTo>
                    <a:pt x="0" y="379196"/>
                  </a:lnTo>
                  <a:lnTo>
                    <a:pt x="1409" y="383552"/>
                  </a:lnTo>
                  <a:lnTo>
                    <a:pt x="1727" y="384556"/>
                  </a:lnTo>
                  <a:lnTo>
                    <a:pt x="2108" y="385114"/>
                  </a:lnTo>
                  <a:lnTo>
                    <a:pt x="3479" y="386118"/>
                  </a:lnTo>
                  <a:lnTo>
                    <a:pt x="4470" y="386118"/>
                  </a:lnTo>
                  <a:lnTo>
                    <a:pt x="5880" y="385102"/>
                  </a:lnTo>
                  <a:lnTo>
                    <a:pt x="6223" y="384556"/>
                  </a:lnTo>
                  <a:lnTo>
                    <a:pt x="7988" y="379310"/>
                  </a:lnTo>
                  <a:close/>
                </a:path>
                <a:path w="281305" h="410209">
                  <a:moveTo>
                    <a:pt x="17195" y="392569"/>
                  </a:moveTo>
                  <a:lnTo>
                    <a:pt x="16598" y="392353"/>
                  </a:lnTo>
                  <a:lnTo>
                    <a:pt x="15875" y="392099"/>
                  </a:lnTo>
                  <a:lnTo>
                    <a:pt x="15684" y="392137"/>
                  </a:lnTo>
                  <a:lnTo>
                    <a:pt x="15024" y="392480"/>
                  </a:lnTo>
                  <a:lnTo>
                    <a:pt x="14655" y="392684"/>
                  </a:lnTo>
                  <a:lnTo>
                    <a:pt x="14655" y="393268"/>
                  </a:lnTo>
                  <a:lnTo>
                    <a:pt x="15024" y="393458"/>
                  </a:lnTo>
                  <a:lnTo>
                    <a:pt x="15697" y="393801"/>
                  </a:lnTo>
                  <a:lnTo>
                    <a:pt x="15875" y="393839"/>
                  </a:lnTo>
                  <a:lnTo>
                    <a:pt x="17195" y="393357"/>
                  </a:lnTo>
                  <a:lnTo>
                    <a:pt x="17195" y="392569"/>
                  </a:lnTo>
                  <a:close/>
                </a:path>
                <a:path w="281305" h="410209">
                  <a:moveTo>
                    <a:pt x="26339" y="333502"/>
                  </a:moveTo>
                  <a:lnTo>
                    <a:pt x="25565" y="332663"/>
                  </a:lnTo>
                  <a:lnTo>
                    <a:pt x="24688" y="331736"/>
                  </a:lnTo>
                  <a:lnTo>
                    <a:pt x="24079" y="331228"/>
                  </a:lnTo>
                  <a:lnTo>
                    <a:pt x="22148" y="330657"/>
                  </a:lnTo>
                  <a:lnTo>
                    <a:pt x="21488" y="331482"/>
                  </a:lnTo>
                  <a:lnTo>
                    <a:pt x="22580" y="333197"/>
                  </a:lnTo>
                  <a:lnTo>
                    <a:pt x="23202" y="333629"/>
                  </a:lnTo>
                  <a:lnTo>
                    <a:pt x="25349" y="334708"/>
                  </a:lnTo>
                  <a:lnTo>
                    <a:pt x="26339" y="333502"/>
                  </a:lnTo>
                  <a:close/>
                </a:path>
                <a:path w="281305" h="410209">
                  <a:moveTo>
                    <a:pt x="45593" y="317411"/>
                  </a:moveTo>
                  <a:lnTo>
                    <a:pt x="44208" y="316077"/>
                  </a:lnTo>
                  <a:lnTo>
                    <a:pt x="43357" y="315290"/>
                  </a:lnTo>
                  <a:lnTo>
                    <a:pt x="42354" y="315290"/>
                  </a:lnTo>
                  <a:lnTo>
                    <a:pt x="41706" y="315899"/>
                  </a:lnTo>
                  <a:lnTo>
                    <a:pt x="40119" y="317411"/>
                  </a:lnTo>
                  <a:lnTo>
                    <a:pt x="41122" y="319659"/>
                  </a:lnTo>
                  <a:lnTo>
                    <a:pt x="44589" y="319659"/>
                  </a:lnTo>
                  <a:lnTo>
                    <a:pt x="45593" y="317411"/>
                  </a:lnTo>
                  <a:close/>
                </a:path>
                <a:path w="281305" h="410209">
                  <a:moveTo>
                    <a:pt x="81089" y="73952"/>
                  </a:moveTo>
                  <a:lnTo>
                    <a:pt x="77292" y="72999"/>
                  </a:lnTo>
                  <a:lnTo>
                    <a:pt x="76390" y="75425"/>
                  </a:lnTo>
                  <a:lnTo>
                    <a:pt x="76022" y="76441"/>
                  </a:lnTo>
                  <a:lnTo>
                    <a:pt x="75730" y="77114"/>
                  </a:lnTo>
                  <a:lnTo>
                    <a:pt x="76009" y="79616"/>
                  </a:lnTo>
                  <a:lnTo>
                    <a:pt x="77698" y="80657"/>
                  </a:lnTo>
                  <a:lnTo>
                    <a:pt x="79730" y="78536"/>
                  </a:lnTo>
                  <a:lnTo>
                    <a:pt x="80314" y="76504"/>
                  </a:lnTo>
                  <a:lnTo>
                    <a:pt x="81089" y="73952"/>
                  </a:lnTo>
                  <a:close/>
                </a:path>
                <a:path w="281305" h="410209">
                  <a:moveTo>
                    <a:pt x="82575" y="53809"/>
                  </a:moveTo>
                  <a:lnTo>
                    <a:pt x="81864" y="52539"/>
                  </a:lnTo>
                  <a:lnTo>
                    <a:pt x="81686" y="52247"/>
                  </a:lnTo>
                  <a:lnTo>
                    <a:pt x="80835" y="50736"/>
                  </a:lnTo>
                  <a:lnTo>
                    <a:pt x="78714" y="52819"/>
                  </a:lnTo>
                  <a:lnTo>
                    <a:pt x="80251" y="53682"/>
                  </a:lnTo>
                  <a:lnTo>
                    <a:pt x="81813" y="54571"/>
                  </a:lnTo>
                  <a:lnTo>
                    <a:pt x="82575" y="53809"/>
                  </a:lnTo>
                  <a:close/>
                </a:path>
                <a:path w="281305" h="410209">
                  <a:moveTo>
                    <a:pt x="104178" y="30746"/>
                  </a:moveTo>
                  <a:lnTo>
                    <a:pt x="101333" y="27889"/>
                  </a:lnTo>
                  <a:lnTo>
                    <a:pt x="99669" y="29692"/>
                  </a:lnTo>
                  <a:lnTo>
                    <a:pt x="97815" y="31699"/>
                  </a:lnTo>
                  <a:lnTo>
                    <a:pt x="98628" y="35585"/>
                  </a:lnTo>
                  <a:lnTo>
                    <a:pt x="103276" y="35420"/>
                  </a:lnTo>
                  <a:lnTo>
                    <a:pt x="103720" y="33540"/>
                  </a:lnTo>
                  <a:lnTo>
                    <a:pt x="102527" y="32727"/>
                  </a:lnTo>
                  <a:lnTo>
                    <a:pt x="102247" y="32588"/>
                  </a:lnTo>
                  <a:lnTo>
                    <a:pt x="102349" y="32372"/>
                  </a:lnTo>
                  <a:lnTo>
                    <a:pt x="104178" y="30746"/>
                  </a:lnTo>
                  <a:close/>
                </a:path>
                <a:path w="281305" h="410209">
                  <a:moveTo>
                    <a:pt x="104978" y="74206"/>
                  </a:moveTo>
                  <a:lnTo>
                    <a:pt x="102933" y="74803"/>
                  </a:lnTo>
                  <a:lnTo>
                    <a:pt x="102704" y="74866"/>
                  </a:lnTo>
                  <a:lnTo>
                    <a:pt x="102247" y="74993"/>
                  </a:lnTo>
                  <a:lnTo>
                    <a:pt x="101231" y="75285"/>
                  </a:lnTo>
                  <a:lnTo>
                    <a:pt x="101231" y="76746"/>
                  </a:lnTo>
                  <a:lnTo>
                    <a:pt x="102476" y="77101"/>
                  </a:lnTo>
                  <a:lnTo>
                    <a:pt x="102704" y="77177"/>
                  </a:lnTo>
                  <a:lnTo>
                    <a:pt x="102933" y="77241"/>
                  </a:lnTo>
                  <a:lnTo>
                    <a:pt x="104965" y="77838"/>
                  </a:lnTo>
                  <a:lnTo>
                    <a:pt x="104978" y="74206"/>
                  </a:lnTo>
                  <a:close/>
                </a:path>
                <a:path w="281305" h="410209">
                  <a:moveTo>
                    <a:pt x="115062" y="181546"/>
                  </a:moveTo>
                  <a:lnTo>
                    <a:pt x="114769" y="180200"/>
                  </a:lnTo>
                  <a:lnTo>
                    <a:pt x="113017" y="179844"/>
                  </a:lnTo>
                  <a:lnTo>
                    <a:pt x="110782" y="179425"/>
                  </a:lnTo>
                  <a:lnTo>
                    <a:pt x="108978" y="181152"/>
                  </a:lnTo>
                  <a:lnTo>
                    <a:pt x="110515" y="184797"/>
                  </a:lnTo>
                  <a:lnTo>
                    <a:pt x="113296" y="185267"/>
                  </a:lnTo>
                  <a:lnTo>
                    <a:pt x="114173" y="183413"/>
                  </a:lnTo>
                  <a:lnTo>
                    <a:pt x="114325" y="183083"/>
                  </a:lnTo>
                  <a:lnTo>
                    <a:pt x="114477" y="182765"/>
                  </a:lnTo>
                  <a:lnTo>
                    <a:pt x="115062" y="181546"/>
                  </a:lnTo>
                  <a:close/>
                </a:path>
                <a:path w="281305" h="410209">
                  <a:moveTo>
                    <a:pt x="124980" y="44894"/>
                  </a:moveTo>
                  <a:lnTo>
                    <a:pt x="124764" y="43789"/>
                  </a:lnTo>
                  <a:lnTo>
                    <a:pt x="124091" y="40347"/>
                  </a:lnTo>
                  <a:lnTo>
                    <a:pt x="120307" y="41630"/>
                  </a:lnTo>
                  <a:lnTo>
                    <a:pt x="119722" y="42354"/>
                  </a:lnTo>
                  <a:lnTo>
                    <a:pt x="119672" y="44005"/>
                  </a:lnTo>
                  <a:lnTo>
                    <a:pt x="119888" y="44640"/>
                  </a:lnTo>
                  <a:lnTo>
                    <a:pt x="121729" y="46113"/>
                  </a:lnTo>
                  <a:lnTo>
                    <a:pt x="123558" y="45504"/>
                  </a:lnTo>
                  <a:lnTo>
                    <a:pt x="123558" y="45288"/>
                  </a:lnTo>
                  <a:lnTo>
                    <a:pt x="123571" y="45059"/>
                  </a:lnTo>
                  <a:lnTo>
                    <a:pt x="124980" y="44894"/>
                  </a:lnTo>
                  <a:close/>
                </a:path>
                <a:path w="281305" h="410209">
                  <a:moveTo>
                    <a:pt x="130771" y="1993"/>
                  </a:moveTo>
                  <a:lnTo>
                    <a:pt x="125514" y="6286"/>
                  </a:lnTo>
                  <a:lnTo>
                    <a:pt x="127317" y="6718"/>
                  </a:lnTo>
                  <a:lnTo>
                    <a:pt x="129070" y="5308"/>
                  </a:lnTo>
                  <a:lnTo>
                    <a:pt x="129209" y="5105"/>
                  </a:lnTo>
                  <a:lnTo>
                    <a:pt x="130771" y="1993"/>
                  </a:lnTo>
                  <a:close/>
                </a:path>
                <a:path w="281305" h="410209">
                  <a:moveTo>
                    <a:pt x="134035" y="178904"/>
                  </a:moveTo>
                  <a:lnTo>
                    <a:pt x="130175" y="176174"/>
                  </a:lnTo>
                  <a:lnTo>
                    <a:pt x="128752" y="178790"/>
                  </a:lnTo>
                  <a:lnTo>
                    <a:pt x="128143" y="179908"/>
                  </a:lnTo>
                  <a:lnTo>
                    <a:pt x="127673" y="180644"/>
                  </a:lnTo>
                  <a:lnTo>
                    <a:pt x="128270" y="182778"/>
                  </a:lnTo>
                  <a:lnTo>
                    <a:pt x="129044" y="183070"/>
                  </a:lnTo>
                  <a:lnTo>
                    <a:pt x="130962" y="182816"/>
                  </a:lnTo>
                  <a:lnTo>
                    <a:pt x="131394" y="182181"/>
                  </a:lnTo>
                  <a:lnTo>
                    <a:pt x="134035" y="178904"/>
                  </a:lnTo>
                  <a:close/>
                </a:path>
                <a:path w="281305" h="410209">
                  <a:moveTo>
                    <a:pt x="216522" y="47561"/>
                  </a:moveTo>
                  <a:lnTo>
                    <a:pt x="215760" y="46202"/>
                  </a:lnTo>
                  <a:lnTo>
                    <a:pt x="216319" y="45402"/>
                  </a:lnTo>
                  <a:lnTo>
                    <a:pt x="214312" y="44018"/>
                  </a:lnTo>
                  <a:lnTo>
                    <a:pt x="211645" y="45148"/>
                  </a:lnTo>
                  <a:lnTo>
                    <a:pt x="210820" y="45923"/>
                  </a:lnTo>
                  <a:lnTo>
                    <a:pt x="208800" y="48590"/>
                  </a:lnTo>
                  <a:lnTo>
                    <a:pt x="210400" y="50660"/>
                  </a:lnTo>
                  <a:lnTo>
                    <a:pt x="213728" y="50736"/>
                  </a:lnTo>
                  <a:lnTo>
                    <a:pt x="214630" y="50038"/>
                  </a:lnTo>
                  <a:lnTo>
                    <a:pt x="215493" y="48907"/>
                  </a:lnTo>
                  <a:lnTo>
                    <a:pt x="216522" y="47561"/>
                  </a:lnTo>
                  <a:close/>
                </a:path>
                <a:path w="281305" h="410209">
                  <a:moveTo>
                    <a:pt x="226529" y="276364"/>
                  </a:moveTo>
                  <a:lnTo>
                    <a:pt x="220192" y="276364"/>
                  </a:lnTo>
                  <a:lnTo>
                    <a:pt x="220179" y="281279"/>
                  </a:lnTo>
                  <a:lnTo>
                    <a:pt x="223354" y="281279"/>
                  </a:lnTo>
                  <a:lnTo>
                    <a:pt x="226517" y="281279"/>
                  </a:lnTo>
                  <a:lnTo>
                    <a:pt x="226529" y="276364"/>
                  </a:lnTo>
                  <a:close/>
                </a:path>
                <a:path w="281305" h="410209">
                  <a:moveTo>
                    <a:pt x="227012" y="255841"/>
                  </a:moveTo>
                  <a:lnTo>
                    <a:pt x="225729" y="254889"/>
                  </a:lnTo>
                  <a:lnTo>
                    <a:pt x="220624" y="259549"/>
                  </a:lnTo>
                  <a:lnTo>
                    <a:pt x="223545" y="261924"/>
                  </a:lnTo>
                  <a:lnTo>
                    <a:pt x="224688" y="259918"/>
                  </a:lnTo>
                  <a:lnTo>
                    <a:pt x="227012" y="255841"/>
                  </a:lnTo>
                  <a:close/>
                </a:path>
                <a:path w="281305" h="410209">
                  <a:moveTo>
                    <a:pt x="231495" y="59334"/>
                  </a:moveTo>
                  <a:lnTo>
                    <a:pt x="231228" y="59309"/>
                  </a:lnTo>
                  <a:lnTo>
                    <a:pt x="230479" y="59245"/>
                  </a:lnTo>
                  <a:lnTo>
                    <a:pt x="229730" y="59182"/>
                  </a:lnTo>
                  <a:lnTo>
                    <a:pt x="228434" y="59055"/>
                  </a:lnTo>
                  <a:lnTo>
                    <a:pt x="228434" y="59994"/>
                  </a:lnTo>
                  <a:lnTo>
                    <a:pt x="228981" y="59944"/>
                  </a:lnTo>
                  <a:lnTo>
                    <a:pt x="229730" y="59880"/>
                  </a:lnTo>
                  <a:lnTo>
                    <a:pt x="231228" y="59728"/>
                  </a:lnTo>
                  <a:lnTo>
                    <a:pt x="231495" y="59715"/>
                  </a:lnTo>
                  <a:lnTo>
                    <a:pt x="231495" y="59334"/>
                  </a:lnTo>
                  <a:close/>
                </a:path>
                <a:path w="281305" h="410209">
                  <a:moveTo>
                    <a:pt x="232664" y="54330"/>
                  </a:moveTo>
                  <a:lnTo>
                    <a:pt x="226402" y="54330"/>
                  </a:lnTo>
                  <a:lnTo>
                    <a:pt x="228600" y="57099"/>
                  </a:lnTo>
                  <a:lnTo>
                    <a:pt x="229146" y="57797"/>
                  </a:lnTo>
                  <a:lnTo>
                    <a:pt x="229933" y="57797"/>
                  </a:lnTo>
                  <a:lnTo>
                    <a:pt x="230479" y="57099"/>
                  </a:lnTo>
                  <a:lnTo>
                    <a:pt x="232664" y="54330"/>
                  </a:lnTo>
                  <a:close/>
                </a:path>
                <a:path w="281305" h="410209">
                  <a:moveTo>
                    <a:pt x="234099" y="144005"/>
                  </a:moveTo>
                  <a:lnTo>
                    <a:pt x="228638" y="142836"/>
                  </a:lnTo>
                  <a:lnTo>
                    <a:pt x="228600" y="147243"/>
                  </a:lnTo>
                  <a:lnTo>
                    <a:pt x="229031" y="147878"/>
                  </a:lnTo>
                  <a:lnTo>
                    <a:pt x="231228" y="149250"/>
                  </a:lnTo>
                  <a:lnTo>
                    <a:pt x="232791" y="148145"/>
                  </a:lnTo>
                  <a:lnTo>
                    <a:pt x="232829" y="147510"/>
                  </a:lnTo>
                  <a:lnTo>
                    <a:pt x="232879" y="146570"/>
                  </a:lnTo>
                  <a:lnTo>
                    <a:pt x="233413" y="145453"/>
                  </a:lnTo>
                  <a:lnTo>
                    <a:pt x="234099" y="144005"/>
                  </a:lnTo>
                  <a:close/>
                </a:path>
                <a:path w="281305" h="410209">
                  <a:moveTo>
                    <a:pt x="235432" y="22771"/>
                  </a:moveTo>
                  <a:lnTo>
                    <a:pt x="234886" y="22771"/>
                  </a:lnTo>
                  <a:lnTo>
                    <a:pt x="234886" y="23190"/>
                  </a:lnTo>
                  <a:lnTo>
                    <a:pt x="235165" y="23190"/>
                  </a:lnTo>
                  <a:lnTo>
                    <a:pt x="235432" y="23190"/>
                  </a:lnTo>
                  <a:lnTo>
                    <a:pt x="235432" y="22771"/>
                  </a:lnTo>
                  <a:close/>
                </a:path>
                <a:path w="281305" h="410209">
                  <a:moveTo>
                    <a:pt x="235445" y="105994"/>
                  </a:moveTo>
                  <a:lnTo>
                    <a:pt x="230771" y="102527"/>
                  </a:lnTo>
                  <a:lnTo>
                    <a:pt x="229184" y="105575"/>
                  </a:lnTo>
                  <a:lnTo>
                    <a:pt x="228701" y="106502"/>
                  </a:lnTo>
                  <a:lnTo>
                    <a:pt x="228676" y="107137"/>
                  </a:lnTo>
                  <a:lnTo>
                    <a:pt x="229019" y="109423"/>
                  </a:lnTo>
                  <a:lnTo>
                    <a:pt x="230517" y="109893"/>
                  </a:lnTo>
                  <a:lnTo>
                    <a:pt x="231597" y="109702"/>
                  </a:lnTo>
                  <a:lnTo>
                    <a:pt x="232079" y="109639"/>
                  </a:lnTo>
                  <a:lnTo>
                    <a:pt x="232435" y="109372"/>
                  </a:lnTo>
                  <a:lnTo>
                    <a:pt x="232918" y="108775"/>
                  </a:lnTo>
                  <a:lnTo>
                    <a:pt x="233692" y="107734"/>
                  </a:lnTo>
                  <a:lnTo>
                    <a:pt x="235445" y="105994"/>
                  </a:lnTo>
                  <a:close/>
                </a:path>
                <a:path w="281305" h="410209">
                  <a:moveTo>
                    <a:pt x="236982" y="167627"/>
                  </a:moveTo>
                  <a:lnTo>
                    <a:pt x="236880" y="165481"/>
                  </a:lnTo>
                  <a:lnTo>
                    <a:pt x="236829" y="165125"/>
                  </a:lnTo>
                  <a:lnTo>
                    <a:pt x="236067" y="162433"/>
                  </a:lnTo>
                  <a:lnTo>
                    <a:pt x="233070" y="163322"/>
                  </a:lnTo>
                  <a:lnTo>
                    <a:pt x="233743" y="165061"/>
                  </a:lnTo>
                  <a:lnTo>
                    <a:pt x="234188" y="166217"/>
                  </a:lnTo>
                  <a:lnTo>
                    <a:pt x="235318" y="167881"/>
                  </a:lnTo>
                  <a:lnTo>
                    <a:pt x="236982" y="167627"/>
                  </a:lnTo>
                  <a:close/>
                </a:path>
                <a:path w="281305" h="410209">
                  <a:moveTo>
                    <a:pt x="237731" y="127381"/>
                  </a:moveTo>
                  <a:lnTo>
                    <a:pt x="237197" y="126479"/>
                  </a:lnTo>
                  <a:lnTo>
                    <a:pt x="237083" y="126238"/>
                  </a:lnTo>
                  <a:lnTo>
                    <a:pt x="236943" y="126022"/>
                  </a:lnTo>
                  <a:lnTo>
                    <a:pt x="235788" y="123977"/>
                  </a:lnTo>
                  <a:lnTo>
                    <a:pt x="233260" y="126492"/>
                  </a:lnTo>
                  <a:lnTo>
                    <a:pt x="235089" y="127533"/>
                  </a:lnTo>
                  <a:lnTo>
                    <a:pt x="236677" y="128435"/>
                  </a:lnTo>
                  <a:lnTo>
                    <a:pt x="237731" y="127381"/>
                  </a:lnTo>
                  <a:close/>
                </a:path>
                <a:path w="281305" h="410209">
                  <a:moveTo>
                    <a:pt x="239102" y="319100"/>
                  </a:moveTo>
                  <a:lnTo>
                    <a:pt x="238188" y="318173"/>
                  </a:lnTo>
                  <a:lnTo>
                    <a:pt x="236766" y="319265"/>
                  </a:lnTo>
                  <a:lnTo>
                    <a:pt x="236347" y="319582"/>
                  </a:lnTo>
                  <a:lnTo>
                    <a:pt x="235089" y="320548"/>
                  </a:lnTo>
                  <a:lnTo>
                    <a:pt x="236728" y="322199"/>
                  </a:lnTo>
                  <a:lnTo>
                    <a:pt x="237705" y="320929"/>
                  </a:lnTo>
                  <a:lnTo>
                    <a:pt x="238328" y="320116"/>
                  </a:lnTo>
                  <a:lnTo>
                    <a:pt x="238645" y="319697"/>
                  </a:lnTo>
                  <a:lnTo>
                    <a:pt x="239102" y="319100"/>
                  </a:lnTo>
                  <a:close/>
                </a:path>
                <a:path w="281305" h="410209">
                  <a:moveTo>
                    <a:pt x="241554" y="304355"/>
                  </a:moveTo>
                  <a:lnTo>
                    <a:pt x="239331" y="302234"/>
                  </a:lnTo>
                  <a:lnTo>
                    <a:pt x="237680" y="300672"/>
                  </a:lnTo>
                  <a:lnTo>
                    <a:pt x="235889" y="301117"/>
                  </a:lnTo>
                  <a:lnTo>
                    <a:pt x="236118" y="302780"/>
                  </a:lnTo>
                  <a:lnTo>
                    <a:pt x="236702" y="307225"/>
                  </a:lnTo>
                  <a:lnTo>
                    <a:pt x="241554" y="304355"/>
                  </a:lnTo>
                  <a:close/>
                </a:path>
                <a:path w="281305" h="410209">
                  <a:moveTo>
                    <a:pt x="241642" y="230238"/>
                  </a:moveTo>
                  <a:lnTo>
                    <a:pt x="241058" y="230238"/>
                  </a:lnTo>
                  <a:lnTo>
                    <a:pt x="241058" y="230682"/>
                  </a:lnTo>
                  <a:lnTo>
                    <a:pt x="241350" y="230682"/>
                  </a:lnTo>
                  <a:lnTo>
                    <a:pt x="241642" y="230682"/>
                  </a:lnTo>
                  <a:lnTo>
                    <a:pt x="241642" y="230238"/>
                  </a:lnTo>
                  <a:close/>
                </a:path>
                <a:path w="281305" h="410209">
                  <a:moveTo>
                    <a:pt x="241808" y="46393"/>
                  </a:moveTo>
                  <a:lnTo>
                    <a:pt x="240969" y="45567"/>
                  </a:lnTo>
                  <a:lnTo>
                    <a:pt x="238036" y="47815"/>
                  </a:lnTo>
                  <a:lnTo>
                    <a:pt x="239547" y="49352"/>
                  </a:lnTo>
                  <a:lnTo>
                    <a:pt x="241808" y="46393"/>
                  </a:lnTo>
                  <a:close/>
                </a:path>
                <a:path w="281305" h="410209">
                  <a:moveTo>
                    <a:pt x="242074" y="345211"/>
                  </a:moveTo>
                  <a:lnTo>
                    <a:pt x="239991" y="342595"/>
                  </a:lnTo>
                  <a:lnTo>
                    <a:pt x="239458" y="341922"/>
                  </a:lnTo>
                  <a:lnTo>
                    <a:pt x="238734" y="341922"/>
                  </a:lnTo>
                  <a:lnTo>
                    <a:pt x="236131" y="345211"/>
                  </a:lnTo>
                  <a:lnTo>
                    <a:pt x="242074" y="345211"/>
                  </a:lnTo>
                  <a:close/>
                </a:path>
                <a:path w="281305" h="410209">
                  <a:moveTo>
                    <a:pt x="242201" y="188633"/>
                  </a:moveTo>
                  <a:lnTo>
                    <a:pt x="241617" y="188633"/>
                  </a:lnTo>
                  <a:lnTo>
                    <a:pt x="241617" y="189077"/>
                  </a:lnTo>
                  <a:lnTo>
                    <a:pt x="241909" y="189077"/>
                  </a:lnTo>
                  <a:lnTo>
                    <a:pt x="242201" y="189077"/>
                  </a:lnTo>
                  <a:lnTo>
                    <a:pt x="242201" y="188633"/>
                  </a:lnTo>
                  <a:close/>
                </a:path>
                <a:path w="281305" h="410209">
                  <a:moveTo>
                    <a:pt x="242443" y="232346"/>
                  </a:moveTo>
                  <a:lnTo>
                    <a:pt x="241719" y="231622"/>
                  </a:lnTo>
                  <a:lnTo>
                    <a:pt x="240690" y="232092"/>
                  </a:lnTo>
                  <a:lnTo>
                    <a:pt x="238480" y="233083"/>
                  </a:lnTo>
                  <a:lnTo>
                    <a:pt x="240957" y="235585"/>
                  </a:lnTo>
                  <a:lnTo>
                    <a:pt x="241757" y="233845"/>
                  </a:lnTo>
                  <a:lnTo>
                    <a:pt x="241973" y="233375"/>
                  </a:lnTo>
                  <a:lnTo>
                    <a:pt x="242087" y="233146"/>
                  </a:lnTo>
                  <a:lnTo>
                    <a:pt x="242443" y="232346"/>
                  </a:lnTo>
                  <a:close/>
                </a:path>
                <a:path w="281305" h="410209">
                  <a:moveTo>
                    <a:pt x="243128" y="247332"/>
                  </a:moveTo>
                  <a:lnTo>
                    <a:pt x="237337" y="247332"/>
                  </a:lnTo>
                  <a:lnTo>
                    <a:pt x="237324" y="251828"/>
                  </a:lnTo>
                  <a:lnTo>
                    <a:pt x="240220" y="251828"/>
                  </a:lnTo>
                  <a:lnTo>
                    <a:pt x="243116" y="251828"/>
                  </a:lnTo>
                  <a:lnTo>
                    <a:pt x="243128" y="247332"/>
                  </a:lnTo>
                  <a:close/>
                </a:path>
                <a:path w="281305" h="410209">
                  <a:moveTo>
                    <a:pt x="245478" y="69265"/>
                  </a:moveTo>
                  <a:lnTo>
                    <a:pt x="244487" y="66700"/>
                  </a:lnTo>
                  <a:lnTo>
                    <a:pt x="243039" y="67564"/>
                  </a:lnTo>
                  <a:lnTo>
                    <a:pt x="242455" y="67652"/>
                  </a:lnTo>
                  <a:lnTo>
                    <a:pt x="242163" y="67678"/>
                  </a:lnTo>
                  <a:lnTo>
                    <a:pt x="241211" y="67411"/>
                  </a:lnTo>
                  <a:lnTo>
                    <a:pt x="240728" y="68707"/>
                  </a:lnTo>
                  <a:lnTo>
                    <a:pt x="242328" y="69773"/>
                  </a:lnTo>
                  <a:lnTo>
                    <a:pt x="242951" y="69837"/>
                  </a:lnTo>
                  <a:lnTo>
                    <a:pt x="245478" y="69265"/>
                  </a:lnTo>
                  <a:close/>
                </a:path>
                <a:path w="281305" h="410209">
                  <a:moveTo>
                    <a:pt x="245973" y="272872"/>
                  </a:moveTo>
                  <a:lnTo>
                    <a:pt x="244436" y="271208"/>
                  </a:lnTo>
                  <a:lnTo>
                    <a:pt x="242963" y="269621"/>
                  </a:lnTo>
                  <a:lnTo>
                    <a:pt x="241947" y="270383"/>
                  </a:lnTo>
                  <a:lnTo>
                    <a:pt x="242684" y="274345"/>
                  </a:lnTo>
                  <a:lnTo>
                    <a:pt x="245973" y="272872"/>
                  </a:lnTo>
                  <a:close/>
                </a:path>
                <a:path w="281305" h="410209">
                  <a:moveTo>
                    <a:pt x="247878" y="255625"/>
                  </a:moveTo>
                  <a:lnTo>
                    <a:pt x="246075" y="255625"/>
                  </a:lnTo>
                  <a:lnTo>
                    <a:pt x="246062" y="257035"/>
                  </a:lnTo>
                  <a:lnTo>
                    <a:pt x="246976" y="257035"/>
                  </a:lnTo>
                  <a:lnTo>
                    <a:pt x="247878" y="257035"/>
                  </a:lnTo>
                  <a:lnTo>
                    <a:pt x="247878" y="255625"/>
                  </a:lnTo>
                  <a:close/>
                </a:path>
                <a:path w="281305" h="410209">
                  <a:moveTo>
                    <a:pt x="247954" y="379971"/>
                  </a:moveTo>
                  <a:lnTo>
                    <a:pt x="244868" y="379971"/>
                  </a:lnTo>
                  <a:lnTo>
                    <a:pt x="244868" y="382358"/>
                  </a:lnTo>
                  <a:lnTo>
                    <a:pt x="246405" y="382358"/>
                  </a:lnTo>
                  <a:lnTo>
                    <a:pt x="247954" y="382358"/>
                  </a:lnTo>
                  <a:lnTo>
                    <a:pt x="247954" y="379971"/>
                  </a:lnTo>
                  <a:close/>
                </a:path>
                <a:path w="281305" h="410209">
                  <a:moveTo>
                    <a:pt x="248462" y="201168"/>
                  </a:moveTo>
                  <a:lnTo>
                    <a:pt x="248246" y="199224"/>
                  </a:lnTo>
                  <a:lnTo>
                    <a:pt x="248069" y="197700"/>
                  </a:lnTo>
                  <a:lnTo>
                    <a:pt x="248043" y="197472"/>
                  </a:lnTo>
                  <a:lnTo>
                    <a:pt x="248005" y="197078"/>
                  </a:lnTo>
                  <a:lnTo>
                    <a:pt x="247878" y="195948"/>
                  </a:lnTo>
                  <a:lnTo>
                    <a:pt x="245160" y="196507"/>
                  </a:lnTo>
                  <a:lnTo>
                    <a:pt x="245160" y="197472"/>
                  </a:lnTo>
                  <a:lnTo>
                    <a:pt x="245046" y="197700"/>
                  </a:lnTo>
                  <a:lnTo>
                    <a:pt x="244843" y="197713"/>
                  </a:lnTo>
                  <a:lnTo>
                    <a:pt x="244894" y="197561"/>
                  </a:lnTo>
                  <a:lnTo>
                    <a:pt x="245160" y="197472"/>
                  </a:lnTo>
                  <a:lnTo>
                    <a:pt x="245160" y="196507"/>
                  </a:lnTo>
                  <a:lnTo>
                    <a:pt x="244652" y="196608"/>
                  </a:lnTo>
                  <a:lnTo>
                    <a:pt x="244652" y="197345"/>
                  </a:lnTo>
                  <a:lnTo>
                    <a:pt x="244373" y="197307"/>
                  </a:lnTo>
                  <a:lnTo>
                    <a:pt x="244373" y="197078"/>
                  </a:lnTo>
                  <a:lnTo>
                    <a:pt x="244652" y="197345"/>
                  </a:lnTo>
                  <a:lnTo>
                    <a:pt x="244652" y="196608"/>
                  </a:lnTo>
                  <a:lnTo>
                    <a:pt x="243103" y="196913"/>
                  </a:lnTo>
                  <a:lnTo>
                    <a:pt x="243141" y="198221"/>
                  </a:lnTo>
                  <a:lnTo>
                    <a:pt x="243166" y="198920"/>
                  </a:lnTo>
                  <a:lnTo>
                    <a:pt x="243141" y="198221"/>
                  </a:lnTo>
                  <a:lnTo>
                    <a:pt x="243027" y="198361"/>
                  </a:lnTo>
                  <a:lnTo>
                    <a:pt x="242925" y="199224"/>
                  </a:lnTo>
                  <a:lnTo>
                    <a:pt x="243395" y="200596"/>
                  </a:lnTo>
                  <a:lnTo>
                    <a:pt x="244068" y="201168"/>
                  </a:lnTo>
                  <a:lnTo>
                    <a:pt x="248462" y="201168"/>
                  </a:lnTo>
                  <a:close/>
                </a:path>
                <a:path w="281305" h="410209">
                  <a:moveTo>
                    <a:pt x="248627" y="15633"/>
                  </a:moveTo>
                  <a:lnTo>
                    <a:pt x="247878" y="14986"/>
                  </a:lnTo>
                  <a:lnTo>
                    <a:pt x="247053" y="15392"/>
                  </a:lnTo>
                  <a:lnTo>
                    <a:pt x="246875" y="15544"/>
                  </a:lnTo>
                  <a:lnTo>
                    <a:pt x="246659" y="15595"/>
                  </a:lnTo>
                  <a:lnTo>
                    <a:pt x="246430" y="15544"/>
                  </a:lnTo>
                  <a:lnTo>
                    <a:pt x="244906" y="15405"/>
                  </a:lnTo>
                  <a:lnTo>
                    <a:pt x="244906" y="17792"/>
                  </a:lnTo>
                  <a:lnTo>
                    <a:pt x="246430" y="17932"/>
                  </a:lnTo>
                  <a:lnTo>
                    <a:pt x="247484" y="18034"/>
                  </a:lnTo>
                  <a:lnTo>
                    <a:pt x="248335" y="17589"/>
                  </a:lnTo>
                  <a:lnTo>
                    <a:pt x="248500" y="16497"/>
                  </a:lnTo>
                  <a:lnTo>
                    <a:pt x="248627" y="15633"/>
                  </a:lnTo>
                  <a:close/>
                </a:path>
                <a:path w="281305" h="410209">
                  <a:moveTo>
                    <a:pt x="248653" y="31483"/>
                  </a:moveTo>
                  <a:lnTo>
                    <a:pt x="243039" y="31483"/>
                  </a:lnTo>
                  <a:lnTo>
                    <a:pt x="243039" y="35839"/>
                  </a:lnTo>
                  <a:lnTo>
                    <a:pt x="245846" y="35839"/>
                  </a:lnTo>
                  <a:lnTo>
                    <a:pt x="248653" y="35839"/>
                  </a:lnTo>
                  <a:lnTo>
                    <a:pt x="248653" y="31483"/>
                  </a:lnTo>
                  <a:close/>
                </a:path>
                <a:path w="281305" h="410209">
                  <a:moveTo>
                    <a:pt x="249008" y="319328"/>
                  </a:moveTo>
                  <a:lnTo>
                    <a:pt x="248640" y="317093"/>
                  </a:lnTo>
                  <a:lnTo>
                    <a:pt x="248221" y="314617"/>
                  </a:lnTo>
                  <a:lnTo>
                    <a:pt x="241947" y="314998"/>
                  </a:lnTo>
                  <a:lnTo>
                    <a:pt x="241681" y="318897"/>
                  </a:lnTo>
                  <a:lnTo>
                    <a:pt x="241668" y="319405"/>
                  </a:lnTo>
                  <a:lnTo>
                    <a:pt x="245833" y="321157"/>
                  </a:lnTo>
                  <a:lnTo>
                    <a:pt x="246418" y="319455"/>
                  </a:lnTo>
                  <a:lnTo>
                    <a:pt x="249008" y="319328"/>
                  </a:lnTo>
                  <a:close/>
                </a:path>
                <a:path w="281305" h="410209">
                  <a:moveTo>
                    <a:pt x="249313" y="165798"/>
                  </a:moveTo>
                  <a:lnTo>
                    <a:pt x="243522" y="165798"/>
                  </a:lnTo>
                  <a:lnTo>
                    <a:pt x="243509" y="170294"/>
                  </a:lnTo>
                  <a:lnTo>
                    <a:pt x="246405" y="170294"/>
                  </a:lnTo>
                  <a:lnTo>
                    <a:pt x="249301" y="170294"/>
                  </a:lnTo>
                  <a:lnTo>
                    <a:pt x="249313" y="165798"/>
                  </a:lnTo>
                  <a:close/>
                </a:path>
                <a:path w="281305" h="410209">
                  <a:moveTo>
                    <a:pt x="249402" y="58826"/>
                  </a:moveTo>
                  <a:lnTo>
                    <a:pt x="249047" y="58826"/>
                  </a:lnTo>
                  <a:lnTo>
                    <a:pt x="249047" y="59105"/>
                  </a:lnTo>
                  <a:lnTo>
                    <a:pt x="249224" y="59105"/>
                  </a:lnTo>
                  <a:lnTo>
                    <a:pt x="249402" y="59105"/>
                  </a:lnTo>
                  <a:lnTo>
                    <a:pt x="249402" y="58826"/>
                  </a:lnTo>
                  <a:close/>
                </a:path>
                <a:path w="281305" h="410209">
                  <a:moveTo>
                    <a:pt x="249974" y="221030"/>
                  </a:moveTo>
                  <a:lnTo>
                    <a:pt x="249923" y="220865"/>
                  </a:lnTo>
                  <a:lnTo>
                    <a:pt x="249529" y="219951"/>
                  </a:lnTo>
                  <a:lnTo>
                    <a:pt x="249516" y="219049"/>
                  </a:lnTo>
                  <a:lnTo>
                    <a:pt x="249859" y="218109"/>
                  </a:lnTo>
                  <a:lnTo>
                    <a:pt x="249745" y="217982"/>
                  </a:lnTo>
                  <a:lnTo>
                    <a:pt x="249389" y="219087"/>
                  </a:lnTo>
                  <a:lnTo>
                    <a:pt x="249364" y="219913"/>
                  </a:lnTo>
                  <a:lnTo>
                    <a:pt x="249707" y="221119"/>
                  </a:lnTo>
                  <a:lnTo>
                    <a:pt x="249974" y="221030"/>
                  </a:lnTo>
                  <a:close/>
                </a:path>
                <a:path w="281305" h="410209">
                  <a:moveTo>
                    <a:pt x="250329" y="21399"/>
                  </a:moveTo>
                  <a:lnTo>
                    <a:pt x="248742" y="20929"/>
                  </a:lnTo>
                  <a:lnTo>
                    <a:pt x="246367" y="26162"/>
                  </a:lnTo>
                  <a:lnTo>
                    <a:pt x="249986" y="27038"/>
                  </a:lnTo>
                  <a:lnTo>
                    <a:pt x="250139" y="24663"/>
                  </a:lnTo>
                  <a:lnTo>
                    <a:pt x="250329" y="21399"/>
                  </a:lnTo>
                  <a:close/>
                </a:path>
                <a:path w="281305" h="410209">
                  <a:moveTo>
                    <a:pt x="252425" y="406527"/>
                  </a:moveTo>
                  <a:lnTo>
                    <a:pt x="248259" y="406527"/>
                  </a:lnTo>
                  <a:lnTo>
                    <a:pt x="248259" y="409765"/>
                  </a:lnTo>
                  <a:lnTo>
                    <a:pt x="250342" y="409765"/>
                  </a:lnTo>
                  <a:lnTo>
                    <a:pt x="252425" y="409765"/>
                  </a:lnTo>
                  <a:lnTo>
                    <a:pt x="252425" y="406527"/>
                  </a:lnTo>
                  <a:close/>
                </a:path>
                <a:path w="281305" h="410209">
                  <a:moveTo>
                    <a:pt x="252425" y="135686"/>
                  </a:moveTo>
                  <a:lnTo>
                    <a:pt x="248818" y="134289"/>
                  </a:lnTo>
                  <a:lnTo>
                    <a:pt x="248170" y="136702"/>
                  </a:lnTo>
                  <a:lnTo>
                    <a:pt x="247713" y="138430"/>
                  </a:lnTo>
                  <a:lnTo>
                    <a:pt x="248399" y="140093"/>
                  </a:lnTo>
                  <a:lnTo>
                    <a:pt x="250291" y="140246"/>
                  </a:lnTo>
                  <a:lnTo>
                    <a:pt x="251231" y="140309"/>
                  </a:lnTo>
                  <a:lnTo>
                    <a:pt x="251714" y="139331"/>
                  </a:lnTo>
                  <a:lnTo>
                    <a:pt x="251587" y="138544"/>
                  </a:lnTo>
                  <a:lnTo>
                    <a:pt x="251650" y="138290"/>
                  </a:lnTo>
                  <a:lnTo>
                    <a:pt x="251587" y="138125"/>
                  </a:lnTo>
                  <a:lnTo>
                    <a:pt x="251383" y="138061"/>
                  </a:lnTo>
                  <a:lnTo>
                    <a:pt x="252425" y="135686"/>
                  </a:lnTo>
                  <a:close/>
                </a:path>
                <a:path w="281305" h="410209">
                  <a:moveTo>
                    <a:pt x="254558" y="117754"/>
                  </a:moveTo>
                  <a:lnTo>
                    <a:pt x="251790" y="114998"/>
                  </a:lnTo>
                  <a:lnTo>
                    <a:pt x="250215" y="116738"/>
                  </a:lnTo>
                  <a:lnTo>
                    <a:pt x="249593" y="117436"/>
                  </a:lnTo>
                  <a:lnTo>
                    <a:pt x="249301" y="117919"/>
                  </a:lnTo>
                  <a:lnTo>
                    <a:pt x="248539" y="119761"/>
                  </a:lnTo>
                  <a:lnTo>
                    <a:pt x="249783" y="120980"/>
                  </a:lnTo>
                  <a:lnTo>
                    <a:pt x="251625" y="120230"/>
                  </a:lnTo>
                  <a:lnTo>
                    <a:pt x="252107" y="119951"/>
                  </a:lnTo>
                  <a:lnTo>
                    <a:pt x="254558" y="117754"/>
                  </a:lnTo>
                  <a:close/>
                </a:path>
                <a:path w="281305" h="410209">
                  <a:moveTo>
                    <a:pt x="254571" y="10947"/>
                  </a:moveTo>
                  <a:lnTo>
                    <a:pt x="253987" y="10947"/>
                  </a:lnTo>
                  <a:lnTo>
                    <a:pt x="253987" y="11391"/>
                  </a:lnTo>
                  <a:lnTo>
                    <a:pt x="254279" y="11391"/>
                  </a:lnTo>
                  <a:lnTo>
                    <a:pt x="254571" y="11391"/>
                  </a:lnTo>
                  <a:lnTo>
                    <a:pt x="254571" y="10947"/>
                  </a:lnTo>
                  <a:close/>
                </a:path>
                <a:path w="281305" h="410209">
                  <a:moveTo>
                    <a:pt x="256997" y="354685"/>
                  </a:moveTo>
                  <a:lnTo>
                    <a:pt x="250444" y="354685"/>
                  </a:lnTo>
                  <a:lnTo>
                    <a:pt x="252260" y="357835"/>
                  </a:lnTo>
                  <a:lnTo>
                    <a:pt x="252349" y="357962"/>
                  </a:lnTo>
                  <a:lnTo>
                    <a:pt x="252425" y="358114"/>
                  </a:lnTo>
                  <a:lnTo>
                    <a:pt x="253034" y="359156"/>
                  </a:lnTo>
                  <a:lnTo>
                    <a:pt x="254406" y="359156"/>
                  </a:lnTo>
                  <a:lnTo>
                    <a:pt x="255016" y="358114"/>
                  </a:lnTo>
                  <a:lnTo>
                    <a:pt x="255092" y="357962"/>
                  </a:lnTo>
                  <a:lnTo>
                    <a:pt x="256997" y="354685"/>
                  </a:lnTo>
                  <a:close/>
                </a:path>
                <a:path w="281305" h="410209">
                  <a:moveTo>
                    <a:pt x="257073" y="285470"/>
                  </a:moveTo>
                  <a:lnTo>
                    <a:pt x="254088" y="284772"/>
                  </a:lnTo>
                  <a:lnTo>
                    <a:pt x="252666" y="284454"/>
                  </a:lnTo>
                  <a:lnTo>
                    <a:pt x="252044" y="285089"/>
                  </a:lnTo>
                  <a:lnTo>
                    <a:pt x="253060" y="289483"/>
                  </a:lnTo>
                  <a:lnTo>
                    <a:pt x="257073" y="285470"/>
                  </a:lnTo>
                  <a:close/>
                </a:path>
                <a:path w="281305" h="410209">
                  <a:moveTo>
                    <a:pt x="257797" y="85229"/>
                  </a:moveTo>
                  <a:lnTo>
                    <a:pt x="255752" y="82283"/>
                  </a:lnTo>
                  <a:lnTo>
                    <a:pt x="254723" y="80822"/>
                  </a:lnTo>
                  <a:lnTo>
                    <a:pt x="249085" y="82550"/>
                  </a:lnTo>
                  <a:lnTo>
                    <a:pt x="249580" y="84340"/>
                  </a:lnTo>
                  <a:lnTo>
                    <a:pt x="248246" y="86423"/>
                  </a:lnTo>
                  <a:lnTo>
                    <a:pt x="252399" y="89725"/>
                  </a:lnTo>
                  <a:lnTo>
                    <a:pt x="256349" y="86436"/>
                  </a:lnTo>
                  <a:lnTo>
                    <a:pt x="257797" y="85229"/>
                  </a:lnTo>
                  <a:close/>
                </a:path>
                <a:path w="281305" h="410209">
                  <a:moveTo>
                    <a:pt x="261150" y="243725"/>
                  </a:moveTo>
                  <a:lnTo>
                    <a:pt x="260565" y="242722"/>
                  </a:lnTo>
                  <a:lnTo>
                    <a:pt x="260311" y="242265"/>
                  </a:lnTo>
                  <a:lnTo>
                    <a:pt x="259397" y="240652"/>
                  </a:lnTo>
                  <a:lnTo>
                    <a:pt x="257149" y="242887"/>
                  </a:lnTo>
                  <a:lnTo>
                    <a:pt x="258775" y="243801"/>
                  </a:lnTo>
                  <a:lnTo>
                    <a:pt x="259448" y="244182"/>
                  </a:lnTo>
                  <a:lnTo>
                    <a:pt x="260248" y="244640"/>
                  </a:lnTo>
                  <a:lnTo>
                    <a:pt x="261150" y="243725"/>
                  </a:lnTo>
                  <a:close/>
                </a:path>
                <a:path w="281305" h="410209">
                  <a:moveTo>
                    <a:pt x="261480" y="184010"/>
                  </a:moveTo>
                  <a:lnTo>
                    <a:pt x="260578" y="184010"/>
                  </a:lnTo>
                  <a:lnTo>
                    <a:pt x="260578" y="184708"/>
                  </a:lnTo>
                  <a:lnTo>
                    <a:pt x="261035" y="184708"/>
                  </a:lnTo>
                  <a:lnTo>
                    <a:pt x="261480" y="184708"/>
                  </a:lnTo>
                  <a:lnTo>
                    <a:pt x="261480" y="184010"/>
                  </a:lnTo>
                  <a:close/>
                </a:path>
                <a:path w="281305" h="410209">
                  <a:moveTo>
                    <a:pt x="261848" y="43294"/>
                  </a:moveTo>
                  <a:lnTo>
                    <a:pt x="260388" y="41833"/>
                  </a:lnTo>
                  <a:lnTo>
                    <a:pt x="258127" y="43230"/>
                  </a:lnTo>
                  <a:lnTo>
                    <a:pt x="257784" y="43611"/>
                  </a:lnTo>
                  <a:lnTo>
                    <a:pt x="257721" y="44907"/>
                  </a:lnTo>
                  <a:lnTo>
                    <a:pt x="257708" y="45453"/>
                  </a:lnTo>
                  <a:lnTo>
                    <a:pt x="258229" y="45974"/>
                  </a:lnTo>
                  <a:lnTo>
                    <a:pt x="258787" y="45961"/>
                  </a:lnTo>
                  <a:lnTo>
                    <a:pt x="260045" y="45910"/>
                  </a:lnTo>
                  <a:lnTo>
                    <a:pt x="260451" y="45580"/>
                  </a:lnTo>
                  <a:lnTo>
                    <a:pt x="261848" y="43294"/>
                  </a:lnTo>
                  <a:close/>
                </a:path>
                <a:path w="281305" h="410209">
                  <a:moveTo>
                    <a:pt x="262940" y="131533"/>
                  </a:moveTo>
                  <a:lnTo>
                    <a:pt x="262128" y="130708"/>
                  </a:lnTo>
                  <a:lnTo>
                    <a:pt x="261924" y="130911"/>
                  </a:lnTo>
                  <a:lnTo>
                    <a:pt x="262051" y="131038"/>
                  </a:lnTo>
                  <a:lnTo>
                    <a:pt x="262750" y="131724"/>
                  </a:lnTo>
                  <a:lnTo>
                    <a:pt x="262940" y="131533"/>
                  </a:lnTo>
                  <a:close/>
                </a:path>
                <a:path w="281305" h="410209">
                  <a:moveTo>
                    <a:pt x="263067" y="25793"/>
                  </a:moveTo>
                  <a:lnTo>
                    <a:pt x="258991" y="25781"/>
                  </a:lnTo>
                  <a:lnTo>
                    <a:pt x="259816" y="27813"/>
                  </a:lnTo>
                  <a:lnTo>
                    <a:pt x="259867" y="27978"/>
                  </a:lnTo>
                  <a:lnTo>
                    <a:pt x="259943" y="28143"/>
                  </a:lnTo>
                  <a:lnTo>
                    <a:pt x="260007" y="28308"/>
                  </a:lnTo>
                  <a:lnTo>
                    <a:pt x="260413" y="29311"/>
                  </a:lnTo>
                  <a:lnTo>
                    <a:pt x="261645" y="29311"/>
                  </a:lnTo>
                  <a:lnTo>
                    <a:pt x="262051" y="28308"/>
                  </a:lnTo>
                  <a:lnTo>
                    <a:pt x="262115" y="28143"/>
                  </a:lnTo>
                  <a:lnTo>
                    <a:pt x="262191" y="27978"/>
                  </a:lnTo>
                  <a:lnTo>
                    <a:pt x="262255" y="27813"/>
                  </a:lnTo>
                  <a:lnTo>
                    <a:pt x="263067" y="25793"/>
                  </a:lnTo>
                  <a:close/>
                </a:path>
                <a:path w="281305" h="410209">
                  <a:moveTo>
                    <a:pt x="263512" y="277202"/>
                  </a:moveTo>
                  <a:lnTo>
                    <a:pt x="260794" y="277202"/>
                  </a:lnTo>
                  <a:lnTo>
                    <a:pt x="260794" y="279311"/>
                  </a:lnTo>
                  <a:lnTo>
                    <a:pt x="262153" y="279311"/>
                  </a:lnTo>
                  <a:lnTo>
                    <a:pt x="263512" y="279311"/>
                  </a:lnTo>
                  <a:lnTo>
                    <a:pt x="263512" y="277202"/>
                  </a:lnTo>
                  <a:close/>
                </a:path>
                <a:path w="281305" h="410209">
                  <a:moveTo>
                    <a:pt x="264363" y="5067"/>
                  </a:moveTo>
                  <a:lnTo>
                    <a:pt x="262610" y="3429"/>
                  </a:lnTo>
                  <a:lnTo>
                    <a:pt x="260680" y="1651"/>
                  </a:lnTo>
                  <a:lnTo>
                    <a:pt x="258927" y="5473"/>
                  </a:lnTo>
                  <a:lnTo>
                    <a:pt x="261175" y="5892"/>
                  </a:lnTo>
                  <a:lnTo>
                    <a:pt x="261975" y="6045"/>
                  </a:lnTo>
                  <a:lnTo>
                    <a:pt x="262382" y="6121"/>
                  </a:lnTo>
                  <a:lnTo>
                    <a:pt x="263410" y="6311"/>
                  </a:lnTo>
                  <a:lnTo>
                    <a:pt x="264363" y="5067"/>
                  </a:lnTo>
                  <a:close/>
                </a:path>
                <a:path w="281305" h="410209">
                  <a:moveTo>
                    <a:pt x="264464" y="313105"/>
                  </a:moveTo>
                  <a:lnTo>
                    <a:pt x="263537" y="312737"/>
                  </a:lnTo>
                  <a:lnTo>
                    <a:pt x="263372" y="312674"/>
                  </a:lnTo>
                  <a:lnTo>
                    <a:pt x="263207" y="312597"/>
                  </a:lnTo>
                  <a:lnTo>
                    <a:pt x="261124" y="311772"/>
                  </a:lnTo>
                  <a:lnTo>
                    <a:pt x="261112" y="315607"/>
                  </a:lnTo>
                  <a:lnTo>
                    <a:pt x="263029" y="314833"/>
                  </a:lnTo>
                  <a:lnTo>
                    <a:pt x="263207" y="314769"/>
                  </a:lnTo>
                  <a:lnTo>
                    <a:pt x="263537" y="314642"/>
                  </a:lnTo>
                  <a:lnTo>
                    <a:pt x="264464" y="314261"/>
                  </a:lnTo>
                  <a:lnTo>
                    <a:pt x="264464" y="313105"/>
                  </a:lnTo>
                  <a:close/>
                </a:path>
                <a:path w="281305" h="410209">
                  <a:moveTo>
                    <a:pt x="264693" y="371373"/>
                  </a:moveTo>
                  <a:lnTo>
                    <a:pt x="264109" y="371373"/>
                  </a:lnTo>
                  <a:lnTo>
                    <a:pt x="264109" y="371830"/>
                  </a:lnTo>
                  <a:lnTo>
                    <a:pt x="264401" y="371830"/>
                  </a:lnTo>
                  <a:lnTo>
                    <a:pt x="264693" y="371830"/>
                  </a:lnTo>
                  <a:lnTo>
                    <a:pt x="264693" y="371373"/>
                  </a:lnTo>
                  <a:close/>
                </a:path>
                <a:path w="281305" h="410209">
                  <a:moveTo>
                    <a:pt x="265137" y="202184"/>
                  </a:moveTo>
                  <a:lnTo>
                    <a:pt x="264490" y="201917"/>
                  </a:lnTo>
                  <a:lnTo>
                    <a:pt x="262496" y="201066"/>
                  </a:lnTo>
                  <a:lnTo>
                    <a:pt x="262382" y="200875"/>
                  </a:lnTo>
                  <a:lnTo>
                    <a:pt x="261912" y="200050"/>
                  </a:lnTo>
                  <a:lnTo>
                    <a:pt x="259803" y="200418"/>
                  </a:lnTo>
                  <a:lnTo>
                    <a:pt x="259219" y="202399"/>
                  </a:lnTo>
                  <a:lnTo>
                    <a:pt x="259080" y="203390"/>
                  </a:lnTo>
                  <a:lnTo>
                    <a:pt x="258927" y="204736"/>
                  </a:lnTo>
                  <a:lnTo>
                    <a:pt x="260362" y="205905"/>
                  </a:lnTo>
                  <a:lnTo>
                    <a:pt x="265061" y="205879"/>
                  </a:lnTo>
                  <a:lnTo>
                    <a:pt x="265137" y="202184"/>
                  </a:lnTo>
                  <a:close/>
                </a:path>
                <a:path w="281305" h="410209">
                  <a:moveTo>
                    <a:pt x="265887" y="338924"/>
                  </a:moveTo>
                  <a:lnTo>
                    <a:pt x="265163" y="336054"/>
                  </a:lnTo>
                  <a:lnTo>
                    <a:pt x="262280" y="336003"/>
                  </a:lnTo>
                  <a:lnTo>
                    <a:pt x="261835" y="337908"/>
                  </a:lnTo>
                  <a:lnTo>
                    <a:pt x="261594" y="338924"/>
                  </a:lnTo>
                  <a:lnTo>
                    <a:pt x="261645" y="339559"/>
                  </a:lnTo>
                  <a:lnTo>
                    <a:pt x="262826" y="341642"/>
                  </a:lnTo>
                  <a:lnTo>
                    <a:pt x="264668" y="341680"/>
                  </a:lnTo>
                  <a:lnTo>
                    <a:pt x="265836" y="339534"/>
                  </a:lnTo>
                  <a:lnTo>
                    <a:pt x="265887" y="338924"/>
                  </a:lnTo>
                  <a:close/>
                </a:path>
                <a:path w="281305" h="410209">
                  <a:moveTo>
                    <a:pt x="266903" y="15659"/>
                  </a:moveTo>
                  <a:lnTo>
                    <a:pt x="265036" y="11823"/>
                  </a:lnTo>
                  <a:lnTo>
                    <a:pt x="264134" y="9944"/>
                  </a:lnTo>
                  <a:lnTo>
                    <a:pt x="262432" y="9944"/>
                  </a:lnTo>
                  <a:lnTo>
                    <a:pt x="259664" y="15659"/>
                  </a:lnTo>
                  <a:lnTo>
                    <a:pt x="266903" y="15659"/>
                  </a:lnTo>
                  <a:close/>
                </a:path>
                <a:path w="281305" h="410209">
                  <a:moveTo>
                    <a:pt x="266979" y="115951"/>
                  </a:moveTo>
                  <a:lnTo>
                    <a:pt x="266280" y="112801"/>
                  </a:lnTo>
                  <a:lnTo>
                    <a:pt x="265620" y="109855"/>
                  </a:lnTo>
                  <a:lnTo>
                    <a:pt x="263182" y="109855"/>
                  </a:lnTo>
                  <a:lnTo>
                    <a:pt x="261835" y="115938"/>
                  </a:lnTo>
                  <a:lnTo>
                    <a:pt x="266979" y="115951"/>
                  </a:lnTo>
                  <a:close/>
                </a:path>
                <a:path w="281305" h="410209">
                  <a:moveTo>
                    <a:pt x="268071" y="70954"/>
                  </a:moveTo>
                  <a:lnTo>
                    <a:pt x="263829" y="68605"/>
                  </a:lnTo>
                  <a:lnTo>
                    <a:pt x="263601" y="70319"/>
                  </a:lnTo>
                  <a:lnTo>
                    <a:pt x="263245" y="70535"/>
                  </a:lnTo>
                  <a:lnTo>
                    <a:pt x="263359" y="72504"/>
                  </a:lnTo>
                  <a:lnTo>
                    <a:pt x="264515" y="73253"/>
                  </a:lnTo>
                  <a:lnTo>
                    <a:pt x="268071" y="70954"/>
                  </a:lnTo>
                  <a:close/>
                </a:path>
                <a:path w="281305" h="410209">
                  <a:moveTo>
                    <a:pt x="268097" y="214884"/>
                  </a:moveTo>
                  <a:lnTo>
                    <a:pt x="263664" y="210464"/>
                  </a:lnTo>
                  <a:lnTo>
                    <a:pt x="262915" y="213741"/>
                  </a:lnTo>
                  <a:lnTo>
                    <a:pt x="262559" y="215277"/>
                  </a:lnTo>
                  <a:lnTo>
                    <a:pt x="263296" y="216001"/>
                  </a:lnTo>
                  <a:lnTo>
                    <a:pt x="264820" y="215646"/>
                  </a:lnTo>
                  <a:lnTo>
                    <a:pt x="268097" y="214884"/>
                  </a:lnTo>
                  <a:close/>
                </a:path>
                <a:path w="281305" h="410209">
                  <a:moveTo>
                    <a:pt x="268135" y="174536"/>
                  </a:moveTo>
                  <a:lnTo>
                    <a:pt x="267779" y="174523"/>
                  </a:lnTo>
                  <a:lnTo>
                    <a:pt x="267411" y="174485"/>
                  </a:lnTo>
                  <a:lnTo>
                    <a:pt x="266649" y="174447"/>
                  </a:lnTo>
                  <a:lnTo>
                    <a:pt x="266204" y="174409"/>
                  </a:lnTo>
                  <a:lnTo>
                    <a:pt x="266204" y="175183"/>
                  </a:lnTo>
                  <a:lnTo>
                    <a:pt x="266649" y="175145"/>
                  </a:lnTo>
                  <a:lnTo>
                    <a:pt x="267411" y="175107"/>
                  </a:lnTo>
                  <a:lnTo>
                    <a:pt x="267779" y="175069"/>
                  </a:lnTo>
                  <a:lnTo>
                    <a:pt x="268135" y="175056"/>
                  </a:lnTo>
                  <a:lnTo>
                    <a:pt x="268135" y="174536"/>
                  </a:lnTo>
                  <a:close/>
                </a:path>
                <a:path w="281305" h="410209">
                  <a:moveTo>
                    <a:pt x="268871" y="378066"/>
                  </a:moveTo>
                  <a:lnTo>
                    <a:pt x="266687" y="378066"/>
                  </a:lnTo>
                  <a:lnTo>
                    <a:pt x="266687" y="379755"/>
                  </a:lnTo>
                  <a:lnTo>
                    <a:pt x="267779" y="379755"/>
                  </a:lnTo>
                  <a:lnTo>
                    <a:pt x="268871" y="379755"/>
                  </a:lnTo>
                  <a:lnTo>
                    <a:pt x="268871" y="378066"/>
                  </a:lnTo>
                  <a:close/>
                </a:path>
                <a:path w="281305" h="410209">
                  <a:moveTo>
                    <a:pt x="270675" y="106629"/>
                  </a:moveTo>
                  <a:lnTo>
                    <a:pt x="268833" y="103454"/>
                  </a:lnTo>
                  <a:lnTo>
                    <a:pt x="265760" y="105397"/>
                  </a:lnTo>
                  <a:lnTo>
                    <a:pt x="265684" y="106629"/>
                  </a:lnTo>
                  <a:lnTo>
                    <a:pt x="266776" y="109016"/>
                  </a:lnTo>
                  <a:lnTo>
                    <a:pt x="268795" y="108356"/>
                  </a:lnTo>
                  <a:lnTo>
                    <a:pt x="268935" y="107988"/>
                  </a:lnTo>
                  <a:lnTo>
                    <a:pt x="269062" y="107632"/>
                  </a:lnTo>
                  <a:lnTo>
                    <a:pt x="270230" y="106895"/>
                  </a:lnTo>
                  <a:lnTo>
                    <a:pt x="270675" y="106629"/>
                  </a:lnTo>
                  <a:close/>
                </a:path>
                <a:path w="281305" h="410209">
                  <a:moveTo>
                    <a:pt x="271449" y="264541"/>
                  </a:moveTo>
                  <a:lnTo>
                    <a:pt x="270852" y="264541"/>
                  </a:lnTo>
                  <a:lnTo>
                    <a:pt x="270852" y="264985"/>
                  </a:lnTo>
                  <a:lnTo>
                    <a:pt x="271157" y="264985"/>
                  </a:lnTo>
                  <a:lnTo>
                    <a:pt x="271449" y="264985"/>
                  </a:lnTo>
                  <a:lnTo>
                    <a:pt x="271449" y="264541"/>
                  </a:lnTo>
                  <a:close/>
                </a:path>
                <a:path w="281305" h="410209">
                  <a:moveTo>
                    <a:pt x="275653" y="21361"/>
                  </a:moveTo>
                  <a:lnTo>
                    <a:pt x="274955" y="20662"/>
                  </a:lnTo>
                  <a:lnTo>
                    <a:pt x="274764" y="20485"/>
                  </a:lnTo>
                  <a:lnTo>
                    <a:pt x="274459" y="20154"/>
                  </a:lnTo>
                  <a:lnTo>
                    <a:pt x="273951" y="20650"/>
                  </a:lnTo>
                  <a:lnTo>
                    <a:pt x="274281" y="20980"/>
                  </a:lnTo>
                  <a:lnTo>
                    <a:pt x="275158" y="21856"/>
                  </a:lnTo>
                  <a:lnTo>
                    <a:pt x="275653" y="21361"/>
                  </a:lnTo>
                  <a:close/>
                </a:path>
                <a:path w="281305" h="410209">
                  <a:moveTo>
                    <a:pt x="277787" y="302717"/>
                  </a:moveTo>
                  <a:lnTo>
                    <a:pt x="271272" y="302717"/>
                  </a:lnTo>
                  <a:lnTo>
                    <a:pt x="271259" y="307784"/>
                  </a:lnTo>
                  <a:lnTo>
                    <a:pt x="274523" y="307784"/>
                  </a:lnTo>
                  <a:lnTo>
                    <a:pt x="277787" y="307784"/>
                  </a:lnTo>
                  <a:lnTo>
                    <a:pt x="277787" y="302717"/>
                  </a:lnTo>
                  <a:close/>
                </a:path>
                <a:path w="281305" h="410209">
                  <a:moveTo>
                    <a:pt x="280847" y="166027"/>
                  </a:moveTo>
                  <a:lnTo>
                    <a:pt x="279412" y="165328"/>
                  </a:lnTo>
                  <a:lnTo>
                    <a:pt x="279019" y="165138"/>
                  </a:lnTo>
                  <a:lnTo>
                    <a:pt x="278853" y="164998"/>
                  </a:lnTo>
                  <a:lnTo>
                    <a:pt x="279069" y="164426"/>
                  </a:lnTo>
                  <a:lnTo>
                    <a:pt x="279298" y="163830"/>
                  </a:lnTo>
                  <a:lnTo>
                    <a:pt x="277253" y="162229"/>
                  </a:lnTo>
                  <a:lnTo>
                    <a:pt x="273075" y="165265"/>
                  </a:lnTo>
                  <a:lnTo>
                    <a:pt x="274612" y="170548"/>
                  </a:lnTo>
                  <a:lnTo>
                    <a:pt x="280085" y="168541"/>
                  </a:lnTo>
                  <a:lnTo>
                    <a:pt x="280847" y="1660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2343772" y="7553749"/>
              <a:ext cx="238760" cy="363855"/>
            </a:xfrm>
            <a:custGeom>
              <a:avLst/>
              <a:gdLst/>
              <a:ahLst/>
              <a:cxnLst/>
              <a:rect l="l" t="t" r="r" b="b"/>
              <a:pathLst>
                <a:path w="238760" h="363854">
                  <a:moveTo>
                    <a:pt x="10883" y="112788"/>
                  </a:moveTo>
                  <a:lnTo>
                    <a:pt x="8877" y="112788"/>
                  </a:lnTo>
                  <a:lnTo>
                    <a:pt x="9067" y="114160"/>
                  </a:lnTo>
                  <a:lnTo>
                    <a:pt x="9131" y="114630"/>
                  </a:lnTo>
                  <a:lnTo>
                    <a:pt x="9169" y="114871"/>
                  </a:lnTo>
                  <a:lnTo>
                    <a:pt x="9271" y="115582"/>
                  </a:lnTo>
                  <a:lnTo>
                    <a:pt x="10490" y="115582"/>
                  </a:lnTo>
                  <a:lnTo>
                    <a:pt x="10591" y="114871"/>
                  </a:lnTo>
                  <a:lnTo>
                    <a:pt x="10693" y="114160"/>
                  </a:lnTo>
                  <a:lnTo>
                    <a:pt x="10883" y="112788"/>
                  </a:lnTo>
                  <a:close/>
                </a:path>
                <a:path w="238760" h="363854">
                  <a:moveTo>
                    <a:pt x="12128" y="179285"/>
                  </a:moveTo>
                  <a:lnTo>
                    <a:pt x="10020" y="176441"/>
                  </a:lnTo>
                  <a:lnTo>
                    <a:pt x="9156" y="175272"/>
                  </a:lnTo>
                  <a:lnTo>
                    <a:pt x="8242" y="174371"/>
                  </a:lnTo>
                  <a:lnTo>
                    <a:pt x="3441" y="173037"/>
                  </a:lnTo>
                  <a:lnTo>
                    <a:pt x="0" y="175666"/>
                  </a:lnTo>
                  <a:lnTo>
                    <a:pt x="0" y="182638"/>
                  </a:lnTo>
                  <a:lnTo>
                    <a:pt x="3441" y="185267"/>
                  </a:lnTo>
                  <a:lnTo>
                    <a:pt x="9893" y="183489"/>
                  </a:lnTo>
                  <a:lnTo>
                    <a:pt x="12128" y="179285"/>
                  </a:lnTo>
                  <a:close/>
                </a:path>
                <a:path w="238760" h="363854">
                  <a:moveTo>
                    <a:pt x="14338" y="360629"/>
                  </a:moveTo>
                  <a:lnTo>
                    <a:pt x="13589" y="359879"/>
                  </a:lnTo>
                  <a:lnTo>
                    <a:pt x="12522" y="360045"/>
                  </a:lnTo>
                  <a:lnTo>
                    <a:pt x="12369" y="360083"/>
                  </a:lnTo>
                  <a:lnTo>
                    <a:pt x="12065" y="360121"/>
                  </a:lnTo>
                  <a:lnTo>
                    <a:pt x="10795" y="360324"/>
                  </a:lnTo>
                  <a:lnTo>
                    <a:pt x="10541" y="362077"/>
                  </a:lnTo>
                  <a:lnTo>
                    <a:pt x="12141" y="363689"/>
                  </a:lnTo>
                  <a:lnTo>
                    <a:pt x="13893" y="363423"/>
                  </a:lnTo>
                  <a:lnTo>
                    <a:pt x="14097" y="362153"/>
                  </a:lnTo>
                  <a:lnTo>
                    <a:pt x="14122" y="362000"/>
                  </a:lnTo>
                  <a:lnTo>
                    <a:pt x="14147" y="361848"/>
                  </a:lnTo>
                  <a:lnTo>
                    <a:pt x="14338" y="360629"/>
                  </a:lnTo>
                  <a:close/>
                </a:path>
                <a:path w="238760" h="363854">
                  <a:moveTo>
                    <a:pt x="17894" y="297497"/>
                  </a:moveTo>
                  <a:lnTo>
                    <a:pt x="16624" y="297383"/>
                  </a:lnTo>
                  <a:lnTo>
                    <a:pt x="16129" y="297332"/>
                  </a:lnTo>
                  <a:lnTo>
                    <a:pt x="15633" y="297294"/>
                  </a:lnTo>
                  <a:lnTo>
                    <a:pt x="13677" y="297103"/>
                  </a:lnTo>
                  <a:lnTo>
                    <a:pt x="13677" y="299631"/>
                  </a:lnTo>
                  <a:lnTo>
                    <a:pt x="15125" y="299491"/>
                  </a:lnTo>
                  <a:lnTo>
                    <a:pt x="16624" y="299351"/>
                  </a:lnTo>
                  <a:lnTo>
                    <a:pt x="17894" y="299224"/>
                  </a:lnTo>
                  <a:lnTo>
                    <a:pt x="17894" y="297497"/>
                  </a:lnTo>
                  <a:close/>
                </a:path>
                <a:path w="238760" h="363854">
                  <a:moveTo>
                    <a:pt x="19723" y="259613"/>
                  </a:moveTo>
                  <a:lnTo>
                    <a:pt x="18465" y="257238"/>
                  </a:lnTo>
                  <a:lnTo>
                    <a:pt x="17856" y="256082"/>
                  </a:lnTo>
                  <a:lnTo>
                    <a:pt x="16903" y="256082"/>
                  </a:lnTo>
                  <a:lnTo>
                    <a:pt x="16586" y="256667"/>
                  </a:lnTo>
                  <a:lnTo>
                    <a:pt x="16484" y="256857"/>
                  </a:lnTo>
                  <a:lnTo>
                    <a:pt x="16281" y="257238"/>
                  </a:lnTo>
                  <a:lnTo>
                    <a:pt x="15024" y="259613"/>
                  </a:lnTo>
                  <a:lnTo>
                    <a:pt x="19723" y="259613"/>
                  </a:lnTo>
                  <a:close/>
                </a:path>
                <a:path w="238760" h="363854">
                  <a:moveTo>
                    <a:pt x="21844" y="211137"/>
                  </a:moveTo>
                  <a:lnTo>
                    <a:pt x="14859" y="207860"/>
                  </a:lnTo>
                  <a:lnTo>
                    <a:pt x="10972" y="217182"/>
                  </a:lnTo>
                  <a:lnTo>
                    <a:pt x="16929" y="219443"/>
                  </a:lnTo>
                  <a:lnTo>
                    <a:pt x="18884" y="216154"/>
                  </a:lnTo>
                  <a:lnTo>
                    <a:pt x="21844" y="211137"/>
                  </a:lnTo>
                  <a:close/>
                </a:path>
                <a:path w="238760" h="363854">
                  <a:moveTo>
                    <a:pt x="22288" y="333057"/>
                  </a:moveTo>
                  <a:lnTo>
                    <a:pt x="19519" y="330479"/>
                  </a:lnTo>
                  <a:lnTo>
                    <a:pt x="16738" y="332041"/>
                  </a:lnTo>
                  <a:lnTo>
                    <a:pt x="15824" y="336321"/>
                  </a:lnTo>
                  <a:lnTo>
                    <a:pt x="18135" y="338112"/>
                  </a:lnTo>
                  <a:lnTo>
                    <a:pt x="19494" y="336486"/>
                  </a:lnTo>
                  <a:lnTo>
                    <a:pt x="20053" y="335800"/>
                  </a:lnTo>
                  <a:lnTo>
                    <a:pt x="20967" y="335521"/>
                  </a:lnTo>
                  <a:lnTo>
                    <a:pt x="22275" y="334264"/>
                  </a:lnTo>
                  <a:lnTo>
                    <a:pt x="22288" y="333057"/>
                  </a:lnTo>
                  <a:close/>
                </a:path>
                <a:path w="238760" h="363854">
                  <a:moveTo>
                    <a:pt x="26924" y="316699"/>
                  </a:moveTo>
                  <a:lnTo>
                    <a:pt x="26619" y="316369"/>
                  </a:lnTo>
                  <a:lnTo>
                    <a:pt x="26289" y="316395"/>
                  </a:lnTo>
                  <a:lnTo>
                    <a:pt x="24968" y="316458"/>
                  </a:lnTo>
                  <a:lnTo>
                    <a:pt x="24803" y="317030"/>
                  </a:lnTo>
                  <a:lnTo>
                    <a:pt x="23634" y="318808"/>
                  </a:lnTo>
                  <a:lnTo>
                    <a:pt x="24549" y="319760"/>
                  </a:lnTo>
                  <a:lnTo>
                    <a:pt x="26301" y="318541"/>
                  </a:lnTo>
                  <a:lnTo>
                    <a:pt x="26898" y="318338"/>
                  </a:lnTo>
                  <a:lnTo>
                    <a:pt x="26911" y="317017"/>
                  </a:lnTo>
                  <a:lnTo>
                    <a:pt x="26924" y="316699"/>
                  </a:lnTo>
                  <a:close/>
                </a:path>
                <a:path w="238760" h="363854">
                  <a:moveTo>
                    <a:pt x="27114" y="102438"/>
                  </a:moveTo>
                  <a:lnTo>
                    <a:pt x="21374" y="96697"/>
                  </a:lnTo>
                  <a:lnTo>
                    <a:pt x="19532" y="101295"/>
                  </a:lnTo>
                  <a:lnTo>
                    <a:pt x="18656" y="103505"/>
                  </a:lnTo>
                  <a:lnTo>
                    <a:pt x="20307" y="105156"/>
                  </a:lnTo>
                  <a:lnTo>
                    <a:pt x="27114" y="102438"/>
                  </a:lnTo>
                  <a:close/>
                </a:path>
                <a:path w="238760" h="363854">
                  <a:moveTo>
                    <a:pt x="28181" y="146837"/>
                  </a:moveTo>
                  <a:lnTo>
                    <a:pt x="25425" y="143573"/>
                  </a:lnTo>
                  <a:lnTo>
                    <a:pt x="18453" y="144513"/>
                  </a:lnTo>
                  <a:lnTo>
                    <a:pt x="15506" y="149161"/>
                  </a:lnTo>
                  <a:lnTo>
                    <a:pt x="18199" y="153720"/>
                  </a:lnTo>
                  <a:lnTo>
                    <a:pt x="19227" y="153962"/>
                  </a:lnTo>
                  <a:lnTo>
                    <a:pt x="20027" y="153517"/>
                  </a:lnTo>
                  <a:lnTo>
                    <a:pt x="22161" y="152361"/>
                  </a:lnTo>
                  <a:lnTo>
                    <a:pt x="23876" y="150939"/>
                  </a:lnTo>
                  <a:lnTo>
                    <a:pt x="28181" y="146837"/>
                  </a:lnTo>
                  <a:close/>
                </a:path>
                <a:path w="238760" h="363854">
                  <a:moveTo>
                    <a:pt x="30746" y="257568"/>
                  </a:moveTo>
                  <a:lnTo>
                    <a:pt x="28816" y="253542"/>
                  </a:lnTo>
                  <a:lnTo>
                    <a:pt x="25768" y="256552"/>
                  </a:lnTo>
                  <a:lnTo>
                    <a:pt x="27914" y="257594"/>
                  </a:lnTo>
                  <a:lnTo>
                    <a:pt x="29806" y="258508"/>
                  </a:lnTo>
                  <a:lnTo>
                    <a:pt x="30746" y="257568"/>
                  </a:lnTo>
                  <a:close/>
                </a:path>
                <a:path w="238760" h="363854">
                  <a:moveTo>
                    <a:pt x="32664" y="279552"/>
                  </a:moveTo>
                  <a:lnTo>
                    <a:pt x="29235" y="277571"/>
                  </a:lnTo>
                  <a:lnTo>
                    <a:pt x="29159" y="277317"/>
                  </a:lnTo>
                  <a:lnTo>
                    <a:pt x="28930" y="277406"/>
                  </a:lnTo>
                  <a:lnTo>
                    <a:pt x="28486" y="277139"/>
                  </a:lnTo>
                  <a:lnTo>
                    <a:pt x="28016" y="277723"/>
                  </a:lnTo>
                  <a:lnTo>
                    <a:pt x="24676" y="278892"/>
                  </a:lnTo>
                  <a:lnTo>
                    <a:pt x="24803" y="283616"/>
                  </a:lnTo>
                  <a:lnTo>
                    <a:pt x="27432" y="284022"/>
                  </a:lnTo>
                  <a:lnTo>
                    <a:pt x="27317" y="284302"/>
                  </a:lnTo>
                  <a:lnTo>
                    <a:pt x="27876" y="284670"/>
                  </a:lnTo>
                  <a:lnTo>
                    <a:pt x="28168" y="284137"/>
                  </a:lnTo>
                  <a:lnTo>
                    <a:pt x="31483" y="284632"/>
                  </a:lnTo>
                  <a:lnTo>
                    <a:pt x="32473" y="280352"/>
                  </a:lnTo>
                  <a:lnTo>
                    <a:pt x="32664" y="279552"/>
                  </a:lnTo>
                  <a:close/>
                </a:path>
                <a:path w="238760" h="363854">
                  <a:moveTo>
                    <a:pt x="33121" y="347027"/>
                  </a:moveTo>
                  <a:lnTo>
                    <a:pt x="27139" y="347027"/>
                  </a:lnTo>
                  <a:lnTo>
                    <a:pt x="27127" y="351663"/>
                  </a:lnTo>
                  <a:lnTo>
                    <a:pt x="30124" y="351663"/>
                  </a:lnTo>
                  <a:lnTo>
                    <a:pt x="33108" y="351663"/>
                  </a:lnTo>
                  <a:lnTo>
                    <a:pt x="33121" y="347027"/>
                  </a:lnTo>
                  <a:close/>
                </a:path>
                <a:path w="238760" h="363854">
                  <a:moveTo>
                    <a:pt x="38925" y="301434"/>
                  </a:moveTo>
                  <a:lnTo>
                    <a:pt x="33312" y="301434"/>
                  </a:lnTo>
                  <a:lnTo>
                    <a:pt x="33312" y="305790"/>
                  </a:lnTo>
                  <a:lnTo>
                    <a:pt x="36118" y="305790"/>
                  </a:lnTo>
                  <a:lnTo>
                    <a:pt x="38925" y="305790"/>
                  </a:lnTo>
                  <a:lnTo>
                    <a:pt x="38925" y="301434"/>
                  </a:lnTo>
                  <a:close/>
                </a:path>
                <a:path w="238760" h="363854">
                  <a:moveTo>
                    <a:pt x="40068" y="127025"/>
                  </a:moveTo>
                  <a:lnTo>
                    <a:pt x="35179" y="127025"/>
                  </a:lnTo>
                  <a:lnTo>
                    <a:pt x="35166" y="130822"/>
                  </a:lnTo>
                  <a:lnTo>
                    <a:pt x="37617" y="130822"/>
                  </a:lnTo>
                  <a:lnTo>
                    <a:pt x="40055" y="130822"/>
                  </a:lnTo>
                  <a:lnTo>
                    <a:pt x="40068" y="127025"/>
                  </a:lnTo>
                  <a:close/>
                </a:path>
                <a:path w="238760" h="363854">
                  <a:moveTo>
                    <a:pt x="42837" y="115328"/>
                  </a:moveTo>
                  <a:lnTo>
                    <a:pt x="39966" y="112471"/>
                  </a:lnTo>
                  <a:lnTo>
                    <a:pt x="30784" y="118554"/>
                  </a:lnTo>
                  <a:lnTo>
                    <a:pt x="36728" y="124548"/>
                  </a:lnTo>
                  <a:lnTo>
                    <a:pt x="39687" y="120078"/>
                  </a:lnTo>
                  <a:lnTo>
                    <a:pt x="42837" y="115328"/>
                  </a:lnTo>
                  <a:close/>
                </a:path>
                <a:path w="238760" h="363854">
                  <a:moveTo>
                    <a:pt x="44958" y="162115"/>
                  </a:moveTo>
                  <a:lnTo>
                    <a:pt x="42506" y="160464"/>
                  </a:lnTo>
                  <a:lnTo>
                    <a:pt x="40678" y="161709"/>
                  </a:lnTo>
                  <a:lnTo>
                    <a:pt x="38582" y="163131"/>
                  </a:lnTo>
                  <a:lnTo>
                    <a:pt x="38582" y="165201"/>
                  </a:lnTo>
                  <a:lnTo>
                    <a:pt x="40716" y="166649"/>
                  </a:lnTo>
                  <a:lnTo>
                    <a:pt x="37376" y="166649"/>
                  </a:lnTo>
                  <a:lnTo>
                    <a:pt x="36474" y="168846"/>
                  </a:lnTo>
                  <a:lnTo>
                    <a:pt x="37706" y="170078"/>
                  </a:lnTo>
                  <a:lnTo>
                    <a:pt x="38633" y="171018"/>
                  </a:lnTo>
                  <a:lnTo>
                    <a:pt x="39611" y="171018"/>
                  </a:lnTo>
                  <a:lnTo>
                    <a:pt x="41757" y="168846"/>
                  </a:lnTo>
                  <a:lnTo>
                    <a:pt x="40919" y="166789"/>
                  </a:lnTo>
                  <a:lnTo>
                    <a:pt x="42506" y="167855"/>
                  </a:lnTo>
                  <a:lnTo>
                    <a:pt x="44958" y="166204"/>
                  </a:lnTo>
                  <a:lnTo>
                    <a:pt x="44958" y="162115"/>
                  </a:lnTo>
                  <a:close/>
                </a:path>
                <a:path w="238760" h="363854">
                  <a:moveTo>
                    <a:pt x="50190" y="110985"/>
                  </a:moveTo>
                  <a:lnTo>
                    <a:pt x="48818" y="109601"/>
                  </a:lnTo>
                  <a:lnTo>
                    <a:pt x="47675" y="110058"/>
                  </a:lnTo>
                  <a:lnTo>
                    <a:pt x="46799" y="110388"/>
                  </a:lnTo>
                  <a:lnTo>
                    <a:pt x="42799" y="111988"/>
                  </a:lnTo>
                  <a:lnTo>
                    <a:pt x="47802" y="116992"/>
                  </a:lnTo>
                  <a:lnTo>
                    <a:pt x="49403" y="112991"/>
                  </a:lnTo>
                  <a:lnTo>
                    <a:pt x="50190" y="110985"/>
                  </a:lnTo>
                  <a:close/>
                </a:path>
                <a:path w="238760" h="363854">
                  <a:moveTo>
                    <a:pt x="60401" y="82219"/>
                  </a:moveTo>
                  <a:lnTo>
                    <a:pt x="59817" y="82219"/>
                  </a:lnTo>
                  <a:lnTo>
                    <a:pt x="59817" y="82664"/>
                  </a:lnTo>
                  <a:lnTo>
                    <a:pt x="60109" y="82664"/>
                  </a:lnTo>
                  <a:lnTo>
                    <a:pt x="60401" y="82664"/>
                  </a:lnTo>
                  <a:lnTo>
                    <a:pt x="60401" y="82219"/>
                  </a:lnTo>
                  <a:close/>
                </a:path>
                <a:path w="238760" h="363854">
                  <a:moveTo>
                    <a:pt x="63271" y="253022"/>
                  </a:moveTo>
                  <a:lnTo>
                    <a:pt x="62369" y="252196"/>
                  </a:lnTo>
                  <a:lnTo>
                    <a:pt x="62204" y="252056"/>
                  </a:lnTo>
                  <a:lnTo>
                    <a:pt x="62090" y="252196"/>
                  </a:lnTo>
                  <a:lnTo>
                    <a:pt x="62217" y="251980"/>
                  </a:lnTo>
                  <a:lnTo>
                    <a:pt x="62153" y="251548"/>
                  </a:lnTo>
                  <a:lnTo>
                    <a:pt x="60236" y="250685"/>
                  </a:lnTo>
                  <a:lnTo>
                    <a:pt x="59372" y="252653"/>
                  </a:lnTo>
                  <a:lnTo>
                    <a:pt x="60299" y="254584"/>
                  </a:lnTo>
                  <a:lnTo>
                    <a:pt x="61074" y="254774"/>
                  </a:lnTo>
                  <a:lnTo>
                    <a:pt x="62928" y="254381"/>
                  </a:lnTo>
                  <a:lnTo>
                    <a:pt x="63271" y="253022"/>
                  </a:lnTo>
                  <a:close/>
                </a:path>
                <a:path w="238760" h="363854">
                  <a:moveTo>
                    <a:pt x="63398" y="264401"/>
                  </a:moveTo>
                  <a:lnTo>
                    <a:pt x="62814" y="264401"/>
                  </a:lnTo>
                  <a:lnTo>
                    <a:pt x="62814" y="264845"/>
                  </a:lnTo>
                  <a:lnTo>
                    <a:pt x="63106" y="264845"/>
                  </a:lnTo>
                  <a:lnTo>
                    <a:pt x="63398" y="264845"/>
                  </a:lnTo>
                  <a:lnTo>
                    <a:pt x="63398" y="264401"/>
                  </a:lnTo>
                  <a:close/>
                </a:path>
                <a:path w="238760" h="363854">
                  <a:moveTo>
                    <a:pt x="65074" y="268605"/>
                  </a:moveTo>
                  <a:lnTo>
                    <a:pt x="63690" y="267919"/>
                  </a:lnTo>
                  <a:lnTo>
                    <a:pt x="61442" y="268351"/>
                  </a:lnTo>
                  <a:lnTo>
                    <a:pt x="60693" y="268744"/>
                  </a:lnTo>
                  <a:lnTo>
                    <a:pt x="57086" y="272072"/>
                  </a:lnTo>
                  <a:lnTo>
                    <a:pt x="61544" y="275983"/>
                  </a:lnTo>
                  <a:lnTo>
                    <a:pt x="63995" y="272796"/>
                  </a:lnTo>
                  <a:lnTo>
                    <a:pt x="64693" y="271881"/>
                  </a:lnTo>
                  <a:lnTo>
                    <a:pt x="64833" y="270992"/>
                  </a:lnTo>
                  <a:lnTo>
                    <a:pt x="65074" y="268605"/>
                  </a:lnTo>
                  <a:close/>
                </a:path>
                <a:path w="238760" h="363854">
                  <a:moveTo>
                    <a:pt x="68046" y="92367"/>
                  </a:moveTo>
                  <a:lnTo>
                    <a:pt x="66408" y="88315"/>
                  </a:lnTo>
                  <a:lnTo>
                    <a:pt x="61925" y="86868"/>
                  </a:lnTo>
                  <a:lnTo>
                    <a:pt x="60325" y="86702"/>
                  </a:lnTo>
                  <a:lnTo>
                    <a:pt x="54902" y="86423"/>
                  </a:lnTo>
                  <a:lnTo>
                    <a:pt x="52197" y="90411"/>
                  </a:lnTo>
                  <a:lnTo>
                    <a:pt x="52451" y="91363"/>
                  </a:lnTo>
                  <a:lnTo>
                    <a:pt x="51879" y="91363"/>
                  </a:lnTo>
                  <a:lnTo>
                    <a:pt x="51866" y="96012"/>
                  </a:lnTo>
                  <a:lnTo>
                    <a:pt x="53746" y="96012"/>
                  </a:lnTo>
                  <a:lnTo>
                    <a:pt x="54165" y="97523"/>
                  </a:lnTo>
                  <a:lnTo>
                    <a:pt x="58229" y="98818"/>
                  </a:lnTo>
                  <a:lnTo>
                    <a:pt x="61506" y="97231"/>
                  </a:lnTo>
                  <a:lnTo>
                    <a:pt x="62992" y="96520"/>
                  </a:lnTo>
                  <a:lnTo>
                    <a:pt x="64185" y="95694"/>
                  </a:lnTo>
                  <a:lnTo>
                    <a:pt x="68046" y="92367"/>
                  </a:lnTo>
                  <a:close/>
                </a:path>
                <a:path w="238760" h="363854">
                  <a:moveTo>
                    <a:pt x="71704" y="132803"/>
                  </a:moveTo>
                  <a:lnTo>
                    <a:pt x="70586" y="129057"/>
                  </a:lnTo>
                  <a:lnTo>
                    <a:pt x="70383" y="128358"/>
                  </a:lnTo>
                  <a:lnTo>
                    <a:pt x="70218" y="127927"/>
                  </a:lnTo>
                  <a:lnTo>
                    <a:pt x="69100" y="126238"/>
                  </a:lnTo>
                  <a:lnTo>
                    <a:pt x="67627" y="126238"/>
                  </a:lnTo>
                  <a:lnTo>
                    <a:pt x="66497" y="127927"/>
                  </a:lnTo>
                  <a:lnTo>
                    <a:pt x="66332" y="128358"/>
                  </a:lnTo>
                  <a:lnTo>
                    <a:pt x="65024" y="132791"/>
                  </a:lnTo>
                  <a:lnTo>
                    <a:pt x="71704" y="132803"/>
                  </a:lnTo>
                  <a:close/>
                </a:path>
                <a:path w="238760" h="363854">
                  <a:moveTo>
                    <a:pt x="77876" y="90589"/>
                  </a:moveTo>
                  <a:lnTo>
                    <a:pt x="73837" y="90589"/>
                  </a:lnTo>
                  <a:lnTo>
                    <a:pt x="74853" y="92773"/>
                  </a:lnTo>
                  <a:lnTo>
                    <a:pt x="74955" y="92976"/>
                  </a:lnTo>
                  <a:lnTo>
                    <a:pt x="75031" y="93167"/>
                  </a:lnTo>
                  <a:lnTo>
                    <a:pt x="75133" y="93357"/>
                  </a:lnTo>
                  <a:lnTo>
                    <a:pt x="75374" y="93916"/>
                  </a:lnTo>
                  <a:lnTo>
                    <a:pt x="76327" y="93916"/>
                  </a:lnTo>
                  <a:lnTo>
                    <a:pt x="76581" y="93357"/>
                  </a:lnTo>
                  <a:lnTo>
                    <a:pt x="76771" y="92976"/>
                  </a:lnTo>
                  <a:lnTo>
                    <a:pt x="76860" y="92773"/>
                  </a:lnTo>
                  <a:lnTo>
                    <a:pt x="77876" y="90589"/>
                  </a:lnTo>
                  <a:close/>
                </a:path>
                <a:path w="238760" h="363854">
                  <a:moveTo>
                    <a:pt x="81153" y="104228"/>
                  </a:moveTo>
                  <a:lnTo>
                    <a:pt x="73558" y="104228"/>
                  </a:lnTo>
                  <a:lnTo>
                    <a:pt x="73558" y="110134"/>
                  </a:lnTo>
                  <a:lnTo>
                    <a:pt x="77355" y="110134"/>
                  </a:lnTo>
                  <a:lnTo>
                    <a:pt x="81153" y="110134"/>
                  </a:lnTo>
                  <a:lnTo>
                    <a:pt x="81153" y="104228"/>
                  </a:lnTo>
                  <a:close/>
                </a:path>
                <a:path w="238760" h="363854">
                  <a:moveTo>
                    <a:pt x="84074" y="258076"/>
                  </a:moveTo>
                  <a:lnTo>
                    <a:pt x="82626" y="258076"/>
                  </a:lnTo>
                  <a:lnTo>
                    <a:pt x="82626" y="259194"/>
                  </a:lnTo>
                  <a:lnTo>
                    <a:pt x="83350" y="259194"/>
                  </a:lnTo>
                  <a:lnTo>
                    <a:pt x="84074" y="259194"/>
                  </a:lnTo>
                  <a:lnTo>
                    <a:pt x="84074" y="258076"/>
                  </a:lnTo>
                  <a:close/>
                </a:path>
                <a:path w="238760" h="363854">
                  <a:moveTo>
                    <a:pt x="87503" y="275234"/>
                  </a:moveTo>
                  <a:lnTo>
                    <a:pt x="86537" y="273875"/>
                  </a:lnTo>
                  <a:lnTo>
                    <a:pt x="84353" y="273265"/>
                  </a:lnTo>
                  <a:lnTo>
                    <a:pt x="83578" y="273329"/>
                  </a:lnTo>
                  <a:lnTo>
                    <a:pt x="77876" y="274574"/>
                  </a:lnTo>
                  <a:lnTo>
                    <a:pt x="81356" y="282333"/>
                  </a:lnTo>
                  <a:lnTo>
                    <a:pt x="85509" y="278739"/>
                  </a:lnTo>
                  <a:lnTo>
                    <a:pt x="86321" y="278028"/>
                  </a:lnTo>
                  <a:lnTo>
                    <a:pt x="86664" y="277406"/>
                  </a:lnTo>
                  <a:lnTo>
                    <a:pt x="87503" y="275234"/>
                  </a:lnTo>
                  <a:close/>
                </a:path>
                <a:path w="238760" h="363854">
                  <a:moveTo>
                    <a:pt x="90373" y="198069"/>
                  </a:moveTo>
                  <a:lnTo>
                    <a:pt x="86804" y="196596"/>
                  </a:lnTo>
                  <a:lnTo>
                    <a:pt x="84785" y="198589"/>
                  </a:lnTo>
                  <a:lnTo>
                    <a:pt x="83362" y="199999"/>
                  </a:lnTo>
                  <a:lnTo>
                    <a:pt x="83362" y="201803"/>
                  </a:lnTo>
                  <a:lnTo>
                    <a:pt x="86817" y="205206"/>
                  </a:lnTo>
                  <a:lnTo>
                    <a:pt x="90373" y="203746"/>
                  </a:lnTo>
                  <a:lnTo>
                    <a:pt x="90373" y="198069"/>
                  </a:lnTo>
                  <a:close/>
                </a:path>
                <a:path w="238760" h="363854">
                  <a:moveTo>
                    <a:pt x="92862" y="147116"/>
                  </a:moveTo>
                  <a:lnTo>
                    <a:pt x="87604" y="151409"/>
                  </a:lnTo>
                  <a:lnTo>
                    <a:pt x="89408" y="151841"/>
                  </a:lnTo>
                  <a:lnTo>
                    <a:pt x="91160" y="150431"/>
                  </a:lnTo>
                  <a:lnTo>
                    <a:pt x="91300" y="150228"/>
                  </a:lnTo>
                  <a:lnTo>
                    <a:pt x="92862" y="147116"/>
                  </a:lnTo>
                  <a:close/>
                </a:path>
                <a:path w="238760" h="363854">
                  <a:moveTo>
                    <a:pt x="98742" y="100393"/>
                  </a:moveTo>
                  <a:lnTo>
                    <a:pt x="88963" y="100393"/>
                  </a:lnTo>
                  <a:lnTo>
                    <a:pt x="88963" y="107975"/>
                  </a:lnTo>
                  <a:lnTo>
                    <a:pt x="93853" y="107975"/>
                  </a:lnTo>
                  <a:lnTo>
                    <a:pt x="98729" y="107975"/>
                  </a:lnTo>
                  <a:lnTo>
                    <a:pt x="98742" y="100393"/>
                  </a:lnTo>
                  <a:close/>
                </a:path>
                <a:path w="238760" h="363854">
                  <a:moveTo>
                    <a:pt x="101269" y="206946"/>
                  </a:moveTo>
                  <a:lnTo>
                    <a:pt x="99682" y="205892"/>
                  </a:lnTo>
                  <a:lnTo>
                    <a:pt x="98044" y="204800"/>
                  </a:lnTo>
                  <a:lnTo>
                    <a:pt x="97015" y="205841"/>
                  </a:lnTo>
                  <a:lnTo>
                    <a:pt x="98094" y="207492"/>
                  </a:lnTo>
                  <a:lnTo>
                    <a:pt x="99136" y="209054"/>
                  </a:lnTo>
                  <a:lnTo>
                    <a:pt x="101269" y="206946"/>
                  </a:lnTo>
                  <a:close/>
                </a:path>
                <a:path w="238760" h="363854">
                  <a:moveTo>
                    <a:pt x="101371" y="133311"/>
                  </a:moveTo>
                  <a:lnTo>
                    <a:pt x="100622" y="130759"/>
                  </a:lnTo>
                  <a:lnTo>
                    <a:pt x="100558" y="130517"/>
                  </a:lnTo>
                  <a:lnTo>
                    <a:pt x="100482" y="130289"/>
                  </a:lnTo>
                  <a:lnTo>
                    <a:pt x="100037" y="128752"/>
                  </a:lnTo>
                  <a:lnTo>
                    <a:pt x="98158" y="128752"/>
                  </a:lnTo>
                  <a:lnTo>
                    <a:pt x="97713" y="130289"/>
                  </a:lnTo>
                  <a:lnTo>
                    <a:pt x="97637" y="130517"/>
                  </a:lnTo>
                  <a:lnTo>
                    <a:pt x="96837" y="133299"/>
                  </a:lnTo>
                  <a:lnTo>
                    <a:pt x="101371" y="133311"/>
                  </a:lnTo>
                  <a:close/>
                </a:path>
                <a:path w="238760" h="363854">
                  <a:moveTo>
                    <a:pt x="103873" y="75907"/>
                  </a:moveTo>
                  <a:lnTo>
                    <a:pt x="103695" y="74942"/>
                  </a:lnTo>
                  <a:lnTo>
                    <a:pt x="102971" y="71970"/>
                  </a:lnTo>
                  <a:lnTo>
                    <a:pt x="101015" y="71742"/>
                  </a:lnTo>
                  <a:lnTo>
                    <a:pt x="98729" y="73621"/>
                  </a:lnTo>
                  <a:lnTo>
                    <a:pt x="98221" y="74282"/>
                  </a:lnTo>
                  <a:lnTo>
                    <a:pt x="96532" y="79260"/>
                  </a:lnTo>
                  <a:lnTo>
                    <a:pt x="102260" y="80835"/>
                  </a:lnTo>
                  <a:lnTo>
                    <a:pt x="103441" y="77228"/>
                  </a:lnTo>
                  <a:lnTo>
                    <a:pt x="103873" y="75907"/>
                  </a:lnTo>
                  <a:close/>
                </a:path>
                <a:path w="238760" h="363854">
                  <a:moveTo>
                    <a:pt x="105537" y="230073"/>
                  </a:moveTo>
                  <a:lnTo>
                    <a:pt x="103657" y="226987"/>
                  </a:lnTo>
                  <a:lnTo>
                    <a:pt x="103657" y="229425"/>
                  </a:lnTo>
                  <a:lnTo>
                    <a:pt x="103632" y="229755"/>
                  </a:lnTo>
                  <a:lnTo>
                    <a:pt x="103581" y="229628"/>
                  </a:lnTo>
                  <a:lnTo>
                    <a:pt x="103517" y="229755"/>
                  </a:lnTo>
                  <a:lnTo>
                    <a:pt x="103454" y="229882"/>
                  </a:lnTo>
                  <a:lnTo>
                    <a:pt x="103441" y="229298"/>
                  </a:lnTo>
                  <a:lnTo>
                    <a:pt x="103581" y="229628"/>
                  </a:lnTo>
                  <a:lnTo>
                    <a:pt x="103657" y="229425"/>
                  </a:lnTo>
                  <a:lnTo>
                    <a:pt x="103657" y="226987"/>
                  </a:lnTo>
                  <a:lnTo>
                    <a:pt x="102628" y="227152"/>
                  </a:lnTo>
                  <a:lnTo>
                    <a:pt x="101231" y="226936"/>
                  </a:lnTo>
                  <a:lnTo>
                    <a:pt x="100444" y="226885"/>
                  </a:lnTo>
                  <a:lnTo>
                    <a:pt x="98755" y="228130"/>
                  </a:lnTo>
                  <a:lnTo>
                    <a:pt x="98018" y="229285"/>
                  </a:lnTo>
                  <a:lnTo>
                    <a:pt x="98983" y="231990"/>
                  </a:lnTo>
                  <a:lnTo>
                    <a:pt x="99898" y="232740"/>
                  </a:lnTo>
                  <a:lnTo>
                    <a:pt x="102222" y="232854"/>
                  </a:lnTo>
                  <a:lnTo>
                    <a:pt x="102920" y="232486"/>
                  </a:lnTo>
                  <a:lnTo>
                    <a:pt x="104330" y="231178"/>
                  </a:lnTo>
                  <a:lnTo>
                    <a:pt x="105537" y="230073"/>
                  </a:lnTo>
                  <a:close/>
                </a:path>
                <a:path w="238760" h="363854">
                  <a:moveTo>
                    <a:pt x="106883" y="117449"/>
                  </a:moveTo>
                  <a:lnTo>
                    <a:pt x="106299" y="117449"/>
                  </a:lnTo>
                  <a:lnTo>
                    <a:pt x="106299" y="117906"/>
                  </a:lnTo>
                  <a:lnTo>
                    <a:pt x="106591" y="117906"/>
                  </a:lnTo>
                  <a:lnTo>
                    <a:pt x="106883" y="117906"/>
                  </a:lnTo>
                  <a:lnTo>
                    <a:pt x="106883" y="117449"/>
                  </a:lnTo>
                  <a:close/>
                </a:path>
                <a:path w="238760" h="363854">
                  <a:moveTo>
                    <a:pt x="114947" y="185191"/>
                  </a:moveTo>
                  <a:lnTo>
                    <a:pt x="114719" y="183705"/>
                  </a:lnTo>
                  <a:lnTo>
                    <a:pt x="114668" y="183400"/>
                  </a:lnTo>
                  <a:lnTo>
                    <a:pt x="114630" y="183095"/>
                  </a:lnTo>
                  <a:lnTo>
                    <a:pt x="114376" y="181470"/>
                  </a:lnTo>
                  <a:lnTo>
                    <a:pt x="112128" y="181140"/>
                  </a:lnTo>
                  <a:lnTo>
                    <a:pt x="111099" y="182156"/>
                  </a:lnTo>
                  <a:lnTo>
                    <a:pt x="110083" y="183184"/>
                  </a:lnTo>
                  <a:lnTo>
                    <a:pt x="110413" y="185432"/>
                  </a:lnTo>
                  <a:lnTo>
                    <a:pt x="112026" y="185686"/>
                  </a:lnTo>
                  <a:lnTo>
                    <a:pt x="112331" y="185724"/>
                  </a:lnTo>
                  <a:lnTo>
                    <a:pt x="112636" y="185788"/>
                  </a:lnTo>
                  <a:lnTo>
                    <a:pt x="112953" y="185826"/>
                  </a:lnTo>
                  <a:lnTo>
                    <a:pt x="114122" y="186016"/>
                  </a:lnTo>
                  <a:lnTo>
                    <a:pt x="114947" y="185191"/>
                  </a:lnTo>
                  <a:close/>
                </a:path>
                <a:path w="238760" h="363854">
                  <a:moveTo>
                    <a:pt x="118935" y="167157"/>
                  </a:moveTo>
                  <a:close/>
                </a:path>
                <a:path w="238760" h="363854">
                  <a:moveTo>
                    <a:pt x="120700" y="163918"/>
                  </a:moveTo>
                  <a:lnTo>
                    <a:pt x="115722" y="161010"/>
                  </a:lnTo>
                  <a:lnTo>
                    <a:pt x="113157" y="165557"/>
                  </a:lnTo>
                  <a:lnTo>
                    <a:pt x="113144" y="167005"/>
                  </a:lnTo>
                  <a:lnTo>
                    <a:pt x="113474" y="169506"/>
                  </a:lnTo>
                  <a:lnTo>
                    <a:pt x="114922" y="170116"/>
                  </a:lnTo>
                  <a:lnTo>
                    <a:pt x="117132" y="170408"/>
                  </a:lnTo>
                  <a:lnTo>
                    <a:pt x="118033" y="169773"/>
                  </a:lnTo>
                  <a:lnTo>
                    <a:pt x="118643" y="168681"/>
                  </a:lnTo>
                  <a:lnTo>
                    <a:pt x="118833" y="168262"/>
                  </a:lnTo>
                  <a:lnTo>
                    <a:pt x="118897" y="167767"/>
                  </a:lnTo>
                  <a:lnTo>
                    <a:pt x="118833" y="166446"/>
                  </a:lnTo>
                  <a:lnTo>
                    <a:pt x="118922" y="167068"/>
                  </a:lnTo>
                  <a:lnTo>
                    <a:pt x="119278" y="166446"/>
                  </a:lnTo>
                  <a:lnTo>
                    <a:pt x="120700" y="163918"/>
                  </a:lnTo>
                  <a:close/>
                </a:path>
                <a:path w="238760" h="363854">
                  <a:moveTo>
                    <a:pt x="125679" y="53111"/>
                  </a:moveTo>
                  <a:lnTo>
                    <a:pt x="123494" y="53111"/>
                  </a:lnTo>
                  <a:lnTo>
                    <a:pt x="123494" y="54800"/>
                  </a:lnTo>
                  <a:lnTo>
                    <a:pt x="124587" y="54800"/>
                  </a:lnTo>
                  <a:lnTo>
                    <a:pt x="125679" y="54800"/>
                  </a:lnTo>
                  <a:lnTo>
                    <a:pt x="125679" y="53111"/>
                  </a:lnTo>
                  <a:close/>
                </a:path>
                <a:path w="238760" h="363854">
                  <a:moveTo>
                    <a:pt x="130378" y="177571"/>
                  </a:moveTo>
                  <a:lnTo>
                    <a:pt x="126301" y="177571"/>
                  </a:lnTo>
                  <a:lnTo>
                    <a:pt x="126301" y="180733"/>
                  </a:lnTo>
                  <a:lnTo>
                    <a:pt x="128333" y="180733"/>
                  </a:lnTo>
                  <a:lnTo>
                    <a:pt x="130365" y="180733"/>
                  </a:lnTo>
                  <a:lnTo>
                    <a:pt x="130378" y="177571"/>
                  </a:lnTo>
                  <a:close/>
                </a:path>
                <a:path w="238760" h="363854">
                  <a:moveTo>
                    <a:pt x="141008" y="47980"/>
                  </a:moveTo>
                  <a:lnTo>
                    <a:pt x="138811" y="45783"/>
                  </a:lnTo>
                  <a:lnTo>
                    <a:pt x="135940" y="47548"/>
                  </a:lnTo>
                  <a:lnTo>
                    <a:pt x="131292" y="51206"/>
                  </a:lnTo>
                  <a:lnTo>
                    <a:pt x="135572" y="55499"/>
                  </a:lnTo>
                  <a:lnTo>
                    <a:pt x="137693" y="52819"/>
                  </a:lnTo>
                  <a:lnTo>
                    <a:pt x="139242" y="50850"/>
                  </a:lnTo>
                  <a:lnTo>
                    <a:pt x="141008" y="47980"/>
                  </a:lnTo>
                  <a:close/>
                </a:path>
                <a:path w="238760" h="363854">
                  <a:moveTo>
                    <a:pt x="142125" y="187921"/>
                  </a:moveTo>
                  <a:lnTo>
                    <a:pt x="141541" y="187921"/>
                  </a:lnTo>
                  <a:lnTo>
                    <a:pt x="141541" y="188379"/>
                  </a:lnTo>
                  <a:lnTo>
                    <a:pt x="141833" y="188379"/>
                  </a:lnTo>
                  <a:lnTo>
                    <a:pt x="142125" y="188379"/>
                  </a:lnTo>
                  <a:lnTo>
                    <a:pt x="142125" y="187921"/>
                  </a:lnTo>
                  <a:close/>
                </a:path>
                <a:path w="238760" h="363854">
                  <a:moveTo>
                    <a:pt x="148869" y="50723"/>
                  </a:moveTo>
                  <a:lnTo>
                    <a:pt x="148285" y="50723"/>
                  </a:lnTo>
                  <a:lnTo>
                    <a:pt x="148285" y="51181"/>
                  </a:lnTo>
                  <a:lnTo>
                    <a:pt x="148577" y="51181"/>
                  </a:lnTo>
                  <a:lnTo>
                    <a:pt x="148869" y="51181"/>
                  </a:lnTo>
                  <a:lnTo>
                    <a:pt x="148869" y="50723"/>
                  </a:lnTo>
                  <a:close/>
                </a:path>
                <a:path w="238760" h="363854">
                  <a:moveTo>
                    <a:pt x="153162" y="180162"/>
                  </a:moveTo>
                  <a:lnTo>
                    <a:pt x="152844" y="176987"/>
                  </a:lnTo>
                  <a:lnTo>
                    <a:pt x="148082" y="174205"/>
                  </a:lnTo>
                  <a:lnTo>
                    <a:pt x="145440" y="175653"/>
                  </a:lnTo>
                  <a:lnTo>
                    <a:pt x="145135" y="176415"/>
                  </a:lnTo>
                  <a:lnTo>
                    <a:pt x="143294" y="177241"/>
                  </a:lnTo>
                  <a:lnTo>
                    <a:pt x="143598" y="181483"/>
                  </a:lnTo>
                  <a:lnTo>
                    <a:pt x="147789" y="183769"/>
                  </a:lnTo>
                  <a:lnTo>
                    <a:pt x="149923" y="183629"/>
                  </a:lnTo>
                  <a:lnTo>
                    <a:pt x="153162" y="180162"/>
                  </a:lnTo>
                  <a:close/>
                </a:path>
                <a:path w="238760" h="363854">
                  <a:moveTo>
                    <a:pt x="167932" y="33553"/>
                  </a:moveTo>
                  <a:lnTo>
                    <a:pt x="162191" y="24244"/>
                  </a:lnTo>
                  <a:lnTo>
                    <a:pt x="153085" y="28092"/>
                  </a:lnTo>
                  <a:lnTo>
                    <a:pt x="153949" y="36144"/>
                  </a:lnTo>
                  <a:lnTo>
                    <a:pt x="155613" y="38417"/>
                  </a:lnTo>
                  <a:lnTo>
                    <a:pt x="158330" y="38354"/>
                  </a:lnTo>
                  <a:lnTo>
                    <a:pt x="162052" y="38252"/>
                  </a:lnTo>
                  <a:lnTo>
                    <a:pt x="167932" y="33553"/>
                  </a:lnTo>
                  <a:close/>
                </a:path>
                <a:path w="238760" h="363854">
                  <a:moveTo>
                    <a:pt x="177888" y="162775"/>
                  </a:moveTo>
                  <a:lnTo>
                    <a:pt x="176250" y="162775"/>
                  </a:lnTo>
                  <a:lnTo>
                    <a:pt x="176250" y="164045"/>
                  </a:lnTo>
                  <a:lnTo>
                    <a:pt x="177076" y="164045"/>
                  </a:lnTo>
                  <a:lnTo>
                    <a:pt x="177888" y="164045"/>
                  </a:lnTo>
                  <a:lnTo>
                    <a:pt x="177888" y="162775"/>
                  </a:lnTo>
                  <a:close/>
                </a:path>
                <a:path w="238760" h="363854">
                  <a:moveTo>
                    <a:pt x="187223" y="132359"/>
                  </a:moveTo>
                  <a:lnTo>
                    <a:pt x="186410" y="132359"/>
                  </a:lnTo>
                  <a:lnTo>
                    <a:pt x="186410" y="132994"/>
                  </a:lnTo>
                  <a:lnTo>
                    <a:pt x="186817" y="132994"/>
                  </a:lnTo>
                  <a:lnTo>
                    <a:pt x="187223" y="132994"/>
                  </a:lnTo>
                  <a:lnTo>
                    <a:pt x="187223" y="132359"/>
                  </a:lnTo>
                  <a:close/>
                </a:path>
                <a:path w="238760" h="363854">
                  <a:moveTo>
                    <a:pt x="191096" y="24218"/>
                  </a:moveTo>
                  <a:lnTo>
                    <a:pt x="184035" y="24218"/>
                  </a:lnTo>
                  <a:lnTo>
                    <a:pt x="184035" y="29705"/>
                  </a:lnTo>
                  <a:lnTo>
                    <a:pt x="187566" y="29705"/>
                  </a:lnTo>
                  <a:lnTo>
                    <a:pt x="191096" y="29705"/>
                  </a:lnTo>
                  <a:lnTo>
                    <a:pt x="191096" y="24218"/>
                  </a:lnTo>
                  <a:close/>
                </a:path>
                <a:path w="238760" h="363854">
                  <a:moveTo>
                    <a:pt x="195313" y="139077"/>
                  </a:moveTo>
                  <a:lnTo>
                    <a:pt x="182829" y="139077"/>
                  </a:lnTo>
                  <a:lnTo>
                    <a:pt x="182816" y="148767"/>
                  </a:lnTo>
                  <a:lnTo>
                    <a:pt x="189064" y="148767"/>
                  </a:lnTo>
                  <a:lnTo>
                    <a:pt x="195300" y="148767"/>
                  </a:lnTo>
                  <a:lnTo>
                    <a:pt x="195313" y="139077"/>
                  </a:lnTo>
                  <a:close/>
                </a:path>
                <a:path w="238760" h="363854">
                  <a:moveTo>
                    <a:pt x="196443" y="122859"/>
                  </a:moveTo>
                  <a:lnTo>
                    <a:pt x="196075" y="121145"/>
                  </a:lnTo>
                  <a:lnTo>
                    <a:pt x="195973" y="120675"/>
                  </a:lnTo>
                  <a:lnTo>
                    <a:pt x="195884" y="120205"/>
                  </a:lnTo>
                  <a:lnTo>
                    <a:pt x="195618" y="119037"/>
                  </a:lnTo>
                  <a:lnTo>
                    <a:pt x="194500" y="119037"/>
                  </a:lnTo>
                  <a:lnTo>
                    <a:pt x="194246" y="120205"/>
                  </a:lnTo>
                  <a:lnTo>
                    <a:pt x="194157" y="120675"/>
                  </a:lnTo>
                  <a:lnTo>
                    <a:pt x="193687" y="122847"/>
                  </a:lnTo>
                  <a:lnTo>
                    <a:pt x="196443" y="122859"/>
                  </a:lnTo>
                  <a:close/>
                </a:path>
                <a:path w="238760" h="363854">
                  <a:moveTo>
                    <a:pt x="199110" y="106210"/>
                  </a:moveTo>
                  <a:lnTo>
                    <a:pt x="198513" y="106210"/>
                  </a:lnTo>
                  <a:lnTo>
                    <a:pt x="198513" y="106654"/>
                  </a:lnTo>
                  <a:lnTo>
                    <a:pt x="198805" y="106654"/>
                  </a:lnTo>
                  <a:lnTo>
                    <a:pt x="199110" y="106654"/>
                  </a:lnTo>
                  <a:lnTo>
                    <a:pt x="199110" y="106210"/>
                  </a:lnTo>
                  <a:close/>
                </a:path>
                <a:path w="238760" h="363854">
                  <a:moveTo>
                    <a:pt x="200596" y="19519"/>
                  </a:moveTo>
                  <a:lnTo>
                    <a:pt x="199542" y="19367"/>
                  </a:lnTo>
                  <a:lnTo>
                    <a:pt x="199301" y="19329"/>
                  </a:lnTo>
                  <a:lnTo>
                    <a:pt x="197535" y="19088"/>
                  </a:lnTo>
                  <a:lnTo>
                    <a:pt x="197523" y="21348"/>
                  </a:lnTo>
                  <a:lnTo>
                    <a:pt x="199059" y="21132"/>
                  </a:lnTo>
                  <a:lnTo>
                    <a:pt x="199542" y="21069"/>
                  </a:lnTo>
                  <a:lnTo>
                    <a:pt x="199783" y="21018"/>
                  </a:lnTo>
                  <a:lnTo>
                    <a:pt x="200596" y="20904"/>
                  </a:lnTo>
                  <a:lnTo>
                    <a:pt x="200596" y="19519"/>
                  </a:lnTo>
                  <a:close/>
                </a:path>
                <a:path w="238760" h="363854">
                  <a:moveTo>
                    <a:pt x="202869" y="78803"/>
                  </a:moveTo>
                  <a:lnTo>
                    <a:pt x="199771" y="77546"/>
                  </a:lnTo>
                  <a:lnTo>
                    <a:pt x="198805" y="79311"/>
                  </a:lnTo>
                  <a:lnTo>
                    <a:pt x="197345" y="81978"/>
                  </a:lnTo>
                  <a:lnTo>
                    <a:pt x="196659" y="85852"/>
                  </a:lnTo>
                  <a:lnTo>
                    <a:pt x="199999" y="89331"/>
                  </a:lnTo>
                  <a:lnTo>
                    <a:pt x="202107" y="88544"/>
                  </a:lnTo>
                  <a:lnTo>
                    <a:pt x="201879" y="84658"/>
                  </a:lnTo>
                  <a:lnTo>
                    <a:pt x="201117" y="82969"/>
                  </a:lnTo>
                  <a:lnTo>
                    <a:pt x="202869" y="78803"/>
                  </a:lnTo>
                  <a:close/>
                </a:path>
                <a:path w="238760" h="363854">
                  <a:moveTo>
                    <a:pt x="210197" y="56845"/>
                  </a:moveTo>
                  <a:lnTo>
                    <a:pt x="209918" y="56845"/>
                  </a:lnTo>
                  <a:lnTo>
                    <a:pt x="209918" y="57061"/>
                  </a:lnTo>
                  <a:lnTo>
                    <a:pt x="210058" y="57061"/>
                  </a:lnTo>
                  <a:lnTo>
                    <a:pt x="210197" y="57061"/>
                  </a:lnTo>
                  <a:lnTo>
                    <a:pt x="210197" y="56845"/>
                  </a:lnTo>
                  <a:close/>
                </a:path>
                <a:path w="238760" h="363854">
                  <a:moveTo>
                    <a:pt x="214845" y="64223"/>
                  </a:moveTo>
                  <a:lnTo>
                    <a:pt x="214261" y="64223"/>
                  </a:lnTo>
                  <a:lnTo>
                    <a:pt x="214261" y="64668"/>
                  </a:lnTo>
                  <a:lnTo>
                    <a:pt x="214553" y="64668"/>
                  </a:lnTo>
                  <a:lnTo>
                    <a:pt x="214845" y="64668"/>
                  </a:lnTo>
                  <a:lnTo>
                    <a:pt x="214845" y="64223"/>
                  </a:lnTo>
                  <a:close/>
                </a:path>
                <a:path w="238760" h="363854">
                  <a:moveTo>
                    <a:pt x="216103" y="14274"/>
                  </a:moveTo>
                  <a:lnTo>
                    <a:pt x="213296" y="11493"/>
                  </a:lnTo>
                  <a:lnTo>
                    <a:pt x="210413" y="12674"/>
                  </a:lnTo>
                  <a:lnTo>
                    <a:pt x="210413" y="17246"/>
                  </a:lnTo>
                  <a:lnTo>
                    <a:pt x="213296" y="18427"/>
                  </a:lnTo>
                  <a:lnTo>
                    <a:pt x="214922" y="16827"/>
                  </a:lnTo>
                  <a:lnTo>
                    <a:pt x="216103" y="15659"/>
                  </a:lnTo>
                  <a:lnTo>
                    <a:pt x="216103" y="14274"/>
                  </a:lnTo>
                  <a:close/>
                </a:path>
                <a:path w="238760" h="363854">
                  <a:moveTo>
                    <a:pt x="217754" y="40957"/>
                  </a:moveTo>
                  <a:lnTo>
                    <a:pt x="214071" y="37223"/>
                  </a:lnTo>
                  <a:lnTo>
                    <a:pt x="211899" y="40093"/>
                  </a:lnTo>
                  <a:lnTo>
                    <a:pt x="211429" y="40690"/>
                  </a:lnTo>
                  <a:lnTo>
                    <a:pt x="211315" y="41198"/>
                  </a:lnTo>
                  <a:lnTo>
                    <a:pt x="211201" y="42887"/>
                  </a:lnTo>
                  <a:lnTo>
                    <a:pt x="212140" y="43802"/>
                  </a:lnTo>
                  <a:lnTo>
                    <a:pt x="213817" y="43700"/>
                  </a:lnTo>
                  <a:lnTo>
                    <a:pt x="214312" y="43586"/>
                  </a:lnTo>
                  <a:lnTo>
                    <a:pt x="217754" y="40957"/>
                  </a:lnTo>
                  <a:close/>
                </a:path>
                <a:path w="238760" h="363854">
                  <a:moveTo>
                    <a:pt x="218681" y="108153"/>
                  </a:moveTo>
                  <a:lnTo>
                    <a:pt x="216420" y="108140"/>
                  </a:lnTo>
                  <a:lnTo>
                    <a:pt x="216636" y="109689"/>
                  </a:lnTo>
                  <a:lnTo>
                    <a:pt x="216700" y="110159"/>
                  </a:lnTo>
                  <a:lnTo>
                    <a:pt x="216750" y="110401"/>
                  </a:lnTo>
                  <a:lnTo>
                    <a:pt x="216865" y="111213"/>
                  </a:lnTo>
                  <a:lnTo>
                    <a:pt x="218249" y="111213"/>
                  </a:lnTo>
                  <a:lnTo>
                    <a:pt x="218427" y="109931"/>
                  </a:lnTo>
                  <a:lnTo>
                    <a:pt x="218478" y="109689"/>
                  </a:lnTo>
                  <a:lnTo>
                    <a:pt x="218681" y="108153"/>
                  </a:lnTo>
                  <a:close/>
                </a:path>
                <a:path w="238760" h="363854">
                  <a:moveTo>
                    <a:pt x="219722" y="103225"/>
                  </a:moveTo>
                  <a:lnTo>
                    <a:pt x="218617" y="103060"/>
                  </a:lnTo>
                  <a:lnTo>
                    <a:pt x="218376" y="103035"/>
                  </a:lnTo>
                  <a:lnTo>
                    <a:pt x="218135" y="102997"/>
                  </a:lnTo>
                  <a:lnTo>
                    <a:pt x="215849" y="102679"/>
                  </a:lnTo>
                  <a:lnTo>
                    <a:pt x="215836" y="105689"/>
                  </a:lnTo>
                  <a:lnTo>
                    <a:pt x="219722" y="105143"/>
                  </a:lnTo>
                  <a:lnTo>
                    <a:pt x="219722" y="103225"/>
                  </a:lnTo>
                  <a:close/>
                </a:path>
                <a:path w="238760" h="363854">
                  <a:moveTo>
                    <a:pt x="223710" y="136271"/>
                  </a:moveTo>
                  <a:lnTo>
                    <a:pt x="223659" y="135648"/>
                  </a:lnTo>
                  <a:lnTo>
                    <a:pt x="222694" y="133324"/>
                  </a:lnTo>
                  <a:lnTo>
                    <a:pt x="221424" y="132397"/>
                  </a:lnTo>
                  <a:lnTo>
                    <a:pt x="218554" y="133057"/>
                  </a:lnTo>
                  <a:lnTo>
                    <a:pt x="217830" y="133604"/>
                  </a:lnTo>
                  <a:lnTo>
                    <a:pt x="214871" y="136232"/>
                  </a:lnTo>
                  <a:lnTo>
                    <a:pt x="215836" y="139687"/>
                  </a:lnTo>
                  <a:lnTo>
                    <a:pt x="220929" y="141846"/>
                  </a:lnTo>
                  <a:lnTo>
                    <a:pt x="223354" y="139827"/>
                  </a:lnTo>
                  <a:lnTo>
                    <a:pt x="223621" y="137134"/>
                  </a:lnTo>
                  <a:lnTo>
                    <a:pt x="223710" y="136271"/>
                  </a:lnTo>
                  <a:close/>
                </a:path>
                <a:path w="238760" h="363854">
                  <a:moveTo>
                    <a:pt x="224523" y="129387"/>
                  </a:moveTo>
                  <a:lnTo>
                    <a:pt x="224078" y="129387"/>
                  </a:lnTo>
                  <a:lnTo>
                    <a:pt x="224078" y="130721"/>
                  </a:lnTo>
                  <a:lnTo>
                    <a:pt x="224523" y="130721"/>
                  </a:lnTo>
                  <a:lnTo>
                    <a:pt x="224523" y="130429"/>
                  </a:lnTo>
                  <a:lnTo>
                    <a:pt x="224523" y="129387"/>
                  </a:lnTo>
                  <a:close/>
                </a:path>
                <a:path w="238760" h="363854">
                  <a:moveTo>
                    <a:pt x="227685" y="88976"/>
                  </a:moveTo>
                  <a:lnTo>
                    <a:pt x="227469" y="87439"/>
                  </a:lnTo>
                  <a:lnTo>
                    <a:pt x="227406" y="86956"/>
                  </a:lnTo>
                  <a:lnTo>
                    <a:pt x="227368" y="86715"/>
                  </a:lnTo>
                  <a:lnTo>
                    <a:pt x="227253" y="85902"/>
                  </a:lnTo>
                  <a:lnTo>
                    <a:pt x="225856" y="85902"/>
                  </a:lnTo>
                  <a:lnTo>
                    <a:pt x="225704" y="86956"/>
                  </a:lnTo>
                  <a:lnTo>
                    <a:pt x="225666" y="87198"/>
                  </a:lnTo>
                  <a:lnTo>
                    <a:pt x="225425" y="88963"/>
                  </a:lnTo>
                  <a:lnTo>
                    <a:pt x="227685" y="88976"/>
                  </a:lnTo>
                  <a:close/>
                </a:path>
                <a:path w="238760" h="363854">
                  <a:moveTo>
                    <a:pt x="233095" y="16789"/>
                  </a:moveTo>
                  <a:lnTo>
                    <a:pt x="232003" y="16789"/>
                  </a:lnTo>
                  <a:lnTo>
                    <a:pt x="232003" y="17640"/>
                  </a:lnTo>
                  <a:lnTo>
                    <a:pt x="232549" y="17640"/>
                  </a:lnTo>
                  <a:lnTo>
                    <a:pt x="233095" y="17640"/>
                  </a:lnTo>
                  <a:lnTo>
                    <a:pt x="233095" y="16789"/>
                  </a:lnTo>
                  <a:close/>
                </a:path>
                <a:path w="238760" h="363854">
                  <a:moveTo>
                    <a:pt x="234251" y="53047"/>
                  </a:moveTo>
                  <a:lnTo>
                    <a:pt x="230619" y="51689"/>
                  </a:lnTo>
                  <a:lnTo>
                    <a:pt x="226326" y="56667"/>
                  </a:lnTo>
                  <a:lnTo>
                    <a:pt x="224561" y="60655"/>
                  </a:lnTo>
                  <a:lnTo>
                    <a:pt x="224853" y="62915"/>
                  </a:lnTo>
                  <a:lnTo>
                    <a:pt x="228473" y="65024"/>
                  </a:lnTo>
                  <a:lnTo>
                    <a:pt x="231292" y="64592"/>
                  </a:lnTo>
                  <a:lnTo>
                    <a:pt x="232156" y="62661"/>
                  </a:lnTo>
                  <a:lnTo>
                    <a:pt x="233222" y="60261"/>
                  </a:lnTo>
                  <a:lnTo>
                    <a:pt x="233616" y="58051"/>
                  </a:lnTo>
                  <a:lnTo>
                    <a:pt x="234251" y="53047"/>
                  </a:lnTo>
                  <a:close/>
                </a:path>
                <a:path w="238760" h="363854">
                  <a:moveTo>
                    <a:pt x="235826" y="30124"/>
                  </a:moveTo>
                  <a:lnTo>
                    <a:pt x="232244" y="28663"/>
                  </a:lnTo>
                  <a:lnTo>
                    <a:pt x="230238" y="30645"/>
                  </a:lnTo>
                  <a:lnTo>
                    <a:pt x="228815" y="32067"/>
                  </a:lnTo>
                  <a:lnTo>
                    <a:pt x="228815" y="33858"/>
                  </a:lnTo>
                  <a:lnTo>
                    <a:pt x="232257" y="37261"/>
                  </a:lnTo>
                  <a:lnTo>
                    <a:pt x="235826" y="35801"/>
                  </a:lnTo>
                  <a:lnTo>
                    <a:pt x="235826" y="30124"/>
                  </a:lnTo>
                  <a:close/>
                </a:path>
                <a:path w="238760" h="363854">
                  <a:moveTo>
                    <a:pt x="238239" y="6883"/>
                  </a:moveTo>
                  <a:lnTo>
                    <a:pt x="237248" y="4000"/>
                  </a:lnTo>
                  <a:lnTo>
                    <a:pt x="234759" y="2387"/>
                  </a:lnTo>
                  <a:lnTo>
                    <a:pt x="231076" y="0"/>
                  </a:lnTo>
                  <a:lnTo>
                    <a:pt x="226999" y="1651"/>
                  </a:lnTo>
                  <a:lnTo>
                    <a:pt x="224243" y="8191"/>
                  </a:lnTo>
                  <a:lnTo>
                    <a:pt x="226212" y="11468"/>
                  </a:lnTo>
                  <a:lnTo>
                    <a:pt x="232968" y="13982"/>
                  </a:lnTo>
                  <a:lnTo>
                    <a:pt x="236143" y="12103"/>
                  </a:lnTo>
                  <a:lnTo>
                    <a:pt x="238239" y="688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2345918" y="7501146"/>
              <a:ext cx="235585" cy="586740"/>
            </a:xfrm>
            <a:custGeom>
              <a:avLst/>
              <a:gdLst/>
              <a:ahLst/>
              <a:cxnLst/>
              <a:rect l="l" t="t" r="r" b="b"/>
              <a:pathLst>
                <a:path w="235585" h="586740">
                  <a:moveTo>
                    <a:pt x="15900" y="132511"/>
                  </a:moveTo>
                  <a:lnTo>
                    <a:pt x="14960" y="129298"/>
                  </a:lnTo>
                  <a:lnTo>
                    <a:pt x="9906" y="127901"/>
                  </a:lnTo>
                  <a:lnTo>
                    <a:pt x="7962" y="130314"/>
                  </a:lnTo>
                  <a:lnTo>
                    <a:pt x="8407" y="132778"/>
                  </a:lnTo>
                  <a:lnTo>
                    <a:pt x="9029" y="136207"/>
                  </a:lnTo>
                  <a:lnTo>
                    <a:pt x="11633" y="136575"/>
                  </a:lnTo>
                  <a:lnTo>
                    <a:pt x="15900" y="132511"/>
                  </a:lnTo>
                  <a:close/>
                </a:path>
                <a:path w="235585" h="586740">
                  <a:moveTo>
                    <a:pt x="16154" y="106578"/>
                  </a:moveTo>
                  <a:lnTo>
                    <a:pt x="15201" y="106222"/>
                  </a:lnTo>
                  <a:lnTo>
                    <a:pt x="14820" y="105841"/>
                  </a:lnTo>
                  <a:lnTo>
                    <a:pt x="14439" y="105435"/>
                  </a:lnTo>
                  <a:lnTo>
                    <a:pt x="14058" y="105054"/>
                  </a:lnTo>
                  <a:lnTo>
                    <a:pt x="13423" y="103085"/>
                  </a:lnTo>
                  <a:lnTo>
                    <a:pt x="10464" y="104508"/>
                  </a:lnTo>
                  <a:lnTo>
                    <a:pt x="11557" y="106108"/>
                  </a:lnTo>
                  <a:lnTo>
                    <a:pt x="12395" y="107365"/>
                  </a:lnTo>
                  <a:lnTo>
                    <a:pt x="13436" y="108000"/>
                  </a:lnTo>
                  <a:lnTo>
                    <a:pt x="16078" y="108165"/>
                  </a:lnTo>
                  <a:lnTo>
                    <a:pt x="16154" y="106578"/>
                  </a:lnTo>
                  <a:close/>
                </a:path>
                <a:path w="235585" h="586740">
                  <a:moveTo>
                    <a:pt x="17475" y="84505"/>
                  </a:moveTo>
                  <a:lnTo>
                    <a:pt x="7708" y="81813"/>
                  </a:lnTo>
                  <a:lnTo>
                    <a:pt x="4254" y="83781"/>
                  </a:lnTo>
                  <a:lnTo>
                    <a:pt x="2298" y="90906"/>
                  </a:lnTo>
                  <a:lnTo>
                    <a:pt x="5321" y="94538"/>
                  </a:lnTo>
                  <a:lnTo>
                    <a:pt x="9271" y="94703"/>
                  </a:lnTo>
                  <a:lnTo>
                    <a:pt x="16230" y="95008"/>
                  </a:lnTo>
                  <a:lnTo>
                    <a:pt x="17475" y="84505"/>
                  </a:lnTo>
                  <a:close/>
                </a:path>
                <a:path w="235585" h="586740">
                  <a:moveTo>
                    <a:pt x="18008" y="573316"/>
                  </a:moveTo>
                  <a:lnTo>
                    <a:pt x="15544" y="570865"/>
                  </a:lnTo>
                  <a:lnTo>
                    <a:pt x="9080" y="571576"/>
                  </a:lnTo>
                  <a:lnTo>
                    <a:pt x="6477" y="576097"/>
                  </a:lnTo>
                  <a:lnTo>
                    <a:pt x="12750" y="582371"/>
                  </a:lnTo>
                  <a:lnTo>
                    <a:pt x="17297" y="579793"/>
                  </a:lnTo>
                  <a:lnTo>
                    <a:pt x="17729" y="575881"/>
                  </a:lnTo>
                  <a:lnTo>
                    <a:pt x="18008" y="573316"/>
                  </a:lnTo>
                  <a:close/>
                </a:path>
                <a:path w="235585" h="586740">
                  <a:moveTo>
                    <a:pt x="19659" y="49326"/>
                  </a:moveTo>
                  <a:lnTo>
                    <a:pt x="16903" y="43421"/>
                  </a:lnTo>
                  <a:lnTo>
                    <a:pt x="13487" y="45580"/>
                  </a:lnTo>
                  <a:lnTo>
                    <a:pt x="13182" y="45808"/>
                  </a:lnTo>
                  <a:lnTo>
                    <a:pt x="12877" y="45986"/>
                  </a:lnTo>
                  <a:lnTo>
                    <a:pt x="12522" y="46126"/>
                  </a:lnTo>
                  <a:lnTo>
                    <a:pt x="10922" y="46901"/>
                  </a:lnTo>
                  <a:lnTo>
                    <a:pt x="10807" y="49758"/>
                  </a:lnTo>
                  <a:lnTo>
                    <a:pt x="13677" y="51003"/>
                  </a:lnTo>
                  <a:lnTo>
                    <a:pt x="14478" y="51231"/>
                  </a:lnTo>
                  <a:lnTo>
                    <a:pt x="19659" y="49326"/>
                  </a:lnTo>
                  <a:close/>
                </a:path>
                <a:path w="235585" h="586740">
                  <a:moveTo>
                    <a:pt x="29845" y="65697"/>
                  </a:moveTo>
                  <a:lnTo>
                    <a:pt x="22085" y="65697"/>
                  </a:lnTo>
                  <a:lnTo>
                    <a:pt x="22631" y="61379"/>
                  </a:lnTo>
                  <a:lnTo>
                    <a:pt x="15748" y="56883"/>
                  </a:lnTo>
                  <a:lnTo>
                    <a:pt x="4813" y="58343"/>
                  </a:lnTo>
                  <a:lnTo>
                    <a:pt x="0" y="64376"/>
                  </a:lnTo>
                  <a:lnTo>
                    <a:pt x="3924" y="75565"/>
                  </a:lnTo>
                  <a:lnTo>
                    <a:pt x="8077" y="78676"/>
                  </a:lnTo>
                  <a:lnTo>
                    <a:pt x="18440" y="77279"/>
                  </a:lnTo>
                  <a:lnTo>
                    <a:pt x="21158" y="73215"/>
                  </a:lnTo>
                  <a:lnTo>
                    <a:pt x="21424" y="71081"/>
                  </a:lnTo>
                  <a:lnTo>
                    <a:pt x="21424" y="72224"/>
                  </a:lnTo>
                  <a:lnTo>
                    <a:pt x="25641" y="72224"/>
                  </a:lnTo>
                  <a:lnTo>
                    <a:pt x="29845" y="72224"/>
                  </a:lnTo>
                  <a:lnTo>
                    <a:pt x="29845" y="65697"/>
                  </a:lnTo>
                  <a:close/>
                </a:path>
                <a:path w="235585" h="586740">
                  <a:moveTo>
                    <a:pt x="30086" y="121424"/>
                  </a:moveTo>
                  <a:lnTo>
                    <a:pt x="30022" y="120421"/>
                  </a:lnTo>
                  <a:lnTo>
                    <a:pt x="29997" y="120243"/>
                  </a:lnTo>
                  <a:lnTo>
                    <a:pt x="29883" y="118275"/>
                  </a:lnTo>
                  <a:lnTo>
                    <a:pt x="27749" y="117208"/>
                  </a:lnTo>
                  <a:lnTo>
                    <a:pt x="25044" y="119900"/>
                  </a:lnTo>
                  <a:lnTo>
                    <a:pt x="26111" y="122047"/>
                  </a:lnTo>
                  <a:lnTo>
                    <a:pt x="27889" y="122161"/>
                  </a:lnTo>
                  <a:lnTo>
                    <a:pt x="29273" y="122237"/>
                  </a:lnTo>
                  <a:lnTo>
                    <a:pt x="30086" y="121424"/>
                  </a:lnTo>
                  <a:close/>
                </a:path>
                <a:path w="235585" h="586740">
                  <a:moveTo>
                    <a:pt x="35026" y="91617"/>
                  </a:moveTo>
                  <a:lnTo>
                    <a:pt x="32753" y="86220"/>
                  </a:lnTo>
                  <a:lnTo>
                    <a:pt x="29311" y="85432"/>
                  </a:lnTo>
                  <a:lnTo>
                    <a:pt x="27330" y="87464"/>
                  </a:lnTo>
                  <a:lnTo>
                    <a:pt x="24853" y="90017"/>
                  </a:lnTo>
                  <a:lnTo>
                    <a:pt x="26149" y="94856"/>
                  </a:lnTo>
                  <a:lnTo>
                    <a:pt x="32905" y="93941"/>
                  </a:lnTo>
                  <a:lnTo>
                    <a:pt x="35026" y="91617"/>
                  </a:lnTo>
                  <a:close/>
                </a:path>
                <a:path w="235585" h="586740">
                  <a:moveTo>
                    <a:pt x="41059" y="562635"/>
                  </a:moveTo>
                  <a:lnTo>
                    <a:pt x="40881" y="562508"/>
                  </a:lnTo>
                  <a:lnTo>
                    <a:pt x="41059" y="562635"/>
                  </a:lnTo>
                  <a:close/>
                </a:path>
                <a:path w="235585" h="586740">
                  <a:moveTo>
                    <a:pt x="41287" y="562851"/>
                  </a:moveTo>
                  <a:lnTo>
                    <a:pt x="41148" y="562698"/>
                  </a:lnTo>
                  <a:lnTo>
                    <a:pt x="41071" y="562952"/>
                  </a:lnTo>
                  <a:lnTo>
                    <a:pt x="41287" y="562851"/>
                  </a:lnTo>
                  <a:close/>
                </a:path>
                <a:path w="235585" h="586740">
                  <a:moveTo>
                    <a:pt x="41338" y="562838"/>
                  </a:moveTo>
                  <a:lnTo>
                    <a:pt x="41097" y="562965"/>
                  </a:lnTo>
                  <a:lnTo>
                    <a:pt x="41338" y="562914"/>
                  </a:lnTo>
                  <a:close/>
                </a:path>
                <a:path w="235585" h="586740">
                  <a:moveTo>
                    <a:pt x="41338" y="562825"/>
                  </a:moveTo>
                  <a:lnTo>
                    <a:pt x="41224" y="562686"/>
                  </a:lnTo>
                  <a:lnTo>
                    <a:pt x="41338" y="562825"/>
                  </a:lnTo>
                  <a:close/>
                </a:path>
                <a:path w="235585" h="586740">
                  <a:moveTo>
                    <a:pt x="41376" y="562813"/>
                  </a:moveTo>
                  <a:lnTo>
                    <a:pt x="41262" y="562648"/>
                  </a:lnTo>
                  <a:lnTo>
                    <a:pt x="41135" y="562597"/>
                  </a:lnTo>
                  <a:lnTo>
                    <a:pt x="41376" y="562813"/>
                  </a:lnTo>
                  <a:close/>
                </a:path>
                <a:path w="235585" h="586740">
                  <a:moveTo>
                    <a:pt x="41478" y="563079"/>
                  </a:moveTo>
                  <a:lnTo>
                    <a:pt x="41465" y="562914"/>
                  </a:lnTo>
                  <a:lnTo>
                    <a:pt x="41325" y="563079"/>
                  </a:lnTo>
                  <a:lnTo>
                    <a:pt x="41478" y="563079"/>
                  </a:lnTo>
                  <a:close/>
                </a:path>
                <a:path w="235585" h="586740">
                  <a:moveTo>
                    <a:pt x="41541" y="562762"/>
                  </a:moveTo>
                  <a:lnTo>
                    <a:pt x="41414" y="562864"/>
                  </a:lnTo>
                  <a:lnTo>
                    <a:pt x="41541" y="562762"/>
                  </a:lnTo>
                  <a:close/>
                </a:path>
                <a:path w="235585" h="586740">
                  <a:moveTo>
                    <a:pt x="41668" y="562787"/>
                  </a:moveTo>
                  <a:close/>
                </a:path>
                <a:path w="235585" h="586740">
                  <a:moveTo>
                    <a:pt x="41681" y="562660"/>
                  </a:moveTo>
                  <a:close/>
                </a:path>
                <a:path w="235585" h="586740">
                  <a:moveTo>
                    <a:pt x="42862" y="39497"/>
                  </a:moveTo>
                  <a:lnTo>
                    <a:pt x="30911" y="39497"/>
                  </a:lnTo>
                  <a:lnTo>
                    <a:pt x="30899" y="48780"/>
                  </a:lnTo>
                  <a:lnTo>
                    <a:pt x="36880" y="48780"/>
                  </a:lnTo>
                  <a:lnTo>
                    <a:pt x="42849" y="48780"/>
                  </a:lnTo>
                  <a:lnTo>
                    <a:pt x="42862" y="39497"/>
                  </a:lnTo>
                  <a:close/>
                </a:path>
                <a:path w="235585" h="586740">
                  <a:moveTo>
                    <a:pt x="44272" y="132346"/>
                  </a:moveTo>
                  <a:lnTo>
                    <a:pt x="42189" y="128498"/>
                  </a:lnTo>
                  <a:lnTo>
                    <a:pt x="41744" y="127685"/>
                  </a:lnTo>
                  <a:lnTo>
                    <a:pt x="41567" y="127469"/>
                  </a:lnTo>
                  <a:lnTo>
                    <a:pt x="41236" y="126593"/>
                  </a:lnTo>
                  <a:lnTo>
                    <a:pt x="41135" y="126352"/>
                  </a:lnTo>
                  <a:lnTo>
                    <a:pt x="40081" y="125310"/>
                  </a:lnTo>
                  <a:lnTo>
                    <a:pt x="36410" y="125374"/>
                  </a:lnTo>
                  <a:lnTo>
                    <a:pt x="34429" y="125577"/>
                  </a:lnTo>
                  <a:lnTo>
                    <a:pt x="31953" y="129806"/>
                  </a:lnTo>
                  <a:lnTo>
                    <a:pt x="32512" y="132613"/>
                  </a:lnTo>
                  <a:lnTo>
                    <a:pt x="38735" y="137261"/>
                  </a:lnTo>
                  <a:lnTo>
                    <a:pt x="44272" y="132346"/>
                  </a:lnTo>
                  <a:close/>
                </a:path>
                <a:path w="235585" h="586740">
                  <a:moveTo>
                    <a:pt x="46177" y="39979"/>
                  </a:moveTo>
                  <a:lnTo>
                    <a:pt x="45593" y="39979"/>
                  </a:lnTo>
                  <a:lnTo>
                    <a:pt x="45593" y="40424"/>
                  </a:lnTo>
                  <a:lnTo>
                    <a:pt x="45885" y="40424"/>
                  </a:lnTo>
                  <a:lnTo>
                    <a:pt x="46177" y="40424"/>
                  </a:lnTo>
                  <a:lnTo>
                    <a:pt x="46177" y="39979"/>
                  </a:lnTo>
                  <a:close/>
                </a:path>
                <a:path w="235585" h="586740">
                  <a:moveTo>
                    <a:pt x="46456" y="70015"/>
                  </a:moveTo>
                  <a:lnTo>
                    <a:pt x="42481" y="69850"/>
                  </a:lnTo>
                  <a:lnTo>
                    <a:pt x="40043" y="69761"/>
                  </a:lnTo>
                  <a:lnTo>
                    <a:pt x="39700" y="71285"/>
                  </a:lnTo>
                  <a:lnTo>
                    <a:pt x="43180" y="75679"/>
                  </a:lnTo>
                  <a:lnTo>
                    <a:pt x="46456" y="70015"/>
                  </a:lnTo>
                  <a:close/>
                </a:path>
                <a:path w="235585" h="586740">
                  <a:moveTo>
                    <a:pt x="53060" y="559155"/>
                  </a:moveTo>
                  <a:lnTo>
                    <a:pt x="52298" y="558304"/>
                  </a:lnTo>
                  <a:lnTo>
                    <a:pt x="52273" y="563143"/>
                  </a:lnTo>
                  <a:lnTo>
                    <a:pt x="41490" y="563143"/>
                  </a:lnTo>
                  <a:lnTo>
                    <a:pt x="41262" y="563143"/>
                  </a:lnTo>
                  <a:lnTo>
                    <a:pt x="41211" y="563016"/>
                  </a:lnTo>
                  <a:lnTo>
                    <a:pt x="41084" y="562965"/>
                  </a:lnTo>
                  <a:lnTo>
                    <a:pt x="40919" y="563003"/>
                  </a:lnTo>
                  <a:lnTo>
                    <a:pt x="40716" y="563372"/>
                  </a:lnTo>
                  <a:lnTo>
                    <a:pt x="40932" y="562940"/>
                  </a:lnTo>
                  <a:lnTo>
                    <a:pt x="40995" y="562724"/>
                  </a:lnTo>
                  <a:lnTo>
                    <a:pt x="40805" y="562762"/>
                  </a:lnTo>
                  <a:lnTo>
                    <a:pt x="40589" y="562800"/>
                  </a:lnTo>
                  <a:lnTo>
                    <a:pt x="40284" y="562737"/>
                  </a:lnTo>
                  <a:lnTo>
                    <a:pt x="40132" y="562762"/>
                  </a:lnTo>
                  <a:lnTo>
                    <a:pt x="39954" y="562597"/>
                  </a:lnTo>
                  <a:lnTo>
                    <a:pt x="39992" y="562800"/>
                  </a:lnTo>
                  <a:lnTo>
                    <a:pt x="39928" y="562622"/>
                  </a:lnTo>
                  <a:lnTo>
                    <a:pt x="39776" y="562749"/>
                  </a:lnTo>
                  <a:lnTo>
                    <a:pt x="39801" y="562444"/>
                  </a:lnTo>
                  <a:lnTo>
                    <a:pt x="39839" y="562089"/>
                  </a:lnTo>
                  <a:lnTo>
                    <a:pt x="39878" y="561962"/>
                  </a:lnTo>
                  <a:lnTo>
                    <a:pt x="40132" y="561835"/>
                  </a:lnTo>
                  <a:lnTo>
                    <a:pt x="39979" y="562254"/>
                  </a:lnTo>
                  <a:lnTo>
                    <a:pt x="40068" y="562114"/>
                  </a:lnTo>
                  <a:lnTo>
                    <a:pt x="40043" y="562635"/>
                  </a:lnTo>
                  <a:lnTo>
                    <a:pt x="40284" y="562737"/>
                  </a:lnTo>
                  <a:lnTo>
                    <a:pt x="41440" y="561886"/>
                  </a:lnTo>
                  <a:lnTo>
                    <a:pt x="41236" y="562279"/>
                  </a:lnTo>
                  <a:lnTo>
                    <a:pt x="41135" y="562597"/>
                  </a:lnTo>
                  <a:lnTo>
                    <a:pt x="41262" y="562648"/>
                  </a:lnTo>
                  <a:lnTo>
                    <a:pt x="41465" y="562724"/>
                  </a:lnTo>
                  <a:lnTo>
                    <a:pt x="41465" y="562508"/>
                  </a:lnTo>
                  <a:lnTo>
                    <a:pt x="41719" y="562635"/>
                  </a:lnTo>
                  <a:lnTo>
                    <a:pt x="41859" y="562470"/>
                  </a:lnTo>
                  <a:lnTo>
                    <a:pt x="41808" y="562686"/>
                  </a:lnTo>
                  <a:lnTo>
                    <a:pt x="41668" y="562787"/>
                  </a:lnTo>
                  <a:lnTo>
                    <a:pt x="41617" y="563029"/>
                  </a:lnTo>
                  <a:lnTo>
                    <a:pt x="52197" y="563079"/>
                  </a:lnTo>
                  <a:lnTo>
                    <a:pt x="52273" y="558279"/>
                  </a:lnTo>
                  <a:lnTo>
                    <a:pt x="44805" y="550011"/>
                  </a:lnTo>
                  <a:lnTo>
                    <a:pt x="42633" y="550227"/>
                  </a:lnTo>
                  <a:lnTo>
                    <a:pt x="42633" y="561936"/>
                  </a:lnTo>
                  <a:lnTo>
                    <a:pt x="42506" y="562038"/>
                  </a:lnTo>
                  <a:lnTo>
                    <a:pt x="41973" y="562368"/>
                  </a:lnTo>
                  <a:lnTo>
                    <a:pt x="42633" y="561936"/>
                  </a:lnTo>
                  <a:lnTo>
                    <a:pt x="42633" y="550227"/>
                  </a:lnTo>
                  <a:lnTo>
                    <a:pt x="37528" y="550697"/>
                  </a:lnTo>
                  <a:lnTo>
                    <a:pt x="29260" y="559663"/>
                  </a:lnTo>
                  <a:lnTo>
                    <a:pt x="29959" y="566712"/>
                  </a:lnTo>
                  <a:lnTo>
                    <a:pt x="37299" y="571677"/>
                  </a:lnTo>
                  <a:lnTo>
                    <a:pt x="40017" y="572236"/>
                  </a:lnTo>
                  <a:lnTo>
                    <a:pt x="43141" y="571715"/>
                  </a:lnTo>
                  <a:lnTo>
                    <a:pt x="44361" y="572300"/>
                  </a:lnTo>
                  <a:lnTo>
                    <a:pt x="48793" y="570458"/>
                  </a:lnTo>
                  <a:lnTo>
                    <a:pt x="52933" y="566127"/>
                  </a:lnTo>
                  <a:lnTo>
                    <a:pt x="53060" y="559155"/>
                  </a:lnTo>
                  <a:close/>
                </a:path>
                <a:path w="235585" h="586740">
                  <a:moveTo>
                    <a:pt x="53111" y="100660"/>
                  </a:moveTo>
                  <a:lnTo>
                    <a:pt x="52527" y="93408"/>
                  </a:lnTo>
                  <a:lnTo>
                    <a:pt x="44919" y="93357"/>
                  </a:lnTo>
                  <a:lnTo>
                    <a:pt x="45135" y="96177"/>
                  </a:lnTo>
                  <a:lnTo>
                    <a:pt x="45110" y="100291"/>
                  </a:lnTo>
                  <a:lnTo>
                    <a:pt x="46863" y="102489"/>
                  </a:lnTo>
                  <a:lnTo>
                    <a:pt x="48895" y="102235"/>
                  </a:lnTo>
                  <a:lnTo>
                    <a:pt x="51041" y="101968"/>
                  </a:lnTo>
                  <a:lnTo>
                    <a:pt x="53111" y="100660"/>
                  </a:lnTo>
                  <a:close/>
                </a:path>
                <a:path w="235585" h="586740">
                  <a:moveTo>
                    <a:pt x="58661" y="89941"/>
                  </a:moveTo>
                  <a:lnTo>
                    <a:pt x="57848" y="89941"/>
                  </a:lnTo>
                  <a:lnTo>
                    <a:pt x="57848" y="90563"/>
                  </a:lnTo>
                  <a:lnTo>
                    <a:pt x="58254" y="90563"/>
                  </a:lnTo>
                  <a:lnTo>
                    <a:pt x="58661" y="90563"/>
                  </a:lnTo>
                  <a:lnTo>
                    <a:pt x="58661" y="89941"/>
                  </a:lnTo>
                  <a:close/>
                </a:path>
                <a:path w="235585" h="586740">
                  <a:moveTo>
                    <a:pt x="59055" y="119227"/>
                  </a:moveTo>
                  <a:lnTo>
                    <a:pt x="57835" y="116166"/>
                  </a:lnTo>
                  <a:lnTo>
                    <a:pt x="56870" y="113766"/>
                  </a:lnTo>
                  <a:lnTo>
                    <a:pt x="55143" y="113766"/>
                  </a:lnTo>
                  <a:lnTo>
                    <a:pt x="52959" y="119202"/>
                  </a:lnTo>
                  <a:lnTo>
                    <a:pt x="59055" y="119227"/>
                  </a:lnTo>
                  <a:close/>
                </a:path>
                <a:path w="235585" h="586740">
                  <a:moveTo>
                    <a:pt x="60426" y="73317"/>
                  </a:moveTo>
                  <a:lnTo>
                    <a:pt x="59486" y="71970"/>
                  </a:lnTo>
                  <a:lnTo>
                    <a:pt x="53771" y="68668"/>
                  </a:lnTo>
                  <a:lnTo>
                    <a:pt x="48971" y="73418"/>
                  </a:lnTo>
                  <a:lnTo>
                    <a:pt x="52349" y="79184"/>
                  </a:lnTo>
                  <a:lnTo>
                    <a:pt x="54229" y="80010"/>
                  </a:lnTo>
                  <a:lnTo>
                    <a:pt x="58623" y="79489"/>
                  </a:lnTo>
                  <a:lnTo>
                    <a:pt x="59944" y="77482"/>
                  </a:lnTo>
                  <a:lnTo>
                    <a:pt x="60210" y="75133"/>
                  </a:lnTo>
                  <a:lnTo>
                    <a:pt x="60426" y="73317"/>
                  </a:lnTo>
                  <a:close/>
                </a:path>
                <a:path w="235585" h="586740">
                  <a:moveTo>
                    <a:pt x="61023" y="29248"/>
                  </a:moveTo>
                  <a:lnTo>
                    <a:pt x="56527" y="24714"/>
                  </a:lnTo>
                  <a:lnTo>
                    <a:pt x="53149" y="25450"/>
                  </a:lnTo>
                  <a:lnTo>
                    <a:pt x="50507" y="29222"/>
                  </a:lnTo>
                  <a:lnTo>
                    <a:pt x="50419" y="31521"/>
                  </a:lnTo>
                  <a:lnTo>
                    <a:pt x="52844" y="34696"/>
                  </a:lnTo>
                  <a:lnTo>
                    <a:pt x="55587" y="36207"/>
                  </a:lnTo>
                  <a:lnTo>
                    <a:pt x="58026" y="34353"/>
                  </a:lnTo>
                  <a:lnTo>
                    <a:pt x="59461" y="33248"/>
                  </a:lnTo>
                  <a:lnTo>
                    <a:pt x="59766" y="32715"/>
                  </a:lnTo>
                  <a:lnTo>
                    <a:pt x="60134" y="32435"/>
                  </a:lnTo>
                  <a:lnTo>
                    <a:pt x="60350" y="31686"/>
                  </a:lnTo>
                  <a:lnTo>
                    <a:pt x="60439" y="31521"/>
                  </a:lnTo>
                  <a:lnTo>
                    <a:pt x="60477" y="31203"/>
                  </a:lnTo>
                  <a:lnTo>
                    <a:pt x="61023" y="29248"/>
                  </a:lnTo>
                  <a:close/>
                </a:path>
                <a:path w="235585" h="586740">
                  <a:moveTo>
                    <a:pt x="62699" y="522160"/>
                  </a:moveTo>
                  <a:lnTo>
                    <a:pt x="57924" y="523557"/>
                  </a:lnTo>
                  <a:lnTo>
                    <a:pt x="54635" y="524522"/>
                  </a:lnTo>
                  <a:lnTo>
                    <a:pt x="54635" y="528281"/>
                  </a:lnTo>
                  <a:lnTo>
                    <a:pt x="62674" y="530644"/>
                  </a:lnTo>
                  <a:lnTo>
                    <a:pt x="62699" y="522160"/>
                  </a:lnTo>
                  <a:close/>
                </a:path>
                <a:path w="235585" h="586740">
                  <a:moveTo>
                    <a:pt x="64935" y="558368"/>
                  </a:moveTo>
                  <a:lnTo>
                    <a:pt x="63042" y="555726"/>
                  </a:lnTo>
                  <a:lnTo>
                    <a:pt x="56718" y="555828"/>
                  </a:lnTo>
                  <a:lnTo>
                    <a:pt x="54889" y="558888"/>
                  </a:lnTo>
                  <a:lnTo>
                    <a:pt x="57848" y="563943"/>
                  </a:lnTo>
                  <a:lnTo>
                    <a:pt x="61074" y="563473"/>
                  </a:lnTo>
                  <a:lnTo>
                    <a:pt x="62687" y="561340"/>
                  </a:lnTo>
                  <a:lnTo>
                    <a:pt x="64935" y="558368"/>
                  </a:lnTo>
                  <a:close/>
                </a:path>
                <a:path w="235585" h="586740">
                  <a:moveTo>
                    <a:pt x="68021" y="128244"/>
                  </a:moveTo>
                  <a:lnTo>
                    <a:pt x="65519" y="125730"/>
                  </a:lnTo>
                  <a:lnTo>
                    <a:pt x="64274" y="127609"/>
                  </a:lnTo>
                  <a:lnTo>
                    <a:pt x="63080" y="129413"/>
                  </a:lnTo>
                  <a:lnTo>
                    <a:pt x="64338" y="130683"/>
                  </a:lnTo>
                  <a:lnTo>
                    <a:pt x="65290" y="130048"/>
                  </a:lnTo>
                  <a:lnTo>
                    <a:pt x="68021" y="128244"/>
                  </a:lnTo>
                  <a:close/>
                </a:path>
                <a:path w="235585" h="586740">
                  <a:moveTo>
                    <a:pt x="69621" y="52692"/>
                  </a:moveTo>
                  <a:lnTo>
                    <a:pt x="63703" y="48742"/>
                  </a:lnTo>
                  <a:lnTo>
                    <a:pt x="61582" y="52933"/>
                  </a:lnTo>
                  <a:lnTo>
                    <a:pt x="64465" y="53949"/>
                  </a:lnTo>
                  <a:lnTo>
                    <a:pt x="68681" y="55435"/>
                  </a:lnTo>
                  <a:lnTo>
                    <a:pt x="69621" y="52692"/>
                  </a:lnTo>
                  <a:close/>
                </a:path>
                <a:path w="235585" h="586740">
                  <a:moveTo>
                    <a:pt x="70967" y="130771"/>
                  </a:moveTo>
                  <a:lnTo>
                    <a:pt x="67716" y="131013"/>
                  </a:lnTo>
                  <a:lnTo>
                    <a:pt x="66446" y="131114"/>
                  </a:lnTo>
                  <a:lnTo>
                    <a:pt x="65773" y="131343"/>
                  </a:lnTo>
                  <a:lnTo>
                    <a:pt x="64020" y="132753"/>
                  </a:lnTo>
                  <a:lnTo>
                    <a:pt x="64020" y="134327"/>
                  </a:lnTo>
                  <a:lnTo>
                    <a:pt x="65811" y="135763"/>
                  </a:lnTo>
                  <a:lnTo>
                    <a:pt x="66433" y="135978"/>
                  </a:lnTo>
                  <a:lnTo>
                    <a:pt x="70967" y="136309"/>
                  </a:lnTo>
                  <a:lnTo>
                    <a:pt x="70967" y="130771"/>
                  </a:lnTo>
                  <a:close/>
                </a:path>
                <a:path w="235585" h="586740">
                  <a:moveTo>
                    <a:pt x="79883" y="134048"/>
                  </a:moveTo>
                  <a:lnTo>
                    <a:pt x="77444" y="132499"/>
                  </a:lnTo>
                  <a:lnTo>
                    <a:pt x="76454" y="131864"/>
                  </a:lnTo>
                  <a:lnTo>
                    <a:pt x="75463" y="131864"/>
                  </a:lnTo>
                  <a:lnTo>
                    <a:pt x="72047" y="134035"/>
                  </a:lnTo>
                  <a:lnTo>
                    <a:pt x="72961" y="137998"/>
                  </a:lnTo>
                  <a:lnTo>
                    <a:pt x="78955" y="137998"/>
                  </a:lnTo>
                  <a:lnTo>
                    <a:pt x="79883" y="134048"/>
                  </a:lnTo>
                  <a:close/>
                </a:path>
                <a:path w="235585" h="586740">
                  <a:moveTo>
                    <a:pt x="86296" y="95631"/>
                  </a:moveTo>
                  <a:lnTo>
                    <a:pt x="74079" y="95631"/>
                  </a:lnTo>
                  <a:lnTo>
                    <a:pt x="74066" y="104952"/>
                  </a:lnTo>
                  <a:lnTo>
                    <a:pt x="66979" y="99936"/>
                  </a:lnTo>
                  <a:lnTo>
                    <a:pt x="61480" y="103759"/>
                  </a:lnTo>
                  <a:lnTo>
                    <a:pt x="61480" y="112725"/>
                  </a:lnTo>
                  <a:lnTo>
                    <a:pt x="66979" y="116535"/>
                  </a:lnTo>
                  <a:lnTo>
                    <a:pt x="71005" y="113703"/>
                  </a:lnTo>
                  <a:lnTo>
                    <a:pt x="75247" y="110705"/>
                  </a:lnTo>
                  <a:lnTo>
                    <a:pt x="75247" y="105778"/>
                  </a:lnTo>
                  <a:lnTo>
                    <a:pt x="74307" y="105117"/>
                  </a:lnTo>
                  <a:lnTo>
                    <a:pt x="80175" y="105117"/>
                  </a:lnTo>
                  <a:lnTo>
                    <a:pt x="86283" y="105117"/>
                  </a:lnTo>
                  <a:lnTo>
                    <a:pt x="86296" y="95631"/>
                  </a:lnTo>
                  <a:close/>
                </a:path>
                <a:path w="235585" h="586740">
                  <a:moveTo>
                    <a:pt x="89471" y="56845"/>
                  </a:moveTo>
                  <a:lnTo>
                    <a:pt x="88887" y="56845"/>
                  </a:lnTo>
                  <a:lnTo>
                    <a:pt x="88887" y="57302"/>
                  </a:lnTo>
                  <a:lnTo>
                    <a:pt x="89179" y="57302"/>
                  </a:lnTo>
                  <a:lnTo>
                    <a:pt x="89471" y="57302"/>
                  </a:lnTo>
                  <a:lnTo>
                    <a:pt x="89471" y="56845"/>
                  </a:lnTo>
                  <a:close/>
                </a:path>
                <a:path w="235585" h="586740">
                  <a:moveTo>
                    <a:pt x="89712" y="524967"/>
                  </a:moveTo>
                  <a:lnTo>
                    <a:pt x="80200" y="524967"/>
                  </a:lnTo>
                  <a:lnTo>
                    <a:pt x="80200" y="532345"/>
                  </a:lnTo>
                  <a:lnTo>
                    <a:pt x="84950" y="532345"/>
                  </a:lnTo>
                  <a:lnTo>
                    <a:pt x="89712" y="532345"/>
                  </a:lnTo>
                  <a:lnTo>
                    <a:pt x="89712" y="524967"/>
                  </a:lnTo>
                  <a:close/>
                </a:path>
                <a:path w="235585" h="586740">
                  <a:moveTo>
                    <a:pt x="90500" y="127317"/>
                  </a:moveTo>
                  <a:lnTo>
                    <a:pt x="89916" y="127317"/>
                  </a:lnTo>
                  <a:lnTo>
                    <a:pt x="89916" y="127774"/>
                  </a:lnTo>
                  <a:lnTo>
                    <a:pt x="90208" y="127774"/>
                  </a:lnTo>
                  <a:lnTo>
                    <a:pt x="90500" y="127774"/>
                  </a:lnTo>
                  <a:lnTo>
                    <a:pt x="90500" y="127317"/>
                  </a:lnTo>
                  <a:close/>
                </a:path>
                <a:path w="235585" h="586740">
                  <a:moveTo>
                    <a:pt x="96812" y="65328"/>
                  </a:moveTo>
                  <a:lnTo>
                    <a:pt x="96304" y="64376"/>
                  </a:lnTo>
                  <a:lnTo>
                    <a:pt x="96545" y="61810"/>
                  </a:lnTo>
                  <a:lnTo>
                    <a:pt x="96685" y="60299"/>
                  </a:lnTo>
                  <a:lnTo>
                    <a:pt x="91922" y="59766"/>
                  </a:lnTo>
                  <a:lnTo>
                    <a:pt x="90220" y="62230"/>
                  </a:lnTo>
                  <a:lnTo>
                    <a:pt x="90220" y="62788"/>
                  </a:lnTo>
                  <a:lnTo>
                    <a:pt x="90106" y="63157"/>
                  </a:lnTo>
                  <a:lnTo>
                    <a:pt x="90017" y="62826"/>
                  </a:lnTo>
                  <a:lnTo>
                    <a:pt x="90220" y="62788"/>
                  </a:lnTo>
                  <a:lnTo>
                    <a:pt x="90220" y="62230"/>
                  </a:lnTo>
                  <a:lnTo>
                    <a:pt x="89827" y="62788"/>
                  </a:lnTo>
                  <a:lnTo>
                    <a:pt x="88874" y="63157"/>
                  </a:lnTo>
                  <a:lnTo>
                    <a:pt x="87058" y="65328"/>
                  </a:lnTo>
                  <a:lnTo>
                    <a:pt x="86804" y="67614"/>
                  </a:lnTo>
                  <a:lnTo>
                    <a:pt x="89649" y="70459"/>
                  </a:lnTo>
                  <a:lnTo>
                    <a:pt x="92430" y="70764"/>
                  </a:lnTo>
                  <a:lnTo>
                    <a:pt x="92938" y="70116"/>
                  </a:lnTo>
                  <a:lnTo>
                    <a:pt x="93256" y="69710"/>
                  </a:lnTo>
                  <a:lnTo>
                    <a:pt x="94983" y="69151"/>
                  </a:lnTo>
                  <a:lnTo>
                    <a:pt x="96088" y="66763"/>
                  </a:lnTo>
                  <a:lnTo>
                    <a:pt x="96139" y="66141"/>
                  </a:lnTo>
                  <a:lnTo>
                    <a:pt x="96812" y="65328"/>
                  </a:lnTo>
                  <a:close/>
                </a:path>
                <a:path w="235585" h="586740">
                  <a:moveTo>
                    <a:pt x="104584" y="25476"/>
                  </a:moveTo>
                  <a:lnTo>
                    <a:pt x="101066" y="23025"/>
                  </a:lnTo>
                  <a:lnTo>
                    <a:pt x="99949" y="25717"/>
                  </a:lnTo>
                  <a:lnTo>
                    <a:pt x="99682" y="26352"/>
                  </a:lnTo>
                  <a:lnTo>
                    <a:pt x="99453" y="26860"/>
                  </a:lnTo>
                  <a:lnTo>
                    <a:pt x="99174" y="28460"/>
                  </a:lnTo>
                  <a:lnTo>
                    <a:pt x="100114" y="29451"/>
                  </a:lnTo>
                  <a:lnTo>
                    <a:pt x="101714" y="28422"/>
                  </a:lnTo>
                  <a:lnTo>
                    <a:pt x="102209" y="27927"/>
                  </a:lnTo>
                  <a:lnTo>
                    <a:pt x="104584" y="25476"/>
                  </a:lnTo>
                  <a:close/>
                </a:path>
                <a:path w="235585" h="586740">
                  <a:moveTo>
                    <a:pt x="109994" y="126873"/>
                  </a:moveTo>
                  <a:lnTo>
                    <a:pt x="107429" y="122466"/>
                  </a:lnTo>
                  <a:lnTo>
                    <a:pt x="104457" y="122605"/>
                  </a:lnTo>
                  <a:lnTo>
                    <a:pt x="103200" y="124587"/>
                  </a:lnTo>
                  <a:lnTo>
                    <a:pt x="101917" y="126568"/>
                  </a:lnTo>
                  <a:lnTo>
                    <a:pt x="103378" y="129679"/>
                  </a:lnTo>
                  <a:lnTo>
                    <a:pt x="105689" y="129374"/>
                  </a:lnTo>
                  <a:lnTo>
                    <a:pt x="105930" y="129349"/>
                  </a:lnTo>
                  <a:lnTo>
                    <a:pt x="108204" y="129044"/>
                  </a:lnTo>
                  <a:lnTo>
                    <a:pt x="109994" y="126873"/>
                  </a:lnTo>
                  <a:close/>
                </a:path>
                <a:path w="235585" h="586740">
                  <a:moveTo>
                    <a:pt x="110274" y="34353"/>
                  </a:moveTo>
                  <a:lnTo>
                    <a:pt x="109689" y="34353"/>
                  </a:lnTo>
                  <a:lnTo>
                    <a:pt x="109689" y="34810"/>
                  </a:lnTo>
                  <a:lnTo>
                    <a:pt x="109982" y="34810"/>
                  </a:lnTo>
                  <a:lnTo>
                    <a:pt x="110274" y="34810"/>
                  </a:lnTo>
                  <a:lnTo>
                    <a:pt x="110274" y="34353"/>
                  </a:lnTo>
                  <a:close/>
                </a:path>
                <a:path w="235585" h="586740">
                  <a:moveTo>
                    <a:pt x="113296" y="164846"/>
                  </a:moveTo>
                  <a:lnTo>
                    <a:pt x="113157" y="161290"/>
                  </a:lnTo>
                  <a:lnTo>
                    <a:pt x="112928" y="155803"/>
                  </a:lnTo>
                  <a:lnTo>
                    <a:pt x="108445" y="153187"/>
                  </a:lnTo>
                  <a:lnTo>
                    <a:pt x="102539" y="160439"/>
                  </a:lnTo>
                  <a:lnTo>
                    <a:pt x="102870" y="164376"/>
                  </a:lnTo>
                  <a:lnTo>
                    <a:pt x="109385" y="167119"/>
                  </a:lnTo>
                  <a:lnTo>
                    <a:pt x="113296" y="164846"/>
                  </a:lnTo>
                  <a:close/>
                </a:path>
                <a:path w="235585" h="586740">
                  <a:moveTo>
                    <a:pt x="116090" y="578840"/>
                  </a:moveTo>
                  <a:lnTo>
                    <a:pt x="106311" y="578840"/>
                  </a:lnTo>
                  <a:lnTo>
                    <a:pt x="106311" y="586435"/>
                  </a:lnTo>
                  <a:lnTo>
                    <a:pt x="111201" y="586435"/>
                  </a:lnTo>
                  <a:lnTo>
                    <a:pt x="116078" y="586435"/>
                  </a:lnTo>
                  <a:lnTo>
                    <a:pt x="116090" y="578840"/>
                  </a:lnTo>
                  <a:close/>
                </a:path>
                <a:path w="235585" h="586740">
                  <a:moveTo>
                    <a:pt x="117157" y="54114"/>
                  </a:moveTo>
                  <a:lnTo>
                    <a:pt x="109550" y="54114"/>
                  </a:lnTo>
                  <a:lnTo>
                    <a:pt x="109550" y="60020"/>
                  </a:lnTo>
                  <a:lnTo>
                    <a:pt x="113360" y="60020"/>
                  </a:lnTo>
                  <a:lnTo>
                    <a:pt x="117157" y="60020"/>
                  </a:lnTo>
                  <a:lnTo>
                    <a:pt x="117157" y="54114"/>
                  </a:lnTo>
                  <a:close/>
                </a:path>
                <a:path w="235585" h="586740">
                  <a:moveTo>
                    <a:pt x="120154" y="84099"/>
                  </a:moveTo>
                  <a:lnTo>
                    <a:pt x="114439" y="84099"/>
                  </a:lnTo>
                  <a:lnTo>
                    <a:pt x="114439" y="88531"/>
                  </a:lnTo>
                  <a:lnTo>
                    <a:pt x="117297" y="88531"/>
                  </a:lnTo>
                  <a:lnTo>
                    <a:pt x="120142" y="88531"/>
                  </a:lnTo>
                  <a:lnTo>
                    <a:pt x="120154" y="84099"/>
                  </a:lnTo>
                  <a:close/>
                </a:path>
                <a:path w="235585" h="586740">
                  <a:moveTo>
                    <a:pt x="120192" y="183502"/>
                  </a:moveTo>
                  <a:lnTo>
                    <a:pt x="118999" y="179171"/>
                  </a:lnTo>
                  <a:lnTo>
                    <a:pt x="116738" y="177863"/>
                  </a:lnTo>
                  <a:lnTo>
                    <a:pt x="114642" y="178460"/>
                  </a:lnTo>
                  <a:lnTo>
                    <a:pt x="111213" y="179425"/>
                  </a:lnTo>
                  <a:lnTo>
                    <a:pt x="110363" y="181000"/>
                  </a:lnTo>
                  <a:lnTo>
                    <a:pt x="109969" y="183972"/>
                  </a:lnTo>
                  <a:lnTo>
                    <a:pt x="110566" y="184937"/>
                  </a:lnTo>
                  <a:lnTo>
                    <a:pt x="112242" y="186677"/>
                  </a:lnTo>
                  <a:lnTo>
                    <a:pt x="114007" y="187299"/>
                  </a:lnTo>
                  <a:lnTo>
                    <a:pt x="118783" y="185381"/>
                  </a:lnTo>
                  <a:lnTo>
                    <a:pt x="120192" y="183502"/>
                  </a:lnTo>
                  <a:close/>
                </a:path>
                <a:path w="235585" h="586740">
                  <a:moveTo>
                    <a:pt x="120675" y="139039"/>
                  </a:moveTo>
                  <a:lnTo>
                    <a:pt x="119494" y="136156"/>
                  </a:lnTo>
                  <a:lnTo>
                    <a:pt x="114909" y="136156"/>
                  </a:lnTo>
                  <a:lnTo>
                    <a:pt x="113728" y="139039"/>
                  </a:lnTo>
                  <a:lnTo>
                    <a:pt x="115328" y="140652"/>
                  </a:lnTo>
                  <a:lnTo>
                    <a:pt x="116509" y="141846"/>
                  </a:lnTo>
                  <a:lnTo>
                    <a:pt x="117881" y="141846"/>
                  </a:lnTo>
                  <a:lnTo>
                    <a:pt x="120675" y="139039"/>
                  </a:lnTo>
                  <a:close/>
                </a:path>
                <a:path w="235585" h="586740">
                  <a:moveTo>
                    <a:pt x="128231" y="230174"/>
                  </a:moveTo>
                  <a:lnTo>
                    <a:pt x="124155" y="230174"/>
                  </a:lnTo>
                  <a:lnTo>
                    <a:pt x="124155" y="233337"/>
                  </a:lnTo>
                  <a:lnTo>
                    <a:pt x="126187" y="233337"/>
                  </a:lnTo>
                  <a:lnTo>
                    <a:pt x="128219" y="233337"/>
                  </a:lnTo>
                  <a:lnTo>
                    <a:pt x="128231" y="230174"/>
                  </a:lnTo>
                  <a:close/>
                </a:path>
                <a:path w="235585" h="586740">
                  <a:moveTo>
                    <a:pt x="131470" y="124764"/>
                  </a:moveTo>
                  <a:lnTo>
                    <a:pt x="130581" y="120942"/>
                  </a:lnTo>
                  <a:lnTo>
                    <a:pt x="124802" y="120942"/>
                  </a:lnTo>
                  <a:lnTo>
                    <a:pt x="123913" y="124764"/>
                  </a:lnTo>
                  <a:lnTo>
                    <a:pt x="126250" y="126250"/>
                  </a:lnTo>
                  <a:lnTo>
                    <a:pt x="127215" y="126860"/>
                  </a:lnTo>
                  <a:lnTo>
                    <a:pt x="128168" y="126860"/>
                  </a:lnTo>
                  <a:lnTo>
                    <a:pt x="131470" y="124764"/>
                  </a:lnTo>
                  <a:close/>
                </a:path>
                <a:path w="235585" h="586740">
                  <a:moveTo>
                    <a:pt x="132486" y="210540"/>
                  </a:moveTo>
                  <a:lnTo>
                    <a:pt x="131902" y="210540"/>
                  </a:lnTo>
                  <a:lnTo>
                    <a:pt x="131902" y="210997"/>
                  </a:lnTo>
                  <a:lnTo>
                    <a:pt x="132194" y="210997"/>
                  </a:lnTo>
                  <a:lnTo>
                    <a:pt x="132486" y="210997"/>
                  </a:lnTo>
                  <a:lnTo>
                    <a:pt x="132486" y="210540"/>
                  </a:lnTo>
                  <a:close/>
                </a:path>
                <a:path w="235585" h="586740">
                  <a:moveTo>
                    <a:pt x="137414" y="26974"/>
                  </a:moveTo>
                  <a:lnTo>
                    <a:pt x="136194" y="25539"/>
                  </a:lnTo>
                  <a:lnTo>
                    <a:pt x="135140" y="24282"/>
                  </a:lnTo>
                  <a:lnTo>
                    <a:pt x="133515" y="24422"/>
                  </a:lnTo>
                  <a:lnTo>
                    <a:pt x="132118" y="24320"/>
                  </a:lnTo>
                  <a:lnTo>
                    <a:pt x="132359" y="24511"/>
                  </a:lnTo>
                  <a:lnTo>
                    <a:pt x="133654" y="25539"/>
                  </a:lnTo>
                  <a:lnTo>
                    <a:pt x="132118" y="24320"/>
                  </a:lnTo>
                  <a:lnTo>
                    <a:pt x="131686" y="24193"/>
                  </a:lnTo>
                  <a:lnTo>
                    <a:pt x="130556" y="23939"/>
                  </a:lnTo>
                  <a:lnTo>
                    <a:pt x="127190" y="25742"/>
                  </a:lnTo>
                  <a:lnTo>
                    <a:pt x="126682" y="27355"/>
                  </a:lnTo>
                  <a:lnTo>
                    <a:pt x="126174" y="31635"/>
                  </a:lnTo>
                  <a:lnTo>
                    <a:pt x="128219" y="33312"/>
                  </a:lnTo>
                  <a:lnTo>
                    <a:pt x="130848" y="34404"/>
                  </a:lnTo>
                  <a:lnTo>
                    <a:pt x="131635" y="34493"/>
                  </a:lnTo>
                  <a:lnTo>
                    <a:pt x="135128" y="34188"/>
                  </a:lnTo>
                  <a:lnTo>
                    <a:pt x="137414" y="32308"/>
                  </a:lnTo>
                  <a:lnTo>
                    <a:pt x="137414" y="26974"/>
                  </a:lnTo>
                  <a:close/>
                </a:path>
                <a:path w="235585" h="586740">
                  <a:moveTo>
                    <a:pt x="147612" y="70269"/>
                  </a:moveTo>
                  <a:lnTo>
                    <a:pt x="144653" y="67271"/>
                  </a:lnTo>
                  <a:lnTo>
                    <a:pt x="144195" y="66814"/>
                  </a:lnTo>
                  <a:lnTo>
                    <a:pt x="144195" y="72390"/>
                  </a:lnTo>
                  <a:lnTo>
                    <a:pt x="144056" y="71323"/>
                  </a:lnTo>
                  <a:lnTo>
                    <a:pt x="143954" y="70573"/>
                  </a:lnTo>
                  <a:lnTo>
                    <a:pt x="144081" y="70573"/>
                  </a:lnTo>
                  <a:lnTo>
                    <a:pt x="144081" y="71539"/>
                  </a:lnTo>
                  <a:lnTo>
                    <a:pt x="144195" y="72390"/>
                  </a:lnTo>
                  <a:lnTo>
                    <a:pt x="144195" y="66814"/>
                  </a:lnTo>
                  <a:lnTo>
                    <a:pt x="141478" y="64071"/>
                  </a:lnTo>
                  <a:lnTo>
                    <a:pt x="136677" y="69748"/>
                  </a:lnTo>
                  <a:lnTo>
                    <a:pt x="136448" y="71539"/>
                  </a:lnTo>
                  <a:lnTo>
                    <a:pt x="138226" y="75171"/>
                  </a:lnTo>
                  <a:lnTo>
                    <a:pt x="140195" y="75742"/>
                  </a:lnTo>
                  <a:lnTo>
                    <a:pt x="145478" y="74498"/>
                  </a:lnTo>
                  <a:lnTo>
                    <a:pt x="145542" y="73710"/>
                  </a:lnTo>
                  <a:lnTo>
                    <a:pt x="145669" y="71869"/>
                  </a:lnTo>
                  <a:lnTo>
                    <a:pt x="147612" y="70269"/>
                  </a:lnTo>
                  <a:close/>
                </a:path>
                <a:path w="235585" h="586740">
                  <a:moveTo>
                    <a:pt x="151561" y="159639"/>
                  </a:moveTo>
                  <a:lnTo>
                    <a:pt x="150037" y="157835"/>
                  </a:lnTo>
                  <a:lnTo>
                    <a:pt x="147256" y="159346"/>
                  </a:lnTo>
                  <a:lnTo>
                    <a:pt x="145415" y="159766"/>
                  </a:lnTo>
                  <a:lnTo>
                    <a:pt x="142570" y="160489"/>
                  </a:lnTo>
                  <a:lnTo>
                    <a:pt x="142455" y="162560"/>
                  </a:lnTo>
                  <a:lnTo>
                    <a:pt x="143814" y="162814"/>
                  </a:lnTo>
                  <a:lnTo>
                    <a:pt x="146507" y="163309"/>
                  </a:lnTo>
                  <a:lnTo>
                    <a:pt x="148348" y="162509"/>
                  </a:lnTo>
                  <a:lnTo>
                    <a:pt x="151561" y="159639"/>
                  </a:lnTo>
                  <a:close/>
                </a:path>
                <a:path w="235585" h="586740">
                  <a:moveTo>
                    <a:pt x="152539" y="35521"/>
                  </a:moveTo>
                  <a:lnTo>
                    <a:pt x="150545" y="32397"/>
                  </a:lnTo>
                  <a:lnTo>
                    <a:pt x="144919" y="30848"/>
                  </a:lnTo>
                  <a:lnTo>
                    <a:pt x="142176" y="32651"/>
                  </a:lnTo>
                  <a:lnTo>
                    <a:pt x="142113" y="32816"/>
                  </a:lnTo>
                  <a:lnTo>
                    <a:pt x="141871" y="32880"/>
                  </a:lnTo>
                  <a:lnTo>
                    <a:pt x="140055" y="37198"/>
                  </a:lnTo>
                  <a:lnTo>
                    <a:pt x="140449" y="39954"/>
                  </a:lnTo>
                  <a:lnTo>
                    <a:pt x="146456" y="43853"/>
                  </a:lnTo>
                  <a:lnTo>
                    <a:pt x="150431" y="41783"/>
                  </a:lnTo>
                  <a:lnTo>
                    <a:pt x="152539" y="35521"/>
                  </a:lnTo>
                  <a:close/>
                </a:path>
                <a:path w="235585" h="586740">
                  <a:moveTo>
                    <a:pt x="154940" y="174091"/>
                  </a:moveTo>
                  <a:lnTo>
                    <a:pt x="145427" y="174091"/>
                  </a:lnTo>
                  <a:lnTo>
                    <a:pt x="145427" y="181470"/>
                  </a:lnTo>
                  <a:lnTo>
                    <a:pt x="150177" y="181470"/>
                  </a:lnTo>
                  <a:lnTo>
                    <a:pt x="154940" y="181470"/>
                  </a:lnTo>
                  <a:lnTo>
                    <a:pt x="154940" y="174091"/>
                  </a:lnTo>
                  <a:close/>
                </a:path>
                <a:path w="235585" h="586740">
                  <a:moveTo>
                    <a:pt x="157797" y="130949"/>
                  </a:moveTo>
                  <a:lnTo>
                    <a:pt x="150977" y="128943"/>
                  </a:lnTo>
                  <a:lnTo>
                    <a:pt x="148424" y="130975"/>
                  </a:lnTo>
                  <a:lnTo>
                    <a:pt x="148424" y="136105"/>
                  </a:lnTo>
                  <a:lnTo>
                    <a:pt x="150977" y="138137"/>
                  </a:lnTo>
                  <a:lnTo>
                    <a:pt x="153492" y="137414"/>
                  </a:lnTo>
                  <a:lnTo>
                    <a:pt x="157797" y="136156"/>
                  </a:lnTo>
                  <a:lnTo>
                    <a:pt x="157797" y="130949"/>
                  </a:lnTo>
                  <a:close/>
                </a:path>
                <a:path w="235585" h="586740">
                  <a:moveTo>
                    <a:pt x="159753" y="69773"/>
                  </a:moveTo>
                  <a:lnTo>
                    <a:pt x="159169" y="69773"/>
                  </a:lnTo>
                  <a:lnTo>
                    <a:pt x="159169" y="70231"/>
                  </a:lnTo>
                  <a:lnTo>
                    <a:pt x="159461" y="70231"/>
                  </a:lnTo>
                  <a:lnTo>
                    <a:pt x="159753" y="70231"/>
                  </a:lnTo>
                  <a:lnTo>
                    <a:pt x="159753" y="69773"/>
                  </a:lnTo>
                  <a:close/>
                </a:path>
                <a:path w="235585" h="586740">
                  <a:moveTo>
                    <a:pt x="161086" y="187299"/>
                  </a:moveTo>
                  <a:lnTo>
                    <a:pt x="154393" y="185991"/>
                  </a:lnTo>
                  <a:lnTo>
                    <a:pt x="154698" y="192481"/>
                  </a:lnTo>
                  <a:lnTo>
                    <a:pt x="158483" y="194195"/>
                  </a:lnTo>
                  <a:lnTo>
                    <a:pt x="159905" y="191325"/>
                  </a:lnTo>
                  <a:lnTo>
                    <a:pt x="160642" y="189826"/>
                  </a:lnTo>
                  <a:lnTo>
                    <a:pt x="160108" y="189141"/>
                  </a:lnTo>
                  <a:lnTo>
                    <a:pt x="160870" y="187680"/>
                  </a:lnTo>
                  <a:lnTo>
                    <a:pt x="161086" y="187299"/>
                  </a:lnTo>
                  <a:close/>
                </a:path>
                <a:path w="235585" h="586740">
                  <a:moveTo>
                    <a:pt x="162636" y="10820"/>
                  </a:moveTo>
                  <a:lnTo>
                    <a:pt x="150685" y="10820"/>
                  </a:lnTo>
                  <a:lnTo>
                    <a:pt x="150672" y="15011"/>
                  </a:lnTo>
                  <a:lnTo>
                    <a:pt x="148031" y="15011"/>
                  </a:lnTo>
                  <a:lnTo>
                    <a:pt x="148018" y="24917"/>
                  </a:lnTo>
                  <a:lnTo>
                    <a:pt x="154406" y="24917"/>
                  </a:lnTo>
                  <a:lnTo>
                    <a:pt x="160782" y="24917"/>
                  </a:lnTo>
                  <a:lnTo>
                    <a:pt x="160782" y="20104"/>
                  </a:lnTo>
                  <a:lnTo>
                    <a:pt x="162623" y="20104"/>
                  </a:lnTo>
                  <a:lnTo>
                    <a:pt x="162636" y="10820"/>
                  </a:lnTo>
                  <a:close/>
                </a:path>
                <a:path w="235585" h="586740">
                  <a:moveTo>
                    <a:pt x="168122" y="46558"/>
                  </a:moveTo>
                  <a:lnTo>
                    <a:pt x="166052" y="44475"/>
                  </a:lnTo>
                  <a:lnTo>
                    <a:pt x="156019" y="49314"/>
                  </a:lnTo>
                  <a:lnTo>
                    <a:pt x="163271" y="56616"/>
                  </a:lnTo>
                  <a:lnTo>
                    <a:pt x="165747" y="51460"/>
                  </a:lnTo>
                  <a:lnTo>
                    <a:pt x="168122" y="46558"/>
                  </a:lnTo>
                  <a:close/>
                </a:path>
                <a:path w="235585" h="586740">
                  <a:moveTo>
                    <a:pt x="170446" y="7366"/>
                  </a:moveTo>
                  <a:lnTo>
                    <a:pt x="169849" y="7366"/>
                  </a:lnTo>
                  <a:lnTo>
                    <a:pt x="169849" y="7810"/>
                  </a:lnTo>
                  <a:lnTo>
                    <a:pt x="170154" y="7810"/>
                  </a:lnTo>
                  <a:lnTo>
                    <a:pt x="170446" y="7810"/>
                  </a:lnTo>
                  <a:lnTo>
                    <a:pt x="170446" y="7366"/>
                  </a:lnTo>
                  <a:close/>
                </a:path>
                <a:path w="235585" h="586740">
                  <a:moveTo>
                    <a:pt x="170929" y="181381"/>
                  </a:moveTo>
                  <a:lnTo>
                    <a:pt x="168757" y="179997"/>
                  </a:lnTo>
                  <a:lnTo>
                    <a:pt x="167855" y="179425"/>
                  </a:lnTo>
                  <a:lnTo>
                    <a:pt x="166992" y="179425"/>
                  </a:lnTo>
                  <a:lnTo>
                    <a:pt x="163931" y="181381"/>
                  </a:lnTo>
                  <a:lnTo>
                    <a:pt x="164744" y="184912"/>
                  </a:lnTo>
                  <a:lnTo>
                    <a:pt x="170103" y="184912"/>
                  </a:lnTo>
                  <a:lnTo>
                    <a:pt x="170929" y="181381"/>
                  </a:lnTo>
                  <a:close/>
                </a:path>
                <a:path w="235585" h="586740">
                  <a:moveTo>
                    <a:pt x="173621" y="149072"/>
                  </a:moveTo>
                  <a:lnTo>
                    <a:pt x="167868" y="146177"/>
                  </a:lnTo>
                  <a:lnTo>
                    <a:pt x="162407" y="155473"/>
                  </a:lnTo>
                  <a:lnTo>
                    <a:pt x="171704" y="158978"/>
                  </a:lnTo>
                  <a:lnTo>
                    <a:pt x="172783" y="153352"/>
                  </a:lnTo>
                  <a:lnTo>
                    <a:pt x="173621" y="149072"/>
                  </a:lnTo>
                  <a:close/>
                </a:path>
                <a:path w="235585" h="586740">
                  <a:moveTo>
                    <a:pt x="173723" y="128816"/>
                  </a:moveTo>
                  <a:lnTo>
                    <a:pt x="173126" y="128816"/>
                  </a:lnTo>
                  <a:lnTo>
                    <a:pt x="173126" y="129273"/>
                  </a:lnTo>
                  <a:lnTo>
                    <a:pt x="173418" y="129273"/>
                  </a:lnTo>
                  <a:lnTo>
                    <a:pt x="173723" y="129273"/>
                  </a:lnTo>
                  <a:lnTo>
                    <a:pt x="173723" y="128816"/>
                  </a:lnTo>
                  <a:close/>
                </a:path>
                <a:path w="235585" h="586740">
                  <a:moveTo>
                    <a:pt x="184289" y="110020"/>
                  </a:moveTo>
                  <a:lnTo>
                    <a:pt x="182321" y="107276"/>
                  </a:lnTo>
                  <a:lnTo>
                    <a:pt x="175856" y="107391"/>
                  </a:lnTo>
                  <a:lnTo>
                    <a:pt x="173964" y="110540"/>
                  </a:lnTo>
                  <a:lnTo>
                    <a:pt x="177012" y="115735"/>
                  </a:lnTo>
                  <a:lnTo>
                    <a:pt x="180327" y="115252"/>
                  </a:lnTo>
                  <a:lnTo>
                    <a:pt x="181991" y="113055"/>
                  </a:lnTo>
                  <a:lnTo>
                    <a:pt x="184289" y="110020"/>
                  </a:lnTo>
                  <a:close/>
                </a:path>
                <a:path w="235585" h="586740">
                  <a:moveTo>
                    <a:pt x="191122" y="96240"/>
                  </a:moveTo>
                  <a:lnTo>
                    <a:pt x="186220" y="89992"/>
                  </a:lnTo>
                  <a:lnTo>
                    <a:pt x="183515" y="89877"/>
                  </a:lnTo>
                  <a:lnTo>
                    <a:pt x="183515" y="98488"/>
                  </a:lnTo>
                  <a:lnTo>
                    <a:pt x="183375" y="98526"/>
                  </a:lnTo>
                  <a:lnTo>
                    <a:pt x="183222" y="98183"/>
                  </a:lnTo>
                  <a:lnTo>
                    <a:pt x="183146" y="98018"/>
                  </a:lnTo>
                  <a:lnTo>
                    <a:pt x="183476" y="97777"/>
                  </a:lnTo>
                  <a:lnTo>
                    <a:pt x="183515" y="98488"/>
                  </a:lnTo>
                  <a:lnTo>
                    <a:pt x="183515" y="89877"/>
                  </a:lnTo>
                  <a:lnTo>
                    <a:pt x="181559" y="89789"/>
                  </a:lnTo>
                  <a:lnTo>
                    <a:pt x="175425" y="94932"/>
                  </a:lnTo>
                  <a:lnTo>
                    <a:pt x="174574" y="99529"/>
                  </a:lnTo>
                  <a:lnTo>
                    <a:pt x="179743" y="105219"/>
                  </a:lnTo>
                  <a:lnTo>
                    <a:pt x="183972" y="105994"/>
                  </a:lnTo>
                  <a:lnTo>
                    <a:pt x="185178" y="105168"/>
                  </a:lnTo>
                  <a:lnTo>
                    <a:pt x="186182" y="105956"/>
                  </a:lnTo>
                  <a:lnTo>
                    <a:pt x="188595" y="102895"/>
                  </a:lnTo>
                  <a:lnTo>
                    <a:pt x="190423" y="101663"/>
                  </a:lnTo>
                  <a:lnTo>
                    <a:pt x="190042" y="101053"/>
                  </a:lnTo>
                  <a:lnTo>
                    <a:pt x="190830" y="100063"/>
                  </a:lnTo>
                  <a:lnTo>
                    <a:pt x="191071" y="96913"/>
                  </a:lnTo>
                  <a:lnTo>
                    <a:pt x="191122" y="96240"/>
                  </a:lnTo>
                  <a:close/>
                </a:path>
                <a:path w="235585" h="586740">
                  <a:moveTo>
                    <a:pt x="191808" y="10744"/>
                  </a:moveTo>
                  <a:lnTo>
                    <a:pt x="191223" y="10744"/>
                  </a:lnTo>
                  <a:lnTo>
                    <a:pt x="191223" y="11188"/>
                  </a:lnTo>
                  <a:lnTo>
                    <a:pt x="191516" y="11188"/>
                  </a:lnTo>
                  <a:lnTo>
                    <a:pt x="191808" y="11188"/>
                  </a:lnTo>
                  <a:lnTo>
                    <a:pt x="191808" y="10744"/>
                  </a:lnTo>
                  <a:close/>
                </a:path>
                <a:path w="235585" h="586740">
                  <a:moveTo>
                    <a:pt x="194475" y="43027"/>
                  </a:moveTo>
                  <a:lnTo>
                    <a:pt x="185559" y="44094"/>
                  </a:lnTo>
                  <a:lnTo>
                    <a:pt x="188175" y="49187"/>
                  </a:lnTo>
                  <a:lnTo>
                    <a:pt x="189865" y="52451"/>
                  </a:lnTo>
                  <a:lnTo>
                    <a:pt x="193573" y="50711"/>
                  </a:lnTo>
                  <a:lnTo>
                    <a:pt x="194475" y="43027"/>
                  </a:lnTo>
                  <a:close/>
                </a:path>
                <a:path w="235585" h="586740">
                  <a:moveTo>
                    <a:pt x="210870" y="36817"/>
                  </a:moveTo>
                  <a:lnTo>
                    <a:pt x="208953" y="34899"/>
                  </a:lnTo>
                  <a:lnTo>
                    <a:pt x="200812" y="36360"/>
                  </a:lnTo>
                  <a:lnTo>
                    <a:pt x="199999" y="41186"/>
                  </a:lnTo>
                  <a:lnTo>
                    <a:pt x="204597" y="45783"/>
                  </a:lnTo>
                  <a:lnTo>
                    <a:pt x="209423" y="44970"/>
                  </a:lnTo>
                  <a:lnTo>
                    <a:pt x="210045" y="41440"/>
                  </a:lnTo>
                  <a:lnTo>
                    <a:pt x="210870" y="36817"/>
                  </a:lnTo>
                  <a:close/>
                </a:path>
                <a:path w="235585" h="586740">
                  <a:moveTo>
                    <a:pt x="212699" y="120573"/>
                  </a:moveTo>
                  <a:lnTo>
                    <a:pt x="212115" y="120573"/>
                  </a:lnTo>
                  <a:lnTo>
                    <a:pt x="212115" y="121031"/>
                  </a:lnTo>
                  <a:lnTo>
                    <a:pt x="212407" y="121031"/>
                  </a:lnTo>
                  <a:lnTo>
                    <a:pt x="212699" y="121031"/>
                  </a:lnTo>
                  <a:lnTo>
                    <a:pt x="212699" y="120573"/>
                  </a:lnTo>
                  <a:close/>
                </a:path>
                <a:path w="235585" h="586740">
                  <a:moveTo>
                    <a:pt x="214376" y="13881"/>
                  </a:moveTo>
                  <a:lnTo>
                    <a:pt x="213499" y="8775"/>
                  </a:lnTo>
                  <a:lnTo>
                    <a:pt x="213194" y="6959"/>
                  </a:lnTo>
                  <a:lnTo>
                    <a:pt x="206692" y="7632"/>
                  </a:lnTo>
                  <a:lnTo>
                    <a:pt x="206222" y="7150"/>
                  </a:lnTo>
                  <a:lnTo>
                    <a:pt x="203949" y="7480"/>
                  </a:lnTo>
                  <a:lnTo>
                    <a:pt x="201396" y="9486"/>
                  </a:lnTo>
                  <a:lnTo>
                    <a:pt x="200799" y="10591"/>
                  </a:lnTo>
                  <a:lnTo>
                    <a:pt x="199720" y="15328"/>
                  </a:lnTo>
                  <a:lnTo>
                    <a:pt x="202946" y="19253"/>
                  </a:lnTo>
                  <a:lnTo>
                    <a:pt x="208280" y="17551"/>
                  </a:lnTo>
                  <a:lnTo>
                    <a:pt x="210731" y="16103"/>
                  </a:lnTo>
                  <a:lnTo>
                    <a:pt x="214376" y="13881"/>
                  </a:lnTo>
                  <a:close/>
                </a:path>
                <a:path w="235585" h="586740">
                  <a:moveTo>
                    <a:pt x="224904" y="137680"/>
                  </a:moveTo>
                  <a:lnTo>
                    <a:pt x="224510" y="136436"/>
                  </a:lnTo>
                  <a:lnTo>
                    <a:pt x="223888" y="134518"/>
                  </a:lnTo>
                  <a:lnTo>
                    <a:pt x="219621" y="132346"/>
                  </a:lnTo>
                  <a:lnTo>
                    <a:pt x="216700" y="132308"/>
                  </a:lnTo>
                  <a:lnTo>
                    <a:pt x="212623" y="137337"/>
                  </a:lnTo>
                  <a:lnTo>
                    <a:pt x="212915" y="140855"/>
                  </a:lnTo>
                  <a:lnTo>
                    <a:pt x="220154" y="145796"/>
                  </a:lnTo>
                  <a:lnTo>
                    <a:pt x="224904" y="141363"/>
                  </a:lnTo>
                  <a:lnTo>
                    <a:pt x="224434" y="139471"/>
                  </a:lnTo>
                  <a:lnTo>
                    <a:pt x="224218" y="138569"/>
                  </a:lnTo>
                  <a:lnTo>
                    <a:pt x="224904" y="137680"/>
                  </a:lnTo>
                  <a:close/>
                </a:path>
                <a:path w="235585" h="586740">
                  <a:moveTo>
                    <a:pt x="226783" y="44615"/>
                  </a:moveTo>
                  <a:lnTo>
                    <a:pt x="226504" y="41376"/>
                  </a:lnTo>
                  <a:lnTo>
                    <a:pt x="226339" y="39585"/>
                  </a:lnTo>
                  <a:lnTo>
                    <a:pt x="223748" y="39306"/>
                  </a:lnTo>
                  <a:lnTo>
                    <a:pt x="222542" y="37592"/>
                  </a:lnTo>
                  <a:lnTo>
                    <a:pt x="218224" y="42913"/>
                  </a:lnTo>
                  <a:lnTo>
                    <a:pt x="223735" y="45783"/>
                  </a:lnTo>
                  <a:lnTo>
                    <a:pt x="226783" y="44615"/>
                  </a:lnTo>
                  <a:close/>
                </a:path>
                <a:path w="235585" h="586740">
                  <a:moveTo>
                    <a:pt x="229146" y="38544"/>
                  </a:moveTo>
                  <a:lnTo>
                    <a:pt x="228879" y="37172"/>
                  </a:lnTo>
                  <a:lnTo>
                    <a:pt x="228854" y="36995"/>
                  </a:lnTo>
                  <a:lnTo>
                    <a:pt x="228803" y="36817"/>
                  </a:lnTo>
                  <a:lnTo>
                    <a:pt x="228638" y="35928"/>
                  </a:lnTo>
                  <a:lnTo>
                    <a:pt x="227482" y="35928"/>
                  </a:lnTo>
                  <a:lnTo>
                    <a:pt x="227253" y="37172"/>
                  </a:lnTo>
                  <a:lnTo>
                    <a:pt x="226999" y="38531"/>
                  </a:lnTo>
                  <a:lnTo>
                    <a:pt x="229146" y="38544"/>
                  </a:lnTo>
                  <a:close/>
                </a:path>
                <a:path w="235585" h="586740">
                  <a:moveTo>
                    <a:pt x="230987" y="25120"/>
                  </a:moveTo>
                  <a:lnTo>
                    <a:pt x="226072" y="19278"/>
                  </a:lnTo>
                  <a:lnTo>
                    <a:pt x="220560" y="25615"/>
                  </a:lnTo>
                  <a:lnTo>
                    <a:pt x="223342" y="29819"/>
                  </a:lnTo>
                  <a:lnTo>
                    <a:pt x="226453" y="27914"/>
                  </a:lnTo>
                  <a:lnTo>
                    <a:pt x="230987" y="25120"/>
                  </a:lnTo>
                  <a:close/>
                </a:path>
                <a:path w="235585" h="586740">
                  <a:moveTo>
                    <a:pt x="233451" y="15290"/>
                  </a:moveTo>
                  <a:lnTo>
                    <a:pt x="232206" y="13462"/>
                  </a:lnTo>
                  <a:lnTo>
                    <a:pt x="230708" y="11239"/>
                  </a:lnTo>
                  <a:lnTo>
                    <a:pt x="228803" y="11239"/>
                  </a:lnTo>
                  <a:lnTo>
                    <a:pt x="226060" y="15290"/>
                  </a:lnTo>
                  <a:lnTo>
                    <a:pt x="227711" y="17741"/>
                  </a:lnTo>
                  <a:lnTo>
                    <a:pt x="231800" y="17741"/>
                  </a:lnTo>
                  <a:lnTo>
                    <a:pt x="233451" y="15290"/>
                  </a:lnTo>
                  <a:close/>
                </a:path>
                <a:path w="235585" h="586740">
                  <a:moveTo>
                    <a:pt x="235191" y="0"/>
                  </a:moveTo>
                  <a:lnTo>
                    <a:pt x="224332" y="0"/>
                  </a:lnTo>
                  <a:lnTo>
                    <a:pt x="224320" y="8432"/>
                  </a:lnTo>
                  <a:lnTo>
                    <a:pt x="229755" y="8432"/>
                  </a:lnTo>
                  <a:lnTo>
                    <a:pt x="235178" y="8432"/>
                  </a:lnTo>
                  <a:lnTo>
                    <a:pt x="23519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2372309" y="7484763"/>
              <a:ext cx="1100455" cy="623570"/>
            </a:xfrm>
            <a:custGeom>
              <a:avLst/>
              <a:gdLst/>
              <a:ahLst/>
              <a:cxnLst/>
              <a:rect l="l" t="t" r="r" b="b"/>
              <a:pathLst>
                <a:path w="1100454" h="623570">
                  <a:moveTo>
                    <a:pt x="4673" y="30708"/>
                  </a:moveTo>
                  <a:lnTo>
                    <a:pt x="3771" y="30289"/>
                  </a:lnTo>
                  <a:lnTo>
                    <a:pt x="3365" y="30111"/>
                  </a:lnTo>
                  <a:lnTo>
                    <a:pt x="0" y="28536"/>
                  </a:lnTo>
                  <a:lnTo>
                    <a:pt x="0" y="34404"/>
                  </a:lnTo>
                  <a:lnTo>
                    <a:pt x="3365" y="32829"/>
                  </a:lnTo>
                  <a:lnTo>
                    <a:pt x="4673" y="32232"/>
                  </a:lnTo>
                  <a:lnTo>
                    <a:pt x="4673" y="30708"/>
                  </a:lnTo>
                  <a:close/>
                </a:path>
                <a:path w="1100454" h="623570">
                  <a:moveTo>
                    <a:pt x="10858" y="19113"/>
                  </a:moveTo>
                  <a:lnTo>
                    <a:pt x="6934" y="17119"/>
                  </a:lnTo>
                  <a:lnTo>
                    <a:pt x="5867" y="18935"/>
                  </a:lnTo>
                  <a:lnTo>
                    <a:pt x="7086" y="19558"/>
                  </a:lnTo>
                  <a:lnTo>
                    <a:pt x="9791" y="20929"/>
                  </a:lnTo>
                  <a:lnTo>
                    <a:pt x="10858" y="19113"/>
                  </a:lnTo>
                  <a:close/>
                </a:path>
                <a:path w="1100454" h="623570">
                  <a:moveTo>
                    <a:pt x="33883" y="20688"/>
                  </a:moveTo>
                  <a:lnTo>
                    <a:pt x="29260" y="20688"/>
                  </a:lnTo>
                  <a:lnTo>
                    <a:pt x="29248" y="24269"/>
                  </a:lnTo>
                  <a:lnTo>
                    <a:pt x="31572" y="24269"/>
                  </a:lnTo>
                  <a:lnTo>
                    <a:pt x="33870" y="24269"/>
                  </a:lnTo>
                  <a:lnTo>
                    <a:pt x="33883" y="20688"/>
                  </a:lnTo>
                  <a:close/>
                </a:path>
                <a:path w="1100454" h="623570">
                  <a:moveTo>
                    <a:pt x="44767" y="9525"/>
                  </a:moveTo>
                  <a:lnTo>
                    <a:pt x="39293" y="6997"/>
                  </a:lnTo>
                  <a:lnTo>
                    <a:pt x="39293" y="13957"/>
                  </a:lnTo>
                  <a:lnTo>
                    <a:pt x="43078" y="12204"/>
                  </a:lnTo>
                  <a:lnTo>
                    <a:pt x="44767" y="11417"/>
                  </a:lnTo>
                  <a:lnTo>
                    <a:pt x="44767" y="9525"/>
                  </a:lnTo>
                  <a:close/>
                </a:path>
                <a:path w="1100454" h="623570">
                  <a:moveTo>
                    <a:pt x="61442" y="39865"/>
                  </a:moveTo>
                  <a:lnTo>
                    <a:pt x="55765" y="36017"/>
                  </a:lnTo>
                  <a:lnTo>
                    <a:pt x="52298" y="38328"/>
                  </a:lnTo>
                  <a:lnTo>
                    <a:pt x="52298" y="44107"/>
                  </a:lnTo>
                  <a:lnTo>
                    <a:pt x="55765" y="46418"/>
                  </a:lnTo>
                  <a:lnTo>
                    <a:pt x="58331" y="44678"/>
                  </a:lnTo>
                  <a:lnTo>
                    <a:pt x="61442" y="42570"/>
                  </a:lnTo>
                  <a:lnTo>
                    <a:pt x="61442" y="39865"/>
                  </a:lnTo>
                  <a:close/>
                </a:path>
                <a:path w="1100454" h="623570">
                  <a:moveTo>
                    <a:pt x="61823" y="27419"/>
                  </a:moveTo>
                  <a:lnTo>
                    <a:pt x="52362" y="17970"/>
                  </a:lnTo>
                  <a:lnTo>
                    <a:pt x="45796" y="24523"/>
                  </a:lnTo>
                  <a:lnTo>
                    <a:pt x="50025" y="28752"/>
                  </a:lnTo>
                  <a:lnTo>
                    <a:pt x="55257" y="33972"/>
                  </a:lnTo>
                  <a:lnTo>
                    <a:pt x="61823" y="27419"/>
                  </a:lnTo>
                  <a:close/>
                </a:path>
                <a:path w="1100454" h="623570">
                  <a:moveTo>
                    <a:pt x="82092" y="25107"/>
                  </a:moveTo>
                  <a:lnTo>
                    <a:pt x="79121" y="20408"/>
                  </a:lnTo>
                  <a:lnTo>
                    <a:pt x="76898" y="16878"/>
                  </a:lnTo>
                  <a:lnTo>
                    <a:pt x="72542" y="16167"/>
                  </a:lnTo>
                  <a:lnTo>
                    <a:pt x="67259" y="21450"/>
                  </a:lnTo>
                  <a:lnTo>
                    <a:pt x="67957" y="25819"/>
                  </a:lnTo>
                  <a:lnTo>
                    <a:pt x="76174" y="31013"/>
                  </a:lnTo>
                  <a:lnTo>
                    <a:pt x="82092" y="25107"/>
                  </a:lnTo>
                  <a:close/>
                </a:path>
                <a:path w="1100454" h="623570">
                  <a:moveTo>
                    <a:pt x="85521" y="13322"/>
                  </a:moveTo>
                  <a:lnTo>
                    <a:pt x="83731" y="8915"/>
                  </a:lnTo>
                  <a:lnTo>
                    <a:pt x="82905" y="7950"/>
                  </a:lnTo>
                  <a:lnTo>
                    <a:pt x="76263" y="3517"/>
                  </a:lnTo>
                  <a:lnTo>
                    <a:pt x="71818" y="11176"/>
                  </a:lnTo>
                  <a:lnTo>
                    <a:pt x="76542" y="14338"/>
                  </a:lnTo>
                  <a:lnTo>
                    <a:pt x="77990" y="15290"/>
                  </a:lnTo>
                  <a:lnTo>
                    <a:pt x="79260" y="15722"/>
                  </a:lnTo>
                  <a:lnTo>
                    <a:pt x="83197" y="15659"/>
                  </a:lnTo>
                  <a:lnTo>
                    <a:pt x="85521" y="13322"/>
                  </a:lnTo>
                  <a:close/>
                </a:path>
                <a:path w="1100454" h="623570">
                  <a:moveTo>
                    <a:pt x="101231" y="31000"/>
                  </a:moveTo>
                  <a:lnTo>
                    <a:pt x="99720" y="28524"/>
                  </a:lnTo>
                  <a:lnTo>
                    <a:pt x="93637" y="27901"/>
                  </a:lnTo>
                  <a:lnTo>
                    <a:pt x="92202" y="30721"/>
                  </a:lnTo>
                  <a:lnTo>
                    <a:pt x="93916" y="34823"/>
                  </a:lnTo>
                  <a:lnTo>
                    <a:pt x="96647" y="35280"/>
                  </a:lnTo>
                  <a:lnTo>
                    <a:pt x="98323" y="33718"/>
                  </a:lnTo>
                  <a:lnTo>
                    <a:pt x="101231" y="31000"/>
                  </a:lnTo>
                  <a:close/>
                </a:path>
                <a:path w="1100454" h="623570">
                  <a:moveTo>
                    <a:pt x="117817" y="14058"/>
                  </a:moveTo>
                  <a:lnTo>
                    <a:pt x="114998" y="12585"/>
                  </a:lnTo>
                  <a:lnTo>
                    <a:pt x="112674" y="11379"/>
                  </a:lnTo>
                  <a:lnTo>
                    <a:pt x="111188" y="12865"/>
                  </a:lnTo>
                  <a:lnTo>
                    <a:pt x="113868" y="17995"/>
                  </a:lnTo>
                  <a:lnTo>
                    <a:pt x="117817" y="14058"/>
                  </a:lnTo>
                  <a:close/>
                </a:path>
                <a:path w="1100454" h="623570">
                  <a:moveTo>
                    <a:pt x="119697" y="10922"/>
                  </a:moveTo>
                  <a:lnTo>
                    <a:pt x="118872" y="10922"/>
                  </a:lnTo>
                  <a:lnTo>
                    <a:pt x="118872" y="11544"/>
                  </a:lnTo>
                  <a:lnTo>
                    <a:pt x="119291" y="11544"/>
                  </a:lnTo>
                  <a:lnTo>
                    <a:pt x="119697" y="11544"/>
                  </a:lnTo>
                  <a:lnTo>
                    <a:pt x="119697" y="10922"/>
                  </a:lnTo>
                  <a:close/>
                </a:path>
                <a:path w="1100454" h="623570">
                  <a:moveTo>
                    <a:pt x="134404" y="31394"/>
                  </a:moveTo>
                  <a:lnTo>
                    <a:pt x="121640" y="31394"/>
                  </a:lnTo>
                  <a:lnTo>
                    <a:pt x="121627" y="41300"/>
                  </a:lnTo>
                  <a:lnTo>
                    <a:pt x="128016" y="41300"/>
                  </a:lnTo>
                  <a:lnTo>
                    <a:pt x="134391" y="41300"/>
                  </a:lnTo>
                  <a:lnTo>
                    <a:pt x="134404" y="31394"/>
                  </a:lnTo>
                  <a:close/>
                </a:path>
                <a:path w="1100454" h="623570">
                  <a:moveTo>
                    <a:pt x="140614" y="14211"/>
                  </a:moveTo>
                  <a:lnTo>
                    <a:pt x="137629" y="9118"/>
                  </a:lnTo>
                  <a:lnTo>
                    <a:pt x="134251" y="10845"/>
                  </a:lnTo>
                  <a:lnTo>
                    <a:pt x="133197" y="11379"/>
                  </a:lnTo>
                  <a:lnTo>
                    <a:pt x="132638" y="11861"/>
                  </a:lnTo>
                  <a:lnTo>
                    <a:pt x="131559" y="14262"/>
                  </a:lnTo>
                  <a:lnTo>
                    <a:pt x="131927" y="16141"/>
                  </a:lnTo>
                  <a:lnTo>
                    <a:pt x="135089" y="16802"/>
                  </a:lnTo>
                  <a:lnTo>
                    <a:pt x="135902" y="16611"/>
                  </a:lnTo>
                  <a:lnTo>
                    <a:pt x="140614" y="14211"/>
                  </a:lnTo>
                  <a:close/>
                </a:path>
                <a:path w="1100454" h="623570">
                  <a:moveTo>
                    <a:pt x="142354" y="5461"/>
                  </a:moveTo>
                  <a:lnTo>
                    <a:pt x="141643" y="4902"/>
                  </a:lnTo>
                  <a:lnTo>
                    <a:pt x="141084" y="4470"/>
                  </a:lnTo>
                  <a:lnTo>
                    <a:pt x="141173" y="2984"/>
                  </a:lnTo>
                  <a:lnTo>
                    <a:pt x="141465" y="304"/>
                  </a:lnTo>
                  <a:lnTo>
                    <a:pt x="136296" y="0"/>
                  </a:lnTo>
                  <a:lnTo>
                    <a:pt x="134175" y="6273"/>
                  </a:lnTo>
                  <a:lnTo>
                    <a:pt x="136969" y="8712"/>
                  </a:lnTo>
                  <a:lnTo>
                    <a:pt x="141668" y="7899"/>
                  </a:lnTo>
                  <a:lnTo>
                    <a:pt x="142354" y="5461"/>
                  </a:lnTo>
                  <a:close/>
                </a:path>
                <a:path w="1100454" h="623570">
                  <a:moveTo>
                    <a:pt x="153809" y="37465"/>
                  </a:moveTo>
                  <a:lnTo>
                    <a:pt x="149466" y="37465"/>
                  </a:lnTo>
                  <a:lnTo>
                    <a:pt x="149453" y="40843"/>
                  </a:lnTo>
                  <a:lnTo>
                    <a:pt x="151625" y="40843"/>
                  </a:lnTo>
                  <a:lnTo>
                    <a:pt x="153797" y="40843"/>
                  </a:lnTo>
                  <a:lnTo>
                    <a:pt x="153809" y="37465"/>
                  </a:lnTo>
                  <a:close/>
                </a:path>
                <a:path w="1100454" h="623570">
                  <a:moveTo>
                    <a:pt x="153809" y="11734"/>
                  </a:moveTo>
                  <a:lnTo>
                    <a:pt x="153771" y="8788"/>
                  </a:lnTo>
                  <a:lnTo>
                    <a:pt x="153746" y="7264"/>
                  </a:lnTo>
                  <a:lnTo>
                    <a:pt x="153746" y="7010"/>
                  </a:lnTo>
                  <a:lnTo>
                    <a:pt x="153733" y="6604"/>
                  </a:lnTo>
                  <a:lnTo>
                    <a:pt x="150393" y="6159"/>
                  </a:lnTo>
                  <a:lnTo>
                    <a:pt x="150393" y="7264"/>
                  </a:lnTo>
                  <a:lnTo>
                    <a:pt x="149898" y="7086"/>
                  </a:lnTo>
                  <a:lnTo>
                    <a:pt x="150126" y="7010"/>
                  </a:lnTo>
                  <a:lnTo>
                    <a:pt x="150393" y="7264"/>
                  </a:lnTo>
                  <a:lnTo>
                    <a:pt x="150393" y="6159"/>
                  </a:lnTo>
                  <a:lnTo>
                    <a:pt x="149555" y="6032"/>
                  </a:lnTo>
                  <a:lnTo>
                    <a:pt x="148996" y="6769"/>
                  </a:lnTo>
                  <a:lnTo>
                    <a:pt x="148805" y="7010"/>
                  </a:lnTo>
                  <a:lnTo>
                    <a:pt x="148932" y="6756"/>
                  </a:lnTo>
                  <a:lnTo>
                    <a:pt x="146227" y="6540"/>
                  </a:lnTo>
                  <a:lnTo>
                    <a:pt x="144856" y="7620"/>
                  </a:lnTo>
                  <a:lnTo>
                    <a:pt x="143713" y="9296"/>
                  </a:lnTo>
                  <a:lnTo>
                    <a:pt x="143459" y="9893"/>
                  </a:lnTo>
                  <a:lnTo>
                    <a:pt x="142925" y="13766"/>
                  </a:lnTo>
                  <a:lnTo>
                    <a:pt x="145948" y="16916"/>
                  </a:lnTo>
                  <a:lnTo>
                    <a:pt x="148120" y="15671"/>
                  </a:lnTo>
                  <a:lnTo>
                    <a:pt x="149402" y="15011"/>
                  </a:lnTo>
                  <a:lnTo>
                    <a:pt x="149872" y="14770"/>
                  </a:lnTo>
                  <a:lnTo>
                    <a:pt x="150495" y="14452"/>
                  </a:lnTo>
                  <a:lnTo>
                    <a:pt x="149707" y="14770"/>
                  </a:lnTo>
                  <a:lnTo>
                    <a:pt x="150634" y="14376"/>
                  </a:lnTo>
                  <a:lnTo>
                    <a:pt x="150495" y="14452"/>
                  </a:lnTo>
                  <a:lnTo>
                    <a:pt x="150761" y="14376"/>
                  </a:lnTo>
                  <a:lnTo>
                    <a:pt x="151079" y="14300"/>
                  </a:lnTo>
                  <a:lnTo>
                    <a:pt x="153060" y="13042"/>
                  </a:lnTo>
                  <a:lnTo>
                    <a:pt x="153809" y="11734"/>
                  </a:lnTo>
                  <a:close/>
                </a:path>
                <a:path w="1100454" h="623570">
                  <a:moveTo>
                    <a:pt x="163271" y="28181"/>
                  </a:moveTo>
                  <a:lnTo>
                    <a:pt x="163156" y="27990"/>
                  </a:lnTo>
                  <a:lnTo>
                    <a:pt x="162229" y="27254"/>
                  </a:lnTo>
                  <a:lnTo>
                    <a:pt x="158280" y="24168"/>
                  </a:lnTo>
                  <a:lnTo>
                    <a:pt x="154127" y="27990"/>
                  </a:lnTo>
                  <a:lnTo>
                    <a:pt x="153885" y="28359"/>
                  </a:lnTo>
                  <a:lnTo>
                    <a:pt x="153746" y="28486"/>
                  </a:lnTo>
                  <a:lnTo>
                    <a:pt x="153657" y="28689"/>
                  </a:lnTo>
                  <a:lnTo>
                    <a:pt x="153276" y="29540"/>
                  </a:lnTo>
                  <a:lnTo>
                    <a:pt x="153289" y="25692"/>
                  </a:lnTo>
                  <a:lnTo>
                    <a:pt x="143243" y="25692"/>
                  </a:lnTo>
                  <a:lnTo>
                    <a:pt x="143230" y="33502"/>
                  </a:lnTo>
                  <a:lnTo>
                    <a:pt x="148259" y="33502"/>
                  </a:lnTo>
                  <a:lnTo>
                    <a:pt x="153276" y="33502"/>
                  </a:lnTo>
                  <a:lnTo>
                    <a:pt x="153276" y="31699"/>
                  </a:lnTo>
                  <a:lnTo>
                    <a:pt x="154254" y="33718"/>
                  </a:lnTo>
                  <a:lnTo>
                    <a:pt x="155867" y="34696"/>
                  </a:lnTo>
                  <a:lnTo>
                    <a:pt x="158915" y="34340"/>
                  </a:lnTo>
                  <a:lnTo>
                    <a:pt x="160286" y="33832"/>
                  </a:lnTo>
                  <a:lnTo>
                    <a:pt x="163271" y="28181"/>
                  </a:lnTo>
                  <a:close/>
                </a:path>
                <a:path w="1100454" h="623570">
                  <a:moveTo>
                    <a:pt x="166814" y="8750"/>
                  </a:moveTo>
                  <a:lnTo>
                    <a:pt x="166230" y="8750"/>
                  </a:lnTo>
                  <a:lnTo>
                    <a:pt x="166230" y="9207"/>
                  </a:lnTo>
                  <a:lnTo>
                    <a:pt x="166522" y="9207"/>
                  </a:lnTo>
                  <a:lnTo>
                    <a:pt x="166814" y="9207"/>
                  </a:lnTo>
                  <a:lnTo>
                    <a:pt x="166814" y="8750"/>
                  </a:lnTo>
                  <a:close/>
                </a:path>
                <a:path w="1100454" h="623570">
                  <a:moveTo>
                    <a:pt x="181965" y="18237"/>
                  </a:moveTo>
                  <a:lnTo>
                    <a:pt x="181330" y="15976"/>
                  </a:lnTo>
                  <a:lnTo>
                    <a:pt x="179578" y="16471"/>
                  </a:lnTo>
                  <a:lnTo>
                    <a:pt x="175336" y="17678"/>
                  </a:lnTo>
                  <a:lnTo>
                    <a:pt x="177406" y="21717"/>
                  </a:lnTo>
                  <a:lnTo>
                    <a:pt x="179387" y="20205"/>
                  </a:lnTo>
                  <a:lnTo>
                    <a:pt x="181965" y="18237"/>
                  </a:lnTo>
                  <a:close/>
                </a:path>
                <a:path w="1100454" h="623570">
                  <a:moveTo>
                    <a:pt x="972566" y="490131"/>
                  </a:moveTo>
                  <a:lnTo>
                    <a:pt x="971575" y="489369"/>
                  </a:lnTo>
                  <a:lnTo>
                    <a:pt x="970902" y="490080"/>
                  </a:lnTo>
                  <a:lnTo>
                    <a:pt x="970622" y="490347"/>
                  </a:lnTo>
                  <a:lnTo>
                    <a:pt x="968540" y="492544"/>
                  </a:lnTo>
                  <a:lnTo>
                    <a:pt x="971880" y="494068"/>
                  </a:lnTo>
                  <a:lnTo>
                    <a:pt x="972223" y="492137"/>
                  </a:lnTo>
                  <a:lnTo>
                    <a:pt x="972299" y="491756"/>
                  </a:lnTo>
                  <a:lnTo>
                    <a:pt x="972413" y="490969"/>
                  </a:lnTo>
                  <a:lnTo>
                    <a:pt x="972566" y="490131"/>
                  </a:lnTo>
                  <a:close/>
                </a:path>
                <a:path w="1100454" h="623570">
                  <a:moveTo>
                    <a:pt x="977087" y="467893"/>
                  </a:moveTo>
                  <a:lnTo>
                    <a:pt x="971308" y="467893"/>
                  </a:lnTo>
                  <a:lnTo>
                    <a:pt x="971296" y="472401"/>
                  </a:lnTo>
                  <a:lnTo>
                    <a:pt x="974191" y="472401"/>
                  </a:lnTo>
                  <a:lnTo>
                    <a:pt x="977087" y="472401"/>
                  </a:lnTo>
                  <a:lnTo>
                    <a:pt x="977087" y="467893"/>
                  </a:lnTo>
                  <a:close/>
                </a:path>
                <a:path w="1100454" h="623570">
                  <a:moveTo>
                    <a:pt x="978382" y="562165"/>
                  </a:moveTo>
                  <a:lnTo>
                    <a:pt x="976172" y="559562"/>
                  </a:lnTo>
                  <a:lnTo>
                    <a:pt x="975614" y="558901"/>
                  </a:lnTo>
                  <a:lnTo>
                    <a:pt x="974928" y="558901"/>
                  </a:lnTo>
                  <a:lnTo>
                    <a:pt x="972172" y="562152"/>
                  </a:lnTo>
                  <a:lnTo>
                    <a:pt x="978382" y="562165"/>
                  </a:lnTo>
                  <a:close/>
                </a:path>
                <a:path w="1100454" h="623570">
                  <a:moveTo>
                    <a:pt x="978408" y="519645"/>
                  </a:moveTo>
                  <a:lnTo>
                    <a:pt x="976655" y="519214"/>
                  </a:lnTo>
                  <a:lnTo>
                    <a:pt x="972731" y="522820"/>
                  </a:lnTo>
                  <a:lnTo>
                    <a:pt x="977684" y="525729"/>
                  </a:lnTo>
                  <a:lnTo>
                    <a:pt x="978128" y="522033"/>
                  </a:lnTo>
                  <a:lnTo>
                    <a:pt x="978408" y="519645"/>
                  </a:lnTo>
                  <a:close/>
                </a:path>
                <a:path w="1100454" h="623570">
                  <a:moveTo>
                    <a:pt x="979208" y="538391"/>
                  </a:moveTo>
                  <a:lnTo>
                    <a:pt x="977938" y="537425"/>
                  </a:lnTo>
                  <a:lnTo>
                    <a:pt x="977531" y="537121"/>
                  </a:lnTo>
                  <a:lnTo>
                    <a:pt x="977138" y="536829"/>
                  </a:lnTo>
                  <a:lnTo>
                    <a:pt x="976757" y="536524"/>
                  </a:lnTo>
                  <a:lnTo>
                    <a:pt x="976147" y="536067"/>
                  </a:lnTo>
                  <a:lnTo>
                    <a:pt x="975233" y="536981"/>
                  </a:lnTo>
                  <a:lnTo>
                    <a:pt x="975677" y="537591"/>
                  </a:lnTo>
                  <a:lnTo>
                    <a:pt x="976287" y="538378"/>
                  </a:lnTo>
                  <a:lnTo>
                    <a:pt x="976579" y="538784"/>
                  </a:lnTo>
                  <a:lnTo>
                    <a:pt x="977544" y="540042"/>
                  </a:lnTo>
                  <a:lnTo>
                    <a:pt x="979208" y="538391"/>
                  </a:lnTo>
                  <a:close/>
                </a:path>
                <a:path w="1100454" h="623570">
                  <a:moveTo>
                    <a:pt x="979893" y="615378"/>
                  </a:moveTo>
                  <a:lnTo>
                    <a:pt x="979309" y="615378"/>
                  </a:lnTo>
                  <a:lnTo>
                    <a:pt x="979309" y="615835"/>
                  </a:lnTo>
                  <a:lnTo>
                    <a:pt x="979601" y="615835"/>
                  </a:lnTo>
                  <a:lnTo>
                    <a:pt x="979893" y="615835"/>
                  </a:lnTo>
                  <a:lnTo>
                    <a:pt x="979893" y="615378"/>
                  </a:lnTo>
                  <a:close/>
                </a:path>
                <a:path w="1100454" h="623570">
                  <a:moveTo>
                    <a:pt x="981417" y="598932"/>
                  </a:moveTo>
                  <a:lnTo>
                    <a:pt x="980363" y="593356"/>
                  </a:lnTo>
                  <a:lnTo>
                    <a:pt x="977379" y="594512"/>
                  </a:lnTo>
                  <a:lnTo>
                    <a:pt x="975144" y="595376"/>
                  </a:lnTo>
                  <a:lnTo>
                    <a:pt x="975258" y="598932"/>
                  </a:lnTo>
                  <a:lnTo>
                    <a:pt x="981417" y="598932"/>
                  </a:lnTo>
                  <a:close/>
                </a:path>
                <a:path w="1100454" h="623570">
                  <a:moveTo>
                    <a:pt x="993178" y="479755"/>
                  </a:moveTo>
                  <a:lnTo>
                    <a:pt x="991514" y="478243"/>
                  </a:lnTo>
                  <a:lnTo>
                    <a:pt x="990650" y="477481"/>
                  </a:lnTo>
                  <a:lnTo>
                    <a:pt x="989799" y="476707"/>
                  </a:lnTo>
                  <a:lnTo>
                    <a:pt x="988123" y="475195"/>
                  </a:lnTo>
                  <a:lnTo>
                    <a:pt x="986840" y="476135"/>
                  </a:lnTo>
                  <a:lnTo>
                    <a:pt x="990193" y="482104"/>
                  </a:lnTo>
                  <a:lnTo>
                    <a:pt x="993178" y="479755"/>
                  </a:lnTo>
                  <a:close/>
                </a:path>
                <a:path w="1100454" h="623570">
                  <a:moveTo>
                    <a:pt x="993584" y="495808"/>
                  </a:moveTo>
                  <a:lnTo>
                    <a:pt x="987247" y="495808"/>
                  </a:lnTo>
                  <a:lnTo>
                    <a:pt x="987247" y="500722"/>
                  </a:lnTo>
                  <a:lnTo>
                    <a:pt x="990409" y="500722"/>
                  </a:lnTo>
                  <a:lnTo>
                    <a:pt x="993571" y="500722"/>
                  </a:lnTo>
                  <a:lnTo>
                    <a:pt x="993584" y="495808"/>
                  </a:lnTo>
                  <a:close/>
                </a:path>
                <a:path w="1100454" h="623570">
                  <a:moveTo>
                    <a:pt x="996835" y="441794"/>
                  </a:moveTo>
                  <a:lnTo>
                    <a:pt x="995464" y="439229"/>
                  </a:lnTo>
                  <a:lnTo>
                    <a:pt x="991844" y="439229"/>
                  </a:lnTo>
                  <a:lnTo>
                    <a:pt x="990498" y="441794"/>
                  </a:lnTo>
                  <a:lnTo>
                    <a:pt x="992073" y="443077"/>
                  </a:lnTo>
                  <a:lnTo>
                    <a:pt x="992263" y="443230"/>
                  </a:lnTo>
                  <a:lnTo>
                    <a:pt x="993203" y="443992"/>
                  </a:lnTo>
                  <a:lnTo>
                    <a:pt x="994117" y="444004"/>
                  </a:lnTo>
                  <a:lnTo>
                    <a:pt x="996835" y="441794"/>
                  </a:lnTo>
                  <a:close/>
                </a:path>
                <a:path w="1100454" h="623570">
                  <a:moveTo>
                    <a:pt x="997000" y="592340"/>
                  </a:moveTo>
                  <a:lnTo>
                    <a:pt x="991400" y="592340"/>
                  </a:lnTo>
                  <a:lnTo>
                    <a:pt x="991400" y="596696"/>
                  </a:lnTo>
                  <a:lnTo>
                    <a:pt x="994206" y="596696"/>
                  </a:lnTo>
                  <a:lnTo>
                    <a:pt x="997000" y="596696"/>
                  </a:lnTo>
                  <a:lnTo>
                    <a:pt x="997000" y="592340"/>
                  </a:lnTo>
                  <a:close/>
                </a:path>
                <a:path w="1100454" h="623570">
                  <a:moveTo>
                    <a:pt x="998816" y="416382"/>
                  </a:moveTo>
                  <a:lnTo>
                    <a:pt x="998232" y="416382"/>
                  </a:lnTo>
                  <a:lnTo>
                    <a:pt x="998232" y="416839"/>
                  </a:lnTo>
                  <a:lnTo>
                    <a:pt x="998524" y="416839"/>
                  </a:lnTo>
                  <a:lnTo>
                    <a:pt x="998816" y="416839"/>
                  </a:lnTo>
                  <a:lnTo>
                    <a:pt x="998816" y="416382"/>
                  </a:lnTo>
                  <a:close/>
                </a:path>
                <a:path w="1100454" h="623570">
                  <a:moveTo>
                    <a:pt x="998867" y="611822"/>
                  </a:moveTo>
                  <a:lnTo>
                    <a:pt x="996759" y="610146"/>
                  </a:lnTo>
                  <a:lnTo>
                    <a:pt x="993419" y="611073"/>
                  </a:lnTo>
                  <a:lnTo>
                    <a:pt x="992632" y="613460"/>
                  </a:lnTo>
                  <a:lnTo>
                    <a:pt x="993355" y="614121"/>
                  </a:lnTo>
                  <a:lnTo>
                    <a:pt x="993279" y="614603"/>
                  </a:lnTo>
                  <a:lnTo>
                    <a:pt x="994498" y="615772"/>
                  </a:lnTo>
                  <a:lnTo>
                    <a:pt x="997254" y="615327"/>
                  </a:lnTo>
                  <a:lnTo>
                    <a:pt x="997762" y="614591"/>
                  </a:lnTo>
                  <a:lnTo>
                    <a:pt x="998867" y="611822"/>
                  </a:lnTo>
                  <a:close/>
                </a:path>
                <a:path w="1100454" h="623570">
                  <a:moveTo>
                    <a:pt x="999083" y="558038"/>
                  </a:moveTo>
                  <a:lnTo>
                    <a:pt x="991476" y="558038"/>
                  </a:lnTo>
                  <a:lnTo>
                    <a:pt x="991476" y="563943"/>
                  </a:lnTo>
                  <a:lnTo>
                    <a:pt x="995286" y="563943"/>
                  </a:lnTo>
                  <a:lnTo>
                    <a:pt x="999083" y="563943"/>
                  </a:lnTo>
                  <a:lnTo>
                    <a:pt x="999083" y="558038"/>
                  </a:lnTo>
                  <a:close/>
                </a:path>
                <a:path w="1100454" h="623570">
                  <a:moveTo>
                    <a:pt x="1005382" y="407441"/>
                  </a:moveTo>
                  <a:lnTo>
                    <a:pt x="999350" y="398843"/>
                  </a:lnTo>
                  <a:lnTo>
                    <a:pt x="992619" y="405511"/>
                  </a:lnTo>
                  <a:lnTo>
                    <a:pt x="997686" y="409079"/>
                  </a:lnTo>
                  <a:lnTo>
                    <a:pt x="1001255" y="411581"/>
                  </a:lnTo>
                  <a:lnTo>
                    <a:pt x="1005382" y="407441"/>
                  </a:lnTo>
                  <a:close/>
                </a:path>
                <a:path w="1100454" h="623570">
                  <a:moveTo>
                    <a:pt x="1010081" y="375513"/>
                  </a:moveTo>
                  <a:lnTo>
                    <a:pt x="1005751" y="374421"/>
                  </a:lnTo>
                  <a:lnTo>
                    <a:pt x="1004620" y="374142"/>
                  </a:lnTo>
                  <a:lnTo>
                    <a:pt x="1003795" y="374154"/>
                  </a:lnTo>
                  <a:lnTo>
                    <a:pt x="1001814" y="375221"/>
                  </a:lnTo>
                  <a:lnTo>
                    <a:pt x="1001598" y="376275"/>
                  </a:lnTo>
                  <a:lnTo>
                    <a:pt x="1001864" y="378129"/>
                  </a:lnTo>
                  <a:lnTo>
                    <a:pt x="1002284" y="378675"/>
                  </a:lnTo>
                  <a:lnTo>
                    <a:pt x="1006792" y="382435"/>
                  </a:lnTo>
                  <a:lnTo>
                    <a:pt x="1010081" y="375513"/>
                  </a:lnTo>
                  <a:close/>
                </a:path>
                <a:path w="1100454" h="623570">
                  <a:moveTo>
                    <a:pt x="1012342" y="525614"/>
                  </a:moveTo>
                  <a:lnTo>
                    <a:pt x="1011758" y="525614"/>
                  </a:lnTo>
                  <a:lnTo>
                    <a:pt x="1011758" y="526072"/>
                  </a:lnTo>
                  <a:lnTo>
                    <a:pt x="1012050" y="526072"/>
                  </a:lnTo>
                  <a:lnTo>
                    <a:pt x="1012342" y="526072"/>
                  </a:lnTo>
                  <a:lnTo>
                    <a:pt x="1012342" y="525614"/>
                  </a:lnTo>
                  <a:close/>
                </a:path>
                <a:path w="1100454" h="623570">
                  <a:moveTo>
                    <a:pt x="1013612" y="456145"/>
                  </a:moveTo>
                  <a:lnTo>
                    <a:pt x="1003998" y="456145"/>
                  </a:lnTo>
                  <a:lnTo>
                    <a:pt x="1003998" y="463600"/>
                  </a:lnTo>
                  <a:lnTo>
                    <a:pt x="1008799" y="463600"/>
                  </a:lnTo>
                  <a:lnTo>
                    <a:pt x="1013599" y="463600"/>
                  </a:lnTo>
                  <a:lnTo>
                    <a:pt x="1013612" y="456145"/>
                  </a:lnTo>
                  <a:close/>
                </a:path>
                <a:path w="1100454" h="623570">
                  <a:moveTo>
                    <a:pt x="1014768" y="417868"/>
                  </a:moveTo>
                  <a:lnTo>
                    <a:pt x="1013879" y="415721"/>
                  </a:lnTo>
                  <a:lnTo>
                    <a:pt x="1013802" y="415556"/>
                  </a:lnTo>
                  <a:lnTo>
                    <a:pt x="1013675" y="415239"/>
                  </a:lnTo>
                  <a:lnTo>
                    <a:pt x="1013218" y="414172"/>
                  </a:lnTo>
                  <a:lnTo>
                    <a:pt x="1011948" y="414172"/>
                  </a:lnTo>
                  <a:lnTo>
                    <a:pt x="1010412" y="417855"/>
                  </a:lnTo>
                  <a:lnTo>
                    <a:pt x="1014768" y="417868"/>
                  </a:lnTo>
                  <a:close/>
                </a:path>
                <a:path w="1100454" h="623570">
                  <a:moveTo>
                    <a:pt x="1018832" y="494258"/>
                  </a:moveTo>
                  <a:lnTo>
                    <a:pt x="1008519" y="494258"/>
                  </a:lnTo>
                  <a:lnTo>
                    <a:pt x="1008507" y="502272"/>
                  </a:lnTo>
                  <a:lnTo>
                    <a:pt x="1013663" y="502272"/>
                  </a:lnTo>
                  <a:lnTo>
                    <a:pt x="1018819" y="502272"/>
                  </a:lnTo>
                  <a:lnTo>
                    <a:pt x="1018832" y="494258"/>
                  </a:lnTo>
                  <a:close/>
                </a:path>
                <a:path w="1100454" h="623570">
                  <a:moveTo>
                    <a:pt x="1018832" y="425577"/>
                  </a:moveTo>
                  <a:lnTo>
                    <a:pt x="1018540" y="425577"/>
                  </a:lnTo>
                  <a:lnTo>
                    <a:pt x="1017168" y="425577"/>
                  </a:lnTo>
                  <a:lnTo>
                    <a:pt x="1017168" y="426034"/>
                  </a:lnTo>
                  <a:lnTo>
                    <a:pt x="1018832" y="426034"/>
                  </a:lnTo>
                  <a:lnTo>
                    <a:pt x="1018832" y="425577"/>
                  </a:lnTo>
                  <a:close/>
                </a:path>
                <a:path w="1100454" h="623570">
                  <a:moveTo>
                    <a:pt x="1021156" y="525538"/>
                  </a:moveTo>
                  <a:lnTo>
                    <a:pt x="1020965" y="523214"/>
                  </a:lnTo>
                  <a:lnTo>
                    <a:pt x="1019098" y="522617"/>
                  </a:lnTo>
                  <a:lnTo>
                    <a:pt x="1017917" y="522249"/>
                  </a:lnTo>
                  <a:lnTo>
                    <a:pt x="1017104" y="521868"/>
                  </a:lnTo>
                  <a:lnTo>
                    <a:pt x="1014704" y="521716"/>
                  </a:lnTo>
                  <a:lnTo>
                    <a:pt x="1014044" y="522732"/>
                  </a:lnTo>
                  <a:lnTo>
                    <a:pt x="1013498" y="526973"/>
                  </a:lnTo>
                  <a:lnTo>
                    <a:pt x="1017231" y="528281"/>
                  </a:lnTo>
                  <a:lnTo>
                    <a:pt x="1021156" y="525538"/>
                  </a:lnTo>
                  <a:close/>
                </a:path>
                <a:path w="1100454" h="623570">
                  <a:moveTo>
                    <a:pt x="1022794" y="361823"/>
                  </a:moveTo>
                  <a:lnTo>
                    <a:pt x="1015365" y="361823"/>
                  </a:lnTo>
                  <a:lnTo>
                    <a:pt x="1015352" y="367588"/>
                  </a:lnTo>
                  <a:lnTo>
                    <a:pt x="1019073" y="367588"/>
                  </a:lnTo>
                  <a:lnTo>
                    <a:pt x="1022781" y="367588"/>
                  </a:lnTo>
                  <a:lnTo>
                    <a:pt x="1022794" y="361823"/>
                  </a:lnTo>
                  <a:close/>
                </a:path>
                <a:path w="1100454" h="623570">
                  <a:moveTo>
                    <a:pt x="1023175" y="547382"/>
                  </a:moveTo>
                  <a:lnTo>
                    <a:pt x="1021308" y="541921"/>
                  </a:lnTo>
                  <a:lnTo>
                    <a:pt x="1015479" y="543483"/>
                  </a:lnTo>
                  <a:lnTo>
                    <a:pt x="1016736" y="547179"/>
                  </a:lnTo>
                  <a:lnTo>
                    <a:pt x="1017485" y="549402"/>
                  </a:lnTo>
                  <a:lnTo>
                    <a:pt x="1018514" y="550037"/>
                  </a:lnTo>
                  <a:lnTo>
                    <a:pt x="1020813" y="550329"/>
                  </a:lnTo>
                  <a:lnTo>
                    <a:pt x="1021448" y="549922"/>
                  </a:lnTo>
                  <a:lnTo>
                    <a:pt x="1022794" y="548614"/>
                  </a:lnTo>
                  <a:lnTo>
                    <a:pt x="1023175" y="547382"/>
                  </a:lnTo>
                  <a:close/>
                </a:path>
                <a:path w="1100454" h="623570">
                  <a:moveTo>
                    <a:pt x="1026236" y="583501"/>
                  </a:moveTo>
                  <a:lnTo>
                    <a:pt x="1025639" y="581456"/>
                  </a:lnTo>
                  <a:lnTo>
                    <a:pt x="1022921" y="579348"/>
                  </a:lnTo>
                  <a:lnTo>
                    <a:pt x="1020800" y="579107"/>
                  </a:lnTo>
                  <a:lnTo>
                    <a:pt x="1020025" y="580783"/>
                  </a:lnTo>
                  <a:lnTo>
                    <a:pt x="1020445" y="580542"/>
                  </a:lnTo>
                  <a:lnTo>
                    <a:pt x="1019657" y="581126"/>
                  </a:lnTo>
                  <a:lnTo>
                    <a:pt x="1017130" y="583171"/>
                  </a:lnTo>
                  <a:lnTo>
                    <a:pt x="1017905" y="586486"/>
                  </a:lnTo>
                  <a:lnTo>
                    <a:pt x="1022146" y="588962"/>
                  </a:lnTo>
                  <a:lnTo>
                    <a:pt x="1024724" y="587641"/>
                  </a:lnTo>
                  <a:lnTo>
                    <a:pt x="1025575" y="585330"/>
                  </a:lnTo>
                  <a:lnTo>
                    <a:pt x="1026236" y="583501"/>
                  </a:lnTo>
                  <a:close/>
                </a:path>
                <a:path w="1100454" h="623570">
                  <a:moveTo>
                    <a:pt x="1027455" y="507555"/>
                  </a:moveTo>
                  <a:lnTo>
                    <a:pt x="1025296" y="506412"/>
                  </a:lnTo>
                  <a:lnTo>
                    <a:pt x="1024216" y="507733"/>
                  </a:lnTo>
                  <a:lnTo>
                    <a:pt x="1024064" y="507936"/>
                  </a:lnTo>
                  <a:lnTo>
                    <a:pt x="1023442" y="508698"/>
                  </a:lnTo>
                  <a:lnTo>
                    <a:pt x="1023429" y="509447"/>
                  </a:lnTo>
                  <a:lnTo>
                    <a:pt x="1024064" y="510222"/>
                  </a:lnTo>
                  <a:lnTo>
                    <a:pt x="1025309" y="511759"/>
                  </a:lnTo>
                  <a:lnTo>
                    <a:pt x="1027455" y="510603"/>
                  </a:lnTo>
                  <a:lnTo>
                    <a:pt x="1027455" y="507555"/>
                  </a:lnTo>
                  <a:close/>
                </a:path>
                <a:path w="1100454" h="623570">
                  <a:moveTo>
                    <a:pt x="1028560" y="502907"/>
                  </a:moveTo>
                  <a:lnTo>
                    <a:pt x="1027976" y="502907"/>
                  </a:lnTo>
                  <a:lnTo>
                    <a:pt x="1027976" y="503351"/>
                  </a:lnTo>
                  <a:lnTo>
                    <a:pt x="1028268" y="503351"/>
                  </a:lnTo>
                  <a:lnTo>
                    <a:pt x="1028560" y="503351"/>
                  </a:lnTo>
                  <a:lnTo>
                    <a:pt x="1028560" y="502907"/>
                  </a:lnTo>
                  <a:close/>
                </a:path>
                <a:path w="1100454" h="623570">
                  <a:moveTo>
                    <a:pt x="1032344" y="606158"/>
                  </a:moveTo>
                  <a:lnTo>
                    <a:pt x="1026922" y="604494"/>
                  </a:lnTo>
                  <a:lnTo>
                    <a:pt x="1026706" y="604469"/>
                  </a:lnTo>
                  <a:lnTo>
                    <a:pt x="1026553" y="604367"/>
                  </a:lnTo>
                  <a:lnTo>
                    <a:pt x="1025169" y="602424"/>
                  </a:lnTo>
                  <a:lnTo>
                    <a:pt x="1022350" y="602970"/>
                  </a:lnTo>
                  <a:lnTo>
                    <a:pt x="1022210" y="606717"/>
                  </a:lnTo>
                  <a:lnTo>
                    <a:pt x="1022553" y="607999"/>
                  </a:lnTo>
                  <a:lnTo>
                    <a:pt x="1026782" y="614095"/>
                  </a:lnTo>
                  <a:lnTo>
                    <a:pt x="1032344" y="606158"/>
                  </a:lnTo>
                  <a:close/>
                </a:path>
                <a:path w="1100454" h="623570">
                  <a:moveTo>
                    <a:pt x="1038085" y="486067"/>
                  </a:moveTo>
                  <a:lnTo>
                    <a:pt x="1033449" y="487921"/>
                  </a:lnTo>
                  <a:lnTo>
                    <a:pt x="1030312" y="489165"/>
                  </a:lnTo>
                  <a:lnTo>
                    <a:pt x="1030287" y="492213"/>
                  </a:lnTo>
                  <a:lnTo>
                    <a:pt x="1038059" y="495312"/>
                  </a:lnTo>
                  <a:lnTo>
                    <a:pt x="1038085" y="486067"/>
                  </a:lnTo>
                  <a:close/>
                </a:path>
                <a:path w="1100454" h="623570">
                  <a:moveTo>
                    <a:pt x="1038720" y="409625"/>
                  </a:moveTo>
                  <a:lnTo>
                    <a:pt x="1034669" y="404520"/>
                  </a:lnTo>
                  <a:lnTo>
                    <a:pt x="1030973" y="405752"/>
                  </a:lnTo>
                  <a:lnTo>
                    <a:pt x="1028877" y="410730"/>
                  </a:lnTo>
                  <a:lnTo>
                    <a:pt x="1030808" y="413562"/>
                  </a:lnTo>
                  <a:lnTo>
                    <a:pt x="1033653" y="413639"/>
                  </a:lnTo>
                  <a:lnTo>
                    <a:pt x="1037755" y="413740"/>
                  </a:lnTo>
                  <a:lnTo>
                    <a:pt x="1038720" y="409625"/>
                  </a:lnTo>
                  <a:close/>
                </a:path>
                <a:path w="1100454" h="623570">
                  <a:moveTo>
                    <a:pt x="1039850" y="547116"/>
                  </a:moveTo>
                  <a:lnTo>
                    <a:pt x="1039444" y="545604"/>
                  </a:lnTo>
                  <a:lnTo>
                    <a:pt x="1039393" y="545439"/>
                  </a:lnTo>
                  <a:lnTo>
                    <a:pt x="1039342" y="545261"/>
                  </a:lnTo>
                  <a:lnTo>
                    <a:pt x="1039101" y="544347"/>
                  </a:lnTo>
                  <a:lnTo>
                    <a:pt x="1037983" y="544347"/>
                  </a:lnTo>
                  <a:lnTo>
                    <a:pt x="1037780" y="545096"/>
                  </a:lnTo>
                  <a:lnTo>
                    <a:pt x="1037691" y="545439"/>
                  </a:lnTo>
                  <a:lnTo>
                    <a:pt x="1037640" y="545604"/>
                  </a:lnTo>
                  <a:lnTo>
                    <a:pt x="1037234" y="547103"/>
                  </a:lnTo>
                  <a:lnTo>
                    <a:pt x="1039850" y="547116"/>
                  </a:lnTo>
                  <a:close/>
                </a:path>
                <a:path w="1100454" h="623570">
                  <a:moveTo>
                    <a:pt x="1041501" y="562940"/>
                  </a:moveTo>
                  <a:lnTo>
                    <a:pt x="1040739" y="561708"/>
                  </a:lnTo>
                  <a:lnTo>
                    <a:pt x="1040612" y="561505"/>
                  </a:lnTo>
                  <a:lnTo>
                    <a:pt x="1039622" y="559904"/>
                  </a:lnTo>
                  <a:lnTo>
                    <a:pt x="1037450" y="562063"/>
                  </a:lnTo>
                  <a:lnTo>
                    <a:pt x="1039050" y="563054"/>
                  </a:lnTo>
                  <a:lnTo>
                    <a:pt x="1039253" y="563181"/>
                  </a:lnTo>
                  <a:lnTo>
                    <a:pt x="1039469" y="563321"/>
                  </a:lnTo>
                  <a:lnTo>
                    <a:pt x="1040485" y="563943"/>
                  </a:lnTo>
                  <a:lnTo>
                    <a:pt x="1041501" y="562940"/>
                  </a:lnTo>
                  <a:close/>
                </a:path>
                <a:path w="1100454" h="623570">
                  <a:moveTo>
                    <a:pt x="1042644" y="455955"/>
                  </a:moveTo>
                  <a:lnTo>
                    <a:pt x="1036866" y="450329"/>
                  </a:lnTo>
                  <a:lnTo>
                    <a:pt x="1032738" y="456336"/>
                  </a:lnTo>
                  <a:lnTo>
                    <a:pt x="1036510" y="458101"/>
                  </a:lnTo>
                  <a:lnTo>
                    <a:pt x="1039393" y="459435"/>
                  </a:lnTo>
                  <a:lnTo>
                    <a:pt x="1042644" y="455955"/>
                  </a:lnTo>
                  <a:close/>
                </a:path>
                <a:path w="1100454" h="623570">
                  <a:moveTo>
                    <a:pt x="1043520" y="433717"/>
                  </a:moveTo>
                  <a:lnTo>
                    <a:pt x="1034656" y="433717"/>
                  </a:lnTo>
                  <a:lnTo>
                    <a:pt x="1034643" y="440601"/>
                  </a:lnTo>
                  <a:lnTo>
                    <a:pt x="1039075" y="440601"/>
                  </a:lnTo>
                  <a:lnTo>
                    <a:pt x="1043508" y="440601"/>
                  </a:lnTo>
                  <a:lnTo>
                    <a:pt x="1043520" y="433717"/>
                  </a:lnTo>
                  <a:close/>
                </a:path>
                <a:path w="1100454" h="623570">
                  <a:moveTo>
                    <a:pt x="1044765" y="509676"/>
                  </a:moveTo>
                  <a:lnTo>
                    <a:pt x="1041146" y="507047"/>
                  </a:lnTo>
                  <a:lnTo>
                    <a:pt x="1031773" y="509371"/>
                  </a:lnTo>
                  <a:lnTo>
                    <a:pt x="1031773" y="517448"/>
                  </a:lnTo>
                  <a:lnTo>
                    <a:pt x="1037069" y="518756"/>
                  </a:lnTo>
                  <a:lnTo>
                    <a:pt x="1041146" y="519772"/>
                  </a:lnTo>
                  <a:lnTo>
                    <a:pt x="1044765" y="517144"/>
                  </a:lnTo>
                  <a:lnTo>
                    <a:pt x="1044765" y="509676"/>
                  </a:lnTo>
                  <a:close/>
                </a:path>
                <a:path w="1100454" h="623570">
                  <a:moveTo>
                    <a:pt x="1053045" y="618705"/>
                  </a:moveTo>
                  <a:lnTo>
                    <a:pt x="1053033" y="618185"/>
                  </a:lnTo>
                  <a:lnTo>
                    <a:pt x="1053020" y="617461"/>
                  </a:lnTo>
                  <a:lnTo>
                    <a:pt x="1053007" y="617042"/>
                  </a:lnTo>
                  <a:lnTo>
                    <a:pt x="1050455" y="616623"/>
                  </a:lnTo>
                  <a:lnTo>
                    <a:pt x="1050455" y="617677"/>
                  </a:lnTo>
                  <a:lnTo>
                    <a:pt x="1050404" y="617893"/>
                  </a:lnTo>
                  <a:lnTo>
                    <a:pt x="1050239" y="617969"/>
                  </a:lnTo>
                  <a:lnTo>
                    <a:pt x="1050201" y="617829"/>
                  </a:lnTo>
                  <a:lnTo>
                    <a:pt x="1050340" y="617829"/>
                  </a:lnTo>
                  <a:lnTo>
                    <a:pt x="1050455" y="617677"/>
                  </a:lnTo>
                  <a:lnTo>
                    <a:pt x="1050455" y="616623"/>
                  </a:lnTo>
                  <a:lnTo>
                    <a:pt x="1050239" y="616585"/>
                  </a:lnTo>
                  <a:lnTo>
                    <a:pt x="1049947" y="617677"/>
                  </a:lnTo>
                  <a:lnTo>
                    <a:pt x="1049769" y="617918"/>
                  </a:lnTo>
                  <a:lnTo>
                    <a:pt x="1049909" y="617893"/>
                  </a:lnTo>
                  <a:lnTo>
                    <a:pt x="1049667" y="618705"/>
                  </a:lnTo>
                  <a:lnTo>
                    <a:pt x="1049883" y="617893"/>
                  </a:lnTo>
                  <a:lnTo>
                    <a:pt x="1048969" y="619023"/>
                  </a:lnTo>
                  <a:lnTo>
                    <a:pt x="1049210" y="619937"/>
                  </a:lnTo>
                  <a:lnTo>
                    <a:pt x="1050455" y="621042"/>
                  </a:lnTo>
                  <a:lnTo>
                    <a:pt x="1051267" y="621182"/>
                  </a:lnTo>
                  <a:lnTo>
                    <a:pt x="1052715" y="620369"/>
                  </a:lnTo>
                  <a:lnTo>
                    <a:pt x="1052969" y="619937"/>
                  </a:lnTo>
                  <a:lnTo>
                    <a:pt x="1053045" y="618705"/>
                  </a:lnTo>
                  <a:close/>
                </a:path>
                <a:path w="1100454" h="623570">
                  <a:moveTo>
                    <a:pt x="1060183" y="471411"/>
                  </a:moveTo>
                  <a:lnTo>
                    <a:pt x="1058468" y="466166"/>
                  </a:lnTo>
                  <a:lnTo>
                    <a:pt x="1058278" y="465569"/>
                  </a:lnTo>
                  <a:lnTo>
                    <a:pt x="1052804" y="464642"/>
                  </a:lnTo>
                  <a:lnTo>
                    <a:pt x="1052474" y="466115"/>
                  </a:lnTo>
                  <a:lnTo>
                    <a:pt x="1052372" y="471373"/>
                  </a:lnTo>
                  <a:lnTo>
                    <a:pt x="1052347" y="471233"/>
                  </a:lnTo>
                  <a:lnTo>
                    <a:pt x="1052372" y="471373"/>
                  </a:lnTo>
                  <a:lnTo>
                    <a:pt x="1052372" y="466115"/>
                  </a:lnTo>
                  <a:lnTo>
                    <a:pt x="1052169" y="466102"/>
                  </a:lnTo>
                  <a:lnTo>
                    <a:pt x="1052042" y="466305"/>
                  </a:lnTo>
                  <a:lnTo>
                    <a:pt x="1052042" y="468744"/>
                  </a:lnTo>
                  <a:lnTo>
                    <a:pt x="1052017" y="468604"/>
                  </a:lnTo>
                  <a:lnTo>
                    <a:pt x="1052042" y="468744"/>
                  </a:lnTo>
                  <a:lnTo>
                    <a:pt x="1052042" y="466305"/>
                  </a:lnTo>
                  <a:lnTo>
                    <a:pt x="1049883" y="469747"/>
                  </a:lnTo>
                  <a:lnTo>
                    <a:pt x="1052664" y="473456"/>
                  </a:lnTo>
                  <a:lnTo>
                    <a:pt x="1053668" y="474040"/>
                  </a:lnTo>
                  <a:lnTo>
                    <a:pt x="1058087" y="474446"/>
                  </a:lnTo>
                  <a:lnTo>
                    <a:pt x="1059294" y="472694"/>
                  </a:lnTo>
                  <a:lnTo>
                    <a:pt x="1060183" y="471411"/>
                  </a:lnTo>
                  <a:close/>
                </a:path>
                <a:path w="1100454" h="623570">
                  <a:moveTo>
                    <a:pt x="1062723" y="609523"/>
                  </a:moveTo>
                  <a:lnTo>
                    <a:pt x="1062380" y="608825"/>
                  </a:lnTo>
                  <a:lnTo>
                    <a:pt x="1061910" y="608279"/>
                  </a:lnTo>
                  <a:lnTo>
                    <a:pt x="1061275" y="607504"/>
                  </a:lnTo>
                  <a:lnTo>
                    <a:pt x="1060145" y="607504"/>
                  </a:lnTo>
                  <a:lnTo>
                    <a:pt x="1059040" y="608825"/>
                  </a:lnTo>
                  <a:lnTo>
                    <a:pt x="1058697" y="609523"/>
                  </a:lnTo>
                  <a:lnTo>
                    <a:pt x="1058951" y="610146"/>
                  </a:lnTo>
                  <a:lnTo>
                    <a:pt x="1059027" y="610298"/>
                  </a:lnTo>
                  <a:lnTo>
                    <a:pt x="1059154" y="610628"/>
                  </a:lnTo>
                  <a:lnTo>
                    <a:pt x="1059776" y="612152"/>
                  </a:lnTo>
                  <a:lnTo>
                    <a:pt x="1061643" y="612152"/>
                  </a:lnTo>
                  <a:lnTo>
                    <a:pt x="1062266" y="610628"/>
                  </a:lnTo>
                  <a:lnTo>
                    <a:pt x="1062723" y="609523"/>
                  </a:lnTo>
                  <a:close/>
                </a:path>
                <a:path w="1100454" h="623570">
                  <a:moveTo>
                    <a:pt x="1063790" y="493699"/>
                  </a:moveTo>
                  <a:lnTo>
                    <a:pt x="1063434" y="492213"/>
                  </a:lnTo>
                  <a:lnTo>
                    <a:pt x="1059116" y="489712"/>
                  </a:lnTo>
                  <a:lnTo>
                    <a:pt x="1057376" y="491058"/>
                  </a:lnTo>
                  <a:lnTo>
                    <a:pt x="1057008" y="494296"/>
                  </a:lnTo>
                  <a:lnTo>
                    <a:pt x="1056868" y="495401"/>
                  </a:lnTo>
                  <a:lnTo>
                    <a:pt x="1057719" y="496684"/>
                  </a:lnTo>
                  <a:lnTo>
                    <a:pt x="1060716" y="498284"/>
                  </a:lnTo>
                  <a:lnTo>
                    <a:pt x="1063205" y="497713"/>
                  </a:lnTo>
                  <a:lnTo>
                    <a:pt x="1063485" y="495782"/>
                  </a:lnTo>
                  <a:lnTo>
                    <a:pt x="1063790" y="493699"/>
                  </a:lnTo>
                  <a:close/>
                </a:path>
                <a:path w="1100454" h="623570">
                  <a:moveTo>
                    <a:pt x="1067498" y="473163"/>
                  </a:moveTo>
                  <a:lnTo>
                    <a:pt x="1066901" y="473163"/>
                  </a:lnTo>
                  <a:lnTo>
                    <a:pt x="1066901" y="473621"/>
                  </a:lnTo>
                  <a:lnTo>
                    <a:pt x="1067206" y="473621"/>
                  </a:lnTo>
                  <a:lnTo>
                    <a:pt x="1067498" y="473621"/>
                  </a:lnTo>
                  <a:lnTo>
                    <a:pt x="1067498" y="473163"/>
                  </a:lnTo>
                  <a:close/>
                </a:path>
                <a:path w="1100454" h="623570">
                  <a:moveTo>
                    <a:pt x="1069568" y="585673"/>
                  </a:moveTo>
                  <a:lnTo>
                    <a:pt x="1068857" y="582676"/>
                  </a:lnTo>
                  <a:lnTo>
                    <a:pt x="1068705" y="582015"/>
                  </a:lnTo>
                  <a:lnTo>
                    <a:pt x="1068489" y="581634"/>
                  </a:lnTo>
                  <a:lnTo>
                    <a:pt x="1067587" y="580618"/>
                  </a:lnTo>
                  <a:lnTo>
                    <a:pt x="1066634" y="580631"/>
                  </a:lnTo>
                  <a:lnTo>
                    <a:pt x="1065707" y="581621"/>
                  </a:lnTo>
                  <a:lnTo>
                    <a:pt x="1065504" y="582015"/>
                  </a:lnTo>
                  <a:lnTo>
                    <a:pt x="1064602" y="585571"/>
                  </a:lnTo>
                  <a:lnTo>
                    <a:pt x="1069568" y="585673"/>
                  </a:lnTo>
                  <a:close/>
                </a:path>
                <a:path w="1100454" h="623570">
                  <a:moveTo>
                    <a:pt x="1069606" y="530174"/>
                  </a:moveTo>
                  <a:lnTo>
                    <a:pt x="1068654" y="528231"/>
                  </a:lnTo>
                  <a:lnTo>
                    <a:pt x="1068222" y="527380"/>
                  </a:lnTo>
                  <a:lnTo>
                    <a:pt x="1067714" y="526681"/>
                  </a:lnTo>
                  <a:lnTo>
                    <a:pt x="1066165" y="524814"/>
                  </a:lnTo>
                  <a:lnTo>
                    <a:pt x="1064475" y="526046"/>
                  </a:lnTo>
                  <a:lnTo>
                    <a:pt x="1065009" y="528243"/>
                  </a:lnTo>
                  <a:lnTo>
                    <a:pt x="1065301" y="529069"/>
                  </a:lnTo>
                  <a:lnTo>
                    <a:pt x="1066736" y="531876"/>
                  </a:lnTo>
                  <a:lnTo>
                    <a:pt x="1069606" y="530174"/>
                  </a:lnTo>
                  <a:close/>
                </a:path>
                <a:path w="1100454" h="623570">
                  <a:moveTo>
                    <a:pt x="1079944" y="506882"/>
                  </a:moveTo>
                  <a:lnTo>
                    <a:pt x="1078217" y="505815"/>
                  </a:lnTo>
                  <a:lnTo>
                    <a:pt x="1077582" y="505180"/>
                  </a:lnTo>
                  <a:lnTo>
                    <a:pt x="1076617" y="503974"/>
                  </a:lnTo>
                  <a:lnTo>
                    <a:pt x="1074750" y="505053"/>
                  </a:lnTo>
                  <a:lnTo>
                    <a:pt x="1074699" y="506374"/>
                  </a:lnTo>
                  <a:lnTo>
                    <a:pt x="1074496" y="507326"/>
                  </a:lnTo>
                  <a:lnTo>
                    <a:pt x="1073708" y="509333"/>
                  </a:lnTo>
                  <a:lnTo>
                    <a:pt x="1076172" y="511035"/>
                  </a:lnTo>
                  <a:lnTo>
                    <a:pt x="1079792" y="509524"/>
                  </a:lnTo>
                  <a:lnTo>
                    <a:pt x="1079944" y="506882"/>
                  </a:lnTo>
                  <a:close/>
                </a:path>
                <a:path w="1100454" h="623570">
                  <a:moveTo>
                    <a:pt x="1080935" y="560844"/>
                  </a:moveTo>
                  <a:lnTo>
                    <a:pt x="1070787" y="560844"/>
                  </a:lnTo>
                  <a:lnTo>
                    <a:pt x="1070775" y="568718"/>
                  </a:lnTo>
                  <a:lnTo>
                    <a:pt x="1075855" y="568718"/>
                  </a:lnTo>
                  <a:lnTo>
                    <a:pt x="1080922" y="568718"/>
                  </a:lnTo>
                  <a:lnTo>
                    <a:pt x="1080935" y="560844"/>
                  </a:lnTo>
                  <a:close/>
                </a:path>
                <a:path w="1100454" h="623570">
                  <a:moveTo>
                    <a:pt x="1081011" y="589724"/>
                  </a:moveTo>
                  <a:lnTo>
                    <a:pt x="1080643" y="587883"/>
                  </a:lnTo>
                  <a:lnTo>
                    <a:pt x="1078471" y="582942"/>
                  </a:lnTo>
                  <a:lnTo>
                    <a:pt x="1073442" y="583501"/>
                  </a:lnTo>
                  <a:lnTo>
                    <a:pt x="1070038" y="589305"/>
                  </a:lnTo>
                  <a:lnTo>
                    <a:pt x="1072273" y="593483"/>
                  </a:lnTo>
                  <a:lnTo>
                    <a:pt x="1073531" y="593445"/>
                  </a:lnTo>
                  <a:lnTo>
                    <a:pt x="1074077" y="594296"/>
                  </a:lnTo>
                  <a:lnTo>
                    <a:pt x="1077925" y="593953"/>
                  </a:lnTo>
                  <a:lnTo>
                    <a:pt x="1081011" y="589724"/>
                  </a:lnTo>
                  <a:close/>
                </a:path>
                <a:path w="1100454" h="623570">
                  <a:moveTo>
                    <a:pt x="1081633" y="475983"/>
                  </a:moveTo>
                  <a:lnTo>
                    <a:pt x="1074394" y="475983"/>
                  </a:lnTo>
                  <a:lnTo>
                    <a:pt x="1074394" y="481609"/>
                  </a:lnTo>
                  <a:lnTo>
                    <a:pt x="1078014" y="481609"/>
                  </a:lnTo>
                  <a:lnTo>
                    <a:pt x="1081633" y="481609"/>
                  </a:lnTo>
                  <a:lnTo>
                    <a:pt x="1081633" y="475983"/>
                  </a:lnTo>
                  <a:close/>
                </a:path>
                <a:path w="1100454" h="623570">
                  <a:moveTo>
                    <a:pt x="1089101" y="622007"/>
                  </a:moveTo>
                  <a:lnTo>
                    <a:pt x="1087475" y="622007"/>
                  </a:lnTo>
                  <a:lnTo>
                    <a:pt x="1087475" y="623265"/>
                  </a:lnTo>
                  <a:lnTo>
                    <a:pt x="1088288" y="623265"/>
                  </a:lnTo>
                  <a:lnTo>
                    <a:pt x="1089101" y="623265"/>
                  </a:lnTo>
                  <a:lnTo>
                    <a:pt x="1089101" y="622007"/>
                  </a:lnTo>
                  <a:close/>
                </a:path>
                <a:path w="1100454" h="623570">
                  <a:moveTo>
                    <a:pt x="1090295" y="528205"/>
                  </a:moveTo>
                  <a:lnTo>
                    <a:pt x="1089164" y="526529"/>
                  </a:lnTo>
                  <a:lnTo>
                    <a:pt x="1084961" y="524941"/>
                  </a:lnTo>
                  <a:lnTo>
                    <a:pt x="1082649" y="527062"/>
                  </a:lnTo>
                  <a:lnTo>
                    <a:pt x="1082649" y="531520"/>
                  </a:lnTo>
                  <a:lnTo>
                    <a:pt x="1084021" y="532612"/>
                  </a:lnTo>
                  <a:lnTo>
                    <a:pt x="1084618" y="534009"/>
                  </a:lnTo>
                  <a:lnTo>
                    <a:pt x="1087742" y="533349"/>
                  </a:lnTo>
                  <a:lnTo>
                    <a:pt x="1089088" y="533069"/>
                  </a:lnTo>
                  <a:lnTo>
                    <a:pt x="1089596" y="531025"/>
                  </a:lnTo>
                  <a:lnTo>
                    <a:pt x="1090295" y="528205"/>
                  </a:lnTo>
                  <a:close/>
                </a:path>
                <a:path w="1100454" h="623570">
                  <a:moveTo>
                    <a:pt x="1093889" y="581977"/>
                  </a:moveTo>
                  <a:lnTo>
                    <a:pt x="1085938" y="581977"/>
                  </a:lnTo>
                  <a:lnTo>
                    <a:pt x="1085938" y="588137"/>
                  </a:lnTo>
                  <a:lnTo>
                    <a:pt x="1089914" y="588137"/>
                  </a:lnTo>
                  <a:lnTo>
                    <a:pt x="1093876" y="588137"/>
                  </a:lnTo>
                  <a:lnTo>
                    <a:pt x="1093889" y="581977"/>
                  </a:lnTo>
                  <a:close/>
                </a:path>
                <a:path w="1100454" h="623570">
                  <a:moveTo>
                    <a:pt x="1100289" y="542290"/>
                  </a:moveTo>
                  <a:lnTo>
                    <a:pt x="1092517" y="542290"/>
                  </a:lnTo>
                  <a:lnTo>
                    <a:pt x="1092504" y="548335"/>
                  </a:lnTo>
                  <a:lnTo>
                    <a:pt x="1096403" y="548335"/>
                  </a:lnTo>
                  <a:lnTo>
                    <a:pt x="1100289" y="548335"/>
                  </a:lnTo>
                  <a:lnTo>
                    <a:pt x="1100289" y="54229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086709" y="7746129"/>
              <a:ext cx="271145" cy="363220"/>
            </a:xfrm>
            <a:custGeom>
              <a:avLst/>
              <a:gdLst/>
              <a:ahLst/>
              <a:cxnLst/>
              <a:rect l="l" t="t" r="r" b="b"/>
              <a:pathLst>
                <a:path w="271145" h="363220">
                  <a:moveTo>
                    <a:pt x="8521" y="0"/>
                  </a:moveTo>
                  <a:lnTo>
                    <a:pt x="0" y="0"/>
                  </a:lnTo>
                  <a:lnTo>
                    <a:pt x="0" y="6604"/>
                  </a:lnTo>
                  <a:lnTo>
                    <a:pt x="4254" y="6604"/>
                  </a:lnTo>
                  <a:lnTo>
                    <a:pt x="8509" y="6604"/>
                  </a:lnTo>
                  <a:lnTo>
                    <a:pt x="8521" y="0"/>
                  </a:lnTo>
                  <a:close/>
                </a:path>
                <a:path w="271145" h="363220">
                  <a:moveTo>
                    <a:pt x="11226" y="42710"/>
                  </a:moveTo>
                  <a:lnTo>
                    <a:pt x="2705" y="42710"/>
                  </a:lnTo>
                  <a:lnTo>
                    <a:pt x="2705" y="49314"/>
                  </a:lnTo>
                  <a:lnTo>
                    <a:pt x="6959" y="49314"/>
                  </a:lnTo>
                  <a:lnTo>
                    <a:pt x="11214" y="49314"/>
                  </a:lnTo>
                  <a:lnTo>
                    <a:pt x="11226" y="42710"/>
                  </a:lnTo>
                  <a:close/>
                </a:path>
                <a:path w="271145" h="363220">
                  <a:moveTo>
                    <a:pt x="23190" y="32677"/>
                  </a:moveTo>
                  <a:lnTo>
                    <a:pt x="20726" y="31216"/>
                  </a:lnTo>
                  <a:lnTo>
                    <a:pt x="19354" y="32296"/>
                  </a:lnTo>
                  <a:lnTo>
                    <a:pt x="18453" y="32512"/>
                  </a:lnTo>
                  <a:lnTo>
                    <a:pt x="17246" y="32943"/>
                  </a:lnTo>
                  <a:lnTo>
                    <a:pt x="16941" y="34251"/>
                  </a:lnTo>
                  <a:lnTo>
                    <a:pt x="19050" y="36804"/>
                  </a:lnTo>
                  <a:lnTo>
                    <a:pt x="21082" y="35991"/>
                  </a:lnTo>
                  <a:lnTo>
                    <a:pt x="23190" y="32677"/>
                  </a:lnTo>
                  <a:close/>
                </a:path>
                <a:path w="271145" h="363220">
                  <a:moveTo>
                    <a:pt x="39154" y="232892"/>
                  </a:moveTo>
                  <a:lnTo>
                    <a:pt x="28841" y="232892"/>
                  </a:lnTo>
                  <a:lnTo>
                    <a:pt x="28829" y="240906"/>
                  </a:lnTo>
                  <a:lnTo>
                    <a:pt x="33997" y="240906"/>
                  </a:lnTo>
                  <a:lnTo>
                    <a:pt x="39154" y="240906"/>
                  </a:lnTo>
                  <a:lnTo>
                    <a:pt x="39154" y="232892"/>
                  </a:lnTo>
                  <a:close/>
                </a:path>
                <a:path w="271145" h="363220">
                  <a:moveTo>
                    <a:pt x="40703" y="30086"/>
                  </a:moveTo>
                  <a:lnTo>
                    <a:pt x="38036" y="27406"/>
                  </a:lnTo>
                  <a:lnTo>
                    <a:pt x="35445" y="28359"/>
                  </a:lnTo>
                  <a:lnTo>
                    <a:pt x="35534" y="30340"/>
                  </a:lnTo>
                  <a:lnTo>
                    <a:pt x="35598" y="31813"/>
                  </a:lnTo>
                  <a:lnTo>
                    <a:pt x="36296" y="32524"/>
                  </a:lnTo>
                  <a:lnTo>
                    <a:pt x="37236" y="32562"/>
                  </a:lnTo>
                  <a:lnTo>
                    <a:pt x="39776" y="32664"/>
                  </a:lnTo>
                  <a:lnTo>
                    <a:pt x="40703" y="30086"/>
                  </a:lnTo>
                  <a:close/>
                </a:path>
                <a:path w="271145" h="363220">
                  <a:moveTo>
                    <a:pt x="47790" y="246189"/>
                  </a:moveTo>
                  <a:lnTo>
                    <a:pt x="45631" y="245046"/>
                  </a:lnTo>
                  <a:lnTo>
                    <a:pt x="44551" y="246367"/>
                  </a:lnTo>
                  <a:lnTo>
                    <a:pt x="44399" y="246570"/>
                  </a:lnTo>
                  <a:lnTo>
                    <a:pt x="43764" y="247332"/>
                  </a:lnTo>
                  <a:lnTo>
                    <a:pt x="43751" y="248081"/>
                  </a:lnTo>
                  <a:lnTo>
                    <a:pt x="44399" y="248856"/>
                  </a:lnTo>
                  <a:lnTo>
                    <a:pt x="45643" y="250393"/>
                  </a:lnTo>
                  <a:lnTo>
                    <a:pt x="47790" y="249237"/>
                  </a:lnTo>
                  <a:lnTo>
                    <a:pt x="47790" y="246189"/>
                  </a:lnTo>
                  <a:close/>
                </a:path>
                <a:path w="271145" h="363220">
                  <a:moveTo>
                    <a:pt x="48895" y="241541"/>
                  </a:moveTo>
                  <a:lnTo>
                    <a:pt x="48298" y="241541"/>
                  </a:lnTo>
                  <a:lnTo>
                    <a:pt x="48298" y="241985"/>
                  </a:lnTo>
                  <a:lnTo>
                    <a:pt x="48602" y="241985"/>
                  </a:lnTo>
                  <a:lnTo>
                    <a:pt x="48895" y="241985"/>
                  </a:lnTo>
                  <a:lnTo>
                    <a:pt x="48895" y="241541"/>
                  </a:lnTo>
                  <a:close/>
                </a:path>
                <a:path w="271145" h="363220">
                  <a:moveTo>
                    <a:pt x="49250" y="67373"/>
                  </a:moveTo>
                  <a:lnTo>
                    <a:pt x="47739" y="64731"/>
                  </a:lnTo>
                  <a:lnTo>
                    <a:pt x="45364" y="64846"/>
                  </a:lnTo>
                  <a:lnTo>
                    <a:pt x="44284" y="64909"/>
                  </a:lnTo>
                  <a:lnTo>
                    <a:pt x="43510" y="65074"/>
                  </a:lnTo>
                  <a:lnTo>
                    <a:pt x="41325" y="66116"/>
                  </a:lnTo>
                  <a:lnTo>
                    <a:pt x="41148" y="67741"/>
                  </a:lnTo>
                  <a:lnTo>
                    <a:pt x="42049" y="69545"/>
                  </a:lnTo>
                  <a:lnTo>
                    <a:pt x="42405" y="69964"/>
                  </a:lnTo>
                  <a:lnTo>
                    <a:pt x="44780" y="71970"/>
                  </a:lnTo>
                  <a:lnTo>
                    <a:pt x="47434" y="71678"/>
                  </a:lnTo>
                  <a:lnTo>
                    <a:pt x="49250" y="67373"/>
                  </a:lnTo>
                  <a:close/>
                </a:path>
                <a:path w="271145" h="363220">
                  <a:moveTo>
                    <a:pt x="56172" y="59232"/>
                  </a:moveTo>
                  <a:lnTo>
                    <a:pt x="54000" y="59232"/>
                  </a:lnTo>
                  <a:lnTo>
                    <a:pt x="54000" y="60921"/>
                  </a:lnTo>
                  <a:lnTo>
                    <a:pt x="55092" y="60921"/>
                  </a:lnTo>
                  <a:lnTo>
                    <a:pt x="56172" y="60921"/>
                  </a:lnTo>
                  <a:lnTo>
                    <a:pt x="56172" y="59232"/>
                  </a:lnTo>
                  <a:close/>
                </a:path>
                <a:path w="271145" h="363220">
                  <a:moveTo>
                    <a:pt x="58420" y="224701"/>
                  </a:moveTo>
                  <a:lnTo>
                    <a:pt x="53784" y="226555"/>
                  </a:lnTo>
                  <a:lnTo>
                    <a:pt x="50634" y="227799"/>
                  </a:lnTo>
                  <a:lnTo>
                    <a:pt x="50622" y="230847"/>
                  </a:lnTo>
                  <a:lnTo>
                    <a:pt x="58381" y="233946"/>
                  </a:lnTo>
                  <a:lnTo>
                    <a:pt x="58420" y="224701"/>
                  </a:lnTo>
                  <a:close/>
                </a:path>
                <a:path w="271145" h="363220">
                  <a:moveTo>
                    <a:pt x="59042" y="148259"/>
                  </a:moveTo>
                  <a:lnTo>
                    <a:pt x="55003" y="143154"/>
                  </a:lnTo>
                  <a:lnTo>
                    <a:pt x="51295" y="144386"/>
                  </a:lnTo>
                  <a:lnTo>
                    <a:pt x="49199" y="149364"/>
                  </a:lnTo>
                  <a:lnTo>
                    <a:pt x="51142" y="152196"/>
                  </a:lnTo>
                  <a:lnTo>
                    <a:pt x="53975" y="152273"/>
                  </a:lnTo>
                  <a:lnTo>
                    <a:pt x="58089" y="152374"/>
                  </a:lnTo>
                  <a:lnTo>
                    <a:pt x="59042" y="148259"/>
                  </a:lnTo>
                  <a:close/>
                </a:path>
                <a:path w="271145" h="363220">
                  <a:moveTo>
                    <a:pt x="60172" y="285750"/>
                  </a:moveTo>
                  <a:lnTo>
                    <a:pt x="59766" y="284238"/>
                  </a:lnTo>
                  <a:lnTo>
                    <a:pt x="59728" y="284073"/>
                  </a:lnTo>
                  <a:lnTo>
                    <a:pt x="59677" y="283895"/>
                  </a:lnTo>
                  <a:lnTo>
                    <a:pt x="59436" y="282981"/>
                  </a:lnTo>
                  <a:lnTo>
                    <a:pt x="58318" y="282981"/>
                  </a:lnTo>
                  <a:lnTo>
                    <a:pt x="58102" y="283730"/>
                  </a:lnTo>
                  <a:lnTo>
                    <a:pt x="58026" y="284073"/>
                  </a:lnTo>
                  <a:lnTo>
                    <a:pt x="57962" y="284238"/>
                  </a:lnTo>
                  <a:lnTo>
                    <a:pt x="57569" y="285737"/>
                  </a:lnTo>
                  <a:lnTo>
                    <a:pt x="60172" y="285750"/>
                  </a:lnTo>
                  <a:close/>
                </a:path>
                <a:path w="271145" h="363220">
                  <a:moveTo>
                    <a:pt x="61836" y="301574"/>
                  </a:moveTo>
                  <a:lnTo>
                    <a:pt x="61074" y="300342"/>
                  </a:lnTo>
                  <a:lnTo>
                    <a:pt x="60934" y="300139"/>
                  </a:lnTo>
                  <a:lnTo>
                    <a:pt x="59956" y="298538"/>
                  </a:lnTo>
                  <a:lnTo>
                    <a:pt x="57772" y="300697"/>
                  </a:lnTo>
                  <a:lnTo>
                    <a:pt x="59372" y="301688"/>
                  </a:lnTo>
                  <a:lnTo>
                    <a:pt x="59588" y="301815"/>
                  </a:lnTo>
                  <a:lnTo>
                    <a:pt x="59791" y="301955"/>
                  </a:lnTo>
                  <a:lnTo>
                    <a:pt x="60820" y="302577"/>
                  </a:lnTo>
                  <a:lnTo>
                    <a:pt x="61836" y="301574"/>
                  </a:lnTo>
                  <a:close/>
                </a:path>
                <a:path w="271145" h="363220">
                  <a:moveTo>
                    <a:pt x="62979" y="194589"/>
                  </a:moveTo>
                  <a:lnTo>
                    <a:pt x="57200" y="188963"/>
                  </a:lnTo>
                  <a:lnTo>
                    <a:pt x="53073" y="194970"/>
                  </a:lnTo>
                  <a:lnTo>
                    <a:pt x="56845" y="196735"/>
                  </a:lnTo>
                  <a:lnTo>
                    <a:pt x="59715" y="198069"/>
                  </a:lnTo>
                  <a:lnTo>
                    <a:pt x="62979" y="194589"/>
                  </a:lnTo>
                  <a:close/>
                </a:path>
                <a:path w="271145" h="363220">
                  <a:moveTo>
                    <a:pt x="65087" y="248310"/>
                  </a:moveTo>
                  <a:lnTo>
                    <a:pt x="61480" y="245681"/>
                  </a:lnTo>
                  <a:lnTo>
                    <a:pt x="52108" y="248005"/>
                  </a:lnTo>
                  <a:lnTo>
                    <a:pt x="52108" y="256082"/>
                  </a:lnTo>
                  <a:lnTo>
                    <a:pt x="57391" y="257390"/>
                  </a:lnTo>
                  <a:lnTo>
                    <a:pt x="61480" y="258406"/>
                  </a:lnTo>
                  <a:lnTo>
                    <a:pt x="65087" y="255778"/>
                  </a:lnTo>
                  <a:lnTo>
                    <a:pt x="65087" y="248310"/>
                  </a:lnTo>
                  <a:close/>
                </a:path>
                <a:path w="271145" h="363220">
                  <a:moveTo>
                    <a:pt x="65900" y="106730"/>
                  </a:moveTo>
                  <a:lnTo>
                    <a:pt x="63512" y="105968"/>
                  </a:lnTo>
                  <a:lnTo>
                    <a:pt x="63309" y="105905"/>
                  </a:lnTo>
                  <a:lnTo>
                    <a:pt x="63093" y="105829"/>
                  </a:lnTo>
                  <a:lnTo>
                    <a:pt x="62877" y="105765"/>
                  </a:lnTo>
                  <a:lnTo>
                    <a:pt x="62280" y="105575"/>
                  </a:lnTo>
                  <a:lnTo>
                    <a:pt x="61645" y="106197"/>
                  </a:lnTo>
                  <a:lnTo>
                    <a:pt x="61836" y="106807"/>
                  </a:lnTo>
                  <a:lnTo>
                    <a:pt x="61912" y="107010"/>
                  </a:lnTo>
                  <a:lnTo>
                    <a:pt x="61976" y="107226"/>
                  </a:lnTo>
                  <a:lnTo>
                    <a:pt x="62052" y="107429"/>
                  </a:lnTo>
                  <a:lnTo>
                    <a:pt x="62801" y="109829"/>
                  </a:lnTo>
                  <a:lnTo>
                    <a:pt x="65900" y="106730"/>
                  </a:lnTo>
                  <a:close/>
                </a:path>
                <a:path w="271145" h="363220">
                  <a:moveTo>
                    <a:pt x="69507" y="71882"/>
                  </a:moveTo>
                  <a:lnTo>
                    <a:pt x="69329" y="71158"/>
                  </a:lnTo>
                  <a:lnTo>
                    <a:pt x="69024" y="69888"/>
                  </a:lnTo>
                  <a:lnTo>
                    <a:pt x="65913" y="67551"/>
                  </a:lnTo>
                  <a:lnTo>
                    <a:pt x="64579" y="67856"/>
                  </a:lnTo>
                  <a:lnTo>
                    <a:pt x="62077" y="68961"/>
                  </a:lnTo>
                  <a:lnTo>
                    <a:pt x="61874" y="69888"/>
                  </a:lnTo>
                  <a:lnTo>
                    <a:pt x="61849" y="71158"/>
                  </a:lnTo>
                  <a:lnTo>
                    <a:pt x="61976" y="71831"/>
                  </a:lnTo>
                  <a:lnTo>
                    <a:pt x="60782" y="75260"/>
                  </a:lnTo>
                  <a:lnTo>
                    <a:pt x="66649" y="77800"/>
                  </a:lnTo>
                  <a:lnTo>
                    <a:pt x="68961" y="73012"/>
                  </a:lnTo>
                  <a:lnTo>
                    <a:pt x="69507" y="71882"/>
                  </a:lnTo>
                  <a:close/>
                </a:path>
                <a:path w="271145" h="363220">
                  <a:moveTo>
                    <a:pt x="80772" y="143941"/>
                  </a:moveTo>
                  <a:lnTo>
                    <a:pt x="76606" y="138036"/>
                  </a:lnTo>
                  <a:lnTo>
                    <a:pt x="73621" y="141046"/>
                  </a:lnTo>
                  <a:lnTo>
                    <a:pt x="73329" y="141071"/>
                  </a:lnTo>
                  <a:lnTo>
                    <a:pt x="73075" y="141122"/>
                  </a:lnTo>
                  <a:lnTo>
                    <a:pt x="72847" y="141211"/>
                  </a:lnTo>
                  <a:lnTo>
                    <a:pt x="71640" y="141566"/>
                  </a:lnTo>
                  <a:lnTo>
                    <a:pt x="71018" y="142760"/>
                  </a:lnTo>
                  <a:lnTo>
                    <a:pt x="71564" y="145300"/>
                  </a:lnTo>
                  <a:lnTo>
                    <a:pt x="72364" y="145986"/>
                  </a:lnTo>
                  <a:lnTo>
                    <a:pt x="74625" y="146685"/>
                  </a:lnTo>
                  <a:lnTo>
                    <a:pt x="75768" y="146481"/>
                  </a:lnTo>
                  <a:lnTo>
                    <a:pt x="80772" y="143941"/>
                  </a:lnTo>
                  <a:close/>
                </a:path>
                <a:path w="271145" h="363220">
                  <a:moveTo>
                    <a:pt x="84124" y="232333"/>
                  </a:moveTo>
                  <a:lnTo>
                    <a:pt x="83769" y="230847"/>
                  </a:lnTo>
                  <a:lnTo>
                    <a:pt x="79438" y="228346"/>
                  </a:lnTo>
                  <a:lnTo>
                    <a:pt x="77711" y="229692"/>
                  </a:lnTo>
                  <a:lnTo>
                    <a:pt x="77216" y="234035"/>
                  </a:lnTo>
                  <a:lnTo>
                    <a:pt x="78054" y="235318"/>
                  </a:lnTo>
                  <a:lnTo>
                    <a:pt x="81051" y="236918"/>
                  </a:lnTo>
                  <a:lnTo>
                    <a:pt x="83540" y="236347"/>
                  </a:lnTo>
                  <a:lnTo>
                    <a:pt x="83820" y="234416"/>
                  </a:lnTo>
                  <a:lnTo>
                    <a:pt x="84124" y="232333"/>
                  </a:lnTo>
                  <a:close/>
                </a:path>
                <a:path w="271145" h="363220">
                  <a:moveTo>
                    <a:pt x="87376" y="116763"/>
                  </a:moveTo>
                  <a:lnTo>
                    <a:pt x="85140" y="115379"/>
                  </a:lnTo>
                  <a:lnTo>
                    <a:pt x="83845" y="114566"/>
                  </a:lnTo>
                  <a:lnTo>
                    <a:pt x="81788" y="114198"/>
                  </a:lnTo>
                  <a:lnTo>
                    <a:pt x="80645" y="115392"/>
                  </a:lnTo>
                  <a:lnTo>
                    <a:pt x="81762" y="117335"/>
                  </a:lnTo>
                  <a:lnTo>
                    <a:pt x="82245" y="117729"/>
                  </a:lnTo>
                  <a:lnTo>
                    <a:pt x="85026" y="119875"/>
                  </a:lnTo>
                  <a:lnTo>
                    <a:pt x="87376" y="116763"/>
                  </a:lnTo>
                  <a:close/>
                </a:path>
                <a:path w="271145" h="363220">
                  <a:moveTo>
                    <a:pt x="88722" y="87795"/>
                  </a:moveTo>
                  <a:lnTo>
                    <a:pt x="87642" y="87744"/>
                  </a:lnTo>
                  <a:lnTo>
                    <a:pt x="88722" y="87795"/>
                  </a:lnTo>
                  <a:close/>
                </a:path>
                <a:path w="271145" h="363220">
                  <a:moveTo>
                    <a:pt x="89941" y="268808"/>
                  </a:moveTo>
                  <a:lnTo>
                    <a:pt x="88988" y="266865"/>
                  </a:lnTo>
                  <a:lnTo>
                    <a:pt x="88557" y="266014"/>
                  </a:lnTo>
                  <a:lnTo>
                    <a:pt x="88049" y="265315"/>
                  </a:lnTo>
                  <a:lnTo>
                    <a:pt x="86499" y="263448"/>
                  </a:lnTo>
                  <a:lnTo>
                    <a:pt x="84810" y="264680"/>
                  </a:lnTo>
                  <a:lnTo>
                    <a:pt x="85344" y="266877"/>
                  </a:lnTo>
                  <a:lnTo>
                    <a:pt x="85636" y="267703"/>
                  </a:lnTo>
                  <a:lnTo>
                    <a:pt x="87058" y="270510"/>
                  </a:lnTo>
                  <a:lnTo>
                    <a:pt x="89941" y="268808"/>
                  </a:lnTo>
                  <a:close/>
                </a:path>
                <a:path w="271145" h="363220">
                  <a:moveTo>
                    <a:pt x="90728" y="84785"/>
                  </a:moveTo>
                  <a:lnTo>
                    <a:pt x="90335" y="83439"/>
                  </a:lnTo>
                  <a:lnTo>
                    <a:pt x="89890" y="81902"/>
                  </a:lnTo>
                  <a:lnTo>
                    <a:pt x="89420" y="80302"/>
                  </a:lnTo>
                  <a:lnTo>
                    <a:pt x="85204" y="80086"/>
                  </a:lnTo>
                  <a:lnTo>
                    <a:pt x="80987" y="86093"/>
                  </a:lnTo>
                  <a:lnTo>
                    <a:pt x="86690" y="89522"/>
                  </a:lnTo>
                  <a:lnTo>
                    <a:pt x="87541" y="87934"/>
                  </a:lnTo>
                  <a:lnTo>
                    <a:pt x="85420" y="87934"/>
                  </a:lnTo>
                  <a:lnTo>
                    <a:pt x="87337" y="87718"/>
                  </a:lnTo>
                  <a:lnTo>
                    <a:pt x="87642" y="87744"/>
                  </a:lnTo>
                  <a:lnTo>
                    <a:pt x="88430" y="87604"/>
                  </a:lnTo>
                  <a:lnTo>
                    <a:pt x="89001" y="87312"/>
                  </a:lnTo>
                  <a:lnTo>
                    <a:pt x="90436" y="85979"/>
                  </a:lnTo>
                  <a:lnTo>
                    <a:pt x="90728" y="84785"/>
                  </a:lnTo>
                  <a:close/>
                </a:path>
                <a:path w="271145" h="363220">
                  <a:moveTo>
                    <a:pt x="97637" y="141249"/>
                  </a:moveTo>
                  <a:lnTo>
                    <a:pt x="97409" y="140868"/>
                  </a:lnTo>
                  <a:lnTo>
                    <a:pt x="97155" y="140995"/>
                  </a:lnTo>
                  <a:lnTo>
                    <a:pt x="96799" y="141173"/>
                  </a:lnTo>
                  <a:lnTo>
                    <a:pt x="96431" y="141351"/>
                  </a:lnTo>
                  <a:lnTo>
                    <a:pt x="96075" y="141541"/>
                  </a:lnTo>
                  <a:lnTo>
                    <a:pt x="95808" y="141668"/>
                  </a:lnTo>
                  <a:lnTo>
                    <a:pt x="96037" y="142049"/>
                  </a:lnTo>
                  <a:lnTo>
                    <a:pt x="96291" y="141922"/>
                  </a:lnTo>
                  <a:lnTo>
                    <a:pt x="96659" y="141744"/>
                  </a:lnTo>
                  <a:lnTo>
                    <a:pt x="97015" y="141554"/>
                  </a:lnTo>
                  <a:lnTo>
                    <a:pt x="97383" y="141376"/>
                  </a:lnTo>
                  <a:lnTo>
                    <a:pt x="97637" y="141249"/>
                  </a:lnTo>
                  <a:close/>
                </a:path>
                <a:path w="271145" h="363220">
                  <a:moveTo>
                    <a:pt x="98628" y="181698"/>
                  </a:moveTo>
                  <a:lnTo>
                    <a:pt x="91567" y="181698"/>
                  </a:lnTo>
                  <a:lnTo>
                    <a:pt x="91567" y="187185"/>
                  </a:lnTo>
                  <a:lnTo>
                    <a:pt x="95097" y="187185"/>
                  </a:lnTo>
                  <a:lnTo>
                    <a:pt x="98628" y="187185"/>
                  </a:lnTo>
                  <a:lnTo>
                    <a:pt x="98628" y="181698"/>
                  </a:lnTo>
                  <a:close/>
                </a:path>
                <a:path w="271145" h="363220">
                  <a:moveTo>
                    <a:pt x="109715" y="178435"/>
                  </a:moveTo>
                  <a:lnTo>
                    <a:pt x="105371" y="178435"/>
                  </a:lnTo>
                  <a:lnTo>
                    <a:pt x="105359" y="181813"/>
                  </a:lnTo>
                  <a:lnTo>
                    <a:pt x="107543" y="181813"/>
                  </a:lnTo>
                  <a:lnTo>
                    <a:pt x="109702" y="181813"/>
                  </a:lnTo>
                  <a:lnTo>
                    <a:pt x="109715" y="178435"/>
                  </a:lnTo>
                  <a:close/>
                </a:path>
                <a:path w="271145" h="363220">
                  <a:moveTo>
                    <a:pt x="117398" y="122923"/>
                  </a:moveTo>
                  <a:lnTo>
                    <a:pt x="113144" y="126225"/>
                  </a:lnTo>
                  <a:lnTo>
                    <a:pt x="114795" y="126644"/>
                  </a:lnTo>
                  <a:lnTo>
                    <a:pt x="116039" y="125501"/>
                  </a:lnTo>
                  <a:lnTo>
                    <a:pt x="116205" y="125285"/>
                  </a:lnTo>
                  <a:lnTo>
                    <a:pt x="117398" y="122923"/>
                  </a:lnTo>
                  <a:close/>
                </a:path>
                <a:path w="271145" h="363220">
                  <a:moveTo>
                    <a:pt x="120624" y="109931"/>
                  </a:moveTo>
                  <a:lnTo>
                    <a:pt x="113919" y="109931"/>
                  </a:lnTo>
                  <a:lnTo>
                    <a:pt x="113919" y="115125"/>
                  </a:lnTo>
                  <a:lnTo>
                    <a:pt x="117271" y="115125"/>
                  </a:lnTo>
                  <a:lnTo>
                    <a:pt x="120624" y="115125"/>
                  </a:lnTo>
                  <a:lnTo>
                    <a:pt x="120624" y="109931"/>
                  </a:lnTo>
                  <a:close/>
                </a:path>
                <a:path w="271145" h="363220">
                  <a:moveTo>
                    <a:pt x="124790" y="200063"/>
                  </a:moveTo>
                  <a:lnTo>
                    <a:pt x="123990" y="199859"/>
                  </a:lnTo>
                  <a:lnTo>
                    <a:pt x="123812" y="199809"/>
                  </a:lnTo>
                  <a:lnTo>
                    <a:pt x="123482" y="199720"/>
                  </a:lnTo>
                  <a:lnTo>
                    <a:pt x="121894" y="199288"/>
                  </a:lnTo>
                  <a:lnTo>
                    <a:pt x="121894" y="202044"/>
                  </a:lnTo>
                  <a:lnTo>
                    <a:pt x="123482" y="201612"/>
                  </a:lnTo>
                  <a:lnTo>
                    <a:pt x="123647" y="201574"/>
                  </a:lnTo>
                  <a:lnTo>
                    <a:pt x="123812" y="201523"/>
                  </a:lnTo>
                  <a:lnTo>
                    <a:pt x="123990" y="201485"/>
                  </a:lnTo>
                  <a:lnTo>
                    <a:pt x="124790" y="201256"/>
                  </a:lnTo>
                  <a:lnTo>
                    <a:pt x="124790" y="200063"/>
                  </a:lnTo>
                  <a:close/>
                </a:path>
                <a:path w="271145" h="363220">
                  <a:moveTo>
                    <a:pt x="125133" y="137718"/>
                  </a:moveTo>
                  <a:lnTo>
                    <a:pt x="124548" y="137718"/>
                  </a:lnTo>
                  <a:lnTo>
                    <a:pt x="124548" y="138163"/>
                  </a:lnTo>
                  <a:lnTo>
                    <a:pt x="124841" y="138163"/>
                  </a:lnTo>
                  <a:lnTo>
                    <a:pt x="125133" y="138163"/>
                  </a:lnTo>
                  <a:lnTo>
                    <a:pt x="125133" y="137718"/>
                  </a:lnTo>
                  <a:close/>
                </a:path>
                <a:path w="271145" h="363220">
                  <a:moveTo>
                    <a:pt x="126847" y="156870"/>
                  </a:moveTo>
                  <a:lnTo>
                    <a:pt x="118516" y="156870"/>
                  </a:lnTo>
                  <a:lnTo>
                    <a:pt x="118516" y="163347"/>
                  </a:lnTo>
                  <a:lnTo>
                    <a:pt x="122682" y="163347"/>
                  </a:lnTo>
                  <a:lnTo>
                    <a:pt x="126834" y="163347"/>
                  </a:lnTo>
                  <a:lnTo>
                    <a:pt x="126847" y="156870"/>
                  </a:lnTo>
                  <a:close/>
                </a:path>
                <a:path w="271145" h="363220">
                  <a:moveTo>
                    <a:pt x="132753" y="130086"/>
                  </a:moveTo>
                  <a:lnTo>
                    <a:pt x="131711" y="130568"/>
                  </a:lnTo>
                  <a:lnTo>
                    <a:pt x="131914" y="131533"/>
                  </a:lnTo>
                  <a:lnTo>
                    <a:pt x="132753" y="130086"/>
                  </a:lnTo>
                  <a:close/>
                </a:path>
                <a:path w="271145" h="363220">
                  <a:moveTo>
                    <a:pt x="139877" y="132435"/>
                  </a:moveTo>
                  <a:lnTo>
                    <a:pt x="139026" y="131330"/>
                  </a:lnTo>
                  <a:lnTo>
                    <a:pt x="137617" y="129489"/>
                  </a:lnTo>
                  <a:lnTo>
                    <a:pt x="136118" y="128689"/>
                  </a:lnTo>
                  <a:lnTo>
                    <a:pt x="135674" y="128866"/>
                  </a:lnTo>
                  <a:lnTo>
                    <a:pt x="135674" y="134416"/>
                  </a:lnTo>
                  <a:lnTo>
                    <a:pt x="135267" y="134721"/>
                  </a:lnTo>
                  <a:lnTo>
                    <a:pt x="135674" y="134416"/>
                  </a:lnTo>
                  <a:lnTo>
                    <a:pt x="135674" y="128866"/>
                  </a:lnTo>
                  <a:lnTo>
                    <a:pt x="135293" y="129019"/>
                  </a:lnTo>
                  <a:lnTo>
                    <a:pt x="134493" y="129273"/>
                  </a:lnTo>
                  <a:lnTo>
                    <a:pt x="134493" y="134620"/>
                  </a:lnTo>
                  <a:lnTo>
                    <a:pt x="134112" y="134340"/>
                  </a:lnTo>
                  <a:lnTo>
                    <a:pt x="134112" y="134734"/>
                  </a:lnTo>
                  <a:lnTo>
                    <a:pt x="134035" y="134289"/>
                  </a:lnTo>
                  <a:lnTo>
                    <a:pt x="134112" y="132130"/>
                  </a:lnTo>
                  <a:lnTo>
                    <a:pt x="134112" y="130911"/>
                  </a:lnTo>
                  <a:lnTo>
                    <a:pt x="134226" y="134416"/>
                  </a:lnTo>
                  <a:lnTo>
                    <a:pt x="134493" y="134620"/>
                  </a:lnTo>
                  <a:lnTo>
                    <a:pt x="134493" y="129273"/>
                  </a:lnTo>
                  <a:lnTo>
                    <a:pt x="133743" y="129628"/>
                  </a:lnTo>
                  <a:lnTo>
                    <a:pt x="132816" y="129984"/>
                  </a:lnTo>
                  <a:lnTo>
                    <a:pt x="132041" y="131330"/>
                  </a:lnTo>
                  <a:lnTo>
                    <a:pt x="131978" y="131813"/>
                  </a:lnTo>
                  <a:lnTo>
                    <a:pt x="132524" y="134289"/>
                  </a:lnTo>
                  <a:lnTo>
                    <a:pt x="133273" y="135102"/>
                  </a:lnTo>
                  <a:lnTo>
                    <a:pt x="135280" y="135813"/>
                  </a:lnTo>
                  <a:lnTo>
                    <a:pt x="136537" y="135470"/>
                  </a:lnTo>
                  <a:lnTo>
                    <a:pt x="137261" y="135331"/>
                  </a:lnTo>
                  <a:lnTo>
                    <a:pt x="138696" y="135051"/>
                  </a:lnTo>
                  <a:lnTo>
                    <a:pt x="138988" y="134416"/>
                  </a:lnTo>
                  <a:lnTo>
                    <a:pt x="139877" y="132435"/>
                  </a:lnTo>
                  <a:close/>
                </a:path>
                <a:path w="271145" h="363220">
                  <a:moveTo>
                    <a:pt x="142760" y="152158"/>
                  </a:moveTo>
                  <a:lnTo>
                    <a:pt x="141173" y="149961"/>
                  </a:lnTo>
                  <a:lnTo>
                    <a:pt x="138899" y="149847"/>
                  </a:lnTo>
                  <a:lnTo>
                    <a:pt x="135242" y="149682"/>
                  </a:lnTo>
                  <a:lnTo>
                    <a:pt x="134480" y="152781"/>
                  </a:lnTo>
                  <a:lnTo>
                    <a:pt x="138112" y="157175"/>
                  </a:lnTo>
                  <a:lnTo>
                    <a:pt x="141046" y="156248"/>
                  </a:lnTo>
                  <a:lnTo>
                    <a:pt x="142760" y="152158"/>
                  </a:lnTo>
                  <a:close/>
                </a:path>
                <a:path w="271145" h="363220">
                  <a:moveTo>
                    <a:pt x="147891" y="188061"/>
                  </a:moveTo>
                  <a:lnTo>
                    <a:pt x="146659" y="186410"/>
                  </a:lnTo>
                  <a:lnTo>
                    <a:pt x="145148" y="184353"/>
                  </a:lnTo>
                  <a:lnTo>
                    <a:pt x="143192" y="184924"/>
                  </a:lnTo>
                  <a:lnTo>
                    <a:pt x="143852" y="187159"/>
                  </a:lnTo>
                  <a:lnTo>
                    <a:pt x="143967" y="187540"/>
                  </a:lnTo>
                  <a:lnTo>
                    <a:pt x="144614" y="189712"/>
                  </a:lnTo>
                  <a:lnTo>
                    <a:pt x="147891" y="188061"/>
                  </a:lnTo>
                  <a:close/>
                </a:path>
                <a:path w="271145" h="363220">
                  <a:moveTo>
                    <a:pt x="154559" y="167068"/>
                  </a:moveTo>
                  <a:lnTo>
                    <a:pt x="149479" y="166179"/>
                  </a:lnTo>
                  <a:lnTo>
                    <a:pt x="147955" y="165912"/>
                  </a:lnTo>
                  <a:lnTo>
                    <a:pt x="146151" y="165963"/>
                  </a:lnTo>
                  <a:lnTo>
                    <a:pt x="144449" y="168973"/>
                  </a:lnTo>
                  <a:lnTo>
                    <a:pt x="145161" y="170624"/>
                  </a:lnTo>
                  <a:lnTo>
                    <a:pt x="150482" y="175793"/>
                  </a:lnTo>
                  <a:lnTo>
                    <a:pt x="154559" y="167068"/>
                  </a:lnTo>
                  <a:close/>
                </a:path>
                <a:path w="271145" h="363220">
                  <a:moveTo>
                    <a:pt x="228333" y="127660"/>
                  </a:moveTo>
                  <a:lnTo>
                    <a:pt x="227114" y="126784"/>
                  </a:lnTo>
                  <a:lnTo>
                    <a:pt x="224167" y="124701"/>
                  </a:lnTo>
                  <a:lnTo>
                    <a:pt x="222135" y="126263"/>
                  </a:lnTo>
                  <a:lnTo>
                    <a:pt x="222542" y="127381"/>
                  </a:lnTo>
                  <a:lnTo>
                    <a:pt x="222440" y="127508"/>
                  </a:lnTo>
                  <a:lnTo>
                    <a:pt x="220611" y="128422"/>
                  </a:lnTo>
                  <a:lnTo>
                    <a:pt x="221361" y="130873"/>
                  </a:lnTo>
                  <a:lnTo>
                    <a:pt x="226771" y="132943"/>
                  </a:lnTo>
                  <a:lnTo>
                    <a:pt x="228295" y="127787"/>
                  </a:lnTo>
                  <a:lnTo>
                    <a:pt x="228333" y="127660"/>
                  </a:lnTo>
                  <a:close/>
                </a:path>
                <a:path w="271145" h="363220">
                  <a:moveTo>
                    <a:pt x="230060" y="259791"/>
                  </a:moveTo>
                  <a:lnTo>
                    <a:pt x="223545" y="259791"/>
                  </a:lnTo>
                  <a:lnTo>
                    <a:pt x="223545" y="264845"/>
                  </a:lnTo>
                  <a:lnTo>
                    <a:pt x="226809" y="264845"/>
                  </a:lnTo>
                  <a:lnTo>
                    <a:pt x="230060" y="264845"/>
                  </a:lnTo>
                  <a:lnTo>
                    <a:pt x="230060" y="259791"/>
                  </a:lnTo>
                  <a:close/>
                </a:path>
                <a:path w="271145" h="363220">
                  <a:moveTo>
                    <a:pt x="230339" y="223151"/>
                  </a:moveTo>
                  <a:lnTo>
                    <a:pt x="229755" y="223151"/>
                  </a:lnTo>
                  <a:lnTo>
                    <a:pt x="229755" y="223608"/>
                  </a:lnTo>
                  <a:lnTo>
                    <a:pt x="230047" y="223608"/>
                  </a:lnTo>
                  <a:lnTo>
                    <a:pt x="230339" y="223608"/>
                  </a:lnTo>
                  <a:lnTo>
                    <a:pt x="230339" y="223151"/>
                  </a:lnTo>
                  <a:close/>
                </a:path>
                <a:path w="271145" h="363220">
                  <a:moveTo>
                    <a:pt x="234391" y="332308"/>
                  </a:moveTo>
                  <a:lnTo>
                    <a:pt x="232206" y="332308"/>
                  </a:lnTo>
                  <a:lnTo>
                    <a:pt x="232206" y="333997"/>
                  </a:lnTo>
                  <a:lnTo>
                    <a:pt x="233299" y="333997"/>
                  </a:lnTo>
                  <a:lnTo>
                    <a:pt x="234391" y="333997"/>
                  </a:lnTo>
                  <a:lnTo>
                    <a:pt x="234391" y="332308"/>
                  </a:lnTo>
                  <a:close/>
                </a:path>
                <a:path w="271145" h="363220">
                  <a:moveTo>
                    <a:pt x="234823" y="136474"/>
                  </a:moveTo>
                  <a:lnTo>
                    <a:pt x="234378" y="136512"/>
                  </a:lnTo>
                  <a:lnTo>
                    <a:pt x="233654" y="136550"/>
                  </a:lnTo>
                  <a:lnTo>
                    <a:pt x="233299" y="136588"/>
                  </a:lnTo>
                  <a:lnTo>
                    <a:pt x="232930" y="136601"/>
                  </a:lnTo>
                  <a:lnTo>
                    <a:pt x="232930" y="137121"/>
                  </a:lnTo>
                  <a:lnTo>
                    <a:pt x="233299" y="137134"/>
                  </a:lnTo>
                  <a:lnTo>
                    <a:pt x="233654" y="137172"/>
                  </a:lnTo>
                  <a:lnTo>
                    <a:pt x="234378" y="137210"/>
                  </a:lnTo>
                  <a:lnTo>
                    <a:pt x="234823" y="137248"/>
                  </a:lnTo>
                  <a:lnTo>
                    <a:pt x="234823" y="136474"/>
                  </a:lnTo>
                  <a:close/>
                </a:path>
                <a:path w="271145" h="363220">
                  <a:moveTo>
                    <a:pt x="235496" y="71094"/>
                  </a:moveTo>
                  <a:lnTo>
                    <a:pt x="235305" y="70078"/>
                  </a:lnTo>
                  <a:lnTo>
                    <a:pt x="234416" y="69519"/>
                  </a:lnTo>
                  <a:lnTo>
                    <a:pt x="234238" y="69418"/>
                  </a:lnTo>
                  <a:lnTo>
                    <a:pt x="232244" y="68148"/>
                  </a:lnTo>
                  <a:lnTo>
                    <a:pt x="230403" y="71310"/>
                  </a:lnTo>
                  <a:lnTo>
                    <a:pt x="232003" y="72339"/>
                  </a:lnTo>
                  <a:lnTo>
                    <a:pt x="232283" y="73037"/>
                  </a:lnTo>
                  <a:lnTo>
                    <a:pt x="234264" y="73698"/>
                  </a:lnTo>
                  <a:lnTo>
                    <a:pt x="235496" y="71094"/>
                  </a:lnTo>
                  <a:close/>
                </a:path>
                <a:path w="271145" h="363220">
                  <a:moveTo>
                    <a:pt x="236829" y="325894"/>
                  </a:moveTo>
                  <a:lnTo>
                    <a:pt x="236245" y="325894"/>
                  </a:lnTo>
                  <a:lnTo>
                    <a:pt x="236245" y="326351"/>
                  </a:lnTo>
                  <a:lnTo>
                    <a:pt x="236537" y="326351"/>
                  </a:lnTo>
                  <a:lnTo>
                    <a:pt x="236829" y="326351"/>
                  </a:lnTo>
                  <a:lnTo>
                    <a:pt x="236829" y="325894"/>
                  </a:lnTo>
                  <a:close/>
                </a:path>
                <a:path w="271145" h="363220">
                  <a:moveTo>
                    <a:pt x="237655" y="37553"/>
                  </a:moveTo>
                  <a:lnTo>
                    <a:pt x="237591" y="36499"/>
                  </a:lnTo>
                  <a:lnTo>
                    <a:pt x="237388" y="36372"/>
                  </a:lnTo>
                  <a:lnTo>
                    <a:pt x="237337" y="35890"/>
                  </a:lnTo>
                  <a:lnTo>
                    <a:pt x="237159" y="34328"/>
                  </a:lnTo>
                  <a:lnTo>
                    <a:pt x="233019" y="37134"/>
                  </a:lnTo>
                  <a:lnTo>
                    <a:pt x="236435" y="39243"/>
                  </a:lnTo>
                  <a:lnTo>
                    <a:pt x="237540" y="38595"/>
                  </a:lnTo>
                  <a:lnTo>
                    <a:pt x="237655" y="37553"/>
                  </a:lnTo>
                  <a:close/>
                </a:path>
                <a:path w="271145" h="363220">
                  <a:moveTo>
                    <a:pt x="238340" y="175831"/>
                  </a:moveTo>
                  <a:lnTo>
                    <a:pt x="238036" y="174294"/>
                  </a:lnTo>
                  <a:lnTo>
                    <a:pt x="237350" y="170954"/>
                  </a:lnTo>
                  <a:lnTo>
                    <a:pt x="232791" y="175526"/>
                  </a:lnTo>
                  <a:lnTo>
                    <a:pt x="236131" y="176199"/>
                  </a:lnTo>
                  <a:lnTo>
                    <a:pt x="237642" y="176517"/>
                  </a:lnTo>
                  <a:lnTo>
                    <a:pt x="238340" y="175831"/>
                  </a:lnTo>
                  <a:close/>
                </a:path>
                <a:path w="271145" h="363220">
                  <a:moveTo>
                    <a:pt x="238925" y="94653"/>
                  </a:moveTo>
                  <a:lnTo>
                    <a:pt x="238734" y="94462"/>
                  </a:lnTo>
                  <a:lnTo>
                    <a:pt x="238607" y="94589"/>
                  </a:lnTo>
                  <a:lnTo>
                    <a:pt x="237934" y="95250"/>
                  </a:lnTo>
                  <a:lnTo>
                    <a:pt x="238137" y="95453"/>
                  </a:lnTo>
                  <a:lnTo>
                    <a:pt x="238925" y="94653"/>
                  </a:lnTo>
                  <a:close/>
                </a:path>
                <a:path w="271145" h="363220">
                  <a:moveTo>
                    <a:pt x="239141" y="80378"/>
                  </a:moveTo>
                  <a:lnTo>
                    <a:pt x="238417" y="77228"/>
                  </a:lnTo>
                  <a:lnTo>
                    <a:pt x="237744" y="74320"/>
                  </a:lnTo>
                  <a:lnTo>
                    <a:pt x="235331" y="74320"/>
                  </a:lnTo>
                  <a:lnTo>
                    <a:pt x="233946" y="80352"/>
                  </a:lnTo>
                  <a:lnTo>
                    <a:pt x="239141" y="80378"/>
                  </a:lnTo>
                  <a:close/>
                </a:path>
                <a:path w="271145" h="363220">
                  <a:moveTo>
                    <a:pt x="239331" y="294690"/>
                  </a:moveTo>
                  <a:lnTo>
                    <a:pt x="239077" y="293700"/>
                  </a:lnTo>
                  <a:lnTo>
                    <a:pt x="238620" y="291795"/>
                  </a:lnTo>
                  <a:lnTo>
                    <a:pt x="235775" y="291846"/>
                  </a:lnTo>
                  <a:lnTo>
                    <a:pt x="235280" y="293700"/>
                  </a:lnTo>
                  <a:lnTo>
                    <a:pt x="235026" y="294703"/>
                  </a:lnTo>
                  <a:lnTo>
                    <a:pt x="235089" y="295338"/>
                  </a:lnTo>
                  <a:lnTo>
                    <a:pt x="236296" y="297421"/>
                  </a:lnTo>
                  <a:lnTo>
                    <a:pt x="238048" y="297395"/>
                  </a:lnTo>
                  <a:lnTo>
                    <a:pt x="239280" y="295325"/>
                  </a:lnTo>
                  <a:lnTo>
                    <a:pt x="239331" y="294690"/>
                  </a:lnTo>
                  <a:close/>
                </a:path>
                <a:path w="271145" h="363220">
                  <a:moveTo>
                    <a:pt x="239763" y="268465"/>
                  </a:moveTo>
                  <a:lnTo>
                    <a:pt x="237845" y="269278"/>
                  </a:lnTo>
                  <a:lnTo>
                    <a:pt x="237363" y="269468"/>
                  </a:lnTo>
                  <a:lnTo>
                    <a:pt x="236435" y="269875"/>
                  </a:lnTo>
                  <a:lnTo>
                    <a:pt x="236435" y="270979"/>
                  </a:lnTo>
                  <a:lnTo>
                    <a:pt x="239750" y="272376"/>
                  </a:lnTo>
                  <a:lnTo>
                    <a:pt x="239763" y="268465"/>
                  </a:lnTo>
                  <a:close/>
                </a:path>
                <a:path w="271145" h="363220">
                  <a:moveTo>
                    <a:pt x="240068" y="235305"/>
                  </a:moveTo>
                  <a:lnTo>
                    <a:pt x="237337" y="235305"/>
                  </a:lnTo>
                  <a:lnTo>
                    <a:pt x="237337" y="237413"/>
                  </a:lnTo>
                  <a:lnTo>
                    <a:pt x="238709" y="237413"/>
                  </a:lnTo>
                  <a:lnTo>
                    <a:pt x="240068" y="237413"/>
                  </a:lnTo>
                  <a:lnTo>
                    <a:pt x="240068" y="235305"/>
                  </a:lnTo>
                  <a:close/>
                </a:path>
                <a:path w="271145" h="363220">
                  <a:moveTo>
                    <a:pt x="240233" y="145707"/>
                  </a:moveTo>
                  <a:lnTo>
                    <a:pt x="239331" y="145707"/>
                  </a:lnTo>
                  <a:lnTo>
                    <a:pt x="239331" y="146405"/>
                  </a:lnTo>
                  <a:lnTo>
                    <a:pt x="239788" y="146405"/>
                  </a:lnTo>
                  <a:lnTo>
                    <a:pt x="240233" y="146405"/>
                  </a:lnTo>
                  <a:lnTo>
                    <a:pt x="240233" y="145707"/>
                  </a:lnTo>
                  <a:close/>
                </a:path>
                <a:path w="271145" h="363220">
                  <a:moveTo>
                    <a:pt x="241922" y="165252"/>
                  </a:moveTo>
                  <a:lnTo>
                    <a:pt x="241566" y="163156"/>
                  </a:lnTo>
                  <a:lnTo>
                    <a:pt x="241465" y="162902"/>
                  </a:lnTo>
                  <a:lnTo>
                    <a:pt x="241122" y="161823"/>
                  </a:lnTo>
                  <a:lnTo>
                    <a:pt x="240995" y="161417"/>
                  </a:lnTo>
                  <a:lnTo>
                    <a:pt x="238925" y="161074"/>
                  </a:lnTo>
                  <a:lnTo>
                    <a:pt x="238379" y="162013"/>
                  </a:lnTo>
                  <a:lnTo>
                    <a:pt x="235204" y="163398"/>
                  </a:lnTo>
                  <a:lnTo>
                    <a:pt x="236512" y="166839"/>
                  </a:lnTo>
                  <a:lnTo>
                    <a:pt x="241007" y="166890"/>
                  </a:lnTo>
                  <a:lnTo>
                    <a:pt x="241922" y="165252"/>
                  </a:lnTo>
                  <a:close/>
                </a:path>
                <a:path w="271145" h="363220">
                  <a:moveTo>
                    <a:pt x="243611" y="202361"/>
                  </a:moveTo>
                  <a:lnTo>
                    <a:pt x="241350" y="200075"/>
                  </a:lnTo>
                  <a:lnTo>
                    <a:pt x="240436" y="201726"/>
                  </a:lnTo>
                  <a:lnTo>
                    <a:pt x="240322" y="201942"/>
                  </a:lnTo>
                  <a:lnTo>
                    <a:pt x="240195" y="202158"/>
                  </a:lnTo>
                  <a:lnTo>
                    <a:pt x="240080" y="202374"/>
                  </a:lnTo>
                  <a:lnTo>
                    <a:pt x="239623" y="203174"/>
                  </a:lnTo>
                  <a:lnTo>
                    <a:pt x="240525" y="204063"/>
                  </a:lnTo>
                  <a:lnTo>
                    <a:pt x="241325" y="203619"/>
                  </a:lnTo>
                  <a:lnTo>
                    <a:pt x="241541" y="203504"/>
                  </a:lnTo>
                  <a:lnTo>
                    <a:pt x="241757" y="203377"/>
                  </a:lnTo>
                  <a:lnTo>
                    <a:pt x="241973" y="203263"/>
                  </a:lnTo>
                  <a:lnTo>
                    <a:pt x="243611" y="202361"/>
                  </a:lnTo>
                  <a:close/>
                </a:path>
                <a:path w="271145" h="363220">
                  <a:moveTo>
                    <a:pt x="248462" y="242887"/>
                  </a:moveTo>
                  <a:lnTo>
                    <a:pt x="247853" y="242277"/>
                  </a:lnTo>
                  <a:lnTo>
                    <a:pt x="246875" y="242481"/>
                  </a:lnTo>
                  <a:lnTo>
                    <a:pt x="246659" y="242531"/>
                  </a:lnTo>
                  <a:lnTo>
                    <a:pt x="243408" y="243192"/>
                  </a:lnTo>
                  <a:lnTo>
                    <a:pt x="247548" y="247332"/>
                  </a:lnTo>
                  <a:lnTo>
                    <a:pt x="248170" y="244297"/>
                  </a:lnTo>
                  <a:lnTo>
                    <a:pt x="248208" y="244081"/>
                  </a:lnTo>
                  <a:lnTo>
                    <a:pt x="248462" y="242887"/>
                  </a:lnTo>
                  <a:close/>
                </a:path>
                <a:path w="271145" h="363220">
                  <a:moveTo>
                    <a:pt x="250190" y="309778"/>
                  </a:moveTo>
                  <a:lnTo>
                    <a:pt x="243446" y="309778"/>
                  </a:lnTo>
                  <a:lnTo>
                    <a:pt x="245364" y="312915"/>
                  </a:lnTo>
                  <a:lnTo>
                    <a:pt x="246151" y="314223"/>
                  </a:lnTo>
                  <a:lnTo>
                    <a:pt x="247472" y="314223"/>
                  </a:lnTo>
                  <a:lnTo>
                    <a:pt x="250190" y="309778"/>
                  </a:lnTo>
                  <a:close/>
                </a:path>
                <a:path w="271145" h="363220">
                  <a:moveTo>
                    <a:pt x="250990" y="179463"/>
                  </a:moveTo>
                  <a:lnTo>
                    <a:pt x="250659" y="178485"/>
                  </a:lnTo>
                  <a:lnTo>
                    <a:pt x="250507" y="178435"/>
                  </a:lnTo>
                  <a:lnTo>
                    <a:pt x="250850" y="179412"/>
                  </a:lnTo>
                  <a:lnTo>
                    <a:pt x="250825" y="180289"/>
                  </a:lnTo>
                  <a:lnTo>
                    <a:pt x="250456" y="181165"/>
                  </a:lnTo>
                  <a:lnTo>
                    <a:pt x="250405" y="181330"/>
                  </a:lnTo>
                  <a:lnTo>
                    <a:pt x="250685" y="181419"/>
                  </a:lnTo>
                  <a:lnTo>
                    <a:pt x="250736" y="181241"/>
                  </a:lnTo>
                  <a:lnTo>
                    <a:pt x="250990" y="180251"/>
                  </a:lnTo>
                  <a:lnTo>
                    <a:pt x="250990" y="179463"/>
                  </a:lnTo>
                  <a:close/>
                </a:path>
                <a:path w="271145" h="363220">
                  <a:moveTo>
                    <a:pt x="251853" y="83972"/>
                  </a:moveTo>
                  <a:lnTo>
                    <a:pt x="251117" y="82130"/>
                  </a:lnTo>
                  <a:lnTo>
                    <a:pt x="250850" y="81661"/>
                  </a:lnTo>
                  <a:lnTo>
                    <a:pt x="248653" y="79222"/>
                  </a:lnTo>
                  <a:lnTo>
                    <a:pt x="245897" y="82003"/>
                  </a:lnTo>
                  <a:lnTo>
                    <a:pt x="250634" y="85178"/>
                  </a:lnTo>
                  <a:lnTo>
                    <a:pt x="251853" y="83972"/>
                  </a:lnTo>
                  <a:close/>
                </a:path>
                <a:path w="271145" h="363220">
                  <a:moveTo>
                    <a:pt x="252145" y="359651"/>
                  </a:moveTo>
                  <a:lnTo>
                    <a:pt x="247980" y="359651"/>
                  </a:lnTo>
                  <a:lnTo>
                    <a:pt x="247980" y="362889"/>
                  </a:lnTo>
                  <a:lnTo>
                    <a:pt x="250063" y="362889"/>
                  </a:lnTo>
                  <a:lnTo>
                    <a:pt x="252145" y="362889"/>
                  </a:lnTo>
                  <a:lnTo>
                    <a:pt x="252145" y="359651"/>
                  </a:lnTo>
                  <a:close/>
                </a:path>
                <a:path w="271145" h="363220">
                  <a:moveTo>
                    <a:pt x="252666" y="101879"/>
                  </a:moveTo>
                  <a:lnTo>
                    <a:pt x="251587" y="97828"/>
                  </a:lnTo>
                  <a:lnTo>
                    <a:pt x="247929" y="99174"/>
                  </a:lnTo>
                  <a:lnTo>
                    <a:pt x="248920" y="101384"/>
                  </a:lnTo>
                  <a:lnTo>
                    <a:pt x="248894" y="101561"/>
                  </a:lnTo>
                  <a:lnTo>
                    <a:pt x="248678" y="103047"/>
                  </a:lnTo>
                  <a:lnTo>
                    <a:pt x="249453" y="103708"/>
                  </a:lnTo>
                  <a:lnTo>
                    <a:pt x="251993" y="103593"/>
                  </a:lnTo>
                  <a:lnTo>
                    <a:pt x="252666" y="101879"/>
                  </a:lnTo>
                  <a:close/>
                </a:path>
                <a:path w="271145" h="363220">
                  <a:moveTo>
                    <a:pt x="254215" y="214566"/>
                  </a:moveTo>
                  <a:lnTo>
                    <a:pt x="252399" y="214566"/>
                  </a:lnTo>
                  <a:lnTo>
                    <a:pt x="252387" y="215976"/>
                  </a:lnTo>
                  <a:lnTo>
                    <a:pt x="253301" y="215976"/>
                  </a:lnTo>
                  <a:lnTo>
                    <a:pt x="254203" y="215976"/>
                  </a:lnTo>
                  <a:lnTo>
                    <a:pt x="254215" y="214566"/>
                  </a:lnTo>
                  <a:close/>
                </a:path>
                <a:path w="271145" h="363220">
                  <a:moveTo>
                    <a:pt x="255384" y="334124"/>
                  </a:moveTo>
                  <a:lnTo>
                    <a:pt x="252310" y="334124"/>
                  </a:lnTo>
                  <a:lnTo>
                    <a:pt x="252310" y="336511"/>
                  </a:lnTo>
                  <a:lnTo>
                    <a:pt x="253847" y="336511"/>
                  </a:lnTo>
                  <a:lnTo>
                    <a:pt x="255384" y="336511"/>
                  </a:lnTo>
                  <a:lnTo>
                    <a:pt x="255384" y="334124"/>
                  </a:lnTo>
                  <a:close/>
                </a:path>
                <a:path w="271145" h="363220">
                  <a:moveTo>
                    <a:pt x="256743" y="128117"/>
                  </a:moveTo>
                  <a:lnTo>
                    <a:pt x="250952" y="128117"/>
                  </a:lnTo>
                  <a:lnTo>
                    <a:pt x="250939" y="132626"/>
                  </a:lnTo>
                  <a:lnTo>
                    <a:pt x="253847" y="132626"/>
                  </a:lnTo>
                  <a:lnTo>
                    <a:pt x="256730" y="132626"/>
                  </a:lnTo>
                  <a:lnTo>
                    <a:pt x="256743" y="128117"/>
                  </a:lnTo>
                  <a:close/>
                </a:path>
                <a:path w="271145" h="363220">
                  <a:moveTo>
                    <a:pt x="257543" y="160096"/>
                  </a:moveTo>
                  <a:lnTo>
                    <a:pt x="257048" y="159448"/>
                  </a:lnTo>
                  <a:lnTo>
                    <a:pt x="257035" y="160096"/>
                  </a:lnTo>
                  <a:lnTo>
                    <a:pt x="257022" y="159423"/>
                  </a:lnTo>
                  <a:lnTo>
                    <a:pt x="257086" y="158330"/>
                  </a:lnTo>
                  <a:lnTo>
                    <a:pt x="257098" y="158102"/>
                  </a:lnTo>
                  <a:lnTo>
                    <a:pt x="256489" y="157975"/>
                  </a:lnTo>
                  <a:lnTo>
                    <a:pt x="256489" y="158699"/>
                  </a:lnTo>
                  <a:lnTo>
                    <a:pt x="256362" y="158610"/>
                  </a:lnTo>
                  <a:lnTo>
                    <a:pt x="256489" y="158699"/>
                  </a:lnTo>
                  <a:lnTo>
                    <a:pt x="256489" y="157975"/>
                  </a:lnTo>
                  <a:lnTo>
                    <a:pt x="253466" y="157340"/>
                  </a:lnTo>
                  <a:lnTo>
                    <a:pt x="251650" y="160096"/>
                  </a:lnTo>
                  <a:lnTo>
                    <a:pt x="254355" y="162306"/>
                  </a:lnTo>
                  <a:lnTo>
                    <a:pt x="255168" y="162521"/>
                  </a:lnTo>
                  <a:lnTo>
                    <a:pt x="257048" y="161429"/>
                  </a:lnTo>
                  <a:lnTo>
                    <a:pt x="257517" y="160401"/>
                  </a:lnTo>
                  <a:lnTo>
                    <a:pt x="257543" y="160096"/>
                  </a:lnTo>
                  <a:close/>
                </a:path>
                <a:path w="271145" h="363220">
                  <a:moveTo>
                    <a:pt x="258457" y="150152"/>
                  </a:moveTo>
                  <a:lnTo>
                    <a:pt x="257873" y="150152"/>
                  </a:lnTo>
                  <a:lnTo>
                    <a:pt x="257873" y="150609"/>
                  </a:lnTo>
                  <a:lnTo>
                    <a:pt x="258165" y="150609"/>
                  </a:lnTo>
                  <a:lnTo>
                    <a:pt x="258457" y="150609"/>
                  </a:lnTo>
                  <a:lnTo>
                    <a:pt x="258457" y="150152"/>
                  </a:lnTo>
                  <a:close/>
                </a:path>
                <a:path w="271145" h="363220">
                  <a:moveTo>
                    <a:pt x="258470" y="275971"/>
                  </a:moveTo>
                  <a:lnTo>
                    <a:pt x="258343" y="273608"/>
                  </a:lnTo>
                  <a:lnTo>
                    <a:pt x="258216" y="271640"/>
                  </a:lnTo>
                  <a:lnTo>
                    <a:pt x="254749" y="271411"/>
                  </a:lnTo>
                  <a:lnTo>
                    <a:pt x="254749" y="275831"/>
                  </a:lnTo>
                  <a:lnTo>
                    <a:pt x="254723" y="275628"/>
                  </a:lnTo>
                  <a:lnTo>
                    <a:pt x="254749" y="275831"/>
                  </a:lnTo>
                  <a:lnTo>
                    <a:pt x="254749" y="271411"/>
                  </a:lnTo>
                  <a:lnTo>
                    <a:pt x="252018" y="271221"/>
                  </a:lnTo>
                  <a:lnTo>
                    <a:pt x="251244" y="275945"/>
                  </a:lnTo>
                  <a:lnTo>
                    <a:pt x="253771" y="275971"/>
                  </a:lnTo>
                  <a:lnTo>
                    <a:pt x="254342" y="277685"/>
                  </a:lnTo>
                  <a:lnTo>
                    <a:pt x="258457" y="275983"/>
                  </a:lnTo>
                  <a:close/>
                </a:path>
                <a:path w="271145" h="363220">
                  <a:moveTo>
                    <a:pt x="259003" y="190169"/>
                  </a:moveTo>
                  <a:lnTo>
                    <a:pt x="258419" y="190169"/>
                  </a:lnTo>
                  <a:lnTo>
                    <a:pt x="258419" y="190614"/>
                  </a:lnTo>
                  <a:lnTo>
                    <a:pt x="258711" y="190614"/>
                  </a:lnTo>
                  <a:lnTo>
                    <a:pt x="259003" y="190614"/>
                  </a:lnTo>
                  <a:lnTo>
                    <a:pt x="259003" y="190169"/>
                  </a:lnTo>
                  <a:close/>
                </a:path>
                <a:path w="271145" h="363220">
                  <a:moveTo>
                    <a:pt x="261594" y="192900"/>
                  </a:moveTo>
                  <a:lnTo>
                    <a:pt x="259816" y="192125"/>
                  </a:lnTo>
                  <a:lnTo>
                    <a:pt x="259588" y="192036"/>
                  </a:lnTo>
                  <a:lnTo>
                    <a:pt x="259372" y="191935"/>
                  </a:lnTo>
                  <a:lnTo>
                    <a:pt x="259143" y="191833"/>
                  </a:lnTo>
                  <a:lnTo>
                    <a:pt x="258343" y="191477"/>
                  </a:lnTo>
                  <a:lnTo>
                    <a:pt x="257632" y="192176"/>
                  </a:lnTo>
                  <a:lnTo>
                    <a:pt x="258191" y="193433"/>
                  </a:lnTo>
                  <a:lnTo>
                    <a:pt x="258279" y="193662"/>
                  </a:lnTo>
                  <a:lnTo>
                    <a:pt x="259041" y="195414"/>
                  </a:lnTo>
                  <a:lnTo>
                    <a:pt x="261594" y="192900"/>
                  </a:lnTo>
                  <a:close/>
                </a:path>
                <a:path w="271145" h="363220">
                  <a:moveTo>
                    <a:pt x="262686" y="206527"/>
                  </a:moveTo>
                  <a:lnTo>
                    <a:pt x="256908" y="206527"/>
                  </a:lnTo>
                  <a:lnTo>
                    <a:pt x="256895" y="211035"/>
                  </a:lnTo>
                  <a:lnTo>
                    <a:pt x="259791" y="211035"/>
                  </a:lnTo>
                  <a:lnTo>
                    <a:pt x="262686" y="211035"/>
                  </a:lnTo>
                  <a:lnTo>
                    <a:pt x="262686" y="206527"/>
                  </a:lnTo>
                  <a:close/>
                </a:path>
                <a:path w="271145" h="363220">
                  <a:moveTo>
                    <a:pt x="266598" y="90436"/>
                  </a:moveTo>
                  <a:lnTo>
                    <a:pt x="264058" y="87871"/>
                  </a:lnTo>
                  <a:lnTo>
                    <a:pt x="263029" y="89725"/>
                  </a:lnTo>
                  <a:lnTo>
                    <a:pt x="262915" y="89941"/>
                  </a:lnTo>
                  <a:lnTo>
                    <a:pt x="262788" y="90144"/>
                  </a:lnTo>
                  <a:lnTo>
                    <a:pt x="262674" y="90373"/>
                  </a:lnTo>
                  <a:lnTo>
                    <a:pt x="262153" y="91287"/>
                  </a:lnTo>
                  <a:lnTo>
                    <a:pt x="263182" y="92329"/>
                  </a:lnTo>
                  <a:lnTo>
                    <a:pt x="264109" y="91808"/>
                  </a:lnTo>
                  <a:lnTo>
                    <a:pt x="264325" y="91694"/>
                  </a:lnTo>
                  <a:lnTo>
                    <a:pt x="264541" y="91567"/>
                  </a:lnTo>
                  <a:lnTo>
                    <a:pt x="264756" y="91452"/>
                  </a:lnTo>
                  <a:lnTo>
                    <a:pt x="266598" y="90436"/>
                  </a:lnTo>
                  <a:close/>
                </a:path>
                <a:path w="271145" h="363220">
                  <a:moveTo>
                    <a:pt x="266750" y="125768"/>
                  </a:moveTo>
                  <a:lnTo>
                    <a:pt x="262877" y="130009"/>
                  </a:lnTo>
                  <a:lnTo>
                    <a:pt x="264528" y="130263"/>
                  </a:lnTo>
                  <a:lnTo>
                    <a:pt x="265645" y="128638"/>
                  </a:lnTo>
                  <a:lnTo>
                    <a:pt x="265772" y="128333"/>
                  </a:lnTo>
                  <a:lnTo>
                    <a:pt x="266750" y="125768"/>
                  </a:lnTo>
                  <a:close/>
                </a:path>
                <a:path w="271145" h="363220">
                  <a:moveTo>
                    <a:pt x="270992" y="71780"/>
                  </a:moveTo>
                  <a:lnTo>
                    <a:pt x="270941" y="71145"/>
                  </a:lnTo>
                  <a:lnTo>
                    <a:pt x="268947" y="67221"/>
                  </a:lnTo>
                  <a:lnTo>
                    <a:pt x="264172" y="70637"/>
                  </a:lnTo>
                  <a:lnTo>
                    <a:pt x="265938" y="72377"/>
                  </a:lnTo>
                  <a:lnTo>
                    <a:pt x="266941" y="73647"/>
                  </a:lnTo>
                  <a:lnTo>
                    <a:pt x="267246" y="74002"/>
                  </a:lnTo>
                  <a:lnTo>
                    <a:pt x="267589" y="74231"/>
                  </a:lnTo>
                  <a:lnTo>
                    <a:pt x="269138" y="74650"/>
                  </a:lnTo>
                  <a:lnTo>
                    <a:pt x="270637" y="73990"/>
                  </a:lnTo>
                  <a:lnTo>
                    <a:pt x="270992" y="71780"/>
                  </a:lnTo>
                  <a:close/>
                </a:path>
                <a:path w="271145" h="363220">
                  <a:moveTo>
                    <a:pt x="271056" y="106019"/>
                  </a:moveTo>
                  <a:lnTo>
                    <a:pt x="265506" y="107149"/>
                  </a:lnTo>
                  <a:lnTo>
                    <a:pt x="266801" y="109804"/>
                  </a:lnTo>
                  <a:lnTo>
                    <a:pt x="266636" y="111379"/>
                  </a:lnTo>
                  <a:lnTo>
                    <a:pt x="268579" y="112280"/>
                  </a:lnTo>
                  <a:lnTo>
                    <a:pt x="270624" y="111036"/>
                  </a:lnTo>
                  <a:lnTo>
                    <a:pt x="271043" y="110388"/>
                  </a:lnTo>
                  <a:lnTo>
                    <a:pt x="271056" y="10601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3075584" y="7777346"/>
              <a:ext cx="240029" cy="330835"/>
            </a:xfrm>
            <a:custGeom>
              <a:avLst/>
              <a:gdLst/>
              <a:ahLst/>
              <a:cxnLst/>
              <a:rect l="l" t="t" r="r" b="b"/>
              <a:pathLst>
                <a:path w="240029" h="330834">
                  <a:moveTo>
                    <a:pt x="4025" y="197548"/>
                  </a:moveTo>
                  <a:lnTo>
                    <a:pt x="3035" y="196786"/>
                  </a:lnTo>
                  <a:lnTo>
                    <a:pt x="2362" y="197497"/>
                  </a:lnTo>
                  <a:lnTo>
                    <a:pt x="2082" y="197764"/>
                  </a:lnTo>
                  <a:lnTo>
                    <a:pt x="0" y="199961"/>
                  </a:lnTo>
                  <a:lnTo>
                    <a:pt x="3340" y="201485"/>
                  </a:lnTo>
                  <a:lnTo>
                    <a:pt x="3670" y="199555"/>
                  </a:lnTo>
                  <a:lnTo>
                    <a:pt x="3746" y="199174"/>
                  </a:lnTo>
                  <a:lnTo>
                    <a:pt x="3873" y="198386"/>
                  </a:lnTo>
                  <a:lnTo>
                    <a:pt x="4025" y="197548"/>
                  </a:lnTo>
                  <a:close/>
                </a:path>
                <a:path w="240029" h="330834">
                  <a:moveTo>
                    <a:pt x="9829" y="269582"/>
                  </a:moveTo>
                  <a:lnTo>
                    <a:pt x="7620" y="266979"/>
                  </a:lnTo>
                  <a:lnTo>
                    <a:pt x="7073" y="266319"/>
                  </a:lnTo>
                  <a:lnTo>
                    <a:pt x="6388" y="266319"/>
                  </a:lnTo>
                  <a:lnTo>
                    <a:pt x="3619" y="269570"/>
                  </a:lnTo>
                  <a:lnTo>
                    <a:pt x="9829" y="269582"/>
                  </a:lnTo>
                  <a:close/>
                </a:path>
                <a:path w="240029" h="330834">
                  <a:moveTo>
                    <a:pt x="9867" y="227063"/>
                  </a:moveTo>
                  <a:lnTo>
                    <a:pt x="8115" y="226631"/>
                  </a:lnTo>
                  <a:lnTo>
                    <a:pt x="4191" y="230238"/>
                  </a:lnTo>
                  <a:lnTo>
                    <a:pt x="9144" y="233146"/>
                  </a:lnTo>
                  <a:lnTo>
                    <a:pt x="9575" y="229450"/>
                  </a:lnTo>
                  <a:lnTo>
                    <a:pt x="9867" y="227063"/>
                  </a:lnTo>
                  <a:close/>
                </a:path>
                <a:path w="240029" h="330834">
                  <a:moveTo>
                    <a:pt x="10668" y="245808"/>
                  </a:moveTo>
                  <a:lnTo>
                    <a:pt x="9385" y="244843"/>
                  </a:lnTo>
                  <a:lnTo>
                    <a:pt x="8991" y="244538"/>
                  </a:lnTo>
                  <a:lnTo>
                    <a:pt x="8597" y="244246"/>
                  </a:lnTo>
                  <a:lnTo>
                    <a:pt x="8204" y="243941"/>
                  </a:lnTo>
                  <a:lnTo>
                    <a:pt x="7594" y="243484"/>
                  </a:lnTo>
                  <a:lnTo>
                    <a:pt x="6692" y="244398"/>
                  </a:lnTo>
                  <a:lnTo>
                    <a:pt x="7137" y="245008"/>
                  </a:lnTo>
                  <a:lnTo>
                    <a:pt x="7747" y="245795"/>
                  </a:lnTo>
                  <a:lnTo>
                    <a:pt x="8039" y="246202"/>
                  </a:lnTo>
                  <a:lnTo>
                    <a:pt x="9004" y="247459"/>
                  </a:lnTo>
                  <a:lnTo>
                    <a:pt x="10668" y="245808"/>
                  </a:lnTo>
                  <a:close/>
                </a:path>
                <a:path w="240029" h="330834">
                  <a:moveTo>
                    <a:pt x="11353" y="322795"/>
                  </a:moveTo>
                  <a:lnTo>
                    <a:pt x="10756" y="322795"/>
                  </a:lnTo>
                  <a:lnTo>
                    <a:pt x="10756" y="323253"/>
                  </a:lnTo>
                  <a:lnTo>
                    <a:pt x="11061" y="323253"/>
                  </a:lnTo>
                  <a:lnTo>
                    <a:pt x="11353" y="323253"/>
                  </a:lnTo>
                  <a:lnTo>
                    <a:pt x="11353" y="322795"/>
                  </a:lnTo>
                  <a:close/>
                </a:path>
                <a:path w="240029" h="330834">
                  <a:moveTo>
                    <a:pt x="12877" y="306349"/>
                  </a:moveTo>
                  <a:lnTo>
                    <a:pt x="11823" y="300774"/>
                  </a:lnTo>
                  <a:lnTo>
                    <a:pt x="8839" y="301929"/>
                  </a:lnTo>
                  <a:lnTo>
                    <a:pt x="6604" y="302793"/>
                  </a:lnTo>
                  <a:lnTo>
                    <a:pt x="6705" y="306349"/>
                  </a:lnTo>
                  <a:lnTo>
                    <a:pt x="12877" y="306349"/>
                  </a:lnTo>
                  <a:close/>
                </a:path>
                <a:path w="240029" h="330834">
                  <a:moveTo>
                    <a:pt x="28282" y="149212"/>
                  </a:moveTo>
                  <a:lnTo>
                    <a:pt x="26911" y="146646"/>
                  </a:lnTo>
                  <a:lnTo>
                    <a:pt x="23304" y="146646"/>
                  </a:lnTo>
                  <a:lnTo>
                    <a:pt x="21958" y="149212"/>
                  </a:lnTo>
                  <a:lnTo>
                    <a:pt x="23520" y="150495"/>
                  </a:lnTo>
                  <a:lnTo>
                    <a:pt x="23825" y="150736"/>
                  </a:lnTo>
                  <a:lnTo>
                    <a:pt x="24650" y="151409"/>
                  </a:lnTo>
                  <a:lnTo>
                    <a:pt x="25577" y="151422"/>
                  </a:lnTo>
                  <a:lnTo>
                    <a:pt x="28282" y="149212"/>
                  </a:lnTo>
                  <a:close/>
                </a:path>
                <a:path w="240029" h="330834">
                  <a:moveTo>
                    <a:pt x="28460" y="299758"/>
                  </a:moveTo>
                  <a:lnTo>
                    <a:pt x="22847" y="299758"/>
                  </a:lnTo>
                  <a:lnTo>
                    <a:pt x="22847" y="304114"/>
                  </a:lnTo>
                  <a:lnTo>
                    <a:pt x="25654" y="304114"/>
                  </a:lnTo>
                  <a:lnTo>
                    <a:pt x="28460" y="304114"/>
                  </a:lnTo>
                  <a:lnTo>
                    <a:pt x="28460" y="299758"/>
                  </a:lnTo>
                  <a:close/>
                </a:path>
                <a:path w="240029" h="330834">
                  <a:moveTo>
                    <a:pt x="30276" y="123799"/>
                  </a:moveTo>
                  <a:lnTo>
                    <a:pt x="29692" y="123799"/>
                  </a:lnTo>
                  <a:lnTo>
                    <a:pt x="29692" y="124256"/>
                  </a:lnTo>
                  <a:lnTo>
                    <a:pt x="29984" y="124256"/>
                  </a:lnTo>
                  <a:lnTo>
                    <a:pt x="30276" y="124256"/>
                  </a:lnTo>
                  <a:lnTo>
                    <a:pt x="30276" y="123799"/>
                  </a:lnTo>
                  <a:close/>
                </a:path>
                <a:path w="240029" h="330834">
                  <a:moveTo>
                    <a:pt x="30327" y="319239"/>
                  </a:moveTo>
                  <a:lnTo>
                    <a:pt x="28219" y="317563"/>
                  </a:lnTo>
                  <a:lnTo>
                    <a:pt x="24866" y="318490"/>
                  </a:lnTo>
                  <a:lnTo>
                    <a:pt x="24079" y="320878"/>
                  </a:lnTo>
                  <a:lnTo>
                    <a:pt x="24803" y="321538"/>
                  </a:lnTo>
                  <a:lnTo>
                    <a:pt x="24726" y="322021"/>
                  </a:lnTo>
                  <a:lnTo>
                    <a:pt x="25958" y="323189"/>
                  </a:lnTo>
                  <a:lnTo>
                    <a:pt x="28714" y="322745"/>
                  </a:lnTo>
                  <a:lnTo>
                    <a:pt x="29210" y="322008"/>
                  </a:lnTo>
                  <a:lnTo>
                    <a:pt x="30327" y="319239"/>
                  </a:lnTo>
                  <a:close/>
                </a:path>
                <a:path w="240029" h="330834">
                  <a:moveTo>
                    <a:pt x="30543" y="265455"/>
                  </a:moveTo>
                  <a:lnTo>
                    <a:pt x="22936" y="265455"/>
                  </a:lnTo>
                  <a:lnTo>
                    <a:pt x="22936" y="271360"/>
                  </a:lnTo>
                  <a:lnTo>
                    <a:pt x="26733" y="271360"/>
                  </a:lnTo>
                  <a:lnTo>
                    <a:pt x="30543" y="271360"/>
                  </a:lnTo>
                  <a:lnTo>
                    <a:pt x="30543" y="265455"/>
                  </a:lnTo>
                  <a:close/>
                </a:path>
                <a:path w="240029" h="330834">
                  <a:moveTo>
                    <a:pt x="33401" y="45605"/>
                  </a:moveTo>
                  <a:lnTo>
                    <a:pt x="30937" y="40792"/>
                  </a:lnTo>
                  <a:lnTo>
                    <a:pt x="21920" y="44272"/>
                  </a:lnTo>
                  <a:lnTo>
                    <a:pt x="26835" y="51854"/>
                  </a:lnTo>
                  <a:lnTo>
                    <a:pt x="30861" y="48006"/>
                  </a:lnTo>
                  <a:lnTo>
                    <a:pt x="33401" y="45605"/>
                  </a:lnTo>
                  <a:close/>
                </a:path>
                <a:path w="240029" h="330834">
                  <a:moveTo>
                    <a:pt x="34315" y="1460"/>
                  </a:moveTo>
                  <a:lnTo>
                    <a:pt x="31851" y="0"/>
                  </a:lnTo>
                  <a:lnTo>
                    <a:pt x="30480" y="1079"/>
                  </a:lnTo>
                  <a:lnTo>
                    <a:pt x="29578" y="1295"/>
                  </a:lnTo>
                  <a:lnTo>
                    <a:pt x="28371" y="1727"/>
                  </a:lnTo>
                  <a:lnTo>
                    <a:pt x="28067" y="3035"/>
                  </a:lnTo>
                  <a:lnTo>
                    <a:pt x="30175" y="5588"/>
                  </a:lnTo>
                  <a:lnTo>
                    <a:pt x="32207" y="4775"/>
                  </a:lnTo>
                  <a:lnTo>
                    <a:pt x="34315" y="1460"/>
                  </a:lnTo>
                  <a:close/>
                </a:path>
                <a:path w="240029" h="330834">
                  <a:moveTo>
                    <a:pt x="36842" y="114858"/>
                  </a:moveTo>
                  <a:lnTo>
                    <a:pt x="30797" y="106260"/>
                  </a:lnTo>
                  <a:lnTo>
                    <a:pt x="24079" y="112928"/>
                  </a:lnTo>
                  <a:lnTo>
                    <a:pt x="29146" y="116497"/>
                  </a:lnTo>
                  <a:lnTo>
                    <a:pt x="32702" y="118999"/>
                  </a:lnTo>
                  <a:lnTo>
                    <a:pt x="36842" y="114858"/>
                  </a:lnTo>
                  <a:close/>
                </a:path>
                <a:path w="240029" h="330834">
                  <a:moveTo>
                    <a:pt x="41529" y="82931"/>
                  </a:moveTo>
                  <a:lnTo>
                    <a:pt x="37211" y="81838"/>
                  </a:lnTo>
                  <a:lnTo>
                    <a:pt x="36080" y="81559"/>
                  </a:lnTo>
                  <a:lnTo>
                    <a:pt x="35242" y="81572"/>
                  </a:lnTo>
                  <a:lnTo>
                    <a:pt x="33274" y="82638"/>
                  </a:lnTo>
                  <a:lnTo>
                    <a:pt x="33045" y="83693"/>
                  </a:lnTo>
                  <a:lnTo>
                    <a:pt x="33324" y="85547"/>
                  </a:lnTo>
                  <a:lnTo>
                    <a:pt x="33743" y="86093"/>
                  </a:lnTo>
                  <a:lnTo>
                    <a:pt x="38239" y="89852"/>
                  </a:lnTo>
                  <a:lnTo>
                    <a:pt x="41529" y="82931"/>
                  </a:lnTo>
                  <a:close/>
                </a:path>
                <a:path w="240029" h="330834">
                  <a:moveTo>
                    <a:pt x="43789" y="233032"/>
                  </a:moveTo>
                  <a:lnTo>
                    <a:pt x="43205" y="233032"/>
                  </a:lnTo>
                  <a:lnTo>
                    <a:pt x="43205" y="233489"/>
                  </a:lnTo>
                  <a:lnTo>
                    <a:pt x="43497" y="233489"/>
                  </a:lnTo>
                  <a:lnTo>
                    <a:pt x="43789" y="233489"/>
                  </a:lnTo>
                  <a:lnTo>
                    <a:pt x="43789" y="233032"/>
                  </a:lnTo>
                  <a:close/>
                </a:path>
                <a:path w="240029" h="330834">
                  <a:moveTo>
                    <a:pt x="45059" y="163563"/>
                  </a:moveTo>
                  <a:lnTo>
                    <a:pt x="35458" y="163563"/>
                  </a:lnTo>
                  <a:lnTo>
                    <a:pt x="35445" y="171018"/>
                  </a:lnTo>
                  <a:lnTo>
                    <a:pt x="40259" y="171018"/>
                  </a:lnTo>
                  <a:lnTo>
                    <a:pt x="45046" y="171018"/>
                  </a:lnTo>
                  <a:lnTo>
                    <a:pt x="45059" y="163563"/>
                  </a:lnTo>
                  <a:close/>
                </a:path>
                <a:path w="240029" h="330834">
                  <a:moveTo>
                    <a:pt x="46228" y="125285"/>
                  </a:moveTo>
                  <a:lnTo>
                    <a:pt x="45326" y="123139"/>
                  </a:lnTo>
                  <a:lnTo>
                    <a:pt x="44678" y="121589"/>
                  </a:lnTo>
                  <a:lnTo>
                    <a:pt x="43408" y="121589"/>
                  </a:lnTo>
                  <a:lnTo>
                    <a:pt x="42887" y="122809"/>
                  </a:lnTo>
                  <a:lnTo>
                    <a:pt x="42824" y="122974"/>
                  </a:lnTo>
                  <a:lnTo>
                    <a:pt x="42748" y="123139"/>
                  </a:lnTo>
                  <a:lnTo>
                    <a:pt x="41859" y="125272"/>
                  </a:lnTo>
                  <a:lnTo>
                    <a:pt x="46228" y="125285"/>
                  </a:lnTo>
                  <a:close/>
                </a:path>
                <a:path w="240029" h="330834">
                  <a:moveTo>
                    <a:pt x="50279" y="132994"/>
                  </a:moveTo>
                  <a:lnTo>
                    <a:pt x="49987" y="132994"/>
                  </a:lnTo>
                  <a:lnTo>
                    <a:pt x="48615" y="132994"/>
                  </a:lnTo>
                  <a:lnTo>
                    <a:pt x="48615" y="133451"/>
                  </a:lnTo>
                  <a:lnTo>
                    <a:pt x="50279" y="133451"/>
                  </a:lnTo>
                  <a:lnTo>
                    <a:pt x="50279" y="132994"/>
                  </a:lnTo>
                  <a:close/>
                </a:path>
                <a:path w="240029" h="330834">
                  <a:moveTo>
                    <a:pt x="52603" y="232956"/>
                  </a:moveTo>
                  <a:lnTo>
                    <a:pt x="52425" y="230632"/>
                  </a:lnTo>
                  <a:lnTo>
                    <a:pt x="50558" y="230035"/>
                  </a:lnTo>
                  <a:lnTo>
                    <a:pt x="49377" y="229666"/>
                  </a:lnTo>
                  <a:lnTo>
                    <a:pt x="48552" y="229285"/>
                  </a:lnTo>
                  <a:lnTo>
                    <a:pt x="46164" y="229133"/>
                  </a:lnTo>
                  <a:lnTo>
                    <a:pt x="45504" y="230149"/>
                  </a:lnTo>
                  <a:lnTo>
                    <a:pt x="44958" y="234391"/>
                  </a:lnTo>
                  <a:lnTo>
                    <a:pt x="48691" y="235699"/>
                  </a:lnTo>
                  <a:lnTo>
                    <a:pt x="52603" y="232956"/>
                  </a:lnTo>
                  <a:close/>
                </a:path>
                <a:path w="240029" h="330834">
                  <a:moveTo>
                    <a:pt x="54241" y="69240"/>
                  </a:moveTo>
                  <a:lnTo>
                    <a:pt x="46824" y="69240"/>
                  </a:lnTo>
                  <a:lnTo>
                    <a:pt x="46812" y="75006"/>
                  </a:lnTo>
                  <a:lnTo>
                    <a:pt x="50533" y="75006"/>
                  </a:lnTo>
                  <a:lnTo>
                    <a:pt x="54241" y="75006"/>
                  </a:lnTo>
                  <a:lnTo>
                    <a:pt x="54241" y="69240"/>
                  </a:lnTo>
                  <a:close/>
                </a:path>
                <a:path w="240029" h="330834">
                  <a:moveTo>
                    <a:pt x="54622" y="254800"/>
                  </a:moveTo>
                  <a:lnTo>
                    <a:pt x="52768" y="249339"/>
                  </a:lnTo>
                  <a:lnTo>
                    <a:pt x="46926" y="250901"/>
                  </a:lnTo>
                  <a:lnTo>
                    <a:pt x="48183" y="254596"/>
                  </a:lnTo>
                  <a:lnTo>
                    <a:pt x="48945" y="256819"/>
                  </a:lnTo>
                  <a:lnTo>
                    <a:pt x="49961" y="257454"/>
                  </a:lnTo>
                  <a:lnTo>
                    <a:pt x="52273" y="257746"/>
                  </a:lnTo>
                  <a:lnTo>
                    <a:pt x="52908" y="257340"/>
                  </a:lnTo>
                  <a:lnTo>
                    <a:pt x="54254" y="256032"/>
                  </a:lnTo>
                  <a:lnTo>
                    <a:pt x="54622" y="254800"/>
                  </a:lnTo>
                  <a:close/>
                </a:path>
                <a:path w="240029" h="330834">
                  <a:moveTo>
                    <a:pt x="57696" y="290918"/>
                  </a:moveTo>
                  <a:lnTo>
                    <a:pt x="57099" y="288874"/>
                  </a:lnTo>
                  <a:lnTo>
                    <a:pt x="54381" y="286766"/>
                  </a:lnTo>
                  <a:lnTo>
                    <a:pt x="52247" y="286524"/>
                  </a:lnTo>
                  <a:lnTo>
                    <a:pt x="51473" y="288201"/>
                  </a:lnTo>
                  <a:lnTo>
                    <a:pt x="51892" y="287959"/>
                  </a:lnTo>
                  <a:lnTo>
                    <a:pt x="51104" y="288544"/>
                  </a:lnTo>
                  <a:lnTo>
                    <a:pt x="48590" y="290588"/>
                  </a:lnTo>
                  <a:lnTo>
                    <a:pt x="49364" y="293903"/>
                  </a:lnTo>
                  <a:lnTo>
                    <a:pt x="53606" y="296379"/>
                  </a:lnTo>
                  <a:lnTo>
                    <a:pt x="56172" y="295059"/>
                  </a:lnTo>
                  <a:lnTo>
                    <a:pt x="57023" y="292747"/>
                  </a:lnTo>
                  <a:lnTo>
                    <a:pt x="57696" y="290918"/>
                  </a:lnTo>
                  <a:close/>
                </a:path>
                <a:path w="240029" h="330834">
                  <a:moveTo>
                    <a:pt x="63804" y="313575"/>
                  </a:moveTo>
                  <a:lnTo>
                    <a:pt x="58369" y="311912"/>
                  </a:lnTo>
                  <a:lnTo>
                    <a:pt x="58166" y="311886"/>
                  </a:lnTo>
                  <a:lnTo>
                    <a:pt x="58013" y="311785"/>
                  </a:lnTo>
                  <a:lnTo>
                    <a:pt x="56616" y="309841"/>
                  </a:lnTo>
                  <a:lnTo>
                    <a:pt x="53809" y="310388"/>
                  </a:lnTo>
                  <a:lnTo>
                    <a:pt x="53657" y="314134"/>
                  </a:lnTo>
                  <a:lnTo>
                    <a:pt x="54000" y="315417"/>
                  </a:lnTo>
                  <a:lnTo>
                    <a:pt x="58229" y="321513"/>
                  </a:lnTo>
                  <a:lnTo>
                    <a:pt x="63804" y="313575"/>
                  </a:lnTo>
                  <a:close/>
                </a:path>
                <a:path w="240029" h="330834">
                  <a:moveTo>
                    <a:pt x="72085" y="9398"/>
                  </a:moveTo>
                  <a:lnTo>
                    <a:pt x="67919" y="9398"/>
                  </a:lnTo>
                  <a:lnTo>
                    <a:pt x="67919" y="12636"/>
                  </a:lnTo>
                  <a:lnTo>
                    <a:pt x="70002" y="12636"/>
                  </a:lnTo>
                  <a:lnTo>
                    <a:pt x="72085" y="12636"/>
                  </a:lnTo>
                  <a:lnTo>
                    <a:pt x="72085" y="9398"/>
                  </a:lnTo>
                  <a:close/>
                </a:path>
                <a:path w="240029" h="330834">
                  <a:moveTo>
                    <a:pt x="74980" y="141135"/>
                  </a:moveTo>
                  <a:lnTo>
                    <a:pt x="66103" y="141135"/>
                  </a:lnTo>
                  <a:lnTo>
                    <a:pt x="66103" y="148018"/>
                  </a:lnTo>
                  <a:lnTo>
                    <a:pt x="70535" y="148018"/>
                  </a:lnTo>
                  <a:lnTo>
                    <a:pt x="74968" y="148018"/>
                  </a:lnTo>
                  <a:lnTo>
                    <a:pt x="74980" y="141135"/>
                  </a:lnTo>
                  <a:close/>
                </a:path>
                <a:path w="240029" h="330834">
                  <a:moveTo>
                    <a:pt x="84505" y="326123"/>
                  </a:moveTo>
                  <a:lnTo>
                    <a:pt x="84493" y="325602"/>
                  </a:lnTo>
                  <a:lnTo>
                    <a:pt x="84467" y="324878"/>
                  </a:lnTo>
                  <a:lnTo>
                    <a:pt x="84455" y="324459"/>
                  </a:lnTo>
                  <a:lnTo>
                    <a:pt x="81915" y="324040"/>
                  </a:lnTo>
                  <a:lnTo>
                    <a:pt x="81915" y="325094"/>
                  </a:lnTo>
                  <a:lnTo>
                    <a:pt x="81864" y="325310"/>
                  </a:lnTo>
                  <a:lnTo>
                    <a:pt x="81686" y="325386"/>
                  </a:lnTo>
                  <a:lnTo>
                    <a:pt x="81648" y="325247"/>
                  </a:lnTo>
                  <a:lnTo>
                    <a:pt x="81775" y="325285"/>
                  </a:lnTo>
                  <a:lnTo>
                    <a:pt x="81915" y="325094"/>
                  </a:lnTo>
                  <a:lnTo>
                    <a:pt x="81915" y="324040"/>
                  </a:lnTo>
                  <a:lnTo>
                    <a:pt x="81699" y="324002"/>
                  </a:lnTo>
                  <a:lnTo>
                    <a:pt x="81407" y="325094"/>
                  </a:lnTo>
                  <a:lnTo>
                    <a:pt x="81229" y="325335"/>
                  </a:lnTo>
                  <a:lnTo>
                    <a:pt x="81368" y="325310"/>
                  </a:lnTo>
                  <a:lnTo>
                    <a:pt x="81127" y="326123"/>
                  </a:lnTo>
                  <a:lnTo>
                    <a:pt x="81343" y="325310"/>
                  </a:lnTo>
                  <a:lnTo>
                    <a:pt x="80429" y="326440"/>
                  </a:lnTo>
                  <a:lnTo>
                    <a:pt x="80670" y="327355"/>
                  </a:lnTo>
                  <a:lnTo>
                    <a:pt x="81915" y="328460"/>
                  </a:lnTo>
                  <a:lnTo>
                    <a:pt x="82715" y="328599"/>
                  </a:lnTo>
                  <a:lnTo>
                    <a:pt x="84175" y="327787"/>
                  </a:lnTo>
                  <a:lnTo>
                    <a:pt x="84429" y="327355"/>
                  </a:lnTo>
                  <a:lnTo>
                    <a:pt x="84505" y="326123"/>
                  </a:lnTo>
                  <a:close/>
                </a:path>
                <a:path w="240029" h="330834">
                  <a:moveTo>
                    <a:pt x="91630" y="178828"/>
                  </a:moveTo>
                  <a:lnTo>
                    <a:pt x="89928" y="173583"/>
                  </a:lnTo>
                  <a:lnTo>
                    <a:pt x="89738" y="172986"/>
                  </a:lnTo>
                  <a:lnTo>
                    <a:pt x="84264" y="172059"/>
                  </a:lnTo>
                  <a:lnTo>
                    <a:pt x="83934" y="173532"/>
                  </a:lnTo>
                  <a:lnTo>
                    <a:pt x="83832" y="178790"/>
                  </a:lnTo>
                  <a:lnTo>
                    <a:pt x="83807" y="178650"/>
                  </a:lnTo>
                  <a:lnTo>
                    <a:pt x="83832" y="178790"/>
                  </a:lnTo>
                  <a:lnTo>
                    <a:pt x="83832" y="173532"/>
                  </a:lnTo>
                  <a:lnTo>
                    <a:pt x="83616" y="173520"/>
                  </a:lnTo>
                  <a:lnTo>
                    <a:pt x="83489" y="173723"/>
                  </a:lnTo>
                  <a:lnTo>
                    <a:pt x="83489" y="176161"/>
                  </a:lnTo>
                  <a:lnTo>
                    <a:pt x="83477" y="176022"/>
                  </a:lnTo>
                  <a:lnTo>
                    <a:pt x="83489" y="176161"/>
                  </a:lnTo>
                  <a:lnTo>
                    <a:pt x="83489" y="173723"/>
                  </a:lnTo>
                  <a:lnTo>
                    <a:pt x="81330" y="177165"/>
                  </a:lnTo>
                  <a:lnTo>
                    <a:pt x="84124" y="180873"/>
                  </a:lnTo>
                  <a:lnTo>
                    <a:pt x="85115" y="181457"/>
                  </a:lnTo>
                  <a:lnTo>
                    <a:pt x="89535" y="181864"/>
                  </a:lnTo>
                  <a:lnTo>
                    <a:pt x="90754" y="180111"/>
                  </a:lnTo>
                  <a:lnTo>
                    <a:pt x="91630" y="178828"/>
                  </a:lnTo>
                  <a:close/>
                </a:path>
                <a:path w="240029" h="330834">
                  <a:moveTo>
                    <a:pt x="94170" y="316941"/>
                  </a:moveTo>
                  <a:lnTo>
                    <a:pt x="93840" y="316242"/>
                  </a:lnTo>
                  <a:lnTo>
                    <a:pt x="93370" y="315696"/>
                  </a:lnTo>
                  <a:lnTo>
                    <a:pt x="92735" y="314921"/>
                  </a:lnTo>
                  <a:lnTo>
                    <a:pt x="91605" y="314921"/>
                  </a:lnTo>
                  <a:lnTo>
                    <a:pt x="90487" y="316242"/>
                  </a:lnTo>
                  <a:lnTo>
                    <a:pt x="90157" y="316941"/>
                  </a:lnTo>
                  <a:lnTo>
                    <a:pt x="90411" y="317563"/>
                  </a:lnTo>
                  <a:lnTo>
                    <a:pt x="90474" y="317715"/>
                  </a:lnTo>
                  <a:lnTo>
                    <a:pt x="90601" y="318046"/>
                  </a:lnTo>
                  <a:lnTo>
                    <a:pt x="91236" y="319570"/>
                  </a:lnTo>
                  <a:lnTo>
                    <a:pt x="93103" y="319570"/>
                  </a:lnTo>
                  <a:lnTo>
                    <a:pt x="93726" y="318046"/>
                  </a:lnTo>
                  <a:lnTo>
                    <a:pt x="94170" y="316941"/>
                  </a:lnTo>
                  <a:close/>
                </a:path>
                <a:path w="240029" h="330834">
                  <a:moveTo>
                    <a:pt x="97167" y="129540"/>
                  </a:moveTo>
                  <a:lnTo>
                    <a:pt x="86080" y="129514"/>
                  </a:lnTo>
                  <a:lnTo>
                    <a:pt x="89547" y="138938"/>
                  </a:lnTo>
                  <a:lnTo>
                    <a:pt x="93713" y="138938"/>
                  </a:lnTo>
                  <a:lnTo>
                    <a:pt x="94881" y="135737"/>
                  </a:lnTo>
                  <a:lnTo>
                    <a:pt x="97167" y="129540"/>
                  </a:lnTo>
                  <a:close/>
                </a:path>
                <a:path w="240029" h="330834">
                  <a:moveTo>
                    <a:pt x="98945" y="180581"/>
                  </a:moveTo>
                  <a:lnTo>
                    <a:pt x="98361" y="180581"/>
                  </a:lnTo>
                  <a:lnTo>
                    <a:pt x="98361" y="181038"/>
                  </a:lnTo>
                  <a:lnTo>
                    <a:pt x="98653" y="181038"/>
                  </a:lnTo>
                  <a:lnTo>
                    <a:pt x="98945" y="181038"/>
                  </a:lnTo>
                  <a:lnTo>
                    <a:pt x="98945" y="180581"/>
                  </a:lnTo>
                  <a:close/>
                </a:path>
                <a:path w="240029" h="330834">
                  <a:moveTo>
                    <a:pt x="101015" y="293090"/>
                  </a:moveTo>
                  <a:lnTo>
                    <a:pt x="100317" y="290093"/>
                  </a:lnTo>
                  <a:lnTo>
                    <a:pt x="100164" y="289433"/>
                  </a:lnTo>
                  <a:lnTo>
                    <a:pt x="99949" y="289052"/>
                  </a:lnTo>
                  <a:lnTo>
                    <a:pt x="99034" y="288036"/>
                  </a:lnTo>
                  <a:lnTo>
                    <a:pt x="98082" y="288048"/>
                  </a:lnTo>
                  <a:lnTo>
                    <a:pt x="97167" y="289039"/>
                  </a:lnTo>
                  <a:lnTo>
                    <a:pt x="96951" y="289433"/>
                  </a:lnTo>
                  <a:lnTo>
                    <a:pt x="96050" y="292989"/>
                  </a:lnTo>
                  <a:lnTo>
                    <a:pt x="101015" y="293090"/>
                  </a:lnTo>
                  <a:close/>
                </a:path>
                <a:path w="240029" h="330834">
                  <a:moveTo>
                    <a:pt x="110985" y="111379"/>
                  </a:moveTo>
                  <a:lnTo>
                    <a:pt x="109169" y="112128"/>
                  </a:lnTo>
                  <a:lnTo>
                    <a:pt x="109016" y="112204"/>
                  </a:lnTo>
                  <a:lnTo>
                    <a:pt x="108686" y="112331"/>
                  </a:lnTo>
                  <a:lnTo>
                    <a:pt x="107835" y="112699"/>
                  </a:lnTo>
                  <a:lnTo>
                    <a:pt x="107823" y="113728"/>
                  </a:lnTo>
                  <a:lnTo>
                    <a:pt x="110959" y="115049"/>
                  </a:lnTo>
                  <a:lnTo>
                    <a:pt x="110985" y="111379"/>
                  </a:lnTo>
                  <a:close/>
                </a:path>
                <a:path w="240029" h="330834">
                  <a:moveTo>
                    <a:pt x="111404" y="214299"/>
                  </a:moveTo>
                  <a:lnTo>
                    <a:pt x="109664" y="213233"/>
                  </a:lnTo>
                  <a:lnTo>
                    <a:pt x="109042" y="212598"/>
                  </a:lnTo>
                  <a:lnTo>
                    <a:pt x="108077" y="211391"/>
                  </a:lnTo>
                  <a:lnTo>
                    <a:pt x="106197" y="212471"/>
                  </a:lnTo>
                  <a:lnTo>
                    <a:pt x="106159" y="213791"/>
                  </a:lnTo>
                  <a:lnTo>
                    <a:pt x="105943" y="214744"/>
                  </a:lnTo>
                  <a:lnTo>
                    <a:pt x="105168" y="216750"/>
                  </a:lnTo>
                  <a:lnTo>
                    <a:pt x="107632" y="218452"/>
                  </a:lnTo>
                  <a:lnTo>
                    <a:pt x="111252" y="216941"/>
                  </a:lnTo>
                  <a:lnTo>
                    <a:pt x="111404" y="214299"/>
                  </a:lnTo>
                  <a:close/>
                </a:path>
                <a:path w="240029" h="330834">
                  <a:moveTo>
                    <a:pt x="112382" y="268262"/>
                  </a:moveTo>
                  <a:lnTo>
                    <a:pt x="102235" y="268262"/>
                  </a:lnTo>
                  <a:lnTo>
                    <a:pt x="102235" y="276136"/>
                  </a:lnTo>
                  <a:lnTo>
                    <a:pt x="107302" y="276136"/>
                  </a:lnTo>
                  <a:lnTo>
                    <a:pt x="112382" y="276136"/>
                  </a:lnTo>
                  <a:lnTo>
                    <a:pt x="112382" y="268262"/>
                  </a:lnTo>
                  <a:close/>
                </a:path>
                <a:path w="240029" h="330834">
                  <a:moveTo>
                    <a:pt x="112471" y="297141"/>
                  </a:moveTo>
                  <a:lnTo>
                    <a:pt x="112102" y="295300"/>
                  </a:lnTo>
                  <a:lnTo>
                    <a:pt x="109918" y="290360"/>
                  </a:lnTo>
                  <a:lnTo>
                    <a:pt x="104902" y="290918"/>
                  </a:lnTo>
                  <a:lnTo>
                    <a:pt x="101498" y="296722"/>
                  </a:lnTo>
                  <a:lnTo>
                    <a:pt x="103720" y="300901"/>
                  </a:lnTo>
                  <a:lnTo>
                    <a:pt x="104990" y="300863"/>
                  </a:lnTo>
                  <a:lnTo>
                    <a:pt x="105537" y="301713"/>
                  </a:lnTo>
                  <a:lnTo>
                    <a:pt x="109372" y="301371"/>
                  </a:lnTo>
                  <a:lnTo>
                    <a:pt x="112471" y="297141"/>
                  </a:lnTo>
                  <a:close/>
                </a:path>
                <a:path w="240029" h="330834">
                  <a:moveTo>
                    <a:pt x="113093" y="183400"/>
                  </a:moveTo>
                  <a:lnTo>
                    <a:pt x="105854" y="183400"/>
                  </a:lnTo>
                  <a:lnTo>
                    <a:pt x="105854" y="189026"/>
                  </a:lnTo>
                  <a:lnTo>
                    <a:pt x="109474" y="189026"/>
                  </a:lnTo>
                  <a:lnTo>
                    <a:pt x="113093" y="189026"/>
                  </a:lnTo>
                  <a:lnTo>
                    <a:pt x="113093" y="183400"/>
                  </a:lnTo>
                  <a:close/>
                </a:path>
                <a:path w="240029" h="330834">
                  <a:moveTo>
                    <a:pt x="120561" y="329425"/>
                  </a:moveTo>
                  <a:lnTo>
                    <a:pt x="118922" y="329425"/>
                  </a:lnTo>
                  <a:lnTo>
                    <a:pt x="118922" y="330682"/>
                  </a:lnTo>
                  <a:lnTo>
                    <a:pt x="119748" y="330682"/>
                  </a:lnTo>
                  <a:lnTo>
                    <a:pt x="120561" y="330682"/>
                  </a:lnTo>
                  <a:lnTo>
                    <a:pt x="120561" y="329425"/>
                  </a:lnTo>
                  <a:close/>
                </a:path>
                <a:path w="240029" h="330834">
                  <a:moveTo>
                    <a:pt x="121742" y="235623"/>
                  </a:moveTo>
                  <a:lnTo>
                    <a:pt x="120611" y="233946"/>
                  </a:lnTo>
                  <a:lnTo>
                    <a:pt x="116420" y="232359"/>
                  </a:lnTo>
                  <a:lnTo>
                    <a:pt x="114096" y="234480"/>
                  </a:lnTo>
                  <a:lnTo>
                    <a:pt x="114096" y="238937"/>
                  </a:lnTo>
                  <a:lnTo>
                    <a:pt x="115481" y="240042"/>
                  </a:lnTo>
                  <a:lnTo>
                    <a:pt x="116065" y="241427"/>
                  </a:lnTo>
                  <a:lnTo>
                    <a:pt x="119202" y="240766"/>
                  </a:lnTo>
                  <a:lnTo>
                    <a:pt x="120548" y="240487"/>
                  </a:lnTo>
                  <a:lnTo>
                    <a:pt x="121043" y="238442"/>
                  </a:lnTo>
                  <a:lnTo>
                    <a:pt x="121742" y="235623"/>
                  </a:lnTo>
                  <a:close/>
                </a:path>
                <a:path w="240029" h="330834">
                  <a:moveTo>
                    <a:pt x="125349" y="289394"/>
                  </a:moveTo>
                  <a:lnTo>
                    <a:pt x="117398" y="289394"/>
                  </a:lnTo>
                  <a:lnTo>
                    <a:pt x="117386" y="295554"/>
                  </a:lnTo>
                  <a:lnTo>
                    <a:pt x="121361" y="295554"/>
                  </a:lnTo>
                  <a:lnTo>
                    <a:pt x="125336" y="295554"/>
                  </a:lnTo>
                  <a:lnTo>
                    <a:pt x="125349" y="289394"/>
                  </a:lnTo>
                  <a:close/>
                </a:path>
                <a:path w="240029" h="330834">
                  <a:moveTo>
                    <a:pt x="131749" y="249707"/>
                  </a:moveTo>
                  <a:lnTo>
                    <a:pt x="123977" y="249707"/>
                  </a:lnTo>
                  <a:lnTo>
                    <a:pt x="123964" y="255752"/>
                  </a:lnTo>
                  <a:lnTo>
                    <a:pt x="127850" y="255752"/>
                  </a:lnTo>
                  <a:lnTo>
                    <a:pt x="131737" y="255752"/>
                  </a:lnTo>
                  <a:lnTo>
                    <a:pt x="131749" y="249707"/>
                  </a:lnTo>
                  <a:close/>
                </a:path>
                <a:path w="240029" h="330834">
                  <a:moveTo>
                    <a:pt x="142608" y="328663"/>
                  </a:moveTo>
                  <a:lnTo>
                    <a:pt x="142163" y="328409"/>
                  </a:lnTo>
                  <a:lnTo>
                    <a:pt x="141528" y="327329"/>
                  </a:lnTo>
                  <a:lnTo>
                    <a:pt x="140576" y="327139"/>
                  </a:lnTo>
                  <a:lnTo>
                    <a:pt x="140106" y="327685"/>
                  </a:lnTo>
                  <a:lnTo>
                    <a:pt x="139966" y="327863"/>
                  </a:lnTo>
                  <a:lnTo>
                    <a:pt x="139484" y="328422"/>
                  </a:lnTo>
                  <a:lnTo>
                    <a:pt x="139484" y="329107"/>
                  </a:lnTo>
                  <a:lnTo>
                    <a:pt x="140030" y="329755"/>
                  </a:lnTo>
                  <a:lnTo>
                    <a:pt x="140843" y="330746"/>
                  </a:lnTo>
                  <a:lnTo>
                    <a:pt x="142049" y="330161"/>
                  </a:lnTo>
                  <a:lnTo>
                    <a:pt x="142608" y="328663"/>
                  </a:lnTo>
                  <a:close/>
                </a:path>
                <a:path w="240029" h="330834">
                  <a:moveTo>
                    <a:pt x="143103" y="270522"/>
                  </a:moveTo>
                  <a:lnTo>
                    <a:pt x="140474" y="267182"/>
                  </a:lnTo>
                  <a:lnTo>
                    <a:pt x="140068" y="266661"/>
                  </a:lnTo>
                  <a:lnTo>
                    <a:pt x="139763" y="266420"/>
                  </a:lnTo>
                  <a:lnTo>
                    <a:pt x="138112" y="265645"/>
                  </a:lnTo>
                  <a:lnTo>
                    <a:pt x="136537" y="265963"/>
                  </a:lnTo>
                  <a:lnTo>
                    <a:pt x="136131" y="268147"/>
                  </a:lnTo>
                  <a:lnTo>
                    <a:pt x="136131" y="268744"/>
                  </a:lnTo>
                  <a:lnTo>
                    <a:pt x="137375" y="273227"/>
                  </a:lnTo>
                  <a:lnTo>
                    <a:pt x="143103" y="270522"/>
                  </a:lnTo>
                  <a:close/>
                </a:path>
                <a:path w="240029" h="330834">
                  <a:moveTo>
                    <a:pt x="143281" y="301472"/>
                  </a:moveTo>
                  <a:lnTo>
                    <a:pt x="135140" y="301472"/>
                  </a:lnTo>
                  <a:lnTo>
                    <a:pt x="135140" y="302221"/>
                  </a:lnTo>
                  <a:lnTo>
                    <a:pt x="132549" y="302552"/>
                  </a:lnTo>
                  <a:lnTo>
                    <a:pt x="132537" y="303479"/>
                  </a:lnTo>
                  <a:lnTo>
                    <a:pt x="135140" y="303822"/>
                  </a:lnTo>
                  <a:lnTo>
                    <a:pt x="135140" y="307797"/>
                  </a:lnTo>
                  <a:lnTo>
                    <a:pt x="139217" y="307797"/>
                  </a:lnTo>
                  <a:lnTo>
                    <a:pt x="143281" y="307797"/>
                  </a:lnTo>
                  <a:lnTo>
                    <a:pt x="143281" y="301472"/>
                  </a:lnTo>
                  <a:close/>
                </a:path>
                <a:path w="240029" h="330834">
                  <a:moveTo>
                    <a:pt x="144386" y="193382"/>
                  </a:moveTo>
                  <a:lnTo>
                    <a:pt x="130810" y="193382"/>
                  </a:lnTo>
                  <a:lnTo>
                    <a:pt x="130797" y="203923"/>
                  </a:lnTo>
                  <a:lnTo>
                    <a:pt x="137591" y="203923"/>
                  </a:lnTo>
                  <a:lnTo>
                    <a:pt x="144373" y="203923"/>
                  </a:lnTo>
                  <a:lnTo>
                    <a:pt x="144386" y="193382"/>
                  </a:lnTo>
                  <a:close/>
                </a:path>
                <a:path w="240029" h="330834">
                  <a:moveTo>
                    <a:pt x="150863" y="227418"/>
                  </a:moveTo>
                  <a:lnTo>
                    <a:pt x="146786" y="227431"/>
                  </a:lnTo>
                  <a:lnTo>
                    <a:pt x="146710" y="230047"/>
                  </a:lnTo>
                  <a:lnTo>
                    <a:pt x="146532" y="230403"/>
                  </a:lnTo>
                  <a:lnTo>
                    <a:pt x="146227" y="230619"/>
                  </a:lnTo>
                  <a:lnTo>
                    <a:pt x="145821" y="230695"/>
                  </a:lnTo>
                  <a:lnTo>
                    <a:pt x="144564" y="230949"/>
                  </a:lnTo>
                  <a:lnTo>
                    <a:pt x="144284" y="232930"/>
                  </a:lnTo>
                  <a:lnTo>
                    <a:pt x="148196" y="234886"/>
                  </a:lnTo>
                  <a:lnTo>
                    <a:pt x="150698" y="232981"/>
                  </a:lnTo>
                  <a:lnTo>
                    <a:pt x="150863" y="227418"/>
                  </a:lnTo>
                  <a:close/>
                </a:path>
                <a:path w="240029" h="330834">
                  <a:moveTo>
                    <a:pt x="156159" y="260934"/>
                  </a:moveTo>
                  <a:lnTo>
                    <a:pt x="153631" y="260934"/>
                  </a:lnTo>
                  <a:lnTo>
                    <a:pt x="153631" y="262902"/>
                  </a:lnTo>
                  <a:lnTo>
                    <a:pt x="154889" y="262902"/>
                  </a:lnTo>
                  <a:lnTo>
                    <a:pt x="156159" y="262902"/>
                  </a:lnTo>
                  <a:lnTo>
                    <a:pt x="156159" y="260934"/>
                  </a:lnTo>
                  <a:close/>
                </a:path>
                <a:path w="240029" h="330834">
                  <a:moveTo>
                    <a:pt x="159778" y="244462"/>
                  </a:moveTo>
                  <a:lnTo>
                    <a:pt x="151091" y="244462"/>
                  </a:lnTo>
                  <a:lnTo>
                    <a:pt x="151091" y="251206"/>
                  </a:lnTo>
                  <a:lnTo>
                    <a:pt x="155435" y="251206"/>
                  </a:lnTo>
                  <a:lnTo>
                    <a:pt x="159778" y="251206"/>
                  </a:lnTo>
                  <a:lnTo>
                    <a:pt x="159778" y="244462"/>
                  </a:lnTo>
                  <a:close/>
                </a:path>
                <a:path w="240029" h="330834">
                  <a:moveTo>
                    <a:pt x="170459" y="290817"/>
                  </a:moveTo>
                  <a:lnTo>
                    <a:pt x="167805" y="289915"/>
                  </a:lnTo>
                  <a:lnTo>
                    <a:pt x="166027" y="289318"/>
                  </a:lnTo>
                  <a:lnTo>
                    <a:pt x="164655" y="288353"/>
                  </a:lnTo>
                  <a:lnTo>
                    <a:pt x="162077" y="286727"/>
                  </a:lnTo>
                  <a:lnTo>
                    <a:pt x="160820" y="287997"/>
                  </a:lnTo>
                  <a:lnTo>
                    <a:pt x="162623" y="290893"/>
                  </a:lnTo>
                  <a:lnTo>
                    <a:pt x="164426" y="292265"/>
                  </a:lnTo>
                  <a:lnTo>
                    <a:pt x="168681" y="294741"/>
                  </a:lnTo>
                  <a:lnTo>
                    <a:pt x="170459" y="290817"/>
                  </a:lnTo>
                  <a:close/>
                </a:path>
                <a:path w="240029" h="330834">
                  <a:moveTo>
                    <a:pt x="172656" y="194703"/>
                  </a:moveTo>
                  <a:lnTo>
                    <a:pt x="171284" y="193078"/>
                  </a:lnTo>
                  <a:lnTo>
                    <a:pt x="170649" y="191109"/>
                  </a:lnTo>
                  <a:lnTo>
                    <a:pt x="168325" y="191109"/>
                  </a:lnTo>
                  <a:lnTo>
                    <a:pt x="167703" y="193078"/>
                  </a:lnTo>
                  <a:lnTo>
                    <a:pt x="166331" y="194703"/>
                  </a:lnTo>
                  <a:lnTo>
                    <a:pt x="167170" y="197408"/>
                  </a:lnTo>
                  <a:lnTo>
                    <a:pt x="171805" y="197408"/>
                  </a:lnTo>
                  <a:lnTo>
                    <a:pt x="172656" y="194703"/>
                  </a:lnTo>
                  <a:close/>
                </a:path>
                <a:path w="240029" h="330834">
                  <a:moveTo>
                    <a:pt x="172758" y="158927"/>
                  </a:moveTo>
                  <a:lnTo>
                    <a:pt x="165150" y="158927"/>
                  </a:lnTo>
                  <a:lnTo>
                    <a:pt x="165150" y="164833"/>
                  </a:lnTo>
                  <a:lnTo>
                    <a:pt x="168948" y="164833"/>
                  </a:lnTo>
                  <a:lnTo>
                    <a:pt x="172758" y="164833"/>
                  </a:lnTo>
                  <a:lnTo>
                    <a:pt x="172758" y="158927"/>
                  </a:lnTo>
                  <a:close/>
                </a:path>
                <a:path w="240029" h="330834">
                  <a:moveTo>
                    <a:pt x="174650" y="220484"/>
                  </a:moveTo>
                  <a:lnTo>
                    <a:pt x="165417" y="220484"/>
                  </a:lnTo>
                  <a:lnTo>
                    <a:pt x="165417" y="227647"/>
                  </a:lnTo>
                  <a:lnTo>
                    <a:pt x="170040" y="227647"/>
                  </a:lnTo>
                  <a:lnTo>
                    <a:pt x="174650" y="227647"/>
                  </a:lnTo>
                  <a:lnTo>
                    <a:pt x="174650" y="220484"/>
                  </a:lnTo>
                  <a:close/>
                </a:path>
                <a:path w="240029" h="330834">
                  <a:moveTo>
                    <a:pt x="179285" y="165176"/>
                  </a:moveTo>
                  <a:lnTo>
                    <a:pt x="178930" y="164871"/>
                  </a:lnTo>
                  <a:lnTo>
                    <a:pt x="178739" y="164706"/>
                  </a:lnTo>
                  <a:lnTo>
                    <a:pt x="178536" y="164553"/>
                  </a:lnTo>
                  <a:lnTo>
                    <a:pt x="178346" y="164388"/>
                  </a:lnTo>
                  <a:lnTo>
                    <a:pt x="178066" y="164160"/>
                  </a:lnTo>
                  <a:lnTo>
                    <a:pt x="177711" y="164503"/>
                  </a:lnTo>
                  <a:lnTo>
                    <a:pt x="177952" y="164782"/>
                  </a:lnTo>
                  <a:lnTo>
                    <a:pt x="178104" y="164985"/>
                  </a:lnTo>
                  <a:lnTo>
                    <a:pt x="178269" y="165176"/>
                  </a:lnTo>
                  <a:lnTo>
                    <a:pt x="178447" y="165366"/>
                  </a:lnTo>
                  <a:lnTo>
                    <a:pt x="178727" y="165722"/>
                  </a:lnTo>
                  <a:lnTo>
                    <a:pt x="179285" y="165176"/>
                  </a:lnTo>
                  <a:close/>
                </a:path>
                <a:path w="240029" h="330834">
                  <a:moveTo>
                    <a:pt x="179666" y="271614"/>
                  </a:moveTo>
                  <a:lnTo>
                    <a:pt x="179552" y="263105"/>
                  </a:lnTo>
                  <a:lnTo>
                    <a:pt x="171958" y="264617"/>
                  </a:lnTo>
                  <a:lnTo>
                    <a:pt x="173545" y="268693"/>
                  </a:lnTo>
                  <a:lnTo>
                    <a:pt x="174726" y="271741"/>
                  </a:lnTo>
                  <a:lnTo>
                    <a:pt x="179666" y="271614"/>
                  </a:lnTo>
                  <a:close/>
                </a:path>
                <a:path w="240029" h="330834">
                  <a:moveTo>
                    <a:pt x="182626" y="241719"/>
                  </a:moveTo>
                  <a:lnTo>
                    <a:pt x="182181" y="240906"/>
                  </a:lnTo>
                  <a:lnTo>
                    <a:pt x="182067" y="240690"/>
                  </a:lnTo>
                  <a:lnTo>
                    <a:pt x="181940" y="240487"/>
                  </a:lnTo>
                  <a:lnTo>
                    <a:pt x="181825" y="240258"/>
                  </a:lnTo>
                  <a:lnTo>
                    <a:pt x="180924" y="238633"/>
                  </a:lnTo>
                  <a:lnTo>
                    <a:pt x="178638" y="240893"/>
                  </a:lnTo>
                  <a:lnTo>
                    <a:pt x="180276" y="241808"/>
                  </a:lnTo>
                  <a:lnTo>
                    <a:pt x="180505" y="241922"/>
                  </a:lnTo>
                  <a:lnTo>
                    <a:pt x="180708" y="242036"/>
                  </a:lnTo>
                  <a:lnTo>
                    <a:pt x="180936" y="242163"/>
                  </a:lnTo>
                  <a:lnTo>
                    <a:pt x="181737" y="242608"/>
                  </a:lnTo>
                  <a:lnTo>
                    <a:pt x="182626" y="241719"/>
                  </a:lnTo>
                  <a:close/>
                </a:path>
                <a:path w="240029" h="330834">
                  <a:moveTo>
                    <a:pt x="184137" y="322694"/>
                  </a:moveTo>
                  <a:lnTo>
                    <a:pt x="182905" y="321779"/>
                  </a:lnTo>
                  <a:lnTo>
                    <a:pt x="182587" y="321195"/>
                  </a:lnTo>
                  <a:lnTo>
                    <a:pt x="181114" y="318389"/>
                  </a:lnTo>
                  <a:lnTo>
                    <a:pt x="174917" y="322541"/>
                  </a:lnTo>
                  <a:lnTo>
                    <a:pt x="178562" y="327050"/>
                  </a:lnTo>
                  <a:lnTo>
                    <a:pt x="179222" y="327418"/>
                  </a:lnTo>
                  <a:lnTo>
                    <a:pt x="182130" y="327939"/>
                  </a:lnTo>
                  <a:lnTo>
                    <a:pt x="184010" y="326682"/>
                  </a:lnTo>
                  <a:lnTo>
                    <a:pt x="184137" y="322694"/>
                  </a:lnTo>
                  <a:close/>
                </a:path>
                <a:path w="240029" h="330834">
                  <a:moveTo>
                    <a:pt x="185737" y="245148"/>
                  </a:moveTo>
                  <a:lnTo>
                    <a:pt x="175971" y="245148"/>
                  </a:lnTo>
                  <a:lnTo>
                    <a:pt x="175958" y="252742"/>
                  </a:lnTo>
                  <a:lnTo>
                    <a:pt x="180848" y="252742"/>
                  </a:lnTo>
                  <a:lnTo>
                    <a:pt x="185737" y="252742"/>
                  </a:lnTo>
                  <a:lnTo>
                    <a:pt x="185737" y="245148"/>
                  </a:lnTo>
                  <a:close/>
                </a:path>
                <a:path w="240029" h="330834">
                  <a:moveTo>
                    <a:pt x="186715" y="313118"/>
                  </a:moveTo>
                  <a:lnTo>
                    <a:pt x="186245" y="312445"/>
                  </a:lnTo>
                  <a:lnTo>
                    <a:pt x="185813" y="310756"/>
                  </a:lnTo>
                  <a:lnTo>
                    <a:pt x="185928" y="309956"/>
                  </a:lnTo>
                  <a:lnTo>
                    <a:pt x="184708" y="309626"/>
                  </a:lnTo>
                  <a:lnTo>
                    <a:pt x="184581" y="310426"/>
                  </a:lnTo>
                  <a:lnTo>
                    <a:pt x="184429" y="311480"/>
                  </a:lnTo>
                  <a:lnTo>
                    <a:pt x="184543" y="312204"/>
                  </a:lnTo>
                  <a:lnTo>
                    <a:pt x="185623" y="313740"/>
                  </a:lnTo>
                  <a:lnTo>
                    <a:pt x="186715" y="313118"/>
                  </a:lnTo>
                  <a:close/>
                </a:path>
                <a:path w="240029" h="330834">
                  <a:moveTo>
                    <a:pt x="195986" y="192849"/>
                  </a:moveTo>
                  <a:lnTo>
                    <a:pt x="194259" y="192303"/>
                  </a:lnTo>
                  <a:lnTo>
                    <a:pt x="193230" y="193179"/>
                  </a:lnTo>
                  <a:lnTo>
                    <a:pt x="192443" y="193852"/>
                  </a:lnTo>
                  <a:lnTo>
                    <a:pt x="192443" y="194805"/>
                  </a:lnTo>
                  <a:lnTo>
                    <a:pt x="193027" y="195313"/>
                  </a:lnTo>
                  <a:lnTo>
                    <a:pt x="194259" y="196342"/>
                  </a:lnTo>
                  <a:lnTo>
                    <a:pt x="195986" y="195808"/>
                  </a:lnTo>
                  <a:lnTo>
                    <a:pt x="195986" y="192849"/>
                  </a:lnTo>
                  <a:close/>
                </a:path>
                <a:path w="240029" h="330834">
                  <a:moveTo>
                    <a:pt x="197281" y="274878"/>
                  </a:moveTo>
                  <a:lnTo>
                    <a:pt x="185877" y="274878"/>
                  </a:lnTo>
                  <a:lnTo>
                    <a:pt x="185864" y="283730"/>
                  </a:lnTo>
                  <a:lnTo>
                    <a:pt x="191579" y="283730"/>
                  </a:lnTo>
                  <a:lnTo>
                    <a:pt x="197269" y="283730"/>
                  </a:lnTo>
                  <a:lnTo>
                    <a:pt x="197281" y="274878"/>
                  </a:lnTo>
                  <a:close/>
                </a:path>
                <a:path w="240029" h="330834">
                  <a:moveTo>
                    <a:pt x="208305" y="222707"/>
                  </a:moveTo>
                  <a:lnTo>
                    <a:pt x="207721" y="221640"/>
                  </a:lnTo>
                  <a:lnTo>
                    <a:pt x="207086" y="222008"/>
                  </a:lnTo>
                  <a:lnTo>
                    <a:pt x="206387" y="222415"/>
                  </a:lnTo>
                  <a:lnTo>
                    <a:pt x="206044" y="222618"/>
                  </a:lnTo>
                  <a:lnTo>
                    <a:pt x="205473" y="222948"/>
                  </a:lnTo>
                  <a:lnTo>
                    <a:pt x="205981" y="223710"/>
                  </a:lnTo>
                  <a:lnTo>
                    <a:pt x="206540" y="223469"/>
                  </a:lnTo>
                  <a:lnTo>
                    <a:pt x="206908" y="223304"/>
                  </a:lnTo>
                  <a:lnTo>
                    <a:pt x="207657" y="222986"/>
                  </a:lnTo>
                  <a:lnTo>
                    <a:pt x="208305" y="222707"/>
                  </a:lnTo>
                  <a:close/>
                </a:path>
                <a:path w="240029" h="330834">
                  <a:moveTo>
                    <a:pt x="208356" y="312039"/>
                  </a:moveTo>
                  <a:lnTo>
                    <a:pt x="200939" y="312039"/>
                  </a:lnTo>
                  <a:lnTo>
                    <a:pt x="200926" y="317792"/>
                  </a:lnTo>
                  <a:lnTo>
                    <a:pt x="204647" y="317792"/>
                  </a:lnTo>
                  <a:lnTo>
                    <a:pt x="208343" y="317792"/>
                  </a:lnTo>
                  <a:lnTo>
                    <a:pt x="208356" y="312039"/>
                  </a:lnTo>
                  <a:close/>
                </a:path>
                <a:path w="240029" h="330834">
                  <a:moveTo>
                    <a:pt x="208953" y="300075"/>
                  </a:moveTo>
                  <a:lnTo>
                    <a:pt x="205790" y="300164"/>
                  </a:lnTo>
                  <a:lnTo>
                    <a:pt x="202844" y="295973"/>
                  </a:lnTo>
                  <a:lnTo>
                    <a:pt x="197358" y="299135"/>
                  </a:lnTo>
                  <a:lnTo>
                    <a:pt x="200571" y="303707"/>
                  </a:lnTo>
                  <a:lnTo>
                    <a:pt x="201256" y="304800"/>
                  </a:lnTo>
                  <a:lnTo>
                    <a:pt x="206590" y="308254"/>
                  </a:lnTo>
                  <a:lnTo>
                    <a:pt x="208292" y="302348"/>
                  </a:lnTo>
                  <a:lnTo>
                    <a:pt x="208953" y="300075"/>
                  </a:lnTo>
                  <a:close/>
                </a:path>
                <a:path w="240029" h="330834">
                  <a:moveTo>
                    <a:pt x="210223" y="267373"/>
                  </a:moveTo>
                  <a:lnTo>
                    <a:pt x="210083" y="267258"/>
                  </a:lnTo>
                  <a:lnTo>
                    <a:pt x="209804" y="267030"/>
                  </a:lnTo>
                  <a:lnTo>
                    <a:pt x="209410" y="266700"/>
                  </a:lnTo>
                  <a:lnTo>
                    <a:pt x="208356" y="265811"/>
                  </a:lnTo>
                  <a:lnTo>
                    <a:pt x="208000" y="266166"/>
                  </a:lnTo>
                  <a:lnTo>
                    <a:pt x="208229" y="266446"/>
                  </a:lnTo>
                  <a:lnTo>
                    <a:pt x="208546" y="266839"/>
                  </a:lnTo>
                  <a:lnTo>
                    <a:pt x="208889" y="267233"/>
                  </a:lnTo>
                  <a:lnTo>
                    <a:pt x="209550" y="268046"/>
                  </a:lnTo>
                  <a:lnTo>
                    <a:pt x="210223" y="267373"/>
                  </a:lnTo>
                  <a:close/>
                </a:path>
                <a:path w="240029" h="330834">
                  <a:moveTo>
                    <a:pt x="210426" y="320103"/>
                  </a:moveTo>
                  <a:lnTo>
                    <a:pt x="204266" y="320103"/>
                  </a:lnTo>
                  <a:lnTo>
                    <a:pt x="204266" y="324878"/>
                  </a:lnTo>
                  <a:lnTo>
                    <a:pt x="207340" y="324878"/>
                  </a:lnTo>
                  <a:lnTo>
                    <a:pt x="210426" y="324878"/>
                  </a:lnTo>
                  <a:lnTo>
                    <a:pt x="210426" y="320103"/>
                  </a:lnTo>
                  <a:close/>
                </a:path>
                <a:path w="240029" h="330834">
                  <a:moveTo>
                    <a:pt x="210832" y="230809"/>
                  </a:moveTo>
                  <a:lnTo>
                    <a:pt x="208318" y="230555"/>
                  </a:lnTo>
                  <a:lnTo>
                    <a:pt x="206857" y="232498"/>
                  </a:lnTo>
                  <a:lnTo>
                    <a:pt x="207899" y="233260"/>
                  </a:lnTo>
                  <a:lnTo>
                    <a:pt x="207962" y="233133"/>
                  </a:lnTo>
                  <a:lnTo>
                    <a:pt x="208457" y="232714"/>
                  </a:lnTo>
                  <a:lnTo>
                    <a:pt x="209042" y="232879"/>
                  </a:lnTo>
                  <a:lnTo>
                    <a:pt x="208902" y="233019"/>
                  </a:lnTo>
                  <a:lnTo>
                    <a:pt x="208064" y="233108"/>
                  </a:lnTo>
                  <a:lnTo>
                    <a:pt x="207975" y="233260"/>
                  </a:lnTo>
                  <a:lnTo>
                    <a:pt x="208495" y="234569"/>
                  </a:lnTo>
                  <a:lnTo>
                    <a:pt x="210578" y="234289"/>
                  </a:lnTo>
                  <a:lnTo>
                    <a:pt x="210693" y="232714"/>
                  </a:lnTo>
                  <a:lnTo>
                    <a:pt x="210832" y="230809"/>
                  </a:lnTo>
                  <a:close/>
                </a:path>
                <a:path w="240029" h="330834">
                  <a:moveTo>
                    <a:pt x="215747" y="261696"/>
                  </a:moveTo>
                  <a:lnTo>
                    <a:pt x="215163" y="261696"/>
                  </a:lnTo>
                  <a:lnTo>
                    <a:pt x="215163" y="262140"/>
                  </a:lnTo>
                  <a:lnTo>
                    <a:pt x="215455" y="262140"/>
                  </a:lnTo>
                  <a:lnTo>
                    <a:pt x="215747" y="262140"/>
                  </a:lnTo>
                  <a:lnTo>
                    <a:pt x="215747" y="261696"/>
                  </a:lnTo>
                  <a:close/>
                </a:path>
                <a:path w="240029" h="330834">
                  <a:moveTo>
                    <a:pt x="224028" y="282473"/>
                  </a:moveTo>
                  <a:lnTo>
                    <a:pt x="219862" y="282473"/>
                  </a:lnTo>
                  <a:lnTo>
                    <a:pt x="219862" y="285711"/>
                  </a:lnTo>
                  <a:lnTo>
                    <a:pt x="221945" y="285711"/>
                  </a:lnTo>
                  <a:lnTo>
                    <a:pt x="224028" y="285711"/>
                  </a:lnTo>
                  <a:lnTo>
                    <a:pt x="224028" y="282473"/>
                  </a:lnTo>
                  <a:close/>
                </a:path>
                <a:path w="240029" h="330834">
                  <a:moveTo>
                    <a:pt x="239458" y="322275"/>
                  </a:moveTo>
                  <a:lnTo>
                    <a:pt x="232257" y="321678"/>
                  </a:lnTo>
                  <a:lnTo>
                    <a:pt x="232702" y="326517"/>
                  </a:lnTo>
                  <a:lnTo>
                    <a:pt x="232816" y="327240"/>
                  </a:lnTo>
                  <a:lnTo>
                    <a:pt x="235013" y="330441"/>
                  </a:lnTo>
                  <a:lnTo>
                    <a:pt x="239052" y="328955"/>
                  </a:lnTo>
                  <a:lnTo>
                    <a:pt x="238455" y="326517"/>
                  </a:lnTo>
                  <a:lnTo>
                    <a:pt x="238379" y="326212"/>
                  </a:lnTo>
                  <a:lnTo>
                    <a:pt x="238302" y="326517"/>
                  </a:lnTo>
                  <a:lnTo>
                    <a:pt x="238290" y="325843"/>
                  </a:lnTo>
                  <a:lnTo>
                    <a:pt x="238379" y="326212"/>
                  </a:lnTo>
                  <a:lnTo>
                    <a:pt x="238480" y="325843"/>
                  </a:lnTo>
                  <a:lnTo>
                    <a:pt x="239458" y="32227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042043" y="7714773"/>
              <a:ext cx="270510" cy="394335"/>
            </a:xfrm>
            <a:custGeom>
              <a:avLst/>
              <a:gdLst/>
              <a:ahLst/>
              <a:cxnLst/>
              <a:rect l="l" t="t" r="r" b="b"/>
              <a:pathLst>
                <a:path w="270510" h="394334">
                  <a:moveTo>
                    <a:pt x="6769" y="19989"/>
                  </a:moveTo>
                  <a:lnTo>
                    <a:pt x="6286" y="19481"/>
                  </a:lnTo>
                  <a:lnTo>
                    <a:pt x="5956" y="19799"/>
                  </a:lnTo>
                  <a:lnTo>
                    <a:pt x="5092" y="20662"/>
                  </a:lnTo>
                  <a:lnTo>
                    <a:pt x="5588" y="21170"/>
                  </a:lnTo>
                  <a:lnTo>
                    <a:pt x="6273" y="20485"/>
                  </a:lnTo>
                  <a:lnTo>
                    <a:pt x="6451" y="20294"/>
                  </a:lnTo>
                  <a:lnTo>
                    <a:pt x="6769" y="19989"/>
                  </a:lnTo>
                  <a:close/>
                </a:path>
                <a:path w="270510" h="394334">
                  <a:moveTo>
                    <a:pt x="7734" y="159016"/>
                  </a:moveTo>
                  <a:lnTo>
                    <a:pt x="6502" y="158140"/>
                  </a:lnTo>
                  <a:lnTo>
                    <a:pt x="3568" y="156057"/>
                  </a:lnTo>
                  <a:lnTo>
                    <a:pt x="1536" y="157619"/>
                  </a:lnTo>
                  <a:lnTo>
                    <a:pt x="1943" y="158737"/>
                  </a:lnTo>
                  <a:lnTo>
                    <a:pt x="1841" y="158864"/>
                  </a:lnTo>
                  <a:lnTo>
                    <a:pt x="0" y="159778"/>
                  </a:lnTo>
                  <a:lnTo>
                    <a:pt x="762" y="162229"/>
                  </a:lnTo>
                  <a:lnTo>
                    <a:pt x="6159" y="164299"/>
                  </a:lnTo>
                  <a:lnTo>
                    <a:pt x="7696" y="159143"/>
                  </a:lnTo>
                  <a:lnTo>
                    <a:pt x="7734" y="159016"/>
                  </a:lnTo>
                  <a:close/>
                </a:path>
                <a:path w="270510" h="394334">
                  <a:moveTo>
                    <a:pt x="9474" y="291147"/>
                  </a:moveTo>
                  <a:lnTo>
                    <a:pt x="2946" y="291147"/>
                  </a:lnTo>
                  <a:lnTo>
                    <a:pt x="2946" y="296202"/>
                  </a:lnTo>
                  <a:lnTo>
                    <a:pt x="6197" y="296202"/>
                  </a:lnTo>
                  <a:lnTo>
                    <a:pt x="9461" y="296202"/>
                  </a:lnTo>
                  <a:lnTo>
                    <a:pt x="9474" y="291147"/>
                  </a:lnTo>
                  <a:close/>
                </a:path>
                <a:path w="270510" h="394334">
                  <a:moveTo>
                    <a:pt x="9740" y="254508"/>
                  </a:moveTo>
                  <a:lnTo>
                    <a:pt x="9156" y="254508"/>
                  </a:lnTo>
                  <a:lnTo>
                    <a:pt x="9156" y="254965"/>
                  </a:lnTo>
                  <a:lnTo>
                    <a:pt x="9448" y="254965"/>
                  </a:lnTo>
                  <a:lnTo>
                    <a:pt x="9740" y="254965"/>
                  </a:lnTo>
                  <a:lnTo>
                    <a:pt x="9740" y="254508"/>
                  </a:lnTo>
                  <a:close/>
                </a:path>
                <a:path w="270510" h="394334">
                  <a:moveTo>
                    <a:pt x="13779" y="363664"/>
                  </a:moveTo>
                  <a:lnTo>
                    <a:pt x="11607" y="363664"/>
                  </a:lnTo>
                  <a:lnTo>
                    <a:pt x="11607" y="365353"/>
                  </a:lnTo>
                  <a:lnTo>
                    <a:pt x="12687" y="365353"/>
                  </a:lnTo>
                  <a:lnTo>
                    <a:pt x="13779" y="365353"/>
                  </a:lnTo>
                  <a:lnTo>
                    <a:pt x="13779" y="363664"/>
                  </a:lnTo>
                  <a:close/>
                </a:path>
                <a:path w="270510" h="394334">
                  <a:moveTo>
                    <a:pt x="14224" y="167830"/>
                  </a:moveTo>
                  <a:lnTo>
                    <a:pt x="13779" y="167868"/>
                  </a:lnTo>
                  <a:lnTo>
                    <a:pt x="13055" y="167906"/>
                  </a:lnTo>
                  <a:lnTo>
                    <a:pt x="12700" y="167944"/>
                  </a:lnTo>
                  <a:lnTo>
                    <a:pt x="12331" y="167957"/>
                  </a:lnTo>
                  <a:lnTo>
                    <a:pt x="12331" y="168478"/>
                  </a:lnTo>
                  <a:lnTo>
                    <a:pt x="12700" y="168490"/>
                  </a:lnTo>
                  <a:lnTo>
                    <a:pt x="13055" y="168529"/>
                  </a:lnTo>
                  <a:lnTo>
                    <a:pt x="13779" y="168567"/>
                  </a:lnTo>
                  <a:lnTo>
                    <a:pt x="14224" y="168605"/>
                  </a:lnTo>
                  <a:lnTo>
                    <a:pt x="14224" y="167830"/>
                  </a:lnTo>
                  <a:close/>
                </a:path>
                <a:path w="270510" h="394334">
                  <a:moveTo>
                    <a:pt x="14897" y="102450"/>
                  </a:moveTo>
                  <a:lnTo>
                    <a:pt x="14693" y="101434"/>
                  </a:lnTo>
                  <a:lnTo>
                    <a:pt x="13804" y="100876"/>
                  </a:lnTo>
                  <a:lnTo>
                    <a:pt x="13627" y="100774"/>
                  </a:lnTo>
                  <a:lnTo>
                    <a:pt x="11645" y="99504"/>
                  </a:lnTo>
                  <a:lnTo>
                    <a:pt x="9791" y="102666"/>
                  </a:lnTo>
                  <a:lnTo>
                    <a:pt x="11404" y="103695"/>
                  </a:lnTo>
                  <a:lnTo>
                    <a:pt x="11684" y="104394"/>
                  </a:lnTo>
                  <a:lnTo>
                    <a:pt x="13665" y="105054"/>
                  </a:lnTo>
                  <a:lnTo>
                    <a:pt x="14376" y="103568"/>
                  </a:lnTo>
                  <a:lnTo>
                    <a:pt x="14897" y="102450"/>
                  </a:lnTo>
                  <a:close/>
                </a:path>
                <a:path w="270510" h="394334">
                  <a:moveTo>
                    <a:pt x="16230" y="357251"/>
                  </a:moveTo>
                  <a:lnTo>
                    <a:pt x="15646" y="357251"/>
                  </a:lnTo>
                  <a:lnTo>
                    <a:pt x="15646" y="357708"/>
                  </a:lnTo>
                  <a:lnTo>
                    <a:pt x="15938" y="357708"/>
                  </a:lnTo>
                  <a:lnTo>
                    <a:pt x="16230" y="357708"/>
                  </a:lnTo>
                  <a:lnTo>
                    <a:pt x="16230" y="357251"/>
                  </a:lnTo>
                  <a:close/>
                </a:path>
                <a:path w="270510" h="394334">
                  <a:moveTo>
                    <a:pt x="17056" y="68910"/>
                  </a:moveTo>
                  <a:lnTo>
                    <a:pt x="16992" y="67856"/>
                  </a:lnTo>
                  <a:lnTo>
                    <a:pt x="16789" y="67729"/>
                  </a:lnTo>
                  <a:lnTo>
                    <a:pt x="16725" y="67246"/>
                  </a:lnTo>
                  <a:lnTo>
                    <a:pt x="16548" y="65684"/>
                  </a:lnTo>
                  <a:lnTo>
                    <a:pt x="12420" y="68491"/>
                  </a:lnTo>
                  <a:lnTo>
                    <a:pt x="15824" y="70599"/>
                  </a:lnTo>
                  <a:lnTo>
                    <a:pt x="16941" y="69951"/>
                  </a:lnTo>
                  <a:lnTo>
                    <a:pt x="17056" y="68910"/>
                  </a:lnTo>
                  <a:close/>
                </a:path>
                <a:path w="270510" h="394334">
                  <a:moveTo>
                    <a:pt x="17729" y="207187"/>
                  </a:moveTo>
                  <a:lnTo>
                    <a:pt x="17437" y="205651"/>
                  </a:lnTo>
                  <a:lnTo>
                    <a:pt x="16738" y="202311"/>
                  </a:lnTo>
                  <a:lnTo>
                    <a:pt x="12192" y="206883"/>
                  </a:lnTo>
                  <a:lnTo>
                    <a:pt x="15532" y="207556"/>
                  </a:lnTo>
                  <a:lnTo>
                    <a:pt x="17043" y="207873"/>
                  </a:lnTo>
                  <a:lnTo>
                    <a:pt x="17729" y="207187"/>
                  </a:lnTo>
                  <a:close/>
                </a:path>
                <a:path w="270510" h="394334">
                  <a:moveTo>
                    <a:pt x="18326" y="126009"/>
                  </a:moveTo>
                  <a:lnTo>
                    <a:pt x="18122" y="125818"/>
                  </a:lnTo>
                  <a:lnTo>
                    <a:pt x="17995" y="125945"/>
                  </a:lnTo>
                  <a:lnTo>
                    <a:pt x="17335" y="126606"/>
                  </a:lnTo>
                  <a:lnTo>
                    <a:pt x="17526" y="126809"/>
                  </a:lnTo>
                  <a:lnTo>
                    <a:pt x="18326" y="126009"/>
                  </a:lnTo>
                  <a:close/>
                </a:path>
                <a:path w="270510" h="394334">
                  <a:moveTo>
                    <a:pt x="18542" y="111734"/>
                  </a:moveTo>
                  <a:lnTo>
                    <a:pt x="17805" y="108585"/>
                  </a:lnTo>
                  <a:lnTo>
                    <a:pt x="17145" y="105676"/>
                  </a:lnTo>
                  <a:lnTo>
                    <a:pt x="14732" y="105676"/>
                  </a:lnTo>
                  <a:lnTo>
                    <a:pt x="13335" y="111709"/>
                  </a:lnTo>
                  <a:lnTo>
                    <a:pt x="18542" y="111734"/>
                  </a:lnTo>
                  <a:close/>
                </a:path>
                <a:path w="270510" h="394334">
                  <a:moveTo>
                    <a:pt x="18719" y="326047"/>
                  </a:moveTo>
                  <a:lnTo>
                    <a:pt x="18478" y="325056"/>
                  </a:lnTo>
                  <a:lnTo>
                    <a:pt x="18008" y="323151"/>
                  </a:lnTo>
                  <a:lnTo>
                    <a:pt x="15176" y="323202"/>
                  </a:lnTo>
                  <a:lnTo>
                    <a:pt x="14681" y="325056"/>
                  </a:lnTo>
                  <a:lnTo>
                    <a:pt x="14414" y="326059"/>
                  </a:lnTo>
                  <a:lnTo>
                    <a:pt x="14478" y="326694"/>
                  </a:lnTo>
                  <a:lnTo>
                    <a:pt x="15684" y="328777"/>
                  </a:lnTo>
                  <a:lnTo>
                    <a:pt x="17449" y="328752"/>
                  </a:lnTo>
                  <a:lnTo>
                    <a:pt x="18681" y="326682"/>
                  </a:lnTo>
                  <a:lnTo>
                    <a:pt x="18719" y="326047"/>
                  </a:lnTo>
                  <a:close/>
                </a:path>
                <a:path w="270510" h="394334">
                  <a:moveTo>
                    <a:pt x="19164" y="299821"/>
                  </a:moveTo>
                  <a:lnTo>
                    <a:pt x="17246" y="300634"/>
                  </a:lnTo>
                  <a:lnTo>
                    <a:pt x="16764" y="300824"/>
                  </a:lnTo>
                  <a:lnTo>
                    <a:pt x="15824" y="301231"/>
                  </a:lnTo>
                  <a:lnTo>
                    <a:pt x="15824" y="302336"/>
                  </a:lnTo>
                  <a:lnTo>
                    <a:pt x="19151" y="303733"/>
                  </a:lnTo>
                  <a:lnTo>
                    <a:pt x="19164" y="299821"/>
                  </a:lnTo>
                  <a:close/>
                </a:path>
                <a:path w="270510" h="394334">
                  <a:moveTo>
                    <a:pt x="19456" y="266661"/>
                  </a:moveTo>
                  <a:lnTo>
                    <a:pt x="16738" y="266661"/>
                  </a:lnTo>
                  <a:lnTo>
                    <a:pt x="16738" y="268770"/>
                  </a:lnTo>
                  <a:lnTo>
                    <a:pt x="18097" y="268770"/>
                  </a:lnTo>
                  <a:lnTo>
                    <a:pt x="19456" y="268770"/>
                  </a:lnTo>
                  <a:lnTo>
                    <a:pt x="19456" y="266661"/>
                  </a:lnTo>
                  <a:close/>
                </a:path>
                <a:path w="270510" h="394334">
                  <a:moveTo>
                    <a:pt x="19634" y="177063"/>
                  </a:moveTo>
                  <a:lnTo>
                    <a:pt x="18732" y="177063"/>
                  </a:lnTo>
                  <a:lnTo>
                    <a:pt x="18732" y="177761"/>
                  </a:lnTo>
                  <a:lnTo>
                    <a:pt x="19177" y="177761"/>
                  </a:lnTo>
                  <a:lnTo>
                    <a:pt x="19634" y="177761"/>
                  </a:lnTo>
                  <a:lnTo>
                    <a:pt x="19634" y="177063"/>
                  </a:lnTo>
                  <a:close/>
                </a:path>
                <a:path w="270510" h="394334">
                  <a:moveTo>
                    <a:pt x="20739" y="15290"/>
                  </a:moveTo>
                  <a:lnTo>
                    <a:pt x="18783" y="11455"/>
                  </a:lnTo>
                  <a:lnTo>
                    <a:pt x="17830" y="9613"/>
                  </a:lnTo>
                  <a:lnTo>
                    <a:pt x="16205" y="9613"/>
                  </a:lnTo>
                  <a:lnTo>
                    <a:pt x="15684" y="10617"/>
                  </a:lnTo>
                  <a:lnTo>
                    <a:pt x="13296" y="15290"/>
                  </a:lnTo>
                  <a:lnTo>
                    <a:pt x="20739" y="15290"/>
                  </a:lnTo>
                  <a:close/>
                </a:path>
                <a:path w="270510" h="394334">
                  <a:moveTo>
                    <a:pt x="21247" y="24853"/>
                  </a:moveTo>
                  <a:lnTo>
                    <a:pt x="17119" y="24853"/>
                  </a:lnTo>
                  <a:lnTo>
                    <a:pt x="17957" y="26885"/>
                  </a:lnTo>
                  <a:lnTo>
                    <a:pt x="18580" y="28359"/>
                  </a:lnTo>
                  <a:lnTo>
                    <a:pt x="19786" y="28359"/>
                  </a:lnTo>
                  <a:lnTo>
                    <a:pt x="21247" y="24853"/>
                  </a:lnTo>
                  <a:close/>
                </a:path>
                <a:path w="270510" h="394334">
                  <a:moveTo>
                    <a:pt x="21297" y="5448"/>
                  </a:moveTo>
                  <a:lnTo>
                    <a:pt x="19545" y="1549"/>
                  </a:lnTo>
                  <a:lnTo>
                    <a:pt x="17627" y="3378"/>
                  </a:lnTo>
                  <a:lnTo>
                    <a:pt x="17068" y="3898"/>
                  </a:lnTo>
                  <a:lnTo>
                    <a:pt x="16802" y="4178"/>
                  </a:lnTo>
                  <a:lnTo>
                    <a:pt x="15913" y="5003"/>
                  </a:lnTo>
                  <a:lnTo>
                    <a:pt x="16852" y="6223"/>
                  </a:lnTo>
                  <a:lnTo>
                    <a:pt x="19062" y="5854"/>
                  </a:lnTo>
                  <a:lnTo>
                    <a:pt x="21297" y="5448"/>
                  </a:lnTo>
                  <a:close/>
                </a:path>
                <a:path w="270510" h="394334">
                  <a:moveTo>
                    <a:pt x="21323" y="196608"/>
                  </a:moveTo>
                  <a:lnTo>
                    <a:pt x="20967" y="194513"/>
                  </a:lnTo>
                  <a:lnTo>
                    <a:pt x="20853" y="194259"/>
                  </a:lnTo>
                  <a:lnTo>
                    <a:pt x="20523" y="193179"/>
                  </a:lnTo>
                  <a:lnTo>
                    <a:pt x="20383" y="192773"/>
                  </a:lnTo>
                  <a:lnTo>
                    <a:pt x="18326" y="192430"/>
                  </a:lnTo>
                  <a:lnTo>
                    <a:pt x="17780" y="193370"/>
                  </a:lnTo>
                  <a:lnTo>
                    <a:pt x="14592" y="194754"/>
                  </a:lnTo>
                  <a:lnTo>
                    <a:pt x="15900" y="198196"/>
                  </a:lnTo>
                  <a:lnTo>
                    <a:pt x="20408" y="198247"/>
                  </a:lnTo>
                  <a:lnTo>
                    <a:pt x="21323" y="196608"/>
                  </a:lnTo>
                  <a:close/>
                </a:path>
                <a:path w="270510" h="394334">
                  <a:moveTo>
                    <a:pt x="22402" y="43307"/>
                  </a:moveTo>
                  <a:lnTo>
                    <a:pt x="22390" y="42075"/>
                  </a:lnTo>
                  <a:lnTo>
                    <a:pt x="22034" y="41656"/>
                  </a:lnTo>
                  <a:lnTo>
                    <a:pt x="19773" y="40284"/>
                  </a:lnTo>
                  <a:lnTo>
                    <a:pt x="18326" y="41719"/>
                  </a:lnTo>
                  <a:lnTo>
                    <a:pt x="19672" y="43992"/>
                  </a:lnTo>
                  <a:lnTo>
                    <a:pt x="20078" y="44348"/>
                  </a:lnTo>
                  <a:lnTo>
                    <a:pt x="21907" y="44361"/>
                  </a:lnTo>
                  <a:lnTo>
                    <a:pt x="22402" y="43865"/>
                  </a:lnTo>
                  <a:lnTo>
                    <a:pt x="22402" y="43307"/>
                  </a:lnTo>
                  <a:close/>
                </a:path>
                <a:path w="270510" h="394334">
                  <a:moveTo>
                    <a:pt x="22999" y="233718"/>
                  </a:moveTo>
                  <a:lnTo>
                    <a:pt x="20739" y="231432"/>
                  </a:lnTo>
                  <a:lnTo>
                    <a:pt x="19837" y="233083"/>
                  </a:lnTo>
                  <a:lnTo>
                    <a:pt x="19723" y="233299"/>
                  </a:lnTo>
                  <a:lnTo>
                    <a:pt x="19596" y="233514"/>
                  </a:lnTo>
                  <a:lnTo>
                    <a:pt x="19481" y="233730"/>
                  </a:lnTo>
                  <a:lnTo>
                    <a:pt x="19024" y="234530"/>
                  </a:lnTo>
                  <a:lnTo>
                    <a:pt x="19913" y="235419"/>
                  </a:lnTo>
                  <a:lnTo>
                    <a:pt x="20726" y="234975"/>
                  </a:lnTo>
                  <a:lnTo>
                    <a:pt x="20942" y="234861"/>
                  </a:lnTo>
                  <a:lnTo>
                    <a:pt x="21158" y="234734"/>
                  </a:lnTo>
                  <a:lnTo>
                    <a:pt x="21374" y="234619"/>
                  </a:lnTo>
                  <a:lnTo>
                    <a:pt x="22999" y="233718"/>
                  </a:lnTo>
                  <a:close/>
                </a:path>
                <a:path w="270510" h="394334">
                  <a:moveTo>
                    <a:pt x="25958" y="10629"/>
                  </a:moveTo>
                  <a:lnTo>
                    <a:pt x="25374" y="10629"/>
                  </a:lnTo>
                  <a:lnTo>
                    <a:pt x="25374" y="11087"/>
                  </a:lnTo>
                  <a:lnTo>
                    <a:pt x="25666" y="11087"/>
                  </a:lnTo>
                  <a:lnTo>
                    <a:pt x="25958" y="11087"/>
                  </a:lnTo>
                  <a:lnTo>
                    <a:pt x="25958" y="10629"/>
                  </a:lnTo>
                  <a:close/>
                </a:path>
                <a:path w="270510" h="394334">
                  <a:moveTo>
                    <a:pt x="27863" y="274243"/>
                  </a:moveTo>
                  <a:lnTo>
                    <a:pt x="27254" y="273634"/>
                  </a:lnTo>
                  <a:lnTo>
                    <a:pt x="26263" y="273837"/>
                  </a:lnTo>
                  <a:lnTo>
                    <a:pt x="26060" y="273888"/>
                  </a:lnTo>
                  <a:lnTo>
                    <a:pt x="22796" y="274548"/>
                  </a:lnTo>
                  <a:lnTo>
                    <a:pt x="26936" y="278688"/>
                  </a:lnTo>
                  <a:lnTo>
                    <a:pt x="27571" y="275653"/>
                  </a:lnTo>
                  <a:lnTo>
                    <a:pt x="27609" y="275437"/>
                  </a:lnTo>
                  <a:lnTo>
                    <a:pt x="27863" y="274243"/>
                  </a:lnTo>
                  <a:close/>
                </a:path>
                <a:path w="270510" h="394334">
                  <a:moveTo>
                    <a:pt x="29578" y="341134"/>
                  </a:moveTo>
                  <a:lnTo>
                    <a:pt x="22834" y="341134"/>
                  </a:lnTo>
                  <a:lnTo>
                    <a:pt x="24752" y="344271"/>
                  </a:lnTo>
                  <a:lnTo>
                    <a:pt x="25552" y="345579"/>
                  </a:lnTo>
                  <a:lnTo>
                    <a:pt x="26873" y="345579"/>
                  </a:lnTo>
                  <a:lnTo>
                    <a:pt x="29578" y="341134"/>
                  </a:lnTo>
                  <a:close/>
                </a:path>
                <a:path w="270510" h="394334">
                  <a:moveTo>
                    <a:pt x="30391" y="211607"/>
                  </a:moveTo>
                  <a:lnTo>
                    <a:pt x="30378" y="210820"/>
                  </a:lnTo>
                  <a:lnTo>
                    <a:pt x="30060" y="209842"/>
                  </a:lnTo>
                  <a:lnTo>
                    <a:pt x="29895" y="209791"/>
                  </a:lnTo>
                  <a:lnTo>
                    <a:pt x="30251" y="210769"/>
                  </a:lnTo>
                  <a:lnTo>
                    <a:pt x="30226" y="211645"/>
                  </a:lnTo>
                  <a:lnTo>
                    <a:pt x="29857" y="212521"/>
                  </a:lnTo>
                  <a:lnTo>
                    <a:pt x="29806" y="212686"/>
                  </a:lnTo>
                  <a:lnTo>
                    <a:pt x="30073" y="212775"/>
                  </a:lnTo>
                  <a:lnTo>
                    <a:pt x="30137" y="212598"/>
                  </a:lnTo>
                  <a:lnTo>
                    <a:pt x="30391" y="211607"/>
                  </a:lnTo>
                  <a:close/>
                </a:path>
                <a:path w="270510" h="394334">
                  <a:moveTo>
                    <a:pt x="30721" y="56680"/>
                  </a:moveTo>
                  <a:lnTo>
                    <a:pt x="30353" y="56680"/>
                  </a:lnTo>
                  <a:lnTo>
                    <a:pt x="30353" y="56959"/>
                  </a:lnTo>
                  <a:lnTo>
                    <a:pt x="30530" y="56959"/>
                  </a:lnTo>
                  <a:lnTo>
                    <a:pt x="30721" y="56959"/>
                  </a:lnTo>
                  <a:lnTo>
                    <a:pt x="30721" y="56680"/>
                  </a:lnTo>
                  <a:close/>
                </a:path>
                <a:path w="270510" h="394334">
                  <a:moveTo>
                    <a:pt x="31254" y="115328"/>
                  </a:moveTo>
                  <a:lnTo>
                    <a:pt x="30518" y="113487"/>
                  </a:lnTo>
                  <a:lnTo>
                    <a:pt x="30238" y="113017"/>
                  </a:lnTo>
                  <a:lnTo>
                    <a:pt x="28054" y="110578"/>
                  </a:lnTo>
                  <a:lnTo>
                    <a:pt x="25285" y="113360"/>
                  </a:lnTo>
                  <a:lnTo>
                    <a:pt x="27051" y="114922"/>
                  </a:lnTo>
                  <a:lnTo>
                    <a:pt x="27736" y="115519"/>
                  </a:lnTo>
                  <a:lnTo>
                    <a:pt x="28194" y="115811"/>
                  </a:lnTo>
                  <a:lnTo>
                    <a:pt x="30035" y="116535"/>
                  </a:lnTo>
                  <a:lnTo>
                    <a:pt x="31254" y="115328"/>
                  </a:lnTo>
                  <a:close/>
                </a:path>
                <a:path w="270510" h="394334">
                  <a:moveTo>
                    <a:pt x="31534" y="391007"/>
                  </a:moveTo>
                  <a:lnTo>
                    <a:pt x="27368" y="391007"/>
                  </a:lnTo>
                  <a:lnTo>
                    <a:pt x="27368" y="394246"/>
                  </a:lnTo>
                  <a:lnTo>
                    <a:pt x="29451" y="394246"/>
                  </a:lnTo>
                  <a:lnTo>
                    <a:pt x="31534" y="394246"/>
                  </a:lnTo>
                  <a:lnTo>
                    <a:pt x="31534" y="391007"/>
                  </a:lnTo>
                  <a:close/>
                </a:path>
                <a:path w="270510" h="394334">
                  <a:moveTo>
                    <a:pt x="31597" y="83248"/>
                  </a:moveTo>
                  <a:lnTo>
                    <a:pt x="30289" y="81241"/>
                  </a:lnTo>
                  <a:lnTo>
                    <a:pt x="30124" y="81813"/>
                  </a:lnTo>
                  <a:lnTo>
                    <a:pt x="30226" y="81165"/>
                  </a:lnTo>
                  <a:lnTo>
                    <a:pt x="30784" y="79463"/>
                  </a:lnTo>
                  <a:lnTo>
                    <a:pt x="29857" y="79184"/>
                  </a:lnTo>
                  <a:lnTo>
                    <a:pt x="25171" y="77736"/>
                  </a:lnTo>
                  <a:lnTo>
                    <a:pt x="22225" y="82067"/>
                  </a:lnTo>
                  <a:lnTo>
                    <a:pt x="27470" y="86537"/>
                  </a:lnTo>
                  <a:lnTo>
                    <a:pt x="31457" y="83362"/>
                  </a:lnTo>
                  <a:lnTo>
                    <a:pt x="31597" y="83248"/>
                  </a:lnTo>
                  <a:close/>
                </a:path>
                <a:path w="270510" h="394334">
                  <a:moveTo>
                    <a:pt x="32054" y="133235"/>
                  </a:moveTo>
                  <a:lnTo>
                    <a:pt x="30988" y="129184"/>
                  </a:lnTo>
                  <a:lnTo>
                    <a:pt x="27330" y="130530"/>
                  </a:lnTo>
                  <a:lnTo>
                    <a:pt x="28308" y="132753"/>
                  </a:lnTo>
                  <a:lnTo>
                    <a:pt x="28295" y="132918"/>
                  </a:lnTo>
                  <a:lnTo>
                    <a:pt x="28079" y="134404"/>
                  </a:lnTo>
                  <a:lnTo>
                    <a:pt x="28854" y="135064"/>
                  </a:lnTo>
                  <a:lnTo>
                    <a:pt x="31381" y="134950"/>
                  </a:lnTo>
                  <a:lnTo>
                    <a:pt x="32054" y="133235"/>
                  </a:lnTo>
                  <a:close/>
                </a:path>
                <a:path w="270510" h="394334">
                  <a:moveTo>
                    <a:pt x="33401" y="25349"/>
                  </a:moveTo>
                  <a:lnTo>
                    <a:pt x="32346" y="23088"/>
                  </a:lnTo>
                  <a:lnTo>
                    <a:pt x="31750" y="21793"/>
                  </a:lnTo>
                  <a:lnTo>
                    <a:pt x="31457" y="21145"/>
                  </a:lnTo>
                  <a:lnTo>
                    <a:pt x="31000" y="20193"/>
                  </a:lnTo>
                  <a:lnTo>
                    <a:pt x="29425" y="20662"/>
                  </a:lnTo>
                  <a:lnTo>
                    <a:pt x="29565" y="23114"/>
                  </a:lnTo>
                  <a:lnTo>
                    <a:pt x="29603" y="23837"/>
                  </a:lnTo>
                  <a:lnTo>
                    <a:pt x="29730" y="26200"/>
                  </a:lnTo>
                  <a:lnTo>
                    <a:pt x="33401" y="25349"/>
                  </a:lnTo>
                  <a:close/>
                </a:path>
                <a:path w="270510" h="394334">
                  <a:moveTo>
                    <a:pt x="33616" y="245922"/>
                  </a:moveTo>
                  <a:lnTo>
                    <a:pt x="31800" y="245922"/>
                  </a:lnTo>
                  <a:lnTo>
                    <a:pt x="31788" y="247332"/>
                  </a:lnTo>
                  <a:lnTo>
                    <a:pt x="32702" y="247332"/>
                  </a:lnTo>
                  <a:lnTo>
                    <a:pt x="33604" y="247332"/>
                  </a:lnTo>
                  <a:lnTo>
                    <a:pt x="33616" y="245922"/>
                  </a:lnTo>
                  <a:close/>
                </a:path>
                <a:path w="270510" h="394334">
                  <a:moveTo>
                    <a:pt x="34759" y="14884"/>
                  </a:moveTo>
                  <a:lnTo>
                    <a:pt x="33223" y="15024"/>
                  </a:lnTo>
                  <a:lnTo>
                    <a:pt x="33007" y="15087"/>
                  </a:lnTo>
                  <a:lnTo>
                    <a:pt x="32816" y="15036"/>
                  </a:lnTo>
                  <a:lnTo>
                    <a:pt x="32639" y="14884"/>
                  </a:lnTo>
                  <a:lnTo>
                    <a:pt x="32054" y="14617"/>
                  </a:lnTo>
                  <a:lnTo>
                    <a:pt x="31051" y="14909"/>
                  </a:lnTo>
                  <a:lnTo>
                    <a:pt x="31318" y="16903"/>
                  </a:lnTo>
                  <a:lnTo>
                    <a:pt x="31991" y="17526"/>
                  </a:lnTo>
                  <a:lnTo>
                    <a:pt x="34734" y="17272"/>
                  </a:lnTo>
                  <a:lnTo>
                    <a:pt x="34759" y="14884"/>
                  </a:lnTo>
                  <a:close/>
                </a:path>
                <a:path w="270510" h="394334">
                  <a:moveTo>
                    <a:pt x="34785" y="365480"/>
                  </a:moveTo>
                  <a:lnTo>
                    <a:pt x="31699" y="365480"/>
                  </a:lnTo>
                  <a:lnTo>
                    <a:pt x="31699" y="367868"/>
                  </a:lnTo>
                  <a:lnTo>
                    <a:pt x="33235" y="367868"/>
                  </a:lnTo>
                  <a:lnTo>
                    <a:pt x="34785" y="367868"/>
                  </a:lnTo>
                  <a:lnTo>
                    <a:pt x="34785" y="365480"/>
                  </a:lnTo>
                  <a:close/>
                </a:path>
                <a:path w="270510" h="394334">
                  <a:moveTo>
                    <a:pt x="36144" y="159473"/>
                  </a:moveTo>
                  <a:lnTo>
                    <a:pt x="30353" y="159473"/>
                  </a:lnTo>
                  <a:lnTo>
                    <a:pt x="30340" y="163982"/>
                  </a:lnTo>
                  <a:lnTo>
                    <a:pt x="33235" y="163982"/>
                  </a:lnTo>
                  <a:lnTo>
                    <a:pt x="36131" y="163982"/>
                  </a:lnTo>
                  <a:lnTo>
                    <a:pt x="36144" y="159473"/>
                  </a:lnTo>
                  <a:close/>
                </a:path>
                <a:path w="270510" h="394334">
                  <a:moveTo>
                    <a:pt x="36588" y="30314"/>
                  </a:moveTo>
                  <a:lnTo>
                    <a:pt x="30975" y="30314"/>
                  </a:lnTo>
                  <a:lnTo>
                    <a:pt x="30975" y="34671"/>
                  </a:lnTo>
                  <a:lnTo>
                    <a:pt x="33782" y="34671"/>
                  </a:lnTo>
                  <a:lnTo>
                    <a:pt x="36588" y="34671"/>
                  </a:lnTo>
                  <a:lnTo>
                    <a:pt x="36588" y="30314"/>
                  </a:lnTo>
                  <a:close/>
                </a:path>
                <a:path w="270510" h="394334">
                  <a:moveTo>
                    <a:pt x="36931" y="191452"/>
                  </a:moveTo>
                  <a:lnTo>
                    <a:pt x="36449" y="190804"/>
                  </a:lnTo>
                  <a:lnTo>
                    <a:pt x="36423" y="191452"/>
                  </a:lnTo>
                  <a:lnTo>
                    <a:pt x="36410" y="190754"/>
                  </a:lnTo>
                  <a:lnTo>
                    <a:pt x="36487" y="189687"/>
                  </a:lnTo>
                  <a:lnTo>
                    <a:pt x="36487" y="189458"/>
                  </a:lnTo>
                  <a:lnTo>
                    <a:pt x="35890" y="189344"/>
                  </a:lnTo>
                  <a:lnTo>
                    <a:pt x="35890" y="190055"/>
                  </a:lnTo>
                  <a:lnTo>
                    <a:pt x="35750" y="189966"/>
                  </a:lnTo>
                  <a:lnTo>
                    <a:pt x="35890" y="190055"/>
                  </a:lnTo>
                  <a:lnTo>
                    <a:pt x="35890" y="189344"/>
                  </a:lnTo>
                  <a:lnTo>
                    <a:pt x="32867" y="188696"/>
                  </a:lnTo>
                  <a:lnTo>
                    <a:pt x="31051" y="191452"/>
                  </a:lnTo>
                  <a:lnTo>
                    <a:pt x="33743" y="193662"/>
                  </a:lnTo>
                  <a:lnTo>
                    <a:pt x="34569" y="193878"/>
                  </a:lnTo>
                  <a:lnTo>
                    <a:pt x="36436" y="192786"/>
                  </a:lnTo>
                  <a:lnTo>
                    <a:pt x="36918" y="191757"/>
                  </a:lnTo>
                  <a:lnTo>
                    <a:pt x="36931" y="191452"/>
                  </a:lnTo>
                  <a:close/>
                </a:path>
                <a:path w="270510" h="394334">
                  <a:moveTo>
                    <a:pt x="37566" y="260121"/>
                  </a:moveTo>
                  <a:lnTo>
                    <a:pt x="36576" y="259359"/>
                  </a:lnTo>
                  <a:lnTo>
                    <a:pt x="35902" y="260070"/>
                  </a:lnTo>
                  <a:lnTo>
                    <a:pt x="35623" y="260337"/>
                  </a:lnTo>
                  <a:lnTo>
                    <a:pt x="33540" y="262534"/>
                  </a:lnTo>
                  <a:lnTo>
                    <a:pt x="36880" y="264058"/>
                  </a:lnTo>
                  <a:lnTo>
                    <a:pt x="37211" y="262128"/>
                  </a:lnTo>
                  <a:lnTo>
                    <a:pt x="37287" y="261747"/>
                  </a:lnTo>
                  <a:lnTo>
                    <a:pt x="37414" y="260959"/>
                  </a:lnTo>
                  <a:lnTo>
                    <a:pt x="37566" y="260121"/>
                  </a:lnTo>
                  <a:close/>
                </a:path>
                <a:path w="270510" h="394334">
                  <a:moveTo>
                    <a:pt x="37858" y="181508"/>
                  </a:moveTo>
                  <a:lnTo>
                    <a:pt x="37274" y="181508"/>
                  </a:lnTo>
                  <a:lnTo>
                    <a:pt x="37274" y="181965"/>
                  </a:lnTo>
                  <a:lnTo>
                    <a:pt x="37566" y="181965"/>
                  </a:lnTo>
                  <a:lnTo>
                    <a:pt x="37858" y="181965"/>
                  </a:lnTo>
                  <a:lnTo>
                    <a:pt x="37858" y="181508"/>
                  </a:lnTo>
                  <a:close/>
                </a:path>
                <a:path w="270510" h="394334">
                  <a:moveTo>
                    <a:pt x="37871" y="307327"/>
                  </a:moveTo>
                  <a:lnTo>
                    <a:pt x="37744" y="304965"/>
                  </a:lnTo>
                  <a:lnTo>
                    <a:pt x="37604" y="302996"/>
                  </a:lnTo>
                  <a:lnTo>
                    <a:pt x="34137" y="302768"/>
                  </a:lnTo>
                  <a:lnTo>
                    <a:pt x="34137" y="307187"/>
                  </a:lnTo>
                  <a:lnTo>
                    <a:pt x="34124" y="306984"/>
                  </a:lnTo>
                  <a:lnTo>
                    <a:pt x="34137" y="307187"/>
                  </a:lnTo>
                  <a:lnTo>
                    <a:pt x="34137" y="302768"/>
                  </a:lnTo>
                  <a:lnTo>
                    <a:pt x="31407" y="302577"/>
                  </a:lnTo>
                  <a:lnTo>
                    <a:pt x="30645" y="307301"/>
                  </a:lnTo>
                  <a:lnTo>
                    <a:pt x="33172" y="307327"/>
                  </a:lnTo>
                  <a:lnTo>
                    <a:pt x="33731" y="309041"/>
                  </a:lnTo>
                  <a:lnTo>
                    <a:pt x="37846" y="307340"/>
                  </a:lnTo>
                  <a:close/>
                </a:path>
                <a:path w="270510" h="394334">
                  <a:moveTo>
                    <a:pt x="38404" y="221526"/>
                  </a:moveTo>
                  <a:lnTo>
                    <a:pt x="37820" y="221526"/>
                  </a:lnTo>
                  <a:lnTo>
                    <a:pt x="37820" y="221970"/>
                  </a:lnTo>
                  <a:lnTo>
                    <a:pt x="38112" y="221970"/>
                  </a:lnTo>
                  <a:lnTo>
                    <a:pt x="38404" y="221970"/>
                  </a:lnTo>
                  <a:lnTo>
                    <a:pt x="38404" y="221526"/>
                  </a:lnTo>
                  <a:close/>
                </a:path>
                <a:path w="270510" h="394334">
                  <a:moveTo>
                    <a:pt x="38747" y="66205"/>
                  </a:moveTo>
                  <a:lnTo>
                    <a:pt x="38290" y="64922"/>
                  </a:lnTo>
                  <a:lnTo>
                    <a:pt x="37325" y="65176"/>
                  </a:lnTo>
                  <a:lnTo>
                    <a:pt x="37045" y="65138"/>
                  </a:lnTo>
                  <a:lnTo>
                    <a:pt x="36779" y="65100"/>
                  </a:lnTo>
                  <a:lnTo>
                    <a:pt x="36512" y="65062"/>
                  </a:lnTo>
                  <a:lnTo>
                    <a:pt x="35077" y="64198"/>
                  </a:lnTo>
                  <a:lnTo>
                    <a:pt x="34048" y="66763"/>
                  </a:lnTo>
                  <a:lnTo>
                    <a:pt x="35636" y="67119"/>
                  </a:lnTo>
                  <a:lnTo>
                    <a:pt x="36563" y="67310"/>
                  </a:lnTo>
                  <a:lnTo>
                    <a:pt x="37172" y="67259"/>
                  </a:lnTo>
                  <a:lnTo>
                    <a:pt x="37973" y="66713"/>
                  </a:lnTo>
                  <a:lnTo>
                    <a:pt x="38747" y="66205"/>
                  </a:lnTo>
                  <a:close/>
                </a:path>
                <a:path w="270510" h="394334">
                  <a:moveTo>
                    <a:pt x="40982" y="224256"/>
                  </a:moveTo>
                  <a:lnTo>
                    <a:pt x="39217" y="223481"/>
                  </a:lnTo>
                  <a:lnTo>
                    <a:pt x="38989" y="223393"/>
                  </a:lnTo>
                  <a:lnTo>
                    <a:pt x="38760" y="223291"/>
                  </a:lnTo>
                  <a:lnTo>
                    <a:pt x="38531" y="223189"/>
                  </a:lnTo>
                  <a:lnTo>
                    <a:pt x="37744" y="222834"/>
                  </a:lnTo>
                  <a:lnTo>
                    <a:pt x="37033" y="223532"/>
                  </a:lnTo>
                  <a:lnTo>
                    <a:pt x="37579" y="224790"/>
                  </a:lnTo>
                  <a:lnTo>
                    <a:pt x="37680" y="225018"/>
                  </a:lnTo>
                  <a:lnTo>
                    <a:pt x="38442" y="226771"/>
                  </a:lnTo>
                  <a:lnTo>
                    <a:pt x="40982" y="224256"/>
                  </a:lnTo>
                  <a:close/>
                </a:path>
                <a:path w="270510" h="394334">
                  <a:moveTo>
                    <a:pt x="41376" y="46126"/>
                  </a:moveTo>
                  <a:lnTo>
                    <a:pt x="40195" y="45224"/>
                  </a:lnTo>
                  <a:lnTo>
                    <a:pt x="39789" y="44919"/>
                  </a:lnTo>
                  <a:lnTo>
                    <a:pt x="39395" y="44627"/>
                  </a:lnTo>
                  <a:lnTo>
                    <a:pt x="39001" y="44323"/>
                  </a:lnTo>
                  <a:lnTo>
                    <a:pt x="38455" y="43903"/>
                  </a:lnTo>
                  <a:lnTo>
                    <a:pt x="37630" y="44729"/>
                  </a:lnTo>
                  <a:lnTo>
                    <a:pt x="38646" y="46075"/>
                  </a:lnTo>
                  <a:lnTo>
                    <a:pt x="38950" y="46469"/>
                  </a:lnTo>
                  <a:lnTo>
                    <a:pt x="39839" y="47650"/>
                  </a:lnTo>
                  <a:lnTo>
                    <a:pt x="41376" y="46126"/>
                  </a:lnTo>
                  <a:close/>
                </a:path>
                <a:path w="270510" h="394334">
                  <a:moveTo>
                    <a:pt x="42087" y="237883"/>
                  </a:moveTo>
                  <a:lnTo>
                    <a:pt x="36296" y="237883"/>
                  </a:lnTo>
                  <a:lnTo>
                    <a:pt x="36283" y="242392"/>
                  </a:lnTo>
                  <a:lnTo>
                    <a:pt x="39192" y="242392"/>
                  </a:lnTo>
                  <a:lnTo>
                    <a:pt x="42075" y="242392"/>
                  </a:lnTo>
                  <a:lnTo>
                    <a:pt x="42087" y="237883"/>
                  </a:lnTo>
                  <a:close/>
                </a:path>
                <a:path w="270510" h="394334">
                  <a:moveTo>
                    <a:pt x="44323" y="22009"/>
                  </a:moveTo>
                  <a:lnTo>
                    <a:pt x="43789" y="22009"/>
                  </a:lnTo>
                  <a:lnTo>
                    <a:pt x="43789" y="22428"/>
                  </a:lnTo>
                  <a:lnTo>
                    <a:pt x="44056" y="22428"/>
                  </a:lnTo>
                  <a:lnTo>
                    <a:pt x="44323" y="22428"/>
                  </a:lnTo>
                  <a:lnTo>
                    <a:pt x="44323" y="22009"/>
                  </a:lnTo>
                  <a:close/>
                </a:path>
                <a:path w="270510" h="394334">
                  <a:moveTo>
                    <a:pt x="45986" y="121793"/>
                  </a:moveTo>
                  <a:lnTo>
                    <a:pt x="43446" y="119227"/>
                  </a:lnTo>
                  <a:lnTo>
                    <a:pt x="42418" y="121081"/>
                  </a:lnTo>
                  <a:lnTo>
                    <a:pt x="42303" y="121297"/>
                  </a:lnTo>
                  <a:lnTo>
                    <a:pt x="42176" y="121500"/>
                  </a:lnTo>
                  <a:lnTo>
                    <a:pt x="42062" y="121729"/>
                  </a:lnTo>
                  <a:lnTo>
                    <a:pt x="41554" y="122643"/>
                  </a:lnTo>
                  <a:lnTo>
                    <a:pt x="42583" y="123685"/>
                  </a:lnTo>
                  <a:lnTo>
                    <a:pt x="43726" y="123050"/>
                  </a:lnTo>
                  <a:lnTo>
                    <a:pt x="43942" y="122923"/>
                  </a:lnTo>
                  <a:lnTo>
                    <a:pt x="44145" y="122809"/>
                  </a:lnTo>
                  <a:lnTo>
                    <a:pt x="45986" y="121793"/>
                  </a:lnTo>
                  <a:close/>
                </a:path>
                <a:path w="270510" h="394334">
                  <a:moveTo>
                    <a:pt x="46151" y="157124"/>
                  </a:moveTo>
                  <a:lnTo>
                    <a:pt x="42278" y="161366"/>
                  </a:lnTo>
                  <a:lnTo>
                    <a:pt x="43916" y="161620"/>
                  </a:lnTo>
                  <a:lnTo>
                    <a:pt x="45046" y="159994"/>
                  </a:lnTo>
                  <a:lnTo>
                    <a:pt x="45161" y="159689"/>
                  </a:lnTo>
                  <a:lnTo>
                    <a:pt x="46151" y="157124"/>
                  </a:lnTo>
                  <a:close/>
                </a:path>
                <a:path w="270510" h="394334">
                  <a:moveTo>
                    <a:pt x="50393" y="103136"/>
                  </a:moveTo>
                  <a:lnTo>
                    <a:pt x="50342" y="102501"/>
                  </a:lnTo>
                  <a:lnTo>
                    <a:pt x="48348" y="98577"/>
                  </a:lnTo>
                  <a:lnTo>
                    <a:pt x="43573" y="101993"/>
                  </a:lnTo>
                  <a:lnTo>
                    <a:pt x="45339" y="103733"/>
                  </a:lnTo>
                  <a:lnTo>
                    <a:pt x="46329" y="105003"/>
                  </a:lnTo>
                  <a:lnTo>
                    <a:pt x="46647" y="105359"/>
                  </a:lnTo>
                  <a:lnTo>
                    <a:pt x="46977" y="105587"/>
                  </a:lnTo>
                  <a:lnTo>
                    <a:pt x="48526" y="106006"/>
                  </a:lnTo>
                  <a:lnTo>
                    <a:pt x="50038" y="105346"/>
                  </a:lnTo>
                  <a:lnTo>
                    <a:pt x="50393" y="103136"/>
                  </a:lnTo>
                  <a:close/>
                </a:path>
                <a:path w="270510" h="394334">
                  <a:moveTo>
                    <a:pt x="50444" y="137375"/>
                  </a:moveTo>
                  <a:lnTo>
                    <a:pt x="44907" y="138506"/>
                  </a:lnTo>
                  <a:lnTo>
                    <a:pt x="46202" y="141173"/>
                  </a:lnTo>
                  <a:lnTo>
                    <a:pt x="46024" y="142735"/>
                  </a:lnTo>
                  <a:lnTo>
                    <a:pt x="47980" y="143637"/>
                  </a:lnTo>
                  <a:lnTo>
                    <a:pt x="50012" y="142392"/>
                  </a:lnTo>
                  <a:lnTo>
                    <a:pt x="50431" y="141744"/>
                  </a:lnTo>
                  <a:lnTo>
                    <a:pt x="50444" y="137375"/>
                  </a:lnTo>
                  <a:close/>
                </a:path>
                <a:path w="270510" h="394334">
                  <a:moveTo>
                    <a:pt x="50546" y="56896"/>
                  </a:moveTo>
                  <a:lnTo>
                    <a:pt x="50012" y="56946"/>
                  </a:lnTo>
                  <a:lnTo>
                    <a:pt x="49288" y="57010"/>
                  </a:lnTo>
                  <a:lnTo>
                    <a:pt x="47840" y="57162"/>
                  </a:lnTo>
                  <a:lnTo>
                    <a:pt x="47574" y="57175"/>
                  </a:lnTo>
                  <a:lnTo>
                    <a:pt x="47574" y="57543"/>
                  </a:lnTo>
                  <a:lnTo>
                    <a:pt x="47840" y="57581"/>
                  </a:lnTo>
                  <a:lnTo>
                    <a:pt x="48564" y="57645"/>
                  </a:lnTo>
                  <a:lnTo>
                    <a:pt x="49288" y="57708"/>
                  </a:lnTo>
                  <a:lnTo>
                    <a:pt x="50546" y="57835"/>
                  </a:lnTo>
                  <a:lnTo>
                    <a:pt x="50546" y="56896"/>
                  </a:lnTo>
                  <a:close/>
                </a:path>
                <a:path w="270510" h="394334">
                  <a:moveTo>
                    <a:pt x="51130" y="54203"/>
                  </a:moveTo>
                  <a:lnTo>
                    <a:pt x="50685" y="52781"/>
                  </a:lnTo>
                  <a:lnTo>
                    <a:pt x="48247" y="52781"/>
                  </a:lnTo>
                  <a:lnTo>
                    <a:pt x="47790" y="54203"/>
                  </a:lnTo>
                  <a:lnTo>
                    <a:pt x="48514" y="55067"/>
                  </a:lnTo>
                  <a:lnTo>
                    <a:pt x="48691" y="55270"/>
                  </a:lnTo>
                  <a:lnTo>
                    <a:pt x="49098" y="55740"/>
                  </a:lnTo>
                  <a:lnTo>
                    <a:pt x="49834" y="55740"/>
                  </a:lnTo>
                  <a:lnTo>
                    <a:pt x="50241" y="55270"/>
                  </a:lnTo>
                  <a:lnTo>
                    <a:pt x="50406" y="55067"/>
                  </a:lnTo>
                  <a:lnTo>
                    <a:pt x="51130" y="54203"/>
                  </a:lnTo>
                  <a:close/>
                </a:path>
                <a:path w="270510" h="394334">
                  <a:moveTo>
                    <a:pt x="58166" y="249745"/>
                  </a:moveTo>
                  <a:lnTo>
                    <a:pt x="56502" y="248234"/>
                  </a:lnTo>
                  <a:lnTo>
                    <a:pt x="53124" y="245186"/>
                  </a:lnTo>
                  <a:lnTo>
                    <a:pt x="51828" y="246126"/>
                  </a:lnTo>
                  <a:lnTo>
                    <a:pt x="55194" y="252095"/>
                  </a:lnTo>
                  <a:lnTo>
                    <a:pt x="58166" y="249745"/>
                  </a:lnTo>
                  <a:close/>
                </a:path>
                <a:path w="270510" h="394334">
                  <a:moveTo>
                    <a:pt x="58585" y="265798"/>
                  </a:moveTo>
                  <a:lnTo>
                    <a:pt x="52247" y="265798"/>
                  </a:lnTo>
                  <a:lnTo>
                    <a:pt x="52235" y="270713"/>
                  </a:lnTo>
                  <a:lnTo>
                    <a:pt x="55410" y="270713"/>
                  </a:lnTo>
                  <a:lnTo>
                    <a:pt x="58572" y="270713"/>
                  </a:lnTo>
                  <a:lnTo>
                    <a:pt x="58585" y="265798"/>
                  </a:lnTo>
                  <a:close/>
                </a:path>
                <a:path w="270510" h="394334">
                  <a:moveTo>
                    <a:pt x="69557" y="46850"/>
                  </a:moveTo>
                  <a:lnTo>
                    <a:pt x="67411" y="44056"/>
                  </a:lnTo>
                  <a:lnTo>
                    <a:pt x="66497" y="43370"/>
                  </a:lnTo>
                  <a:lnTo>
                    <a:pt x="63690" y="42214"/>
                  </a:lnTo>
                  <a:lnTo>
                    <a:pt x="62344" y="44107"/>
                  </a:lnTo>
                  <a:lnTo>
                    <a:pt x="62623" y="44526"/>
                  </a:lnTo>
                  <a:lnTo>
                    <a:pt x="61887" y="45834"/>
                  </a:lnTo>
                  <a:lnTo>
                    <a:pt x="63728" y="48336"/>
                  </a:lnTo>
                  <a:lnTo>
                    <a:pt x="64643" y="49009"/>
                  </a:lnTo>
                  <a:lnTo>
                    <a:pt x="67919" y="48933"/>
                  </a:lnTo>
                  <a:lnTo>
                    <a:pt x="69557" y="46850"/>
                  </a:lnTo>
                  <a:close/>
                </a:path>
                <a:path w="270510" h="394334">
                  <a:moveTo>
                    <a:pt x="125107" y="20840"/>
                  </a:moveTo>
                  <a:lnTo>
                    <a:pt x="125056" y="19761"/>
                  </a:lnTo>
                  <a:lnTo>
                    <a:pt x="122491" y="15227"/>
                  </a:lnTo>
                  <a:lnTo>
                    <a:pt x="117500" y="18122"/>
                  </a:lnTo>
                  <a:lnTo>
                    <a:pt x="119214" y="21170"/>
                  </a:lnTo>
                  <a:lnTo>
                    <a:pt x="119214" y="21526"/>
                  </a:lnTo>
                  <a:lnTo>
                    <a:pt x="119291" y="21920"/>
                  </a:lnTo>
                  <a:lnTo>
                    <a:pt x="119367" y="22415"/>
                  </a:lnTo>
                  <a:lnTo>
                    <a:pt x="119532" y="22834"/>
                  </a:lnTo>
                  <a:lnTo>
                    <a:pt x="120243" y="23926"/>
                  </a:lnTo>
                  <a:lnTo>
                    <a:pt x="121018" y="24485"/>
                  </a:lnTo>
                  <a:lnTo>
                    <a:pt x="123266" y="24345"/>
                  </a:lnTo>
                  <a:lnTo>
                    <a:pt x="124739" y="23571"/>
                  </a:lnTo>
                  <a:lnTo>
                    <a:pt x="125107" y="20840"/>
                  </a:lnTo>
                  <a:close/>
                </a:path>
                <a:path w="270510" h="394334">
                  <a:moveTo>
                    <a:pt x="139598" y="81038"/>
                  </a:moveTo>
                  <a:lnTo>
                    <a:pt x="138887" y="79883"/>
                  </a:lnTo>
                  <a:lnTo>
                    <a:pt x="137147" y="78651"/>
                  </a:lnTo>
                  <a:lnTo>
                    <a:pt x="136385" y="78689"/>
                  </a:lnTo>
                  <a:lnTo>
                    <a:pt x="135077" y="78930"/>
                  </a:lnTo>
                  <a:lnTo>
                    <a:pt x="134759" y="78841"/>
                  </a:lnTo>
                  <a:lnTo>
                    <a:pt x="134759" y="79679"/>
                  </a:lnTo>
                  <a:lnTo>
                    <a:pt x="134670" y="79883"/>
                  </a:lnTo>
                  <a:lnTo>
                    <a:pt x="134315" y="80721"/>
                  </a:lnTo>
                  <a:lnTo>
                    <a:pt x="134747" y="79679"/>
                  </a:lnTo>
                  <a:lnTo>
                    <a:pt x="134759" y="78841"/>
                  </a:lnTo>
                  <a:lnTo>
                    <a:pt x="134175" y="78676"/>
                  </a:lnTo>
                  <a:lnTo>
                    <a:pt x="134175" y="81064"/>
                  </a:lnTo>
                  <a:lnTo>
                    <a:pt x="134099" y="81508"/>
                  </a:lnTo>
                  <a:lnTo>
                    <a:pt x="134048" y="81381"/>
                  </a:lnTo>
                  <a:lnTo>
                    <a:pt x="133985" y="81508"/>
                  </a:lnTo>
                  <a:lnTo>
                    <a:pt x="133972" y="81203"/>
                  </a:lnTo>
                  <a:lnTo>
                    <a:pt x="134048" y="78638"/>
                  </a:lnTo>
                  <a:lnTo>
                    <a:pt x="132130" y="81800"/>
                  </a:lnTo>
                  <a:lnTo>
                    <a:pt x="134721" y="84251"/>
                  </a:lnTo>
                  <a:lnTo>
                    <a:pt x="135432" y="84569"/>
                  </a:lnTo>
                  <a:lnTo>
                    <a:pt x="137718" y="84493"/>
                  </a:lnTo>
                  <a:lnTo>
                    <a:pt x="138658" y="83718"/>
                  </a:lnTo>
                  <a:lnTo>
                    <a:pt x="138925" y="82956"/>
                  </a:lnTo>
                  <a:lnTo>
                    <a:pt x="139598" y="81038"/>
                  </a:lnTo>
                  <a:close/>
                </a:path>
                <a:path w="270510" h="394334">
                  <a:moveTo>
                    <a:pt x="147535" y="173875"/>
                  </a:moveTo>
                  <a:lnTo>
                    <a:pt x="147040" y="173113"/>
                  </a:lnTo>
                  <a:lnTo>
                    <a:pt x="145072" y="169443"/>
                  </a:lnTo>
                  <a:lnTo>
                    <a:pt x="141147" y="172110"/>
                  </a:lnTo>
                  <a:lnTo>
                    <a:pt x="143141" y="174574"/>
                  </a:lnTo>
                  <a:lnTo>
                    <a:pt x="143941" y="175564"/>
                  </a:lnTo>
                  <a:lnTo>
                    <a:pt x="144411" y="176072"/>
                  </a:lnTo>
                  <a:lnTo>
                    <a:pt x="146380" y="176237"/>
                  </a:lnTo>
                  <a:lnTo>
                    <a:pt x="146939" y="175691"/>
                  </a:lnTo>
                  <a:lnTo>
                    <a:pt x="147535" y="173875"/>
                  </a:lnTo>
                  <a:close/>
                </a:path>
                <a:path w="270510" h="394334">
                  <a:moveTo>
                    <a:pt x="149529" y="6223"/>
                  </a:moveTo>
                  <a:lnTo>
                    <a:pt x="149491" y="3695"/>
                  </a:lnTo>
                  <a:lnTo>
                    <a:pt x="149326" y="3162"/>
                  </a:lnTo>
                  <a:lnTo>
                    <a:pt x="147739" y="0"/>
                  </a:lnTo>
                  <a:lnTo>
                    <a:pt x="144335" y="1993"/>
                  </a:lnTo>
                  <a:lnTo>
                    <a:pt x="145465" y="4254"/>
                  </a:lnTo>
                  <a:lnTo>
                    <a:pt x="145884" y="5067"/>
                  </a:lnTo>
                  <a:lnTo>
                    <a:pt x="146024" y="5283"/>
                  </a:lnTo>
                  <a:lnTo>
                    <a:pt x="147789" y="6642"/>
                  </a:lnTo>
                  <a:lnTo>
                    <a:pt x="149529" y="6223"/>
                  </a:lnTo>
                  <a:close/>
                </a:path>
                <a:path w="270510" h="394334">
                  <a:moveTo>
                    <a:pt x="155206" y="42722"/>
                  </a:moveTo>
                  <a:lnTo>
                    <a:pt x="155194" y="42227"/>
                  </a:lnTo>
                  <a:lnTo>
                    <a:pt x="155155" y="40805"/>
                  </a:lnTo>
                  <a:lnTo>
                    <a:pt x="154559" y="40081"/>
                  </a:lnTo>
                  <a:lnTo>
                    <a:pt x="150837" y="38823"/>
                  </a:lnTo>
                  <a:lnTo>
                    <a:pt x="149860" y="43357"/>
                  </a:lnTo>
                  <a:lnTo>
                    <a:pt x="151409" y="43548"/>
                  </a:lnTo>
                  <a:lnTo>
                    <a:pt x="152793" y="44780"/>
                  </a:lnTo>
                  <a:lnTo>
                    <a:pt x="154139" y="43751"/>
                  </a:lnTo>
                  <a:lnTo>
                    <a:pt x="154774" y="43268"/>
                  </a:lnTo>
                  <a:lnTo>
                    <a:pt x="155206" y="42722"/>
                  </a:lnTo>
                  <a:close/>
                </a:path>
                <a:path w="270510" h="394334">
                  <a:moveTo>
                    <a:pt x="165506" y="174358"/>
                  </a:moveTo>
                  <a:lnTo>
                    <a:pt x="163741" y="172491"/>
                  </a:lnTo>
                  <a:lnTo>
                    <a:pt x="161798" y="172935"/>
                  </a:lnTo>
                  <a:lnTo>
                    <a:pt x="161505" y="172999"/>
                  </a:lnTo>
                  <a:lnTo>
                    <a:pt x="161213" y="173075"/>
                  </a:lnTo>
                  <a:lnTo>
                    <a:pt x="159753" y="173393"/>
                  </a:lnTo>
                  <a:lnTo>
                    <a:pt x="159499" y="174675"/>
                  </a:lnTo>
                  <a:lnTo>
                    <a:pt x="160045" y="175920"/>
                  </a:lnTo>
                  <a:lnTo>
                    <a:pt x="161150" y="178447"/>
                  </a:lnTo>
                  <a:lnTo>
                    <a:pt x="164007" y="177901"/>
                  </a:lnTo>
                  <a:lnTo>
                    <a:pt x="165506" y="174358"/>
                  </a:lnTo>
                  <a:close/>
                </a:path>
                <a:path w="270510" h="394334">
                  <a:moveTo>
                    <a:pt x="172897" y="72517"/>
                  </a:moveTo>
                  <a:lnTo>
                    <a:pt x="171907" y="72212"/>
                  </a:lnTo>
                  <a:lnTo>
                    <a:pt x="171665" y="72148"/>
                  </a:lnTo>
                  <a:lnTo>
                    <a:pt x="171450" y="72072"/>
                  </a:lnTo>
                  <a:lnTo>
                    <a:pt x="169202" y="71386"/>
                  </a:lnTo>
                  <a:lnTo>
                    <a:pt x="169189" y="75069"/>
                  </a:lnTo>
                  <a:lnTo>
                    <a:pt x="171234" y="74447"/>
                  </a:lnTo>
                  <a:lnTo>
                    <a:pt x="171450" y="74383"/>
                  </a:lnTo>
                  <a:lnTo>
                    <a:pt x="171665" y="74307"/>
                  </a:lnTo>
                  <a:lnTo>
                    <a:pt x="171907" y="74244"/>
                  </a:lnTo>
                  <a:lnTo>
                    <a:pt x="172897" y="73939"/>
                  </a:lnTo>
                  <a:lnTo>
                    <a:pt x="172897" y="72517"/>
                  </a:lnTo>
                  <a:close/>
                </a:path>
                <a:path w="270510" h="394334">
                  <a:moveTo>
                    <a:pt x="173355" y="114820"/>
                  </a:moveTo>
                  <a:lnTo>
                    <a:pt x="172770" y="114820"/>
                  </a:lnTo>
                  <a:lnTo>
                    <a:pt x="172770" y="115265"/>
                  </a:lnTo>
                  <a:lnTo>
                    <a:pt x="173062" y="115265"/>
                  </a:lnTo>
                  <a:lnTo>
                    <a:pt x="173355" y="115265"/>
                  </a:lnTo>
                  <a:lnTo>
                    <a:pt x="173355" y="114820"/>
                  </a:lnTo>
                  <a:close/>
                </a:path>
                <a:path w="270510" h="394334">
                  <a:moveTo>
                    <a:pt x="176174" y="30632"/>
                  </a:moveTo>
                  <a:lnTo>
                    <a:pt x="172783" y="26797"/>
                  </a:lnTo>
                  <a:lnTo>
                    <a:pt x="169913" y="29629"/>
                  </a:lnTo>
                  <a:lnTo>
                    <a:pt x="171716" y="31305"/>
                  </a:lnTo>
                  <a:lnTo>
                    <a:pt x="171653" y="31483"/>
                  </a:lnTo>
                  <a:lnTo>
                    <a:pt x="170434" y="32372"/>
                  </a:lnTo>
                  <a:lnTo>
                    <a:pt x="170789" y="34251"/>
                  </a:lnTo>
                  <a:lnTo>
                    <a:pt x="175450" y="34378"/>
                  </a:lnTo>
                  <a:lnTo>
                    <a:pt x="176174" y="30632"/>
                  </a:lnTo>
                  <a:close/>
                </a:path>
                <a:path w="270510" h="394334">
                  <a:moveTo>
                    <a:pt x="194589" y="50939"/>
                  </a:moveTo>
                  <a:lnTo>
                    <a:pt x="192468" y="48806"/>
                  </a:lnTo>
                  <a:lnTo>
                    <a:pt x="191617" y="50342"/>
                  </a:lnTo>
                  <a:lnTo>
                    <a:pt x="191300" y="50927"/>
                  </a:lnTo>
                  <a:lnTo>
                    <a:pt x="191135" y="51206"/>
                  </a:lnTo>
                  <a:lnTo>
                    <a:pt x="190754" y="51879"/>
                  </a:lnTo>
                  <a:lnTo>
                    <a:pt x="191503" y="52641"/>
                  </a:lnTo>
                  <a:lnTo>
                    <a:pt x="193052" y="51790"/>
                  </a:lnTo>
                  <a:lnTo>
                    <a:pt x="194589" y="50939"/>
                  </a:lnTo>
                  <a:close/>
                </a:path>
                <a:path w="270510" h="394334">
                  <a:moveTo>
                    <a:pt x="197472" y="74282"/>
                  </a:moveTo>
                  <a:lnTo>
                    <a:pt x="197192" y="73621"/>
                  </a:lnTo>
                  <a:lnTo>
                    <a:pt x="195910" y="70218"/>
                  </a:lnTo>
                  <a:lnTo>
                    <a:pt x="192125" y="71145"/>
                  </a:lnTo>
                  <a:lnTo>
                    <a:pt x="192887" y="73710"/>
                  </a:lnTo>
                  <a:lnTo>
                    <a:pt x="193243" y="74904"/>
                  </a:lnTo>
                  <a:lnTo>
                    <a:pt x="193459" y="75692"/>
                  </a:lnTo>
                  <a:lnTo>
                    <a:pt x="195516" y="77762"/>
                  </a:lnTo>
                  <a:lnTo>
                    <a:pt x="197142" y="76758"/>
                  </a:lnTo>
                  <a:lnTo>
                    <a:pt x="197472" y="74282"/>
                  </a:lnTo>
                  <a:close/>
                </a:path>
                <a:path w="270510" h="394334">
                  <a:moveTo>
                    <a:pt x="231800" y="305320"/>
                  </a:moveTo>
                  <a:lnTo>
                    <a:pt x="230251" y="303961"/>
                  </a:lnTo>
                  <a:lnTo>
                    <a:pt x="229450" y="303263"/>
                  </a:lnTo>
                  <a:lnTo>
                    <a:pt x="228536" y="303250"/>
                  </a:lnTo>
                  <a:lnTo>
                    <a:pt x="227838" y="303872"/>
                  </a:lnTo>
                  <a:lnTo>
                    <a:pt x="226187" y="305333"/>
                  </a:lnTo>
                  <a:lnTo>
                    <a:pt x="227304" y="307594"/>
                  </a:lnTo>
                  <a:lnTo>
                    <a:pt x="230670" y="307594"/>
                  </a:lnTo>
                  <a:lnTo>
                    <a:pt x="231800" y="305320"/>
                  </a:lnTo>
                  <a:close/>
                </a:path>
                <a:path w="270510" h="394334">
                  <a:moveTo>
                    <a:pt x="249580" y="318871"/>
                  </a:moveTo>
                  <a:lnTo>
                    <a:pt x="248920" y="318084"/>
                  </a:lnTo>
                  <a:lnTo>
                    <a:pt x="247015" y="318604"/>
                  </a:lnTo>
                  <a:lnTo>
                    <a:pt x="246443" y="319087"/>
                  </a:lnTo>
                  <a:lnTo>
                    <a:pt x="244817" y="320840"/>
                  </a:lnTo>
                  <a:lnTo>
                    <a:pt x="245783" y="322046"/>
                  </a:lnTo>
                  <a:lnTo>
                    <a:pt x="246786" y="321551"/>
                  </a:lnTo>
                  <a:lnTo>
                    <a:pt x="247904" y="321005"/>
                  </a:lnTo>
                  <a:lnTo>
                    <a:pt x="248513" y="320573"/>
                  </a:lnTo>
                  <a:lnTo>
                    <a:pt x="249186" y="319519"/>
                  </a:lnTo>
                  <a:lnTo>
                    <a:pt x="249580" y="318871"/>
                  </a:lnTo>
                  <a:close/>
                </a:path>
                <a:path w="270510" h="394334">
                  <a:moveTo>
                    <a:pt x="256133" y="377736"/>
                  </a:moveTo>
                  <a:lnTo>
                    <a:pt x="255765" y="377545"/>
                  </a:lnTo>
                  <a:lnTo>
                    <a:pt x="255130" y="377190"/>
                  </a:lnTo>
                  <a:lnTo>
                    <a:pt x="254927" y="377151"/>
                  </a:lnTo>
                  <a:lnTo>
                    <a:pt x="254241" y="377418"/>
                  </a:lnTo>
                  <a:lnTo>
                    <a:pt x="253631" y="377634"/>
                  </a:lnTo>
                  <a:lnTo>
                    <a:pt x="253631" y="378409"/>
                  </a:lnTo>
                  <a:lnTo>
                    <a:pt x="254241" y="378637"/>
                  </a:lnTo>
                  <a:lnTo>
                    <a:pt x="254927" y="378891"/>
                  </a:lnTo>
                  <a:lnTo>
                    <a:pt x="255143" y="378866"/>
                  </a:lnTo>
                  <a:lnTo>
                    <a:pt x="256133" y="378320"/>
                  </a:lnTo>
                  <a:lnTo>
                    <a:pt x="256133" y="377736"/>
                  </a:lnTo>
                  <a:close/>
                </a:path>
                <a:path w="270510" h="394334">
                  <a:moveTo>
                    <a:pt x="270408" y="364680"/>
                  </a:moveTo>
                  <a:lnTo>
                    <a:pt x="262305" y="364744"/>
                  </a:lnTo>
                  <a:lnTo>
                    <a:pt x="263804" y="368998"/>
                  </a:lnTo>
                  <a:lnTo>
                    <a:pt x="264134" y="369951"/>
                  </a:lnTo>
                  <a:lnTo>
                    <a:pt x="264490" y="370598"/>
                  </a:lnTo>
                  <a:lnTo>
                    <a:pt x="265950" y="371500"/>
                  </a:lnTo>
                  <a:lnTo>
                    <a:pt x="266814" y="371513"/>
                  </a:lnTo>
                  <a:lnTo>
                    <a:pt x="268287" y="370560"/>
                  </a:lnTo>
                  <a:lnTo>
                    <a:pt x="268630" y="369963"/>
                  </a:lnTo>
                  <a:lnTo>
                    <a:pt x="270408" y="36468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048889" y="7602606"/>
              <a:ext cx="271780" cy="377190"/>
            </a:xfrm>
            <a:custGeom>
              <a:avLst/>
              <a:gdLst/>
              <a:ahLst/>
              <a:cxnLst/>
              <a:rect l="l" t="t" r="r" b="b"/>
              <a:pathLst>
                <a:path w="271779" h="377190">
                  <a:moveTo>
                    <a:pt x="6972" y="3606"/>
                  </a:moveTo>
                  <a:lnTo>
                    <a:pt x="3606" y="0"/>
                  </a:lnTo>
                  <a:lnTo>
                    <a:pt x="0" y="1663"/>
                  </a:lnTo>
                  <a:lnTo>
                    <a:pt x="0" y="7188"/>
                  </a:lnTo>
                  <a:lnTo>
                    <a:pt x="3606" y="8839"/>
                  </a:lnTo>
                  <a:lnTo>
                    <a:pt x="5575" y="6731"/>
                  </a:lnTo>
                  <a:lnTo>
                    <a:pt x="6959" y="5245"/>
                  </a:lnTo>
                  <a:lnTo>
                    <a:pt x="6972" y="3606"/>
                  </a:lnTo>
                  <a:close/>
                </a:path>
                <a:path w="271779" h="377190">
                  <a:moveTo>
                    <a:pt x="10185" y="58343"/>
                  </a:moveTo>
                  <a:lnTo>
                    <a:pt x="9956" y="56807"/>
                  </a:lnTo>
                  <a:lnTo>
                    <a:pt x="9893" y="56349"/>
                  </a:lnTo>
                  <a:lnTo>
                    <a:pt x="9842" y="56108"/>
                  </a:lnTo>
                  <a:lnTo>
                    <a:pt x="9728" y="55308"/>
                  </a:lnTo>
                  <a:lnTo>
                    <a:pt x="8343" y="55308"/>
                  </a:lnTo>
                  <a:lnTo>
                    <a:pt x="8191" y="56349"/>
                  </a:lnTo>
                  <a:lnTo>
                    <a:pt x="8153" y="56578"/>
                  </a:lnTo>
                  <a:lnTo>
                    <a:pt x="7899" y="58331"/>
                  </a:lnTo>
                  <a:lnTo>
                    <a:pt x="10185" y="58343"/>
                  </a:lnTo>
                  <a:close/>
                </a:path>
                <a:path w="271779" h="377190">
                  <a:moveTo>
                    <a:pt x="11112" y="31064"/>
                  </a:moveTo>
                  <a:lnTo>
                    <a:pt x="10261" y="29121"/>
                  </a:lnTo>
                  <a:lnTo>
                    <a:pt x="9385" y="27139"/>
                  </a:lnTo>
                  <a:lnTo>
                    <a:pt x="5143" y="22313"/>
                  </a:lnTo>
                  <a:lnTo>
                    <a:pt x="1536" y="23622"/>
                  </a:lnTo>
                  <a:lnTo>
                    <a:pt x="2108" y="28613"/>
                  </a:lnTo>
                  <a:lnTo>
                    <a:pt x="2476" y="30721"/>
                  </a:lnTo>
                  <a:lnTo>
                    <a:pt x="4368" y="34988"/>
                  </a:lnTo>
                  <a:lnTo>
                    <a:pt x="7175" y="35445"/>
                  </a:lnTo>
                  <a:lnTo>
                    <a:pt x="10845" y="33299"/>
                  </a:lnTo>
                  <a:lnTo>
                    <a:pt x="11112" y="31064"/>
                  </a:lnTo>
                  <a:close/>
                </a:path>
                <a:path w="271779" h="377190">
                  <a:moveTo>
                    <a:pt x="11430" y="97142"/>
                  </a:moveTo>
                  <a:lnTo>
                    <a:pt x="10972" y="97142"/>
                  </a:lnTo>
                  <a:lnTo>
                    <a:pt x="10972" y="98450"/>
                  </a:lnTo>
                  <a:lnTo>
                    <a:pt x="11430" y="98450"/>
                  </a:lnTo>
                  <a:lnTo>
                    <a:pt x="11430" y="98158"/>
                  </a:lnTo>
                  <a:lnTo>
                    <a:pt x="11430" y="97142"/>
                  </a:lnTo>
                  <a:close/>
                </a:path>
                <a:path w="271779" h="377190">
                  <a:moveTo>
                    <a:pt x="18821" y="76695"/>
                  </a:moveTo>
                  <a:lnTo>
                    <a:pt x="16548" y="76682"/>
                  </a:lnTo>
                  <a:lnTo>
                    <a:pt x="16776" y="78219"/>
                  </a:lnTo>
                  <a:lnTo>
                    <a:pt x="16840" y="78676"/>
                  </a:lnTo>
                  <a:lnTo>
                    <a:pt x="16878" y="78905"/>
                  </a:lnTo>
                  <a:lnTo>
                    <a:pt x="16992" y="79717"/>
                  </a:lnTo>
                  <a:lnTo>
                    <a:pt x="18389" y="79717"/>
                  </a:lnTo>
                  <a:lnTo>
                    <a:pt x="18567" y="78447"/>
                  </a:lnTo>
                  <a:lnTo>
                    <a:pt x="18605" y="78219"/>
                  </a:lnTo>
                  <a:lnTo>
                    <a:pt x="18821" y="76695"/>
                  </a:lnTo>
                  <a:close/>
                </a:path>
                <a:path w="271779" h="377190">
                  <a:moveTo>
                    <a:pt x="19405" y="71399"/>
                  </a:moveTo>
                  <a:lnTo>
                    <a:pt x="16662" y="71793"/>
                  </a:lnTo>
                  <a:lnTo>
                    <a:pt x="15544" y="71958"/>
                  </a:lnTo>
                  <a:lnTo>
                    <a:pt x="15544" y="73875"/>
                  </a:lnTo>
                  <a:lnTo>
                    <a:pt x="16662" y="74041"/>
                  </a:lnTo>
                  <a:lnTo>
                    <a:pt x="16891" y="74066"/>
                  </a:lnTo>
                  <a:lnTo>
                    <a:pt x="17119" y="74104"/>
                  </a:lnTo>
                  <a:lnTo>
                    <a:pt x="19392" y="74434"/>
                  </a:lnTo>
                  <a:lnTo>
                    <a:pt x="19405" y="71399"/>
                  </a:lnTo>
                  <a:close/>
                </a:path>
                <a:path w="271779" h="377190">
                  <a:moveTo>
                    <a:pt x="20485" y="103670"/>
                  </a:moveTo>
                  <a:lnTo>
                    <a:pt x="18364" y="101841"/>
                  </a:lnTo>
                  <a:lnTo>
                    <a:pt x="16789" y="100520"/>
                  </a:lnTo>
                  <a:lnTo>
                    <a:pt x="14452" y="100101"/>
                  </a:lnTo>
                  <a:lnTo>
                    <a:pt x="12915" y="100444"/>
                  </a:lnTo>
                  <a:lnTo>
                    <a:pt x="11836" y="102679"/>
                  </a:lnTo>
                  <a:lnTo>
                    <a:pt x="11607" y="103479"/>
                  </a:lnTo>
                  <a:lnTo>
                    <a:pt x="11938" y="107315"/>
                  </a:lnTo>
                  <a:lnTo>
                    <a:pt x="14427" y="109296"/>
                  </a:lnTo>
                  <a:lnTo>
                    <a:pt x="19456" y="107175"/>
                  </a:lnTo>
                  <a:lnTo>
                    <a:pt x="20485" y="103670"/>
                  </a:lnTo>
                  <a:close/>
                </a:path>
                <a:path w="271779" h="377190">
                  <a:moveTo>
                    <a:pt x="20866" y="34480"/>
                  </a:moveTo>
                  <a:lnTo>
                    <a:pt x="20281" y="34480"/>
                  </a:lnTo>
                  <a:lnTo>
                    <a:pt x="20281" y="34937"/>
                  </a:lnTo>
                  <a:lnTo>
                    <a:pt x="20574" y="34937"/>
                  </a:lnTo>
                  <a:lnTo>
                    <a:pt x="20866" y="34937"/>
                  </a:lnTo>
                  <a:lnTo>
                    <a:pt x="20866" y="34480"/>
                  </a:lnTo>
                  <a:close/>
                </a:path>
                <a:path w="271779" h="377190">
                  <a:moveTo>
                    <a:pt x="23825" y="14020"/>
                  </a:moveTo>
                  <a:lnTo>
                    <a:pt x="23787" y="12344"/>
                  </a:lnTo>
                  <a:lnTo>
                    <a:pt x="23647" y="11836"/>
                  </a:lnTo>
                  <a:lnTo>
                    <a:pt x="21056" y="8382"/>
                  </a:lnTo>
                  <a:lnTo>
                    <a:pt x="17310" y="12103"/>
                  </a:lnTo>
                  <a:lnTo>
                    <a:pt x="20180" y="14262"/>
                  </a:lnTo>
                  <a:lnTo>
                    <a:pt x="20777" y="14719"/>
                  </a:lnTo>
                  <a:lnTo>
                    <a:pt x="21272" y="14859"/>
                  </a:lnTo>
                  <a:lnTo>
                    <a:pt x="22021" y="14859"/>
                  </a:lnTo>
                  <a:lnTo>
                    <a:pt x="22961" y="14897"/>
                  </a:lnTo>
                  <a:lnTo>
                    <a:pt x="23825" y="14020"/>
                  </a:lnTo>
                  <a:close/>
                </a:path>
                <a:path w="271779" h="377190">
                  <a:moveTo>
                    <a:pt x="25031" y="27393"/>
                  </a:moveTo>
                  <a:lnTo>
                    <a:pt x="24765" y="27393"/>
                  </a:lnTo>
                  <a:lnTo>
                    <a:pt x="24765" y="27597"/>
                  </a:lnTo>
                  <a:lnTo>
                    <a:pt x="24892" y="27597"/>
                  </a:lnTo>
                  <a:lnTo>
                    <a:pt x="25031" y="27597"/>
                  </a:lnTo>
                  <a:lnTo>
                    <a:pt x="25031" y="27393"/>
                  </a:lnTo>
                  <a:close/>
                </a:path>
                <a:path w="271779" h="377190">
                  <a:moveTo>
                    <a:pt x="36004" y="74853"/>
                  </a:moveTo>
                  <a:lnTo>
                    <a:pt x="35420" y="74853"/>
                  </a:lnTo>
                  <a:lnTo>
                    <a:pt x="35420" y="75311"/>
                  </a:lnTo>
                  <a:lnTo>
                    <a:pt x="35712" y="75311"/>
                  </a:lnTo>
                  <a:lnTo>
                    <a:pt x="36004" y="75311"/>
                  </a:lnTo>
                  <a:lnTo>
                    <a:pt x="36004" y="74853"/>
                  </a:lnTo>
                  <a:close/>
                </a:path>
                <a:path w="271779" h="377190">
                  <a:moveTo>
                    <a:pt x="37884" y="55346"/>
                  </a:moveTo>
                  <a:lnTo>
                    <a:pt x="37198" y="51536"/>
                  </a:lnTo>
                  <a:lnTo>
                    <a:pt x="34836" y="47231"/>
                  </a:lnTo>
                  <a:lnTo>
                    <a:pt x="31711" y="48437"/>
                  </a:lnTo>
                  <a:lnTo>
                    <a:pt x="32512" y="50342"/>
                  </a:lnTo>
                  <a:lnTo>
                    <a:pt x="33413" y="52527"/>
                  </a:lnTo>
                  <a:lnTo>
                    <a:pt x="32651" y="54178"/>
                  </a:lnTo>
                  <a:lnTo>
                    <a:pt x="32486" y="57950"/>
                  </a:lnTo>
                  <a:lnTo>
                    <a:pt x="34556" y="58712"/>
                  </a:lnTo>
                  <a:lnTo>
                    <a:pt x="37884" y="55346"/>
                  </a:lnTo>
                  <a:close/>
                </a:path>
                <a:path w="271779" h="377190">
                  <a:moveTo>
                    <a:pt x="40728" y="90932"/>
                  </a:moveTo>
                  <a:lnTo>
                    <a:pt x="40335" y="89217"/>
                  </a:lnTo>
                  <a:lnTo>
                    <a:pt x="40233" y="88773"/>
                  </a:lnTo>
                  <a:lnTo>
                    <a:pt x="40132" y="88315"/>
                  </a:lnTo>
                  <a:lnTo>
                    <a:pt x="39878" y="87160"/>
                  </a:lnTo>
                  <a:lnTo>
                    <a:pt x="38760" y="87160"/>
                  </a:lnTo>
                  <a:lnTo>
                    <a:pt x="38506" y="88315"/>
                  </a:lnTo>
                  <a:lnTo>
                    <a:pt x="38404" y="88773"/>
                  </a:lnTo>
                  <a:lnTo>
                    <a:pt x="37922" y="90919"/>
                  </a:lnTo>
                  <a:lnTo>
                    <a:pt x="40728" y="90932"/>
                  </a:lnTo>
                  <a:close/>
                </a:path>
                <a:path w="271779" h="377190">
                  <a:moveTo>
                    <a:pt x="47663" y="99999"/>
                  </a:moveTo>
                  <a:lnTo>
                    <a:pt x="46837" y="99999"/>
                  </a:lnTo>
                  <a:lnTo>
                    <a:pt x="46837" y="100634"/>
                  </a:lnTo>
                  <a:lnTo>
                    <a:pt x="47244" y="100634"/>
                  </a:lnTo>
                  <a:lnTo>
                    <a:pt x="47663" y="100634"/>
                  </a:lnTo>
                  <a:lnTo>
                    <a:pt x="47663" y="99999"/>
                  </a:lnTo>
                  <a:close/>
                </a:path>
                <a:path w="271779" h="377190">
                  <a:moveTo>
                    <a:pt x="51333" y="106286"/>
                  </a:moveTo>
                  <a:lnTo>
                    <a:pt x="38849" y="106286"/>
                  </a:lnTo>
                  <a:lnTo>
                    <a:pt x="38836" y="115976"/>
                  </a:lnTo>
                  <a:lnTo>
                    <a:pt x="45085" y="115976"/>
                  </a:lnTo>
                  <a:lnTo>
                    <a:pt x="51320" y="115976"/>
                  </a:lnTo>
                  <a:lnTo>
                    <a:pt x="51333" y="106286"/>
                  </a:lnTo>
                  <a:close/>
                </a:path>
                <a:path w="271779" h="377190">
                  <a:moveTo>
                    <a:pt x="57442" y="129247"/>
                  </a:moveTo>
                  <a:lnTo>
                    <a:pt x="55803" y="129247"/>
                  </a:lnTo>
                  <a:lnTo>
                    <a:pt x="55803" y="130505"/>
                  </a:lnTo>
                  <a:lnTo>
                    <a:pt x="56616" y="130505"/>
                  </a:lnTo>
                  <a:lnTo>
                    <a:pt x="57442" y="130505"/>
                  </a:lnTo>
                  <a:lnTo>
                    <a:pt x="57442" y="129247"/>
                  </a:lnTo>
                  <a:close/>
                </a:path>
                <a:path w="271779" h="377190">
                  <a:moveTo>
                    <a:pt x="89281" y="143167"/>
                  </a:moveTo>
                  <a:lnTo>
                    <a:pt x="87477" y="142303"/>
                  </a:lnTo>
                  <a:lnTo>
                    <a:pt x="87261" y="141757"/>
                  </a:lnTo>
                  <a:lnTo>
                    <a:pt x="87160" y="141503"/>
                  </a:lnTo>
                  <a:lnTo>
                    <a:pt x="84518" y="140055"/>
                  </a:lnTo>
                  <a:lnTo>
                    <a:pt x="79768" y="142836"/>
                  </a:lnTo>
                  <a:lnTo>
                    <a:pt x="79413" y="146037"/>
                  </a:lnTo>
                  <a:lnTo>
                    <a:pt x="82677" y="149440"/>
                  </a:lnTo>
                  <a:lnTo>
                    <a:pt x="84797" y="149644"/>
                  </a:lnTo>
                  <a:lnTo>
                    <a:pt x="88976" y="147269"/>
                  </a:lnTo>
                  <a:lnTo>
                    <a:pt x="89204" y="144183"/>
                  </a:lnTo>
                  <a:lnTo>
                    <a:pt x="89281" y="143167"/>
                  </a:lnTo>
                  <a:close/>
                </a:path>
                <a:path w="271779" h="377190">
                  <a:moveTo>
                    <a:pt x="90805" y="153441"/>
                  </a:moveTo>
                  <a:lnTo>
                    <a:pt x="90220" y="153441"/>
                  </a:lnTo>
                  <a:lnTo>
                    <a:pt x="90220" y="153898"/>
                  </a:lnTo>
                  <a:lnTo>
                    <a:pt x="90512" y="153898"/>
                  </a:lnTo>
                  <a:lnTo>
                    <a:pt x="90805" y="153898"/>
                  </a:lnTo>
                  <a:lnTo>
                    <a:pt x="90805" y="153441"/>
                  </a:lnTo>
                  <a:close/>
                </a:path>
                <a:path w="271779" h="377190">
                  <a:moveTo>
                    <a:pt x="98005" y="124599"/>
                  </a:moveTo>
                  <a:lnTo>
                    <a:pt x="97421" y="124599"/>
                  </a:lnTo>
                  <a:lnTo>
                    <a:pt x="97421" y="125056"/>
                  </a:lnTo>
                  <a:lnTo>
                    <a:pt x="97713" y="125056"/>
                  </a:lnTo>
                  <a:lnTo>
                    <a:pt x="98005" y="125056"/>
                  </a:lnTo>
                  <a:lnTo>
                    <a:pt x="98005" y="124599"/>
                  </a:lnTo>
                  <a:close/>
                </a:path>
                <a:path w="271779" h="377190">
                  <a:moveTo>
                    <a:pt x="105524" y="143433"/>
                  </a:moveTo>
                  <a:lnTo>
                    <a:pt x="101460" y="143433"/>
                  </a:lnTo>
                  <a:lnTo>
                    <a:pt x="101447" y="146596"/>
                  </a:lnTo>
                  <a:lnTo>
                    <a:pt x="103492" y="146596"/>
                  </a:lnTo>
                  <a:lnTo>
                    <a:pt x="105511" y="146596"/>
                  </a:lnTo>
                  <a:lnTo>
                    <a:pt x="105524" y="143433"/>
                  </a:lnTo>
                  <a:close/>
                </a:path>
                <a:path w="271779" h="377190">
                  <a:moveTo>
                    <a:pt x="115697" y="55892"/>
                  </a:moveTo>
                  <a:lnTo>
                    <a:pt x="114363" y="52971"/>
                  </a:lnTo>
                  <a:lnTo>
                    <a:pt x="109905" y="52971"/>
                  </a:lnTo>
                  <a:lnTo>
                    <a:pt x="108572" y="55892"/>
                  </a:lnTo>
                  <a:lnTo>
                    <a:pt x="110274" y="57480"/>
                  </a:lnTo>
                  <a:lnTo>
                    <a:pt x="111493" y="58623"/>
                  </a:lnTo>
                  <a:lnTo>
                    <a:pt x="112776" y="58635"/>
                  </a:lnTo>
                  <a:lnTo>
                    <a:pt x="115697" y="55892"/>
                  </a:lnTo>
                  <a:close/>
                </a:path>
                <a:path w="271779" h="377190">
                  <a:moveTo>
                    <a:pt x="119113" y="99148"/>
                  </a:moveTo>
                  <a:lnTo>
                    <a:pt x="119062" y="96151"/>
                  </a:lnTo>
                  <a:lnTo>
                    <a:pt x="117843" y="94513"/>
                  </a:lnTo>
                  <a:lnTo>
                    <a:pt x="112547" y="93027"/>
                  </a:lnTo>
                  <a:lnTo>
                    <a:pt x="110274" y="94335"/>
                  </a:lnTo>
                  <a:lnTo>
                    <a:pt x="109080" y="98704"/>
                  </a:lnTo>
                  <a:lnTo>
                    <a:pt x="110477" y="100533"/>
                  </a:lnTo>
                  <a:lnTo>
                    <a:pt x="112496" y="101333"/>
                  </a:lnTo>
                  <a:lnTo>
                    <a:pt x="115125" y="102400"/>
                  </a:lnTo>
                  <a:lnTo>
                    <a:pt x="117081" y="101866"/>
                  </a:lnTo>
                  <a:lnTo>
                    <a:pt x="118630" y="99949"/>
                  </a:lnTo>
                  <a:lnTo>
                    <a:pt x="119113" y="99148"/>
                  </a:lnTo>
                  <a:close/>
                </a:path>
                <a:path w="271779" h="377190">
                  <a:moveTo>
                    <a:pt x="121526" y="149263"/>
                  </a:moveTo>
                  <a:lnTo>
                    <a:pt x="118719" y="146456"/>
                  </a:lnTo>
                  <a:lnTo>
                    <a:pt x="116725" y="147612"/>
                  </a:lnTo>
                  <a:lnTo>
                    <a:pt x="116522" y="149339"/>
                  </a:lnTo>
                  <a:lnTo>
                    <a:pt x="116459" y="149821"/>
                  </a:lnTo>
                  <a:lnTo>
                    <a:pt x="116433" y="150063"/>
                  </a:lnTo>
                  <a:lnTo>
                    <a:pt x="116344" y="150787"/>
                  </a:lnTo>
                  <a:lnTo>
                    <a:pt x="117182" y="151625"/>
                  </a:lnTo>
                  <a:lnTo>
                    <a:pt x="120345" y="151244"/>
                  </a:lnTo>
                  <a:lnTo>
                    <a:pt x="121526" y="149263"/>
                  </a:lnTo>
                  <a:close/>
                </a:path>
                <a:path w="271779" h="377190">
                  <a:moveTo>
                    <a:pt x="124688" y="85674"/>
                  </a:moveTo>
                  <a:lnTo>
                    <a:pt x="124104" y="85674"/>
                  </a:lnTo>
                  <a:lnTo>
                    <a:pt x="124104" y="86118"/>
                  </a:lnTo>
                  <a:lnTo>
                    <a:pt x="124396" y="86118"/>
                  </a:lnTo>
                  <a:lnTo>
                    <a:pt x="124688" y="86118"/>
                  </a:lnTo>
                  <a:lnTo>
                    <a:pt x="124688" y="85674"/>
                  </a:lnTo>
                  <a:close/>
                </a:path>
                <a:path w="271779" h="377190">
                  <a:moveTo>
                    <a:pt x="126504" y="76365"/>
                  </a:moveTo>
                  <a:lnTo>
                    <a:pt x="124294" y="73736"/>
                  </a:lnTo>
                  <a:lnTo>
                    <a:pt x="120510" y="69253"/>
                  </a:lnTo>
                  <a:lnTo>
                    <a:pt x="116141" y="71831"/>
                  </a:lnTo>
                  <a:lnTo>
                    <a:pt x="115633" y="80822"/>
                  </a:lnTo>
                  <a:lnTo>
                    <a:pt x="119634" y="83058"/>
                  </a:lnTo>
                  <a:lnTo>
                    <a:pt x="126085" y="80352"/>
                  </a:lnTo>
                  <a:lnTo>
                    <a:pt x="126504" y="76365"/>
                  </a:lnTo>
                  <a:close/>
                </a:path>
                <a:path w="271779" h="377190">
                  <a:moveTo>
                    <a:pt x="133654" y="170662"/>
                  </a:moveTo>
                  <a:lnTo>
                    <a:pt x="132638" y="169646"/>
                  </a:lnTo>
                  <a:lnTo>
                    <a:pt x="131013" y="170688"/>
                  </a:lnTo>
                  <a:lnTo>
                    <a:pt x="129438" y="171729"/>
                  </a:lnTo>
                  <a:lnTo>
                    <a:pt x="131572" y="173875"/>
                  </a:lnTo>
                  <a:lnTo>
                    <a:pt x="132600" y="172275"/>
                  </a:lnTo>
                  <a:lnTo>
                    <a:pt x="133654" y="170662"/>
                  </a:lnTo>
                  <a:close/>
                </a:path>
                <a:path w="271779" h="377190">
                  <a:moveTo>
                    <a:pt x="133921" y="101015"/>
                  </a:moveTo>
                  <a:lnTo>
                    <a:pt x="133134" y="98450"/>
                  </a:lnTo>
                  <a:lnTo>
                    <a:pt x="133057" y="98234"/>
                  </a:lnTo>
                  <a:lnTo>
                    <a:pt x="132930" y="97790"/>
                  </a:lnTo>
                  <a:lnTo>
                    <a:pt x="132537" y="96481"/>
                  </a:lnTo>
                  <a:lnTo>
                    <a:pt x="130683" y="96481"/>
                  </a:lnTo>
                  <a:lnTo>
                    <a:pt x="130213" y="98018"/>
                  </a:lnTo>
                  <a:lnTo>
                    <a:pt x="130149" y="98234"/>
                  </a:lnTo>
                  <a:lnTo>
                    <a:pt x="129311" y="101003"/>
                  </a:lnTo>
                  <a:lnTo>
                    <a:pt x="133921" y="101015"/>
                  </a:lnTo>
                  <a:close/>
                </a:path>
                <a:path w="271779" h="377190">
                  <a:moveTo>
                    <a:pt x="146850" y="165112"/>
                  </a:moveTo>
                  <a:lnTo>
                    <a:pt x="143484" y="161505"/>
                  </a:lnTo>
                  <a:lnTo>
                    <a:pt x="139865" y="163169"/>
                  </a:lnTo>
                  <a:lnTo>
                    <a:pt x="139865" y="168694"/>
                  </a:lnTo>
                  <a:lnTo>
                    <a:pt x="143497" y="170345"/>
                  </a:lnTo>
                  <a:lnTo>
                    <a:pt x="145453" y="168236"/>
                  </a:lnTo>
                  <a:lnTo>
                    <a:pt x="146837" y="166751"/>
                  </a:lnTo>
                  <a:lnTo>
                    <a:pt x="146850" y="165112"/>
                  </a:lnTo>
                  <a:close/>
                </a:path>
                <a:path w="271779" h="377190">
                  <a:moveTo>
                    <a:pt x="147472" y="220891"/>
                  </a:moveTo>
                  <a:lnTo>
                    <a:pt x="146024" y="220891"/>
                  </a:lnTo>
                  <a:lnTo>
                    <a:pt x="146024" y="222008"/>
                  </a:lnTo>
                  <a:lnTo>
                    <a:pt x="146748" y="222008"/>
                  </a:lnTo>
                  <a:lnTo>
                    <a:pt x="147472" y="222008"/>
                  </a:lnTo>
                  <a:lnTo>
                    <a:pt x="147472" y="220891"/>
                  </a:lnTo>
                  <a:close/>
                </a:path>
                <a:path w="271779" h="377190">
                  <a:moveTo>
                    <a:pt x="152260" y="236664"/>
                  </a:moveTo>
                  <a:lnTo>
                    <a:pt x="147599" y="235699"/>
                  </a:lnTo>
                  <a:lnTo>
                    <a:pt x="146545" y="235470"/>
                  </a:lnTo>
                  <a:lnTo>
                    <a:pt x="145770" y="235381"/>
                  </a:lnTo>
                  <a:lnTo>
                    <a:pt x="143586" y="236080"/>
                  </a:lnTo>
                  <a:lnTo>
                    <a:pt x="142684" y="237337"/>
                  </a:lnTo>
                  <a:lnTo>
                    <a:pt x="143433" y="239560"/>
                  </a:lnTo>
                  <a:lnTo>
                    <a:pt x="143802" y="240169"/>
                  </a:lnTo>
                  <a:lnTo>
                    <a:pt x="148678" y="244487"/>
                  </a:lnTo>
                  <a:lnTo>
                    <a:pt x="152260" y="236664"/>
                  </a:lnTo>
                  <a:close/>
                </a:path>
                <a:path w="271779" h="377190">
                  <a:moveTo>
                    <a:pt x="164566" y="100571"/>
                  </a:moveTo>
                  <a:lnTo>
                    <a:pt x="163398" y="96812"/>
                  </a:lnTo>
                  <a:lnTo>
                    <a:pt x="163195" y="96139"/>
                  </a:lnTo>
                  <a:lnTo>
                    <a:pt x="163029" y="95719"/>
                  </a:lnTo>
                  <a:lnTo>
                    <a:pt x="161861" y="94068"/>
                  </a:lnTo>
                  <a:lnTo>
                    <a:pt x="160464" y="94068"/>
                  </a:lnTo>
                  <a:lnTo>
                    <a:pt x="159715" y="95135"/>
                  </a:lnTo>
                  <a:lnTo>
                    <a:pt x="159296" y="95719"/>
                  </a:lnTo>
                  <a:lnTo>
                    <a:pt x="159143" y="96139"/>
                  </a:lnTo>
                  <a:lnTo>
                    <a:pt x="157772" y="100545"/>
                  </a:lnTo>
                  <a:lnTo>
                    <a:pt x="164566" y="100571"/>
                  </a:lnTo>
                  <a:close/>
                </a:path>
                <a:path w="271779" h="377190">
                  <a:moveTo>
                    <a:pt x="166509" y="226987"/>
                  </a:moveTo>
                  <a:lnTo>
                    <a:pt x="165925" y="226987"/>
                  </a:lnTo>
                  <a:lnTo>
                    <a:pt x="165925" y="227431"/>
                  </a:lnTo>
                  <a:lnTo>
                    <a:pt x="166217" y="227431"/>
                  </a:lnTo>
                  <a:lnTo>
                    <a:pt x="166509" y="227431"/>
                  </a:lnTo>
                  <a:lnTo>
                    <a:pt x="166509" y="226987"/>
                  </a:lnTo>
                  <a:close/>
                </a:path>
                <a:path w="271779" h="377190">
                  <a:moveTo>
                    <a:pt x="169837" y="215722"/>
                  </a:moveTo>
                  <a:lnTo>
                    <a:pt x="169659" y="215277"/>
                  </a:lnTo>
                  <a:lnTo>
                    <a:pt x="168998" y="213702"/>
                  </a:lnTo>
                  <a:lnTo>
                    <a:pt x="167106" y="214642"/>
                  </a:lnTo>
                  <a:lnTo>
                    <a:pt x="167043" y="215074"/>
                  </a:lnTo>
                  <a:lnTo>
                    <a:pt x="167170" y="215277"/>
                  </a:lnTo>
                  <a:lnTo>
                    <a:pt x="167030" y="215074"/>
                  </a:lnTo>
                  <a:lnTo>
                    <a:pt x="166001" y="216052"/>
                  </a:lnTo>
                  <a:lnTo>
                    <a:pt x="166331" y="217385"/>
                  </a:lnTo>
                  <a:lnTo>
                    <a:pt x="168160" y="217817"/>
                  </a:lnTo>
                  <a:lnTo>
                    <a:pt x="168960" y="217589"/>
                  </a:lnTo>
                  <a:lnTo>
                    <a:pt x="169837" y="215722"/>
                  </a:lnTo>
                  <a:close/>
                </a:path>
                <a:path w="271779" h="377190">
                  <a:moveTo>
                    <a:pt x="172224" y="234416"/>
                  </a:moveTo>
                  <a:lnTo>
                    <a:pt x="169468" y="231889"/>
                  </a:lnTo>
                  <a:lnTo>
                    <a:pt x="168592" y="231076"/>
                  </a:lnTo>
                  <a:lnTo>
                    <a:pt x="167855" y="230695"/>
                  </a:lnTo>
                  <a:lnTo>
                    <a:pt x="165608" y="230327"/>
                  </a:lnTo>
                  <a:lnTo>
                    <a:pt x="164287" y="230974"/>
                  </a:lnTo>
                  <a:lnTo>
                    <a:pt x="164452" y="233375"/>
                  </a:lnTo>
                  <a:lnTo>
                    <a:pt x="164592" y="234226"/>
                  </a:lnTo>
                  <a:lnTo>
                    <a:pt x="167690" y="238277"/>
                  </a:lnTo>
                  <a:lnTo>
                    <a:pt x="172224" y="234416"/>
                  </a:lnTo>
                  <a:close/>
                </a:path>
                <a:path w="271779" h="377190">
                  <a:moveTo>
                    <a:pt x="191998" y="135140"/>
                  </a:moveTo>
                  <a:lnTo>
                    <a:pt x="190982" y="132918"/>
                  </a:lnTo>
                  <a:lnTo>
                    <a:pt x="188023" y="132918"/>
                  </a:lnTo>
                  <a:lnTo>
                    <a:pt x="189903" y="131584"/>
                  </a:lnTo>
                  <a:lnTo>
                    <a:pt x="189903" y="129616"/>
                  </a:lnTo>
                  <a:lnTo>
                    <a:pt x="186042" y="126847"/>
                  </a:lnTo>
                  <a:lnTo>
                    <a:pt x="183553" y="128600"/>
                  </a:lnTo>
                  <a:lnTo>
                    <a:pt x="183553" y="132600"/>
                  </a:lnTo>
                  <a:lnTo>
                    <a:pt x="186042" y="134353"/>
                  </a:lnTo>
                  <a:lnTo>
                    <a:pt x="187375" y="133388"/>
                  </a:lnTo>
                  <a:lnTo>
                    <a:pt x="186575" y="135140"/>
                  </a:lnTo>
                  <a:lnTo>
                    <a:pt x="187871" y="136347"/>
                  </a:lnTo>
                  <a:lnTo>
                    <a:pt x="188836" y="137248"/>
                  </a:lnTo>
                  <a:lnTo>
                    <a:pt x="189738" y="137248"/>
                  </a:lnTo>
                  <a:lnTo>
                    <a:pt x="191998" y="135140"/>
                  </a:lnTo>
                  <a:close/>
                </a:path>
                <a:path w="271779" h="377190">
                  <a:moveTo>
                    <a:pt x="194970" y="262521"/>
                  </a:moveTo>
                  <a:lnTo>
                    <a:pt x="189357" y="262521"/>
                  </a:lnTo>
                  <a:lnTo>
                    <a:pt x="189357" y="266877"/>
                  </a:lnTo>
                  <a:lnTo>
                    <a:pt x="192163" y="266877"/>
                  </a:lnTo>
                  <a:lnTo>
                    <a:pt x="194970" y="266877"/>
                  </a:lnTo>
                  <a:lnTo>
                    <a:pt x="194970" y="262521"/>
                  </a:lnTo>
                  <a:close/>
                </a:path>
                <a:path w="271779" h="377190">
                  <a:moveTo>
                    <a:pt x="200926" y="306362"/>
                  </a:moveTo>
                  <a:lnTo>
                    <a:pt x="194957" y="306362"/>
                  </a:lnTo>
                  <a:lnTo>
                    <a:pt x="194945" y="310997"/>
                  </a:lnTo>
                  <a:lnTo>
                    <a:pt x="197929" y="310997"/>
                  </a:lnTo>
                  <a:lnTo>
                    <a:pt x="200914" y="310997"/>
                  </a:lnTo>
                  <a:lnTo>
                    <a:pt x="200926" y="306362"/>
                  </a:lnTo>
                  <a:close/>
                </a:path>
                <a:path w="271779" h="377190">
                  <a:moveTo>
                    <a:pt x="202234" y="219494"/>
                  </a:moveTo>
                  <a:lnTo>
                    <a:pt x="199174" y="216408"/>
                  </a:lnTo>
                  <a:lnTo>
                    <a:pt x="198170" y="218567"/>
                  </a:lnTo>
                  <a:lnTo>
                    <a:pt x="198031" y="218871"/>
                  </a:lnTo>
                  <a:lnTo>
                    <a:pt x="197878" y="219163"/>
                  </a:lnTo>
                  <a:lnTo>
                    <a:pt x="197294" y="220446"/>
                  </a:lnTo>
                  <a:lnTo>
                    <a:pt x="198208" y="221361"/>
                  </a:lnTo>
                  <a:lnTo>
                    <a:pt x="199186" y="220916"/>
                  </a:lnTo>
                  <a:lnTo>
                    <a:pt x="199478" y="220764"/>
                  </a:lnTo>
                  <a:lnTo>
                    <a:pt x="200088" y="220497"/>
                  </a:lnTo>
                  <a:lnTo>
                    <a:pt x="202234" y="219494"/>
                  </a:lnTo>
                  <a:close/>
                </a:path>
                <a:path w="271779" h="377190">
                  <a:moveTo>
                    <a:pt x="203238" y="245313"/>
                  </a:moveTo>
                  <a:lnTo>
                    <a:pt x="203136" y="242341"/>
                  </a:lnTo>
                  <a:lnTo>
                    <a:pt x="203085" y="240830"/>
                  </a:lnTo>
                  <a:lnTo>
                    <a:pt x="200050" y="239788"/>
                  </a:lnTo>
                  <a:lnTo>
                    <a:pt x="199567" y="239128"/>
                  </a:lnTo>
                  <a:lnTo>
                    <a:pt x="199047" y="239445"/>
                  </a:lnTo>
                  <a:lnTo>
                    <a:pt x="198805" y="239369"/>
                  </a:lnTo>
                  <a:lnTo>
                    <a:pt x="198742" y="239623"/>
                  </a:lnTo>
                  <a:lnTo>
                    <a:pt x="195300" y="241668"/>
                  </a:lnTo>
                  <a:lnTo>
                    <a:pt x="196723" y="246761"/>
                  </a:lnTo>
                  <a:lnTo>
                    <a:pt x="199847" y="246075"/>
                  </a:lnTo>
                  <a:lnTo>
                    <a:pt x="200088" y="246507"/>
                  </a:lnTo>
                  <a:lnTo>
                    <a:pt x="200647" y="246151"/>
                  </a:lnTo>
                  <a:lnTo>
                    <a:pt x="200533" y="245922"/>
                  </a:lnTo>
                  <a:lnTo>
                    <a:pt x="203238" y="245313"/>
                  </a:lnTo>
                  <a:close/>
                </a:path>
                <a:path w="271779" h="377190">
                  <a:moveTo>
                    <a:pt x="204203" y="279336"/>
                  </a:moveTo>
                  <a:lnTo>
                    <a:pt x="203098" y="277583"/>
                  </a:lnTo>
                  <a:lnTo>
                    <a:pt x="202907" y="276987"/>
                  </a:lnTo>
                  <a:lnTo>
                    <a:pt x="201625" y="276974"/>
                  </a:lnTo>
                  <a:lnTo>
                    <a:pt x="201269" y="276961"/>
                  </a:lnTo>
                  <a:lnTo>
                    <a:pt x="201002" y="277266"/>
                  </a:lnTo>
                  <a:lnTo>
                    <a:pt x="200990" y="277596"/>
                  </a:lnTo>
                  <a:lnTo>
                    <a:pt x="200964" y="278879"/>
                  </a:lnTo>
                  <a:lnTo>
                    <a:pt x="201599" y="279095"/>
                  </a:lnTo>
                  <a:lnTo>
                    <a:pt x="203314" y="280276"/>
                  </a:lnTo>
                  <a:lnTo>
                    <a:pt x="204203" y="279336"/>
                  </a:lnTo>
                  <a:close/>
                </a:path>
                <a:path w="271779" h="377190">
                  <a:moveTo>
                    <a:pt x="211747" y="296214"/>
                  </a:moveTo>
                  <a:lnTo>
                    <a:pt x="211391" y="294449"/>
                  </a:lnTo>
                  <a:lnTo>
                    <a:pt x="210896" y="292011"/>
                  </a:lnTo>
                  <a:lnTo>
                    <a:pt x="208064" y="290360"/>
                  </a:lnTo>
                  <a:lnTo>
                    <a:pt x="205397" y="293039"/>
                  </a:lnTo>
                  <a:lnTo>
                    <a:pt x="205409" y="294157"/>
                  </a:lnTo>
                  <a:lnTo>
                    <a:pt x="206082" y="294843"/>
                  </a:lnTo>
                  <a:lnTo>
                    <a:pt x="206679" y="295465"/>
                  </a:lnTo>
                  <a:lnTo>
                    <a:pt x="207556" y="295719"/>
                  </a:lnTo>
                  <a:lnTo>
                    <a:pt x="209473" y="297992"/>
                  </a:lnTo>
                  <a:lnTo>
                    <a:pt x="211747" y="296214"/>
                  </a:lnTo>
                  <a:close/>
                </a:path>
                <a:path w="271779" h="377190">
                  <a:moveTo>
                    <a:pt x="212610" y="222453"/>
                  </a:moveTo>
                  <a:lnTo>
                    <a:pt x="211289" y="220078"/>
                  </a:lnTo>
                  <a:lnTo>
                    <a:pt x="211175" y="219900"/>
                  </a:lnTo>
                  <a:lnTo>
                    <a:pt x="211086" y="219722"/>
                  </a:lnTo>
                  <a:lnTo>
                    <a:pt x="210642" y="218948"/>
                  </a:lnTo>
                  <a:lnTo>
                    <a:pt x="209740" y="218948"/>
                  </a:lnTo>
                  <a:lnTo>
                    <a:pt x="207772" y="222453"/>
                  </a:lnTo>
                  <a:lnTo>
                    <a:pt x="212610" y="222453"/>
                  </a:lnTo>
                  <a:close/>
                </a:path>
                <a:path w="271779" h="377190">
                  <a:moveTo>
                    <a:pt x="213804" y="258394"/>
                  </a:moveTo>
                  <a:lnTo>
                    <a:pt x="212356" y="258533"/>
                  </a:lnTo>
                  <a:lnTo>
                    <a:pt x="211874" y="258572"/>
                  </a:lnTo>
                  <a:lnTo>
                    <a:pt x="211391" y="258622"/>
                  </a:lnTo>
                  <a:lnTo>
                    <a:pt x="210908" y="258673"/>
                  </a:lnTo>
                  <a:lnTo>
                    <a:pt x="209651" y="258787"/>
                  </a:lnTo>
                  <a:lnTo>
                    <a:pt x="209638" y="260515"/>
                  </a:lnTo>
                  <a:lnTo>
                    <a:pt x="210908" y="260642"/>
                  </a:lnTo>
                  <a:lnTo>
                    <a:pt x="211391" y="260692"/>
                  </a:lnTo>
                  <a:lnTo>
                    <a:pt x="211874" y="260731"/>
                  </a:lnTo>
                  <a:lnTo>
                    <a:pt x="212356" y="260781"/>
                  </a:lnTo>
                  <a:lnTo>
                    <a:pt x="213804" y="260921"/>
                  </a:lnTo>
                  <a:lnTo>
                    <a:pt x="213804" y="258394"/>
                  </a:lnTo>
                  <a:close/>
                </a:path>
                <a:path w="271779" h="377190">
                  <a:moveTo>
                    <a:pt x="216535" y="181737"/>
                  </a:moveTo>
                  <a:lnTo>
                    <a:pt x="214985" y="177977"/>
                  </a:lnTo>
                  <a:lnTo>
                    <a:pt x="212712" y="172453"/>
                  </a:lnTo>
                  <a:lnTo>
                    <a:pt x="205638" y="175615"/>
                  </a:lnTo>
                  <a:lnTo>
                    <a:pt x="210566" y="183921"/>
                  </a:lnTo>
                  <a:lnTo>
                    <a:pt x="216535" y="181737"/>
                  </a:lnTo>
                  <a:close/>
                </a:path>
                <a:path w="271779" h="377190">
                  <a:moveTo>
                    <a:pt x="217144" y="320649"/>
                  </a:moveTo>
                  <a:lnTo>
                    <a:pt x="216230" y="319100"/>
                  </a:lnTo>
                  <a:lnTo>
                    <a:pt x="214884" y="318935"/>
                  </a:lnTo>
                  <a:lnTo>
                    <a:pt x="214757" y="318922"/>
                  </a:lnTo>
                  <a:lnTo>
                    <a:pt x="213868" y="318808"/>
                  </a:lnTo>
                  <a:lnTo>
                    <a:pt x="213093" y="319570"/>
                  </a:lnTo>
                  <a:lnTo>
                    <a:pt x="213182" y="320217"/>
                  </a:lnTo>
                  <a:lnTo>
                    <a:pt x="213194" y="320344"/>
                  </a:lnTo>
                  <a:lnTo>
                    <a:pt x="213220" y="320586"/>
                  </a:lnTo>
                  <a:lnTo>
                    <a:pt x="213398" y="321919"/>
                  </a:lnTo>
                  <a:lnTo>
                    <a:pt x="214947" y="322859"/>
                  </a:lnTo>
                  <a:lnTo>
                    <a:pt x="217144" y="320649"/>
                  </a:lnTo>
                  <a:close/>
                </a:path>
                <a:path w="271779" h="377190">
                  <a:moveTo>
                    <a:pt x="224091" y="251841"/>
                  </a:moveTo>
                  <a:lnTo>
                    <a:pt x="222910" y="250939"/>
                  </a:lnTo>
                  <a:lnTo>
                    <a:pt x="222389" y="250532"/>
                  </a:lnTo>
                  <a:lnTo>
                    <a:pt x="222110" y="250342"/>
                  </a:lnTo>
                  <a:lnTo>
                    <a:pt x="221513" y="249872"/>
                  </a:lnTo>
                  <a:lnTo>
                    <a:pt x="220611" y="250786"/>
                  </a:lnTo>
                  <a:lnTo>
                    <a:pt x="221449" y="251917"/>
                  </a:lnTo>
                  <a:lnTo>
                    <a:pt x="221665" y="252183"/>
                  </a:lnTo>
                  <a:lnTo>
                    <a:pt x="222554" y="253365"/>
                  </a:lnTo>
                  <a:lnTo>
                    <a:pt x="224091" y="251841"/>
                  </a:lnTo>
                  <a:close/>
                </a:path>
                <a:path w="271779" h="377190">
                  <a:moveTo>
                    <a:pt x="227787" y="273126"/>
                  </a:moveTo>
                  <a:lnTo>
                    <a:pt x="227203" y="273126"/>
                  </a:lnTo>
                  <a:lnTo>
                    <a:pt x="227203" y="273583"/>
                  </a:lnTo>
                  <a:lnTo>
                    <a:pt x="227495" y="273583"/>
                  </a:lnTo>
                  <a:lnTo>
                    <a:pt x="227787" y="273583"/>
                  </a:lnTo>
                  <a:lnTo>
                    <a:pt x="227787" y="273126"/>
                  </a:lnTo>
                  <a:close/>
                </a:path>
                <a:path w="271779" h="377190">
                  <a:moveTo>
                    <a:pt x="228066" y="237007"/>
                  </a:moveTo>
                  <a:lnTo>
                    <a:pt x="226288" y="234835"/>
                  </a:lnTo>
                  <a:lnTo>
                    <a:pt x="224294" y="235902"/>
                  </a:lnTo>
                  <a:lnTo>
                    <a:pt x="224294" y="238709"/>
                  </a:lnTo>
                  <a:lnTo>
                    <a:pt x="226301" y="239776"/>
                  </a:lnTo>
                  <a:lnTo>
                    <a:pt x="227291" y="238544"/>
                  </a:lnTo>
                  <a:lnTo>
                    <a:pt x="227406" y="238417"/>
                  </a:lnTo>
                  <a:lnTo>
                    <a:pt x="227520" y="238290"/>
                  </a:lnTo>
                  <a:lnTo>
                    <a:pt x="228066" y="237604"/>
                  </a:lnTo>
                  <a:lnTo>
                    <a:pt x="228066" y="237007"/>
                  </a:lnTo>
                  <a:close/>
                </a:path>
                <a:path w="271779" h="377190">
                  <a:moveTo>
                    <a:pt x="228384" y="291515"/>
                  </a:moveTo>
                  <a:lnTo>
                    <a:pt x="225171" y="291503"/>
                  </a:lnTo>
                  <a:lnTo>
                    <a:pt x="225831" y="293077"/>
                  </a:lnTo>
                  <a:lnTo>
                    <a:pt x="226377" y="294386"/>
                  </a:lnTo>
                  <a:lnTo>
                    <a:pt x="227177" y="294386"/>
                  </a:lnTo>
                  <a:lnTo>
                    <a:pt x="227545" y="293509"/>
                  </a:lnTo>
                  <a:lnTo>
                    <a:pt x="227634" y="293306"/>
                  </a:lnTo>
                  <a:lnTo>
                    <a:pt x="227723" y="293077"/>
                  </a:lnTo>
                  <a:lnTo>
                    <a:pt x="228384" y="291515"/>
                  </a:lnTo>
                  <a:close/>
                </a:path>
                <a:path w="271779" h="377190">
                  <a:moveTo>
                    <a:pt x="228942" y="309372"/>
                  </a:moveTo>
                  <a:lnTo>
                    <a:pt x="228828" y="307479"/>
                  </a:lnTo>
                  <a:lnTo>
                    <a:pt x="228511" y="306374"/>
                  </a:lnTo>
                  <a:lnTo>
                    <a:pt x="228434" y="306095"/>
                  </a:lnTo>
                  <a:lnTo>
                    <a:pt x="227660" y="305752"/>
                  </a:lnTo>
                  <a:lnTo>
                    <a:pt x="227076" y="305498"/>
                  </a:lnTo>
                  <a:lnTo>
                    <a:pt x="226123" y="305663"/>
                  </a:lnTo>
                  <a:lnTo>
                    <a:pt x="225475" y="305562"/>
                  </a:lnTo>
                  <a:lnTo>
                    <a:pt x="224066" y="305866"/>
                  </a:lnTo>
                  <a:lnTo>
                    <a:pt x="223393" y="307111"/>
                  </a:lnTo>
                  <a:lnTo>
                    <a:pt x="223113" y="307479"/>
                  </a:lnTo>
                  <a:lnTo>
                    <a:pt x="222986" y="307873"/>
                  </a:lnTo>
                  <a:lnTo>
                    <a:pt x="222885" y="309372"/>
                  </a:lnTo>
                  <a:lnTo>
                    <a:pt x="223215" y="310248"/>
                  </a:lnTo>
                  <a:lnTo>
                    <a:pt x="225844" y="312458"/>
                  </a:lnTo>
                  <a:lnTo>
                    <a:pt x="228866" y="311365"/>
                  </a:lnTo>
                  <a:lnTo>
                    <a:pt x="228942" y="309372"/>
                  </a:lnTo>
                  <a:close/>
                </a:path>
                <a:path w="271779" h="377190">
                  <a:moveTo>
                    <a:pt x="229374" y="206057"/>
                  </a:moveTo>
                  <a:lnTo>
                    <a:pt x="228371" y="205701"/>
                  </a:lnTo>
                  <a:lnTo>
                    <a:pt x="227368" y="205346"/>
                  </a:lnTo>
                  <a:lnTo>
                    <a:pt x="226872" y="205181"/>
                  </a:lnTo>
                  <a:lnTo>
                    <a:pt x="226326" y="204978"/>
                  </a:lnTo>
                  <a:lnTo>
                    <a:pt x="226060" y="205778"/>
                  </a:lnTo>
                  <a:lnTo>
                    <a:pt x="226936" y="206375"/>
                  </a:lnTo>
                  <a:lnTo>
                    <a:pt x="227380" y="206692"/>
                  </a:lnTo>
                  <a:lnTo>
                    <a:pt x="228612" y="207530"/>
                  </a:lnTo>
                  <a:lnTo>
                    <a:pt x="229374" y="206057"/>
                  </a:lnTo>
                  <a:close/>
                </a:path>
                <a:path w="271779" h="377190">
                  <a:moveTo>
                    <a:pt x="231508" y="329323"/>
                  </a:moveTo>
                  <a:lnTo>
                    <a:pt x="227977" y="331558"/>
                  </a:lnTo>
                  <a:lnTo>
                    <a:pt x="226199" y="332689"/>
                  </a:lnTo>
                  <a:lnTo>
                    <a:pt x="226199" y="333705"/>
                  </a:lnTo>
                  <a:lnTo>
                    <a:pt x="231508" y="337070"/>
                  </a:lnTo>
                  <a:lnTo>
                    <a:pt x="231508" y="329323"/>
                  </a:lnTo>
                  <a:close/>
                </a:path>
                <a:path w="271779" h="377190">
                  <a:moveTo>
                    <a:pt x="233299" y="160058"/>
                  </a:moveTo>
                  <a:lnTo>
                    <a:pt x="231749" y="158051"/>
                  </a:lnTo>
                  <a:lnTo>
                    <a:pt x="229616" y="157899"/>
                  </a:lnTo>
                  <a:lnTo>
                    <a:pt x="225907" y="157645"/>
                  </a:lnTo>
                  <a:lnTo>
                    <a:pt x="225234" y="160464"/>
                  </a:lnTo>
                  <a:lnTo>
                    <a:pt x="228879" y="164807"/>
                  </a:lnTo>
                  <a:lnTo>
                    <a:pt x="231635" y="163969"/>
                  </a:lnTo>
                  <a:lnTo>
                    <a:pt x="233299" y="160058"/>
                  </a:lnTo>
                  <a:close/>
                </a:path>
                <a:path w="271779" h="377190">
                  <a:moveTo>
                    <a:pt x="237007" y="197612"/>
                  </a:moveTo>
                  <a:lnTo>
                    <a:pt x="235991" y="197764"/>
                  </a:lnTo>
                  <a:lnTo>
                    <a:pt x="235280" y="197866"/>
                  </a:lnTo>
                  <a:lnTo>
                    <a:pt x="233603" y="198107"/>
                  </a:lnTo>
                  <a:lnTo>
                    <a:pt x="233603" y="198640"/>
                  </a:lnTo>
                  <a:lnTo>
                    <a:pt x="233895" y="198678"/>
                  </a:lnTo>
                  <a:lnTo>
                    <a:pt x="234594" y="198780"/>
                  </a:lnTo>
                  <a:lnTo>
                    <a:pt x="235280" y="198869"/>
                  </a:lnTo>
                  <a:lnTo>
                    <a:pt x="237007" y="199123"/>
                  </a:lnTo>
                  <a:lnTo>
                    <a:pt x="237007" y="197612"/>
                  </a:lnTo>
                  <a:close/>
                </a:path>
                <a:path w="271779" h="377190">
                  <a:moveTo>
                    <a:pt x="240042" y="304850"/>
                  </a:moveTo>
                  <a:lnTo>
                    <a:pt x="239458" y="304850"/>
                  </a:lnTo>
                  <a:lnTo>
                    <a:pt x="239458" y="305308"/>
                  </a:lnTo>
                  <a:lnTo>
                    <a:pt x="239750" y="305308"/>
                  </a:lnTo>
                  <a:lnTo>
                    <a:pt x="240042" y="305308"/>
                  </a:lnTo>
                  <a:lnTo>
                    <a:pt x="240042" y="304850"/>
                  </a:lnTo>
                  <a:close/>
                </a:path>
                <a:path w="271779" h="377190">
                  <a:moveTo>
                    <a:pt x="240296" y="372287"/>
                  </a:moveTo>
                  <a:lnTo>
                    <a:pt x="240182" y="371868"/>
                  </a:lnTo>
                  <a:lnTo>
                    <a:pt x="239953" y="370992"/>
                  </a:lnTo>
                  <a:lnTo>
                    <a:pt x="239801" y="370459"/>
                  </a:lnTo>
                  <a:lnTo>
                    <a:pt x="236728" y="369481"/>
                  </a:lnTo>
                  <a:lnTo>
                    <a:pt x="236016" y="370459"/>
                  </a:lnTo>
                  <a:lnTo>
                    <a:pt x="235940" y="371411"/>
                  </a:lnTo>
                  <a:lnTo>
                    <a:pt x="233591" y="373189"/>
                  </a:lnTo>
                  <a:lnTo>
                    <a:pt x="237782" y="376682"/>
                  </a:lnTo>
                  <a:lnTo>
                    <a:pt x="240296" y="372287"/>
                  </a:lnTo>
                  <a:close/>
                </a:path>
                <a:path w="271779" h="377190">
                  <a:moveTo>
                    <a:pt x="241820" y="251421"/>
                  </a:moveTo>
                  <a:lnTo>
                    <a:pt x="241731" y="250952"/>
                  </a:lnTo>
                  <a:lnTo>
                    <a:pt x="240157" y="249123"/>
                  </a:lnTo>
                  <a:lnTo>
                    <a:pt x="238379" y="251434"/>
                  </a:lnTo>
                  <a:lnTo>
                    <a:pt x="239026" y="251752"/>
                  </a:lnTo>
                  <a:lnTo>
                    <a:pt x="239217" y="252107"/>
                  </a:lnTo>
                  <a:lnTo>
                    <a:pt x="239318" y="252336"/>
                  </a:lnTo>
                  <a:lnTo>
                    <a:pt x="239458" y="252590"/>
                  </a:lnTo>
                  <a:lnTo>
                    <a:pt x="239801" y="252818"/>
                  </a:lnTo>
                  <a:lnTo>
                    <a:pt x="240766" y="252717"/>
                  </a:lnTo>
                  <a:lnTo>
                    <a:pt x="241249" y="252476"/>
                  </a:lnTo>
                  <a:lnTo>
                    <a:pt x="241820" y="251421"/>
                  </a:lnTo>
                  <a:close/>
                </a:path>
                <a:path w="271779" h="377190">
                  <a:moveTo>
                    <a:pt x="242277" y="324256"/>
                  </a:moveTo>
                  <a:lnTo>
                    <a:pt x="241554" y="324256"/>
                  </a:lnTo>
                  <a:lnTo>
                    <a:pt x="241554" y="324827"/>
                  </a:lnTo>
                  <a:lnTo>
                    <a:pt x="241922" y="324827"/>
                  </a:lnTo>
                  <a:lnTo>
                    <a:pt x="242277" y="324827"/>
                  </a:lnTo>
                  <a:lnTo>
                    <a:pt x="242277" y="324256"/>
                  </a:lnTo>
                  <a:close/>
                </a:path>
                <a:path w="271779" h="377190">
                  <a:moveTo>
                    <a:pt x="245173" y="284505"/>
                  </a:moveTo>
                  <a:lnTo>
                    <a:pt x="243001" y="285038"/>
                  </a:lnTo>
                  <a:lnTo>
                    <a:pt x="242100" y="285280"/>
                  </a:lnTo>
                  <a:lnTo>
                    <a:pt x="241655" y="285381"/>
                  </a:lnTo>
                  <a:lnTo>
                    <a:pt x="240715" y="285623"/>
                  </a:lnTo>
                  <a:lnTo>
                    <a:pt x="240715" y="287045"/>
                  </a:lnTo>
                  <a:lnTo>
                    <a:pt x="241655" y="287286"/>
                  </a:lnTo>
                  <a:lnTo>
                    <a:pt x="242100" y="287388"/>
                  </a:lnTo>
                  <a:lnTo>
                    <a:pt x="245148" y="288163"/>
                  </a:lnTo>
                  <a:lnTo>
                    <a:pt x="245173" y="284505"/>
                  </a:lnTo>
                  <a:close/>
                </a:path>
                <a:path w="271779" h="377190">
                  <a:moveTo>
                    <a:pt x="250939" y="229565"/>
                  </a:moveTo>
                  <a:lnTo>
                    <a:pt x="250672" y="227660"/>
                  </a:lnTo>
                  <a:lnTo>
                    <a:pt x="250520" y="227330"/>
                  </a:lnTo>
                  <a:lnTo>
                    <a:pt x="250228" y="226860"/>
                  </a:lnTo>
                  <a:lnTo>
                    <a:pt x="248386" y="223939"/>
                  </a:lnTo>
                  <a:lnTo>
                    <a:pt x="244398" y="227901"/>
                  </a:lnTo>
                  <a:lnTo>
                    <a:pt x="247345" y="229755"/>
                  </a:lnTo>
                  <a:lnTo>
                    <a:pt x="247802" y="230047"/>
                  </a:lnTo>
                  <a:lnTo>
                    <a:pt x="248132" y="230200"/>
                  </a:lnTo>
                  <a:lnTo>
                    <a:pt x="250037" y="230479"/>
                  </a:lnTo>
                  <a:lnTo>
                    <a:pt x="250939" y="229565"/>
                  </a:lnTo>
                  <a:close/>
                </a:path>
                <a:path w="271779" h="377190">
                  <a:moveTo>
                    <a:pt x="253746" y="212572"/>
                  </a:moveTo>
                  <a:lnTo>
                    <a:pt x="253161" y="212572"/>
                  </a:lnTo>
                  <a:lnTo>
                    <a:pt x="253161" y="213017"/>
                  </a:lnTo>
                  <a:lnTo>
                    <a:pt x="253453" y="213017"/>
                  </a:lnTo>
                  <a:lnTo>
                    <a:pt x="253746" y="213017"/>
                  </a:lnTo>
                  <a:lnTo>
                    <a:pt x="253746" y="212572"/>
                  </a:lnTo>
                  <a:close/>
                </a:path>
                <a:path w="271779" h="377190">
                  <a:moveTo>
                    <a:pt x="253923" y="353682"/>
                  </a:moveTo>
                  <a:lnTo>
                    <a:pt x="252387" y="352793"/>
                  </a:lnTo>
                  <a:lnTo>
                    <a:pt x="250964" y="351955"/>
                  </a:lnTo>
                  <a:lnTo>
                    <a:pt x="248754" y="352996"/>
                  </a:lnTo>
                  <a:lnTo>
                    <a:pt x="248907" y="354787"/>
                  </a:lnTo>
                  <a:lnTo>
                    <a:pt x="248983" y="355752"/>
                  </a:lnTo>
                  <a:lnTo>
                    <a:pt x="249021" y="356235"/>
                  </a:lnTo>
                  <a:lnTo>
                    <a:pt x="249110" y="357289"/>
                  </a:lnTo>
                  <a:lnTo>
                    <a:pt x="250215" y="358140"/>
                  </a:lnTo>
                  <a:lnTo>
                    <a:pt x="253860" y="355879"/>
                  </a:lnTo>
                  <a:lnTo>
                    <a:pt x="253923" y="353682"/>
                  </a:lnTo>
                  <a:close/>
                </a:path>
                <a:path w="271779" h="377190">
                  <a:moveTo>
                    <a:pt x="256705" y="198412"/>
                  </a:moveTo>
                  <a:lnTo>
                    <a:pt x="253085" y="198412"/>
                  </a:lnTo>
                  <a:lnTo>
                    <a:pt x="253085" y="201218"/>
                  </a:lnTo>
                  <a:lnTo>
                    <a:pt x="254889" y="201218"/>
                  </a:lnTo>
                  <a:lnTo>
                    <a:pt x="256705" y="201218"/>
                  </a:lnTo>
                  <a:lnTo>
                    <a:pt x="256705" y="198412"/>
                  </a:lnTo>
                  <a:close/>
                </a:path>
                <a:path w="271779" h="377190">
                  <a:moveTo>
                    <a:pt x="257886" y="175069"/>
                  </a:moveTo>
                  <a:lnTo>
                    <a:pt x="256463" y="173736"/>
                  </a:lnTo>
                  <a:lnTo>
                    <a:pt x="255397" y="172745"/>
                  </a:lnTo>
                  <a:lnTo>
                    <a:pt x="254381" y="172745"/>
                  </a:lnTo>
                  <a:lnTo>
                    <a:pt x="251904" y="175069"/>
                  </a:lnTo>
                  <a:lnTo>
                    <a:pt x="253022" y="177507"/>
                  </a:lnTo>
                  <a:lnTo>
                    <a:pt x="256768" y="177507"/>
                  </a:lnTo>
                  <a:lnTo>
                    <a:pt x="257886" y="175069"/>
                  </a:lnTo>
                  <a:close/>
                </a:path>
                <a:path w="271779" h="377190">
                  <a:moveTo>
                    <a:pt x="258076" y="224104"/>
                  </a:moveTo>
                  <a:lnTo>
                    <a:pt x="257479" y="224104"/>
                  </a:lnTo>
                  <a:lnTo>
                    <a:pt x="257479" y="224548"/>
                  </a:lnTo>
                  <a:lnTo>
                    <a:pt x="257784" y="224548"/>
                  </a:lnTo>
                  <a:lnTo>
                    <a:pt x="258076" y="224548"/>
                  </a:lnTo>
                  <a:lnTo>
                    <a:pt x="258076" y="224104"/>
                  </a:lnTo>
                  <a:close/>
                </a:path>
                <a:path w="271779" h="377190">
                  <a:moveTo>
                    <a:pt x="261048" y="314604"/>
                  </a:moveTo>
                  <a:lnTo>
                    <a:pt x="259461" y="313486"/>
                  </a:lnTo>
                  <a:lnTo>
                    <a:pt x="258292" y="314312"/>
                  </a:lnTo>
                  <a:lnTo>
                    <a:pt x="256895" y="315315"/>
                  </a:lnTo>
                  <a:lnTo>
                    <a:pt x="256895" y="316458"/>
                  </a:lnTo>
                  <a:lnTo>
                    <a:pt x="257784" y="317106"/>
                  </a:lnTo>
                  <a:lnTo>
                    <a:pt x="257962" y="317220"/>
                  </a:lnTo>
                  <a:lnTo>
                    <a:pt x="259461" y="318300"/>
                  </a:lnTo>
                  <a:lnTo>
                    <a:pt x="261048" y="317182"/>
                  </a:lnTo>
                  <a:lnTo>
                    <a:pt x="261048" y="314604"/>
                  </a:lnTo>
                  <a:close/>
                </a:path>
                <a:path w="271779" h="377190">
                  <a:moveTo>
                    <a:pt x="261937" y="190982"/>
                  </a:moveTo>
                  <a:lnTo>
                    <a:pt x="260553" y="190131"/>
                  </a:lnTo>
                  <a:lnTo>
                    <a:pt x="256743" y="187833"/>
                  </a:lnTo>
                  <a:lnTo>
                    <a:pt x="255892" y="188887"/>
                  </a:lnTo>
                  <a:lnTo>
                    <a:pt x="260388" y="193001"/>
                  </a:lnTo>
                  <a:lnTo>
                    <a:pt x="261937" y="190982"/>
                  </a:lnTo>
                  <a:close/>
                </a:path>
                <a:path w="271779" h="377190">
                  <a:moveTo>
                    <a:pt x="267970" y="350024"/>
                  </a:moveTo>
                  <a:lnTo>
                    <a:pt x="264896" y="350024"/>
                  </a:lnTo>
                  <a:lnTo>
                    <a:pt x="264896" y="352412"/>
                  </a:lnTo>
                  <a:lnTo>
                    <a:pt x="266433" y="352412"/>
                  </a:lnTo>
                  <a:lnTo>
                    <a:pt x="267970" y="352412"/>
                  </a:lnTo>
                  <a:lnTo>
                    <a:pt x="267970" y="350024"/>
                  </a:lnTo>
                  <a:close/>
                </a:path>
                <a:path w="271779" h="377190">
                  <a:moveTo>
                    <a:pt x="271373" y="242366"/>
                  </a:moveTo>
                  <a:lnTo>
                    <a:pt x="269811" y="241134"/>
                  </a:lnTo>
                  <a:lnTo>
                    <a:pt x="269227" y="240677"/>
                  </a:lnTo>
                  <a:lnTo>
                    <a:pt x="268782" y="240309"/>
                  </a:lnTo>
                  <a:lnTo>
                    <a:pt x="267081" y="239509"/>
                  </a:lnTo>
                  <a:lnTo>
                    <a:pt x="265595" y="239839"/>
                  </a:lnTo>
                  <a:lnTo>
                    <a:pt x="265176" y="241820"/>
                  </a:lnTo>
                  <a:lnTo>
                    <a:pt x="265112" y="242366"/>
                  </a:lnTo>
                  <a:lnTo>
                    <a:pt x="265176" y="245021"/>
                  </a:lnTo>
                  <a:lnTo>
                    <a:pt x="267119" y="246341"/>
                  </a:lnTo>
                  <a:lnTo>
                    <a:pt x="270535" y="244906"/>
                  </a:lnTo>
                  <a:lnTo>
                    <a:pt x="271373" y="242366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2873171" y="7627816"/>
              <a:ext cx="602615" cy="480695"/>
            </a:xfrm>
            <a:custGeom>
              <a:avLst/>
              <a:gdLst/>
              <a:ahLst/>
              <a:cxnLst/>
              <a:rect l="l" t="t" r="r" b="b"/>
              <a:pathLst>
                <a:path w="602614" h="480695">
                  <a:moveTo>
                    <a:pt x="4025" y="364502"/>
                  </a:moveTo>
                  <a:lnTo>
                    <a:pt x="1866" y="363359"/>
                  </a:lnTo>
                  <a:lnTo>
                    <a:pt x="787" y="364680"/>
                  </a:lnTo>
                  <a:lnTo>
                    <a:pt x="635" y="364883"/>
                  </a:lnTo>
                  <a:lnTo>
                    <a:pt x="0" y="365645"/>
                  </a:lnTo>
                  <a:lnTo>
                    <a:pt x="0" y="366395"/>
                  </a:lnTo>
                  <a:lnTo>
                    <a:pt x="635" y="367169"/>
                  </a:lnTo>
                  <a:lnTo>
                    <a:pt x="1879" y="368706"/>
                  </a:lnTo>
                  <a:lnTo>
                    <a:pt x="4025" y="367550"/>
                  </a:lnTo>
                  <a:lnTo>
                    <a:pt x="4025" y="364502"/>
                  </a:lnTo>
                  <a:close/>
                </a:path>
                <a:path w="602614" h="480695">
                  <a:moveTo>
                    <a:pt x="5130" y="359854"/>
                  </a:moveTo>
                  <a:lnTo>
                    <a:pt x="4546" y="359854"/>
                  </a:lnTo>
                  <a:lnTo>
                    <a:pt x="4546" y="360299"/>
                  </a:lnTo>
                  <a:lnTo>
                    <a:pt x="4838" y="360299"/>
                  </a:lnTo>
                  <a:lnTo>
                    <a:pt x="5130" y="360299"/>
                  </a:lnTo>
                  <a:lnTo>
                    <a:pt x="5130" y="359854"/>
                  </a:lnTo>
                  <a:close/>
                </a:path>
                <a:path w="602614" h="480695">
                  <a:moveTo>
                    <a:pt x="10541" y="349580"/>
                  </a:moveTo>
                  <a:lnTo>
                    <a:pt x="9956" y="349580"/>
                  </a:lnTo>
                  <a:lnTo>
                    <a:pt x="9956" y="350024"/>
                  </a:lnTo>
                  <a:lnTo>
                    <a:pt x="10248" y="350024"/>
                  </a:lnTo>
                  <a:lnTo>
                    <a:pt x="10541" y="350024"/>
                  </a:lnTo>
                  <a:lnTo>
                    <a:pt x="10541" y="349580"/>
                  </a:lnTo>
                  <a:close/>
                </a:path>
                <a:path w="602614" h="480695">
                  <a:moveTo>
                    <a:pt x="16421" y="404063"/>
                  </a:moveTo>
                  <a:lnTo>
                    <a:pt x="16002" y="402551"/>
                  </a:lnTo>
                  <a:lnTo>
                    <a:pt x="15963" y="402386"/>
                  </a:lnTo>
                  <a:lnTo>
                    <a:pt x="15913" y="402209"/>
                  </a:lnTo>
                  <a:lnTo>
                    <a:pt x="15671" y="401294"/>
                  </a:lnTo>
                  <a:lnTo>
                    <a:pt x="14554" y="401294"/>
                  </a:lnTo>
                  <a:lnTo>
                    <a:pt x="14338" y="402043"/>
                  </a:lnTo>
                  <a:lnTo>
                    <a:pt x="14262" y="402386"/>
                  </a:lnTo>
                  <a:lnTo>
                    <a:pt x="14211" y="402551"/>
                  </a:lnTo>
                  <a:lnTo>
                    <a:pt x="13804" y="404050"/>
                  </a:lnTo>
                  <a:lnTo>
                    <a:pt x="16421" y="404063"/>
                  </a:lnTo>
                  <a:close/>
                </a:path>
                <a:path w="602614" h="480695">
                  <a:moveTo>
                    <a:pt x="18072" y="419887"/>
                  </a:moveTo>
                  <a:lnTo>
                    <a:pt x="17310" y="418655"/>
                  </a:lnTo>
                  <a:lnTo>
                    <a:pt x="17170" y="418452"/>
                  </a:lnTo>
                  <a:lnTo>
                    <a:pt x="16192" y="416852"/>
                  </a:lnTo>
                  <a:lnTo>
                    <a:pt x="14008" y="419011"/>
                  </a:lnTo>
                  <a:lnTo>
                    <a:pt x="15621" y="420001"/>
                  </a:lnTo>
                  <a:lnTo>
                    <a:pt x="15824" y="420128"/>
                  </a:lnTo>
                  <a:lnTo>
                    <a:pt x="16040" y="420268"/>
                  </a:lnTo>
                  <a:lnTo>
                    <a:pt x="17056" y="420890"/>
                  </a:lnTo>
                  <a:lnTo>
                    <a:pt x="18072" y="419887"/>
                  </a:lnTo>
                  <a:close/>
                </a:path>
                <a:path w="602614" h="480695">
                  <a:moveTo>
                    <a:pt x="21336" y="366623"/>
                  </a:moveTo>
                  <a:lnTo>
                    <a:pt x="17716" y="363994"/>
                  </a:lnTo>
                  <a:lnTo>
                    <a:pt x="8343" y="366318"/>
                  </a:lnTo>
                  <a:lnTo>
                    <a:pt x="8343" y="374396"/>
                  </a:lnTo>
                  <a:lnTo>
                    <a:pt x="13639" y="375704"/>
                  </a:lnTo>
                  <a:lnTo>
                    <a:pt x="17716" y="376720"/>
                  </a:lnTo>
                  <a:lnTo>
                    <a:pt x="21336" y="374091"/>
                  </a:lnTo>
                  <a:lnTo>
                    <a:pt x="21336" y="366623"/>
                  </a:lnTo>
                  <a:close/>
                </a:path>
                <a:path w="602614" h="480695">
                  <a:moveTo>
                    <a:pt x="46177" y="387121"/>
                  </a:moveTo>
                  <a:lnTo>
                    <a:pt x="45224" y="385178"/>
                  </a:lnTo>
                  <a:lnTo>
                    <a:pt x="44792" y="384327"/>
                  </a:lnTo>
                  <a:lnTo>
                    <a:pt x="44284" y="383628"/>
                  </a:lnTo>
                  <a:lnTo>
                    <a:pt x="42735" y="381762"/>
                  </a:lnTo>
                  <a:lnTo>
                    <a:pt x="41046" y="382993"/>
                  </a:lnTo>
                  <a:lnTo>
                    <a:pt x="41579" y="385191"/>
                  </a:lnTo>
                  <a:lnTo>
                    <a:pt x="41871" y="386016"/>
                  </a:lnTo>
                  <a:lnTo>
                    <a:pt x="43294" y="388823"/>
                  </a:lnTo>
                  <a:lnTo>
                    <a:pt x="46177" y="387121"/>
                  </a:lnTo>
                  <a:close/>
                </a:path>
                <a:path w="602614" h="480695">
                  <a:moveTo>
                    <a:pt x="196354" y="28892"/>
                  </a:moveTo>
                  <a:lnTo>
                    <a:pt x="192239" y="24041"/>
                  </a:lnTo>
                  <a:lnTo>
                    <a:pt x="189331" y="23926"/>
                  </a:lnTo>
                  <a:lnTo>
                    <a:pt x="185077" y="26289"/>
                  </a:lnTo>
                  <a:lnTo>
                    <a:pt x="184124" y="29248"/>
                  </a:lnTo>
                  <a:lnTo>
                    <a:pt x="184746" y="30149"/>
                  </a:lnTo>
                  <a:lnTo>
                    <a:pt x="184099" y="32994"/>
                  </a:lnTo>
                  <a:lnTo>
                    <a:pt x="188734" y="37363"/>
                  </a:lnTo>
                  <a:lnTo>
                    <a:pt x="196011" y="32562"/>
                  </a:lnTo>
                  <a:lnTo>
                    <a:pt x="196354" y="28892"/>
                  </a:lnTo>
                  <a:close/>
                </a:path>
                <a:path w="602614" h="480695">
                  <a:moveTo>
                    <a:pt x="196583" y="12877"/>
                  </a:moveTo>
                  <a:lnTo>
                    <a:pt x="195999" y="12877"/>
                  </a:lnTo>
                  <a:lnTo>
                    <a:pt x="195999" y="13322"/>
                  </a:lnTo>
                  <a:lnTo>
                    <a:pt x="196291" y="13322"/>
                  </a:lnTo>
                  <a:lnTo>
                    <a:pt x="196583" y="13322"/>
                  </a:lnTo>
                  <a:lnTo>
                    <a:pt x="196583" y="12877"/>
                  </a:lnTo>
                  <a:close/>
                </a:path>
                <a:path w="602614" h="480695">
                  <a:moveTo>
                    <a:pt x="233413" y="3251"/>
                  </a:moveTo>
                  <a:lnTo>
                    <a:pt x="231571" y="0"/>
                  </a:lnTo>
                  <a:lnTo>
                    <a:pt x="228688" y="12"/>
                  </a:lnTo>
                  <a:lnTo>
                    <a:pt x="225107" y="25"/>
                  </a:lnTo>
                  <a:lnTo>
                    <a:pt x="223215" y="2679"/>
                  </a:lnTo>
                  <a:lnTo>
                    <a:pt x="227037" y="7975"/>
                  </a:lnTo>
                  <a:lnTo>
                    <a:pt x="230416" y="8369"/>
                  </a:lnTo>
                  <a:lnTo>
                    <a:pt x="233413" y="3251"/>
                  </a:lnTo>
                  <a:close/>
                </a:path>
                <a:path w="602614" h="480695">
                  <a:moveTo>
                    <a:pt x="234073" y="20802"/>
                  </a:moveTo>
                  <a:lnTo>
                    <a:pt x="233489" y="20802"/>
                  </a:lnTo>
                  <a:lnTo>
                    <a:pt x="233489" y="21259"/>
                  </a:lnTo>
                  <a:lnTo>
                    <a:pt x="233781" y="21259"/>
                  </a:lnTo>
                  <a:lnTo>
                    <a:pt x="234073" y="21259"/>
                  </a:lnTo>
                  <a:lnTo>
                    <a:pt x="234073" y="20802"/>
                  </a:lnTo>
                  <a:close/>
                </a:path>
                <a:path w="602614" h="480695">
                  <a:moveTo>
                    <a:pt x="243268" y="39382"/>
                  </a:moveTo>
                  <a:lnTo>
                    <a:pt x="232956" y="39382"/>
                  </a:lnTo>
                  <a:lnTo>
                    <a:pt x="232943" y="47396"/>
                  </a:lnTo>
                  <a:lnTo>
                    <a:pt x="238112" y="47396"/>
                  </a:lnTo>
                  <a:lnTo>
                    <a:pt x="243255" y="47396"/>
                  </a:lnTo>
                  <a:lnTo>
                    <a:pt x="243268" y="39382"/>
                  </a:lnTo>
                  <a:close/>
                </a:path>
                <a:path w="602614" h="480695">
                  <a:moveTo>
                    <a:pt x="244246" y="71793"/>
                  </a:moveTo>
                  <a:lnTo>
                    <a:pt x="240880" y="69951"/>
                  </a:lnTo>
                  <a:lnTo>
                    <a:pt x="238315" y="68541"/>
                  </a:lnTo>
                  <a:lnTo>
                    <a:pt x="235470" y="71920"/>
                  </a:lnTo>
                  <a:lnTo>
                    <a:pt x="240461" y="76796"/>
                  </a:lnTo>
                  <a:lnTo>
                    <a:pt x="244246" y="71793"/>
                  </a:lnTo>
                  <a:close/>
                </a:path>
                <a:path w="602614" h="480695">
                  <a:moveTo>
                    <a:pt x="252437" y="76034"/>
                  </a:moveTo>
                  <a:lnTo>
                    <a:pt x="245567" y="76517"/>
                  </a:lnTo>
                  <a:lnTo>
                    <a:pt x="246532" y="78651"/>
                  </a:lnTo>
                  <a:lnTo>
                    <a:pt x="245808" y="79349"/>
                  </a:lnTo>
                  <a:lnTo>
                    <a:pt x="248335" y="83832"/>
                  </a:lnTo>
                  <a:lnTo>
                    <a:pt x="251663" y="82067"/>
                  </a:lnTo>
                  <a:lnTo>
                    <a:pt x="252437" y="76034"/>
                  </a:lnTo>
                  <a:close/>
                </a:path>
                <a:path w="602614" h="480695">
                  <a:moveTo>
                    <a:pt x="257975" y="22821"/>
                  </a:moveTo>
                  <a:lnTo>
                    <a:pt x="255409" y="20726"/>
                  </a:lnTo>
                  <a:lnTo>
                    <a:pt x="252907" y="21501"/>
                  </a:lnTo>
                  <a:lnTo>
                    <a:pt x="248627" y="22809"/>
                  </a:lnTo>
                  <a:lnTo>
                    <a:pt x="248627" y="27914"/>
                  </a:lnTo>
                  <a:lnTo>
                    <a:pt x="255409" y="29984"/>
                  </a:lnTo>
                  <a:lnTo>
                    <a:pt x="257975" y="27901"/>
                  </a:lnTo>
                  <a:lnTo>
                    <a:pt x="257975" y="22821"/>
                  </a:lnTo>
                  <a:close/>
                </a:path>
                <a:path w="602614" h="480695">
                  <a:moveTo>
                    <a:pt x="260883" y="64211"/>
                  </a:moveTo>
                  <a:lnTo>
                    <a:pt x="251383" y="64211"/>
                  </a:lnTo>
                  <a:lnTo>
                    <a:pt x="251383" y="71589"/>
                  </a:lnTo>
                  <a:lnTo>
                    <a:pt x="256133" y="71589"/>
                  </a:lnTo>
                  <a:lnTo>
                    <a:pt x="260883" y="71589"/>
                  </a:lnTo>
                  <a:lnTo>
                    <a:pt x="260883" y="64211"/>
                  </a:lnTo>
                  <a:close/>
                </a:path>
                <a:path w="602614" h="480695">
                  <a:moveTo>
                    <a:pt x="263626" y="53289"/>
                  </a:moveTo>
                  <a:lnTo>
                    <a:pt x="263512" y="51257"/>
                  </a:lnTo>
                  <a:lnTo>
                    <a:pt x="262267" y="50914"/>
                  </a:lnTo>
                  <a:lnTo>
                    <a:pt x="260731" y="50507"/>
                  </a:lnTo>
                  <a:lnTo>
                    <a:pt x="258965" y="50114"/>
                  </a:lnTo>
                  <a:lnTo>
                    <a:pt x="256260" y="48653"/>
                  </a:lnTo>
                  <a:lnTo>
                    <a:pt x="254723" y="50431"/>
                  </a:lnTo>
                  <a:lnTo>
                    <a:pt x="257873" y="53276"/>
                  </a:lnTo>
                  <a:lnTo>
                    <a:pt x="259664" y="54063"/>
                  </a:lnTo>
                  <a:lnTo>
                    <a:pt x="263626" y="53289"/>
                  </a:lnTo>
                  <a:close/>
                </a:path>
                <a:path w="602614" h="480695">
                  <a:moveTo>
                    <a:pt x="291414" y="30683"/>
                  </a:moveTo>
                  <a:lnTo>
                    <a:pt x="290080" y="27762"/>
                  </a:lnTo>
                  <a:lnTo>
                    <a:pt x="285623" y="27762"/>
                  </a:lnTo>
                  <a:lnTo>
                    <a:pt x="284289" y="30683"/>
                  </a:lnTo>
                  <a:lnTo>
                    <a:pt x="285991" y="32270"/>
                  </a:lnTo>
                  <a:lnTo>
                    <a:pt x="287210" y="33413"/>
                  </a:lnTo>
                  <a:lnTo>
                    <a:pt x="288493" y="33426"/>
                  </a:lnTo>
                  <a:lnTo>
                    <a:pt x="291414" y="30683"/>
                  </a:lnTo>
                  <a:close/>
                </a:path>
                <a:path w="602614" h="480695">
                  <a:moveTo>
                    <a:pt x="298513" y="453440"/>
                  </a:moveTo>
                  <a:lnTo>
                    <a:pt x="288747" y="453440"/>
                  </a:lnTo>
                  <a:lnTo>
                    <a:pt x="288734" y="461022"/>
                  </a:lnTo>
                  <a:lnTo>
                    <a:pt x="293624" y="461022"/>
                  </a:lnTo>
                  <a:lnTo>
                    <a:pt x="298513" y="461022"/>
                  </a:lnTo>
                  <a:lnTo>
                    <a:pt x="298513" y="453440"/>
                  </a:lnTo>
                  <a:close/>
                </a:path>
                <a:path w="602614" h="480695">
                  <a:moveTo>
                    <a:pt x="303517" y="461556"/>
                  </a:moveTo>
                  <a:lnTo>
                    <a:pt x="292392" y="461556"/>
                  </a:lnTo>
                  <a:lnTo>
                    <a:pt x="292379" y="470204"/>
                  </a:lnTo>
                  <a:lnTo>
                    <a:pt x="297954" y="470204"/>
                  </a:lnTo>
                  <a:lnTo>
                    <a:pt x="303504" y="470204"/>
                  </a:lnTo>
                  <a:lnTo>
                    <a:pt x="303517" y="461556"/>
                  </a:lnTo>
                  <a:close/>
                </a:path>
                <a:path w="602614" h="480695">
                  <a:moveTo>
                    <a:pt x="323608" y="401624"/>
                  </a:moveTo>
                  <a:lnTo>
                    <a:pt x="314109" y="401624"/>
                  </a:lnTo>
                  <a:lnTo>
                    <a:pt x="314109" y="409016"/>
                  </a:lnTo>
                  <a:lnTo>
                    <a:pt x="318858" y="409016"/>
                  </a:lnTo>
                  <a:lnTo>
                    <a:pt x="323608" y="409016"/>
                  </a:lnTo>
                  <a:lnTo>
                    <a:pt x="323608" y="401624"/>
                  </a:lnTo>
                  <a:close/>
                </a:path>
                <a:path w="602614" h="480695">
                  <a:moveTo>
                    <a:pt x="343331" y="473062"/>
                  </a:moveTo>
                  <a:lnTo>
                    <a:pt x="343027" y="466496"/>
                  </a:lnTo>
                  <a:lnTo>
                    <a:pt x="338556" y="464375"/>
                  </a:lnTo>
                  <a:lnTo>
                    <a:pt x="331241" y="460933"/>
                  </a:lnTo>
                  <a:lnTo>
                    <a:pt x="324713" y="467448"/>
                  </a:lnTo>
                  <a:lnTo>
                    <a:pt x="325450" y="469036"/>
                  </a:lnTo>
                  <a:lnTo>
                    <a:pt x="324078" y="468363"/>
                  </a:lnTo>
                  <a:lnTo>
                    <a:pt x="319532" y="466153"/>
                  </a:lnTo>
                  <a:lnTo>
                    <a:pt x="315531" y="470166"/>
                  </a:lnTo>
                  <a:lnTo>
                    <a:pt x="319062" y="477443"/>
                  </a:lnTo>
                  <a:lnTo>
                    <a:pt x="323037" y="477647"/>
                  </a:lnTo>
                  <a:lnTo>
                    <a:pt x="327012" y="473671"/>
                  </a:lnTo>
                  <a:lnTo>
                    <a:pt x="326923" y="472160"/>
                  </a:lnTo>
                  <a:lnTo>
                    <a:pt x="330288" y="479259"/>
                  </a:lnTo>
                  <a:lnTo>
                    <a:pt x="336867" y="479526"/>
                  </a:lnTo>
                  <a:lnTo>
                    <a:pt x="343331" y="473062"/>
                  </a:lnTo>
                  <a:close/>
                </a:path>
                <a:path w="602614" h="480695">
                  <a:moveTo>
                    <a:pt x="347929" y="434416"/>
                  </a:moveTo>
                  <a:lnTo>
                    <a:pt x="346125" y="431266"/>
                  </a:lnTo>
                  <a:lnTo>
                    <a:pt x="343331" y="431266"/>
                  </a:lnTo>
                  <a:lnTo>
                    <a:pt x="339826" y="431279"/>
                  </a:lnTo>
                  <a:lnTo>
                    <a:pt x="337985" y="433844"/>
                  </a:lnTo>
                  <a:lnTo>
                    <a:pt x="341731" y="439013"/>
                  </a:lnTo>
                  <a:lnTo>
                    <a:pt x="345020" y="439381"/>
                  </a:lnTo>
                  <a:lnTo>
                    <a:pt x="347929" y="434416"/>
                  </a:lnTo>
                  <a:close/>
                </a:path>
                <a:path w="602614" h="480695">
                  <a:moveTo>
                    <a:pt x="348145" y="401320"/>
                  </a:moveTo>
                  <a:lnTo>
                    <a:pt x="340131" y="398868"/>
                  </a:lnTo>
                  <a:lnTo>
                    <a:pt x="340106" y="407454"/>
                  </a:lnTo>
                  <a:lnTo>
                    <a:pt x="344881" y="406006"/>
                  </a:lnTo>
                  <a:lnTo>
                    <a:pt x="348145" y="405015"/>
                  </a:lnTo>
                  <a:lnTo>
                    <a:pt x="348145" y="401320"/>
                  </a:lnTo>
                  <a:close/>
                </a:path>
                <a:path w="602614" h="480695">
                  <a:moveTo>
                    <a:pt x="359524" y="470700"/>
                  </a:moveTo>
                  <a:lnTo>
                    <a:pt x="358940" y="470700"/>
                  </a:lnTo>
                  <a:lnTo>
                    <a:pt x="358940" y="471157"/>
                  </a:lnTo>
                  <a:lnTo>
                    <a:pt x="359232" y="471157"/>
                  </a:lnTo>
                  <a:lnTo>
                    <a:pt x="359524" y="471157"/>
                  </a:lnTo>
                  <a:lnTo>
                    <a:pt x="359524" y="470700"/>
                  </a:lnTo>
                  <a:close/>
                </a:path>
                <a:path w="602614" h="480695">
                  <a:moveTo>
                    <a:pt x="361010" y="438556"/>
                  </a:moveTo>
                  <a:lnTo>
                    <a:pt x="361010" y="438746"/>
                  </a:lnTo>
                  <a:lnTo>
                    <a:pt x="361010" y="438556"/>
                  </a:lnTo>
                  <a:close/>
                </a:path>
                <a:path w="602614" h="480695">
                  <a:moveTo>
                    <a:pt x="361010" y="438238"/>
                  </a:moveTo>
                  <a:lnTo>
                    <a:pt x="361010" y="438505"/>
                  </a:lnTo>
                  <a:lnTo>
                    <a:pt x="361010" y="438277"/>
                  </a:lnTo>
                  <a:close/>
                </a:path>
                <a:path w="602614" h="480695">
                  <a:moveTo>
                    <a:pt x="361022" y="437794"/>
                  </a:moveTo>
                  <a:lnTo>
                    <a:pt x="360730" y="437921"/>
                  </a:lnTo>
                  <a:lnTo>
                    <a:pt x="360807" y="438086"/>
                  </a:lnTo>
                  <a:lnTo>
                    <a:pt x="361022" y="437794"/>
                  </a:lnTo>
                  <a:close/>
                </a:path>
                <a:path w="602614" h="480695">
                  <a:moveTo>
                    <a:pt x="362356" y="437984"/>
                  </a:moveTo>
                  <a:lnTo>
                    <a:pt x="362229" y="438137"/>
                  </a:lnTo>
                  <a:lnTo>
                    <a:pt x="362356" y="437984"/>
                  </a:lnTo>
                  <a:close/>
                </a:path>
                <a:path w="602614" h="480695">
                  <a:moveTo>
                    <a:pt x="362419" y="437819"/>
                  </a:moveTo>
                  <a:lnTo>
                    <a:pt x="362305" y="437426"/>
                  </a:lnTo>
                  <a:lnTo>
                    <a:pt x="362318" y="437565"/>
                  </a:lnTo>
                  <a:lnTo>
                    <a:pt x="362419" y="437819"/>
                  </a:lnTo>
                  <a:close/>
                </a:path>
                <a:path w="602614" h="480695">
                  <a:moveTo>
                    <a:pt x="362432" y="437845"/>
                  </a:moveTo>
                  <a:lnTo>
                    <a:pt x="362369" y="437997"/>
                  </a:lnTo>
                  <a:lnTo>
                    <a:pt x="362432" y="437845"/>
                  </a:lnTo>
                  <a:close/>
                </a:path>
                <a:path w="602614" h="480695">
                  <a:moveTo>
                    <a:pt x="372694" y="435140"/>
                  </a:moveTo>
                  <a:lnTo>
                    <a:pt x="371271" y="433603"/>
                  </a:lnTo>
                  <a:lnTo>
                    <a:pt x="364540" y="426275"/>
                  </a:lnTo>
                  <a:lnTo>
                    <a:pt x="362699" y="426123"/>
                  </a:lnTo>
                  <a:lnTo>
                    <a:pt x="362699" y="436841"/>
                  </a:lnTo>
                  <a:lnTo>
                    <a:pt x="362572" y="437311"/>
                  </a:lnTo>
                  <a:lnTo>
                    <a:pt x="362521" y="438086"/>
                  </a:lnTo>
                  <a:lnTo>
                    <a:pt x="362445" y="437883"/>
                  </a:lnTo>
                  <a:lnTo>
                    <a:pt x="362445" y="438404"/>
                  </a:lnTo>
                  <a:lnTo>
                    <a:pt x="362407" y="438023"/>
                  </a:lnTo>
                  <a:lnTo>
                    <a:pt x="361886" y="438543"/>
                  </a:lnTo>
                  <a:lnTo>
                    <a:pt x="362394" y="438023"/>
                  </a:lnTo>
                  <a:lnTo>
                    <a:pt x="362229" y="438150"/>
                  </a:lnTo>
                  <a:lnTo>
                    <a:pt x="362000" y="438404"/>
                  </a:lnTo>
                  <a:lnTo>
                    <a:pt x="362204" y="438162"/>
                  </a:lnTo>
                  <a:lnTo>
                    <a:pt x="362102" y="437769"/>
                  </a:lnTo>
                  <a:lnTo>
                    <a:pt x="362204" y="437565"/>
                  </a:lnTo>
                  <a:lnTo>
                    <a:pt x="362204" y="437273"/>
                  </a:lnTo>
                  <a:lnTo>
                    <a:pt x="362115" y="437045"/>
                  </a:lnTo>
                  <a:lnTo>
                    <a:pt x="361442" y="436372"/>
                  </a:lnTo>
                  <a:lnTo>
                    <a:pt x="362140" y="436943"/>
                  </a:lnTo>
                  <a:lnTo>
                    <a:pt x="362305" y="437426"/>
                  </a:lnTo>
                  <a:lnTo>
                    <a:pt x="362699" y="436841"/>
                  </a:lnTo>
                  <a:lnTo>
                    <a:pt x="362699" y="426123"/>
                  </a:lnTo>
                  <a:lnTo>
                    <a:pt x="361264" y="425996"/>
                  </a:lnTo>
                  <a:lnTo>
                    <a:pt x="361264" y="437680"/>
                  </a:lnTo>
                  <a:lnTo>
                    <a:pt x="361124" y="437743"/>
                  </a:lnTo>
                  <a:lnTo>
                    <a:pt x="361010" y="438137"/>
                  </a:lnTo>
                  <a:lnTo>
                    <a:pt x="361111" y="438531"/>
                  </a:lnTo>
                  <a:lnTo>
                    <a:pt x="361073" y="438835"/>
                  </a:lnTo>
                  <a:lnTo>
                    <a:pt x="361010" y="439204"/>
                  </a:lnTo>
                  <a:lnTo>
                    <a:pt x="360946" y="438683"/>
                  </a:lnTo>
                  <a:lnTo>
                    <a:pt x="360857" y="438416"/>
                  </a:lnTo>
                  <a:lnTo>
                    <a:pt x="360870" y="438137"/>
                  </a:lnTo>
                  <a:lnTo>
                    <a:pt x="360641" y="437959"/>
                  </a:lnTo>
                  <a:lnTo>
                    <a:pt x="360502" y="438010"/>
                  </a:lnTo>
                  <a:lnTo>
                    <a:pt x="360248" y="438124"/>
                  </a:lnTo>
                  <a:lnTo>
                    <a:pt x="360438" y="438023"/>
                  </a:lnTo>
                  <a:lnTo>
                    <a:pt x="360591" y="437934"/>
                  </a:lnTo>
                  <a:lnTo>
                    <a:pt x="360730" y="437921"/>
                  </a:lnTo>
                  <a:lnTo>
                    <a:pt x="360997" y="437794"/>
                  </a:lnTo>
                  <a:lnTo>
                    <a:pt x="361022" y="437273"/>
                  </a:lnTo>
                  <a:lnTo>
                    <a:pt x="361022" y="437756"/>
                  </a:lnTo>
                  <a:lnTo>
                    <a:pt x="361264" y="437680"/>
                  </a:lnTo>
                  <a:lnTo>
                    <a:pt x="361264" y="425996"/>
                  </a:lnTo>
                  <a:lnTo>
                    <a:pt x="357555" y="425678"/>
                  </a:lnTo>
                  <a:lnTo>
                    <a:pt x="349199" y="434403"/>
                  </a:lnTo>
                  <a:lnTo>
                    <a:pt x="349440" y="441439"/>
                  </a:lnTo>
                  <a:lnTo>
                    <a:pt x="353466" y="445693"/>
                  </a:lnTo>
                  <a:lnTo>
                    <a:pt x="357886" y="447548"/>
                  </a:lnTo>
                  <a:lnTo>
                    <a:pt x="359067" y="446976"/>
                  </a:lnTo>
                  <a:lnTo>
                    <a:pt x="362572" y="447306"/>
                  </a:lnTo>
                  <a:lnTo>
                    <a:pt x="364896" y="446747"/>
                  </a:lnTo>
                  <a:lnTo>
                    <a:pt x="371932" y="442175"/>
                  </a:lnTo>
                  <a:lnTo>
                    <a:pt x="372465" y="437311"/>
                  </a:lnTo>
                  <a:lnTo>
                    <a:pt x="372503" y="436841"/>
                  </a:lnTo>
                  <a:lnTo>
                    <a:pt x="372554" y="436372"/>
                  </a:lnTo>
                  <a:lnTo>
                    <a:pt x="372694" y="435140"/>
                  </a:lnTo>
                  <a:close/>
                </a:path>
                <a:path w="602614" h="480695">
                  <a:moveTo>
                    <a:pt x="381317" y="467347"/>
                  </a:moveTo>
                  <a:lnTo>
                    <a:pt x="378256" y="464921"/>
                  </a:lnTo>
                  <a:lnTo>
                    <a:pt x="376021" y="463169"/>
                  </a:lnTo>
                  <a:lnTo>
                    <a:pt x="374167" y="462521"/>
                  </a:lnTo>
                  <a:lnTo>
                    <a:pt x="370370" y="464185"/>
                  </a:lnTo>
                  <a:lnTo>
                    <a:pt x="368973" y="465988"/>
                  </a:lnTo>
                  <a:lnTo>
                    <a:pt x="369214" y="472528"/>
                  </a:lnTo>
                  <a:lnTo>
                    <a:pt x="372960" y="475145"/>
                  </a:lnTo>
                  <a:lnTo>
                    <a:pt x="379653" y="472313"/>
                  </a:lnTo>
                  <a:lnTo>
                    <a:pt x="381317" y="467347"/>
                  </a:lnTo>
                  <a:close/>
                </a:path>
                <a:path w="602614" h="480695">
                  <a:moveTo>
                    <a:pt x="394487" y="451040"/>
                  </a:moveTo>
                  <a:lnTo>
                    <a:pt x="392049" y="446290"/>
                  </a:lnTo>
                  <a:lnTo>
                    <a:pt x="388073" y="445998"/>
                  </a:lnTo>
                  <a:lnTo>
                    <a:pt x="385457" y="445795"/>
                  </a:lnTo>
                  <a:lnTo>
                    <a:pt x="383133" y="448132"/>
                  </a:lnTo>
                  <a:lnTo>
                    <a:pt x="383628" y="454723"/>
                  </a:lnTo>
                  <a:lnTo>
                    <a:pt x="388353" y="457161"/>
                  </a:lnTo>
                  <a:lnTo>
                    <a:pt x="394487" y="451040"/>
                  </a:lnTo>
                  <a:close/>
                </a:path>
                <a:path w="602614" h="480695">
                  <a:moveTo>
                    <a:pt x="404609" y="365137"/>
                  </a:moveTo>
                  <a:lnTo>
                    <a:pt x="403250" y="365137"/>
                  </a:lnTo>
                  <a:lnTo>
                    <a:pt x="403250" y="366191"/>
                  </a:lnTo>
                  <a:lnTo>
                    <a:pt x="403936" y="366191"/>
                  </a:lnTo>
                  <a:lnTo>
                    <a:pt x="404609" y="366191"/>
                  </a:lnTo>
                  <a:lnTo>
                    <a:pt x="404609" y="365137"/>
                  </a:lnTo>
                  <a:close/>
                </a:path>
                <a:path w="602614" h="480695">
                  <a:moveTo>
                    <a:pt x="406425" y="339013"/>
                  </a:moveTo>
                  <a:lnTo>
                    <a:pt x="404253" y="336562"/>
                  </a:lnTo>
                  <a:lnTo>
                    <a:pt x="401053" y="332943"/>
                  </a:lnTo>
                  <a:lnTo>
                    <a:pt x="397967" y="333844"/>
                  </a:lnTo>
                  <a:lnTo>
                    <a:pt x="396087" y="341769"/>
                  </a:lnTo>
                  <a:lnTo>
                    <a:pt x="398957" y="344881"/>
                  </a:lnTo>
                  <a:lnTo>
                    <a:pt x="405663" y="343027"/>
                  </a:lnTo>
                  <a:lnTo>
                    <a:pt x="406425" y="339013"/>
                  </a:lnTo>
                  <a:close/>
                </a:path>
                <a:path w="602614" h="480695">
                  <a:moveTo>
                    <a:pt x="409486" y="435635"/>
                  </a:moveTo>
                  <a:lnTo>
                    <a:pt x="408927" y="433235"/>
                  </a:lnTo>
                  <a:lnTo>
                    <a:pt x="408470" y="431253"/>
                  </a:lnTo>
                  <a:lnTo>
                    <a:pt x="407200" y="430060"/>
                  </a:lnTo>
                  <a:lnTo>
                    <a:pt x="404825" y="429425"/>
                  </a:lnTo>
                  <a:lnTo>
                    <a:pt x="404025" y="429488"/>
                  </a:lnTo>
                  <a:lnTo>
                    <a:pt x="403517" y="429564"/>
                  </a:lnTo>
                  <a:lnTo>
                    <a:pt x="401129" y="428879"/>
                  </a:lnTo>
                  <a:lnTo>
                    <a:pt x="401129" y="431507"/>
                  </a:lnTo>
                  <a:lnTo>
                    <a:pt x="401053" y="431647"/>
                  </a:lnTo>
                  <a:lnTo>
                    <a:pt x="401091" y="431469"/>
                  </a:lnTo>
                  <a:lnTo>
                    <a:pt x="401129" y="428879"/>
                  </a:lnTo>
                  <a:lnTo>
                    <a:pt x="400164" y="428586"/>
                  </a:lnTo>
                  <a:lnTo>
                    <a:pt x="397230" y="435584"/>
                  </a:lnTo>
                  <a:lnTo>
                    <a:pt x="402844" y="438823"/>
                  </a:lnTo>
                  <a:lnTo>
                    <a:pt x="404317" y="439140"/>
                  </a:lnTo>
                  <a:lnTo>
                    <a:pt x="408051" y="437616"/>
                  </a:lnTo>
                  <a:lnTo>
                    <a:pt x="409486" y="435635"/>
                  </a:lnTo>
                  <a:close/>
                </a:path>
                <a:path w="602614" h="480695">
                  <a:moveTo>
                    <a:pt x="420204" y="388581"/>
                  </a:moveTo>
                  <a:lnTo>
                    <a:pt x="416560" y="385483"/>
                  </a:lnTo>
                  <a:lnTo>
                    <a:pt x="414020" y="383311"/>
                  </a:lnTo>
                  <a:lnTo>
                    <a:pt x="411530" y="382587"/>
                  </a:lnTo>
                  <a:lnTo>
                    <a:pt x="406882" y="384632"/>
                  </a:lnTo>
                  <a:lnTo>
                    <a:pt x="405028" y="386930"/>
                  </a:lnTo>
                  <a:lnTo>
                    <a:pt x="405511" y="394830"/>
                  </a:lnTo>
                  <a:lnTo>
                    <a:pt x="408851" y="397344"/>
                  </a:lnTo>
                  <a:lnTo>
                    <a:pt x="406247" y="398856"/>
                  </a:lnTo>
                  <a:lnTo>
                    <a:pt x="404825" y="399059"/>
                  </a:lnTo>
                  <a:lnTo>
                    <a:pt x="403047" y="400710"/>
                  </a:lnTo>
                  <a:lnTo>
                    <a:pt x="401853" y="401396"/>
                  </a:lnTo>
                  <a:lnTo>
                    <a:pt x="402018" y="401662"/>
                  </a:lnTo>
                  <a:lnTo>
                    <a:pt x="399275" y="404202"/>
                  </a:lnTo>
                  <a:lnTo>
                    <a:pt x="399491" y="409054"/>
                  </a:lnTo>
                  <a:lnTo>
                    <a:pt x="405091" y="415163"/>
                  </a:lnTo>
                  <a:lnTo>
                    <a:pt x="409727" y="415632"/>
                  </a:lnTo>
                  <a:lnTo>
                    <a:pt x="416458" y="410197"/>
                  </a:lnTo>
                  <a:lnTo>
                    <a:pt x="416598" y="409282"/>
                  </a:lnTo>
                  <a:lnTo>
                    <a:pt x="417131" y="405765"/>
                  </a:lnTo>
                  <a:lnTo>
                    <a:pt x="417055" y="405498"/>
                  </a:lnTo>
                  <a:lnTo>
                    <a:pt x="413410" y="398462"/>
                  </a:lnTo>
                  <a:lnTo>
                    <a:pt x="412648" y="397002"/>
                  </a:lnTo>
                  <a:lnTo>
                    <a:pt x="418414" y="394563"/>
                  </a:lnTo>
                  <a:lnTo>
                    <a:pt x="420204" y="388581"/>
                  </a:lnTo>
                  <a:close/>
                </a:path>
                <a:path w="602614" h="480695">
                  <a:moveTo>
                    <a:pt x="425653" y="439915"/>
                  </a:moveTo>
                  <a:lnTo>
                    <a:pt x="424281" y="435825"/>
                  </a:lnTo>
                  <a:lnTo>
                    <a:pt x="421030" y="434733"/>
                  </a:lnTo>
                  <a:lnTo>
                    <a:pt x="416191" y="433120"/>
                  </a:lnTo>
                  <a:lnTo>
                    <a:pt x="413715" y="435610"/>
                  </a:lnTo>
                  <a:lnTo>
                    <a:pt x="416407" y="443699"/>
                  </a:lnTo>
                  <a:lnTo>
                    <a:pt x="420509" y="445058"/>
                  </a:lnTo>
                  <a:lnTo>
                    <a:pt x="425653" y="439915"/>
                  </a:lnTo>
                  <a:close/>
                </a:path>
                <a:path w="602614" h="480695">
                  <a:moveTo>
                    <a:pt x="434924" y="422846"/>
                  </a:moveTo>
                  <a:lnTo>
                    <a:pt x="432460" y="418846"/>
                  </a:lnTo>
                  <a:lnTo>
                    <a:pt x="431431" y="417182"/>
                  </a:lnTo>
                  <a:lnTo>
                    <a:pt x="430301" y="416356"/>
                  </a:lnTo>
                  <a:lnTo>
                    <a:pt x="424091" y="416979"/>
                  </a:lnTo>
                  <a:lnTo>
                    <a:pt x="421868" y="422706"/>
                  </a:lnTo>
                  <a:lnTo>
                    <a:pt x="430034" y="427494"/>
                  </a:lnTo>
                  <a:lnTo>
                    <a:pt x="434924" y="422846"/>
                  </a:lnTo>
                  <a:close/>
                </a:path>
                <a:path w="602614" h="480695">
                  <a:moveTo>
                    <a:pt x="437248" y="303682"/>
                  </a:moveTo>
                  <a:lnTo>
                    <a:pt x="435317" y="299707"/>
                  </a:lnTo>
                  <a:lnTo>
                    <a:pt x="434479" y="297980"/>
                  </a:lnTo>
                  <a:lnTo>
                    <a:pt x="432523" y="297980"/>
                  </a:lnTo>
                  <a:lnTo>
                    <a:pt x="429742" y="303682"/>
                  </a:lnTo>
                  <a:lnTo>
                    <a:pt x="437248" y="303682"/>
                  </a:lnTo>
                  <a:close/>
                </a:path>
                <a:path w="602614" h="480695">
                  <a:moveTo>
                    <a:pt x="442645" y="321030"/>
                  </a:moveTo>
                  <a:lnTo>
                    <a:pt x="441172" y="319024"/>
                  </a:lnTo>
                  <a:lnTo>
                    <a:pt x="438175" y="314934"/>
                  </a:lnTo>
                  <a:lnTo>
                    <a:pt x="433692" y="315353"/>
                  </a:lnTo>
                  <a:lnTo>
                    <a:pt x="434263" y="323367"/>
                  </a:lnTo>
                  <a:lnTo>
                    <a:pt x="436397" y="325285"/>
                  </a:lnTo>
                  <a:lnTo>
                    <a:pt x="441083" y="324002"/>
                  </a:lnTo>
                  <a:lnTo>
                    <a:pt x="442645" y="321030"/>
                  </a:lnTo>
                  <a:close/>
                </a:path>
                <a:path w="602614" h="480695">
                  <a:moveTo>
                    <a:pt x="444411" y="354457"/>
                  </a:moveTo>
                  <a:lnTo>
                    <a:pt x="440486" y="352463"/>
                  </a:lnTo>
                  <a:lnTo>
                    <a:pt x="437388" y="350875"/>
                  </a:lnTo>
                  <a:lnTo>
                    <a:pt x="433387" y="351777"/>
                  </a:lnTo>
                  <a:lnTo>
                    <a:pt x="432041" y="359664"/>
                  </a:lnTo>
                  <a:lnTo>
                    <a:pt x="435597" y="363702"/>
                  </a:lnTo>
                  <a:lnTo>
                    <a:pt x="443509" y="360222"/>
                  </a:lnTo>
                  <a:lnTo>
                    <a:pt x="444411" y="354457"/>
                  </a:lnTo>
                  <a:close/>
                </a:path>
                <a:path w="602614" h="480695">
                  <a:moveTo>
                    <a:pt x="444868" y="383870"/>
                  </a:moveTo>
                  <a:lnTo>
                    <a:pt x="441972" y="380974"/>
                  </a:lnTo>
                  <a:lnTo>
                    <a:pt x="435127" y="380974"/>
                  </a:lnTo>
                  <a:lnTo>
                    <a:pt x="432219" y="383870"/>
                  </a:lnTo>
                  <a:lnTo>
                    <a:pt x="432219" y="390728"/>
                  </a:lnTo>
                  <a:lnTo>
                    <a:pt x="435114" y="393623"/>
                  </a:lnTo>
                  <a:lnTo>
                    <a:pt x="438543" y="393623"/>
                  </a:lnTo>
                  <a:lnTo>
                    <a:pt x="441960" y="393623"/>
                  </a:lnTo>
                  <a:lnTo>
                    <a:pt x="444868" y="390715"/>
                  </a:lnTo>
                  <a:lnTo>
                    <a:pt x="444868" y="383870"/>
                  </a:lnTo>
                  <a:close/>
                </a:path>
                <a:path w="602614" h="480695">
                  <a:moveTo>
                    <a:pt x="445185" y="438734"/>
                  </a:moveTo>
                  <a:lnTo>
                    <a:pt x="444741" y="434225"/>
                  </a:lnTo>
                  <a:lnTo>
                    <a:pt x="441744" y="432765"/>
                  </a:lnTo>
                  <a:lnTo>
                    <a:pt x="441452" y="432625"/>
                  </a:lnTo>
                  <a:lnTo>
                    <a:pt x="441058" y="432219"/>
                  </a:lnTo>
                  <a:lnTo>
                    <a:pt x="440448" y="431596"/>
                  </a:lnTo>
                  <a:lnTo>
                    <a:pt x="439572" y="430720"/>
                  </a:lnTo>
                  <a:lnTo>
                    <a:pt x="438746" y="429844"/>
                  </a:lnTo>
                  <a:lnTo>
                    <a:pt x="435470" y="429780"/>
                  </a:lnTo>
                  <a:lnTo>
                    <a:pt x="430872" y="434886"/>
                  </a:lnTo>
                  <a:lnTo>
                    <a:pt x="431634" y="438785"/>
                  </a:lnTo>
                  <a:lnTo>
                    <a:pt x="436714" y="444614"/>
                  </a:lnTo>
                  <a:lnTo>
                    <a:pt x="441172" y="443941"/>
                  </a:lnTo>
                  <a:lnTo>
                    <a:pt x="445185" y="438734"/>
                  </a:lnTo>
                  <a:close/>
                </a:path>
                <a:path w="602614" h="480695">
                  <a:moveTo>
                    <a:pt x="449656" y="426008"/>
                  </a:moveTo>
                  <a:lnTo>
                    <a:pt x="449059" y="426008"/>
                  </a:lnTo>
                  <a:lnTo>
                    <a:pt x="449059" y="426453"/>
                  </a:lnTo>
                  <a:lnTo>
                    <a:pt x="449351" y="426453"/>
                  </a:lnTo>
                  <a:lnTo>
                    <a:pt x="449656" y="426453"/>
                  </a:lnTo>
                  <a:lnTo>
                    <a:pt x="449656" y="426008"/>
                  </a:lnTo>
                  <a:close/>
                </a:path>
                <a:path w="602614" h="480695">
                  <a:moveTo>
                    <a:pt x="450367" y="433209"/>
                  </a:moveTo>
                  <a:lnTo>
                    <a:pt x="449783" y="433209"/>
                  </a:lnTo>
                  <a:lnTo>
                    <a:pt x="449783" y="433666"/>
                  </a:lnTo>
                  <a:lnTo>
                    <a:pt x="450075" y="433666"/>
                  </a:lnTo>
                  <a:lnTo>
                    <a:pt x="450367" y="433666"/>
                  </a:lnTo>
                  <a:lnTo>
                    <a:pt x="450367" y="433209"/>
                  </a:lnTo>
                  <a:close/>
                </a:path>
                <a:path w="602614" h="480695">
                  <a:moveTo>
                    <a:pt x="452361" y="456120"/>
                  </a:moveTo>
                  <a:lnTo>
                    <a:pt x="452259" y="454914"/>
                  </a:lnTo>
                  <a:lnTo>
                    <a:pt x="451954" y="452843"/>
                  </a:lnTo>
                  <a:lnTo>
                    <a:pt x="446811" y="448589"/>
                  </a:lnTo>
                  <a:lnTo>
                    <a:pt x="441464" y="450837"/>
                  </a:lnTo>
                  <a:lnTo>
                    <a:pt x="442912" y="455523"/>
                  </a:lnTo>
                  <a:lnTo>
                    <a:pt x="443090" y="456120"/>
                  </a:lnTo>
                  <a:lnTo>
                    <a:pt x="442912" y="455523"/>
                  </a:lnTo>
                  <a:lnTo>
                    <a:pt x="441985" y="457377"/>
                  </a:lnTo>
                  <a:lnTo>
                    <a:pt x="442772" y="460362"/>
                  </a:lnTo>
                  <a:lnTo>
                    <a:pt x="447967" y="462559"/>
                  </a:lnTo>
                  <a:lnTo>
                    <a:pt x="450951" y="461187"/>
                  </a:lnTo>
                  <a:lnTo>
                    <a:pt x="452361" y="456120"/>
                  </a:lnTo>
                  <a:close/>
                </a:path>
                <a:path w="602614" h="480695">
                  <a:moveTo>
                    <a:pt x="460717" y="402755"/>
                  </a:moveTo>
                  <a:lnTo>
                    <a:pt x="459486" y="399846"/>
                  </a:lnTo>
                  <a:lnTo>
                    <a:pt x="458533" y="397598"/>
                  </a:lnTo>
                  <a:lnTo>
                    <a:pt x="456996" y="395973"/>
                  </a:lnTo>
                  <a:lnTo>
                    <a:pt x="453199" y="391756"/>
                  </a:lnTo>
                  <a:lnTo>
                    <a:pt x="449376" y="393776"/>
                  </a:lnTo>
                  <a:lnTo>
                    <a:pt x="449160" y="399249"/>
                  </a:lnTo>
                  <a:lnTo>
                    <a:pt x="449110" y="401447"/>
                  </a:lnTo>
                  <a:lnTo>
                    <a:pt x="450773" y="406933"/>
                  </a:lnTo>
                  <a:lnTo>
                    <a:pt x="454025" y="408571"/>
                  </a:lnTo>
                  <a:lnTo>
                    <a:pt x="460133" y="405993"/>
                  </a:lnTo>
                  <a:lnTo>
                    <a:pt x="460717" y="402755"/>
                  </a:lnTo>
                  <a:close/>
                </a:path>
                <a:path w="602614" h="480695">
                  <a:moveTo>
                    <a:pt x="466953" y="435381"/>
                  </a:moveTo>
                  <a:lnTo>
                    <a:pt x="466369" y="435381"/>
                  </a:lnTo>
                  <a:lnTo>
                    <a:pt x="466369" y="435825"/>
                  </a:lnTo>
                  <a:lnTo>
                    <a:pt x="466661" y="435825"/>
                  </a:lnTo>
                  <a:lnTo>
                    <a:pt x="466953" y="435825"/>
                  </a:lnTo>
                  <a:lnTo>
                    <a:pt x="466953" y="435381"/>
                  </a:lnTo>
                  <a:close/>
                </a:path>
                <a:path w="602614" h="480695">
                  <a:moveTo>
                    <a:pt x="477139" y="421157"/>
                  </a:moveTo>
                  <a:lnTo>
                    <a:pt x="473595" y="420281"/>
                  </a:lnTo>
                  <a:lnTo>
                    <a:pt x="471868" y="419849"/>
                  </a:lnTo>
                  <a:lnTo>
                    <a:pt x="471093" y="420624"/>
                  </a:lnTo>
                  <a:lnTo>
                    <a:pt x="471309" y="421487"/>
                  </a:lnTo>
                  <a:lnTo>
                    <a:pt x="472389" y="425894"/>
                  </a:lnTo>
                  <a:lnTo>
                    <a:pt x="477139" y="421157"/>
                  </a:lnTo>
                  <a:close/>
                </a:path>
                <a:path w="602614" h="480695">
                  <a:moveTo>
                    <a:pt x="482409" y="332117"/>
                  </a:moveTo>
                  <a:lnTo>
                    <a:pt x="473989" y="332117"/>
                  </a:lnTo>
                  <a:lnTo>
                    <a:pt x="473989" y="338658"/>
                  </a:lnTo>
                  <a:lnTo>
                    <a:pt x="478193" y="338658"/>
                  </a:lnTo>
                  <a:lnTo>
                    <a:pt x="482409" y="338658"/>
                  </a:lnTo>
                  <a:lnTo>
                    <a:pt x="482409" y="332117"/>
                  </a:lnTo>
                  <a:close/>
                </a:path>
                <a:path w="602614" h="480695">
                  <a:moveTo>
                    <a:pt x="487591" y="451904"/>
                  </a:moveTo>
                  <a:lnTo>
                    <a:pt x="487210" y="443585"/>
                  </a:lnTo>
                  <a:lnTo>
                    <a:pt x="484022" y="440055"/>
                  </a:lnTo>
                  <a:lnTo>
                    <a:pt x="475691" y="440055"/>
                  </a:lnTo>
                  <a:lnTo>
                    <a:pt x="471817" y="443598"/>
                  </a:lnTo>
                  <a:lnTo>
                    <a:pt x="472198" y="451916"/>
                  </a:lnTo>
                  <a:lnTo>
                    <a:pt x="475399" y="455447"/>
                  </a:lnTo>
                  <a:lnTo>
                    <a:pt x="479704" y="455447"/>
                  </a:lnTo>
                  <a:lnTo>
                    <a:pt x="483743" y="455447"/>
                  </a:lnTo>
                  <a:lnTo>
                    <a:pt x="487591" y="451904"/>
                  </a:lnTo>
                  <a:close/>
                </a:path>
                <a:path w="602614" h="480695">
                  <a:moveTo>
                    <a:pt x="490512" y="356577"/>
                  </a:moveTo>
                  <a:lnTo>
                    <a:pt x="487527" y="356577"/>
                  </a:lnTo>
                  <a:lnTo>
                    <a:pt x="487514" y="358902"/>
                  </a:lnTo>
                  <a:lnTo>
                    <a:pt x="489013" y="358902"/>
                  </a:lnTo>
                  <a:lnTo>
                    <a:pt x="490512" y="358902"/>
                  </a:lnTo>
                  <a:lnTo>
                    <a:pt x="490512" y="356577"/>
                  </a:lnTo>
                  <a:close/>
                </a:path>
                <a:path w="602614" h="480695">
                  <a:moveTo>
                    <a:pt x="495592" y="398830"/>
                  </a:moveTo>
                  <a:lnTo>
                    <a:pt x="489508" y="389890"/>
                  </a:lnTo>
                  <a:lnTo>
                    <a:pt x="490156" y="389788"/>
                  </a:lnTo>
                  <a:lnTo>
                    <a:pt x="490410" y="386575"/>
                  </a:lnTo>
                  <a:lnTo>
                    <a:pt x="490588" y="384454"/>
                  </a:lnTo>
                  <a:lnTo>
                    <a:pt x="489813" y="382193"/>
                  </a:lnTo>
                  <a:lnTo>
                    <a:pt x="488810" y="377202"/>
                  </a:lnTo>
                  <a:lnTo>
                    <a:pt x="484073" y="377837"/>
                  </a:lnTo>
                  <a:lnTo>
                    <a:pt x="484314" y="382930"/>
                  </a:lnTo>
                  <a:lnTo>
                    <a:pt x="484136" y="385305"/>
                  </a:lnTo>
                  <a:lnTo>
                    <a:pt x="485152" y="388327"/>
                  </a:lnTo>
                  <a:lnTo>
                    <a:pt x="482142" y="388835"/>
                  </a:lnTo>
                  <a:lnTo>
                    <a:pt x="478675" y="388543"/>
                  </a:lnTo>
                  <a:lnTo>
                    <a:pt x="475335" y="392074"/>
                  </a:lnTo>
                  <a:lnTo>
                    <a:pt x="474332" y="399554"/>
                  </a:lnTo>
                  <a:lnTo>
                    <a:pt x="476707" y="402983"/>
                  </a:lnTo>
                  <a:lnTo>
                    <a:pt x="489013" y="406984"/>
                  </a:lnTo>
                  <a:lnTo>
                    <a:pt x="493699" y="401167"/>
                  </a:lnTo>
                  <a:lnTo>
                    <a:pt x="495592" y="398830"/>
                  </a:lnTo>
                  <a:close/>
                </a:path>
                <a:path w="602614" h="480695">
                  <a:moveTo>
                    <a:pt x="506564" y="456730"/>
                  </a:moveTo>
                  <a:lnTo>
                    <a:pt x="495985" y="456730"/>
                  </a:lnTo>
                  <a:lnTo>
                    <a:pt x="495973" y="464947"/>
                  </a:lnTo>
                  <a:lnTo>
                    <a:pt x="501269" y="464947"/>
                  </a:lnTo>
                  <a:lnTo>
                    <a:pt x="506552" y="464947"/>
                  </a:lnTo>
                  <a:lnTo>
                    <a:pt x="506564" y="456730"/>
                  </a:lnTo>
                  <a:close/>
                </a:path>
                <a:path w="602614" h="480695">
                  <a:moveTo>
                    <a:pt x="507961" y="440550"/>
                  </a:moveTo>
                  <a:lnTo>
                    <a:pt x="507504" y="436397"/>
                  </a:lnTo>
                  <a:lnTo>
                    <a:pt x="504596" y="434746"/>
                  </a:lnTo>
                  <a:lnTo>
                    <a:pt x="502945" y="433819"/>
                  </a:lnTo>
                  <a:lnTo>
                    <a:pt x="501357" y="433311"/>
                  </a:lnTo>
                  <a:lnTo>
                    <a:pt x="500367" y="433565"/>
                  </a:lnTo>
                  <a:lnTo>
                    <a:pt x="501434" y="429717"/>
                  </a:lnTo>
                  <a:lnTo>
                    <a:pt x="495630" y="425932"/>
                  </a:lnTo>
                  <a:lnTo>
                    <a:pt x="492213" y="427609"/>
                  </a:lnTo>
                  <a:lnTo>
                    <a:pt x="490093" y="427088"/>
                  </a:lnTo>
                  <a:lnTo>
                    <a:pt x="487934" y="429183"/>
                  </a:lnTo>
                  <a:lnTo>
                    <a:pt x="487413" y="433578"/>
                  </a:lnTo>
                  <a:lnTo>
                    <a:pt x="487908" y="435241"/>
                  </a:lnTo>
                  <a:lnTo>
                    <a:pt x="491591" y="440918"/>
                  </a:lnTo>
                  <a:lnTo>
                    <a:pt x="496785" y="440512"/>
                  </a:lnTo>
                  <a:lnTo>
                    <a:pt x="499173" y="444728"/>
                  </a:lnTo>
                  <a:lnTo>
                    <a:pt x="503326" y="445173"/>
                  </a:lnTo>
                  <a:lnTo>
                    <a:pt x="507961" y="440550"/>
                  </a:lnTo>
                  <a:close/>
                </a:path>
                <a:path w="602614" h="480695">
                  <a:moveTo>
                    <a:pt x="521436" y="392290"/>
                  </a:moveTo>
                  <a:lnTo>
                    <a:pt x="515721" y="392290"/>
                  </a:lnTo>
                  <a:lnTo>
                    <a:pt x="515708" y="396722"/>
                  </a:lnTo>
                  <a:lnTo>
                    <a:pt x="518579" y="396722"/>
                  </a:lnTo>
                  <a:lnTo>
                    <a:pt x="521423" y="396722"/>
                  </a:lnTo>
                  <a:lnTo>
                    <a:pt x="521436" y="392290"/>
                  </a:lnTo>
                  <a:close/>
                </a:path>
                <a:path w="602614" h="480695">
                  <a:moveTo>
                    <a:pt x="527799" y="422186"/>
                  </a:moveTo>
                  <a:lnTo>
                    <a:pt x="513676" y="422186"/>
                  </a:lnTo>
                  <a:lnTo>
                    <a:pt x="513664" y="433158"/>
                  </a:lnTo>
                  <a:lnTo>
                    <a:pt x="520738" y="433158"/>
                  </a:lnTo>
                  <a:lnTo>
                    <a:pt x="527786" y="433158"/>
                  </a:lnTo>
                  <a:lnTo>
                    <a:pt x="527799" y="422186"/>
                  </a:lnTo>
                  <a:close/>
                </a:path>
                <a:path w="602614" h="480695">
                  <a:moveTo>
                    <a:pt x="530174" y="434911"/>
                  </a:moveTo>
                  <a:lnTo>
                    <a:pt x="522833" y="434911"/>
                  </a:lnTo>
                  <a:lnTo>
                    <a:pt x="522833" y="440613"/>
                  </a:lnTo>
                  <a:lnTo>
                    <a:pt x="526503" y="440613"/>
                  </a:lnTo>
                  <a:lnTo>
                    <a:pt x="530174" y="440613"/>
                  </a:lnTo>
                  <a:lnTo>
                    <a:pt x="530174" y="434911"/>
                  </a:lnTo>
                  <a:close/>
                </a:path>
                <a:path w="602614" h="480695">
                  <a:moveTo>
                    <a:pt x="530771" y="465696"/>
                  </a:moveTo>
                  <a:lnTo>
                    <a:pt x="525983" y="463308"/>
                  </a:lnTo>
                  <a:lnTo>
                    <a:pt x="522732" y="461695"/>
                  </a:lnTo>
                  <a:lnTo>
                    <a:pt x="520065" y="459917"/>
                  </a:lnTo>
                  <a:lnTo>
                    <a:pt x="514819" y="462267"/>
                  </a:lnTo>
                  <a:lnTo>
                    <a:pt x="513969" y="464693"/>
                  </a:lnTo>
                  <a:lnTo>
                    <a:pt x="515670" y="469963"/>
                  </a:lnTo>
                  <a:lnTo>
                    <a:pt x="519112" y="470738"/>
                  </a:lnTo>
                  <a:lnTo>
                    <a:pt x="527316" y="473900"/>
                  </a:lnTo>
                  <a:lnTo>
                    <a:pt x="530771" y="465696"/>
                  </a:lnTo>
                  <a:close/>
                </a:path>
                <a:path w="602614" h="480695">
                  <a:moveTo>
                    <a:pt x="534504" y="379158"/>
                  </a:moveTo>
                  <a:lnTo>
                    <a:pt x="522833" y="379158"/>
                  </a:lnTo>
                  <a:lnTo>
                    <a:pt x="522820" y="388226"/>
                  </a:lnTo>
                  <a:lnTo>
                    <a:pt x="528662" y="388226"/>
                  </a:lnTo>
                  <a:lnTo>
                    <a:pt x="534492" y="388226"/>
                  </a:lnTo>
                  <a:lnTo>
                    <a:pt x="534504" y="379158"/>
                  </a:lnTo>
                  <a:close/>
                </a:path>
                <a:path w="602614" h="480695">
                  <a:moveTo>
                    <a:pt x="543001" y="459105"/>
                  </a:moveTo>
                  <a:lnTo>
                    <a:pt x="540156" y="456488"/>
                  </a:lnTo>
                  <a:lnTo>
                    <a:pt x="535305" y="456704"/>
                  </a:lnTo>
                  <a:lnTo>
                    <a:pt x="534924" y="455701"/>
                  </a:lnTo>
                  <a:lnTo>
                    <a:pt x="532993" y="455739"/>
                  </a:lnTo>
                  <a:lnTo>
                    <a:pt x="532752" y="455752"/>
                  </a:lnTo>
                  <a:lnTo>
                    <a:pt x="532511" y="455752"/>
                  </a:lnTo>
                  <a:lnTo>
                    <a:pt x="532269" y="455764"/>
                  </a:lnTo>
                  <a:lnTo>
                    <a:pt x="531469" y="455777"/>
                  </a:lnTo>
                  <a:lnTo>
                    <a:pt x="530809" y="456425"/>
                  </a:lnTo>
                  <a:lnTo>
                    <a:pt x="530783" y="457949"/>
                  </a:lnTo>
                  <a:lnTo>
                    <a:pt x="530733" y="459892"/>
                  </a:lnTo>
                  <a:lnTo>
                    <a:pt x="532409" y="460540"/>
                  </a:lnTo>
                  <a:lnTo>
                    <a:pt x="531901" y="464667"/>
                  </a:lnTo>
                  <a:lnTo>
                    <a:pt x="534949" y="467106"/>
                  </a:lnTo>
                  <a:lnTo>
                    <a:pt x="540689" y="467093"/>
                  </a:lnTo>
                  <a:lnTo>
                    <a:pt x="542480" y="464921"/>
                  </a:lnTo>
                  <a:lnTo>
                    <a:pt x="542709" y="462356"/>
                  </a:lnTo>
                  <a:lnTo>
                    <a:pt x="543001" y="459105"/>
                  </a:lnTo>
                  <a:close/>
                </a:path>
                <a:path w="602614" h="480695">
                  <a:moveTo>
                    <a:pt x="546658" y="430110"/>
                  </a:moveTo>
                  <a:lnTo>
                    <a:pt x="545503" y="424954"/>
                  </a:lnTo>
                  <a:lnTo>
                    <a:pt x="541604" y="424027"/>
                  </a:lnTo>
                  <a:lnTo>
                    <a:pt x="537400" y="423037"/>
                  </a:lnTo>
                  <a:lnTo>
                    <a:pt x="534123" y="426300"/>
                  </a:lnTo>
                  <a:lnTo>
                    <a:pt x="536041" y="434416"/>
                  </a:lnTo>
                  <a:lnTo>
                    <a:pt x="541210" y="435571"/>
                  </a:lnTo>
                  <a:lnTo>
                    <a:pt x="546658" y="430110"/>
                  </a:lnTo>
                  <a:close/>
                </a:path>
                <a:path w="602614" h="480695">
                  <a:moveTo>
                    <a:pt x="549148" y="467106"/>
                  </a:moveTo>
                  <a:lnTo>
                    <a:pt x="548563" y="467106"/>
                  </a:lnTo>
                  <a:lnTo>
                    <a:pt x="548563" y="467550"/>
                  </a:lnTo>
                  <a:lnTo>
                    <a:pt x="548855" y="467550"/>
                  </a:lnTo>
                  <a:lnTo>
                    <a:pt x="549148" y="467550"/>
                  </a:lnTo>
                  <a:lnTo>
                    <a:pt x="549148" y="467106"/>
                  </a:lnTo>
                  <a:close/>
                </a:path>
                <a:path w="602614" h="480695">
                  <a:moveTo>
                    <a:pt x="550875" y="444309"/>
                  </a:moveTo>
                  <a:lnTo>
                    <a:pt x="546315" y="441134"/>
                  </a:lnTo>
                  <a:lnTo>
                    <a:pt x="544728" y="440029"/>
                  </a:lnTo>
                  <a:lnTo>
                    <a:pt x="543483" y="439712"/>
                  </a:lnTo>
                  <a:lnTo>
                    <a:pt x="539902" y="439394"/>
                  </a:lnTo>
                  <a:lnTo>
                    <a:pt x="539686" y="439712"/>
                  </a:lnTo>
                  <a:lnTo>
                    <a:pt x="539254" y="439572"/>
                  </a:lnTo>
                  <a:lnTo>
                    <a:pt x="537870" y="440232"/>
                  </a:lnTo>
                  <a:lnTo>
                    <a:pt x="537870" y="440677"/>
                  </a:lnTo>
                  <a:lnTo>
                    <a:pt x="537870" y="440232"/>
                  </a:lnTo>
                  <a:lnTo>
                    <a:pt x="537387" y="440461"/>
                  </a:lnTo>
                  <a:lnTo>
                    <a:pt x="537387" y="440804"/>
                  </a:lnTo>
                  <a:lnTo>
                    <a:pt x="536905" y="440677"/>
                  </a:lnTo>
                  <a:lnTo>
                    <a:pt x="535584" y="441286"/>
                  </a:lnTo>
                  <a:lnTo>
                    <a:pt x="536829" y="440702"/>
                  </a:lnTo>
                  <a:lnTo>
                    <a:pt x="537121" y="440575"/>
                  </a:lnTo>
                  <a:lnTo>
                    <a:pt x="537019" y="440702"/>
                  </a:lnTo>
                  <a:lnTo>
                    <a:pt x="537387" y="440804"/>
                  </a:lnTo>
                  <a:lnTo>
                    <a:pt x="537387" y="440461"/>
                  </a:lnTo>
                  <a:lnTo>
                    <a:pt x="536143" y="439978"/>
                  </a:lnTo>
                  <a:lnTo>
                    <a:pt x="534708" y="440601"/>
                  </a:lnTo>
                  <a:lnTo>
                    <a:pt x="533349" y="441185"/>
                  </a:lnTo>
                  <a:lnTo>
                    <a:pt x="531304" y="448310"/>
                  </a:lnTo>
                  <a:lnTo>
                    <a:pt x="535063" y="451408"/>
                  </a:lnTo>
                  <a:lnTo>
                    <a:pt x="542505" y="451573"/>
                  </a:lnTo>
                  <a:lnTo>
                    <a:pt x="544144" y="449287"/>
                  </a:lnTo>
                  <a:lnTo>
                    <a:pt x="545757" y="450735"/>
                  </a:lnTo>
                  <a:lnTo>
                    <a:pt x="550875" y="444309"/>
                  </a:lnTo>
                  <a:close/>
                </a:path>
                <a:path w="602614" h="480695">
                  <a:moveTo>
                    <a:pt x="567004" y="451942"/>
                  </a:moveTo>
                  <a:lnTo>
                    <a:pt x="562787" y="447738"/>
                  </a:lnTo>
                  <a:lnTo>
                    <a:pt x="556615" y="448246"/>
                  </a:lnTo>
                  <a:lnTo>
                    <a:pt x="555091" y="449465"/>
                  </a:lnTo>
                  <a:lnTo>
                    <a:pt x="552881" y="455244"/>
                  </a:lnTo>
                  <a:lnTo>
                    <a:pt x="555853" y="460400"/>
                  </a:lnTo>
                  <a:lnTo>
                    <a:pt x="563473" y="461543"/>
                  </a:lnTo>
                  <a:lnTo>
                    <a:pt x="565988" y="459536"/>
                  </a:lnTo>
                  <a:lnTo>
                    <a:pt x="566483" y="455790"/>
                  </a:lnTo>
                  <a:lnTo>
                    <a:pt x="567004" y="451942"/>
                  </a:lnTo>
                  <a:close/>
                </a:path>
                <a:path w="602614" h="480695">
                  <a:moveTo>
                    <a:pt x="575106" y="449072"/>
                  </a:moveTo>
                  <a:lnTo>
                    <a:pt x="574522" y="449072"/>
                  </a:lnTo>
                  <a:lnTo>
                    <a:pt x="574522" y="449529"/>
                  </a:lnTo>
                  <a:lnTo>
                    <a:pt x="574814" y="449529"/>
                  </a:lnTo>
                  <a:lnTo>
                    <a:pt x="575106" y="449529"/>
                  </a:lnTo>
                  <a:lnTo>
                    <a:pt x="575106" y="449072"/>
                  </a:lnTo>
                  <a:close/>
                </a:path>
                <a:path w="602614" h="480695">
                  <a:moveTo>
                    <a:pt x="585736" y="475475"/>
                  </a:moveTo>
                  <a:lnTo>
                    <a:pt x="582752" y="471297"/>
                  </a:lnTo>
                  <a:lnTo>
                    <a:pt x="579716" y="472071"/>
                  </a:lnTo>
                  <a:lnTo>
                    <a:pt x="578802" y="472300"/>
                  </a:lnTo>
                  <a:lnTo>
                    <a:pt x="577913" y="472198"/>
                  </a:lnTo>
                  <a:lnTo>
                    <a:pt x="576262" y="472795"/>
                  </a:lnTo>
                  <a:lnTo>
                    <a:pt x="575614" y="473265"/>
                  </a:lnTo>
                  <a:lnTo>
                    <a:pt x="573227" y="474281"/>
                  </a:lnTo>
                  <a:lnTo>
                    <a:pt x="573189" y="476758"/>
                  </a:lnTo>
                  <a:lnTo>
                    <a:pt x="577164" y="480669"/>
                  </a:lnTo>
                  <a:lnTo>
                    <a:pt x="580110" y="480060"/>
                  </a:lnTo>
                  <a:lnTo>
                    <a:pt x="585736" y="475475"/>
                  </a:lnTo>
                  <a:close/>
                </a:path>
                <a:path w="602614" h="480695">
                  <a:moveTo>
                    <a:pt x="602513" y="468668"/>
                  </a:moveTo>
                  <a:lnTo>
                    <a:pt x="597484" y="462191"/>
                  </a:lnTo>
                  <a:lnTo>
                    <a:pt x="601421" y="459879"/>
                  </a:lnTo>
                  <a:lnTo>
                    <a:pt x="601560" y="456057"/>
                  </a:lnTo>
                  <a:lnTo>
                    <a:pt x="599452" y="453542"/>
                  </a:lnTo>
                  <a:lnTo>
                    <a:pt x="597877" y="451675"/>
                  </a:lnTo>
                  <a:lnTo>
                    <a:pt x="595172" y="450811"/>
                  </a:lnTo>
                  <a:lnTo>
                    <a:pt x="590600" y="453491"/>
                  </a:lnTo>
                  <a:lnTo>
                    <a:pt x="590207" y="456120"/>
                  </a:lnTo>
                  <a:lnTo>
                    <a:pt x="591616" y="461822"/>
                  </a:lnTo>
                  <a:lnTo>
                    <a:pt x="592010" y="461975"/>
                  </a:lnTo>
                  <a:lnTo>
                    <a:pt x="590016" y="463905"/>
                  </a:lnTo>
                  <a:lnTo>
                    <a:pt x="589153" y="464324"/>
                  </a:lnTo>
                  <a:lnTo>
                    <a:pt x="588492" y="464934"/>
                  </a:lnTo>
                  <a:lnTo>
                    <a:pt x="587679" y="465569"/>
                  </a:lnTo>
                  <a:lnTo>
                    <a:pt x="585292" y="468782"/>
                  </a:lnTo>
                  <a:lnTo>
                    <a:pt x="585355" y="471843"/>
                  </a:lnTo>
                  <a:lnTo>
                    <a:pt x="588010" y="475665"/>
                  </a:lnTo>
                  <a:lnTo>
                    <a:pt x="590181" y="477456"/>
                  </a:lnTo>
                  <a:lnTo>
                    <a:pt x="594601" y="476986"/>
                  </a:lnTo>
                  <a:lnTo>
                    <a:pt x="596214" y="476694"/>
                  </a:lnTo>
                  <a:lnTo>
                    <a:pt x="601472" y="473405"/>
                  </a:lnTo>
                  <a:lnTo>
                    <a:pt x="602513" y="46866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2829407" y="7746129"/>
              <a:ext cx="228600" cy="361950"/>
            </a:xfrm>
            <a:custGeom>
              <a:avLst/>
              <a:gdLst/>
              <a:ahLst/>
              <a:cxnLst/>
              <a:rect l="l" t="t" r="r" b="b"/>
              <a:pathLst>
                <a:path w="228600" h="361950">
                  <a:moveTo>
                    <a:pt x="8521" y="0"/>
                  </a:moveTo>
                  <a:lnTo>
                    <a:pt x="12" y="0"/>
                  </a:lnTo>
                  <a:lnTo>
                    <a:pt x="0" y="6604"/>
                  </a:lnTo>
                  <a:lnTo>
                    <a:pt x="4254" y="6604"/>
                  </a:lnTo>
                  <a:lnTo>
                    <a:pt x="8509" y="6604"/>
                  </a:lnTo>
                  <a:lnTo>
                    <a:pt x="8521" y="0"/>
                  </a:lnTo>
                  <a:close/>
                </a:path>
                <a:path w="228600" h="361950">
                  <a:moveTo>
                    <a:pt x="11226" y="42710"/>
                  </a:moveTo>
                  <a:lnTo>
                    <a:pt x="2717" y="42710"/>
                  </a:lnTo>
                  <a:lnTo>
                    <a:pt x="2705" y="49314"/>
                  </a:lnTo>
                  <a:lnTo>
                    <a:pt x="6959" y="49314"/>
                  </a:lnTo>
                  <a:lnTo>
                    <a:pt x="11214" y="49314"/>
                  </a:lnTo>
                  <a:lnTo>
                    <a:pt x="11226" y="42710"/>
                  </a:lnTo>
                  <a:close/>
                </a:path>
                <a:path w="228600" h="361950">
                  <a:moveTo>
                    <a:pt x="17170" y="180428"/>
                  </a:moveTo>
                  <a:lnTo>
                    <a:pt x="15798" y="177863"/>
                  </a:lnTo>
                  <a:lnTo>
                    <a:pt x="12179" y="177863"/>
                  </a:lnTo>
                  <a:lnTo>
                    <a:pt x="10833" y="180428"/>
                  </a:lnTo>
                  <a:lnTo>
                    <a:pt x="12407" y="181711"/>
                  </a:lnTo>
                  <a:lnTo>
                    <a:pt x="12598" y="181864"/>
                  </a:lnTo>
                  <a:lnTo>
                    <a:pt x="13538" y="182626"/>
                  </a:lnTo>
                  <a:lnTo>
                    <a:pt x="14452" y="182638"/>
                  </a:lnTo>
                  <a:lnTo>
                    <a:pt x="17170" y="180428"/>
                  </a:lnTo>
                  <a:close/>
                </a:path>
                <a:path w="228600" h="361950">
                  <a:moveTo>
                    <a:pt x="19151" y="155016"/>
                  </a:moveTo>
                  <a:lnTo>
                    <a:pt x="18567" y="155016"/>
                  </a:lnTo>
                  <a:lnTo>
                    <a:pt x="18567" y="155473"/>
                  </a:lnTo>
                  <a:lnTo>
                    <a:pt x="18859" y="155473"/>
                  </a:lnTo>
                  <a:lnTo>
                    <a:pt x="19151" y="155473"/>
                  </a:lnTo>
                  <a:lnTo>
                    <a:pt x="19151" y="155016"/>
                  </a:lnTo>
                  <a:close/>
                </a:path>
                <a:path w="228600" h="361950">
                  <a:moveTo>
                    <a:pt x="22275" y="76822"/>
                  </a:moveTo>
                  <a:lnTo>
                    <a:pt x="19812" y="72009"/>
                  </a:lnTo>
                  <a:lnTo>
                    <a:pt x="10795" y="75488"/>
                  </a:lnTo>
                  <a:lnTo>
                    <a:pt x="15709" y="83070"/>
                  </a:lnTo>
                  <a:lnTo>
                    <a:pt x="19735" y="79222"/>
                  </a:lnTo>
                  <a:lnTo>
                    <a:pt x="22275" y="76822"/>
                  </a:lnTo>
                  <a:close/>
                </a:path>
                <a:path w="228600" h="361950">
                  <a:moveTo>
                    <a:pt x="23190" y="32677"/>
                  </a:moveTo>
                  <a:lnTo>
                    <a:pt x="20739" y="31216"/>
                  </a:lnTo>
                  <a:lnTo>
                    <a:pt x="19354" y="32296"/>
                  </a:lnTo>
                  <a:lnTo>
                    <a:pt x="18453" y="32512"/>
                  </a:lnTo>
                  <a:lnTo>
                    <a:pt x="17246" y="32943"/>
                  </a:lnTo>
                  <a:lnTo>
                    <a:pt x="16941" y="34251"/>
                  </a:lnTo>
                  <a:lnTo>
                    <a:pt x="19062" y="36804"/>
                  </a:lnTo>
                  <a:lnTo>
                    <a:pt x="21082" y="35991"/>
                  </a:lnTo>
                  <a:lnTo>
                    <a:pt x="23190" y="32677"/>
                  </a:lnTo>
                  <a:close/>
                </a:path>
                <a:path w="228600" h="361950">
                  <a:moveTo>
                    <a:pt x="25717" y="146075"/>
                  </a:moveTo>
                  <a:lnTo>
                    <a:pt x="19685" y="137477"/>
                  </a:lnTo>
                  <a:lnTo>
                    <a:pt x="12954" y="144145"/>
                  </a:lnTo>
                  <a:lnTo>
                    <a:pt x="18021" y="147713"/>
                  </a:lnTo>
                  <a:lnTo>
                    <a:pt x="21590" y="150215"/>
                  </a:lnTo>
                  <a:lnTo>
                    <a:pt x="25717" y="146075"/>
                  </a:lnTo>
                  <a:close/>
                </a:path>
                <a:path w="228600" h="361950">
                  <a:moveTo>
                    <a:pt x="30403" y="114147"/>
                  </a:moveTo>
                  <a:lnTo>
                    <a:pt x="26085" y="113055"/>
                  </a:lnTo>
                  <a:lnTo>
                    <a:pt x="24955" y="112776"/>
                  </a:lnTo>
                  <a:lnTo>
                    <a:pt x="24130" y="112788"/>
                  </a:lnTo>
                  <a:lnTo>
                    <a:pt x="22148" y="113855"/>
                  </a:lnTo>
                  <a:lnTo>
                    <a:pt x="21932" y="114909"/>
                  </a:lnTo>
                  <a:lnTo>
                    <a:pt x="22199" y="116763"/>
                  </a:lnTo>
                  <a:lnTo>
                    <a:pt x="22618" y="117309"/>
                  </a:lnTo>
                  <a:lnTo>
                    <a:pt x="27127" y="121069"/>
                  </a:lnTo>
                  <a:lnTo>
                    <a:pt x="30403" y="114147"/>
                  </a:lnTo>
                  <a:close/>
                </a:path>
                <a:path w="228600" h="361950">
                  <a:moveTo>
                    <a:pt x="33934" y="194779"/>
                  </a:moveTo>
                  <a:lnTo>
                    <a:pt x="24333" y="194779"/>
                  </a:lnTo>
                  <a:lnTo>
                    <a:pt x="24333" y="202234"/>
                  </a:lnTo>
                  <a:lnTo>
                    <a:pt x="29133" y="202234"/>
                  </a:lnTo>
                  <a:lnTo>
                    <a:pt x="33934" y="202234"/>
                  </a:lnTo>
                  <a:lnTo>
                    <a:pt x="33934" y="194779"/>
                  </a:lnTo>
                  <a:close/>
                </a:path>
                <a:path w="228600" h="361950">
                  <a:moveTo>
                    <a:pt x="35102" y="156502"/>
                  </a:moveTo>
                  <a:lnTo>
                    <a:pt x="34201" y="154355"/>
                  </a:lnTo>
                  <a:lnTo>
                    <a:pt x="33553" y="152806"/>
                  </a:lnTo>
                  <a:lnTo>
                    <a:pt x="32283" y="152806"/>
                  </a:lnTo>
                  <a:lnTo>
                    <a:pt x="30746" y="156489"/>
                  </a:lnTo>
                  <a:lnTo>
                    <a:pt x="35102" y="156502"/>
                  </a:lnTo>
                  <a:close/>
                </a:path>
                <a:path w="228600" h="361950">
                  <a:moveTo>
                    <a:pt x="39166" y="232892"/>
                  </a:moveTo>
                  <a:lnTo>
                    <a:pt x="28854" y="232892"/>
                  </a:lnTo>
                  <a:lnTo>
                    <a:pt x="28841" y="240906"/>
                  </a:lnTo>
                  <a:lnTo>
                    <a:pt x="33997" y="240906"/>
                  </a:lnTo>
                  <a:lnTo>
                    <a:pt x="39154" y="240906"/>
                  </a:lnTo>
                  <a:lnTo>
                    <a:pt x="39166" y="232892"/>
                  </a:lnTo>
                  <a:close/>
                </a:path>
                <a:path w="228600" h="361950">
                  <a:moveTo>
                    <a:pt x="39166" y="164211"/>
                  </a:moveTo>
                  <a:lnTo>
                    <a:pt x="38862" y="164211"/>
                  </a:lnTo>
                  <a:lnTo>
                    <a:pt x="37490" y="164211"/>
                  </a:lnTo>
                  <a:lnTo>
                    <a:pt x="37490" y="164668"/>
                  </a:lnTo>
                  <a:lnTo>
                    <a:pt x="39166" y="164668"/>
                  </a:lnTo>
                  <a:lnTo>
                    <a:pt x="39166" y="164211"/>
                  </a:lnTo>
                  <a:close/>
                </a:path>
                <a:path w="228600" h="361950">
                  <a:moveTo>
                    <a:pt x="40703" y="30086"/>
                  </a:moveTo>
                  <a:lnTo>
                    <a:pt x="38036" y="27406"/>
                  </a:lnTo>
                  <a:lnTo>
                    <a:pt x="35458" y="28359"/>
                  </a:lnTo>
                  <a:lnTo>
                    <a:pt x="35534" y="30340"/>
                  </a:lnTo>
                  <a:lnTo>
                    <a:pt x="35598" y="31813"/>
                  </a:lnTo>
                  <a:lnTo>
                    <a:pt x="36296" y="32524"/>
                  </a:lnTo>
                  <a:lnTo>
                    <a:pt x="37249" y="32562"/>
                  </a:lnTo>
                  <a:lnTo>
                    <a:pt x="39763" y="32664"/>
                  </a:lnTo>
                  <a:lnTo>
                    <a:pt x="40703" y="30086"/>
                  </a:lnTo>
                  <a:close/>
                </a:path>
                <a:path w="228600" h="361950">
                  <a:moveTo>
                    <a:pt x="43129" y="100457"/>
                  </a:moveTo>
                  <a:lnTo>
                    <a:pt x="35699" y="100457"/>
                  </a:lnTo>
                  <a:lnTo>
                    <a:pt x="35687" y="106222"/>
                  </a:lnTo>
                  <a:lnTo>
                    <a:pt x="39408" y="106222"/>
                  </a:lnTo>
                  <a:lnTo>
                    <a:pt x="43116" y="106222"/>
                  </a:lnTo>
                  <a:lnTo>
                    <a:pt x="43129" y="100457"/>
                  </a:lnTo>
                  <a:close/>
                </a:path>
                <a:path w="228600" h="361950">
                  <a:moveTo>
                    <a:pt x="47790" y="246189"/>
                  </a:moveTo>
                  <a:lnTo>
                    <a:pt x="45631" y="245046"/>
                  </a:lnTo>
                  <a:lnTo>
                    <a:pt x="44551" y="246367"/>
                  </a:lnTo>
                  <a:lnTo>
                    <a:pt x="44399" y="246570"/>
                  </a:lnTo>
                  <a:lnTo>
                    <a:pt x="43764" y="247332"/>
                  </a:lnTo>
                  <a:lnTo>
                    <a:pt x="43764" y="248081"/>
                  </a:lnTo>
                  <a:lnTo>
                    <a:pt x="44399" y="248856"/>
                  </a:lnTo>
                  <a:lnTo>
                    <a:pt x="45643" y="250393"/>
                  </a:lnTo>
                  <a:lnTo>
                    <a:pt x="47790" y="249237"/>
                  </a:lnTo>
                  <a:lnTo>
                    <a:pt x="47790" y="246189"/>
                  </a:lnTo>
                  <a:close/>
                </a:path>
                <a:path w="228600" h="361950">
                  <a:moveTo>
                    <a:pt x="49250" y="67373"/>
                  </a:moveTo>
                  <a:lnTo>
                    <a:pt x="47739" y="64731"/>
                  </a:lnTo>
                  <a:lnTo>
                    <a:pt x="45364" y="64846"/>
                  </a:lnTo>
                  <a:lnTo>
                    <a:pt x="44284" y="64909"/>
                  </a:lnTo>
                  <a:lnTo>
                    <a:pt x="43510" y="65074"/>
                  </a:lnTo>
                  <a:lnTo>
                    <a:pt x="41325" y="66116"/>
                  </a:lnTo>
                  <a:lnTo>
                    <a:pt x="41148" y="67741"/>
                  </a:lnTo>
                  <a:lnTo>
                    <a:pt x="42062" y="69545"/>
                  </a:lnTo>
                  <a:lnTo>
                    <a:pt x="42405" y="69964"/>
                  </a:lnTo>
                  <a:lnTo>
                    <a:pt x="44780" y="71970"/>
                  </a:lnTo>
                  <a:lnTo>
                    <a:pt x="47434" y="71678"/>
                  </a:lnTo>
                  <a:lnTo>
                    <a:pt x="49250" y="67373"/>
                  </a:lnTo>
                  <a:close/>
                </a:path>
                <a:path w="228600" h="361950">
                  <a:moveTo>
                    <a:pt x="56184" y="59232"/>
                  </a:moveTo>
                  <a:lnTo>
                    <a:pt x="54000" y="59232"/>
                  </a:lnTo>
                  <a:lnTo>
                    <a:pt x="54000" y="60921"/>
                  </a:lnTo>
                  <a:lnTo>
                    <a:pt x="55092" y="60921"/>
                  </a:lnTo>
                  <a:lnTo>
                    <a:pt x="56184" y="60921"/>
                  </a:lnTo>
                  <a:lnTo>
                    <a:pt x="56184" y="59232"/>
                  </a:lnTo>
                  <a:close/>
                </a:path>
                <a:path w="228600" h="361950">
                  <a:moveTo>
                    <a:pt x="58420" y="224701"/>
                  </a:moveTo>
                  <a:lnTo>
                    <a:pt x="53784" y="226555"/>
                  </a:lnTo>
                  <a:lnTo>
                    <a:pt x="50634" y="227799"/>
                  </a:lnTo>
                  <a:lnTo>
                    <a:pt x="50622" y="230847"/>
                  </a:lnTo>
                  <a:lnTo>
                    <a:pt x="58394" y="233946"/>
                  </a:lnTo>
                  <a:lnTo>
                    <a:pt x="58420" y="224701"/>
                  </a:lnTo>
                  <a:close/>
                </a:path>
                <a:path w="228600" h="361950">
                  <a:moveTo>
                    <a:pt x="59055" y="148259"/>
                  </a:moveTo>
                  <a:lnTo>
                    <a:pt x="55003" y="143154"/>
                  </a:lnTo>
                  <a:lnTo>
                    <a:pt x="51295" y="144386"/>
                  </a:lnTo>
                  <a:lnTo>
                    <a:pt x="49212" y="149364"/>
                  </a:lnTo>
                  <a:lnTo>
                    <a:pt x="51142" y="152196"/>
                  </a:lnTo>
                  <a:lnTo>
                    <a:pt x="53987" y="152273"/>
                  </a:lnTo>
                  <a:lnTo>
                    <a:pt x="58089" y="152374"/>
                  </a:lnTo>
                  <a:lnTo>
                    <a:pt x="59055" y="148259"/>
                  </a:lnTo>
                  <a:close/>
                </a:path>
                <a:path w="228600" h="361950">
                  <a:moveTo>
                    <a:pt x="60960" y="40614"/>
                  </a:moveTo>
                  <a:lnTo>
                    <a:pt x="56794" y="40614"/>
                  </a:lnTo>
                  <a:lnTo>
                    <a:pt x="56794" y="43853"/>
                  </a:lnTo>
                  <a:lnTo>
                    <a:pt x="58877" y="43853"/>
                  </a:lnTo>
                  <a:lnTo>
                    <a:pt x="60960" y="43853"/>
                  </a:lnTo>
                  <a:lnTo>
                    <a:pt x="60960" y="40614"/>
                  </a:lnTo>
                  <a:close/>
                </a:path>
                <a:path w="228600" h="361950">
                  <a:moveTo>
                    <a:pt x="62979" y="194589"/>
                  </a:moveTo>
                  <a:lnTo>
                    <a:pt x="57200" y="188963"/>
                  </a:lnTo>
                  <a:lnTo>
                    <a:pt x="53073" y="194970"/>
                  </a:lnTo>
                  <a:lnTo>
                    <a:pt x="56845" y="196735"/>
                  </a:lnTo>
                  <a:lnTo>
                    <a:pt x="59728" y="198069"/>
                  </a:lnTo>
                  <a:lnTo>
                    <a:pt x="62979" y="194589"/>
                  </a:lnTo>
                  <a:close/>
                </a:path>
                <a:path w="228600" h="361950">
                  <a:moveTo>
                    <a:pt x="63855" y="172351"/>
                  </a:moveTo>
                  <a:lnTo>
                    <a:pt x="54991" y="172351"/>
                  </a:lnTo>
                  <a:lnTo>
                    <a:pt x="54978" y="179235"/>
                  </a:lnTo>
                  <a:lnTo>
                    <a:pt x="59410" y="179235"/>
                  </a:lnTo>
                  <a:lnTo>
                    <a:pt x="63842" y="179235"/>
                  </a:lnTo>
                  <a:lnTo>
                    <a:pt x="63855" y="172351"/>
                  </a:lnTo>
                  <a:close/>
                </a:path>
                <a:path w="228600" h="361950">
                  <a:moveTo>
                    <a:pt x="65900" y="106730"/>
                  </a:moveTo>
                  <a:lnTo>
                    <a:pt x="63512" y="105968"/>
                  </a:lnTo>
                  <a:lnTo>
                    <a:pt x="63309" y="105905"/>
                  </a:lnTo>
                  <a:lnTo>
                    <a:pt x="63093" y="105829"/>
                  </a:lnTo>
                  <a:lnTo>
                    <a:pt x="62877" y="105765"/>
                  </a:lnTo>
                  <a:lnTo>
                    <a:pt x="62280" y="105575"/>
                  </a:lnTo>
                  <a:lnTo>
                    <a:pt x="61658" y="106197"/>
                  </a:lnTo>
                  <a:lnTo>
                    <a:pt x="61836" y="106807"/>
                  </a:lnTo>
                  <a:lnTo>
                    <a:pt x="61912" y="107010"/>
                  </a:lnTo>
                  <a:lnTo>
                    <a:pt x="61976" y="107226"/>
                  </a:lnTo>
                  <a:lnTo>
                    <a:pt x="62052" y="107429"/>
                  </a:lnTo>
                  <a:lnTo>
                    <a:pt x="62801" y="109829"/>
                  </a:lnTo>
                  <a:lnTo>
                    <a:pt x="65900" y="106730"/>
                  </a:lnTo>
                  <a:close/>
                </a:path>
                <a:path w="228600" h="361950">
                  <a:moveTo>
                    <a:pt x="69507" y="71882"/>
                  </a:moveTo>
                  <a:lnTo>
                    <a:pt x="69329" y="71158"/>
                  </a:lnTo>
                  <a:lnTo>
                    <a:pt x="69024" y="69888"/>
                  </a:lnTo>
                  <a:lnTo>
                    <a:pt x="65913" y="67551"/>
                  </a:lnTo>
                  <a:lnTo>
                    <a:pt x="64592" y="67856"/>
                  </a:lnTo>
                  <a:lnTo>
                    <a:pt x="62090" y="68961"/>
                  </a:lnTo>
                  <a:lnTo>
                    <a:pt x="61874" y="69888"/>
                  </a:lnTo>
                  <a:lnTo>
                    <a:pt x="61849" y="71158"/>
                  </a:lnTo>
                  <a:lnTo>
                    <a:pt x="61988" y="71831"/>
                  </a:lnTo>
                  <a:lnTo>
                    <a:pt x="60782" y="75260"/>
                  </a:lnTo>
                  <a:lnTo>
                    <a:pt x="66649" y="77800"/>
                  </a:lnTo>
                  <a:lnTo>
                    <a:pt x="68961" y="73012"/>
                  </a:lnTo>
                  <a:lnTo>
                    <a:pt x="69507" y="71882"/>
                  </a:lnTo>
                  <a:close/>
                </a:path>
                <a:path w="228600" h="361950">
                  <a:moveTo>
                    <a:pt x="80505" y="210045"/>
                  </a:moveTo>
                  <a:lnTo>
                    <a:pt x="78803" y="204800"/>
                  </a:lnTo>
                  <a:lnTo>
                    <a:pt x="78613" y="204203"/>
                  </a:lnTo>
                  <a:lnTo>
                    <a:pt x="73139" y="203276"/>
                  </a:lnTo>
                  <a:lnTo>
                    <a:pt x="72809" y="204749"/>
                  </a:lnTo>
                  <a:lnTo>
                    <a:pt x="72707" y="210007"/>
                  </a:lnTo>
                  <a:lnTo>
                    <a:pt x="72682" y="209867"/>
                  </a:lnTo>
                  <a:lnTo>
                    <a:pt x="72707" y="210007"/>
                  </a:lnTo>
                  <a:lnTo>
                    <a:pt x="72707" y="204749"/>
                  </a:lnTo>
                  <a:lnTo>
                    <a:pt x="72504" y="204736"/>
                  </a:lnTo>
                  <a:lnTo>
                    <a:pt x="72377" y="204939"/>
                  </a:lnTo>
                  <a:lnTo>
                    <a:pt x="72377" y="207378"/>
                  </a:lnTo>
                  <a:lnTo>
                    <a:pt x="72351" y="207238"/>
                  </a:lnTo>
                  <a:lnTo>
                    <a:pt x="72377" y="207378"/>
                  </a:lnTo>
                  <a:lnTo>
                    <a:pt x="72377" y="204939"/>
                  </a:lnTo>
                  <a:lnTo>
                    <a:pt x="70218" y="208381"/>
                  </a:lnTo>
                  <a:lnTo>
                    <a:pt x="72999" y="212090"/>
                  </a:lnTo>
                  <a:lnTo>
                    <a:pt x="74002" y="212674"/>
                  </a:lnTo>
                  <a:lnTo>
                    <a:pt x="78422" y="213080"/>
                  </a:lnTo>
                  <a:lnTo>
                    <a:pt x="79629" y="211328"/>
                  </a:lnTo>
                  <a:lnTo>
                    <a:pt x="80505" y="210045"/>
                  </a:lnTo>
                  <a:close/>
                </a:path>
                <a:path w="228600" h="361950">
                  <a:moveTo>
                    <a:pt x="80784" y="143941"/>
                  </a:moveTo>
                  <a:lnTo>
                    <a:pt x="76619" y="138036"/>
                  </a:lnTo>
                  <a:lnTo>
                    <a:pt x="73621" y="141046"/>
                  </a:lnTo>
                  <a:lnTo>
                    <a:pt x="73329" y="141071"/>
                  </a:lnTo>
                  <a:lnTo>
                    <a:pt x="73088" y="141122"/>
                  </a:lnTo>
                  <a:lnTo>
                    <a:pt x="72859" y="141211"/>
                  </a:lnTo>
                  <a:lnTo>
                    <a:pt x="71640" y="141566"/>
                  </a:lnTo>
                  <a:lnTo>
                    <a:pt x="71018" y="142760"/>
                  </a:lnTo>
                  <a:lnTo>
                    <a:pt x="71564" y="145300"/>
                  </a:lnTo>
                  <a:lnTo>
                    <a:pt x="72377" y="145986"/>
                  </a:lnTo>
                  <a:lnTo>
                    <a:pt x="74625" y="146685"/>
                  </a:lnTo>
                  <a:lnTo>
                    <a:pt x="75768" y="146481"/>
                  </a:lnTo>
                  <a:lnTo>
                    <a:pt x="80784" y="143941"/>
                  </a:lnTo>
                  <a:close/>
                </a:path>
                <a:path w="228600" h="361950">
                  <a:moveTo>
                    <a:pt x="84124" y="232333"/>
                  </a:moveTo>
                  <a:lnTo>
                    <a:pt x="83769" y="230847"/>
                  </a:lnTo>
                  <a:lnTo>
                    <a:pt x="79451" y="228346"/>
                  </a:lnTo>
                  <a:lnTo>
                    <a:pt x="77711" y="229692"/>
                  </a:lnTo>
                  <a:lnTo>
                    <a:pt x="77343" y="232930"/>
                  </a:lnTo>
                  <a:lnTo>
                    <a:pt x="77203" y="234035"/>
                  </a:lnTo>
                  <a:lnTo>
                    <a:pt x="78054" y="235318"/>
                  </a:lnTo>
                  <a:lnTo>
                    <a:pt x="81051" y="236918"/>
                  </a:lnTo>
                  <a:lnTo>
                    <a:pt x="83540" y="236347"/>
                  </a:lnTo>
                  <a:lnTo>
                    <a:pt x="83820" y="234416"/>
                  </a:lnTo>
                  <a:lnTo>
                    <a:pt x="84124" y="232333"/>
                  </a:lnTo>
                  <a:close/>
                </a:path>
                <a:path w="228600" h="361950">
                  <a:moveTo>
                    <a:pt x="86042" y="160756"/>
                  </a:moveTo>
                  <a:lnTo>
                    <a:pt x="74955" y="160731"/>
                  </a:lnTo>
                  <a:lnTo>
                    <a:pt x="78422" y="170154"/>
                  </a:lnTo>
                  <a:lnTo>
                    <a:pt x="82588" y="170154"/>
                  </a:lnTo>
                  <a:lnTo>
                    <a:pt x="83756" y="166954"/>
                  </a:lnTo>
                  <a:lnTo>
                    <a:pt x="86042" y="160756"/>
                  </a:lnTo>
                  <a:close/>
                </a:path>
                <a:path w="228600" h="361950">
                  <a:moveTo>
                    <a:pt x="87376" y="116763"/>
                  </a:moveTo>
                  <a:lnTo>
                    <a:pt x="85140" y="115379"/>
                  </a:lnTo>
                  <a:lnTo>
                    <a:pt x="83858" y="114566"/>
                  </a:lnTo>
                  <a:lnTo>
                    <a:pt x="81788" y="114198"/>
                  </a:lnTo>
                  <a:lnTo>
                    <a:pt x="80645" y="115392"/>
                  </a:lnTo>
                  <a:lnTo>
                    <a:pt x="81775" y="117335"/>
                  </a:lnTo>
                  <a:lnTo>
                    <a:pt x="82245" y="117729"/>
                  </a:lnTo>
                  <a:lnTo>
                    <a:pt x="85026" y="119875"/>
                  </a:lnTo>
                  <a:lnTo>
                    <a:pt x="87376" y="116763"/>
                  </a:lnTo>
                  <a:close/>
                </a:path>
                <a:path w="228600" h="361950">
                  <a:moveTo>
                    <a:pt x="87833" y="211797"/>
                  </a:moveTo>
                  <a:lnTo>
                    <a:pt x="87236" y="211797"/>
                  </a:lnTo>
                  <a:lnTo>
                    <a:pt x="87236" y="212255"/>
                  </a:lnTo>
                  <a:lnTo>
                    <a:pt x="87528" y="212255"/>
                  </a:lnTo>
                  <a:lnTo>
                    <a:pt x="87833" y="212255"/>
                  </a:lnTo>
                  <a:lnTo>
                    <a:pt x="87833" y="211797"/>
                  </a:lnTo>
                  <a:close/>
                </a:path>
                <a:path w="228600" h="361950">
                  <a:moveTo>
                    <a:pt x="88722" y="87795"/>
                  </a:moveTo>
                  <a:lnTo>
                    <a:pt x="87655" y="87744"/>
                  </a:lnTo>
                  <a:lnTo>
                    <a:pt x="88722" y="87795"/>
                  </a:lnTo>
                  <a:close/>
                </a:path>
                <a:path w="228600" h="361950">
                  <a:moveTo>
                    <a:pt x="90728" y="84785"/>
                  </a:moveTo>
                  <a:lnTo>
                    <a:pt x="90335" y="83439"/>
                  </a:lnTo>
                  <a:lnTo>
                    <a:pt x="89890" y="81902"/>
                  </a:lnTo>
                  <a:lnTo>
                    <a:pt x="89420" y="80302"/>
                  </a:lnTo>
                  <a:lnTo>
                    <a:pt x="85217" y="80086"/>
                  </a:lnTo>
                  <a:lnTo>
                    <a:pt x="80987" y="86093"/>
                  </a:lnTo>
                  <a:lnTo>
                    <a:pt x="86690" y="89522"/>
                  </a:lnTo>
                  <a:lnTo>
                    <a:pt x="87541" y="87934"/>
                  </a:lnTo>
                  <a:lnTo>
                    <a:pt x="85420" y="87934"/>
                  </a:lnTo>
                  <a:lnTo>
                    <a:pt x="87337" y="87718"/>
                  </a:lnTo>
                  <a:lnTo>
                    <a:pt x="87655" y="87744"/>
                  </a:lnTo>
                  <a:lnTo>
                    <a:pt x="88430" y="87604"/>
                  </a:lnTo>
                  <a:lnTo>
                    <a:pt x="89001" y="87312"/>
                  </a:lnTo>
                  <a:lnTo>
                    <a:pt x="90436" y="85979"/>
                  </a:lnTo>
                  <a:lnTo>
                    <a:pt x="90728" y="84785"/>
                  </a:lnTo>
                  <a:close/>
                </a:path>
                <a:path w="228600" h="361950">
                  <a:moveTo>
                    <a:pt x="97637" y="141249"/>
                  </a:moveTo>
                  <a:lnTo>
                    <a:pt x="97409" y="140868"/>
                  </a:lnTo>
                  <a:lnTo>
                    <a:pt x="97155" y="140995"/>
                  </a:lnTo>
                  <a:lnTo>
                    <a:pt x="96799" y="141173"/>
                  </a:lnTo>
                  <a:lnTo>
                    <a:pt x="96431" y="141351"/>
                  </a:lnTo>
                  <a:lnTo>
                    <a:pt x="96075" y="141541"/>
                  </a:lnTo>
                  <a:lnTo>
                    <a:pt x="95808" y="141668"/>
                  </a:lnTo>
                  <a:lnTo>
                    <a:pt x="96037" y="142049"/>
                  </a:lnTo>
                  <a:lnTo>
                    <a:pt x="96291" y="141922"/>
                  </a:lnTo>
                  <a:lnTo>
                    <a:pt x="96659" y="141744"/>
                  </a:lnTo>
                  <a:lnTo>
                    <a:pt x="97015" y="141554"/>
                  </a:lnTo>
                  <a:lnTo>
                    <a:pt x="97383" y="141376"/>
                  </a:lnTo>
                  <a:lnTo>
                    <a:pt x="97637" y="141249"/>
                  </a:lnTo>
                  <a:close/>
                </a:path>
                <a:path w="228600" h="361950">
                  <a:moveTo>
                    <a:pt x="98628" y="181698"/>
                  </a:moveTo>
                  <a:lnTo>
                    <a:pt x="91579" y="181698"/>
                  </a:lnTo>
                  <a:lnTo>
                    <a:pt x="91579" y="187185"/>
                  </a:lnTo>
                  <a:lnTo>
                    <a:pt x="95110" y="187185"/>
                  </a:lnTo>
                  <a:lnTo>
                    <a:pt x="98628" y="187185"/>
                  </a:lnTo>
                  <a:lnTo>
                    <a:pt x="98628" y="181698"/>
                  </a:lnTo>
                  <a:close/>
                </a:path>
                <a:path w="228600" h="361950">
                  <a:moveTo>
                    <a:pt x="99860" y="142595"/>
                  </a:moveTo>
                  <a:lnTo>
                    <a:pt x="98044" y="143344"/>
                  </a:lnTo>
                  <a:lnTo>
                    <a:pt x="97891" y="143421"/>
                  </a:lnTo>
                  <a:lnTo>
                    <a:pt x="97574" y="143548"/>
                  </a:lnTo>
                  <a:lnTo>
                    <a:pt x="96710" y="143916"/>
                  </a:lnTo>
                  <a:lnTo>
                    <a:pt x="96697" y="144945"/>
                  </a:lnTo>
                  <a:lnTo>
                    <a:pt x="99834" y="146265"/>
                  </a:lnTo>
                  <a:lnTo>
                    <a:pt x="99860" y="142595"/>
                  </a:lnTo>
                  <a:close/>
                </a:path>
                <a:path w="228600" h="361950">
                  <a:moveTo>
                    <a:pt x="100279" y="245516"/>
                  </a:moveTo>
                  <a:lnTo>
                    <a:pt x="98539" y="244449"/>
                  </a:lnTo>
                  <a:lnTo>
                    <a:pt x="97917" y="243814"/>
                  </a:lnTo>
                  <a:lnTo>
                    <a:pt x="96951" y="242608"/>
                  </a:lnTo>
                  <a:lnTo>
                    <a:pt x="95084" y="243687"/>
                  </a:lnTo>
                  <a:lnTo>
                    <a:pt x="95034" y="245008"/>
                  </a:lnTo>
                  <a:lnTo>
                    <a:pt x="94830" y="245960"/>
                  </a:lnTo>
                  <a:lnTo>
                    <a:pt x="94043" y="247967"/>
                  </a:lnTo>
                  <a:lnTo>
                    <a:pt x="96507" y="249669"/>
                  </a:lnTo>
                  <a:lnTo>
                    <a:pt x="100126" y="248158"/>
                  </a:lnTo>
                  <a:lnTo>
                    <a:pt x="100279" y="245516"/>
                  </a:lnTo>
                  <a:close/>
                </a:path>
                <a:path w="228600" h="361950">
                  <a:moveTo>
                    <a:pt x="101968" y="214617"/>
                  </a:moveTo>
                  <a:lnTo>
                    <a:pt x="94729" y="214617"/>
                  </a:lnTo>
                  <a:lnTo>
                    <a:pt x="94729" y="220243"/>
                  </a:lnTo>
                  <a:lnTo>
                    <a:pt x="98348" y="220243"/>
                  </a:lnTo>
                  <a:lnTo>
                    <a:pt x="101968" y="220243"/>
                  </a:lnTo>
                  <a:lnTo>
                    <a:pt x="101968" y="214617"/>
                  </a:lnTo>
                  <a:close/>
                </a:path>
                <a:path w="228600" h="361950">
                  <a:moveTo>
                    <a:pt x="109715" y="178435"/>
                  </a:moveTo>
                  <a:lnTo>
                    <a:pt x="105371" y="178435"/>
                  </a:lnTo>
                  <a:lnTo>
                    <a:pt x="105359" y="181813"/>
                  </a:lnTo>
                  <a:lnTo>
                    <a:pt x="107543" y="181813"/>
                  </a:lnTo>
                  <a:lnTo>
                    <a:pt x="109715" y="181813"/>
                  </a:lnTo>
                  <a:lnTo>
                    <a:pt x="109715" y="178435"/>
                  </a:lnTo>
                  <a:close/>
                </a:path>
                <a:path w="228600" h="361950">
                  <a:moveTo>
                    <a:pt x="110629" y="266839"/>
                  </a:moveTo>
                  <a:lnTo>
                    <a:pt x="109499" y="265163"/>
                  </a:lnTo>
                  <a:lnTo>
                    <a:pt x="105295" y="263575"/>
                  </a:lnTo>
                  <a:lnTo>
                    <a:pt x="102984" y="265696"/>
                  </a:lnTo>
                  <a:lnTo>
                    <a:pt x="102984" y="270154"/>
                  </a:lnTo>
                  <a:lnTo>
                    <a:pt x="104355" y="271259"/>
                  </a:lnTo>
                  <a:lnTo>
                    <a:pt x="104952" y="272643"/>
                  </a:lnTo>
                  <a:lnTo>
                    <a:pt x="108077" y="271983"/>
                  </a:lnTo>
                  <a:lnTo>
                    <a:pt x="109423" y="271703"/>
                  </a:lnTo>
                  <a:lnTo>
                    <a:pt x="109931" y="269659"/>
                  </a:lnTo>
                  <a:lnTo>
                    <a:pt x="110629" y="266839"/>
                  </a:lnTo>
                  <a:close/>
                </a:path>
                <a:path w="228600" h="361950">
                  <a:moveTo>
                    <a:pt x="117411" y="122923"/>
                  </a:moveTo>
                  <a:lnTo>
                    <a:pt x="113144" y="126225"/>
                  </a:lnTo>
                  <a:lnTo>
                    <a:pt x="114795" y="126644"/>
                  </a:lnTo>
                  <a:lnTo>
                    <a:pt x="116039" y="125501"/>
                  </a:lnTo>
                  <a:lnTo>
                    <a:pt x="116217" y="125285"/>
                  </a:lnTo>
                  <a:lnTo>
                    <a:pt x="117411" y="122923"/>
                  </a:lnTo>
                  <a:close/>
                </a:path>
                <a:path w="228600" h="361950">
                  <a:moveTo>
                    <a:pt x="120624" y="280924"/>
                  </a:moveTo>
                  <a:lnTo>
                    <a:pt x="112852" y="280924"/>
                  </a:lnTo>
                  <a:lnTo>
                    <a:pt x="112839" y="286969"/>
                  </a:lnTo>
                  <a:lnTo>
                    <a:pt x="116738" y="286969"/>
                  </a:lnTo>
                  <a:lnTo>
                    <a:pt x="120624" y="286969"/>
                  </a:lnTo>
                  <a:lnTo>
                    <a:pt x="120624" y="280924"/>
                  </a:lnTo>
                  <a:close/>
                </a:path>
                <a:path w="228600" h="361950">
                  <a:moveTo>
                    <a:pt x="120624" y="109931"/>
                  </a:moveTo>
                  <a:lnTo>
                    <a:pt x="113919" y="109931"/>
                  </a:lnTo>
                  <a:lnTo>
                    <a:pt x="113919" y="115125"/>
                  </a:lnTo>
                  <a:lnTo>
                    <a:pt x="117271" y="115125"/>
                  </a:lnTo>
                  <a:lnTo>
                    <a:pt x="120624" y="115125"/>
                  </a:lnTo>
                  <a:lnTo>
                    <a:pt x="120624" y="109931"/>
                  </a:lnTo>
                  <a:close/>
                </a:path>
                <a:path w="228600" h="361950">
                  <a:moveTo>
                    <a:pt x="124790" y="200063"/>
                  </a:moveTo>
                  <a:lnTo>
                    <a:pt x="123990" y="199859"/>
                  </a:lnTo>
                  <a:lnTo>
                    <a:pt x="123825" y="199809"/>
                  </a:lnTo>
                  <a:lnTo>
                    <a:pt x="123482" y="199720"/>
                  </a:lnTo>
                  <a:lnTo>
                    <a:pt x="121907" y="199288"/>
                  </a:lnTo>
                  <a:lnTo>
                    <a:pt x="121894" y="202044"/>
                  </a:lnTo>
                  <a:lnTo>
                    <a:pt x="123482" y="201612"/>
                  </a:lnTo>
                  <a:lnTo>
                    <a:pt x="123647" y="201574"/>
                  </a:lnTo>
                  <a:lnTo>
                    <a:pt x="123825" y="201523"/>
                  </a:lnTo>
                  <a:lnTo>
                    <a:pt x="123990" y="201485"/>
                  </a:lnTo>
                  <a:lnTo>
                    <a:pt x="124790" y="201256"/>
                  </a:lnTo>
                  <a:lnTo>
                    <a:pt x="124790" y="200063"/>
                  </a:lnTo>
                  <a:close/>
                </a:path>
                <a:path w="228600" h="361950">
                  <a:moveTo>
                    <a:pt x="125133" y="137718"/>
                  </a:moveTo>
                  <a:lnTo>
                    <a:pt x="124548" y="137718"/>
                  </a:lnTo>
                  <a:lnTo>
                    <a:pt x="124548" y="138163"/>
                  </a:lnTo>
                  <a:lnTo>
                    <a:pt x="124841" y="138163"/>
                  </a:lnTo>
                  <a:lnTo>
                    <a:pt x="125133" y="138163"/>
                  </a:lnTo>
                  <a:lnTo>
                    <a:pt x="125133" y="137718"/>
                  </a:lnTo>
                  <a:close/>
                </a:path>
                <a:path w="228600" h="361950">
                  <a:moveTo>
                    <a:pt x="126847" y="156870"/>
                  </a:moveTo>
                  <a:lnTo>
                    <a:pt x="118529" y="156870"/>
                  </a:lnTo>
                  <a:lnTo>
                    <a:pt x="118516" y="163347"/>
                  </a:lnTo>
                  <a:lnTo>
                    <a:pt x="122682" y="163347"/>
                  </a:lnTo>
                  <a:lnTo>
                    <a:pt x="126834" y="163347"/>
                  </a:lnTo>
                  <a:lnTo>
                    <a:pt x="126847" y="156870"/>
                  </a:lnTo>
                  <a:close/>
                </a:path>
                <a:path w="228600" h="361950">
                  <a:moveTo>
                    <a:pt x="131991" y="301739"/>
                  </a:moveTo>
                  <a:lnTo>
                    <a:pt x="129349" y="298399"/>
                  </a:lnTo>
                  <a:lnTo>
                    <a:pt x="128943" y="297878"/>
                  </a:lnTo>
                  <a:lnTo>
                    <a:pt x="128638" y="297637"/>
                  </a:lnTo>
                  <a:lnTo>
                    <a:pt x="127000" y="296862"/>
                  </a:lnTo>
                  <a:lnTo>
                    <a:pt x="125425" y="297180"/>
                  </a:lnTo>
                  <a:lnTo>
                    <a:pt x="125006" y="299364"/>
                  </a:lnTo>
                  <a:lnTo>
                    <a:pt x="125006" y="299961"/>
                  </a:lnTo>
                  <a:lnTo>
                    <a:pt x="126263" y="304444"/>
                  </a:lnTo>
                  <a:lnTo>
                    <a:pt x="131991" y="301739"/>
                  </a:lnTo>
                  <a:close/>
                </a:path>
                <a:path w="228600" h="361950">
                  <a:moveTo>
                    <a:pt x="133261" y="224599"/>
                  </a:moveTo>
                  <a:lnTo>
                    <a:pt x="119684" y="224599"/>
                  </a:lnTo>
                  <a:lnTo>
                    <a:pt x="119672" y="235140"/>
                  </a:lnTo>
                  <a:lnTo>
                    <a:pt x="126466" y="235140"/>
                  </a:lnTo>
                  <a:lnTo>
                    <a:pt x="133248" y="235140"/>
                  </a:lnTo>
                  <a:lnTo>
                    <a:pt x="133261" y="224599"/>
                  </a:lnTo>
                  <a:close/>
                </a:path>
                <a:path w="228600" h="361950">
                  <a:moveTo>
                    <a:pt x="139738" y="258635"/>
                  </a:moveTo>
                  <a:lnTo>
                    <a:pt x="135661" y="258648"/>
                  </a:lnTo>
                  <a:lnTo>
                    <a:pt x="135585" y="261264"/>
                  </a:lnTo>
                  <a:lnTo>
                    <a:pt x="135407" y="261620"/>
                  </a:lnTo>
                  <a:lnTo>
                    <a:pt x="135115" y="261835"/>
                  </a:lnTo>
                  <a:lnTo>
                    <a:pt x="133451" y="262166"/>
                  </a:lnTo>
                  <a:lnTo>
                    <a:pt x="133159" y="264147"/>
                  </a:lnTo>
                  <a:lnTo>
                    <a:pt x="137083" y="266103"/>
                  </a:lnTo>
                  <a:lnTo>
                    <a:pt x="139573" y="264198"/>
                  </a:lnTo>
                  <a:lnTo>
                    <a:pt x="139738" y="258635"/>
                  </a:lnTo>
                  <a:close/>
                </a:path>
                <a:path w="228600" h="361950">
                  <a:moveTo>
                    <a:pt x="139890" y="132435"/>
                  </a:moveTo>
                  <a:lnTo>
                    <a:pt x="139039" y="131330"/>
                  </a:lnTo>
                  <a:lnTo>
                    <a:pt x="137629" y="129489"/>
                  </a:lnTo>
                  <a:lnTo>
                    <a:pt x="136131" y="128689"/>
                  </a:lnTo>
                  <a:lnTo>
                    <a:pt x="135674" y="128879"/>
                  </a:lnTo>
                  <a:lnTo>
                    <a:pt x="135674" y="134416"/>
                  </a:lnTo>
                  <a:lnTo>
                    <a:pt x="135267" y="134721"/>
                  </a:lnTo>
                  <a:lnTo>
                    <a:pt x="135674" y="134416"/>
                  </a:lnTo>
                  <a:lnTo>
                    <a:pt x="135674" y="128879"/>
                  </a:lnTo>
                  <a:lnTo>
                    <a:pt x="135305" y="129019"/>
                  </a:lnTo>
                  <a:lnTo>
                    <a:pt x="134493" y="129273"/>
                  </a:lnTo>
                  <a:lnTo>
                    <a:pt x="134493" y="134620"/>
                  </a:lnTo>
                  <a:lnTo>
                    <a:pt x="134112" y="134340"/>
                  </a:lnTo>
                  <a:lnTo>
                    <a:pt x="134112" y="134734"/>
                  </a:lnTo>
                  <a:lnTo>
                    <a:pt x="134035" y="134289"/>
                  </a:lnTo>
                  <a:lnTo>
                    <a:pt x="134112" y="132130"/>
                  </a:lnTo>
                  <a:lnTo>
                    <a:pt x="134112" y="130911"/>
                  </a:lnTo>
                  <a:lnTo>
                    <a:pt x="134226" y="134416"/>
                  </a:lnTo>
                  <a:lnTo>
                    <a:pt x="134493" y="134620"/>
                  </a:lnTo>
                  <a:lnTo>
                    <a:pt x="134493" y="129273"/>
                  </a:lnTo>
                  <a:lnTo>
                    <a:pt x="133743" y="129628"/>
                  </a:lnTo>
                  <a:lnTo>
                    <a:pt x="132816" y="129984"/>
                  </a:lnTo>
                  <a:lnTo>
                    <a:pt x="131724" y="130568"/>
                  </a:lnTo>
                  <a:lnTo>
                    <a:pt x="131927" y="131533"/>
                  </a:lnTo>
                  <a:lnTo>
                    <a:pt x="132029" y="131343"/>
                  </a:lnTo>
                  <a:lnTo>
                    <a:pt x="131978" y="131813"/>
                  </a:lnTo>
                  <a:lnTo>
                    <a:pt x="132524" y="134289"/>
                  </a:lnTo>
                  <a:lnTo>
                    <a:pt x="133273" y="135102"/>
                  </a:lnTo>
                  <a:lnTo>
                    <a:pt x="135280" y="135813"/>
                  </a:lnTo>
                  <a:lnTo>
                    <a:pt x="136550" y="135470"/>
                  </a:lnTo>
                  <a:lnTo>
                    <a:pt x="137261" y="135331"/>
                  </a:lnTo>
                  <a:lnTo>
                    <a:pt x="138696" y="135051"/>
                  </a:lnTo>
                  <a:lnTo>
                    <a:pt x="138988" y="134416"/>
                  </a:lnTo>
                  <a:lnTo>
                    <a:pt x="139890" y="132435"/>
                  </a:lnTo>
                  <a:close/>
                </a:path>
                <a:path w="228600" h="361950">
                  <a:moveTo>
                    <a:pt x="142773" y="152158"/>
                  </a:moveTo>
                  <a:lnTo>
                    <a:pt x="141173" y="149961"/>
                  </a:lnTo>
                  <a:lnTo>
                    <a:pt x="138899" y="149847"/>
                  </a:lnTo>
                  <a:lnTo>
                    <a:pt x="135242" y="149682"/>
                  </a:lnTo>
                  <a:lnTo>
                    <a:pt x="134480" y="152781"/>
                  </a:lnTo>
                  <a:lnTo>
                    <a:pt x="138112" y="157175"/>
                  </a:lnTo>
                  <a:lnTo>
                    <a:pt x="141046" y="156248"/>
                  </a:lnTo>
                  <a:lnTo>
                    <a:pt x="142773" y="152158"/>
                  </a:lnTo>
                  <a:close/>
                </a:path>
                <a:path w="228600" h="361950">
                  <a:moveTo>
                    <a:pt x="145034" y="292150"/>
                  </a:moveTo>
                  <a:lnTo>
                    <a:pt x="142506" y="292150"/>
                  </a:lnTo>
                  <a:lnTo>
                    <a:pt x="142506" y="294119"/>
                  </a:lnTo>
                  <a:lnTo>
                    <a:pt x="143776" y="294119"/>
                  </a:lnTo>
                  <a:lnTo>
                    <a:pt x="145034" y="294119"/>
                  </a:lnTo>
                  <a:lnTo>
                    <a:pt x="145034" y="292150"/>
                  </a:lnTo>
                  <a:close/>
                </a:path>
                <a:path w="228600" h="361950">
                  <a:moveTo>
                    <a:pt x="147891" y="188061"/>
                  </a:moveTo>
                  <a:lnTo>
                    <a:pt x="146672" y="186410"/>
                  </a:lnTo>
                  <a:lnTo>
                    <a:pt x="145148" y="184353"/>
                  </a:lnTo>
                  <a:lnTo>
                    <a:pt x="143192" y="184924"/>
                  </a:lnTo>
                  <a:lnTo>
                    <a:pt x="143865" y="187159"/>
                  </a:lnTo>
                  <a:lnTo>
                    <a:pt x="143967" y="187540"/>
                  </a:lnTo>
                  <a:lnTo>
                    <a:pt x="144614" y="189712"/>
                  </a:lnTo>
                  <a:lnTo>
                    <a:pt x="147891" y="188061"/>
                  </a:lnTo>
                  <a:close/>
                </a:path>
                <a:path w="228600" h="361950">
                  <a:moveTo>
                    <a:pt x="148653" y="275678"/>
                  </a:moveTo>
                  <a:lnTo>
                    <a:pt x="139966" y="275678"/>
                  </a:lnTo>
                  <a:lnTo>
                    <a:pt x="139966" y="282422"/>
                  </a:lnTo>
                  <a:lnTo>
                    <a:pt x="144310" y="282422"/>
                  </a:lnTo>
                  <a:lnTo>
                    <a:pt x="148653" y="282422"/>
                  </a:lnTo>
                  <a:lnTo>
                    <a:pt x="148653" y="275678"/>
                  </a:lnTo>
                  <a:close/>
                </a:path>
                <a:path w="228600" h="361950">
                  <a:moveTo>
                    <a:pt x="154559" y="167068"/>
                  </a:moveTo>
                  <a:lnTo>
                    <a:pt x="149491" y="166179"/>
                  </a:lnTo>
                  <a:lnTo>
                    <a:pt x="147955" y="165912"/>
                  </a:lnTo>
                  <a:lnTo>
                    <a:pt x="146151" y="165963"/>
                  </a:lnTo>
                  <a:lnTo>
                    <a:pt x="144449" y="168973"/>
                  </a:lnTo>
                  <a:lnTo>
                    <a:pt x="145161" y="170624"/>
                  </a:lnTo>
                  <a:lnTo>
                    <a:pt x="150482" y="175793"/>
                  </a:lnTo>
                  <a:lnTo>
                    <a:pt x="154559" y="167068"/>
                  </a:lnTo>
                  <a:close/>
                </a:path>
                <a:path w="228600" h="361950">
                  <a:moveTo>
                    <a:pt x="159334" y="322033"/>
                  </a:moveTo>
                  <a:lnTo>
                    <a:pt x="156679" y="321132"/>
                  </a:lnTo>
                  <a:lnTo>
                    <a:pt x="154914" y="320535"/>
                  </a:lnTo>
                  <a:lnTo>
                    <a:pt x="153530" y="319570"/>
                  </a:lnTo>
                  <a:lnTo>
                    <a:pt x="150952" y="317944"/>
                  </a:lnTo>
                  <a:lnTo>
                    <a:pt x="149694" y="319214"/>
                  </a:lnTo>
                  <a:lnTo>
                    <a:pt x="151511" y="322110"/>
                  </a:lnTo>
                  <a:lnTo>
                    <a:pt x="153301" y="323481"/>
                  </a:lnTo>
                  <a:lnTo>
                    <a:pt x="157556" y="325958"/>
                  </a:lnTo>
                  <a:lnTo>
                    <a:pt x="159334" y="322033"/>
                  </a:lnTo>
                  <a:close/>
                </a:path>
                <a:path w="228600" h="361950">
                  <a:moveTo>
                    <a:pt x="161531" y="225920"/>
                  </a:moveTo>
                  <a:lnTo>
                    <a:pt x="160159" y="224294"/>
                  </a:lnTo>
                  <a:lnTo>
                    <a:pt x="159537" y="222326"/>
                  </a:lnTo>
                  <a:lnTo>
                    <a:pt x="157213" y="222326"/>
                  </a:lnTo>
                  <a:lnTo>
                    <a:pt x="156578" y="224294"/>
                  </a:lnTo>
                  <a:lnTo>
                    <a:pt x="155206" y="225920"/>
                  </a:lnTo>
                  <a:lnTo>
                    <a:pt x="156044" y="228625"/>
                  </a:lnTo>
                  <a:lnTo>
                    <a:pt x="160680" y="228625"/>
                  </a:lnTo>
                  <a:lnTo>
                    <a:pt x="161531" y="225920"/>
                  </a:lnTo>
                  <a:close/>
                </a:path>
                <a:path w="228600" h="361950">
                  <a:moveTo>
                    <a:pt x="161632" y="190144"/>
                  </a:moveTo>
                  <a:lnTo>
                    <a:pt x="154025" y="190144"/>
                  </a:lnTo>
                  <a:lnTo>
                    <a:pt x="154025" y="196049"/>
                  </a:lnTo>
                  <a:lnTo>
                    <a:pt x="157835" y="196049"/>
                  </a:lnTo>
                  <a:lnTo>
                    <a:pt x="161632" y="196049"/>
                  </a:lnTo>
                  <a:lnTo>
                    <a:pt x="161632" y="190144"/>
                  </a:lnTo>
                  <a:close/>
                </a:path>
                <a:path w="228600" h="361950">
                  <a:moveTo>
                    <a:pt x="163525" y="251701"/>
                  </a:moveTo>
                  <a:lnTo>
                    <a:pt x="154292" y="251701"/>
                  </a:lnTo>
                  <a:lnTo>
                    <a:pt x="154292" y="258864"/>
                  </a:lnTo>
                  <a:lnTo>
                    <a:pt x="158915" y="258864"/>
                  </a:lnTo>
                  <a:lnTo>
                    <a:pt x="163525" y="258864"/>
                  </a:lnTo>
                  <a:lnTo>
                    <a:pt x="163525" y="251701"/>
                  </a:lnTo>
                  <a:close/>
                </a:path>
                <a:path w="228600" h="361950">
                  <a:moveTo>
                    <a:pt x="168160" y="196392"/>
                  </a:moveTo>
                  <a:lnTo>
                    <a:pt x="167817" y="196088"/>
                  </a:lnTo>
                  <a:lnTo>
                    <a:pt x="167614" y="195922"/>
                  </a:lnTo>
                  <a:lnTo>
                    <a:pt x="167411" y="195770"/>
                  </a:lnTo>
                  <a:lnTo>
                    <a:pt x="167220" y="195605"/>
                  </a:lnTo>
                  <a:lnTo>
                    <a:pt x="166941" y="195376"/>
                  </a:lnTo>
                  <a:lnTo>
                    <a:pt x="166585" y="195719"/>
                  </a:lnTo>
                  <a:lnTo>
                    <a:pt x="166827" y="195999"/>
                  </a:lnTo>
                  <a:lnTo>
                    <a:pt x="166979" y="196202"/>
                  </a:lnTo>
                  <a:lnTo>
                    <a:pt x="167157" y="196392"/>
                  </a:lnTo>
                  <a:lnTo>
                    <a:pt x="167322" y="196583"/>
                  </a:lnTo>
                  <a:lnTo>
                    <a:pt x="167601" y="196938"/>
                  </a:lnTo>
                  <a:lnTo>
                    <a:pt x="168160" y="196392"/>
                  </a:lnTo>
                  <a:close/>
                </a:path>
                <a:path w="228600" h="361950">
                  <a:moveTo>
                    <a:pt x="168541" y="302831"/>
                  </a:moveTo>
                  <a:lnTo>
                    <a:pt x="168427" y="294322"/>
                  </a:lnTo>
                  <a:lnTo>
                    <a:pt x="160832" y="295833"/>
                  </a:lnTo>
                  <a:lnTo>
                    <a:pt x="162420" y="299910"/>
                  </a:lnTo>
                  <a:lnTo>
                    <a:pt x="163601" y="302958"/>
                  </a:lnTo>
                  <a:lnTo>
                    <a:pt x="168541" y="302831"/>
                  </a:lnTo>
                  <a:close/>
                </a:path>
                <a:path w="228600" h="361950">
                  <a:moveTo>
                    <a:pt x="171500" y="272935"/>
                  </a:moveTo>
                  <a:lnTo>
                    <a:pt x="171056" y="272122"/>
                  </a:lnTo>
                  <a:lnTo>
                    <a:pt x="170942" y="271907"/>
                  </a:lnTo>
                  <a:lnTo>
                    <a:pt x="170815" y="271703"/>
                  </a:lnTo>
                  <a:lnTo>
                    <a:pt x="170700" y="271475"/>
                  </a:lnTo>
                  <a:lnTo>
                    <a:pt x="169799" y="269849"/>
                  </a:lnTo>
                  <a:lnTo>
                    <a:pt x="167513" y="272110"/>
                  </a:lnTo>
                  <a:lnTo>
                    <a:pt x="169164" y="273024"/>
                  </a:lnTo>
                  <a:lnTo>
                    <a:pt x="169379" y="273138"/>
                  </a:lnTo>
                  <a:lnTo>
                    <a:pt x="169583" y="273253"/>
                  </a:lnTo>
                  <a:lnTo>
                    <a:pt x="169811" y="273380"/>
                  </a:lnTo>
                  <a:lnTo>
                    <a:pt x="170611" y="273824"/>
                  </a:lnTo>
                  <a:lnTo>
                    <a:pt x="171500" y="272935"/>
                  </a:lnTo>
                  <a:close/>
                </a:path>
                <a:path w="228600" h="361950">
                  <a:moveTo>
                    <a:pt x="174612" y="276364"/>
                  </a:moveTo>
                  <a:lnTo>
                    <a:pt x="164846" y="276364"/>
                  </a:lnTo>
                  <a:lnTo>
                    <a:pt x="164833" y="283959"/>
                  </a:lnTo>
                  <a:lnTo>
                    <a:pt x="169722" y="283959"/>
                  </a:lnTo>
                  <a:lnTo>
                    <a:pt x="174612" y="283959"/>
                  </a:lnTo>
                  <a:lnTo>
                    <a:pt x="174612" y="276364"/>
                  </a:lnTo>
                  <a:close/>
                </a:path>
                <a:path w="228600" h="361950">
                  <a:moveTo>
                    <a:pt x="175602" y="344335"/>
                  </a:moveTo>
                  <a:lnTo>
                    <a:pt x="175133" y="343662"/>
                  </a:lnTo>
                  <a:lnTo>
                    <a:pt x="174688" y="341972"/>
                  </a:lnTo>
                  <a:lnTo>
                    <a:pt x="174815" y="341172"/>
                  </a:lnTo>
                  <a:lnTo>
                    <a:pt x="173583" y="340842"/>
                  </a:lnTo>
                  <a:lnTo>
                    <a:pt x="173456" y="341642"/>
                  </a:lnTo>
                  <a:lnTo>
                    <a:pt x="173304" y="342696"/>
                  </a:lnTo>
                  <a:lnTo>
                    <a:pt x="173418" y="343420"/>
                  </a:lnTo>
                  <a:lnTo>
                    <a:pt x="174498" y="344957"/>
                  </a:lnTo>
                  <a:lnTo>
                    <a:pt x="175602" y="344335"/>
                  </a:lnTo>
                  <a:close/>
                </a:path>
                <a:path w="228600" h="361950">
                  <a:moveTo>
                    <a:pt x="184861" y="224066"/>
                  </a:moveTo>
                  <a:lnTo>
                    <a:pt x="183134" y="223520"/>
                  </a:lnTo>
                  <a:lnTo>
                    <a:pt x="182105" y="224396"/>
                  </a:lnTo>
                  <a:lnTo>
                    <a:pt x="181317" y="225069"/>
                  </a:lnTo>
                  <a:lnTo>
                    <a:pt x="181317" y="226021"/>
                  </a:lnTo>
                  <a:lnTo>
                    <a:pt x="181902" y="226529"/>
                  </a:lnTo>
                  <a:lnTo>
                    <a:pt x="183134" y="227558"/>
                  </a:lnTo>
                  <a:lnTo>
                    <a:pt x="184861" y="227025"/>
                  </a:lnTo>
                  <a:lnTo>
                    <a:pt x="184861" y="224066"/>
                  </a:lnTo>
                  <a:close/>
                </a:path>
                <a:path w="228600" h="361950">
                  <a:moveTo>
                    <a:pt x="186156" y="306095"/>
                  </a:moveTo>
                  <a:lnTo>
                    <a:pt x="174752" y="306095"/>
                  </a:lnTo>
                  <a:lnTo>
                    <a:pt x="174752" y="314947"/>
                  </a:lnTo>
                  <a:lnTo>
                    <a:pt x="180454" y="314947"/>
                  </a:lnTo>
                  <a:lnTo>
                    <a:pt x="186143" y="314947"/>
                  </a:lnTo>
                  <a:lnTo>
                    <a:pt x="186156" y="306095"/>
                  </a:lnTo>
                  <a:close/>
                </a:path>
                <a:path w="228600" h="361950">
                  <a:moveTo>
                    <a:pt x="197180" y="253923"/>
                  </a:moveTo>
                  <a:lnTo>
                    <a:pt x="196608" y="252857"/>
                  </a:lnTo>
                  <a:lnTo>
                    <a:pt x="195961" y="253225"/>
                  </a:lnTo>
                  <a:lnTo>
                    <a:pt x="195262" y="253631"/>
                  </a:lnTo>
                  <a:lnTo>
                    <a:pt x="194919" y="253834"/>
                  </a:lnTo>
                  <a:lnTo>
                    <a:pt x="194348" y="254165"/>
                  </a:lnTo>
                  <a:lnTo>
                    <a:pt x="194856" y="254927"/>
                  </a:lnTo>
                  <a:lnTo>
                    <a:pt x="195414" y="254685"/>
                  </a:lnTo>
                  <a:lnTo>
                    <a:pt x="195783" y="254520"/>
                  </a:lnTo>
                  <a:lnTo>
                    <a:pt x="196532" y="254203"/>
                  </a:lnTo>
                  <a:lnTo>
                    <a:pt x="197180" y="253923"/>
                  </a:lnTo>
                  <a:close/>
                </a:path>
                <a:path w="228600" h="361950">
                  <a:moveTo>
                    <a:pt x="199097" y="298589"/>
                  </a:moveTo>
                  <a:lnTo>
                    <a:pt x="198958" y="298475"/>
                  </a:lnTo>
                  <a:lnTo>
                    <a:pt x="198678" y="298246"/>
                  </a:lnTo>
                  <a:lnTo>
                    <a:pt x="198285" y="297916"/>
                  </a:lnTo>
                  <a:lnTo>
                    <a:pt x="197231" y="297027"/>
                  </a:lnTo>
                  <a:lnTo>
                    <a:pt x="196875" y="297383"/>
                  </a:lnTo>
                  <a:lnTo>
                    <a:pt x="197104" y="297662"/>
                  </a:lnTo>
                  <a:lnTo>
                    <a:pt x="197434" y="298056"/>
                  </a:lnTo>
                  <a:lnTo>
                    <a:pt x="197764" y="298450"/>
                  </a:lnTo>
                  <a:lnTo>
                    <a:pt x="198437" y="299262"/>
                  </a:lnTo>
                  <a:lnTo>
                    <a:pt x="199097" y="298589"/>
                  </a:lnTo>
                  <a:close/>
                </a:path>
                <a:path w="228600" h="361950">
                  <a:moveTo>
                    <a:pt x="199707" y="262026"/>
                  </a:moveTo>
                  <a:lnTo>
                    <a:pt x="197192" y="261772"/>
                  </a:lnTo>
                  <a:lnTo>
                    <a:pt x="195745" y="263715"/>
                  </a:lnTo>
                  <a:lnTo>
                    <a:pt x="196773" y="264477"/>
                  </a:lnTo>
                  <a:lnTo>
                    <a:pt x="196938" y="264325"/>
                  </a:lnTo>
                  <a:lnTo>
                    <a:pt x="197332" y="263931"/>
                  </a:lnTo>
                  <a:lnTo>
                    <a:pt x="197916" y="264096"/>
                  </a:lnTo>
                  <a:lnTo>
                    <a:pt x="197777" y="264236"/>
                  </a:lnTo>
                  <a:lnTo>
                    <a:pt x="196938" y="264325"/>
                  </a:lnTo>
                  <a:lnTo>
                    <a:pt x="196862" y="264477"/>
                  </a:lnTo>
                  <a:lnTo>
                    <a:pt x="197370" y="265785"/>
                  </a:lnTo>
                  <a:lnTo>
                    <a:pt x="199453" y="265506"/>
                  </a:lnTo>
                  <a:lnTo>
                    <a:pt x="199567" y="263931"/>
                  </a:lnTo>
                  <a:lnTo>
                    <a:pt x="199707" y="262026"/>
                  </a:lnTo>
                  <a:close/>
                </a:path>
                <a:path w="228600" h="361950">
                  <a:moveTo>
                    <a:pt x="204622" y="292912"/>
                  </a:moveTo>
                  <a:lnTo>
                    <a:pt x="204038" y="292912"/>
                  </a:lnTo>
                  <a:lnTo>
                    <a:pt x="204038" y="293357"/>
                  </a:lnTo>
                  <a:lnTo>
                    <a:pt x="204330" y="293357"/>
                  </a:lnTo>
                  <a:lnTo>
                    <a:pt x="204622" y="293357"/>
                  </a:lnTo>
                  <a:lnTo>
                    <a:pt x="204622" y="292912"/>
                  </a:lnTo>
                  <a:close/>
                </a:path>
                <a:path w="228600" h="361950">
                  <a:moveTo>
                    <a:pt x="212902" y="313690"/>
                  </a:moveTo>
                  <a:lnTo>
                    <a:pt x="208737" y="313690"/>
                  </a:lnTo>
                  <a:lnTo>
                    <a:pt x="208737" y="316928"/>
                  </a:lnTo>
                  <a:lnTo>
                    <a:pt x="210820" y="316928"/>
                  </a:lnTo>
                  <a:lnTo>
                    <a:pt x="212902" y="316928"/>
                  </a:lnTo>
                  <a:lnTo>
                    <a:pt x="212902" y="313690"/>
                  </a:lnTo>
                  <a:close/>
                </a:path>
                <a:path w="228600" h="361950">
                  <a:moveTo>
                    <a:pt x="228333" y="353491"/>
                  </a:moveTo>
                  <a:lnTo>
                    <a:pt x="221132" y="352894"/>
                  </a:lnTo>
                  <a:lnTo>
                    <a:pt x="221576" y="357733"/>
                  </a:lnTo>
                  <a:lnTo>
                    <a:pt x="221691" y="358457"/>
                  </a:lnTo>
                  <a:lnTo>
                    <a:pt x="223888" y="361657"/>
                  </a:lnTo>
                  <a:lnTo>
                    <a:pt x="227926" y="360172"/>
                  </a:lnTo>
                  <a:lnTo>
                    <a:pt x="227330" y="357733"/>
                  </a:lnTo>
                  <a:lnTo>
                    <a:pt x="227253" y="357428"/>
                  </a:lnTo>
                  <a:lnTo>
                    <a:pt x="227177" y="357733"/>
                  </a:lnTo>
                  <a:lnTo>
                    <a:pt x="227164" y="357060"/>
                  </a:lnTo>
                  <a:lnTo>
                    <a:pt x="227253" y="357428"/>
                  </a:lnTo>
                  <a:lnTo>
                    <a:pt x="227355" y="357060"/>
                  </a:lnTo>
                  <a:lnTo>
                    <a:pt x="228333" y="35349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2784754" y="7725403"/>
              <a:ext cx="244475" cy="384175"/>
            </a:xfrm>
            <a:custGeom>
              <a:avLst/>
              <a:gdLst/>
              <a:ahLst/>
              <a:cxnLst/>
              <a:rect l="l" t="t" r="r" b="b"/>
              <a:pathLst>
                <a:path w="244475" h="384175">
                  <a:moveTo>
                    <a:pt x="7721" y="148386"/>
                  </a:moveTo>
                  <a:lnTo>
                    <a:pt x="6502" y="147510"/>
                  </a:lnTo>
                  <a:lnTo>
                    <a:pt x="3556" y="145427"/>
                  </a:lnTo>
                  <a:lnTo>
                    <a:pt x="1524" y="146989"/>
                  </a:lnTo>
                  <a:lnTo>
                    <a:pt x="1930" y="148107"/>
                  </a:lnTo>
                  <a:lnTo>
                    <a:pt x="1828" y="148234"/>
                  </a:lnTo>
                  <a:lnTo>
                    <a:pt x="0" y="149148"/>
                  </a:lnTo>
                  <a:lnTo>
                    <a:pt x="749" y="151599"/>
                  </a:lnTo>
                  <a:lnTo>
                    <a:pt x="6159" y="153670"/>
                  </a:lnTo>
                  <a:lnTo>
                    <a:pt x="7683" y="148513"/>
                  </a:lnTo>
                  <a:lnTo>
                    <a:pt x="7721" y="148386"/>
                  </a:lnTo>
                  <a:close/>
                </a:path>
                <a:path w="244475" h="384175">
                  <a:moveTo>
                    <a:pt x="9461" y="280517"/>
                  </a:moveTo>
                  <a:lnTo>
                    <a:pt x="2933" y="280517"/>
                  </a:lnTo>
                  <a:lnTo>
                    <a:pt x="2921" y="285572"/>
                  </a:lnTo>
                  <a:lnTo>
                    <a:pt x="6197" y="285572"/>
                  </a:lnTo>
                  <a:lnTo>
                    <a:pt x="9448" y="285572"/>
                  </a:lnTo>
                  <a:lnTo>
                    <a:pt x="9461" y="280517"/>
                  </a:lnTo>
                  <a:close/>
                </a:path>
                <a:path w="244475" h="384175">
                  <a:moveTo>
                    <a:pt x="9728" y="243878"/>
                  </a:moveTo>
                  <a:lnTo>
                    <a:pt x="9144" y="243878"/>
                  </a:lnTo>
                  <a:lnTo>
                    <a:pt x="9144" y="244335"/>
                  </a:lnTo>
                  <a:lnTo>
                    <a:pt x="9436" y="244335"/>
                  </a:lnTo>
                  <a:lnTo>
                    <a:pt x="9728" y="244335"/>
                  </a:lnTo>
                  <a:lnTo>
                    <a:pt x="9728" y="243878"/>
                  </a:lnTo>
                  <a:close/>
                </a:path>
                <a:path w="244475" h="384175">
                  <a:moveTo>
                    <a:pt x="13766" y="353034"/>
                  </a:moveTo>
                  <a:lnTo>
                    <a:pt x="11595" y="353034"/>
                  </a:lnTo>
                  <a:lnTo>
                    <a:pt x="11595" y="354723"/>
                  </a:lnTo>
                  <a:lnTo>
                    <a:pt x="12687" y="354723"/>
                  </a:lnTo>
                  <a:lnTo>
                    <a:pt x="13766" y="354723"/>
                  </a:lnTo>
                  <a:lnTo>
                    <a:pt x="13766" y="353034"/>
                  </a:lnTo>
                  <a:close/>
                </a:path>
                <a:path w="244475" h="384175">
                  <a:moveTo>
                    <a:pt x="14211" y="157200"/>
                  </a:moveTo>
                  <a:lnTo>
                    <a:pt x="13766" y="157238"/>
                  </a:lnTo>
                  <a:lnTo>
                    <a:pt x="13042" y="157276"/>
                  </a:lnTo>
                  <a:lnTo>
                    <a:pt x="12687" y="157314"/>
                  </a:lnTo>
                  <a:lnTo>
                    <a:pt x="12319" y="157327"/>
                  </a:lnTo>
                  <a:lnTo>
                    <a:pt x="12319" y="157848"/>
                  </a:lnTo>
                  <a:lnTo>
                    <a:pt x="12687" y="157861"/>
                  </a:lnTo>
                  <a:lnTo>
                    <a:pt x="13042" y="157899"/>
                  </a:lnTo>
                  <a:lnTo>
                    <a:pt x="13766" y="157937"/>
                  </a:lnTo>
                  <a:lnTo>
                    <a:pt x="14211" y="157975"/>
                  </a:lnTo>
                  <a:lnTo>
                    <a:pt x="14211" y="157200"/>
                  </a:lnTo>
                  <a:close/>
                </a:path>
                <a:path w="244475" h="384175">
                  <a:moveTo>
                    <a:pt x="14884" y="91821"/>
                  </a:moveTo>
                  <a:lnTo>
                    <a:pt x="14693" y="90805"/>
                  </a:lnTo>
                  <a:lnTo>
                    <a:pt x="13792" y="90246"/>
                  </a:lnTo>
                  <a:lnTo>
                    <a:pt x="13614" y="90144"/>
                  </a:lnTo>
                  <a:lnTo>
                    <a:pt x="11633" y="88874"/>
                  </a:lnTo>
                  <a:lnTo>
                    <a:pt x="9791" y="92036"/>
                  </a:lnTo>
                  <a:lnTo>
                    <a:pt x="11391" y="93065"/>
                  </a:lnTo>
                  <a:lnTo>
                    <a:pt x="11671" y="93764"/>
                  </a:lnTo>
                  <a:lnTo>
                    <a:pt x="13652" y="94424"/>
                  </a:lnTo>
                  <a:lnTo>
                    <a:pt x="14363" y="92938"/>
                  </a:lnTo>
                  <a:lnTo>
                    <a:pt x="14884" y="91821"/>
                  </a:lnTo>
                  <a:close/>
                </a:path>
                <a:path w="244475" h="384175">
                  <a:moveTo>
                    <a:pt x="16217" y="346621"/>
                  </a:moveTo>
                  <a:lnTo>
                    <a:pt x="15633" y="346621"/>
                  </a:lnTo>
                  <a:lnTo>
                    <a:pt x="15633" y="347078"/>
                  </a:lnTo>
                  <a:lnTo>
                    <a:pt x="15925" y="347078"/>
                  </a:lnTo>
                  <a:lnTo>
                    <a:pt x="16217" y="347078"/>
                  </a:lnTo>
                  <a:lnTo>
                    <a:pt x="16217" y="346621"/>
                  </a:lnTo>
                  <a:close/>
                </a:path>
                <a:path w="244475" h="384175">
                  <a:moveTo>
                    <a:pt x="17729" y="196557"/>
                  </a:moveTo>
                  <a:lnTo>
                    <a:pt x="17424" y="195021"/>
                  </a:lnTo>
                  <a:lnTo>
                    <a:pt x="16725" y="191681"/>
                  </a:lnTo>
                  <a:lnTo>
                    <a:pt x="12179" y="196253"/>
                  </a:lnTo>
                  <a:lnTo>
                    <a:pt x="15519" y="196926"/>
                  </a:lnTo>
                  <a:lnTo>
                    <a:pt x="17030" y="197243"/>
                  </a:lnTo>
                  <a:lnTo>
                    <a:pt x="17729" y="196557"/>
                  </a:lnTo>
                  <a:close/>
                </a:path>
                <a:path w="244475" h="384175">
                  <a:moveTo>
                    <a:pt x="18313" y="115379"/>
                  </a:moveTo>
                  <a:lnTo>
                    <a:pt x="18110" y="115189"/>
                  </a:lnTo>
                  <a:lnTo>
                    <a:pt x="17995" y="115316"/>
                  </a:lnTo>
                  <a:lnTo>
                    <a:pt x="17322" y="115976"/>
                  </a:lnTo>
                  <a:lnTo>
                    <a:pt x="17513" y="116179"/>
                  </a:lnTo>
                  <a:lnTo>
                    <a:pt x="18313" y="115379"/>
                  </a:lnTo>
                  <a:close/>
                </a:path>
                <a:path w="244475" h="384175">
                  <a:moveTo>
                    <a:pt x="18529" y="101104"/>
                  </a:moveTo>
                  <a:lnTo>
                    <a:pt x="17805" y="97955"/>
                  </a:lnTo>
                  <a:lnTo>
                    <a:pt x="17132" y="95046"/>
                  </a:lnTo>
                  <a:lnTo>
                    <a:pt x="14719" y="95046"/>
                  </a:lnTo>
                  <a:lnTo>
                    <a:pt x="13335" y="101079"/>
                  </a:lnTo>
                  <a:lnTo>
                    <a:pt x="18529" y="101104"/>
                  </a:lnTo>
                  <a:close/>
                </a:path>
                <a:path w="244475" h="384175">
                  <a:moveTo>
                    <a:pt x="18719" y="315417"/>
                  </a:moveTo>
                  <a:lnTo>
                    <a:pt x="18465" y="314426"/>
                  </a:lnTo>
                  <a:lnTo>
                    <a:pt x="17995" y="312521"/>
                  </a:lnTo>
                  <a:lnTo>
                    <a:pt x="15163" y="312572"/>
                  </a:lnTo>
                  <a:lnTo>
                    <a:pt x="14668" y="314426"/>
                  </a:lnTo>
                  <a:lnTo>
                    <a:pt x="14414" y="315429"/>
                  </a:lnTo>
                  <a:lnTo>
                    <a:pt x="14478" y="316064"/>
                  </a:lnTo>
                  <a:lnTo>
                    <a:pt x="15671" y="318147"/>
                  </a:lnTo>
                  <a:lnTo>
                    <a:pt x="17437" y="318122"/>
                  </a:lnTo>
                  <a:lnTo>
                    <a:pt x="18669" y="316052"/>
                  </a:lnTo>
                  <a:lnTo>
                    <a:pt x="18719" y="315417"/>
                  </a:lnTo>
                  <a:close/>
                </a:path>
                <a:path w="244475" h="384175">
                  <a:moveTo>
                    <a:pt x="19151" y="289191"/>
                  </a:moveTo>
                  <a:lnTo>
                    <a:pt x="17233" y="290004"/>
                  </a:lnTo>
                  <a:lnTo>
                    <a:pt x="16751" y="290195"/>
                  </a:lnTo>
                  <a:lnTo>
                    <a:pt x="15824" y="290601"/>
                  </a:lnTo>
                  <a:lnTo>
                    <a:pt x="15824" y="291706"/>
                  </a:lnTo>
                  <a:lnTo>
                    <a:pt x="19138" y="293103"/>
                  </a:lnTo>
                  <a:lnTo>
                    <a:pt x="19151" y="289191"/>
                  </a:lnTo>
                  <a:close/>
                </a:path>
                <a:path w="244475" h="384175">
                  <a:moveTo>
                    <a:pt x="19456" y="256032"/>
                  </a:moveTo>
                  <a:lnTo>
                    <a:pt x="16725" y="256032"/>
                  </a:lnTo>
                  <a:lnTo>
                    <a:pt x="16725" y="258140"/>
                  </a:lnTo>
                  <a:lnTo>
                    <a:pt x="18084" y="258140"/>
                  </a:lnTo>
                  <a:lnTo>
                    <a:pt x="19456" y="258140"/>
                  </a:lnTo>
                  <a:lnTo>
                    <a:pt x="19456" y="256032"/>
                  </a:lnTo>
                  <a:close/>
                </a:path>
                <a:path w="244475" h="384175">
                  <a:moveTo>
                    <a:pt x="19621" y="166433"/>
                  </a:moveTo>
                  <a:lnTo>
                    <a:pt x="18719" y="166433"/>
                  </a:lnTo>
                  <a:lnTo>
                    <a:pt x="18719" y="167132"/>
                  </a:lnTo>
                  <a:lnTo>
                    <a:pt x="19177" y="167132"/>
                  </a:lnTo>
                  <a:lnTo>
                    <a:pt x="19621" y="167132"/>
                  </a:lnTo>
                  <a:lnTo>
                    <a:pt x="19621" y="166433"/>
                  </a:lnTo>
                  <a:close/>
                </a:path>
                <a:path w="244475" h="384175">
                  <a:moveTo>
                    <a:pt x="21310" y="185978"/>
                  </a:moveTo>
                  <a:lnTo>
                    <a:pt x="20955" y="183883"/>
                  </a:lnTo>
                  <a:lnTo>
                    <a:pt x="20853" y="183629"/>
                  </a:lnTo>
                  <a:lnTo>
                    <a:pt x="20510" y="182549"/>
                  </a:lnTo>
                  <a:lnTo>
                    <a:pt x="20383" y="182143"/>
                  </a:lnTo>
                  <a:lnTo>
                    <a:pt x="18313" y="181800"/>
                  </a:lnTo>
                  <a:lnTo>
                    <a:pt x="17767" y="182740"/>
                  </a:lnTo>
                  <a:lnTo>
                    <a:pt x="14592" y="184124"/>
                  </a:lnTo>
                  <a:lnTo>
                    <a:pt x="15900" y="187566"/>
                  </a:lnTo>
                  <a:lnTo>
                    <a:pt x="20396" y="187617"/>
                  </a:lnTo>
                  <a:lnTo>
                    <a:pt x="21310" y="185978"/>
                  </a:lnTo>
                  <a:close/>
                </a:path>
                <a:path w="244475" h="384175">
                  <a:moveTo>
                    <a:pt x="22999" y="223088"/>
                  </a:moveTo>
                  <a:lnTo>
                    <a:pt x="20739" y="220802"/>
                  </a:lnTo>
                  <a:lnTo>
                    <a:pt x="19824" y="222453"/>
                  </a:lnTo>
                  <a:lnTo>
                    <a:pt x="19710" y="222669"/>
                  </a:lnTo>
                  <a:lnTo>
                    <a:pt x="19583" y="222885"/>
                  </a:lnTo>
                  <a:lnTo>
                    <a:pt x="19469" y="223100"/>
                  </a:lnTo>
                  <a:lnTo>
                    <a:pt x="19011" y="223901"/>
                  </a:lnTo>
                  <a:lnTo>
                    <a:pt x="19900" y="224790"/>
                  </a:lnTo>
                  <a:lnTo>
                    <a:pt x="20713" y="224345"/>
                  </a:lnTo>
                  <a:lnTo>
                    <a:pt x="20929" y="224231"/>
                  </a:lnTo>
                  <a:lnTo>
                    <a:pt x="21145" y="224104"/>
                  </a:lnTo>
                  <a:lnTo>
                    <a:pt x="21361" y="223989"/>
                  </a:lnTo>
                  <a:lnTo>
                    <a:pt x="22999" y="223088"/>
                  </a:lnTo>
                  <a:close/>
                </a:path>
                <a:path w="244475" h="384175">
                  <a:moveTo>
                    <a:pt x="25958" y="0"/>
                  </a:moveTo>
                  <a:lnTo>
                    <a:pt x="25361" y="0"/>
                  </a:lnTo>
                  <a:lnTo>
                    <a:pt x="25361" y="457"/>
                  </a:lnTo>
                  <a:lnTo>
                    <a:pt x="25666" y="457"/>
                  </a:lnTo>
                  <a:lnTo>
                    <a:pt x="25958" y="457"/>
                  </a:lnTo>
                  <a:lnTo>
                    <a:pt x="25958" y="0"/>
                  </a:lnTo>
                  <a:close/>
                </a:path>
                <a:path w="244475" h="384175">
                  <a:moveTo>
                    <a:pt x="27851" y="263613"/>
                  </a:moveTo>
                  <a:lnTo>
                    <a:pt x="27241" y="263004"/>
                  </a:lnTo>
                  <a:lnTo>
                    <a:pt x="26263" y="263207"/>
                  </a:lnTo>
                  <a:lnTo>
                    <a:pt x="26047" y="263258"/>
                  </a:lnTo>
                  <a:lnTo>
                    <a:pt x="22796" y="263918"/>
                  </a:lnTo>
                  <a:lnTo>
                    <a:pt x="26924" y="268058"/>
                  </a:lnTo>
                  <a:lnTo>
                    <a:pt x="27559" y="265023"/>
                  </a:lnTo>
                  <a:lnTo>
                    <a:pt x="27597" y="264807"/>
                  </a:lnTo>
                  <a:lnTo>
                    <a:pt x="27851" y="263613"/>
                  </a:lnTo>
                  <a:close/>
                </a:path>
                <a:path w="244475" h="384175">
                  <a:moveTo>
                    <a:pt x="29565" y="330504"/>
                  </a:moveTo>
                  <a:lnTo>
                    <a:pt x="22821" y="330504"/>
                  </a:lnTo>
                  <a:lnTo>
                    <a:pt x="24739" y="333641"/>
                  </a:lnTo>
                  <a:lnTo>
                    <a:pt x="25539" y="334949"/>
                  </a:lnTo>
                  <a:lnTo>
                    <a:pt x="26860" y="334949"/>
                  </a:lnTo>
                  <a:lnTo>
                    <a:pt x="29565" y="330504"/>
                  </a:lnTo>
                  <a:close/>
                </a:path>
                <a:path w="244475" h="384175">
                  <a:moveTo>
                    <a:pt x="30378" y="200977"/>
                  </a:moveTo>
                  <a:lnTo>
                    <a:pt x="30365" y="200190"/>
                  </a:lnTo>
                  <a:lnTo>
                    <a:pt x="30048" y="199212"/>
                  </a:lnTo>
                  <a:lnTo>
                    <a:pt x="29895" y="199161"/>
                  </a:lnTo>
                  <a:lnTo>
                    <a:pt x="30238" y="200139"/>
                  </a:lnTo>
                  <a:lnTo>
                    <a:pt x="30213" y="201015"/>
                  </a:lnTo>
                  <a:lnTo>
                    <a:pt x="29845" y="201891"/>
                  </a:lnTo>
                  <a:lnTo>
                    <a:pt x="29794" y="202057"/>
                  </a:lnTo>
                  <a:lnTo>
                    <a:pt x="30073" y="202145"/>
                  </a:lnTo>
                  <a:lnTo>
                    <a:pt x="30124" y="201968"/>
                  </a:lnTo>
                  <a:lnTo>
                    <a:pt x="30378" y="200977"/>
                  </a:lnTo>
                  <a:close/>
                </a:path>
                <a:path w="244475" h="384175">
                  <a:moveTo>
                    <a:pt x="30708" y="46050"/>
                  </a:moveTo>
                  <a:lnTo>
                    <a:pt x="30353" y="46050"/>
                  </a:lnTo>
                  <a:lnTo>
                    <a:pt x="30353" y="46329"/>
                  </a:lnTo>
                  <a:lnTo>
                    <a:pt x="30530" y="46329"/>
                  </a:lnTo>
                  <a:lnTo>
                    <a:pt x="30708" y="46329"/>
                  </a:lnTo>
                  <a:lnTo>
                    <a:pt x="30708" y="46050"/>
                  </a:lnTo>
                  <a:close/>
                </a:path>
                <a:path w="244475" h="384175">
                  <a:moveTo>
                    <a:pt x="31242" y="104698"/>
                  </a:moveTo>
                  <a:lnTo>
                    <a:pt x="30505" y="102857"/>
                  </a:lnTo>
                  <a:lnTo>
                    <a:pt x="30238" y="102387"/>
                  </a:lnTo>
                  <a:lnTo>
                    <a:pt x="28041" y="99949"/>
                  </a:lnTo>
                  <a:lnTo>
                    <a:pt x="25285" y="102730"/>
                  </a:lnTo>
                  <a:lnTo>
                    <a:pt x="27038" y="104292"/>
                  </a:lnTo>
                  <a:lnTo>
                    <a:pt x="27724" y="104889"/>
                  </a:lnTo>
                  <a:lnTo>
                    <a:pt x="28181" y="105181"/>
                  </a:lnTo>
                  <a:lnTo>
                    <a:pt x="30022" y="105905"/>
                  </a:lnTo>
                  <a:lnTo>
                    <a:pt x="31242" y="104698"/>
                  </a:lnTo>
                  <a:close/>
                </a:path>
                <a:path w="244475" h="384175">
                  <a:moveTo>
                    <a:pt x="31534" y="380377"/>
                  </a:moveTo>
                  <a:lnTo>
                    <a:pt x="27355" y="380377"/>
                  </a:lnTo>
                  <a:lnTo>
                    <a:pt x="27355" y="383616"/>
                  </a:lnTo>
                  <a:lnTo>
                    <a:pt x="29451" y="383616"/>
                  </a:lnTo>
                  <a:lnTo>
                    <a:pt x="31534" y="383616"/>
                  </a:lnTo>
                  <a:lnTo>
                    <a:pt x="31534" y="380377"/>
                  </a:lnTo>
                  <a:close/>
                </a:path>
                <a:path w="244475" h="384175">
                  <a:moveTo>
                    <a:pt x="31597" y="72618"/>
                  </a:moveTo>
                  <a:lnTo>
                    <a:pt x="30276" y="70612"/>
                  </a:lnTo>
                  <a:lnTo>
                    <a:pt x="30111" y="71183"/>
                  </a:lnTo>
                  <a:lnTo>
                    <a:pt x="30213" y="70535"/>
                  </a:lnTo>
                  <a:lnTo>
                    <a:pt x="30772" y="68834"/>
                  </a:lnTo>
                  <a:lnTo>
                    <a:pt x="29857" y="68554"/>
                  </a:lnTo>
                  <a:lnTo>
                    <a:pt x="25158" y="67106"/>
                  </a:lnTo>
                  <a:lnTo>
                    <a:pt x="22212" y="71437"/>
                  </a:lnTo>
                  <a:lnTo>
                    <a:pt x="27457" y="75907"/>
                  </a:lnTo>
                  <a:lnTo>
                    <a:pt x="31445" y="72732"/>
                  </a:lnTo>
                  <a:lnTo>
                    <a:pt x="31597" y="72618"/>
                  </a:lnTo>
                  <a:close/>
                </a:path>
                <a:path w="244475" h="384175">
                  <a:moveTo>
                    <a:pt x="32042" y="122605"/>
                  </a:moveTo>
                  <a:lnTo>
                    <a:pt x="30975" y="118554"/>
                  </a:lnTo>
                  <a:lnTo>
                    <a:pt x="27317" y="119900"/>
                  </a:lnTo>
                  <a:lnTo>
                    <a:pt x="28308" y="122110"/>
                  </a:lnTo>
                  <a:lnTo>
                    <a:pt x="28282" y="122288"/>
                  </a:lnTo>
                  <a:lnTo>
                    <a:pt x="28067" y="123774"/>
                  </a:lnTo>
                  <a:lnTo>
                    <a:pt x="28841" y="124434"/>
                  </a:lnTo>
                  <a:lnTo>
                    <a:pt x="31381" y="124320"/>
                  </a:lnTo>
                  <a:lnTo>
                    <a:pt x="32042" y="122605"/>
                  </a:lnTo>
                  <a:close/>
                </a:path>
                <a:path w="244475" h="384175">
                  <a:moveTo>
                    <a:pt x="33388" y="14719"/>
                  </a:moveTo>
                  <a:lnTo>
                    <a:pt x="32346" y="12458"/>
                  </a:lnTo>
                  <a:lnTo>
                    <a:pt x="31737" y="11163"/>
                  </a:lnTo>
                  <a:lnTo>
                    <a:pt x="31445" y="10515"/>
                  </a:lnTo>
                  <a:lnTo>
                    <a:pt x="30988" y="9563"/>
                  </a:lnTo>
                  <a:lnTo>
                    <a:pt x="29425" y="10033"/>
                  </a:lnTo>
                  <a:lnTo>
                    <a:pt x="29552" y="12484"/>
                  </a:lnTo>
                  <a:lnTo>
                    <a:pt x="29591" y="13208"/>
                  </a:lnTo>
                  <a:lnTo>
                    <a:pt x="29730" y="15570"/>
                  </a:lnTo>
                  <a:lnTo>
                    <a:pt x="33388" y="14719"/>
                  </a:lnTo>
                  <a:close/>
                </a:path>
                <a:path w="244475" h="384175">
                  <a:moveTo>
                    <a:pt x="33604" y="235292"/>
                  </a:moveTo>
                  <a:lnTo>
                    <a:pt x="31788" y="235292"/>
                  </a:lnTo>
                  <a:lnTo>
                    <a:pt x="31775" y="236702"/>
                  </a:lnTo>
                  <a:lnTo>
                    <a:pt x="32689" y="236702"/>
                  </a:lnTo>
                  <a:lnTo>
                    <a:pt x="33591" y="236702"/>
                  </a:lnTo>
                  <a:lnTo>
                    <a:pt x="33604" y="235292"/>
                  </a:lnTo>
                  <a:close/>
                </a:path>
                <a:path w="244475" h="384175">
                  <a:moveTo>
                    <a:pt x="34772" y="354850"/>
                  </a:moveTo>
                  <a:lnTo>
                    <a:pt x="31686" y="354850"/>
                  </a:lnTo>
                  <a:lnTo>
                    <a:pt x="31686" y="357238"/>
                  </a:lnTo>
                  <a:lnTo>
                    <a:pt x="33235" y="357238"/>
                  </a:lnTo>
                  <a:lnTo>
                    <a:pt x="34772" y="357238"/>
                  </a:lnTo>
                  <a:lnTo>
                    <a:pt x="34772" y="354850"/>
                  </a:lnTo>
                  <a:close/>
                </a:path>
                <a:path w="244475" h="384175">
                  <a:moveTo>
                    <a:pt x="36131" y="148844"/>
                  </a:moveTo>
                  <a:lnTo>
                    <a:pt x="30340" y="148844"/>
                  </a:lnTo>
                  <a:lnTo>
                    <a:pt x="30327" y="153352"/>
                  </a:lnTo>
                  <a:lnTo>
                    <a:pt x="33235" y="153352"/>
                  </a:lnTo>
                  <a:lnTo>
                    <a:pt x="36118" y="153352"/>
                  </a:lnTo>
                  <a:lnTo>
                    <a:pt x="36131" y="148844"/>
                  </a:lnTo>
                  <a:close/>
                </a:path>
                <a:path w="244475" h="384175">
                  <a:moveTo>
                    <a:pt x="36576" y="19685"/>
                  </a:moveTo>
                  <a:lnTo>
                    <a:pt x="30962" y="19685"/>
                  </a:lnTo>
                  <a:lnTo>
                    <a:pt x="30962" y="24041"/>
                  </a:lnTo>
                  <a:lnTo>
                    <a:pt x="33769" y="24041"/>
                  </a:lnTo>
                  <a:lnTo>
                    <a:pt x="36576" y="24041"/>
                  </a:lnTo>
                  <a:lnTo>
                    <a:pt x="36576" y="19685"/>
                  </a:lnTo>
                  <a:close/>
                </a:path>
                <a:path w="244475" h="384175">
                  <a:moveTo>
                    <a:pt x="36931" y="180822"/>
                  </a:moveTo>
                  <a:lnTo>
                    <a:pt x="36436" y="180174"/>
                  </a:lnTo>
                  <a:lnTo>
                    <a:pt x="36423" y="180822"/>
                  </a:lnTo>
                  <a:lnTo>
                    <a:pt x="36410" y="180149"/>
                  </a:lnTo>
                  <a:lnTo>
                    <a:pt x="36474" y="179057"/>
                  </a:lnTo>
                  <a:lnTo>
                    <a:pt x="36487" y="178828"/>
                  </a:lnTo>
                  <a:lnTo>
                    <a:pt x="35877" y="178701"/>
                  </a:lnTo>
                  <a:lnTo>
                    <a:pt x="35877" y="179425"/>
                  </a:lnTo>
                  <a:lnTo>
                    <a:pt x="35737" y="179336"/>
                  </a:lnTo>
                  <a:lnTo>
                    <a:pt x="35877" y="179425"/>
                  </a:lnTo>
                  <a:lnTo>
                    <a:pt x="35877" y="178701"/>
                  </a:lnTo>
                  <a:lnTo>
                    <a:pt x="32854" y="178066"/>
                  </a:lnTo>
                  <a:lnTo>
                    <a:pt x="31038" y="180822"/>
                  </a:lnTo>
                  <a:lnTo>
                    <a:pt x="33743" y="183032"/>
                  </a:lnTo>
                  <a:lnTo>
                    <a:pt x="34556" y="183248"/>
                  </a:lnTo>
                  <a:lnTo>
                    <a:pt x="36423" y="182156"/>
                  </a:lnTo>
                  <a:lnTo>
                    <a:pt x="36906" y="181127"/>
                  </a:lnTo>
                  <a:lnTo>
                    <a:pt x="36931" y="180822"/>
                  </a:lnTo>
                  <a:close/>
                </a:path>
                <a:path w="244475" h="384175">
                  <a:moveTo>
                    <a:pt x="37553" y="249491"/>
                  </a:moveTo>
                  <a:lnTo>
                    <a:pt x="36563" y="248729"/>
                  </a:lnTo>
                  <a:lnTo>
                    <a:pt x="35890" y="249440"/>
                  </a:lnTo>
                  <a:lnTo>
                    <a:pt x="35610" y="249707"/>
                  </a:lnTo>
                  <a:lnTo>
                    <a:pt x="33528" y="251904"/>
                  </a:lnTo>
                  <a:lnTo>
                    <a:pt x="36868" y="253428"/>
                  </a:lnTo>
                  <a:lnTo>
                    <a:pt x="37211" y="251498"/>
                  </a:lnTo>
                  <a:lnTo>
                    <a:pt x="37274" y="251117"/>
                  </a:lnTo>
                  <a:lnTo>
                    <a:pt x="37401" y="250329"/>
                  </a:lnTo>
                  <a:lnTo>
                    <a:pt x="37553" y="249491"/>
                  </a:lnTo>
                  <a:close/>
                </a:path>
                <a:path w="244475" h="384175">
                  <a:moveTo>
                    <a:pt x="37846" y="170878"/>
                  </a:moveTo>
                  <a:lnTo>
                    <a:pt x="37261" y="170878"/>
                  </a:lnTo>
                  <a:lnTo>
                    <a:pt x="37261" y="171335"/>
                  </a:lnTo>
                  <a:lnTo>
                    <a:pt x="37553" y="171335"/>
                  </a:lnTo>
                  <a:lnTo>
                    <a:pt x="37846" y="171335"/>
                  </a:lnTo>
                  <a:lnTo>
                    <a:pt x="37846" y="170878"/>
                  </a:lnTo>
                  <a:close/>
                </a:path>
                <a:path w="244475" h="384175">
                  <a:moveTo>
                    <a:pt x="37858" y="296697"/>
                  </a:moveTo>
                  <a:lnTo>
                    <a:pt x="37731" y="294335"/>
                  </a:lnTo>
                  <a:lnTo>
                    <a:pt x="37604" y="292366"/>
                  </a:lnTo>
                  <a:lnTo>
                    <a:pt x="34137" y="292138"/>
                  </a:lnTo>
                  <a:lnTo>
                    <a:pt x="34137" y="296557"/>
                  </a:lnTo>
                  <a:lnTo>
                    <a:pt x="34112" y="296354"/>
                  </a:lnTo>
                  <a:lnTo>
                    <a:pt x="34137" y="296557"/>
                  </a:lnTo>
                  <a:lnTo>
                    <a:pt x="34137" y="292138"/>
                  </a:lnTo>
                  <a:lnTo>
                    <a:pt x="31394" y="291947"/>
                  </a:lnTo>
                  <a:lnTo>
                    <a:pt x="30632" y="296672"/>
                  </a:lnTo>
                  <a:lnTo>
                    <a:pt x="33159" y="296697"/>
                  </a:lnTo>
                  <a:lnTo>
                    <a:pt x="33718" y="298411"/>
                  </a:lnTo>
                  <a:lnTo>
                    <a:pt x="37846" y="296710"/>
                  </a:lnTo>
                  <a:close/>
                </a:path>
                <a:path w="244475" h="384175">
                  <a:moveTo>
                    <a:pt x="38392" y="210896"/>
                  </a:moveTo>
                  <a:lnTo>
                    <a:pt x="37807" y="210896"/>
                  </a:lnTo>
                  <a:lnTo>
                    <a:pt x="37807" y="211340"/>
                  </a:lnTo>
                  <a:lnTo>
                    <a:pt x="38100" y="211340"/>
                  </a:lnTo>
                  <a:lnTo>
                    <a:pt x="38392" y="211340"/>
                  </a:lnTo>
                  <a:lnTo>
                    <a:pt x="38392" y="210896"/>
                  </a:lnTo>
                  <a:close/>
                </a:path>
                <a:path w="244475" h="384175">
                  <a:moveTo>
                    <a:pt x="40970" y="213626"/>
                  </a:moveTo>
                  <a:lnTo>
                    <a:pt x="39204" y="212852"/>
                  </a:lnTo>
                  <a:lnTo>
                    <a:pt x="38976" y="212763"/>
                  </a:lnTo>
                  <a:lnTo>
                    <a:pt x="38760" y="212661"/>
                  </a:lnTo>
                  <a:lnTo>
                    <a:pt x="38531" y="212559"/>
                  </a:lnTo>
                  <a:lnTo>
                    <a:pt x="37731" y="212204"/>
                  </a:lnTo>
                  <a:lnTo>
                    <a:pt x="37020" y="212902"/>
                  </a:lnTo>
                  <a:lnTo>
                    <a:pt x="37579" y="214160"/>
                  </a:lnTo>
                  <a:lnTo>
                    <a:pt x="37668" y="214388"/>
                  </a:lnTo>
                  <a:lnTo>
                    <a:pt x="38430" y="216141"/>
                  </a:lnTo>
                  <a:lnTo>
                    <a:pt x="40970" y="213626"/>
                  </a:lnTo>
                  <a:close/>
                </a:path>
                <a:path w="244475" h="384175">
                  <a:moveTo>
                    <a:pt x="41363" y="35496"/>
                  </a:moveTo>
                  <a:lnTo>
                    <a:pt x="40182" y="34594"/>
                  </a:lnTo>
                  <a:lnTo>
                    <a:pt x="39789" y="34290"/>
                  </a:lnTo>
                  <a:lnTo>
                    <a:pt x="39382" y="33997"/>
                  </a:lnTo>
                  <a:lnTo>
                    <a:pt x="39001" y="33693"/>
                  </a:lnTo>
                  <a:lnTo>
                    <a:pt x="38442" y="33274"/>
                  </a:lnTo>
                  <a:lnTo>
                    <a:pt x="37617" y="34099"/>
                  </a:lnTo>
                  <a:lnTo>
                    <a:pt x="38633" y="35445"/>
                  </a:lnTo>
                  <a:lnTo>
                    <a:pt x="38938" y="35839"/>
                  </a:lnTo>
                  <a:lnTo>
                    <a:pt x="39827" y="37020"/>
                  </a:lnTo>
                  <a:lnTo>
                    <a:pt x="41363" y="35496"/>
                  </a:lnTo>
                  <a:close/>
                </a:path>
                <a:path w="244475" h="384175">
                  <a:moveTo>
                    <a:pt x="42075" y="227253"/>
                  </a:moveTo>
                  <a:lnTo>
                    <a:pt x="36283" y="227253"/>
                  </a:lnTo>
                  <a:lnTo>
                    <a:pt x="36283" y="231762"/>
                  </a:lnTo>
                  <a:lnTo>
                    <a:pt x="39179" y="231762"/>
                  </a:lnTo>
                  <a:lnTo>
                    <a:pt x="42075" y="231762"/>
                  </a:lnTo>
                  <a:lnTo>
                    <a:pt x="42075" y="227253"/>
                  </a:lnTo>
                  <a:close/>
                </a:path>
                <a:path w="244475" h="384175">
                  <a:moveTo>
                    <a:pt x="43370" y="321525"/>
                  </a:moveTo>
                  <a:lnTo>
                    <a:pt x="41160" y="318922"/>
                  </a:lnTo>
                  <a:lnTo>
                    <a:pt x="40601" y="318262"/>
                  </a:lnTo>
                  <a:lnTo>
                    <a:pt x="39916" y="318262"/>
                  </a:lnTo>
                  <a:lnTo>
                    <a:pt x="37160" y="321513"/>
                  </a:lnTo>
                  <a:lnTo>
                    <a:pt x="43370" y="321525"/>
                  </a:lnTo>
                  <a:close/>
                </a:path>
                <a:path w="244475" h="384175">
                  <a:moveTo>
                    <a:pt x="43395" y="279006"/>
                  </a:moveTo>
                  <a:lnTo>
                    <a:pt x="41643" y="278574"/>
                  </a:lnTo>
                  <a:lnTo>
                    <a:pt x="37719" y="282181"/>
                  </a:lnTo>
                  <a:lnTo>
                    <a:pt x="42672" y="285089"/>
                  </a:lnTo>
                  <a:lnTo>
                    <a:pt x="43116" y="281393"/>
                  </a:lnTo>
                  <a:lnTo>
                    <a:pt x="43395" y="279006"/>
                  </a:lnTo>
                  <a:close/>
                </a:path>
                <a:path w="244475" h="384175">
                  <a:moveTo>
                    <a:pt x="44196" y="297751"/>
                  </a:moveTo>
                  <a:lnTo>
                    <a:pt x="42926" y="296786"/>
                  </a:lnTo>
                  <a:lnTo>
                    <a:pt x="42519" y="296481"/>
                  </a:lnTo>
                  <a:lnTo>
                    <a:pt x="42125" y="296189"/>
                  </a:lnTo>
                  <a:lnTo>
                    <a:pt x="41732" y="295884"/>
                  </a:lnTo>
                  <a:lnTo>
                    <a:pt x="41135" y="295427"/>
                  </a:lnTo>
                  <a:lnTo>
                    <a:pt x="40220" y="296341"/>
                  </a:lnTo>
                  <a:lnTo>
                    <a:pt x="40665" y="296951"/>
                  </a:lnTo>
                  <a:lnTo>
                    <a:pt x="41275" y="297738"/>
                  </a:lnTo>
                  <a:lnTo>
                    <a:pt x="41567" y="298145"/>
                  </a:lnTo>
                  <a:lnTo>
                    <a:pt x="42532" y="299402"/>
                  </a:lnTo>
                  <a:lnTo>
                    <a:pt x="44196" y="297751"/>
                  </a:lnTo>
                  <a:close/>
                </a:path>
                <a:path w="244475" h="384175">
                  <a:moveTo>
                    <a:pt x="44881" y="374738"/>
                  </a:moveTo>
                  <a:lnTo>
                    <a:pt x="44297" y="374738"/>
                  </a:lnTo>
                  <a:lnTo>
                    <a:pt x="44297" y="375196"/>
                  </a:lnTo>
                  <a:lnTo>
                    <a:pt x="44589" y="375196"/>
                  </a:lnTo>
                  <a:lnTo>
                    <a:pt x="44881" y="375196"/>
                  </a:lnTo>
                  <a:lnTo>
                    <a:pt x="44881" y="374738"/>
                  </a:lnTo>
                  <a:close/>
                </a:path>
                <a:path w="244475" h="384175">
                  <a:moveTo>
                    <a:pt x="45974" y="111163"/>
                  </a:moveTo>
                  <a:lnTo>
                    <a:pt x="43434" y="108597"/>
                  </a:lnTo>
                  <a:lnTo>
                    <a:pt x="42418" y="110451"/>
                  </a:lnTo>
                  <a:lnTo>
                    <a:pt x="42303" y="110667"/>
                  </a:lnTo>
                  <a:lnTo>
                    <a:pt x="42176" y="110871"/>
                  </a:lnTo>
                  <a:lnTo>
                    <a:pt x="42062" y="111099"/>
                  </a:lnTo>
                  <a:lnTo>
                    <a:pt x="41541" y="112014"/>
                  </a:lnTo>
                  <a:lnTo>
                    <a:pt x="42570" y="113055"/>
                  </a:lnTo>
                  <a:lnTo>
                    <a:pt x="43497" y="112534"/>
                  </a:lnTo>
                  <a:lnTo>
                    <a:pt x="43713" y="112420"/>
                  </a:lnTo>
                  <a:lnTo>
                    <a:pt x="43929" y="112293"/>
                  </a:lnTo>
                  <a:lnTo>
                    <a:pt x="44145" y="112179"/>
                  </a:lnTo>
                  <a:lnTo>
                    <a:pt x="45974" y="111163"/>
                  </a:lnTo>
                  <a:close/>
                </a:path>
                <a:path w="244475" h="384175">
                  <a:moveTo>
                    <a:pt x="46139" y="146494"/>
                  </a:moveTo>
                  <a:lnTo>
                    <a:pt x="42265" y="150736"/>
                  </a:lnTo>
                  <a:lnTo>
                    <a:pt x="43903" y="150990"/>
                  </a:lnTo>
                  <a:lnTo>
                    <a:pt x="45034" y="149364"/>
                  </a:lnTo>
                  <a:lnTo>
                    <a:pt x="45161" y="149059"/>
                  </a:lnTo>
                  <a:lnTo>
                    <a:pt x="46139" y="146494"/>
                  </a:lnTo>
                  <a:close/>
                </a:path>
                <a:path w="244475" h="384175">
                  <a:moveTo>
                    <a:pt x="46405" y="358292"/>
                  </a:moveTo>
                  <a:lnTo>
                    <a:pt x="45351" y="352717"/>
                  </a:lnTo>
                  <a:lnTo>
                    <a:pt x="42367" y="353872"/>
                  </a:lnTo>
                  <a:lnTo>
                    <a:pt x="40132" y="354736"/>
                  </a:lnTo>
                  <a:lnTo>
                    <a:pt x="40246" y="358292"/>
                  </a:lnTo>
                  <a:lnTo>
                    <a:pt x="46405" y="358292"/>
                  </a:lnTo>
                  <a:close/>
                </a:path>
                <a:path w="244475" h="384175">
                  <a:moveTo>
                    <a:pt x="50431" y="126746"/>
                  </a:moveTo>
                  <a:lnTo>
                    <a:pt x="44894" y="127876"/>
                  </a:lnTo>
                  <a:lnTo>
                    <a:pt x="46189" y="130543"/>
                  </a:lnTo>
                  <a:lnTo>
                    <a:pt x="46012" y="132105"/>
                  </a:lnTo>
                  <a:lnTo>
                    <a:pt x="47967" y="133007"/>
                  </a:lnTo>
                  <a:lnTo>
                    <a:pt x="50012" y="131762"/>
                  </a:lnTo>
                  <a:lnTo>
                    <a:pt x="50431" y="131114"/>
                  </a:lnTo>
                  <a:lnTo>
                    <a:pt x="50431" y="126746"/>
                  </a:lnTo>
                  <a:close/>
                </a:path>
                <a:path w="244475" h="384175">
                  <a:moveTo>
                    <a:pt x="58166" y="239115"/>
                  </a:moveTo>
                  <a:lnTo>
                    <a:pt x="56489" y="237604"/>
                  </a:lnTo>
                  <a:lnTo>
                    <a:pt x="53111" y="234556"/>
                  </a:lnTo>
                  <a:lnTo>
                    <a:pt x="51828" y="235496"/>
                  </a:lnTo>
                  <a:lnTo>
                    <a:pt x="55181" y="241465"/>
                  </a:lnTo>
                  <a:lnTo>
                    <a:pt x="58166" y="239115"/>
                  </a:lnTo>
                  <a:close/>
                </a:path>
                <a:path w="244475" h="384175">
                  <a:moveTo>
                    <a:pt x="58572" y="255168"/>
                  </a:moveTo>
                  <a:lnTo>
                    <a:pt x="52235" y="255168"/>
                  </a:lnTo>
                  <a:lnTo>
                    <a:pt x="52235" y="260083"/>
                  </a:lnTo>
                  <a:lnTo>
                    <a:pt x="55397" y="260083"/>
                  </a:lnTo>
                  <a:lnTo>
                    <a:pt x="58559" y="260083"/>
                  </a:lnTo>
                  <a:lnTo>
                    <a:pt x="58572" y="255168"/>
                  </a:lnTo>
                  <a:close/>
                </a:path>
                <a:path w="244475" h="384175">
                  <a:moveTo>
                    <a:pt x="61988" y="351701"/>
                  </a:moveTo>
                  <a:lnTo>
                    <a:pt x="56375" y="351701"/>
                  </a:lnTo>
                  <a:lnTo>
                    <a:pt x="56375" y="356057"/>
                  </a:lnTo>
                  <a:lnTo>
                    <a:pt x="59182" y="356057"/>
                  </a:lnTo>
                  <a:lnTo>
                    <a:pt x="61988" y="356057"/>
                  </a:lnTo>
                  <a:lnTo>
                    <a:pt x="61988" y="351701"/>
                  </a:lnTo>
                  <a:close/>
                </a:path>
                <a:path w="244475" h="384175">
                  <a:moveTo>
                    <a:pt x="63855" y="371182"/>
                  </a:moveTo>
                  <a:lnTo>
                    <a:pt x="61747" y="369506"/>
                  </a:lnTo>
                  <a:lnTo>
                    <a:pt x="58394" y="370433"/>
                  </a:lnTo>
                  <a:lnTo>
                    <a:pt x="57619" y="372821"/>
                  </a:lnTo>
                  <a:lnTo>
                    <a:pt x="58343" y="373481"/>
                  </a:lnTo>
                  <a:lnTo>
                    <a:pt x="58267" y="373964"/>
                  </a:lnTo>
                  <a:lnTo>
                    <a:pt x="59486" y="375132"/>
                  </a:lnTo>
                  <a:lnTo>
                    <a:pt x="62242" y="374688"/>
                  </a:lnTo>
                  <a:lnTo>
                    <a:pt x="62750" y="373951"/>
                  </a:lnTo>
                  <a:lnTo>
                    <a:pt x="63855" y="371182"/>
                  </a:lnTo>
                  <a:close/>
                </a:path>
                <a:path w="244475" h="384175">
                  <a:moveTo>
                    <a:pt x="64071" y="317398"/>
                  </a:moveTo>
                  <a:lnTo>
                    <a:pt x="56464" y="317398"/>
                  </a:lnTo>
                  <a:lnTo>
                    <a:pt x="56464" y="323303"/>
                  </a:lnTo>
                  <a:lnTo>
                    <a:pt x="60261" y="323303"/>
                  </a:lnTo>
                  <a:lnTo>
                    <a:pt x="64071" y="323303"/>
                  </a:lnTo>
                  <a:lnTo>
                    <a:pt x="64071" y="317398"/>
                  </a:lnTo>
                  <a:close/>
                </a:path>
                <a:path w="244475" h="384175">
                  <a:moveTo>
                    <a:pt x="77330" y="284975"/>
                  </a:moveTo>
                  <a:lnTo>
                    <a:pt x="76733" y="284975"/>
                  </a:lnTo>
                  <a:lnTo>
                    <a:pt x="76733" y="285432"/>
                  </a:lnTo>
                  <a:lnTo>
                    <a:pt x="77025" y="285432"/>
                  </a:lnTo>
                  <a:lnTo>
                    <a:pt x="77330" y="285432"/>
                  </a:lnTo>
                  <a:lnTo>
                    <a:pt x="77330" y="284975"/>
                  </a:lnTo>
                  <a:close/>
                </a:path>
                <a:path w="244475" h="384175">
                  <a:moveTo>
                    <a:pt x="86144" y="284899"/>
                  </a:moveTo>
                  <a:lnTo>
                    <a:pt x="85953" y="282575"/>
                  </a:lnTo>
                  <a:lnTo>
                    <a:pt x="84086" y="281978"/>
                  </a:lnTo>
                  <a:lnTo>
                    <a:pt x="82905" y="281609"/>
                  </a:lnTo>
                  <a:lnTo>
                    <a:pt x="82092" y="281228"/>
                  </a:lnTo>
                  <a:lnTo>
                    <a:pt x="79692" y="281076"/>
                  </a:lnTo>
                  <a:lnTo>
                    <a:pt x="79032" y="282092"/>
                  </a:lnTo>
                  <a:lnTo>
                    <a:pt x="78486" y="286334"/>
                  </a:lnTo>
                  <a:lnTo>
                    <a:pt x="82219" y="287642"/>
                  </a:lnTo>
                  <a:lnTo>
                    <a:pt x="86144" y="284899"/>
                  </a:lnTo>
                  <a:close/>
                </a:path>
                <a:path w="244475" h="384175">
                  <a:moveTo>
                    <a:pt x="88163" y="306743"/>
                  </a:moveTo>
                  <a:lnTo>
                    <a:pt x="86309" y="301282"/>
                  </a:lnTo>
                  <a:lnTo>
                    <a:pt x="80467" y="302844"/>
                  </a:lnTo>
                  <a:lnTo>
                    <a:pt x="81724" y="306539"/>
                  </a:lnTo>
                  <a:lnTo>
                    <a:pt x="82473" y="308762"/>
                  </a:lnTo>
                  <a:lnTo>
                    <a:pt x="83502" y="309397"/>
                  </a:lnTo>
                  <a:lnTo>
                    <a:pt x="85801" y="309689"/>
                  </a:lnTo>
                  <a:lnTo>
                    <a:pt x="86436" y="309283"/>
                  </a:lnTo>
                  <a:lnTo>
                    <a:pt x="87782" y="307975"/>
                  </a:lnTo>
                  <a:lnTo>
                    <a:pt x="88163" y="306743"/>
                  </a:lnTo>
                  <a:close/>
                </a:path>
                <a:path w="244475" h="384175">
                  <a:moveTo>
                    <a:pt x="91224" y="342861"/>
                  </a:moveTo>
                  <a:lnTo>
                    <a:pt x="90627" y="340817"/>
                  </a:lnTo>
                  <a:lnTo>
                    <a:pt x="87909" y="338709"/>
                  </a:lnTo>
                  <a:lnTo>
                    <a:pt x="85775" y="338467"/>
                  </a:lnTo>
                  <a:lnTo>
                    <a:pt x="85001" y="340144"/>
                  </a:lnTo>
                  <a:lnTo>
                    <a:pt x="85420" y="339902"/>
                  </a:lnTo>
                  <a:lnTo>
                    <a:pt x="84645" y="340487"/>
                  </a:lnTo>
                  <a:lnTo>
                    <a:pt x="82118" y="342531"/>
                  </a:lnTo>
                  <a:lnTo>
                    <a:pt x="82892" y="345846"/>
                  </a:lnTo>
                  <a:lnTo>
                    <a:pt x="87134" y="348322"/>
                  </a:lnTo>
                  <a:lnTo>
                    <a:pt x="89712" y="347002"/>
                  </a:lnTo>
                  <a:lnTo>
                    <a:pt x="90551" y="344690"/>
                  </a:lnTo>
                  <a:lnTo>
                    <a:pt x="91224" y="342861"/>
                  </a:lnTo>
                  <a:close/>
                </a:path>
                <a:path w="244475" h="384175">
                  <a:moveTo>
                    <a:pt x="97332" y="365518"/>
                  </a:moveTo>
                  <a:lnTo>
                    <a:pt x="91897" y="363855"/>
                  </a:lnTo>
                  <a:lnTo>
                    <a:pt x="91694" y="363829"/>
                  </a:lnTo>
                  <a:lnTo>
                    <a:pt x="91541" y="363728"/>
                  </a:lnTo>
                  <a:lnTo>
                    <a:pt x="90157" y="361784"/>
                  </a:lnTo>
                  <a:lnTo>
                    <a:pt x="87337" y="362331"/>
                  </a:lnTo>
                  <a:lnTo>
                    <a:pt x="87185" y="366077"/>
                  </a:lnTo>
                  <a:lnTo>
                    <a:pt x="87541" y="367360"/>
                  </a:lnTo>
                  <a:lnTo>
                    <a:pt x="91770" y="373456"/>
                  </a:lnTo>
                  <a:lnTo>
                    <a:pt x="97332" y="365518"/>
                  </a:lnTo>
                  <a:close/>
                </a:path>
                <a:path w="244475" h="384175">
                  <a:moveTo>
                    <a:pt x="118033" y="378066"/>
                  </a:moveTo>
                  <a:lnTo>
                    <a:pt x="118021" y="377545"/>
                  </a:lnTo>
                  <a:lnTo>
                    <a:pt x="117995" y="376821"/>
                  </a:lnTo>
                  <a:lnTo>
                    <a:pt x="117995" y="376402"/>
                  </a:lnTo>
                  <a:lnTo>
                    <a:pt x="115443" y="375983"/>
                  </a:lnTo>
                  <a:lnTo>
                    <a:pt x="115443" y="377037"/>
                  </a:lnTo>
                  <a:lnTo>
                    <a:pt x="115392" y="377253"/>
                  </a:lnTo>
                  <a:lnTo>
                    <a:pt x="115227" y="377329"/>
                  </a:lnTo>
                  <a:lnTo>
                    <a:pt x="115189" y="377190"/>
                  </a:lnTo>
                  <a:lnTo>
                    <a:pt x="115328" y="377190"/>
                  </a:lnTo>
                  <a:lnTo>
                    <a:pt x="115443" y="377037"/>
                  </a:lnTo>
                  <a:lnTo>
                    <a:pt x="115443" y="375983"/>
                  </a:lnTo>
                  <a:lnTo>
                    <a:pt x="115227" y="375945"/>
                  </a:lnTo>
                  <a:lnTo>
                    <a:pt x="114935" y="377037"/>
                  </a:lnTo>
                  <a:lnTo>
                    <a:pt x="114757" y="377278"/>
                  </a:lnTo>
                  <a:lnTo>
                    <a:pt x="114896" y="377253"/>
                  </a:lnTo>
                  <a:lnTo>
                    <a:pt x="114655" y="378066"/>
                  </a:lnTo>
                  <a:lnTo>
                    <a:pt x="114871" y="377253"/>
                  </a:lnTo>
                  <a:lnTo>
                    <a:pt x="113957" y="378383"/>
                  </a:lnTo>
                  <a:lnTo>
                    <a:pt x="114198" y="379298"/>
                  </a:lnTo>
                  <a:lnTo>
                    <a:pt x="115443" y="380403"/>
                  </a:lnTo>
                  <a:lnTo>
                    <a:pt x="116255" y="380542"/>
                  </a:lnTo>
                  <a:lnTo>
                    <a:pt x="117703" y="379730"/>
                  </a:lnTo>
                  <a:lnTo>
                    <a:pt x="117957" y="379298"/>
                  </a:lnTo>
                  <a:lnTo>
                    <a:pt x="118033" y="378066"/>
                  </a:lnTo>
                  <a:close/>
                </a:path>
                <a:path w="244475" h="384175">
                  <a:moveTo>
                    <a:pt x="127711" y="368884"/>
                  </a:moveTo>
                  <a:lnTo>
                    <a:pt x="127368" y="368185"/>
                  </a:lnTo>
                  <a:lnTo>
                    <a:pt x="126898" y="367639"/>
                  </a:lnTo>
                  <a:lnTo>
                    <a:pt x="126263" y="366864"/>
                  </a:lnTo>
                  <a:lnTo>
                    <a:pt x="125133" y="366864"/>
                  </a:lnTo>
                  <a:lnTo>
                    <a:pt x="124015" y="368185"/>
                  </a:lnTo>
                  <a:lnTo>
                    <a:pt x="123685" y="368884"/>
                  </a:lnTo>
                  <a:lnTo>
                    <a:pt x="123939" y="369506"/>
                  </a:lnTo>
                  <a:lnTo>
                    <a:pt x="124015" y="369658"/>
                  </a:lnTo>
                  <a:lnTo>
                    <a:pt x="124129" y="369989"/>
                  </a:lnTo>
                  <a:lnTo>
                    <a:pt x="124764" y="371513"/>
                  </a:lnTo>
                  <a:lnTo>
                    <a:pt x="126631" y="371513"/>
                  </a:lnTo>
                  <a:lnTo>
                    <a:pt x="127254" y="369989"/>
                  </a:lnTo>
                  <a:lnTo>
                    <a:pt x="127711" y="368884"/>
                  </a:lnTo>
                  <a:close/>
                </a:path>
                <a:path w="244475" h="384175">
                  <a:moveTo>
                    <a:pt x="134543" y="345033"/>
                  </a:moveTo>
                  <a:lnTo>
                    <a:pt x="133845" y="342036"/>
                  </a:lnTo>
                  <a:lnTo>
                    <a:pt x="133692" y="341376"/>
                  </a:lnTo>
                  <a:lnTo>
                    <a:pt x="133477" y="340995"/>
                  </a:lnTo>
                  <a:lnTo>
                    <a:pt x="132575" y="339979"/>
                  </a:lnTo>
                  <a:lnTo>
                    <a:pt x="131610" y="339991"/>
                  </a:lnTo>
                  <a:lnTo>
                    <a:pt x="130695" y="340982"/>
                  </a:lnTo>
                  <a:lnTo>
                    <a:pt x="130479" y="341376"/>
                  </a:lnTo>
                  <a:lnTo>
                    <a:pt x="129590" y="344932"/>
                  </a:lnTo>
                  <a:lnTo>
                    <a:pt x="134543" y="345033"/>
                  </a:lnTo>
                  <a:close/>
                </a:path>
                <a:path w="244475" h="384175">
                  <a:moveTo>
                    <a:pt x="145923" y="320205"/>
                  </a:moveTo>
                  <a:lnTo>
                    <a:pt x="135775" y="320205"/>
                  </a:lnTo>
                  <a:lnTo>
                    <a:pt x="135763" y="328079"/>
                  </a:lnTo>
                  <a:lnTo>
                    <a:pt x="140843" y="328079"/>
                  </a:lnTo>
                  <a:lnTo>
                    <a:pt x="145910" y="328079"/>
                  </a:lnTo>
                  <a:lnTo>
                    <a:pt x="145923" y="320205"/>
                  </a:lnTo>
                  <a:close/>
                </a:path>
                <a:path w="244475" h="384175">
                  <a:moveTo>
                    <a:pt x="145999" y="349084"/>
                  </a:moveTo>
                  <a:lnTo>
                    <a:pt x="145630" y="347243"/>
                  </a:lnTo>
                  <a:lnTo>
                    <a:pt x="143446" y="342303"/>
                  </a:lnTo>
                  <a:lnTo>
                    <a:pt x="138430" y="342861"/>
                  </a:lnTo>
                  <a:lnTo>
                    <a:pt x="135026" y="348665"/>
                  </a:lnTo>
                  <a:lnTo>
                    <a:pt x="137248" y="352844"/>
                  </a:lnTo>
                  <a:lnTo>
                    <a:pt x="138518" y="352806"/>
                  </a:lnTo>
                  <a:lnTo>
                    <a:pt x="139065" y="353656"/>
                  </a:lnTo>
                  <a:lnTo>
                    <a:pt x="142913" y="353314"/>
                  </a:lnTo>
                  <a:lnTo>
                    <a:pt x="145999" y="349084"/>
                  </a:lnTo>
                  <a:close/>
                </a:path>
                <a:path w="244475" h="384175">
                  <a:moveTo>
                    <a:pt x="154089" y="381368"/>
                  </a:moveTo>
                  <a:lnTo>
                    <a:pt x="152463" y="381368"/>
                  </a:lnTo>
                  <a:lnTo>
                    <a:pt x="152463" y="382625"/>
                  </a:lnTo>
                  <a:lnTo>
                    <a:pt x="153276" y="382625"/>
                  </a:lnTo>
                  <a:lnTo>
                    <a:pt x="154089" y="382625"/>
                  </a:lnTo>
                  <a:lnTo>
                    <a:pt x="154089" y="381368"/>
                  </a:lnTo>
                  <a:close/>
                </a:path>
                <a:path w="244475" h="384175">
                  <a:moveTo>
                    <a:pt x="155282" y="287566"/>
                  </a:moveTo>
                  <a:lnTo>
                    <a:pt x="154152" y="285889"/>
                  </a:lnTo>
                  <a:lnTo>
                    <a:pt x="149948" y="284302"/>
                  </a:lnTo>
                  <a:lnTo>
                    <a:pt x="147637" y="286423"/>
                  </a:lnTo>
                  <a:lnTo>
                    <a:pt x="147637" y="290880"/>
                  </a:lnTo>
                  <a:lnTo>
                    <a:pt x="149009" y="291985"/>
                  </a:lnTo>
                  <a:lnTo>
                    <a:pt x="149606" y="293370"/>
                  </a:lnTo>
                  <a:lnTo>
                    <a:pt x="152730" y="292709"/>
                  </a:lnTo>
                  <a:lnTo>
                    <a:pt x="154076" y="292430"/>
                  </a:lnTo>
                  <a:lnTo>
                    <a:pt x="154584" y="290385"/>
                  </a:lnTo>
                  <a:lnTo>
                    <a:pt x="155282" y="287566"/>
                  </a:lnTo>
                  <a:close/>
                </a:path>
                <a:path w="244475" h="384175">
                  <a:moveTo>
                    <a:pt x="158877" y="341337"/>
                  </a:moveTo>
                  <a:lnTo>
                    <a:pt x="150926" y="341337"/>
                  </a:lnTo>
                  <a:lnTo>
                    <a:pt x="150914" y="347497"/>
                  </a:lnTo>
                  <a:lnTo>
                    <a:pt x="154901" y="347497"/>
                  </a:lnTo>
                  <a:lnTo>
                    <a:pt x="158864" y="347497"/>
                  </a:lnTo>
                  <a:lnTo>
                    <a:pt x="158877" y="341337"/>
                  </a:lnTo>
                  <a:close/>
                </a:path>
                <a:path w="244475" h="384175">
                  <a:moveTo>
                    <a:pt x="176136" y="380606"/>
                  </a:moveTo>
                  <a:lnTo>
                    <a:pt x="175691" y="380352"/>
                  </a:lnTo>
                  <a:lnTo>
                    <a:pt x="175069" y="379272"/>
                  </a:lnTo>
                  <a:lnTo>
                    <a:pt x="174104" y="379082"/>
                  </a:lnTo>
                  <a:lnTo>
                    <a:pt x="173634" y="379628"/>
                  </a:lnTo>
                  <a:lnTo>
                    <a:pt x="173507" y="379806"/>
                  </a:lnTo>
                  <a:lnTo>
                    <a:pt x="173012" y="380365"/>
                  </a:lnTo>
                  <a:lnTo>
                    <a:pt x="173024" y="381050"/>
                  </a:lnTo>
                  <a:lnTo>
                    <a:pt x="173570" y="381698"/>
                  </a:lnTo>
                  <a:lnTo>
                    <a:pt x="174371" y="382689"/>
                  </a:lnTo>
                  <a:lnTo>
                    <a:pt x="175577" y="382104"/>
                  </a:lnTo>
                  <a:lnTo>
                    <a:pt x="176136" y="380606"/>
                  </a:lnTo>
                  <a:close/>
                </a:path>
                <a:path w="244475" h="384175">
                  <a:moveTo>
                    <a:pt x="176822" y="353415"/>
                  </a:moveTo>
                  <a:lnTo>
                    <a:pt x="168668" y="353415"/>
                  </a:lnTo>
                  <a:lnTo>
                    <a:pt x="168668" y="354164"/>
                  </a:lnTo>
                  <a:lnTo>
                    <a:pt x="166077" y="354495"/>
                  </a:lnTo>
                  <a:lnTo>
                    <a:pt x="166065" y="355422"/>
                  </a:lnTo>
                  <a:lnTo>
                    <a:pt x="168668" y="355765"/>
                  </a:lnTo>
                  <a:lnTo>
                    <a:pt x="168668" y="359740"/>
                  </a:lnTo>
                  <a:lnTo>
                    <a:pt x="172745" y="359740"/>
                  </a:lnTo>
                  <a:lnTo>
                    <a:pt x="176822" y="359740"/>
                  </a:lnTo>
                  <a:lnTo>
                    <a:pt x="176822" y="353415"/>
                  </a:lnTo>
                  <a:close/>
                </a:path>
                <a:path w="244475" h="384175">
                  <a:moveTo>
                    <a:pt x="217665" y="374637"/>
                  </a:moveTo>
                  <a:lnTo>
                    <a:pt x="216433" y="373722"/>
                  </a:lnTo>
                  <a:lnTo>
                    <a:pt x="216128" y="373138"/>
                  </a:lnTo>
                  <a:lnTo>
                    <a:pt x="214642" y="370332"/>
                  </a:lnTo>
                  <a:lnTo>
                    <a:pt x="208445" y="374484"/>
                  </a:lnTo>
                  <a:lnTo>
                    <a:pt x="212090" y="378993"/>
                  </a:lnTo>
                  <a:lnTo>
                    <a:pt x="212763" y="379361"/>
                  </a:lnTo>
                  <a:lnTo>
                    <a:pt x="215658" y="379882"/>
                  </a:lnTo>
                  <a:lnTo>
                    <a:pt x="217538" y="378625"/>
                  </a:lnTo>
                  <a:lnTo>
                    <a:pt x="217665" y="374637"/>
                  </a:lnTo>
                  <a:close/>
                </a:path>
                <a:path w="244475" h="384175">
                  <a:moveTo>
                    <a:pt x="241884" y="363982"/>
                  </a:moveTo>
                  <a:lnTo>
                    <a:pt x="234467" y="363982"/>
                  </a:lnTo>
                  <a:lnTo>
                    <a:pt x="234454" y="369735"/>
                  </a:lnTo>
                  <a:lnTo>
                    <a:pt x="238175" y="369735"/>
                  </a:lnTo>
                  <a:lnTo>
                    <a:pt x="241884" y="369735"/>
                  </a:lnTo>
                  <a:lnTo>
                    <a:pt x="241884" y="363982"/>
                  </a:lnTo>
                  <a:close/>
                </a:path>
                <a:path w="244475" h="384175">
                  <a:moveTo>
                    <a:pt x="242481" y="352018"/>
                  </a:moveTo>
                  <a:lnTo>
                    <a:pt x="239318" y="352107"/>
                  </a:lnTo>
                  <a:lnTo>
                    <a:pt x="236385" y="347916"/>
                  </a:lnTo>
                  <a:lnTo>
                    <a:pt x="230898" y="351078"/>
                  </a:lnTo>
                  <a:lnTo>
                    <a:pt x="234099" y="355650"/>
                  </a:lnTo>
                  <a:lnTo>
                    <a:pt x="234784" y="356743"/>
                  </a:lnTo>
                  <a:lnTo>
                    <a:pt x="240118" y="360197"/>
                  </a:lnTo>
                  <a:lnTo>
                    <a:pt x="241820" y="354291"/>
                  </a:lnTo>
                  <a:lnTo>
                    <a:pt x="242481" y="352018"/>
                  </a:lnTo>
                  <a:close/>
                </a:path>
                <a:path w="244475" h="384175">
                  <a:moveTo>
                    <a:pt x="243954" y="372046"/>
                  </a:moveTo>
                  <a:lnTo>
                    <a:pt x="237794" y="372046"/>
                  </a:lnTo>
                  <a:lnTo>
                    <a:pt x="237794" y="376821"/>
                  </a:lnTo>
                  <a:lnTo>
                    <a:pt x="240880" y="376821"/>
                  </a:lnTo>
                  <a:lnTo>
                    <a:pt x="243954" y="376821"/>
                  </a:lnTo>
                  <a:lnTo>
                    <a:pt x="243954" y="372046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2789847" y="7701323"/>
              <a:ext cx="265430" cy="392430"/>
            </a:xfrm>
            <a:custGeom>
              <a:avLst/>
              <a:gdLst/>
              <a:ahLst/>
              <a:cxnLst/>
              <a:rect l="l" t="t" r="r" b="b"/>
              <a:pathLst>
                <a:path w="265430" h="392429">
                  <a:moveTo>
                    <a:pt x="1663" y="33439"/>
                  </a:moveTo>
                  <a:lnTo>
                    <a:pt x="1181" y="32931"/>
                  </a:lnTo>
                  <a:lnTo>
                    <a:pt x="850" y="33248"/>
                  </a:lnTo>
                  <a:lnTo>
                    <a:pt x="0" y="34112"/>
                  </a:lnTo>
                  <a:lnTo>
                    <a:pt x="482" y="34620"/>
                  </a:lnTo>
                  <a:lnTo>
                    <a:pt x="1168" y="33934"/>
                  </a:lnTo>
                  <a:lnTo>
                    <a:pt x="1346" y="33743"/>
                  </a:lnTo>
                  <a:lnTo>
                    <a:pt x="1663" y="33439"/>
                  </a:lnTo>
                  <a:close/>
                </a:path>
                <a:path w="265430" h="392429">
                  <a:moveTo>
                    <a:pt x="9791" y="115900"/>
                  </a:moveTo>
                  <a:lnTo>
                    <a:pt x="9601" y="114884"/>
                  </a:lnTo>
                  <a:lnTo>
                    <a:pt x="8699" y="114325"/>
                  </a:lnTo>
                  <a:lnTo>
                    <a:pt x="8521" y="114223"/>
                  </a:lnTo>
                  <a:lnTo>
                    <a:pt x="6540" y="112953"/>
                  </a:lnTo>
                  <a:lnTo>
                    <a:pt x="4699" y="116116"/>
                  </a:lnTo>
                  <a:lnTo>
                    <a:pt x="6299" y="117144"/>
                  </a:lnTo>
                  <a:lnTo>
                    <a:pt x="6578" y="117843"/>
                  </a:lnTo>
                  <a:lnTo>
                    <a:pt x="8559" y="118503"/>
                  </a:lnTo>
                  <a:lnTo>
                    <a:pt x="9271" y="117017"/>
                  </a:lnTo>
                  <a:lnTo>
                    <a:pt x="9791" y="115900"/>
                  </a:lnTo>
                  <a:close/>
                </a:path>
                <a:path w="265430" h="392429">
                  <a:moveTo>
                    <a:pt x="11950" y="82359"/>
                  </a:moveTo>
                  <a:lnTo>
                    <a:pt x="11887" y="81305"/>
                  </a:lnTo>
                  <a:lnTo>
                    <a:pt x="11684" y="81178"/>
                  </a:lnTo>
                  <a:lnTo>
                    <a:pt x="11633" y="80695"/>
                  </a:lnTo>
                  <a:lnTo>
                    <a:pt x="11455" y="79133"/>
                  </a:lnTo>
                  <a:lnTo>
                    <a:pt x="7315" y="81940"/>
                  </a:lnTo>
                  <a:lnTo>
                    <a:pt x="10731" y="84048"/>
                  </a:lnTo>
                  <a:lnTo>
                    <a:pt x="11836" y="83400"/>
                  </a:lnTo>
                  <a:lnTo>
                    <a:pt x="11950" y="82359"/>
                  </a:lnTo>
                  <a:close/>
                </a:path>
                <a:path w="265430" h="392429">
                  <a:moveTo>
                    <a:pt x="15633" y="28740"/>
                  </a:moveTo>
                  <a:lnTo>
                    <a:pt x="13677" y="24904"/>
                  </a:lnTo>
                  <a:lnTo>
                    <a:pt x="12738" y="23063"/>
                  </a:lnTo>
                  <a:lnTo>
                    <a:pt x="11099" y="23063"/>
                  </a:lnTo>
                  <a:lnTo>
                    <a:pt x="10579" y="24066"/>
                  </a:lnTo>
                  <a:lnTo>
                    <a:pt x="8204" y="28740"/>
                  </a:lnTo>
                  <a:lnTo>
                    <a:pt x="15633" y="28740"/>
                  </a:lnTo>
                  <a:close/>
                </a:path>
                <a:path w="265430" h="392429">
                  <a:moveTo>
                    <a:pt x="16141" y="38303"/>
                  </a:moveTo>
                  <a:lnTo>
                    <a:pt x="12014" y="38303"/>
                  </a:lnTo>
                  <a:lnTo>
                    <a:pt x="12865" y="40335"/>
                  </a:lnTo>
                  <a:lnTo>
                    <a:pt x="13474" y="41808"/>
                  </a:lnTo>
                  <a:lnTo>
                    <a:pt x="14681" y="41808"/>
                  </a:lnTo>
                  <a:lnTo>
                    <a:pt x="16141" y="38303"/>
                  </a:lnTo>
                  <a:close/>
                </a:path>
                <a:path w="265430" h="392429">
                  <a:moveTo>
                    <a:pt x="16192" y="18897"/>
                  </a:moveTo>
                  <a:lnTo>
                    <a:pt x="14452" y="14998"/>
                  </a:lnTo>
                  <a:lnTo>
                    <a:pt x="12522" y="16827"/>
                  </a:lnTo>
                  <a:lnTo>
                    <a:pt x="11963" y="17348"/>
                  </a:lnTo>
                  <a:lnTo>
                    <a:pt x="11696" y="17627"/>
                  </a:lnTo>
                  <a:lnTo>
                    <a:pt x="10820" y="18453"/>
                  </a:lnTo>
                  <a:lnTo>
                    <a:pt x="11747" y="19672"/>
                  </a:lnTo>
                  <a:lnTo>
                    <a:pt x="13957" y="19304"/>
                  </a:lnTo>
                  <a:lnTo>
                    <a:pt x="16192" y="18897"/>
                  </a:lnTo>
                  <a:close/>
                </a:path>
                <a:path w="265430" h="392429">
                  <a:moveTo>
                    <a:pt x="17297" y="56756"/>
                  </a:moveTo>
                  <a:lnTo>
                    <a:pt x="17284" y="55524"/>
                  </a:lnTo>
                  <a:lnTo>
                    <a:pt x="16929" y="55105"/>
                  </a:lnTo>
                  <a:lnTo>
                    <a:pt x="14668" y="53733"/>
                  </a:lnTo>
                  <a:lnTo>
                    <a:pt x="13220" y="55168"/>
                  </a:lnTo>
                  <a:lnTo>
                    <a:pt x="14579" y="57442"/>
                  </a:lnTo>
                  <a:lnTo>
                    <a:pt x="14986" y="57797"/>
                  </a:lnTo>
                  <a:lnTo>
                    <a:pt x="16802" y="57810"/>
                  </a:lnTo>
                  <a:lnTo>
                    <a:pt x="17297" y="57315"/>
                  </a:lnTo>
                  <a:lnTo>
                    <a:pt x="17297" y="56756"/>
                  </a:lnTo>
                  <a:close/>
                </a:path>
                <a:path w="265430" h="392429">
                  <a:moveTo>
                    <a:pt x="29654" y="28333"/>
                  </a:moveTo>
                  <a:lnTo>
                    <a:pt x="28117" y="28473"/>
                  </a:lnTo>
                  <a:lnTo>
                    <a:pt x="27914" y="28536"/>
                  </a:lnTo>
                  <a:lnTo>
                    <a:pt x="27711" y="28486"/>
                  </a:lnTo>
                  <a:lnTo>
                    <a:pt x="27533" y="28333"/>
                  </a:lnTo>
                  <a:lnTo>
                    <a:pt x="26949" y="28067"/>
                  </a:lnTo>
                  <a:lnTo>
                    <a:pt x="25946" y="28359"/>
                  </a:lnTo>
                  <a:lnTo>
                    <a:pt x="26200" y="30353"/>
                  </a:lnTo>
                  <a:lnTo>
                    <a:pt x="26898" y="30975"/>
                  </a:lnTo>
                  <a:lnTo>
                    <a:pt x="29641" y="30721"/>
                  </a:lnTo>
                  <a:lnTo>
                    <a:pt x="29654" y="28333"/>
                  </a:lnTo>
                  <a:close/>
                </a:path>
                <a:path w="265430" h="392429">
                  <a:moveTo>
                    <a:pt x="33642" y="79654"/>
                  </a:moveTo>
                  <a:lnTo>
                    <a:pt x="33185" y="78371"/>
                  </a:lnTo>
                  <a:lnTo>
                    <a:pt x="32219" y="78625"/>
                  </a:lnTo>
                  <a:lnTo>
                    <a:pt x="31953" y="78587"/>
                  </a:lnTo>
                  <a:lnTo>
                    <a:pt x="31673" y="78549"/>
                  </a:lnTo>
                  <a:lnTo>
                    <a:pt x="31407" y="78511"/>
                  </a:lnTo>
                  <a:lnTo>
                    <a:pt x="29984" y="77647"/>
                  </a:lnTo>
                  <a:lnTo>
                    <a:pt x="28943" y="80213"/>
                  </a:lnTo>
                  <a:lnTo>
                    <a:pt x="30530" y="80568"/>
                  </a:lnTo>
                  <a:lnTo>
                    <a:pt x="31457" y="80759"/>
                  </a:lnTo>
                  <a:lnTo>
                    <a:pt x="32080" y="80708"/>
                  </a:lnTo>
                  <a:lnTo>
                    <a:pt x="32867" y="80162"/>
                  </a:lnTo>
                  <a:lnTo>
                    <a:pt x="33642" y="79654"/>
                  </a:lnTo>
                  <a:close/>
                </a:path>
                <a:path w="265430" h="392429">
                  <a:moveTo>
                    <a:pt x="39230" y="35458"/>
                  </a:moveTo>
                  <a:lnTo>
                    <a:pt x="38684" y="35458"/>
                  </a:lnTo>
                  <a:lnTo>
                    <a:pt x="38684" y="35877"/>
                  </a:lnTo>
                  <a:lnTo>
                    <a:pt x="38950" y="35877"/>
                  </a:lnTo>
                  <a:lnTo>
                    <a:pt x="39230" y="35877"/>
                  </a:lnTo>
                  <a:lnTo>
                    <a:pt x="39230" y="35458"/>
                  </a:lnTo>
                  <a:close/>
                </a:path>
                <a:path w="265430" h="392429">
                  <a:moveTo>
                    <a:pt x="45288" y="116586"/>
                  </a:moveTo>
                  <a:lnTo>
                    <a:pt x="45237" y="115951"/>
                  </a:lnTo>
                  <a:lnTo>
                    <a:pt x="43243" y="112026"/>
                  </a:lnTo>
                  <a:lnTo>
                    <a:pt x="38468" y="115443"/>
                  </a:lnTo>
                  <a:lnTo>
                    <a:pt x="40233" y="117182"/>
                  </a:lnTo>
                  <a:lnTo>
                    <a:pt x="41224" y="118452"/>
                  </a:lnTo>
                  <a:lnTo>
                    <a:pt x="41541" y="118808"/>
                  </a:lnTo>
                  <a:lnTo>
                    <a:pt x="41884" y="119037"/>
                  </a:lnTo>
                  <a:lnTo>
                    <a:pt x="43434" y="119456"/>
                  </a:lnTo>
                  <a:lnTo>
                    <a:pt x="44932" y="118795"/>
                  </a:lnTo>
                  <a:lnTo>
                    <a:pt x="45288" y="116586"/>
                  </a:lnTo>
                  <a:close/>
                </a:path>
                <a:path w="265430" h="392429">
                  <a:moveTo>
                    <a:pt x="45440" y="70345"/>
                  </a:moveTo>
                  <a:lnTo>
                    <a:pt x="44907" y="70396"/>
                  </a:lnTo>
                  <a:lnTo>
                    <a:pt x="44183" y="70459"/>
                  </a:lnTo>
                  <a:lnTo>
                    <a:pt x="42735" y="70612"/>
                  </a:lnTo>
                  <a:lnTo>
                    <a:pt x="42468" y="70624"/>
                  </a:lnTo>
                  <a:lnTo>
                    <a:pt x="42468" y="70993"/>
                  </a:lnTo>
                  <a:lnTo>
                    <a:pt x="42735" y="71031"/>
                  </a:lnTo>
                  <a:lnTo>
                    <a:pt x="43459" y="71094"/>
                  </a:lnTo>
                  <a:lnTo>
                    <a:pt x="44183" y="71158"/>
                  </a:lnTo>
                  <a:lnTo>
                    <a:pt x="45440" y="71285"/>
                  </a:lnTo>
                  <a:lnTo>
                    <a:pt x="45440" y="70345"/>
                  </a:lnTo>
                  <a:close/>
                </a:path>
                <a:path w="265430" h="392429">
                  <a:moveTo>
                    <a:pt x="46037" y="67652"/>
                  </a:moveTo>
                  <a:lnTo>
                    <a:pt x="45580" y="66230"/>
                  </a:lnTo>
                  <a:lnTo>
                    <a:pt x="43141" y="66230"/>
                  </a:lnTo>
                  <a:lnTo>
                    <a:pt x="42697" y="67652"/>
                  </a:lnTo>
                  <a:lnTo>
                    <a:pt x="43421" y="68516"/>
                  </a:lnTo>
                  <a:lnTo>
                    <a:pt x="43586" y="68719"/>
                  </a:lnTo>
                  <a:lnTo>
                    <a:pt x="43992" y="69189"/>
                  </a:lnTo>
                  <a:lnTo>
                    <a:pt x="44729" y="69189"/>
                  </a:lnTo>
                  <a:lnTo>
                    <a:pt x="45148" y="68719"/>
                  </a:lnTo>
                  <a:lnTo>
                    <a:pt x="46037" y="67652"/>
                  </a:lnTo>
                  <a:close/>
                </a:path>
                <a:path w="265430" h="392429">
                  <a:moveTo>
                    <a:pt x="64452" y="60299"/>
                  </a:moveTo>
                  <a:lnTo>
                    <a:pt x="62306" y="57505"/>
                  </a:lnTo>
                  <a:lnTo>
                    <a:pt x="61391" y="56819"/>
                  </a:lnTo>
                  <a:lnTo>
                    <a:pt x="58585" y="55664"/>
                  </a:lnTo>
                  <a:lnTo>
                    <a:pt x="57238" y="57556"/>
                  </a:lnTo>
                  <a:lnTo>
                    <a:pt x="57531" y="57988"/>
                  </a:lnTo>
                  <a:lnTo>
                    <a:pt x="56794" y="59283"/>
                  </a:lnTo>
                  <a:lnTo>
                    <a:pt x="58623" y="61785"/>
                  </a:lnTo>
                  <a:lnTo>
                    <a:pt x="59537" y="62458"/>
                  </a:lnTo>
                  <a:lnTo>
                    <a:pt x="62826" y="62382"/>
                  </a:lnTo>
                  <a:lnTo>
                    <a:pt x="64452" y="60299"/>
                  </a:lnTo>
                  <a:close/>
                </a:path>
                <a:path w="265430" h="392429">
                  <a:moveTo>
                    <a:pt x="120002" y="34290"/>
                  </a:moveTo>
                  <a:lnTo>
                    <a:pt x="119951" y="33210"/>
                  </a:lnTo>
                  <a:lnTo>
                    <a:pt x="117386" y="28676"/>
                  </a:lnTo>
                  <a:lnTo>
                    <a:pt x="112407" y="31572"/>
                  </a:lnTo>
                  <a:lnTo>
                    <a:pt x="114122" y="34632"/>
                  </a:lnTo>
                  <a:lnTo>
                    <a:pt x="114109" y="34975"/>
                  </a:lnTo>
                  <a:lnTo>
                    <a:pt x="114198" y="35369"/>
                  </a:lnTo>
                  <a:lnTo>
                    <a:pt x="114261" y="35864"/>
                  </a:lnTo>
                  <a:lnTo>
                    <a:pt x="114427" y="36283"/>
                  </a:lnTo>
                  <a:lnTo>
                    <a:pt x="115150" y="37376"/>
                  </a:lnTo>
                  <a:lnTo>
                    <a:pt x="115925" y="37934"/>
                  </a:lnTo>
                  <a:lnTo>
                    <a:pt x="118160" y="37795"/>
                  </a:lnTo>
                  <a:lnTo>
                    <a:pt x="119634" y="37020"/>
                  </a:lnTo>
                  <a:lnTo>
                    <a:pt x="120002" y="34290"/>
                  </a:lnTo>
                  <a:close/>
                </a:path>
                <a:path w="265430" h="392429">
                  <a:moveTo>
                    <a:pt x="134493" y="94488"/>
                  </a:moveTo>
                  <a:lnTo>
                    <a:pt x="133794" y="93332"/>
                  </a:lnTo>
                  <a:lnTo>
                    <a:pt x="132054" y="92100"/>
                  </a:lnTo>
                  <a:lnTo>
                    <a:pt x="131279" y="92138"/>
                  </a:lnTo>
                  <a:lnTo>
                    <a:pt x="129971" y="92379"/>
                  </a:lnTo>
                  <a:lnTo>
                    <a:pt x="129667" y="92303"/>
                  </a:lnTo>
                  <a:lnTo>
                    <a:pt x="129667" y="93129"/>
                  </a:lnTo>
                  <a:lnTo>
                    <a:pt x="129565" y="93319"/>
                  </a:lnTo>
                  <a:lnTo>
                    <a:pt x="129641" y="93129"/>
                  </a:lnTo>
                  <a:lnTo>
                    <a:pt x="129667" y="92303"/>
                  </a:lnTo>
                  <a:lnTo>
                    <a:pt x="129070" y="92125"/>
                  </a:lnTo>
                  <a:lnTo>
                    <a:pt x="129070" y="94513"/>
                  </a:lnTo>
                  <a:lnTo>
                    <a:pt x="128993" y="94957"/>
                  </a:lnTo>
                  <a:lnTo>
                    <a:pt x="128943" y="94830"/>
                  </a:lnTo>
                  <a:lnTo>
                    <a:pt x="128892" y="94957"/>
                  </a:lnTo>
                  <a:lnTo>
                    <a:pt x="128866" y="94653"/>
                  </a:lnTo>
                  <a:lnTo>
                    <a:pt x="128955" y="92087"/>
                  </a:lnTo>
                  <a:lnTo>
                    <a:pt x="127025" y="95250"/>
                  </a:lnTo>
                  <a:lnTo>
                    <a:pt x="129616" y="97701"/>
                  </a:lnTo>
                  <a:lnTo>
                    <a:pt x="130327" y="98018"/>
                  </a:lnTo>
                  <a:lnTo>
                    <a:pt x="132613" y="97942"/>
                  </a:lnTo>
                  <a:lnTo>
                    <a:pt x="133553" y="97167"/>
                  </a:lnTo>
                  <a:lnTo>
                    <a:pt x="133819" y="96405"/>
                  </a:lnTo>
                  <a:lnTo>
                    <a:pt x="134493" y="94488"/>
                  </a:lnTo>
                  <a:close/>
                </a:path>
                <a:path w="265430" h="392429">
                  <a:moveTo>
                    <a:pt x="142443" y="187325"/>
                  </a:moveTo>
                  <a:lnTo>
                    <a:pt x="141935" y="186563"/>
                  </a:lnTo>
                  <a:lnTo>
                    <a:pt x="139966" y="182892"/>
                  </a:lnTo>
                  <a:lnTo>
                    <a:pt x="136042" y="185559"/>
                  </a:lnTo>
                  <a:lnTo>
                    <a:pt x="138036" y="188023"/>
                  </a:lnTo>
                  <a:lnTo>
                    <a:pt x="138836" y="189014"/>
                  </a:lnTo>
                  <a:lnTo>
                    <a:pt x="139306" y="189522"/>
                  </a:lnTo>
                  <a:lnTo>
                    <a:pt x="141274" y="189687"/>
                  </a:lnTo>
                  <a:lnTo>
                    <a:pt x="141846" y="189141"/>
                  </a:lnTo>
                  <a:lnTo>
                    <a:pt x="142443" y="187325"/>
                  </a:lnTo>
                  <a:close/>
                </a:path>
                <a:path w="265430" h="392429">
                  <a:moveTo>
                    <a:pt x="144437" y="19672"/>
                  </a:moveTo>
                  <a:lnTo>
                    <a:pt x="144386" y="17145"/>
                  </a:lnTo>
                  <a:lnTo>
                    <a:pt x="144221" y="16611"/>
                  </a:lnTo>
                  <a:lnTo>
                    <a:pt x="142633" y="13449"/>
                  </a:lnTo>
                  <a:lnTo>
                    <a:pt x="139242" y="15443"/>
                  </a:lnTo>
                  <a:lnTo>
                    <a:pt x="140373" y="17703"/>
                  </a:lnTo>
                  <a:lnTo>
                    <a:pt x="140779" y="18516"/>
                  </a:lnTo>
                  <a:lnTo>
                    <a:pt x="140919" y="18732"/>
                  </a:lnTo>
                  <a:lnTo>
                    <a:pt x="142684" y="20091"/>
                  </a:lnTo>
                  <a:lnTo>
                    <a:pt x="144437" y="19672"/>
                  </a:lnTo>
                  <a:close/>
                </a:path>
                <a:path w="265430" h="392429">
                  <a:moveTo>
                    <a:pt x="149212" y="122174"/>
                  </a:moveTo>
                  <a:lnTo>
                    <a:pt x="147764" y="122174"/>
                  </a:lnTo>
                  <a:lnTo>
                    <a:pt x="147764" y="123291"/>
                  </a:lnTo>
                  <a:lnTo>
                    <a:pt x="148488" y="123291"/>
                  </a:lnTo>
                  <a:lnTo>
                    <a:pt x="149212" y="123291"/>
                  </a:lnTo>
                  <a:lnTo>
                    <a:pt x="149212" y="122174"/>
                  </a:lnTo>
                  <a:close/>
                </a:path>
                <a:path w="265430" h="392429">
                  <a:moveTo>
                    <a:pt x="150101" y="56172"/>
                  </a:moveTo>
                  <a:lnTo>
                    <a:pt x="150088" y="55676"/>
                  </a:lnTo>
                  <a:lnTo>
                    <a:pt x="150050" y="54254"/>
                  </a:lnTo>
                  <a:lnTo>
                    <a:pt x="149453" y="53530"/>
                  </a:lnTo>
                  <a:lnTo>
                    <a:pt x="145732" y="52273"/>
                  </a:lnTo>
                  <a:lnTo>
                    <a:pt x="144754" y="56807"/>
                  </a:lnTo>
                  <a:lnTo>
                    <a:pt x="146304" y="56997"/>
                  </a:lnTo>
                  <a:lnTo>
                    <a:pt x="147688" y="58229"/>
                  </a:lnTo>
                  <a:lnTo>
                    <a:pt x="149034" y="57200"/>
                  </a:lnTo>
                  <a:lnTo>
                    <a:pt x="149669" y="56718"/>
                  </a:lnTo>
                  <a:lnTo>
                    <a:pt x="150101" y="56172"/>
                  </a:lnTo>
                  <a:close/>
                </a:path>
                <a:path w="265430" h="392429">
                  <a:moveTo>
                    <a:pt x="154000" y="137947"/>
                  </a:moveTo>
                  <a:lnTo>
                    <a:pt x="149339" y="136982"/>
                  </a:lnTo>
                  <a:lnTo>
                    <a:pt x="148285" y="136753"/>
                  </a:lnTo>
                  <a:lnTo>
                    <a:pt x="147510" y="136664"/>
                  </a:lnTo>
                  <a:lnTo>
                    <a:pt x="145326" y="137363"/>
                  </a:lnTo>
                  <a:lnTo>
                    <a:pt x="144424" y="138620"/>
                  </a:lnTo>
                  <a:lnTo>
                    <a:pt x="145173" y="140843"/>
                  </a:lnTo>
                  <a:lnTo>
                    <a:pt x="145542" y="141452"/>
                  </a:lnTo>
                  <a:lnTo>
                    <a:pt x="150418" y="145770"/>
                  </a:lnTo>
                  <a:lnTo>
                    <a:pt x="154000" y="137947"/>
                  </a:lnTo>
                  <a:close/>
                </a:path>
                <a:path w="265430" h="392429">
                  <a:moveTo>
                    <a:pt x="160401" y="187807"/>
                  </a:moveTo>
                  <a:lnTo>
                    <a:pt x="158635" y="185940"/>
                  </a:lnTo>
                  <a:lnTo>
                    <a:pt x="156692" y="186385"/>
                  </a:lnTo>
                  <a:lnTo>
                    <a:pt x="154647" y="186842"/>
                  </a:lnTo>
                  <a:lnTo>
                    <a:pt x="154393" y="188125"/>
                  </a:lnTo>
                  <a:lnTo>
                    <a:pt x="154940" y="189369"/>
                  </a:lnTo>
                  <a:lnTo>
                    <a:pt x="156057" y="191897"/>
                  </a:lnTo>
                  <a:lnTo>
                    <a:pt x="158902" y="191350"/>
                  </a:lnTo>
                  <a:lnTo>
                    <a:pt x="160401" y="187807"/>
                  </a:lnTo>
                  <a:close/>
                </a:path>
                <a:path w="265430" h="392429">
                  <a:moveTo>
                    <a:pt x="167792" y="85966"/>
                  </a:moveTo>
                  <a:lnTo>
                    <a:pt x="166801" y="85661"/>
                  </a:lnTo>
                  <a:lnTo>
                    <a:pt x="166573" y="85598"/>
                  </a:lnTo>
                  <a:lnTo>
                    <a:pt x="166344" y="85521"/>
                  </a:lnTo>
                  <a:lnTo>
                    <a:pt x="164096" y="84836"/>
                  </a:lnTo>
                  <a:lnTo>
                    <a:pt x="164084" y="88519"/>
                  </a:lnTo>
                  <a:lnTo>
                    <a:pt x="166128" y="87896"/>
                  </a:lnTo>
                  <a:lnTo>
                    <a:pt x="166344" y="87833"/>
                  </a:lnTo>
                  <a:lnTo>
                    <a:pt x="166573" y="87757"/>
                  </a:lnTo>
                  <a:lnTo>
                    <a:pt x="166801" y="87693"/>
                  </a:lnTo>
                  <a:lnTo>
                    <a:pt x="167792" y="87388"/>
                  </a:lnTo>
                  <a:lnTo>
                    <a:pt x="167792" y="85966"/>
                  </a:lnTo>
                  <a:close/>
                </a:path>
                <a:path w="265430" h="392429">
                  <a:moveTo>
                    <a:pt x="168249" y="128270"/>
                  </a:moveTo>
                  <a:lnTo>
                    <a:pt x="167665" y="128270"/>
                  </a:lnTo>
                  <a:lnTo>
                    <a:pt x="167665" y="128714"/>
                  </a:lnTo>
                  <a:lnTo>
                    <a:pt x="167957" y="128714"/>
                  </a:lnTo>
                  <a:lnTo>
                    <a:pt x="168249" y="128714"/>
                  </a:lnTo>
                  <a:lnTo>
                    <a:pt x="168249" y="128270"/>
                  </a:lnTo>
                  <a:close/>
                </a:path>
                <a:path w="265430" h="392429">
                  <a:moveTo>
                    <a:pt x="171081" y="44081"/>
                  </a:moveTo>
                  <a:lnTo>
                    <a:pt x="167690" y="40246"/>
                  </a:lnTo>
                  <a:lnTo>
                    <a:pt x="164820" y="43078"/>
                  </a:lnTo>
                  <a:lnTo>
                    <a:pt x="166611" y="44754"/>
                  </a:lnTo>
                  <a:lnTo>
                    <a:pt x="166547" y="44932"/>
                  </a:lnTo>
                  <a:lnTo>
                    <a:pt x="165328" y="45821"/>
                  </a:lnTo>
                  <a:lnTo>
                    <a:pt x="165684" y="47701"/>
                  </a:lnTo>
                  <a:lnTo>
                    <a:pt x="170345" y="47828"/>
                  </a:lnTo>
                  <a:lnTo>
                    <a:pt x="171081" y="44081"/>
                  </a:lnTo>
                  <a:close/>
                </a:path>
                <a:path w="265430" h="392429">
                  <a:moveTo>
                    <a:pt x="171589" y="117005"/>
                  </a:moveTo>
                  <a:lnTo>
                    <a:pt x="171399" y="116560"/>
                  </a:lnTo>
                  <a:lnTo>
                    <a:pt x="170751" y="114985"/>
                  </a:lnTo>
                  <a:lnTo>
                    <a:pt x="168846" y="115925"/>
                  </a:lnTo>
                  <a:lnTo>
                    <a:pt x="168783" y="116357"/>
                  </a:lnTo>
                  <a:lnTo>
                    <a:pt x="167741" y="117335"/>
                  </a:lnTo>
                  <a:lnTo>
                    <a:pt x="168071" y="118668"/>
                  </a:lnTo>
                  <a:lnTo>
                    <a:pt x="169913" y="119100"/>
                  </a:lnTo>
                  <a:lnTo>
                    <a:pt x="170700" y="118872"/>
                  </a:lnTo>
                  <a:lnTo>
                    <a:pt x="171589" y="117005"/>
                  </a:lnTo>
                  <a:close/>
                </a:path>
                <a:path w="265430" h="392429">
                  <a:moveTo>
                    <a:pt x="173977" y="135699"/>
                  </a:moveTo>
                  <a:lnTo>
                    <a:pt x="171208" y="133172"/>
                  </a:lnTo>
                  <a:lnTo>
                    <a:pt x="170345" y="132359"/>
                  </a:lnTo>
                  <a:lnTo>
                    <a:pt x="169595" y="131978"/>
                  </a:lnTo>
                  <a:lnTo>
                    <a:pt x="167360" y="131610"/>
                  </a:lnTo>
                  <a:lnTo>
                    <a:pt x="166027" y="132257"/>
                  </a:lnTo>
                  <a:lnTo>
                    <a:pt x="166192" y="134658"/>
                  </a:lnTo>
                  <a:lnTo>
                    <a:pt x="166331" y="135509"/>
                  </a:lnTo>
                  <a:lnTo>
                    <a:pt x="169430" y="139560"/>
                  </a:lnTo>
                  <a:lnTo>
                    <a:pt x="173977" y="135699"/>
                  </a:lnTo>
                  <a:close/>
                </a:path>
                <a:path w="265430" h="392429">
                  <a:moveTo>
                    <a:pt x="189484" y="64389"/>
                  </a:moveTo>
                  <a:lnTo>
                    <a:pt x="187375" y="62255"/>
                  </a:lnTo>
                  <a:lnTo>
                    <a:pt x="186512" y="63792"/>
                  </a:lnTo>
                  <a:lnTo>
                    <a:pt x="186194" y="64376"/>
                  </a:lnTo>
                  <a:lnTo>
                    <a:pt x="186029" y="64655"/>
                  </a:lnTo>
                  <a:lnTo>
                    <a:pt x="185648" y="65328"/>
                  </a:lnTo>
                  <a:lnTo>
                    <a:pt x="186410" y="66090"/>
                  </a:lnTo>
                  <a:lnTo>
                    <a:pt x="187960" y="65239"/>
                  </a:lnTo>
                  <a:lnTo>
                    <a:pt x="189484" y="64389"/>
                  </a:lnTo>
                  <a:close/>
                </a:path>
                <a:path w="265430" h="392429">
                  <a:moveTo>
                    <a:pt x="192366" y="87731"/>
                  </a:moveTo>
                  <a:lnTo>
                    <a:pt x="192087" y="87071"/>
                  </a:lnTo>
                  <a:lnTo>
                    <a:pt x="190804" y="83667"/>
                  </a:lnTo>
                  <a:lnTo>
                    <a:pt x="187032" y="84594"/>
                  </a:lnTo>
                  <a:lnTo>
                    <a:pt x="187782" y="87160"/>
                  </a:lnTo>
                  <a:lnTo>
                    <a:pt x="188137" y="88353"/>
                  </a:lnTo>
                  <a:lnTo>
                    <a:pt x="188353" y="89141"/>
                  </a:lnTo>
                  <a:lnTo>
                    <a:pt x="190411" y="91211"/>
                  </a:lnTo>
                  <a:lnTo>
                    <a:pt x="192049" y="90208"/>
                  </a:lnTo>
                  <a:lnTo>
                    <a:pt x="192366" y="87731"/>
                  </a:lnTo>
                  <a:close/>
                </a:path>
                <a:path w="265430" h="392429">
                  <a:moveTo>
                    <a:pt x="196723" y="163804"/>
                  </a:moveTo>
                  <a:lnTo>
                    <a:pt x="191109" y="163804"/>
                  </a:lnTo>
                  <a:lnTo>
                    <a:pt x="191109" y="168160"/>
                  </a:lnTo>
                  <a:lnTo>
                    <a:pt x="193916" y="168160"/>
                  </a:lnTo>
                  <a:lnTo>
                    <a:pt x="196723" y="168160"/>
                  </a:lnTo>
                  <a:lnTo>
                    <a:pt x="196723" y="163804"/>
                  </a:lnTo>
                  <a:close/>
                </a:path>
                <a:path w="265430" h="392429">
                  <a:moveTo>
                    <a:pt x="202679" y="207645"/>
                  </a:moveTo>
                  <a:lnTo>
                    <a:pt x="196697" y="207645"/>
                  </a:lnTo>
                  <a:lnTo>
                    <a:pt x="196697" y="212280"/>
                  </a:lnTo>
                  <a:lnTo>
                    <a:pt x="199682" y="212280"/>
                  </a:lnTo>
                  <a:lnTo>
                    <a:pt x="202666" y="212280"/>
                  </a:lnTo>
                  <a:lnTo>
                    <a:pt x="202679" y="207645"/>
                  </a:lnTo>
                  <a:close/>
                </a:path>
                <a:path w="265430" h="392429">
                  <a:moveTo>
                    <a:pt x="203987" y="120777"/>
                  </a:moveTo>
                  <a:lnTo>
                    <a:pt x="200914" y="117690"/>
                  </a:lnTo>
                  <a:lnTo>
                    <a:pt x="199910" y="119849"/>
                  </a:lnTo>
                  <a:lnTo>
                    <a:pt x="199771" y="120154"/>
                  </a:lnTo>
                  <a:lnTo>
                    <a:pt x="199631" y="120446"/>
                  </a:lnTo>
                  <a:lnTo>
                    <a:pt x="199034" y="121729"/>
                  </a:lnTo>
                  <a:lnTo>
                    <a:pt x="199948" y="122643"/>
                  </a:lnTo>
                  <a:lnTo>
                    <a:pt x="200939" y="122199"/>
                  </a:lnTo>
                  <a:lnTo>
                    <a:pt x="201231" y="122047"/>
                  </a:lnTo>
                  <a:lnTo>
                    <a:pt x="201828" y="121780"/>
                  </a:lnTo>
                  <a:lnTo>
                    <a:pt x="203987" y="120777"/>
                  </a:lnTo>
                  <a:close/>
                </a:path>
                <a:path w="265430" h="392429">
                  <a:moveTo>
                    <a:pt x="204978" y="146596"/>
                  </a:moveTo>
                  <a:lnTo>
                    <a:pt x="204876" y="143624"/>
                  </a:lnTo>
                  <a:lnTo>
                    <a:pt x="204825" y="142113"/>
                  </a:lnTo>
                  <a:lnTo>
                    <a:pt x="201790" y="141071"/>
                  </a:lnTo>
                  <a:lnTo>
                    <a:pt x="201307" y="140411"/>
                  </a:lnTo>
                  <a:lnTo>
                    <a:pt x="200977" y="140614"/>
                  </a:lnTo>
                  <a:lnTo>
                    <a:pt x="200977" y="143548"/>
                  </a:lnTo>
                  <a:lnTo>
                    <a:pt x="200685" y="143332"/>
                  </a:lnTo>
                  <a:lnTo>
                    <a:pt x="200977" y="143548"/>
                  </a:lnTo>
                  <a:lnTo>
                    <a:pt x="200977" y="140614"/>
                  </a:lnTo>
                  <a:lnTo>
                    <a:pt x="200787" y="140728"/>
                  </a:lnTo>
                  <a:lnTo>
                    <a:pt x="200558" y="140652"/>
                  </a:lnTo>
                  <a:lnTo>
                    <a:pt x="200482" y="140906"/>
                  </a:lnTo>
                  <a:lnTo>
                    <a:pt x="197053" y="142951"/>
                  </a:lnTo>
                  <a:lnTo>
                    <a:pt x="198462" y="148043"/>
                  </a:lnTo>
                  <a:lnTo>
                    <a:pt x="201587" y="147358"/>
                  </a:lnTo>
                  <a:lnTo>
                    <a:pt x="201828" y="147789"/>
                  </a:lnTo>
                  <a:lnTo>
                    <a:pt x="202399" y="147434"/>
                  </a:lnTo>
                  <a:lnTo>
                    <a:pt x="202285" y="147193"/>
                  </a:lnTo>
                  <a:lnTo>
                    <a:pt x="204978" y="146596"/>
                  </a:lnTo>
                  <a:close/>
                </a:path>
                <a:path w="265430" h="392429">
                  <a:moveTo>
                    <a:pt x="205955" y="180619"/>
                  </a:moveTo>
                  <a:lnTo>
                    <a:pt x="204838" y="178866"/>
                  </a:lnTo>
                  <a:lnTo>
                    <a:pt x="204647" y="178269"/>
                  </a:lnTo>
                  <a:lnTo>
                    <a:pt x="203365" y="178257"/>
                  </a:lnTo>
                  <a:lnTo>
                    <a:pt x="203022" y="178244"/>
                  </a:lnTo>
                  <a:lnTo>
                    <a:pt x="202742" y="178549"/>
                  </a:lnTo>
                  <a:lnTo>
                    <a:pt x="202730" y="178879"/>
                  </a:lnTo>
                  <a:lnTo>
                    <a:pt x="202704" y="180162"/>
                  </a:lnTo>
                  <a:lnTo>
                    <a:pt x="203339" y="180378"/>
                  </a:lnTo>
                  <a:lnTo>
                    <a:pt x="205054" y="181559"/>
                  </a:lnTo>
                  <a:lnTo>
                    <a:pt x="205955" y="180619"/>
                  </a:lnTo>
                  <a:close/>
                </a:path>
                <a:path w="265430" h="392429">
                  <a:moveTo>
                    <a:pt x="213499" y="197497"/>
                  </a:moveTo>
                  <a:lnTo>
                    <a:pt x="213144" y="195732"/>
                  </a:lnTo>
                  <a:lnTo>
                    <a:pt x="212636" y="193294"/>
                  </a:lnTo>
                  <a:lnTo>
                    <a:pt x="209804" y="191643"/>
                  </a:lnTo>
                  <a:lnTo>
                    <a:pt x="207137" y="194322"/>
                  </a:lnTo>
                  <a:lnTo>
                    <a:pt x="207149" y="195440"/>
                  </a:lnTo>
                  <a:lnTo>
                    <a:pt x="207822" y="196126"/>
                  </a:lnTo>
                  <a:lnTo>
                    <a:pt x="208419" y="196748"/>
                  </a:lnTo>
                  <a:lnTo>
                    <a:pt x="209296" y="197002"/>
                  </a:lnTo>
                  <a:lnTo>
                    <a:pt x="211213" y="199275"/>
                  </a:lnTo>
                  <a:lnTo>
                    <a:pt x="213499" y="197497"/>
                  </a:lnTo>
                  <a:close/>
                </a:path>
                <a:path w="265430" h="392429">
                  <a:moveTo>
                    <a:pt x="214350" y="123736"/>
                  </a:moveTo>
                  <a:lnTo>
                    <a:pt x="213029" y="121361"/>
                  </a:lnTo>
                  <a:lnTo>
                    <a:pt x="212928" y="121183"/>
                  </a:lnTo>
                  <a:lnTo>
                    <a:pt x="212826" y="121005"/>
                  </a:lnTo>
                  <a:lnTo>
                    <a:pt x="212394" y="120230"/>
                  </a:lnTo>
                  <a:lnTo>
                    <a:pt x="211480" y="120230"/>
                  </a:lnTo>
                  <a:lnTo>
                    <a:pt x="209524" y="123736"/>
                  </a:lnTo>
                  <a:lnTo>
                    <a:pt x="214350" y="123736"/>
                  </a:lnTo>
                  <a:close/>
                </a:path>
                <a:path w="265430" h="392429">
                  <a:moveTo>
                    <a:pt x="215544" y="159677"/>
                  </a:moveTo>
                  <a:lnTo>
                    <a:pt x="214096" y="159816"/>
                  </a:lnTo>
                  <a:lnTo>
                    <a:pt x="213614" y="159854"/>
                  </a:lnTo>
                  <a:lnTo>
                    <a:pt x="213131" y="159905"/>
                  </a:lnTo>
                  <a:lnTo>
                    <a:pt x="212648" y="159956"/>
                  </a:lnTo>
                  <a:lnTo>
                    <a:pt x="211391" y="160070"/>
                  </a:lnTo>
                  <a:lnTo>
                    <a:pt x="211391" y="161798"/>
                  </a:lnTo>
                  <a:lnTo>
                    <a:pt x="212648" y="161925"/>
                  </a:lnTo>
                  <a:lnTo>
                    <a:pt x="213131" y="161975"/>
                  </a:lnTo>
                  <a:lnTo>
                    <a:pt x="213614" y="162013"/>
                  </a:lnTo>
                  <a:lnTo>
                    <a:pt x="214096" y="162064"/>
                  </a:lnTo>
                  <a:lnTo>
                    <a:pt x="215544" y="162204"/>
                  </a:lnTo>
                  <a:lnTo>
                    <a:pt x="215544" y="159677"/>
                  </a:lnTo>
                  <a:close/>
                </a:path>
                <a:path w="265430" h="392429">
                  <a:moveTo>
                    <a:pt x="218287" y="83019"/>
                  </a:moveTo>
                  <a:lnTo>
                    <a:pt x="216738" y="79260"/>
                  </a:lnTo>
                  <a:lnTo>
                    <a:pt x="214452" y="73736"/>
                  </a:lnTo>
                  <a:lnTo>
                    <a:pt x="207378" y="76898"/>
                  </a:lnTo>
                  <a:lnTo>
                    <a:pt x="212305" y="85204"/>
                  </a:lnTo>
                  <a:lnTo>
                    <a:pt x="218287" y="83019"/>
                  </a:lnTo>
                  <a:close/>
                </a:path>
                <a:path w="265430" h="392429">
                  <a:moveTo>
                    <a:pt x="218884" y="221932"/>
                  </a:moveTo>
                  <a:lnTo>
                    <a:pt x="217970" y="220383"/>
                  </a:lnTo>
                  <a:lnTo>
                    <a:pt x="216623" y="220218"/>
                  </a:lnTo>
                  <a:lnTo>
                    <a:pt x="216382" y="220179"/>
                  </a:lnTo>
                  <a:lnTo>
                    <a:pt x="215607" y="220091"/>
                  </a:lnTo>
                  <a:lnTo>
                    <a:pt x="214845" y="220853"/>
                  </a:lnTo>
                  <a:lnTo>
                    <a:pt x="214922" y="221500"/>
                  </a:lnTo>
                  <a:lnTo>
                    <a:pt x="214934" y="221627"/>
                  </a:lnTo>
                  <a:lnTo>
                    <a:pt x="214972" y="221869"/>
                  </a:lnTo>
                  <a:lnTo>
                    <a:pt x="215150" y="223202"/>
                  </a:lnTo>
                  <a:lnTo>
                    <a:pt x="216687" y="224142"/>
                  </a:lnTo>
                  <a:lnTo>
                    <a:pt x="218884" y="221932"/>
                  </a:lnTo>
                  <a:close/>
                </a:path>
                <a:path w="265430" h="392429">
                  <a:moveTo>
                    <a:pt x="225831" y="153123"/>
                  </a:moveTo>
                  <a:lnTo>
                    <a:pt x="224650" y="152222"/>
                  </a:lnTo>
                  <a:lnTo>
                    <a:pt x="224129" y="151815"/>
                  </a:lnTo>
                  <a:lnTo>
                    <a:pt x="223862" y="151625"/>
                  </a:lnTo>
                  <a:lnTo>
                    <a:pt x="223266" y="151155"/>
                  </a:lnTo>
                  <a:lnTo>
                    <a:pt x="222351" y="152069"/>
                  </a:lnTo>
                  <a:lnTo>
                    <a:pt x="222999" y="152946"/>
                  </a:lnTo>
                  <a:lnTo>
                    <a:pt x="223202" y="153200"/>
                  </a:lnTo>
                  <a:lnTo>
                    <a:pt x="224294" y="154647"/>
                  </a:lnTo>
                  <a:lnTo>
                    <a:pt x="225831" y="153123"/>
                  </a:lnTo>
                  <a:close/>
                </a:path>
                <a:path w="265430" h="392429">
                  <a:moveTo>
                    <a:pt x="226695" y="318770"/>
                  </a:moveTo>
                  <a:lnTo>
                    <a:pt x="225234" y="317487"/>
                  </a:lnTo>
                  <a:lnTo>
                    <a:pt x="224345" y="316712"/>
                  </a:lnTo>
                  <a:lnTo>
                    <a:pt x="223431" y="316699"/>
                  </a:lnTo>
                  <a:lnTo>
                    <a:pt x="222732" y="317322"/>
                  </a:lnTo>
                  <a:lnTo>
                    <a:pt x="221081" y="318782"/>
                  </a:lnTo>
                  <a:lnTo>
                    <a:pt x="222199" y="321043"/>
                  </a:lnTo>
                  <a:lnTo>
                    <a:pt x="225564" y="321043"/>
                  </a:lnTo>
                  <a:lnTo>
                    <a:pt x="226695" y="318770"/>
                  </a:lnTo>
                  <a:close/>
                </a:path>
                <a:path w="265430" h="392429">
                  <a:moveTo>
                    <a:pt x="229527" y="174409"/>
                  </a:moveTo>
                  <a:lnTo>
                    <a:pt x="228942" y="174409"/>
                  </a:lnTo>
                  <a:lnTo>
                    <a:pt x="228942" y="174866"/>
                  </a:lnTo>
                  <a:lnTo>
                    <a:pt x="229235" y="174866"/>
                  </a:lnTo>
                  <a:lnTo>
                    <a:pt x="229527" y="174866"/>
                  </a:lnTo>
                  <a:lnTo>
                    <a:pt x="229527" y="174409"/>
                  </a:lnTo>
                  <a:close/>
                </a:path>
                <a:path w="265430" h="392429">
                  <a:moveTo>
                    <a:pt x="229806" y="138290"/>
                  </a:moveTo>
                  <a:lnTo>
                    <a:pt x="228028" y="136118"/>
                  </a:lnTo>
                  <a:lnTo>
                    <a:pt x="226047" y="137185"/>
                  </a:lnTo>
                  <a:lnTo>
                    <a:pt x="226047" y="139992"/>
                  </a:lnTo>
                  <a:lnTo>
                    <a:pt x="228041" y="141058"/>
                  </a:lnTo>
                  <a:lnTo>
                    <a:pt x="229044" y="139827"/>
                  </a:lnTo>
                  <a:lnTo>
                    <a:pt x="229146" y="139700"/>
                  </a:lnTo>
                  <a:lnTo>
                    <a:pt x="229260" y="139573"/>
                  </a:lnTo>
                  <a:lnTo>
                    <a:pt x="229806" y="138887"/>
                  </a:lnTo>
                  <a:lnTo>
                    <a:pt x="229806" y="138290"/>
                  </a:lnTo>
                  <a:close/>
                </a:path>
                <a:path w="265430" h="392429">
                  <a:moveTo>
                    <a:pt x="230124" y="192798"/>
                  </a:moveTo>
                  <a:lnTo>
                    <a:pt x="226910" y="192786"/>
                  </a:lnTo>
                  <a:lnTo>
                    <a:pt x="227571" y="194360"/>
                  </a:lnTo>
                  <a:lnTo>
                    <a:pt x="228117" y="195668"/>
                  </a:lnTo>
                  <a:lnTo>
                    <a:pt x="228917" y="195668"/>
                  </a:lnTo>
                  <a:lnTo>
                    <a:pt x="229285" y="194792"/>
                  </a:lnTo>
                  <a:lnTo>
                    <a:pt x="229387" y="194589"/>
                  </a:lnTo>
                  <a:lnTo>
                    <a:pt x="229463" y="194360"/>
                  </a:lnTo>
                  <a:lnTo>
                    <a:pt x="230124" y="192798"/>
                  </a:lnTo>
                  <a:close/>
                </a:path>
                <a:path w="265430" h="392429">
                  <a:moveTo>
                    <a:pt x="230403" y="40919"/>
                  </a:moveTo>
                  <a:lnTo>
                    <a:pt x="216547" y="40919"/>
                  </a:lnTo>
                  <a:lnTo>
                    <a:pt x="216535" y="51676"/>
                  </a:lnTo>
                  <a:lnTo>
                    <a:pt x="223469" y="51676"/>
                  </a:lnTo>
                  <a:lnTo>
                    <a:pt x="230390" y="51676"/>
                  </a:lnTo>
                  <a:lnTo>
                    <a:pt x="230403" y="40919"/>
                  </a:lnTo>
                  <a:close/>
                </a:path>
                <a:path w="265430" h="392429">
                  <a:moveTo>
                    <a:pt x="230695" y="210654"/>
                  </a:moveTo>
                  <a:lnTo>
                    <a:pt x="230568" y="208762"/>
                  </a:lnTo>
                  <a:lnTo>
                    <a:pt x="230251" y="207657"/>
                  </a:lnTo>
                  <a:lnTo>
                    <a:pt x="230174" y="207378"/>
                  </a:lnTo>
                  <a:lnTo>
                    <a:pt x="229400" y="207035"/>
                  </a:lnTo>
                  <a:lnTo>
                    <a:pt x="228815" y="206781"/>
                  </a:lnTo>
                  <a:lnTo>
                    <a:pt x="227863" y="206946"/>
                  </a:lnTo>
                  <a:lnTo>
                    <a:pt x="227228" y="206844"/>
                  </a:lnTo>
                  <a:lnTo>
                    <a:pt x="225806" y="207149"/>
                  </a:lnTo>
                  <a:lnTo>
                    <a:pt x="225145" y="208394"/>
                  </a:lnTo>
                  <a:lnTo>
                    <a:pt x="224853" y="208762"/>
                  </a:lnTo>
                  <a:lnTo>
                    <a:pt x="224726" y="209156"/>
                  </a:lnTo>
                  <a:lnTo>
                    <a:pt x="224624" y="210654"/>
                  </a:lnTo>
                  <a:lnTo>
                    <a:pt x="224955" y="211531"/>
                  </a:lnTo>
                  <a:lnTo>
                    <a:pt x="227584" y="213741"/>
                  </a:lnTo>
                  <a:lnTo>
                    <a:pt x="230606" y="212648"/>
                  </a:lnTo>
                  <a:lnTo>
                    <a:pt x="230695" y="210654"/>
                  </a:lnTo>
                  <a:close/>
                </a:path>
                <a:path w="265430" h="392429">
                  <a:moveTo>
                    <a:pt x="231127" y="107340"/>
                  </a:moveTo>
                  <a:lnTo>
                    <a:pt x="230111" y="106984"/>
                  </a:lnTo>
                  <a:lnTo>
                    <a:pt x="229108" y="106629"/>
                  </a:lnTo>
                  <a:lnTo>
                    <a:pt x="228612" y="106464"/>
                  </a:lnTo>
                  <a:lnTo>
                    <a:pt x="228066" y="106260"/>
                  </a:lnTo>
                  <a:lnTo>
                    <a:pt x="227799" y="107061"/>
                  </a:lnTo>
                  <a:lnTo>
                    <a:pt x="228688" y="107657"/>
                  </a:lnTo>
                  <a:lnTo>
                    <a:pt x="229120" y="107975"/>
                  </a:lnTo>
                  <a:lnTo>
                    <a:pt x="230352" y="108813"/>
                  </a:lnTo>
                  <a:lnTo>
                    <a:pt x="231127" y="107340"/>
                  </a:lnTo>
                  <a:close/>
                </a:path>
                <a:path w="265430" h="392429">
                  <a:moveTo>
                    <a:pt x="233248" y="230606"/>
                  </a:moveTo>
                  <a:lnTo>
                    <a:pt x="229717" y="232841"/>
                  </a:lnTo>
                  <a:lnTo>
                    <a:pt x="227939" y="233972"/>
                  </a:lnTo>
                  <a:lnTo>
                    <a:pt x="227939" y="234988"/>
                  </a:lnTo>
                  <a:lnTo>
                    <a:pt x="233248" y="238353"/>
                  </a:lnTo>
                  <a:lnTo>
                    <a:pt x="233248" y="230606"/>
                  </a:lnTo>
                  <a:close/>
                </a:path>
                <a:path w="265430" h="392429">
                  <a:moveTo>
                    <a:pt x="235038" y="61341"/>
                  </a:moveTo>
                  <a:lnTo>
                    <a:pt x="233502" y="59334"/>
                  </a:lnTo>
                  <a:lnTo>
                    <a:pt x="231368" y="59182"/>
                  </a:lnTo>
                  <a:lnTo>
                    <a:pt x="227647" y="58928"/>
                  </a:lnTo>
                  <a:lnTo>
                    <a:pt x="226974" y="61747"/>
                  </a:lnTo>
                  <a:lnTo>
                    <a:pt x="230619" y="66090"/>
                  </a:lnTo>
                  <a:lnTo>
                    <a:pt x="233387" y="65252"/>
                  </a:lnTo>
                  <a:lnTo>
                    <a:pt x="235038" y="61341"/>
                  </a:lnTo>
                  <a:close/>
                </a:path>
                <a:path w="265430" h="392429">
                  <a:moveTo>
                    <a:pt x="238760" y="98894"/>
                  </a:moveTo>
                  <a:lnTo>
                    <a:pt x="237731" y="99047"/>
                  </a:lnTo>
                  <a:lnTo>
                    <a:pt x="237020" y="99148"/>
                  </a:lnTo>
                  <a:lnTo>
                    <a:pt x="235343" y="99390"/>
                  </a:lnTo>
                  <a:lnTo>
                    <a:pt x="235343" y="99923"/>
                  </a:lnTo>
                  <a:lnTo>
                    <a:pt x="235648" y="99961"/>
                  </a:lnTo>
                  <a:lnTo>
                    <a:pt x="236334" y="100063"/>
                  </a:lnTo>
                  <a:lnTo>
                    <a:pt x="237020" y="100152"/>
                  </a:lnTo>
                  <a:lnTo>
                    <a:pt x="238747" y="100406"/>
                  </a:lnTo>
                  <a:lnTo>
                    <a:pt x="238760" y="98894"/>
                  </a:lnTo>
                  <a:close/>
                </a:path>
                <a:path w="265430" h="392429">
                  <a:moveTo>
                    <a:pt x="241795" y="206133"/>
                  </a:moveTo>
                  <a:lnTo>
                    <a:pt x="241198" y="206133"/>
                  </a:lnTo>
                  <a:lnTo>
                    <a:pt x="241198" y="206590"/>
                  </a:lnTo>
                  <a:lnTo>
                    <a:pt x="241490" y="206590"/>
                  </a:lnTo>
                  <a:lnTo>
                    <a:pt x="241795" y="206590"/>
                  </a:lnTo>
                  <a:lnTo>
                    <a:pt x="241795" y="206133"/>
                  </a:lnTo>
                  <a:close/>
                </a:path>
                <a:path w="265430" h="392429">
                  <a:moveTo>
                    <a:pt x="242036" y="273570"/>
                  </a:moveTo>
                  <a:lnTo>
                    <a:pt x="241922" y="273151"/>
                  </a:lnTo>
                  <a:lnTo>
                    <a:pt x="241693" y="272275"/>
                  </a:lnTo>
                  <a:lnTo>
                    <a:pt x="241554" y="271741"/>
                  </a:lnTo>
                  <a:lnTo>
                    <a:pt x="238467" y="270764"/>
                  </a:lnTo>
                  <a:lnTo>
                    <a:pt x="237756" y="271741"/>
                  </a:lnTo>
                  <a:lnTo>
                    <a:pt x="237680" y="272694"/>
                  </a:lnTo>
                  <a:lnTo>
                    <a:pt x="235343" y="274472"/>
                  </a:lnTo>
                  <a:lnTo>
                    <a:pt x="239522" y="277964"/>
                  </a:lnTo>
                  <a:lnTo>
                    <a:pt x="242036" y="273570"/>
                  </a:lnTo>
                  <a:close/>
                </a:path>
                <a:path w="265430" h="392429">
                  <a:moveTo>
                    <a:pt x="243560" y="152704"/>
                  </a:moveTo>
                  <a:lnTo>
                    <a:pt x="243471" y="152234"/>
                  </a:lnTo>
                  <a:lnTo>
                    <a:pt x="241909" y="150406"/>
                  </a:lnTo>
                  <a:lnTo>
                    <a:pt x="240118" y="152717"/>
                  </a:lnTo>
                  <a:lnTo>
                    <a:pt x="240766" y="153035"/>
                  </a:lnTo>
                  <a:lnTo>
                    <a:pt x="240957" y="153390"/>
                  </a:lnTo>
                  <a:lnTo>
                    <a:pt x="241071" y="153619"/>
                  </a:lnTo>
                  <a:lnTo>
                    <a:pt x="241198" y="153873"/>
                  </a:lnTo>
                  <a:lnTo>
                    <a:pt x="241554" y="154101"/>
                  </a:lnTo>
                  <a:lnTo>
                    <a:pt x="242506" y="154000"/>
                  </a:lnTo>
                  <a:lnTo>
                    <a:pt x="242989" y="153758"/>
                  </a:lnTo>
                  <a:lnTo>
                    <a:pt x="243560" y="152704"/>
                  </a:lnTo>
                  <a:close/>
                </a:path>
                <a:path w="265430" h="392429">
                  <a:moveTo>
                    <a:pt x="244030" y="225539"/>
                  </a:moveTo>
                  <a:lnTo>
                    <a:pt x="243293" y="225539"/>
                  </a:lnTo>
                  <a:lnTo>
                    <a:pt x="243293" y="226110"/>
                  </a:lnTo>
                  <a:lnTo>
                    <a:pt x="243662" y="226110"/>
                  </a:lnTo>
                  <a:lnTo>
                    <a:pt x="244030" y="226110"/>
                  </a:lnTo>
                  <a:lnTo>
                    <a:pt x="244030" y="225539"/>
                  </a:lnTo>
                  <a:close/>
                </a:path>
                <a:path w="265430" h="392429">
                  <a:moveTo>
                    <a:pt x="244475" y="332320"/>
                  </a:moveTo>
                  <a:lnTo>
                    <a:pt x="243827" y="331533"/>
                  </a:lnTo>
                  <a:lnTo>
                    <a:pt x="241922" y="332054"/>
                  </a:lnTo>
                  <a:lnTo>
                    <a:pt x="241338" y="332536"/>
                  </a:lnTo>
                  <a:lnTo>
                    <a:pt x="239725" y="334289"/>
                  </a:lnTo>
                  <a:lnTo>
                    <a:pt x="240677" y="335495"/>
                  </a:lnTo>
                  <a:lnTo>
                    <a:pt x="244475" y="332320"/>
                  </a:lnTo>
                  <a:close/>
                </a:path>
                <a:path w="265430" h="392429">
                  <a:moveTo>
                    <a:pt x="246913" y="185788"/>
                  </a:moveTo>
                  <a:lnTo>
                    <a:pt x="244741" y="186321"/>
                  </a:lnTo>
                  <a:lnTo>
                    <a:pt x="243840" y="186563"/>
                  </a:lnTo>
                  <a:lnTo>
                    <a:pt x="243395" y="186664"/>
                  </a:lnTo>
                  <a:lnTo>
                    <a:pt x="242468" y="186905"/>
                  </a:lnTo>
                  <a:lnTo>
                    <a:pt x="242468" y="188328"/>
                  </a:lnTo>
                  <a:lnTo>
                    <a:pt x="243395" y="188569"/>
                  </a:lnTo>
                  <a:lnTo>
                    <a:pt x="243840" y="188671"/>
                  </a:lnTo>
                  <a:lnTo>
                    <a:pt x="246888" y="189445"/>
                  </a:lnTo>
                  <a:lnTo>
                    <a:pt x="246913" y="185788"/>
                  </a:lnTo>
                  <a:close/>
                </a:path>
                <a:path w="265430" h="392429">
                  <a:moveTo>
                    <a:pt x="251028" y="391185"/>
                  </a:moveTo>
                  <a:lnTo>
                    <a:pt x="250672" y="390994"/>
                  </a:lnTo>
                  <a:lnTo>
                    <a:pt x="250012" y="390639"/>
                  </a:lnTo>
                  <a:lnTo>
                    <a:pt x="249834" y="390601"/>
                  </a:lnTo>
                  <a:lnTo>
                    <a:pt x="249135" y="390867"/>
                  </a:lnTo>
                  <a:lnTo>
                    <a:pt x="248526" y="391083"/>
                  </a:lnTo>
                  <a:lnTo>
                    <a:pt x="248526" y="391858"/>
                  </a:lnTo>
                  <a:lnTo>
                    <a:pt x="249135" y="392087"/>
                  </a:lnTo>
                  <a:lnTo>
                    <a:pt x="249821" y="392341"/>
                  </a:lnTo>
                  <a:lnTo>
                    <a:pt x="250037" y="392315"/>
                  </a:lnTo>
                  <a:lnTo>
                    <a:pt x="251028" y="391769"/>
                  </a:lnTo>
                  <a:lnTo>
                    <a:pt x="251028" y="391185"/>
                  </a:lnTo>
                  <a:close/>
                </a:path>
                <a:path w="265430" h="392429">
                  <a:moveTo>
                    <a:pt x="251167" y="30213"/>
                  </a:moveTo>
                  <a:lnTo>
                    <a:pt x="250571" y="30213"/>
                  </a:lnTo>
                  <a:lnTo>
                    <a:pt x="250571" y="30670"/>
                  </a:lnTo>
                  <a:lnTo>
                    <a:pt x="250875" y="30670"/>
                  </a:lnTo>
                  <a:lnTo>
                    <a:pt x="251167" y="30670"/>
                  </a:lnTo>
                  <a:lnTo>
                    <a:pt x="251167" y="30213"/>
                  </a:lnTo>
                  <a:close/>
                </a:path>
                <a:path w="265430" h="392429">
                  <a:moveTo>
                    <a:pt x="252691" y="130848"/>
                  </a:moveTo>
                  <a:lnTo>
                    <a:pt x="252412" y="128943"/>
                  </a:lnTo>
                  <a:lnTo>
                    <a:pt x="252260" y="128612"/>
                  </a:lnTo>
                  <a:lnTo>
                    <a:pt x="251980" y="128143"/>
                  </a:lnTo>
                  <a:lnTo>
                    <a:pt x="250126" y="125222"/>
                  </a:lnTo>
                  <a:lnTo>
                    <a:pt x="246138" y="129184"/>
                  </a:lnTo>
                  <a:lnTo>
                    <a:pt x="249085" y="131038"/>
                  </a:lnTo>
                  <a:lnTo>
                    <a:pt x="249542" y="131330"/>
                  </a:lnTo>
                  <a:lnTo>
                    <a:pt x="249885" y="131483"/>
                  </a:lnTo>
                  <a:lnTo>
                    <a:pt x="251777" y="131762"/>
                  </a:lnTo>
                  <a:lnTo>
                    <a:pt x="252691" y="130848"/>
                  </a:lnTo>
                  <a:close/>
                </a:path>
                <a:path w="265430" h="392429">
                  <a:moveTo>
                    <a:pt x="255485" y="113855"/>
                  </a:moveTo>
                  <a:lnTo>
                    <a:pt x="254901" y="113855"/>
                  </a:lnTo>
                  <a:lnTo>
                    <a:pt x="254901" y="114300"/>
                  </a:lnTo>
                  <a:lnTo>
                    <a:pt x="255193" y="114300"/>
                  </a:lnTo>
                  <a:lnTo>
                    <a:pt x="255485" y="114300"/>
                  </a:lnTo>
                  <a:lnTo>
                    <a:pt x="255485" y="113855"/>
                  </a:lnTo>
                  <a:close/>
                </a:path>
                <a:path w="265430" h="392429">
                  <a:moveTo>
                    <a:pt x="255676" y="254965"/>
                  </a:moveTo>
                  <a:lnTo>
                    <a:pt x="254127" y="254076"/>
                  </a:lnTo>
                  <a:lnTo>
                    <a:pt x="252704" y="253238"/>
                  </a:lnTo>
                  <a:lnTo>
                    <a:pt x="250494" y="254279"/>
                  </a:lnTo>
                  <a:lnTo>
                    <a:pt x="250647" y="256070"/>
                  </a:lnTo>
                  <a:lnTo>
                    <a:pt x="250723" y="257035"/>
                  </a:lnTo>
                  <a:lnTo>
                    <a:pt x="250761" y="257517"/>
                  </a:lnTo>
                  <a:lnTo>
                    <a:pt x="250850" y="258572"/>
                  </a:lnTo>
                  <a:lnTo>
                    <a:pt x="251968" y="259422"/>
                  </a:lnTo>
                  <a:lnTo>
                    <a:pt x="255612" y="257162"/>
                  </a:lnTo>
                  <a:lnTo>
                    <a:pt x="255676" y="254965"/>
                  </a:lnTo>
                  <a:close/>
                </a:path>
                <a:path w="265430" h="392429">
                  <a:moveTo>
                    <a:pt x="256209" y="7137"/>
                  </a:moveTo>
                  <a:lnTo>
                    <a:pt x="255625" y="7137"/>
                  </a:lnTo>
                  <a:lnTo>
                    <a:pt x="255625" y="7594"/>
                  </a:lnTo>
                  <a:lnTo>
                    <a:pt x="255917" y="7594"/>
                  </a:lnTo>
                  <a:lnTo>
                    <a:pt x="256209" y="7594"/>
                  </a:lnTo>
                  <a:lnTo>
                    <a:pt x="256209" y="7137"/>
                  </a:lnTo>
                  <a:close/>
                </a:path>
                <a:path w="265430" h="392429">
                  <a:moveTo>
                    <a:pt x="258191" y="0"/>
                  </a:moveTo>
                  <a:lnTo>
                    <a:pt x="252209" y="0"/>
                  </a:lnTo>
                  <a:lnTo>
                    <a:pt x="252196" y="4635"/>
                  </a:lnTo>
                  <a:lnTo>
                    <a:pt x="255193" y="4635"/>
                  </a:lnTo>
                  <a:lnTo>
                    <a:pt x="258178" y="4635"/>
                  </a:lnTo>
                  <a:lnTo>
                    <a:pt x="258191" y="0"/>
                  </a:lnTo>
                  <a:close/>
                </a:path>
                <a:path w="265430" h="392429">
                  <a:moveTo>
                    <a:pt x="258445" y="99695"/>
                  </a:moveTo>
                  <a:lnTo>
                    <a:pt x="254825" y="99695"/>
                  </a:lnTo>
                  <a:lnTo>
                    <a:pt x="254825" y="102501"/>
                  </a:lnTo>
                  <a:lnTo>
                    <a:pt x="256641" y="102501"/>
                  </a:lnTo>
                  <a:lnTo>
                    <a:pt x="258445" y="102501"/>
                  </a:lnTo>
                  <a:lnTo>
                    <a:pt x="258445" y="99695"/>
                  </a:lnTo>
                  <a:close/>
                </a:path>
                <a:path w="265430" h="392429">
                  <a:moveTo>
                    <a:pt x="259219" y="59436"/>
                  </a:moveTo>
                  <a:lnTo>
                    <a:pt x="254063" y="59436"/>
                  </a:lnTo>
                  <a:lnTo>
                    <a:pt x="254050" y="63449"/>
                  </a:lnTo>
                  <a:lnTo>
                    <a:pt x="256641" y="63449"/>
                  </a:lnTo>
                  <a:lnTo>
                    <a:pt x="259207" y="63449"/>
                  </a:lnTo>
                  <a:lnTo>
                    <a:pt x="259219" y="59436"/>
                  </a:lnTo>
                  <a:close/>
                </a:path>
                <a:path w="265430" h="392429">
                  <a:moveTo>
                    <a:pt x="259626" y="76352"/>
                  </a:moveTo>
                  <a:lnTo>
                    <a:pt x="258203" y="75018"/>
                  </a:lnTo>
                  <a:lnTo>
                    <a:pt x="257149" y="74028"/>
                  </a:lnTo>
                  <a:lnTo>
                    <a:pt x="256133" y="74028"/>
                  </a:lnTo>
                  <a:lnTo>
                    <a:pt x="253644" y="76352"/>
                  </a:lnTo>
                  <a:lnTo>
                    <a:pt x="254762" y="78790"/>
                  </a:lnTo>
                  <a:lnTo>
                    <a:pt x="258508" y="78790"/>
                  </a:lnTo>
                  <a:lnTo>
                    <a:pt x="259626" y="76352"/>
                  </a:lnTo>
                  <a:close/>
                </a:path>
                <a:path w="265430" h="392429">
                  <a:moveTo>
                    <a:pt x="259816" y="125387"/>
                  </a:moveTo>
                  <a:lnTo>
                    <a:pt x="259232" y="125387"/>
                  </a:lnTo>
                  <a:lnTo>
                    <a:pt x="259232" y="125831"/>
                  </a:lnTo>
                  <a:lnTo>
                    <a:pt x="259524" y="125831"/>
                  </a:lnTo>
                  <a:lnTo>
                    <a:pt x="259816" y="125831"/>
                  </a:lnTo>
                  <a:lnTo>
                    <a:pt x="259816" y="125387"/>
                  </a:lnTo>
                  <a:close/>
                </a:path>
                <a:path w="265430" h="392429">
                  <a:moveTo>
                    <a:pt x="262801" y="215887"/>
                  </a:moveTo>
                  <a:lnTo>
                    <a:pt x="261200" y="214769"/>
                  </a:lnTo>
                  <a:lnTo>
                    <a:pt x="260045" y="215595"/>
                  </a:lnTo>
                  <a:lnTo>
                    <a:pt x="258635" y="216598"/>
                  </a:lnTo>
                  <a:lnTo>
                    <a:pt x="258635" y="217741"/>
                  </a:lnTo>
                  <a:lnTo>
                    <a:pt x="259524" y="218389"/>
                  </a:lnTo>
                  <a:lnTo>
                    <a:pt x="259702" y="218503"/>
                  </a:lnTo>
                  <a:lnTo>
                    <a:pt x="261200" y="219583"/>
                  </a:lnTo>
                  <a:lnTo>
                    <a:pt x="262801" y="218465"/>
                  </a:lnTo>
                  <a:lnTo>
                    <a:pt x="262801" y="215887"/>
                  </a:lnTo>
                  <a:close/>
                </a:path>
                <a:path w="265430" h="392429">
                  <a:moveTo>
                    <a:pt x="263690" y="92265"/>
                  </a:moveTo>
                  <a:lnTo>
                    <a:pt x="262293" y="91414"/>
                  </a:lnTo>
                  <a:lnTo>
                    <a:pt x="258495" y="89115"/>
                  </a:lnTo>
                  <a:lnTo>
                    <a:pt x="257632" y="90170"/>
                  </a:lnTo>
                  <a:lnTo>
                    <a:pt x="262140" y="94284"/>
                  </a:lnTo>
                  <a:lnTo>
                    <a:pt x="263690" y="92265"/>
                  </a:lnTo>
                  <a:close/>
                </a:path>
                <a:path w="265430" h="392429">
                  <a:moveTo>
                    <a:pt x="265303" y="378129"/>
                  </a:moveTo>
                  <a:lnTo>
                    <a:pt x="257200" y="378193"/>
                  </a:lnTo>
                  <a:lnTo>
                    <a:pt x="258699" y="382447"/>
                  </a:lnTo>
                  <a:lnTo>
                    <a:pt x="259029" y="383400"/>
                  </a:lnTo>
                  <a:lnTo>
                    <a:pt x="259384" y="384048"/>
                  </a:lnTo>
                  <a:lnTo>
                    <a:pt x="260845" y="384949"/>
                  </a:lnTo>
                  <a:lnTo>
                    <a:pt x="261708" y="384962"/>
                  </a:lnTo>
                  <a:lnTo>
                    <a:pt x="263194" y="384009"/>
                  </a:lnTo>
                  <a:lnTo>
                    <a:pt x="263525" y="383413"/>
                  </a:lnTo>
                  <a:lnTo>
                    <a:pt x="265303" y="37812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2789059" y="7575035"/>
              <a:ext cx="259079" cy="201930"/>
            </a:xfrm>
            <a:custGeom>
              <a:avLst/>
              <a:gdLst/>
              <a:ahLst/>
              <a:cxnLst/>
              <a:rect l="l" t="t" r="r" b="b"/>
              <a:pathLst>
                <a:path w="259080" h="201929">
                  <a:moveTo>
                    <a:pt x="6337" y="16433"/>
                  </a:moveTo>
                  <a:lnTo>
                    <a:pt x="5257" y="16433"/>
                  </a:lnTo>
                  <a:lnTo>
                    <a:pt x="5257" y="17272"/>
                  </a:lnTo>
                  <a:lnTo>
                    <a:pt x="5803" y="17272"/>
                  </a:lnTo>
                  <a:lnTo>
                    <a:pt x="6337" y="17272"/>
                  </a:lnTo>
                  <a:lnTo>
                    <a:pt x="6337" y="16433"/>
                  </a:lnTo>
                  <a:close/>
                </a:path>
                <a:path w="259080" h="201929">
                  <a:moveTo>
                    <a:pt x="9499" y="31178"/>
                  </a:moveTo>
                  <a:lnTo>
                    <a:pt x="6146" y="27571"/>
                  </a:lnTo>
                  <a:lnTo>
                    <a:pt x="2527" y="29235"/>
                  </a:lnTo>
                  <a:lnTo>
                    <a:pt x="2527" y="34759"/>
                  </a:lnTo>
                  <a:lnTo>
                    <a:pt x="6146" y="36410"/>
                  </a:lnTo>
                  <a:lnTo>
                    <a:pt x="8115" y="34302"/>
                  </a:lnTo>
                  <a:lnTo>
                    <a:pt x="9486" y="32816"/>
                  </a:lnTo>
                  <a:lnTo>
                    <a:pt x="9499" y="31178"/>
                  </a:lnTo>
                  <a:close/>
                </a:path>
                <a:path w="259080" h="201929">
                  <a:moveTo>
                    <a:pt x="12712" y="85915"/>
                  </a:moveTo>
                  <a:lnTo>
                    <a:pt x="12484" y="84378"/>
                  </a:lnTo>
                  <a:lnTo>
                    <a:pt x="12420" y="83921"/>
                  </a:lnTo>
                  <a:lnTo>
                    <a:pt x="12382" y="83680"/>
                  </a:lnTo>
                  <a:lnTo>
                    <a:pt x="12255" y="82880"/>
                  </a:lnTo>
                  <a:lnTo>
                    <a:pt x="10871" y="82880"/>
                  </a:lnTo>
                  <a:lnTo>
                    <a:pt x="10718" y="83921"/>
                  </a:lnTo>
                  <a:lnTo>
                    <a:pt x="10680" y="84150"/>
                  </a:lnTo>
                  <a:lnTo>
                    <a:pt x="10426" y="85902"/>
                  </a:lnTo>
                  <a:lnTo>
                    <a:pt x="12712" y="85915"/>
                  </a:lnTo>
                  <a:close/>
                </a:path>
                <a:path w="259080" h="201929">
                  <a:moveTo>
                    <a:pt x="13652" y="58635"/>
                  </a:moveTo>
                  <a:lnTo>
                    <a:pt x="12788" y="56692"/>
                  </a:lnTo>
                  <a:lnTo>
                    <a:pt x="11912" y="54711"/>
                  </a:lnTo>
                  <a:lnTo>
                    <a:pt x="7670" y="49885"/>
                  </a:lnTo>
                  <a:lnTo>
                    <a:pt x="4064" y="51193"/>
                  </a:lnTo>
                  <a:lnTo>
                    <a:pt x="4648" y="56184"/>
                  </a:lnTo>
                  <a:lnTo>
                    <a:pt x="5003" y="58293"/>
                  </a:lnTo>
                  <a:lnTo>
                    <a:pt x="6908" y="62560"/>
                  </a:lnTo>
                  <a:lnTo>
                    <a:pt x="9715" y="63017"/>
                  </a:lnTo>
                  <a:lnTo>
                    <a:pt x="13373" y="60871"/>
                  </a:lnTo>
                  <a:lnTo>
                    <a:pt x="13652" y="58635"/>
                  </a:lnTo>
                  <a:close/>
                </a:path>
                <a:path w="259080" h="201929">
                  <a:moveTo>
                    <a:pt x="13957" y="124714"/>
                  </a:moveTo>
                  <a:lnTo>
                    <a:pt x="13500" y="124714"/>
                  </a:lnTo>
                  <a:lnTo>
                    <a:pt x="13500" y="126022"/>
                  </a:lnTo>
                  <a:lnTo>
                    <a:pt x="13957" y="126022"/>
                  </a:lnTo>
                  <a:lnTo>
                    <a:pt x="13957" y="125730"/>
                  </a:lnTo>
                  <a:lnTo>
                    <a:pt x="13957" y="124714"/>
                  </a:lnTo>
                  <a:close/>
                </a:path>
                <a:path w="259080" h="201929">
                  <a:moveTo>
                    <a:pt x="14046" y="8229"/>
                  </a:moveTo>
                  <a:lnTo>
                    <a:pt x="11290" y="1701"/>
                  </a:lnTo>
                  <a:lnTo>
                    <a:pt x="7226" y="0"/>
                  </a:lnTo>
                  <a:lnTo>
                    <a:pt x="1155" y="3975"/>
                  </a:lnTo>
                  <a:lnTo>
                    <a:pt x="0" y="6934"/>
                  </a:lnTo>
                  <a:lnTo>
                    <a:pt x="2273" y="12103"/>
                  </a:lnTo>
                  <a:lnTo>
                    <a:pt x="5270" y="14008"/>
                  </a:lnTo>
                  <a:lnTo>
                    <a:pt x="8026" y="13004"/>
                  </a:lnTo>
                  <a:lnTo>
                    <a:pt x="12065" y="11531"/>
                  </a:lnTo>
                  <a:lnTo>
                    <a:pt x="14046" y="8229"/>
                  </a:lnTo>
                  <a:close/>
                </a:path>
                <a:path w="259080" h="201929">
                  <a:moveTo>
                    <a:pt x="21361" y="104267"/>
                  </a:moveTo>
                  <a:lnTo>
                    <a:pt x="19075" y="104254"/>
                  </a:lnTo>
                  <a:lnTo>
                    <a:pt x="19304" y="105791"/>
                  </a:lnTo>
                  <a:lnTo>
                    <a:pt x="19367" y="106248"/>
                  </a:lnTo>
                  <a:lnTo>
                    <a:pt x="19405" y="106476"/>
                  </a:lnTo>
                  <a:lnTo>
                    <a:pt x="19519" y="107289"/>
                  </a:lnTo>
                  <a:lnTo>
                    <a:pt x="20916" y="107289"/>
                  </a:lnTo>
                  <a:lnTo>
                    <a:pt x="21069" y="106248"/>
                  </a:lnTo>
                  <a:lnTo>
                    <a:pt x="21107" y="106019"/>
                  </a:lnTo>
                  <a:lnTo>
                    <a:pt x="21361" y="104267"/>
                  </a:lnTo>
                  <a:close/>
                </a:path>
                <a:path w="259080" h="201929">
                  <a:moveTo>
                    <a:pt x="21932" y="98971"/>
                  </a:moveTo>
                  <a:lnTo>
                    <a:pt x="19189" y="99364"/>
                  </a:lnTo>
                  <a:lnTo>
                    <a:pt x="18084" y="99529"/>
                  </a:lnTo>
                  <a:lnTo>
                    <a:pt x="18084" y="101447"/>
                  </a:lnTo>
                  <a:lnTo>
                    <a:pt x="19189" y="101612"/>
                  </a:lnTo>
                  <a:lnTo>
                    <a:pt x="19418" y="101638"/>
                  </a:lnTo>
                  <a:lnTo>
                    <a:pt x="19646" y="101676"/>
                  </a:lnTo>
                  <a:lnTo>
                    <a:pt x="21920" y="102006"/>
                  </a:lnTo>
                  <a:lnTo>
                    <a:pt x="21932" y="98971"/>
                  </a:lnTo>
                  <a:close/>
                </a:path>
                <a:path w="259080" h="201929">
                  <a:moveTo>
                    <a:pt x="23025" y="131241"/>
                  </a:moveTo>
                  <a:lnTo>
                    <a:pt x="20891" y="129413"/>
                  </a:lnTo>
                  <a:lnTo>
                    <a:pt x="19316" y="128092"/>
                  </a:lnTo>
                  <a:lnTo>
                    <a:pt x="16979" y="127673"/>
                  </a:lnTo>
                  <a:lnTo>
                    <a:pt x="15443" y="128016"/>
                  </a:lnTo>
                  <a:lnTo>
                    <a:pt x="14376" y="130251"/>
                  </a:lnTo>
                  <a:lnTo>
                    <a:pt x="14135" y="131051"/>
                  </a:lnTo>
                  <a:lnTo>
                    <a:pt x="14465" y="134886"/>
                  </a:lnTo>
                  <a:lnTo>
                    <a:pt x="16954" y="136867"/>
                  </a:lnTo>
                  <a:lnTo>
                    <a:pt x="21996" y="134747"/>
                  </a:lnTo>
                  <a:lnTo>
                    <a:pt x="23025" y="131241"/>
                  </a:lnTo>
                  <a:close/>
                </a:path>
                <a:path w="259080" h="201929">
                  <a:moveTo>
                    <a:pt x="23393" y="65659"/>
                  </a:moveTo>
                  <a:lnTo>
                    <a:pt x="22809" y="65659"/>
                  </a:lnTo>
                  <a:lnTo>
                    <a:pt x="22809" y="66103"/>
                  </a:lnTo>
                  <a:lnTo>
                    <a:pt x="23101" y="66103"/>
                  </a:lnTo>
                  <a:lnTo>
                    <a:pt x="23393" y="66103"/>
                  </a:lnTo>
                  <a:lnTo>
                    <a:pt x="23393" y="65659"/>
                  </a:lnTo>
                  <a:close/>
                </a:path>
                <a:path w="259080" h="201929">
                  <a:moveTo>
                    <a:pt x="23393" y="62052"/>
                  </a:moveTo>
                  <a:lnTo>
                    <a:pt x="22809" y="62052"/>
                  </a:lnTo>
                  <a:lnTo>
                    <a:pt x="22809" y="62509"/>
                  </a:lnTo>
                  <a:lnTo>
                    <a:pt x="23101" y="62509"/>
                  </a:lnTo>
                  <a:lnTo>
                    <a:pt x="23393" y="62509"/>
                  </a:lnTo>
                  <a:lnTo>
                    <a:pt x="23393" y="62052"/>
                  </a:lnTo>
                  <a:close/>
                </a:path>
                <a:path w="259080" h="201929">
                  <a:moveTo>
                    <a:pt x="26365" y="41592"/>
                  </a:moveTo>
                  <a:lnTo>
                    <a:pt x="26314" y="39916"/>
                  </a:lnTo>
                  <a:lnTo>
                    <a:pt x="26187" y="39408"/>
                  </a:lnTo>
                  <a:lnTo>
                    <a:pt x="23583" y="35953"/>
                  </a:lnTo>
                  <a:lnTo>
                    <a:pt x="19837" y="39674"/>
                  </a:lnTo>
                  <a:lnTo>
                    <a:pt x="22707" y="41833"/>
                  </a:lnTo>
                  <a:lnTo>
                    <a:pt x="23304" y="42291"/>
                  </a:lnTo>
                  <a:lnTo>
                    <a:pt x="23799" y="42430"/>
                  </a:lnTo>
                  <a:lnTo>
                    <a:pt x="24549" y="42430"/>
                  </a:lnTo>
                  <a:lnTo>
                    <a:pt x="25488" y="42468"/>
                  </a:lnTo>
                  <a:lnTo>
                    <a:pt x="26365" y="41592"/>
                  </a:lnTo>
                  <a:close/>
                </a:path>
                <a:path w="259080" h="201929">
                  <a:moveTo>
                    <a:pt x="27178" y="12458"/>
                  </a:moveTo>
                  <a:lnTo>
                    <a:pt x="24257" y="11137"/>
                  </a:lnTo>
                  <a:lnTo>
                    <a:pt x="22682" y="12827"/>
                  </a:lnTo>
                  <a:lnTo>
                    <a:pt x="21539" y="14058"/>
                  </a:lnTo>
                  <a:lnTo>
                    <a:pt x="21526" y="15328"/>
                  </a:lnTo>
                  <a:lnTo>
                    <a:pt x="24269" y="18249"/>
                  </a:lnTo>
                  <a:lnTo>
                    <a:pt x="27178" y="16929"/>
                  </a:lnTo>
                  <a:lnTo>
                    <a:pt x="27178" y="12458"/>
                  </a:lnTo>
                  <a:close/>
                </a:path>
                <a:path w="259080" h="201929">
                  <a:moveTo>
                    <a:pt x="27559" y="54965"/>
                  </a:moveTo>
                  <a:lnTo>
                    <a:pt x="27292" y="54965"/>
                  </a:lnTo>
                  <a:lnTo>
                    <a:pt x="27292" y="55168"/>
                  </a:lnTo>
                  <a:lnTo>
                    <a:pt x="27432" y="55168"/>
                  </a:lnTo>
                  <a:lnTo>
                    <a:pt x="27559" y="55168"/>
                  </a:lnTo>
                  <a:lnTo>
                    <a:pt x="27559" y="54965"/>
                  </a:lnTo>
                  <a:close/>
                </a:path>
                <a:path w="259080" h="201929">
                  <a:moveTo>
                    <a:pt x="38531" y="102425"/>
                  </a:moveTo>
                  <a:lnTo>
                    <a:pt x="37947" y="102425"/>
                  </a:lnTo>
                  <a:lnTo>
                    <a:pt x="37947" y="102882"/>
                  </a:lnTo>
                  <a:lnTo>
                    <a:pt x="38239" y="102882"/>
                  </a:lnTo>
                  <a:lnTo>
                    <a:pt x="38531" y="102882"/>
                  </a:lnTo>
                  <a:lnTo>
                    <a:pt x="38531" y="102425"/>
                  </a:lnTo>
                  <a:close/>
                </a:path>
                <a:path w="259080" h="201929">
                  <a:moveTo>
                    <a:pt x="39535" y="18592"/>
                  </a:moveTo>
                  <a:lnTo>
                    <a:pt x="37985" y="18821"/>
                  </a:lnTo>
                  <a:lnTo>
                    <a:pt x="37528" y="18884"/>
                  </a:lnTo>
                  <a:lnTo>
                    <a:pt x="37299" y="18935"/>
                  </a:lnTo>
                  <a:lnTo>
                    <a:pt x="36499" y="19050"/>
                  </a:lnTo>
                  <a:lnTo>
                    <a:pt x="36499" y="20434"/>
                  </a:lnTo>
                  <a:lnTo>
                    <a:pt x="37757" y="20612"/>
                  </a:lnTo>
                  <a:lnTo>
                    <a:pt x="37985" y="20662"/>
                  </a:lnTo>
                  <a:lnTo>
                    <a:pt x="39522" y="20878"/>
                  </a:lnTo>
                  <a:lnTo>
                    <a:pt x="39535" y="18592"/>
                  </a:lnTo>
                  <a:close/>
                </a:path>
                <a:path w="259080" h="201929">
                  <a:moveTo>
                    <a:pt x="40424" y="82918"/>
                  </a:moveTo>
                  <a:lnTo>
                    <a:pt x="39725" y="79108"/>
                  </a:lnTo>
                  <a:lnTo>
                    <a:pt x="37363" y="74803"/>
                  </a:lnTo>
                  <a:lnTo>
                    <a:pt x="34239" y="76009"/>
                  </a:lnTo>
                  <a:lnTo>
                    <a:pt x="35039" y="77914"/>
                  </a:lnTo>
                  <a:lnTo>
                    <a:pt x="35953" y="80098"/>
                  </a:lnTo>
                  <a:lnTo>
                    <a:pt x="35179" y="81749"/>
                  </a:lnTo>
                  <a:lnTo>
                    <a:pt x="35013" y="85521"/>
                  </a:lnTo>
                  <a:lnTo>
                    <a:pt x="37084" y="86283"/>
                  </a:lnTo>
                  <a:lnTo>
                    <a:pt x="40424" y="82918"/>
                  </a:lnTo>
                  <a:close/>
                </a:path>
                <a:path w="259080" h="201929">
                  <a:moveTo>
                    <a:pt x="43256" y="118503"/>
                  </a:moveTo>
                  <a:lnTo>
                    <a:pt x="42862" y="116789"/>
                  </a:lnTo>
                  <a:lnTo>
                    <a:pt x="42760" y="116344"/>
                  </a:lnTo>
                  <a:lnTo>
                    <a:pt x="42659" y="115887"/>
                  </a:lnTo>
                  <a:lnTo>
                    <a:pt x="42405" y="114731"/>
                  </a:lnTo>
                  <a:lnTo>
                    <a:pt x="41287" y="114731"/>
                  </a:lnTo>
                  <a:lnTo>
                    <a:pt x="41033" y="115887"/>
                  </a:lnTo>
                  <a:lnTo>
                    <a:pt x="40932" y="116344"/>
                  </a:lnTo>
                  <a:lnTo>
                    <a:pt x="40449" y="118491"/>
                  </a:lnTo>
                  <a:lnTo>
                    <a:pt x="43256" y="118503"/>
                  </a:lnTo>
                  <a:close/>
                </a:path>
                <a:path w="259080" h="201929">
                  <a:moveTo>
                    <a:pt x="50190" y="127571"/>
                  </a:moveTo>
                  <a:lnTo>
                    <a:pt x="49364" y="127571"/>
                  </a:lnTo>
                  <a:lnTo>
                    <a:pt x="49364" y="128206"/>
                  </a:lnTo>
                  <a:lnTo>
                    <a:pt x="49784" y="128206"/>
                  </a:lnTo>
                  <a:lnTo>
                    <a:pt x="50190" y="128206"/>
                  </a:lnTo>
                  <a:lnTo>
                    <a:pt x="50190" y="127571"/>
                  </a:lnTo>
                  <a:close/>
                </a:path>
                <a:path w="259080" h="201929">
                  <a:moveTo>
                    <a:pt x="52590" y="23482"/>
                  </a:moveTo>
                  <a:lnTo>
                    <a:pt x="45529" y="23482"/>
                  </a:lnTo>
                  <a:lnTo>
                    <a:pt x="45529" y="28968"/>
                  </a:lnTo>
                  <a:lnTo>
                    <a:pt x="49060" y="28968"/>
                  </a:lnTo>
                  <a:lnTo>
                    <a:pt x="52590" y="28968"/>
                  </a:lnTo>
                  <a:lnTo>
                    <a:pt x="52590" y="23482"/>
                  </a:lnTo>
                  <a:close/>
                </a:path>
                <a:path w="259080" h="201929">
                  <a:moveTo>
                    <a:pt x="53873" y="133858"/>
                  </a:moveTo>
                  <a:lnTo>
                    <a:pt x="41376" y="133858"/>
                  </a:lnTo>
                  <a:lnTo>
                    <a:pt x="41363" y="143548"/>
                  </a:lnTo>
                  <a:lnTo>
                    <a:pt x="47612" y="143548"/>
                  </a:lnTo>
                  <a:lnTo>
                    <a:pt x="53860" y="143548"/>
                  </a:lnTo>
                  <a:lnTo>
                    <a:pt x="53873" y="133858"/>
                  </a:lnTo>
                  <a:close/>
                </a:path>
                <a:path w="259080" h="201929">
                  <a:moveTo>
                    <a:pt x="59778" y="45415"/>
                  </a:moveTo>
                  <a:lnTo>
                    <a:pt x="59410" y="43700"/>
                  </a:lnTo>
                  <a:lnTo>
                    <a:pt x="59220" y="42786"/>
                  </a:lnTo>
                  <a:lnTo>
                    <a:pt x="58775" y="40601"/>
                  </a:lnTo>
                  <a:lnTo>
                    <a:pt x="52425" y="35902"/>
                  </a:lnTo>
                  <a:lnTo>
                    <a:pt x="51193" y="36004"/>
                  </a:lnTo>
                  <a:lnTo>
                    <a:pt x="51193" y="43992"/>
                  </a:lnTo>
                  <a:lnTo>
                    <a:pt x="51092" y="44475"/>
                  </a:lnTo>
                  <a:lnTo>
                    <a:pt x="50952" y="44488"/>
                  </a:lnTo>
                  <a:lnTo>
                    <a:pt x="50952" y="44348"/>
                  </a:lnTo>
                  <a:lnTo>
                    <a:pt x="50888" y="44196"/>
                  </a:lnTo>
                  <a:lnTo>
                    <a:pt x="50952" y="43992"/>
                  </a:lnTo>
                  <a:lnTo>
                    <a:pt x="50952" y="43738"/>
                  </a:lnTo>
                  <a:lnTo>
                    <a:pt x="51003" y="44094"/>
                  </a:lnTo>
                  <a:lnTo>
                    <a:pt x="51142" y="43916"/>
                  </a:lnTo>
                  <a:lnTo>
                    <a:pt x="51054" y="44284"/>
                  </a:lnTo>
                  <a:lnTo>
                    <a:pt x="51193" y="43992"/>
                  </a:lnTo>
                  <a:lnTo>
                    <a:pt x="51193" y="36004"/>
                  </a:lnTo>
                  <a:lnTo>
                    <a:pt x="48133" y="36245"/>
                  </a:lnTo>
                  <a:lnTo>
                    <a:pt x="43434" y="42240"/>
                  </a:lnTo>
                  <a:lnTo>
                    <a:pt x="43726" y="45974"/>
                  </a:lnTo>
                  <a:lnTo>
                    <a:pt x="44424" y="46863"/>
                  </a:lnTo>
                  <a:lnTo>
                    <a:pt x="44030" y="47498"/>
                  </a:lnTo>
                  <a:lnTo>
                    <a:pt x="45910" y="48755"/>
                  </a:lnTo>
                  <a:lnTo>
                    <a:pt x="48310" y="51777"/>
                  </a:lnTo>
                  <a:lnTo>
                    <a:pt x="49314" y="51003"/>
                  </a:lnTo>
                  <a:lnTo>
                    <a:pt x="50419" y="51739"/>
                  </a:lnTo>
                  <a:lnTo>
                    <a:pt x="54495" y="51054"/>
                  </a:lnTo>
                  <a:lnTo>
                    <a:pt x="59778" y="45415"/>
                  </a:lnTo>
                  <a:close/>
                </a:path>
                <a:path w="259080" h="201929">
                  <a:moveTo>
                    <a:pt x="59969" y="156819"/>
                  </a:moveTo>
                  <a:lnTo>
                    <a:pt x="58331" y="156819"/>
                  </a:lnTo>
                  <a:lnTo>
                    <a:pt x="58331" y="158076"/>
                  </a:lnTo>
                  <a:lnTo>
                    <a:pt x="59156" y="158076"/>
                  </a:lnTo>
                  <a:lnTo>
                    <a:pt x="59969" y="158076"/>
                  </a:lnTo>
                  <a:lnTo>
                    <a:pt x="59969" y="156819"/>
                  </a:lnTo>
                  <a:close/>
                </a:path>
                <a:path w="259080" h="201929">
                  <a:moveTo>
                    <a:pt x="60223" y="56032"/>
                  </a:moveTo>
                  <a:lnTo>
                    <a:pt x="58381" y="52781"/>
                  </a:lnTo>
                  <a:lnTo>
                    <a:pt x="55511" y="52793"/>
                  </a:lnTo>
                  <a:lnTo>
                    <a:pt x="51930" y="52806"/>
                  </a:lnTo>
                  <a:lnTo>
                    <a:pt x="50025" y="55460"/>
                  </a:lnTo>
                  <a:lnTo>
                    <a:pt x="53848" y="60756"/>
                  </a:lnTo>
                  <a:lnTo>
                    <a:pt x="57238" y="61150"/>
                  </a:lnTo>
                  <a:lnTo>
                    <a:pt x="60223" y="56032"/>
                  </a:lnTo>
                  <a:close/>
                </a:path>
                <a:path w="259080" h="201929">
                  <a:moveTo>
                    <a:pt x="60883" y="73583"/>
                  </a:moveTo>
                  <a:lnTo>
                    <a:pt x="60299" y="73583"/>
                  </a:lnTo>
                  <a:lnTo>
                    <a:pt x="60299" y="74041"/>
                  </a:lnTo>
                  <a:lnTo>
                    <a:pt x="60591" y="74041"/>
                  </a:lnTo>
                  <a:lnTo>
                    <a:pt x="60883" y="74041"/>
                  </a:lnTo>
                  <a:lnTo>
                    <a:pt x="60883" y="73583"/>
                  </a:lnTo>
                  <a:close/>
                </a:path>
                <a:path w="259080" h="201929">
                  <a:moveTo>
                    <a:pt x="70078" y="92163"/>
                  </a:moveTo>
                  <a:lnTo>
                    <a:pt x="59766" y="92163"/>
                  </a:lnTo>
                  <a:lnTo>
                    <a:pt x="59753" y="100177"/>
                  </a:lnTo>
                  <a:lnTo>
                    <a:pt x="64922" y="100177"/>
                  </a:lnTo>
                  <a:lnTo>
                    <a:pt x="70065" y="100177"/>
                  </a:lnTo>
                  <a:lnTo>
                    <a:pt x="70078" y="92163"/>
                  </a:lnTo>
                  <a:close/>
                </a:path>
                <a:path w="259080" h="201929">
                  <a:moveTo>
                    <a:pt x="71056" y="124574"/>
                  </a:moveTo>
                  <a:lnTo>
                    <a:pt x="67691" y="122732"/>
                  </a:lnTo>
                  <a:lnTo>
                    <a:pt x="65125" y="121323"/>
                  </a:lnTo>
                  <a:lnTo>
                    <a:pt x="62280" y="124701"/>
                  </a:lnTo>
                  <a:lnTo>
                    <a:pt x="67271" y="129578"/>
                  </a:lnTo>
                  <a:lnTo>
                    <a:pt x="71056" y="124574"/>
                  </a:lnTo>
                  <a:close/>
                </a:path>
                <a:path w="259080" h="201929">
                  <a:moveTo>
                    <a:pt x="79260" y="128816"/>
                  </a:moveTo>
                  <a:lnTo>
                    <a:pt x="72390" y="129298"/>
                  </a:lnTo>
                  <a:lnTo>
                    <a:pt x="73355" y="131432"/>
                  </a:lnTo>
                  <a:lnTo>
                    <a:pt x="72631" y="132130"/>
                  </a:lnTo>
                  <a:lnTo>
                    <a:pt x="75145" y="136613"/>
                  </a:lnTo>
                  <a:lnTo>
                    <a:pt x="78486" y="134848"/>
                  </a:lnTo>
                  <a:lnTo>
                    <a:pt x="79260" y="128816"/>
                  </a:lnTo>
                  <a:close/>
                </a:path>
                <a:path w="259080" h="201929">
                  <a:moveTo>
                    <a:pt x="82092" y="31000"/>
                  </a:moveTo>
                  <a:lnTo>
                    <a:pt x="81076" y="28562"/>
                  </a:lnTo>
                  <a:lnTo>
                    <a:pt x="76060" y="25615"/>
                  </a:lnTo>
                  <a:lnTo>
                    <a:pt x="72428" y="25628"/>
                  </a:lnTo>
                  <a:lnTo>
                    <a:pt x="67538" y="32042"/>
                  </a:lnTo>
                  <a:lnTo>
                    <a:pt x="73012" y="37439"/>
                  </a:lnTo>
                  <a:lnTo>
                    <a:pt x="79006" y="37325"/>
                  </a:lnTo>
                  <a:lnTo>
                    <a:pt x="81343" y="35953"/>
                  </a:lnTo>
                  <a:lnTo>
                    <a:pt x="81648" y="33947"/>
                  </a:lnTo>
                  <a:lnTo>
                    <a:pt x="82092" y="31000"/>
                  </a:lnTo>
                  <a:close/>
                </a:path>
                <a:path w="259080" h="201929">
                  <a:moveTo>
                    <a:pt x="84785" y="75603"/>
                  </a:moveTo>
                  <a:lnTo>
                    <a:pt x="82219" y="73507"/>
                  </a:lnTo>
                  <a:lnTo>
                    <a:pt x="79717" y="74282"/>
                  </a:lnTo>
                  <a:lnTo>
                    <a:pt x="75450" y="75590"/>
                  </a:lnTo>
                  <a:lnTo>
                    <a:pt x="75450" y="80695"/>
                  </a:lnTo>
                  <a:lnTo>
                    <a:pt x="82219" y="82765"/>
                  </a:lnTo>
                  <a:lnTo>
                    <a:pt x="84785" y="80683"/>
                  </a:lnTo>
                  <a:lnTo>
                    <a:pt x="84785" y="75603"/>
                  </a:lnTo>
                  <a:close/>
                </a:path>
                <a:path w="259080" h="201929">
                  <a:moveTo>
                    <a:pt x="86842" y="49072"/>
                  </a:moveTo>
                  <a:lnTo>
                    <a:pt x="86258" y="49072"/>
                  </a:lnTo>
                  <a:lnTo>
                    <a:pt x="86258" y="49530"/>
                  </a:lnTo>
                  <a:lnTo>
                    <a:pt x="86550" y="49530"/>
                  </a:lnTo>
                  <a:lnTo>
                    <a:pt x="86842" y="49530"/>
                  </a:lnTo>
                  <a:lnTo>
                    <a:pt x="86842" y="49072"/>
                  </a:lnTo>
                  <a:close/>
                </a:path>
                <a:path w="259080" h="201929">
                  <a:moveTo>
                    <a:pt x="87693" y="116992"/>
                  </a:moveTo>
                  <a:lnTo>
                    <a:pt x="78193" y="116992"/>
                  </a:lnTo>
                  <a:lnTo>
                    <a:pt x="78193" y="124371"/>
                  </a:lnTo>
                  <a:lnTo>
                    <a:pt x="82943" y="124371"/>
                  </a:lnTo>
                  <a:lnTo>
                    <a:pt x="87693" y="124371"/>
                  </a:lnTo>
                  <a:lnTo>
                    <a:pt x="87693" y="116992"/>
                  </a:lnTo>
                  <a:close/>
                </a:path>
                <a:path w="259080" h="201929">
                  <a:moveTo>
                    <a:pt x="90436" y="106070"/>
                  </a:moveTo>
                  <a:lnTo>
                    <a:pt x="90322" y="104038"/>
                  </a:lnTo>
                  <a:lnTo>
                    <a:pt x="89077" y="103695"/>
                  </a:lnTo>
                  <a:lnTo>
                    <a:pt x="87553" y="103289"/>
                  </a:lnTo>
                  <a:lnTo>
                    <a:pt x="85775" y="102895"/>
                  </a:lnTo>
                  <a:lnTo>
                    <a:pt x="83070" y="101434"/>
                  </a:lnTo>
                  <a:lnTo>
                    <a:pt x="81534" y="103212"/>
                  </a:lnTo>
                  <a:lnTo>
                    <a:pt x="84683" y="106057"/>
                  </a:lnTo>
                  <a:lnTo>
                    <a:pt x="86474" y="106845"/>
                  </a:lnTo>
                  <a:lnTo>
                    <a:pt x="90436" y="106070"/>
                  </a:lnTo>
                  <a:close/>
                </a:path>
                <a:path w="259080" h="201929">
                  <a:moveTo>
                    <a:pt x="91808" y="170738"/>
                  </a:moveTo>
                  <a:lnTo>
                    <a:pt x="90004" y="169875"/>
                  </a:lnTo>
                  <a:lnTo>
                    <a:pt x="89789" y="169329"/>
                  </a:lnTo>
                  <a:lnTo>
                    <a:pt x="89700" y="169075"/>
                  </a:lnTo>
                  <a:lnTo>
                    <a:pt x="87045" y="167627"/>
                  </a:lnTo>
                  <a:lnTo>
                    <a:pt x="82296" y="170408"/>
                  </a:lnTo>
                  <a:lnTo>
                    <a:pt x="81953" y="173609"/>
                  </a:lnTo>
                  <a:lnTo>
                    <a:pt x="85204" y="177012"/>
                  </a:lnTo>
                  <a:lnTo>
                    <a:pt x="87325" y="177215"/>
                  </a:lnTo>
                  <a:lnTo>
                    <a:pt x="91503" y="174840"/>
                  </a:lnTo>
                  <a:lnTo>
                    <a:pt x="91732" y="171754"/>
                  </a:lnTo>
                  <a:lnTo>
                    <a:pt x="91808" y="170738"/>
                  </a:lnTo>
                  <a:close/>
                </a:path>
                <a:path w="259080" h="201929">
                  <a:moveTo>
                    <a:pt x="93332" y="181013"/>
                  </a:moveTo>
                  <a:lnTo>
                    <a:pt x="92748" y="181013"/>
                  </a:lnTo>
                  <a:lnTo>
                    <a:pt x="92748" y="181470"/>
                  </a:lnTo>
                  <a:lnTo>
                    <a:pt x="93040" y="181470"/>
                  </a:lnTo>
                  <a:lnTo>
                    <a:pt x="93332" y="181470"/>
                  </a:lnTo>
                  <a:lnTo>
                    <a:pt x="93332" y="181013"/>
                  </a:lnTo>
                  <a:close/>
                </a:path>
                <a:path w="259080" h="201929">
                  <a:moveTo>
                    <a:pt x="100545" y="152171"/>
                  </a:moveTo>
                  <a:lnTo>
                    <a:pt x="99961" y="152171"/>
                  </a:lnTo>
                  <a:lnTo>
                    <a:pt x="99961" y="152628"/>
                  </a:lnTo>
                  <a:lnTo>
                    <a:pt x="100253" y="152628"/>
                  </a:lnTo>
                  <a:lnTo>
                    <a:pt x="100545" y="152628"/>
                  </a:lnTo>
                  <a:lnTo>
                    <a:pt x="100545" y="152171"/>
                  </a:lnTo>
                  <a:close/>
                </a:path>
                <a:path w="259080" h="201929">
                  <a:moveTo>
                    <a:pt x="103365" y="49555"/>
                  </a:moveTo>
                  <a:lnTo>
                    <a:pt x="100672" y="47434"/>
                  </a:lnTo>
                  <a:lnTo>
                    <a:pt x="99707" y="46672"/>
                  </a:lnTo>
                  <a:lnTo>
                    <a:pt x="98767" y="45948"/>
                  </a:lnTo>
                  <a:lnTo>
                    <a:pt x="95910" y="44234"/>
                  </a:lnTo>
                  <a:lnTo>
                    <a:pt x="93738" y="46405"/>
                  </a:lnTo>
                  <a:lnTo>
                    <a:pt x="95453" y="49263"/>
                  </a:lnTo>
                  <a:lnTo>
                    <a:pt x="99047" y="53860"/>
                  </a:lnTo>
                  <a:lnTo>
                    <a:pt x="103365" y="49555"/>
                  </a:lnTo>
                  <a:close/>
                </a:path>
                <a:path w="259080" h="201929">
                  <a:moveTo>
                    <a:pt x="108064" y="171005"/>
                  </a:moveTo>
                  <a:lnTo>
                    <a:pt x="103987" y="171005"/>
                  </a:lnTo>
                  <a:lnTo>
                    <a:pt x="103974" y="174167"/>
                  </a:lnTo>
                  <a:lnTo>
                    <a:pt x="106019" y="174167"/>
                  </a:lnTo>
                  <a:lnTo>
                    <a:pt x="108051" y="174167"/>
                  </a:lnTo>
                  <a:lnTo>
                    <a:pt x="108064" y="171005"/>
                  </a:lnTo>
                  <a:close/>
                </a:path>
                <a:path w="259080" h="201929">
                  <a:moveTo>
                    <a:pt x="108978" y="69088"/>
                  </a:moveTo>
                  <a:lnTo>
                    <a:pt x="103581" y="63830"/>
                  </a:lnTo>
                  <a:lnTo>
                    <a:pt x="99517" y="69240"/>
                  </a:lnTo>
                  <a:lnTo>
                    <a:pt x="103136" y="71221"/>
                  </a:lnTo>
                  <a:lnTo>
                    <a:pt x="105918" y="72745"/>
                  </a:lnTo>
                  <a:lnTo>
                    <a:pt x="108978" y="69088"/>
                  </a:lnTo>
                  <a:close/>
                </a:path>
                <a:path w="259080" h="201929">
                  <a:moveTo>
                    <a:pt x="110705" y="51346"/>
                  </a:moveTo>
                  <a:lnTo>
                    <a:pt x="108534" y="51346"/>
                  </a:lnTo>
                  <a:lnTo>
                    <a:pt x="108534" y="53022"/>
                  </a:lnTo>
                  <a:lnTo>
                    <a:pt x="109626" y="53022"/>
                  </a:lnTo>
                  <a:lnTo>
                    <a:pt x="110705" y="53022"/>
                  </a:lnTo>
                  <a:lnTo>
                    <a:pt x="110705" y="51346"/>
                  </a:lnTo>
                  <a:close/>
                </a:path>
                <a:path w="259080" h="201929">
                  <a:moveTo>
                    <a:pt x="118224" y="83464"/>
                  </a:moveTo>
                  <a:lnTo>
                    <a:pt x="116903" y="80543"/>
                  </a:lnTo>
                  <a:lnTo>
                    <a:pt x="112433" y="80543"/>
                  </a:lnTo>
                  <a:lnTo>
                    <a:pt x="111112" y="83464"/>
                  </a:lnTo>
                  <a:lnTo>
                    <a:pt x="112801" y="85051"/>
                  </a:lnTo>
                  <a:lnTo>
                    <a:pt x="114033" y="86194"/>
                  </a:lnTo>
                  <a:lnTo>
                    <a:pt x="115303" y="86207"/>
                  </a:lnTo>
                  <a:lnTo>
                    <a:pt x="118224" y="83464"/>
                  </a:lnTo>
                  <a:close/>
                </a:path>
                <a:path w="259080" h="201929">
                  <a:moveTo>
                    <a:pt x="121653" y="126720"/>
                  </a:moveTo>
                  <a:lnTo>
                    <a:pt x="121589" y="123723"/>
                  </a:lnTo>
                  <a:lnTo>
                    <a:pt x="120370" y="122085"/>
                  </a:lnTo>
                  <a:lnTo>
                    <a:pt x="115087" y="120599"/>
                  </a:lnTo>
                  <a:lnTo>
                    <a:pt x="112801" y="121907"/>
                  </a:lnTo>
                  <a:lnTo>
                    <a:pt x="111607" y="126276"/>
                  </a:lnTo>
                  <a:lnTo>
                    <a:pt x="113004" y="128104"/>
                  </a:lnTo>
                  <a:lnTo>
                    <a:pt x="115036" y="128905"/>
                  </a:lnTo>
                  <a:lnTo>
                    <a:pt x="117652" y="129971"/>
                  </a:lnTo>
                  <a:lnTo>
                    <a:pt x="119608" y="129438"/>
                  </a:lnTo>
                  <a:lnTo>
                    <a:pt x="121170" y="127520"/>
                  </a:lnTo>
                  <a:lnTo>
                    <a:pt x="121653" y="126720"/>
                  </a:lnTo>
                  <a:close/>
                </a:path>
                <a:path w="259080" h="201929">
                  <a:moveTo>
                    <a:pt x="124053" y="176834"/>
                  </a:moveTo>
                  <a:lnTo>
                    <a:pt x="121246" y="174028"/>
                  </a:lnTo>
                  <a:lnTo>
                    <a:pt x="119253" y="175183"/>
                  </a:lnTo>
                  <a:lnTo>
                    <a:pt x="119049" y="176911"/>
                  </a:lnTo>
                  <a:lnTo>
                    <a:pt x="118986" y="177393"/>
                  </a:lnTo>
                  <a:lnTo>
                    <a:pt x="118960" y="177634"/>
                  </a:lnTo>
                  <a:lnTo>
                    <a:pt x="118872" y="178358"/>
                  </a:lnTo>
                  <a:lnTo>
                    <a:pt x="119710" y="179197"/>
                  </a:lnTo>
                  <a:lnTo>
                    <a:pt x="122885" y="178816"/>
                  </a:lnTo>
                  <a:lnTo>
                    <a:pt x="124053" y="176834"/>
                  </a:lnTo>
                  <a:close/>
                </a:path>
                <a:path w="259080" h="201929">
                  <a:moveTo>
                    <a:pt x="127215" y="113245"/>
                  </a:moveTo>
                  <a:lnTo>
                    <a:pt x="126631" y="113245"/>
                  </a:lnTo>
                  <a:lnTo>
                    <a:pt x="126631" y="113690"/>
                  </a:lnTo>
                  <a:lnTo>
                    <a:pt x="126923" y="113690"/>
                  </a:lnTo>
                  <a:lnTo>
                    <a:pt x="127215" y="113690"/>
                  </a:lnTo>
                  <a:lnTo>
                    <a:pt x="127215" y="113245"/>
                  </a:lnTo>
                  <a:close/>
                </a:path>
                <a:path w="259080" h="201929">
                  <a:moveTo>
                    <a:pt x="129032" y="103936"/>
                  </a:moveTo>
                  <a:lnTo>
                    <a:pt x="126822" y="101307"/>
                  </a:lnTo>
                  <a:lnTo>
                    <a:pt x="123050" y="96824"/>
                  </a:lnTo>
                  <a:lnTo>
                    <a:pt x="118668" y="99402"/>
                  </a:lnTo>
                  <a:lnTo>
                    <a:pt x="118160" y="108394"/>
                  </a:lnTo>
                  <a:lnTo>
                    <a:pt x="122161" y="110629"/>
                  </a:lnTo>
                  <a:lnTo>
                    <a:pt x="128612" y="107924"/>
                  </a:lnTo>
                  <a:lnTo>
                    <a:pt x="129032" y="103936"/>
                  </a:lnTo>
                  <a:close/>
                </a:path>
                <a:path w="259080" h="201929">
                  <a:moveTo>
                    <a:pt x="136182" y="198234"/>
                  </a:moveTo>
                  <a:lnTo>
                    <a:pt x="135166" y="197218"/>
                  </a:lnTo>
                  <a:lnTo>
                    <a:pt x="133540" y="198259"/>
                  </a:lnTo>
                  <a:lnTo>
                    <a:pt x="131965" y="199301"/>
                  </a:lnTo>
                  <a:lnTo>
                    <a:pt x="134099" y="201447"/>
                  </a:lnTo>
                  <a:lnTo>
                    <a:pt x="135140" y="199847"/>
                  </a:lnTo>
                  <a:lnTo>
                    <a:pt x="136182" y="198234"/>
                  </a:lnTo>
                  <a:close/>
                </a:path>
                <a:path w="259080" h="201929">
                  <a:moveTo>
                    <a:pt x="136448" y="128587"/>
                  </a:moveTo>
                  <a:lnTo>
                    <a:pt x="135661" y="126022"/>
                  </a:lnTo>
                  <a:lnTo>
                    <a:pt x="135585" y="125806"/>
                  </a:lnTo>
                  <a:lnTo>
                    <a:pt x="135458" y="125361"/>
                  </a:lnTo>
                  <a:lnTo>
                    <a:pt x="135064" y="124053"/>
                  </a:lnTo>
                  <a:lnTo>
                    <a:pt x="133210" y="124053"/>
                  </a:lnTo>
                  <a:lnTo>
                    <a:pt x="132753" y="125590"/>
                  </a:lnTo>
                  <a:lnTo>
                    <a:pt x="132676" y="125806"/>
                  </a:lnTo>
                  <a:lnTo>
                    <a:pt x="131838" y="128574"/>
                  </a:lnTo>
                  <a:lnTo>
                    <a:pt x="136448" y="128587"/>
                  </a:lnTo>
                  <a:close/>
                </a:path>
                <a:path w="259080" h="201929">
                  <a:moveTo>
                    <a:pt x="136766" y="76631"/>
                  </a:moveTo>
                  <a:lnTo>
                    <a:pt x="135534" y="73025"/>
                  </a:lnTo>
                  <a:lnTo>
                    <a:pt x="135077" y="71666"/>
                  </a:lnTo>
                  <a:lnTo>
                    <a:pt x="134569" y="71031"/>
                  </a:lnTo>
                  <a:lnTo>
                    <a:pt x="132257" y="69215"/>
                  </a:lnTo>
                  <a:lnTo>
                    <a:pt x="130390" y="69418"/>
                  </a:lnTo>
                  <a:lnTo>
                    <a:pt x="129578" y="72402"/>
                  </a:lnTo>
                  <a:lnTo>
                    <a:pt x="129413" y="73291"/>
                  </a:lnTo>
                  <a:lnTo>
                    <a:pt x="131025" y="78206"/>
                  </a:lnTo>
                  <a:lnTo>
                    <a:pt x="136766" y="76631"/>
                  </a:lnTo>
                  <a:close/>
                </a:path>
                <a:path w="259080" h="201929">
                  <a:moveTo>
                    <a:pt x="144068" y="96697"/>
                  </a:moveTo>
                  <a:lnTo>
                    <a:pt x="134302" y="96697"/>
                  </a:lnTo>
                  <a:lnTo>
                    <a:pt x="134289" y="104292"/>
                  </a:lnTo>
                  <a:lnTo>
                    <a:pt x="139179" y="104292"/>
                  </a:lnTo>
                  <a:lnTo>
                    <a:pt x="144056" y="104292"/>
                  </a:lnTo>
                  <a:lnTo>
                    <a:pt x="144068" y="96697"/>
                  </a:lnTo>
                  <a:close/>
                </a:path>
                <a:path w="259080" h="201929">
                  <a:moveTo>
                    <a:pt x="149377" y="192684"/>
                  </a:moveTo>
                  <a:lnTo>
                    <a:pt x="146011" y="189077"/>
                  </a:lnTo>
                  <a:lnTo>
                    <a:pt x="142405" y="190741"/>
                  </a:lnTo>
                  <a:lnTo>
                    <a:pt x="142405" y="196265"/>
                  </a:lnTo>
                  <a:lnTo>
                    <a:pt x="146024" y="197916"/>
                  </a:lnTo>
                  <a:lnTo>
                    <a:pt x="147980" y="195808"/>
                  </a:lnTo>
                  <a:lnTo>
                    <a:pt x="149364" y="194322"/>
                  </a:lnTo>
                  <a:lnTo>
                    <a:pt x="149377" y="192684"/>
                  </a:lnTo>
                  <a:close/>
                </a:path>
                <a:path w="259080" h="201929">
                  <a:moveTo>
                    <a:pt x="158546" y="87363"/>
                  </a:moveTo>
                  <a:lnTo>
                    <a:pt x="154432" y="87363"/>
                  </a:lnTo>
                  <a:lnTo>
                    <a:pt x="155486" y="89535"/>
                  </a:lnTo>
                  <a:lnTo>
                    <a:pt x="155575" y="89725"/>
                  </a:lnTo>
                  <a:lnTo>
                    <a:pt x="155663" y="89916"/>
                  </a:lnTo>
                  <a:lnTo>
                    <a:pt x="156032" y="90652"/>
                  </a:lnTo>
                  <a:lnTo>
                    <a:pt x="156946" y="90652"/>
                  </a:lnTo>
                  <a:lnTo>
                    <a:pt x="157403" y="89725"/>
                  </a:lnTo>
                  <a:lnTo>
                    <a:pt x="157480" y="89535"/>
                  </a:lnTo>
                  <a:lnTo>
                    <a:pt x="158546" y="87363"/>
                  </a:lnTo>
                  <a:close/>
                </a:path>
                <a:path w="259080" h="201929">
                  <a:moveTo>
                    <a:pt x="158851" y="100418"/>
                  </a:moveTo>
                  <a:lnTo>
                    <a:pt x="151244" y="100418"/>
                  </a:lnTo>
                  <a:lnTo>
                    <a:pt x="151244" y="106324"/>
                  </a:lnTo>
                  <a:lnTo>
                    <a:pt x="155041" y="106324"/>
                  </a:lnTo>
                  <a:lnTo>
                    <a:pt x="158851" y="106324"/>
                  </a:lnTo>
                  <a:lnTo>
                    <a:pt x="158851" y="100418"/>
                  </a:lnTo>
                  <a:close/>
                </a:path>
                <a:path w="259080" h="201929">
                  <a:moveTo>
                    <a:pt x="167093" y="128143"/>
                  </a:moveTo>
                  <a:lnTo>
                    <a:pt x="165925" y="124383"/>
                  </a:lnTo>
                  <a:lnTo>
                    <a:pt x="165722" y="123710"/>
                  </a:lnTo>
                  <a:lnTo>
                    <a:pt x="165557" y="123291"/>
                  </a:lnTo>
                  <a:lnTo>
                    <a:pt x="164388" y="121640"/>
                  </a:lnTo>
                  <a:lnTo>
                    <a:pt x="162991" y="121640"/>
                  </a:lnTo>
                  <a:lnTo>
                    <a:pt x="162242" y="122707"/>
                  </a:lnTo>
                  <a:lnTo>
                    <a:pt x="161823" y="123291"/>
                  </a:lnTo>
                  <a:lnTo>
                    <a:pt x="161671" y="123710"/>
                  </a:lnTo>
                  <a:lnTo>
                    <a:pt x="160312" y="128117"/>
                  </a:lnTo>
                  <a:lnTo>
                    <a:pt x="167093" y="128143"/>
                  </a:lnTo>
                  <a:close/>
                </a:path>
                <a:path w="259080" h="201929">
                  <a:moveTo>
                    <a:pt x="171919" y="79362"/>
                  </a:moveTo>
                  <a:lnTo>
                    <a:pt x="171335" y="79362"/>
                  </a:lnTo>
                  <a:lnTo>
                    <a:pt x="171335" y="79806"/>
                  </a:lnTo>
                  <a:lnTo>
                    <a:pt x="171627" y="79806"/>
                  </a:lnTo>
                  <a:lnTo>
                    <a:pt x="171919" y="79806"/>
                  </a:lnTo>
                  <a:lnTo>
                    <a:pt x="171919" y="79362"/>
                  </a:lnTo>
                  <a:close/>
                </a:path>
                <a:path w="259080" h="201929">
                  <a:moveTo>
                    <a:pt x="179666" y="88074"/>
                  </a:moveTo>
                  <a:lnTo>
                    <a:pt x="179222" y="88074"/>
                  </a:lnTo>
                  <a:lnTo>
                    <a:pt x="179476" y="87198"/>
                  </a:lnTo>
                  <a:lnTo>
                    <a:pt x="176771" y="83146"/>
                  </a:lnTo>
                  <a:lnTo>
                    <a:pt x="163804" y="89090"/>
                  </a:lnTo>
                  <a:lnTo>
                    <a:pt x="167563" y="92468"/>
                  </a:lnTo>
                  <a:lnTo>
                    <a:pt x="168757" y="93281"/>
                  </a:lnTo>
                  <a:lnTo>
                    <a:pt x="173431" y="95605"/>
                  </a:lnTo>
                  <a:lnTo>
                    <a:pt x="177520" y="94284"/>
                  </a:lnTo>
                  <a:lnTo>
                    <a:pt x="177952" y="92710"/>
                  </a:lnTo>
                  <a:lnTo>
                    <a:pt x="179654" y="92710"/>
                  </a:lnTo>
                  <a:lnTo>
                    <a:pt x="179666" y="88074"/>
                  </a:lnTo>
                  <a:close/>
                </a:path>
                <a:path w="259080" h="201929">
                  <a:moveTo>
                    <a:pt x="188493" y="107911"/>
                  </a:moveTo>
                  <a:lnTo>
                    <a:pt x="184442" y="106387"/>
                  </a:lnTo>
                  <a:lnTo>
                    <a:pt x="182460" y="105638"/>
                  </a:lnTo>
                  <a:lnTo>
                    <a:pt x="181102" y="106997"/>
                  </a:lnTo>
                  <a:lnTo>
                    <a:pt x="183375" y="113042"/>
                  </a:lnTo>
                  <a:lnTo>
                    <a:pt x="188493" y="107911"/>
                  </a:lnTo>
                  <a:close/>
                </a:path>
                <a:path w="259080" h="201929">
                  <a:moveTo>
                    <a:pt x="194525" y="162712"/>
                  </a:moveTo>
                  <a:lnTo>
                    <a:pt x="193509" y="160489"/>
                  </a:lnTo>
                  <a:lnTo>
                    <a:pt x="190563" y="160489"/>
                  </a:lnTo>
                  <a:lnTo>
                    <a:pt x="192430" y="159156"/>
                  </a:lnTo>
                  <a:lnTo>
                    <a:pt x="192430" y="157187"/>
                  </a:lnTo>
                  <a:lnTo>
                    <a:pt x="190881" y="156070"/>
                  </a:lnTo>
                  <a:lnTo>
                    <a:pt x="188569" y="154419"/>
                  </a:lnTo>
                  <a:lnTo>
                    <a:pt x="186080" y="156171"/>
                  </a:lnTo>
                  <a:lnTo>
                    <a:pt x="186080" y="160172"/>
                  </a:lnTo>
                  <a:lnTo>
                    <a:pt x="188569" y="161925"/>
                  </a:lnTo>
                  <a:lnTo>
                    <a:pt x="189915" y="160959"/>
                  </a:lnTo>
                  <a:lnTo>
                    <a:pt x="189115" y="162712"/>
                  </a:lnTo>
                  <a:lnTo>
                    <a:pt x="190398" y="163918"/>
                  </a:lnTo>
                  <a:lnTo>
                    <a:pt x="191376" y="164820"/>
                  </a:lnTo>
                  <a:lnTo>
                    <a:pt x="192265" y="164820"/>
                  </a:lnTo>
                  <a:lnTo>
                    <a:pt x="194525" y="162712"/>
                  </a:lnTo>
                  <a:close/>
                </a:path>
                <a:path w="259080" h="201929">
                  <a:moveTo>
                    <a:pt x="195707" y="122389"/>
                  </a:moveTo>
                  <a:lnTo>
                    <a:pt x="190817" y="122389"/>
                  </a:lnTo>
                  <a:lnTo>
                    <a:pt x="190804" y="126187"/>
                  </a:lnTo>
                  <a:lnTo>
                    <a:pt x="193255" y="126187"/>
                  </a:lnTo>
                  <a:lnTo>
                    <a:pt x="195694" y="126187"/>
                  </a:lnTo>
                  <a:lnTo>
                    <a:pt x="195707" y="122389"/>
                  </a:lnTo>
                  <a:close/>
                </a:path>
                <a:path w="259080" h="201929">
                  <a:moveTo>
                    <a:pt x="200126" y="114300"/>
                  </a:moveTo>
                  <a:lnTo>
                    <a:pt x="195630" y="111366"/>
                  </a:lnTo>
                  <a:lnTo>
                    <a:pt x="190957" y="108318"/>
                  </a:lnTo>
                  <a:lnTo>
                    <a:pt x="188112" y="111163"/>
                  </a:lnTo>
                  <a:lnTo>
                    <a:pt x="194068" y="120307"/>
                  </a:lnTo>
                  <a:lnTo>
                    <a:pt x="200126" y="114300"/>
                  </a:lnTo>
                  <a:close/>
                </a:path>
                <a:path w="259080" h="201929">
                  <a:moveTo>
                    <a:pt x="211569" y="99885"/>
                  </a:moveTo>
                  <a:lnTo>
                    <a:pt x="210108" y="96012"/>
                  </a:lnTo>
                  <a:lnTo>
                    <a:pt x="208064" y="95237"/>
                  </a:lnTo>
                  <a:lnTo>
                    <a:pt x="205308" y="97993"/>
                  </a:lnTo>
                  <a:lnTo>
                    <a:pt x="206082" y="100037"/>
                  </a:lnTo>
                  <a:lnTo>
                    <a:pt x="207746" y="100660"/>
                  </a:lnTo>
                  <a:lnTo>
                    <a:pt x="209956" y="101498"/>
                  </a:lnTo>
                  <a:lnTo>
                    <a:pt x="211569" y="99885"/>
                  </a:lnTo>
                  <a:close/>
                </a:path>
                <a:path w="259080" h="201929">
                  <a:moveTo>
                    <a:pt x="213652" y="145503"/>
                  </a:moveTo>
                  <a:lnTo>
                    <a:pt x="213563" y="143827"/>
                  </a:lnTo>
                  <a:lnTo>
                    <a:pt x="211175" y="139674"/>
                  </a:lnTo>
                  <a:lnTo>
                    <a:pt x="209410" y="138836"/>
                  </a:lnTo>
                  <a:lnTo>
                    <a:pt x="204089" y="138150"/>
                  </a:lnTo>
                  <a:lnTo>
                    <a:pt x="202895" y="142151"/>
                  </a:lnTo>
                  <a:lnTo>
                    <a:pt x="205574" y="144792"/>
                  </a:lnTo>
                  <a:lnTo>
                    <a:pt x="208381" y="147066"/>
                  </a:lnTo>
                  <a:lnTo>
                    <a:pt x="209092" y="147485"/>
                  </a:lnTo>
                  <a:lnTo>
                    <a:pt x="210985" y="148399"/>
                  </a:lnTo>
                  <a:lnTo>
                    <a:pt x="211924" y="148209"/>
                  </a:lnTo>
                  <a:lnTo>
                    <a:pt x="212445" y="147383"/>
                  </a:lnTo>
                  <a:lnTo>
                    <a:pt x="213652" y="145503"/>
                  </a:lnTo>
                  <a:close/>
                </a:path>
                <a:path w="259080" h="201929">
                  <a:moveTo>
                    <a:pt x="220941" y="108724"/>
                  </a:moveTo>
                  <a:lnTo>
                    <a:pt x="218922" y="108712"/>
                  </a:lnTo>
                  <a:lnTo>
                    <a:pt x="219125" y="110083"/>
                  </a:lnTo>
                  <a:lnTo>
                    <a:pt x="219151" y="110312"/>
                  </a:lnTo>
                  <a:lnTo>
                    <a:pt x="219189" y="110553"/>
                  </a:lnTo>
                  <a:lnTo>
                    <a:pt x="219329" y="111480"/>
                  </a:lnTo>
                  <a:lnTo>
                    <a:pt x="220548" y="111493"/>
                  </a:lnTo>
                  <a:lnTo>
                    <a:pt x="220738" y="110083"/>
                  </a:lnTo>
                  <a:lnTo>
                    <a:pt x="220941" y="108724"/>
                  </a:lnTo>
                  <a:close/>
                </a:path>
                <a:path w="259080" h="201929">
                  <a:moveTo>
                    <a:pt x="235458" y="117678"/>
                  </a:moveTo>
                  <a:lnTo>
                    <a:pt x="232943" y="119494"/>
                  </a:lnTo>
                  <a:lnTo>
                    <a:pt x="231825" y="120294"/>
                  </a:lnTo>
                  <a:lnTo>
                    <a:pt x="231825" y="121069"/>
                  </a:lnTo>
                  <a:lnTo>
                    <a:pt x="235458" y="123672"/>
                  </a:lnTo>
                  <a:lnTo>
                    <a:pt x="235458" y="117678"/>
                  </a:lnTo>
                  <a:close/>
                </a:path>
                <a:path w="259080" h="201929">
                  <a:moveTo>
                    <a:pt x="237070" y="148805"/>
                  </a:moveTo>
                  <a:lnTo>
                    <a:pt x="236080" y="148501"/>
                  </a:lnTo>
                  <a:lnTo>
                    <a:pt x="235851" y="148437"/>
                  </a:lnTo>
                  <a:lnTo>
                    <a:pt x="235635" y="148361"/>
                  </a:lnTo>
                  <a:lnTo>
                    <a:pt x="233375" y="147675"/>
                  </a:lnTo>
                  <a:lnTo>
                    <a:pt x="233362" y="151371"/>
                  </a:lnTo>
                  <a:lnTo>
                    <a:pt x="235407" y="150736"/>
                  </a:lnTo>
                  <a:lnTo>
                    <a:pt x="235635" y="150660"/>
                  </a:lnTo>
                  <a:lnTo>
                    <a:pt x="236080" y="150545"/>
                  </a:lnTo>
                  <a:lnTo>
                    <a:pt x="237070" y="150228"/>
                  </a:lnTo>
                  <a:lnTo>
                    <a:pt x="237070" y="148805"/>
                  </a:lnTo>
                  <a:close/>
                </a:path>
                <a:path w="259080" h="201929">
                  <a:moveTo>
                    <a:pt x="245186" y="123799"/>
                  </a:moveTo>
                  <a:lnTo>
                    <a:pt x="236499" y="123799"/>
                  </a:lnTo>
                  <a:lnTo>
                    <a:pt x="236499" y="130543"/>
                  </a:lnTo>
                  <a:lnTo>
                    <a:pt x="240842" y="130543"/>
                  </a:lnTo>
                  <a:lnTo>
                    <a:pt x="245186" y="130543"/>
                  </a:lnTo>
                  <a:lnTo>
                    <a:pt x="245186" y="123799"/>
                  </a:lnTo>
                  <a:close/>
                </a:path>
                <a:path w="259080" h="201929">
                  <a:moveTo>
                    <a:pt x="249034" y="152184"/>
                  </a:moveTo>
                  <a:lnTo>
                    <a:pt x="246138" y="152831"/>
                  </a:lnTo>
                  <a:lnTo>
                    <a:pt x="243370" y="153454"/>
                  </a:lnTo>
                  <a:lnTo>
                    <a:pt x="243370" y="155676"/>
                  </a:lnTo>
                  <a:lnTo>
                    <a:pt x="249021" y="156946"/>
                  </a:lnTo>
                  <a:lnTo>
                    <a:pt x="249034" y="152184"/>
                  </a:lnTo>
                  <a:close/>
                </a:path>
                <a:path w="259080" h="201929">
                  <a:moveTo>
                    <a:pt x="258978" y="126288"/>
                  </a:moveTo>
                  <a:lnTo>
                    <a:pt x="252996" y="126288"/>
                  </a:lnTo>
                  <a:lnTo>
                    <a:pt x="252984" y="130924"/>
                  </a:lnTo>
                  <a:lnTo>
                    <a:pt x="255981" y="130924"/>
                  </a:lnTo>
                  <a:lnTo>
                    <a:pt x="258965" y="130924"/>
                  </a:lnTo>
                  <a:lnTo>
                    <a:pt x="258978" y="12628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2799969" y="7640694"/>
              <a:ext cx="677545" cy="467995"/>
            </a:xfrm>
            <a:custGeom>
              <a:avLst/>
              <a:gdLst/>
              <a:ahLst/>
              <a:cxnLst/>
              <a:rect l="l" t="t" r="r" b="b"/>
              <a:pathLst>
                <a:path w="677545" h="467995">
                  <a:moveTo>
                    <a:pt x="12255" y="16014"/>
                  </a:moveTo>
                  <a:lnTo>
                    <a:pt x="8140" y="11163"/>
                  </a:lnTo>
                  <a:lnTo>
                    <a:pt x="5232" y="11049"/>
                  </a:lnTo>
                  <a:lnTo>
                    <a:pt x="977" y="13411"/>
                  </a:lnTo>
                  <a:lnTo>
                    <a:pt x="25" y="16370"/>
                  </a:lnTo>
                  <a:lnTo>
                    <a:pt x="647" y="17272"/>
                  </a:lnTo>
                  <a:lnTo>
                    <a:pt x="0" y="20116"/>
                  </a:lnTo>
                  <a:lnTo>
                    <a:pt x="4648" y="24485"/>
                  </a:lnTo>
                  <a:lnTo>
                    <a:pt x="11925" y="19685"/>
                  </a:lnTo>
                  <a:lnTo>
                    <a:pt x="12255" y="16014"/>
                  </a:lnTo>
                  <a:close/>
                </a:path>
                <a:path w="677545" h="467995">
                  <a:moveTo>
                    <a:pt x="12484" y="0"/>
                  </a:moveTo>
                  <a:lnTo>
                    <a:pt x="11899" y="0"/>
                  </a:lnTo>
                  <a:lnTo>
                    <a:pt x="11899" y="444"/>
                  </a:lnTo>
                  <a:lnTo>
                    <a:pt x="12192" y="444"/>
                  </a:lnTo>
                  <a:lnTo>
                    <a:pt x="12484" y="444"/>
                  </a:lnTo>
                  <a:lnTo>
                    <a:pt x="12484" y="0"/>
                  </a:lnTo>
                  <a:close/>
                </a:path>
                <a:path w="677545" h="467995">
                  <a:moveTo>
                    <a:pt x="26365" y="440563"/>
                  </a:moveTo>
                  <a:lnTo>
                    <a:pt x="16598" y="440563"/>
                  </a:lnTo>
                  <a:lnTo>
                    <a:pt x="16586" y="448144"/>
                  </a:lnTo>
                  <a:lnTo>
                    <a:pt x="21475" y="448144"/>
                  </a:lnTo>
                  <a:lnTo>
                    <a:pt x="26352" y="448144"/>
                  </a:lnTo>
                  <a:lnTo>
                    <a:pt x="26365" y="440563"/>
                  </a:lnTo>
                  <a:close/>
                </a:path>
                <a:path w="677545" h="467995">
                  <a:moveTo>
                    <a:pt x="31369" y="448678"/>
                  </a:moveTo>
                  <a:lnTo>
                    <a:pt x="20243" y="448678"/>
                  </a:lnTo>
                  <a:lnTo>
                    <a:pt x="20231" y="457327"/>
                  </a:lnTo>
                  <a:lnTo>
                    <a:pt x="25806" y="457327"/>
                  </a:lnTo>
                  <a:lnTo>
                    <a:pt x="31369" y="457327"/>
                  </a:lnTo>
                  <a:lnTo>
                    <a:pt x="31369" y="448678"/>
                  </a:lnTo>
                  <a:close/>
                </a:path>
                <a:path w="677545" h="467995">
                  <a:moveTo>
                    <a:pt x="51473" y="388747"/>
                  </a:moveTo>
                  <a:lnTo>
                    <a:pt x="41960" y="388747"/>
                  </a:lnTo>
                  <a:lnTo>
                    <a:pt x="41960" y="396138"/>
                  </a:lnTo>
                  <a:lnTo>
                    <a:pt x="46710" y="396138"/>
                  </a:lnTo>
                  <a:lnTo>
                    <a:pt x="51473" y="396138"/>
                  </a:lnTo>
                  <a:lnTo>
                    <a:pt x="51473" y="388747"/>
                  </a:lnTo>
                  <a:close/>
                </a:path>
                <a:path w="677545" h="467995">
                  <a:moveTo>
                    <a:pt x="71183" y="460184"/>
                  </a:moveTo>
                  <a:lnTo>
                    <a:pt x="70891" y="453618"/>
                  </a:lnTo>
                  <a:lnTo>
                    <a:pt x="66408" y="451497"/>
                  </a:lnTo>
                  <a:lnTo>
                    <a:pt x="59093" y="448056"/>
                  </a:lnTo>
                  <a:lnTo>
                    <a:pt x="52565" y="454571"/>
                  </a:lnTo>
                  <a:lnTo>
                    <a:pt x="53301" y="456158"/>
                  </a:lnTo>
                  <a:lnTo>
                    <a:pt x="51943" y="455485"/>
                  </a:lnTo>
                  <a:lnTo>
                    <a:pt x="47396" y="453275"/>
                  </a:lnTo>
                  <a:lnTo>
                    <a:pt x="43383" y="457288"/>
                  </a:lnTo>
                  <a:lnTo>
                    <a:pt x="46913" y="464566"/>
                  </a:lnTo>
                  <a:lnTo>
                    <a:pt x="50888" y="464769"/>
                  </a:lnTo>
                  <a:lnTo>
                    <a:pt x="54876" y="460794"/>
                  </a:lnTo>
                  <a:lnTo>
                    <a:pt x="54787" y="459308"/>
                  </a:lnTo>
                  <a:lnTo>
                    <a:pt x="58140" y="466382"/>
                  </a:lnTo>
                  <a:lnTo>
                    <a:pt x="64719" y="466648"/>
                  </a:lnTo>
                  <a:lnTo>
                    <a:pt x="71183" y="460184"/>
                  </a:lnTo>
                  <a:close/>
                </a:path>
                <a:path w="677545" h="467995">
                  <a:moveTo>
                    <a:pt x="75780" y="421538"/>
                  </a:moveTo>
                  <a:lnTo>
                    <a:pt x="73977" y="418388"/>
                  </a:lnTo>
                  <a:lnTo>
                    <a:pt x="71183" y="418388"/>
                  </a:lnTo>
                  <a:lnTo>
                    <a:pt x="67678" y="418401"/>
                  </a:lnTo>
                  <a:lnTo>
                    <a:pt x="65849" y="420966"/>
                  </a:lnTo>
                  <a:lnTo>
                    <a:pt x="69570" y="426135"/>
                  </a:lnTo>
                  <a:lnTo>
                    <a:pt x="72872" y="426504"/>
                  </a:lnTo>
                  <a:lnTo>
                    <a:pt x="75780" y="421538"/>
                  </a:lnTo>
                  <a:close/>
                </a:path>
                <a:path w="677545" h="467995">
                  <a:moveTo>
                    <a:pt x="75996" y="388442"/>
                  </a:moveTo>
                  <a:lnTo>
                    <a:pt x="67995" y="385991"/>
                  </a:lnTo>
                  <a:lnTo>
                    <a:pt x="67957" y="394576"/>
                  </a:lnTo>
                  <a:lnTo>
                    <a:pt x="72732" y="393128"/>
                  </a:lnTo>
                  <a:lnTo>
                    <a:pt x="75996" y="392137"/>
                  </a:lnTo>
                  <a:lnTo>
                    <a:pt x="75996" y="388442"/>
                  </a:lnTo>
                  <a:close/>
                </a:path>
                <a:path w="677545" h="467995">
                  <a:moveTo>
                    <a:pt x="87376" y="457822"/>
                  </a:moveTo>
                  <a:lnTo>
                    <a:pt x="86791" y="457822"/>
                  </a:lnTo>
                  <a:lnTo>
                    <a:pt x="86791" y="458279"/>
                  </a:lnTo>
                  <a:lnTo>
                    <a:pt x="87083" y="458279"/>
                  </a:lnTo>
                  <a:lnTo>
                    <a:pt x="87376" y="458279"/>
                  </a:lnTo>
                  <a:lnTo>
                    <a:pt x="87376" y="457822"/>
                  </a:lnTo>
                  <a:close/>
                </a:path>
                <a:path w="677545" h="467995">
                  <a:moveTo>
                    <a:pt x="88861" y="425678"/>
                  </a:moveTo>
                  <a:lnTo>
                    <a:pt x="88861" y="425869"/>
                  </a:lnTo>
                  <a:lnTo>
                    <a:pt x="88861" y="425678"/>
                  </a:lnTo>
                  <a:close/>
                </a:path>
                <a:path w="677545" h="467995">
                  <a:moveTo>
                    <a:pt x="88861" y="425361"/>
                  </a:moveTo>
                  <a:lnTo>
                    <a:pt x="88861" y="425627"/>
                  </a:lnTo>
                  <a:lnTo>
                    <a:pt x="88861" y="425399"/>
                  </a:lnTo>
                  <a:close/>
                </a:path>
                <a:path w="677545" h="467995">
                  <a:moveTo>
                    <a:pt x="88887" y="424878"/>
                  </a:moveTo>
                  <a:lnTo>
                    <a:pt x="88760" y="424916"/>
                  </a:lnTo>
                  <a:lnTo>
                    <a:pt x="88887" y="424916"/>
                  </a:lnTo>
                  <a:close/>
                </a:path>
                <a:path w="677545" h="467995">
                  <a:moveTo>
                    <a:pt x="90271" y="424954"/>
                  </a:moveTo>
                  <a:lnTo>
                    <a:pt x="90157" y="424548"/>
                  </a:lnTo>
                  <a:lnTo>
                    <a:pt x="90170" y="424688"/>
                  </a:lnTo>
                  <a:lnTo>
                    <a:pt x="90271" y="424954"/>
                  </a:lnTo>
                  <a:close/>
                </a:path>
                <a:path w="677545" h="467995">
                  <a:moveTo>
                    <a:pt x="90297" y="425043"/>
                  </a:moveTo>
                  <a:close/>
                </a:path>
                <a:path w="677545" h="467995">
                  <a:moveTo>
                    <a:pt x="100545" y="422262"/>
                  </a:moveTo>
                  <a:lnTo>
                    <a:pt x="99136" y="420725"/>
                  </a:lnTo>
                  <a:lnTo>
                    <a:pt x="92392" y="413397"/>
                  </a:lnTo>
                  <a:lnTo>
                    <a:pt x="90563" y="413245"/>
                  </a:lnTo>
                  <a:lnTo>
                    <a:pt x="90563" y="423964"/>
                  </a:lnTo>
                  <a:lnTo>
                    <a:pt x="90436" y="424434"/>
                  </a:lnTo>
                  <a:lnTo>
                    <a:pt x="90373" y="425208"/>
                  </a:lnTo>
                  <a:lnTo>
                    <a:pt x="90297" y="425043"/>
                  </a:lnTo>
                  <a:lnTo>
                    <a:pt x="90309" y="425526"/>
                  </a:lnTo>
                  <a:lnTo>
                    <a:pt x="90258" y="425145"/>
                  </a:lnTo>
                  <a:lnTo>
                    <a:pt x="90081" y="425272"/>
                  </a:lnTo>
                  <a:lnTo>
                    <a:pt x="89865" y="425526"/>
                  </a:lnTo>
                  <a:lnTo>
                    <a:pt x="90081" y="425272"/>
                  </a:lnTo>
                  <a:lnTo>
                    <a:pt x="90208" y="425119"/>
                  </a:lnTo>
                  <a:lnTo>
                    <a:pt x="89954" y="424891"/>
                  </a:lnTo>
                  <a:lnTo>
                    <a:pt x="90055" y="424688"/>
                  </a:lnTo>
                  <a:lnTo>
                    <a:pt x="90055" y="424395"/>
                  </a:lnTo>
                  <a:lnTo>
                    <a:pt x="89966" y="424167"/>
                  </a:lnTo>
                  <a:lnTo>
                    <a:pt x="89306" y="423494"/>
                  </a:lnTo>
                  <a:lnTo>
                    <a:pt x="89992" y="424065"/>
                  </a:lnTo>
                  <a:lnTo>
                    <a:pt x="90157" y="424548"/>
                  </a:lnTo>
                  <a:lnTo>
                    <a:pt x="90563" y="423964"/>
                  </a:lnTo>
                  <a:lnTo>
                    <a:pt x="90563" y="413245"/>
                  </a:lnTo>
                  <a:lnTo>
                    <a:pt x="89128" y="413118"/>
                  </a:lnTo>
                  <a:lnTo>
                    <a:pt x="89128" y="424802"/>
                  </a:lnTo>
                  <a:lnTo>
                    <a:pt x="88976" y="424865"/>
                  </a:lnTo>
                  <a:lnTo>
                    <a:pt x="88861" y="425259"/>
                  </a:lnTo>
                  <a:lnTo>
                    <a:pt x="88963" y="425653"/>
                  </a:lnTo>
                  <a:lnTo>
                    <a:pt x="88950" y="425958"/>
                  </a:lnTo>
                  <a:lnTo>
                    <a:pt x="89090" y="426110"/>
                  </a:lnTo>
                  <a:lnTo>
                    <a:pt x="88861" y="425869"/>
                  </a:lnTo>
                  <a:lnTo>
                    <a:pt x="88861" y="426326"/>
                  </a:lnTo>
                  <a:lnTo>
                    <a:pt x="88811" y="425805"/>
                  </a:lnTo>
                  <a:lnTo>
                    <a:pt x="88709" y="425538"/>
                  </a:lnTo>
                  <a:lnTo>
                    <a:pt x="88722" y="425259"/>
                  </a:lnTo>
                  <a:lnTo>
                    <a:pt x="88887" y="424916"/>
                  </a:lnTo>
                  <a:lnTo>
                    <a:pt x="88595" y="425043"/>
                  </a:lnTo>
                  <a:lnTo>
                    <a:pt x="88392" y="425145"/>
                  </a:lnTo>
                  <a:lnTo>
                    <a:pt x="88112" y="425246"/>
                  </a:lnTo>
                  <a:lnTo>
                    <a:pt x="88290" y="425145"/>
                  </a:lnTo>
                  <a:lnTo>
                    <a:pt x="88442" y="425056"/>
                  </a:lnTo>
                  <a:lnTo>
                    <a:pt x="88595" y="425043"/>
                  </a:lnTo>
                  <a:lnTo>
                    <a:pt x="88785" y="424954"/>
                  </a:lnTo>
                  <a:lnTo>
                    <a:pt x="88874" y="424395"/>
                  </a:lnTo>
                  <a:lnTo>
                    <a:pt x="88887" y="424878"/>
                  </a:lnTo>
                  <a:lnTo>
                    <a:pt x="89128" y="424802"/>
                  </a:lnTo>
                  <a:lnTo>
                    <a:pt x="89128" y="413118"/>
                  </a:lnTo>
                  <a:lnTo>
                    <a:pt x="85420" y="412800"/>
                  </a:lnTo>
                  <a:lnTo>
                    <a:pt x="77063" y="421525"/>
                  </a:lnTo>
                  <a:lnTo>
                    <a:pt x="77292" y="428561"/>
                  </a:lnTo>
                  <a:lnTo>
                    <a:pt x="81318" y="432816"/>
                  </a:lnTo>
                  <a:lnTo>
                    <a:pt x="85750" y="434670"/>
                  </a:lnTo>
                  <a:lnTo>
                    <a:pt x="86918" y="434098"/>
                  </a:lnTo>
                  <a:lnTo>
                    <a:pt x="90424" y="434428"/>
                  </a:lnTo>
                  <a:lnTo>
                    <a:pt x="92748" y="433870"/>
                  </a:lnTo>
                  <a:lnTo>
                    <a:pt x="99796" y="429298"/>
                  </a:lnTo>
                  <a:lnTo>
                    <a:pt x="100317" y="424434"/>
                  </a:lnTo>
                  <a:lnTo>
                    <a:pt x="100368" y="423964"/>
                  </a:lnTo>
                  <a:lnTo>
                    <a:pt x="100418" y="423494"/>
                  </a:lnTo>
                  <a:lnTo>
                    <a:pt x="100545" y="422262"/>
                  </a:lnTo>
                  <a:close/>
                </a:path>
                <a:path w="677545" h="467995">
                  <a:moveTo>
                    <a:pt x="118567" y="5816"/>
                  </a:moveTo>
                  <a:lnTo>
                    <a:pt x="116090" y="1790"/>
                  </a:lnTo>
                  <a:lnTo>
                    <a:pt x="113093" y="1714"/>
                  </a:lnTo>
                  <a:lnTo>
                    <a:pt x="110540" y="6045"/>
                  </a:lnTo>
                  <a:lnTo>
                    <a:pt x="112293" y="8293"/>
                  </a:lnTo>
                  <a:lnTo>
                    <a:pt x="114592" y="8559"/>
                  </a:lnTo>
                  <a:lnTo>
                    <a:pt x="117157" y="8851"/>
                  </a:lnTo>
                  <a:lnTo>
                    <a:pt x="118567" y="5816"/>
                  </a:lnTo>
                  <a:close/>
                </a:path>
                <a:path w="677545" h="467995">
                  <a:moveTo>
                    <a:pt x="119418" y="448678"/>
                  </a:moveTo>
                  <a:lnTo>
                    <a:pt x="108292" y="448678"/>
                  </a:lnTo>
                  <a:lnTo>
                    <a:pt x="108280" y="453771"/>
                  </a:lnTo>
                  <a:lnTo>
                    <a:pt x="106108" y="452043"/>
                  </a:lnTo>
                  <a:lnTo>
                    <a:pt x="103886" y="450291"/>
                  </a:lnTo>
                  <a:lnTo>
                    <a:pt x="102031" y="449643"/>
                  </a:lnTo>
                  <a:lnTo>
                    <a:pt x="98221" y="451307"/>
                  </a:lnTo>
                  <a:lnTo>
                    <a:pt x="96837" y="453110"/>
                  </a:lnTo>
                  <a:lnTo>
                    <a:pt x="97066" y="459651"/>
                  </a:lnTo>
                  <a:lnTo>
                    <a:pt x="100812" y="462267"/>
                  </a:lnTo>
                  <a:lnTo>
                    <a:pt x="107518" y="459435"/>
                  </a:lnTo>
                  <a:lnTo>
                    <a:pt x="108280" y="457161"/>
                  </a:lnTo>
                  <a:lnTo>
                    <a:pt x="108280" y="457327"/>
                  </a:lnTo>
                  <a:lnTo>
                    <a:pt x="113855" y="457327"/>
                  </a:lnTo>
                  <a:lnTo>
                    <a:pt x="119418" y="457327"/>
                  </a:lnTo>
                  <a:lnTo>
                    <a:pt x="119418" y="448678"/>
                  </a:lnTo>
                  <a:close/>
                </a:path>
                <a:path w="677545" h="467995">
                  <a:moveTo>
                    <a:pt x="122339" y="438162"/>
                  </a:moveTo>
                  <a:lnTo>
                    <a:pt x="119913" y="433412"/>
                  </a:lnTo>
                  <a:lnTo>
                    <a:pt x="115925" y="433120"/>
                  </a:lnTo>
                  <a:lnTo>
                    <a:pt x="113309" y="432917"/>
                  </a:lnTo>
                  <a:lnTo>
                    <a:pt x="110985" y="435254"/>
                  </a:lnTo>
                  <a:lnTo>
                    <a:pt x="111379" y="440563"/>
                  </a:lnTo>
                  <a:lnTo>
                    <a:pt x="104648" y="440563"/>
                  </a:lnTo>
                  <a:lnTo>
                    <a:pt x="104635" y="448144"/>
                  </a:lnTo>
                  <a:lnTo>
                    <a:pt x="109524" y="448144"/>
                  </a:lnTo>
                  <a:lnTo>
                    <a:pt x="114414" y="448144"/>
                  </a:lnTo>
                  <a:lnTo>
                    <a:pt x="114414" y="443369"/>
                  </a:lnTo>
                  <a:lnTo>
                    <a:pt x="116205" y="444284"/>
                  </a:lnTo>
                  <a:lnTo>
                    <a:pt x="122339" y="438162"/>
                  </a:lnTo>
                  <a:close/>
                </a:path>
                <a:path w="677545" h="467995">
                  <a:moveTo>
                    <a:pt x="130009" y="6489"/>
                  </a:moveTo>
                  <a:lnTo>
                    <a:pt x="129425" y="6489"/>
                  </a:lnTo>
                  <a:lnTo>
                    <a:pt x="129425" y="6934"/>
                  </a:lnTo>
                  <a:lnTo>
                    <a:pt x="129717" y="6934"/>
                  </a:lnTo>
                  <a:lnTo>
                    <a:pt x="130009" y="6934"/>
                  </a:lnTo>
                  <a:lnTo>
                    <a:pt x="130009" y="6489"/>
                  </a:lnTo>
                  <a:close/>
                </a:path>
                <a:path w="677545" h="467995">
                  <a:moveTo>
                    <a:pt x="137337" y="422757"/>
                  </a:moveTo>
                  <a:lnTo>
                    <a:pt x="136779" y="420357"/>
                  </a:lnTo>
                  <a:lnTo>
                    <a:pt x="136321" y="418376"/>
                  </a:lnTo>
                  <a:lnTo>
                    <a:pt x="135051" y="417182"/>
                  </a:lnTo>
                  <a:lnTo>
                    <a:pt x="132676" y="416547"/>
                  </a:lnTo>
                  <a:lnTo>
                    <a:pt x="131876" y="416610"/>
                  </a:lnTo>
                  <a:lnTo>
                    <a:pt x="131368" y="416687"/>
                  </a:lnTo>
                  <a:lnTo>
                    <a:pt x="128981" y="416001"/>
                  </a:lnTo>
                  <a:lnTo>
                    <a:pt x="128981" y="418630"/>
                  </a:lnTo>
                  <a:lnTo>
                    <a:pt x="128905" y="418769"/>
                  </a:lnTo>
                  <a:lnTo>
                    <a:pt x="128943" y="418604"/>
                  </a:lnTo>
                  <a:lnTo>
                    <a:pt x="128981" y="416001"/>
                  </a:lnTo>
                  <a:lnTo>
                    <a:pt x="128016" y="415709"/>
                  </a:lnTo>
                  <a:lnTo>
                    <a:pt x="125082" y="422706"/>
                  </a:lnTo>
                  <a:lnTo>
                    <a:pt x="130695" y="425945"/>
                  </a:lnTo>
                  <a:lnTo>
                    <a:pt x="132168" y="426262"/>
                  </a:lnTo>
                  <a:lnTo>
                    <a:pt x="135915" y="424738"/>
                  </a:lnTo>
                  <a:lnTo>
                    <a:pt x="137337" y="422757"/>
                  </a:lnTo>
                  <a:close/>
                </a:path>
                <a:path w="677545" h="467995">
                  <a:moveTo>
                    <a:pt x="148056" y="375704"/>
                  </a:moveTo>
                  <a:lnTo>
                    <a:pt x="144424" y="372605"/>
                  </a:lnTo>
                  <a:lnTo>
                    <a:pt x="141871" y="370433"/>
                  </a:lnTo>
                  <a:lnTo>
                    <a:pt x="139395" y="369709"/>
                  </a:lnTo>
                  <a:lnTo>
                    <a:pt x="134747" y="371754"/>
                  </a:lnTo>
                  <a:lnTo>
                    <a:pt x="132880" y="374053"/>
                  </a:lnTo>
                  <a:lnTo>
                    <a:pt x="133362" y="381952"/>
                  </a:lnTo>
                  <a:lnTo>
                    <a:pt x="136715" y="384467"/>
                  </a:lnTo>
                  <a:lnTo>
                    <a:pt x="134112" y="385978"/>
                  </a:lnTo>
                  <a:lnTo>
                    <a:pt x="132676" y="386181"/>
                  </a:lnTo>
                  <a:lnTo>
                    <a:pt x="130898" y="387832"/>
                  </a:lnTo>
                  <a:lnTo>
                    <a:pt x="129717" y="388518"/>
                  </a:lnTo>
                  <a:lnTo>
                    <a:pt x="129882" y="388785"/>
                  </a:lnTo>
                  <a:lnTo>
                    <a:pt x="127139" y="391325"/>
                  </a:lnTo>
                  <a:lnTo>
                    <a:pt x="127342" y="396176"/>
                  </a:lnTo>
                  <a:lnTo>
                    <a:pt x="132943" y="402285"/>
                  </a:lnTo>
                  <a:lnTo>
                    <a:pt x="137591" y="402755"/>
                  </a:lnTo>
                  <a:lnTo>
                    <a:pt x="144310" y="397319"/>
                  </a:lnTo>
                  <a:lnTo>
                    <a:pt x="144449" y="396405"/>
                  </a:lnTo>
                  <a:lnTo>
                    <a:pt x="144983" y="392887"/>
                  </a:lnTo>
                  <a:lnTo>
                    <a:pt x="144919" y="392620"/>
                  </a:lnTo>
                  <a:lnTo>
                    <a:pt x="141262" y="385584"/>
                  </a:lnTo>
                  <a:lnTo>
                    <a:pt x="140500" y="384124"/>
                  </a:lnTo>
                  <a:lnTo>
                    <a:pt x="146265" y="381685"/>
                  </a:lnTo>
                  <a:lnTo>
                    <a:pt x="148056" y="375704"/>
                  </a:lnTo>
                  <a:close/>
                </a:path>
                <a:path w="677545" h="467995">
                  <a:moveTo>
                    <a:pt x="153504" y="427037"/>
                  </a:moveTo>
                  <a:lnTo>
                    <a:pt x="152146" y="422948"/>
                  </a:lnTo>
                  <a:lnTo>
                    <a:pt x="148882" y="421855"/>
                  </a:lnTo>
                  <a:lnTo>
                    <a:pt x="144043" y="420243"/>
                  </a:lnTo>
                  <a:lnTo>
                    <a:pt x="141566" y="422732"/>
                  </a:lnTo>
                  <a:lnTo>
                    <a:pt x="144272" y="430822"/>
                  </a:lnTo>
                  <a:lnTo>
                    <a:pt x="148361" y="432181"/>
                  </a:lnTo>
                  <a:lnTo>
                    <a:pt x="153504" y="427037"/>
                  </a:lnTo>
                  <a:close/>
                </a:path>
                <a:path w="677545" h="467995">
                  <a:moveTo>
                    <a:pt x="154978" y="11734"/>
                  </a:moveTo>
                  <a:lnTo>
                    <a:pt x="153250" y="10236"/>
                  </a:lnTo>
                  <a:lnTo>
                    <a:pt x="152590" y="10045"/>
                  </a:lnTo>
                  <a:lnTo>
                    <a:pt x="148082" y="9702"/>
                  </a:lnTo>
                  <a:lnTo>
                    <a:pt x="148082" y="13119"/>
                  </a:lnTo>
                  <a:lnTo>
                    <a:pt x="144907" y="11379"/>
                  </a:lnTo>
                  <a:lnTo>
                    <a:pt x="142036" y="9804"/>
                  </a:lnTo>
                  <a:lnTo>
                    <a:pt x="138849" y="13589"/>
                  </a:lnTo>
                  <a:lnTo>
                    <a:pt x="144437" y="19037"/>
                  </a:lnTo>
                  <a:lnTo>
                    <a:pt x="148082" y="14211"/>
                  </a:lnTo>
                  <a:lnTo>
                    <a:pt x="148082" y="15265"/>
                  </a:lnTo>
                  <a:lnTo>
                    <a:pt x="151345" y="15011"/>
                  </a:lnTo>
                  <a:lnTo>
                    <a:pt x="152577" y="14922"/>
                  </a:lnTo>
                  <a:lnTo>
                    <a:pt x="153276" y="14693"/>
                  </a:lnTo>
                  <a:lnTo>
                    <a:pt x="154978" y="13233"/>
                  </a:lnTo>
                  <a:lnTo>
                    <a:pt x="154978" y="11734"/>
                  </a:lnTo>
                  <a:close/>
                </a:path>
                <a:path w="677545" h="467995">
                  <a:moveTo>
                    <a:pt x="155867" y="8534"/>
                  </a:moveTo>
                  <a:lnTo>
                    <a:pt x="155232" y="7569"/>
                  </a:lnTo>
                  <a:lnTo>
                    <a:pt x="155041" y="7302"/>
                  </a:lnTo>
                  <a:lnTo>
                    <a:pt x="153466" y="4864"/>
                  </a:lnTo>
                  <a:lnTo>
                    <a:pt x="150926" y="7391"/>
                  </a:lnTo>
                  <a:lnTo>
                    <a:pt x="152819" y="8623"/>
                  </a:lnTo>
                  <a:lnTo>
                    <a:pt x="154609" y="9779"/>
                  </a:lnTo>
                  <a:lnTo>
                    <a:pt x="155867" y="8534"/>
                  </a:lnTo>
                  <a:close/>
                </a:path>
                <a:path w="677545" h="467995">
                  <a:moveTo>
                    <a:pt x="159232" y="460184"/>
                  </a:moveTo>
                  <a:lnTo>
                    <a:pt x="158940" y="453618"/>
                  </a:lnTo>
                  <a:lnTo>
                    <a:pt x="154457" y="451497"/>
                  </a:lnTo>
                  <a:lnTo>
                    <a:pt x="147142" y="448056"/>
                  </a:lnTo>
                  <a:lnTo>
                    <a:pt x="140614" y="454571"/>
                  </a:lnTo>
                  <a:lnTo>
                    <a:pt x="141351" y="456158"/>
                  </a:lnTo>
                  <a:lnTo>
                    <a:pt x="139992" y="455485"/>
                  </a:lnTo>
                  <a:lnTo>
                    <a:pt x="135445" y="453275"/>
                  </a:lnTo>
                  <a:lnTo>
                    <a:pt x="131432" y="457288"/>
                  </a:lnTo>
                  <a:lnTo>
                    <a:pt x="134962" y="464566"/>
                  </a:lnTo>
                  <a:lnTo>
                    <a:pt x="138938" y="464769"/>
                  </a:lnTo>
                  <a:lnTo>
                    <a:pt x="142913" y="460794"/>
                  </a:lnTo>
                  <a:lnTo>
                    <a:pt x="142824" y="459282"/>
                  </a:lnTo>
                  <a:lnTo>
                    <a:pt x="146189" y="466382"/>
                  </a:lnTo>
                  <a:lnTo>
                    <a:pt x="152768" y="466648"/>
                  </a:lnTo>
                  <a:lnTo>
                    <a:pt x="159232" y="460184"/>
                  </a:lnTo>
                  <a:close/>
                </a:path>
                <a:path w="677545" h="467995">
                  <a:moveTo>
                    <a:pt x="162775" y="409968"/>
                  </a:moveTo>
                  <a:lnTo>
                    <a:pt x="160312" y="405968"/>
                  </a:lnTo>
                  <a:lnTo>
                    <a:pt x="159283" y="404304"/>
                  </a:lnTo>
                  <a:lnTo>
                    <a:pt x="158165" y="403479"/>
                  </a:lnTo>
                  <a:lnTo>
                    <a:pt x="151942" y="404101"/>
                  </a:lnTo>
                  <a:lnTo>
                    <a:pt x="149720" y="409829"/>
                  </a:lnTo>
                  <a:lnTo>
                    <a:pt x="157886" y="414616"/>
                  </a:lnTo>
                  <a:lnTo>
                    <a:pt x="162775" y="409968"/>
                  </a:lnTo>
                  <a:close/>
                </a:path>
                <a:path w="677545" h="467995">
                  <a:moveTo>
                    <a:pt x="164045" y="388442"/>
                  </a:moveTo>
                  <a:lnTo>
                    <a:pt x="156032" y="385991"/>
                  </a:lnTo>
                  <a:lnTo>
                    <a:pt x="156006" y="394576"/>
                  </a:lnTo>
                  <a:lnTo>
                    <a:pt x="160782" y="393128"/>
                  </a:lnTo>
                  <a:lnTo>
                    <a:pt x="164045" y="392137"/>
                  </a:lnTo>
                  <a:lnTo>
                    <a:pt x="164045" y="388442"/>
                  </a:lnTo>
                  <a:close/>
                </a:path>
                <a:path w="677545" h="467995">
                  <a:moveTo>
                    <a:pt x="172720" y="370992"/>
                  </a:moveTo>
                  <a:lnTo>
                    <a:pt x="169837" y="368096"/>
                  </a:lnTo>
                  <a:lnTo>
                    <a:pt x="162979" y="368096"/>
                  </a:lnTo>
                  <a:lnTo>
                    <a:pt x="160070" y="370992"/>
                  </a:lnTo>
                  <a:lnTo>
                    <a:pt x="160070" y="377850"/>
                  </a:lnTo>
                  <a:lnTo>
                    <a:pt x="162966" y="380746"/>
                  </a:lnTo>
                  <a:lnTo>
                    <a:pt x="166395" y="380746"/>
                  </a:lnTo>
                  <a:lnTo>
                    <a:pt x="169811" y="380746"/>
                  </a:lnTo>
                  <a:lnTo>
                    <a:pt x="172720" y="377837"/>
                  </a:lnTo>
                  <a:lnTo>
                    <a:pt x="172720" y="370992"/>
                  </a:lnTo>
                  <a:close/>
                </a:path>
                <a:path w="677545" h="467995">
                  <a:moveTo>
                    <a:pt x="175425" y="457822"/>
                  </a:moveTo>
                  <a:lnTo>
                    <a:pt x="174840" y="457822"/>
                  </a:lnTo>
                  <a:lnTo>
                    <a:pt x="174840" y="458279"/>
                  </a:lnTo>
                  <a:lnTo>
                    <a:pt x="175133" y="458279"/>
                  </a:lnTo>
                  <a:lnTo>
                    <a:pt x="175425" y="458279"/>
                  </a:lnTo>
                  <a:lnTo>
                    <a:pt x="175425" y="457822"/>
                  </a:lnTo>
                  <a:close/>
                </a:path>
                <a:path w="677545" h="467995">
                  <a:moveTo>
                    <a:pt x="176911" y="425678"/>
                  </a:moveTo>
                  <a:lnTo>
                    <a:pt x="176911" y="425869"/>
                  </a:lnTo>
                  <a:lnTo>
                    <a:pt x="176911" y="425678"/>
                  </a:lnTo>
                  <a:close/>
                </a:path>
                <a:path w="677545" h="467995">
                  <a:moveTo>
                    <a:pt x="176911" y="425361"/>
                  </a:moveTo>
                  <a:lnTo>
                    <a:pt x="176911" y="425627"/>
                  </a:lnTo>
                  <a:lnTo>
                    <a:pt x="176911" y="425399"/>
                  </a:lnTo>
                  <a:close/>
                </a:path>
                <a:path w="677545" h="467995">
                  <a:moveTo>
                    <a:pt x="176936" y="424916"/>
                  </a:moveTo>
                  <a:lnTo>
                    <a:pt x="176644" y="425043"/>
                  </a:lnTo>
                  <a:lnTo>
                    <a:pt x="176707" y="425208"/>
                  </a:lnTo>
                  <a:lnTo>
                    <a:pt x="176936" y="424916"/>
                  </a:lnTo>
                  <a:close/>
                </a:path>
                <a:path w="677545" h="467995">
                  <a:moveTo>
                    <a:pt x="178320" y="424942"/>
                  </a:moveTo>
                  <a:lnTo>
                    <a:pt x="178206" y="424548"/>
                  </a:lnTo>
                  <a:lnTo>
                    <a:pt x="178219" y="424688"/>
                  </a:lnTo>
                  <a:lnTo>
                    <a:pt x="178320" y="424942"/>
                  </a:lnTo>
                  <a:close/>
                </a:path>
                <a:path w="677545" h="467995">
                  <a:moveTo>
                    <a:pt x="178346" y="425043"/>
                  </a:moveTo>
                  <a:close/>
                </a:path>
                <a:path w="677545" h="467995">
                  <a:moveTo>
                    <a:pt x="180213" y="443242"/>
                  </a:moveTo>
                  <a:lnTo>
                    <a:pt x="180111" y="442036"/>
                  </a:lnTo>
                  <a:lnTo>
                    <a:pt x="179806" y="439966"/>
                  </a:lnTo>
                  <a:lnTo>
                    <a:pt x="174663" y="435711"/>
                  </a:lnTo>
                  <a:lnTo>
                    <a:pt x="169329" y="437959"/>
                  </a:lnTo>
                  <a:lnTo>
                    <a:pt x="170764" y="442645"/>
                  </a:lnTo>
                  <a:lnTo>
                    <a:pt x="170954" y="443242"/>
                  </a:lnTo>
                  <a:lnTo>
                    <a:pt x="170764" y="442645"/>
                  </a:lnTo>
                  <a:lnTo>
                    <a:pt x="169837" y="444500"/>
                  </a:lnTo>
                  <a:lnTo>
                    <a:pt x="170624" y="447484"/>
                  </a:lnTo>
                  <a:lnTo>
                    <a:pt x="175844" y="449681"/>
                  </a:lnTo>
                  <a:lnTo>
                    <a:pt x="178803" y="448310"/>
                  </a:lnTo>
                  <a:lnTo>
                    <a:pt x="180213" y="443242"/>
                  </a:lnTo>
                  <a:close/>
                </a:path>
                <a:path w="677545" h="467995">
                  <a:moveTo>
                    <a:pt x="188569" y="389877"/>
                  </a:moveTo>
                  <a:lnTo>
                    <a:pt x="187350" y="386969"/>
                  </a:lnTo>
                  <a:lnTo>
                    <a:pt x="186397" y="384721"/>
                  </a:lnTo>
                  <a:lnTo>
                    <a:pt x="184848" y="383095"/>
                  </a:lnTo>
                  <a:lnTo>
                    <a:pt x="181051" y="378879"/>
                  </a:lnTo>
                  <a:lnTo>
                    <a:pt x="177228" y="380898"/>
                  </a:lnTo>
                  <a:lnTo>
                    <a:pt x="177012" y="386372"/>
                  </a:lnTo>
                  <a:lnTo>
                    <a:pt x="176974" y="388569"/>
                  </a:lnTo>
                  <a:lnTo>
                    <a:pt x="178625" y="394055"/>
                  </a:lnTo>
                  <a:lnTo>
                    <a:pt x="181876" y="395693"/>
                  </a:lnTo>
                  <a:lnTo>
                    <a:pt x="187985" y="393115"/>
                  </a:lnTo>
                  <a:lnTo>
                    <a:pt x="188569" y="389877"/>
                  </a:lnTo>
                  <a:close/>
                </a:path>
                <a:path w="677545" h="467995">
                  <a:moveTo>
                    <a:pt x="188595" y="422262"/>
                  </a:moveTo>
                  <a:lnTo>
                    <a:pt x="187185" y="420725"/>
                  </a:lnTo>
                  <a:lnTo>
                    <a:pt x="180441" y="413397"/>
                  </a:lnTo>
                  <a:lnTo>
                    <a:pt x="178600" y="413245"/>
                  </a:lnTo>
                  <a:lnTo>
                    <a:pt x="178600" y="423964"/>
                  </a:lnTo>
                  <a:lnTo>
                    <a:pt x="178473" y="424446"/>
                  </a:lnTo>
                  <a:lnTo>
                    <a:pt x="178422" y="425208"/>
                  </a:lnTo>
                  <a:lnTo>
                    <a:pt x="178346" y="425043"/>
                  </a:lnTo>
                  <a:lnTo>
                    <a:pt x="178358" y="425526"/>
                  </a:lnTo>
                  <a:lnTo>
                    <a:pt x="178308" y="425145"/>
                  </a:lnTo>
                  <a:lnTo>
                    <a:pt x="178142" y="425272"/>
                  </a:lnTo>
                  <a:lnTo>
                    <a:pt x="177901" y="425526"/>
                  </a:lnTo>
                  <a:lnTo>
                    <a:pt x="178092" y="425297"/>
                  </a:lnTo>
                  <a:lnTo>
                    <a:pt x="178219" y="425208"/>
                  </a:lnTo>
                  <a:lnTo>
                    <a:pt x="178015" y="424891"/>
                  </a:lnTo>
                  <a:lnTo>
                    <a:pt x="178104" y="424688"/>
                  </a:lnTo>
                  <a:lnTo>
                    <a:pt x="178104" y="424395"/>
                  </a:lnTo>
                  <a:lnTo>
                    <a:pt x="178015" y="424167"/>
                  </a:lnTo>
                  <a:lnTo>
                    <a:pt x="177355" y="423494"/>
                  </a:lnTo>
                  <a:lnTo>
                    <a:pt x="178041" y="424065"/>
                  </a:lnTo>
                  <a:lnTo>
                    <a:pt x="178206" y="424548"/>
                  </a:lnTo>
                  <a:lnTo>
                    <a:pt x="178600" y="423964"/>
                  </a:lnTo>
                  <a:lnTo>
                    <a:pt x="178600" y="413245"/>
                  </a:lnTo>
                  <a:lnTo>
                    <a:pt x="177177" y="413118"/>
                  </a:lnTo>
                  <a:lnTo>
                    <a:pt x="177177" y="424802"/>
                  </a:lnTo>
                  <a:lnTo>
                    <a:pt x="177025" y="424865"/>
                  </a:lnTo>
                  <a:lnTo>
                    <a:pt x="176911" y="425259"/>
                  </a:lnTo>
                  <a:lnTo>
                    <a:pt x="177012" y="425653"/>
                  </a:lnTo>
                  <a:lnTo>
                    <a:pt x="176999" y="425958"/>
                  </a:lnTo>
                  <a:lnTo>
                    <a:pt x="177139" y="426110"/>
                  </a:lnTo>
                  <a:lnTo>
                    <a:pt x="176911" y="425869"/>
                  </a:lnTo>
                  <a:lnTo>
                    <a:pt x="176911" y="426326"/>
                  </a:lnTo>
                  <a:lnTo>
                    <a:pt x="176860" y="425805"/>
                  </a:lnTo>
                  <a:lnTo>
                    <a:pt x="176758" y="425538"/>
                  </a:lnTo>
                  <a:lnTo>
                    <a:pt x="176771" y="425259"/>
                  </a:lnTo>
                  <a:lnTo>
                    <a:pt x="176542" y="425081"/>
                  </a:lnTo>
                  <a:lnTo>
                    <a:pt x="176415" y="425132"/>
                  </a:lnTo>
                  <a:lnTo>
                    <a:pt x="176161" y="425246"/>
                  </a:lnTo>
                  <a:lnTo>
                    <a:pt x="176339" y="425145"/>
                  </a:lnTo>
                  <a:lnTo>
                    <a:pt x="176491" y="425056"/>
                  </a:lnTo>
                  <a:lnTo>
                    <a:pt x="176644" y="425043"/>
                  </a:lnTo>
                  <a:lnTo>
                    <a:pt x="176911" y="424916"/>
                  </a:lnTo>
                  <a:lnTo>
                    <a:pt x="176923" y="424395"/>
                  </a:lnTo>
                  <a:lnTo>
                    <a:pt x="176923" y="424878"/>
                  </a:lnTo>
                  <a:lnTo>
                    <a:pt x="177177" y="424802"/>
                  </a:lnTo>
                  <a:lnTo>
                    <a:pt x="177177" y="413118"/>
                  </a:lnTo>
                  <a:lnTo>
                    <a:pt x="173469" y="412800"/>
                  </a:lnTo>
                  <a:lnTo>
                    <a:pt x="168046" y="418465"/>
                  </a:lnTo>
                  <a:lnTo>
                    <a:pt x="167373" y="417779"/>
                  </a:lnTo>
                  <a:lnTo>
                    <a:pt x="168021" y="418490"/>
                  </a:lnTo>
                  <a:lnTo>
                    <a:pt x="167335" y="417753"/>
                  </a:lnTo>
                  <a:lnTo>
                    <a:pt x="166611" y="416966"/>
                  </a:lnTo>
                  <a:lnTo>
                    <a:pt x="163334" y="416902"/>
                  </a:lnTo>
                  <a:lnTo>
                    <a:pt x="161988" y="418388"/>
                  </a:lnTo>
                  <a:lnTo>
                    <a:pt x="159232" y="418388"/>
                  </a:lnTo>
                  <a:lnTo>
                    <a:pt x="155727" y="418401"/>
                  </a:lnTo>
                  <a:lnTo>
                    <a:pt x="153898" y="420966"/>
                  </a:lnTo>
                  <a:lnTo>
                    <a:pt x="157632" y="426135"/>
                  </a:lnTo>
                  <a:lnTo>
                    <a:pt x="159905" y="426402"/>
                  </a:lnTo>
                  <a:lnTo>
                    <a:pt x="164566" y="431736"/>
                  </a:lnTo>
                  <a:lnTo>
                    <a:pt x="167868" y="431241"/>
                  </a:lnTo>
                  <a:lnTo>
                    <a:pt x="169367" y="432816"/>
                  </a:lnTo>
                  <a:lnTo>
                    <a:pt x="173786" y="434670"/>
                  </a:lnTo>
                  <a:lnTo>
                    <a:pt x="174967" y="434098"/>
                  </a:lnTo>
                  <a:lnTo>
                    <a:pt x="178473" y="434428"/>
                  </a:lnTo>
                  <a:lnTo>
                    <a:pt x="180797" y="433870"/>
                  </a:lnTo>
                  <a:lnTo>
                    <a:pt x="187845" y="429298"/>
                  </a:lnTo>
                  <a:lnTo>
                    <a:pt x="188366" y="424434"/>
                  </a:lnTo>
                  <a:lnTo>
                    <a:pt x="188417" y="423964"/>
                  </a:lnTo>
                  <a:lnTo>
                    <a:pt x="188468" y="423494"/>
                  </a:lnTo>
                  <a:lnTo>
                    <a:pt x="188595" y="422262"/>
                  </a:lnTo>
                  <a:close/>
                </a:path>
                <a:path w="677545" h="467995">
                  <a:moveTo>
                    <a:pt x="194805" y="422503"/>
                  </a:moveTo>
                  <a:lnTo>
                    <a:pt x="194221" y="422503"/>
                  </a:lnTo>
                  <a:lnTo>
                    <a:pt x="194221" y="422948"/>
                  </a:lnTo>
                  <a:lnTo>
                    <a:pt x="194513" y="422948"/>
                  </a:lnTo>
                  <a:lnTo>
                    <a:pt x="194805" y="422948"/>
                  </a:lnTo>
                  <a:lnTo>
                    <a:pt x="194805" y="422503"/>
                  </a:lnTo>
                  <a:close/>
                </a:path>
                <a:path w="677545" h="467995">
                  <a:moveTo>
                    <a:pt x="197231" y="454469"/>
                  </a:moveTo>
                  <a:lnTo>
                    <a:pt x="194157" y="452043"/>
                  </a:lnTo>
                  <a:lnTo>
                    <a:pt x="191922" y="450291"/>
                  </a:lnTo>
                  <a:lnTo>
                    <a:pt x="190080" y="449643"/>
                  </a:lnTo>
                  <a:lnTo>
                    <a:pt x="186270" y="451307"/>
                  </a:lnTo>
                  <a:lnTo>
                    <a:pt x="184886" y="453110"/>
                  </a:lnTo>
                  <a:lnTo>
                    <a:pt x="185115" y="459651"/>
                  </a:lnTo>
                  <a:lnTo>
                    <a:pt x="188861" y="462267"/>
                  </a:lnTo>
                  <a:lnTo>
                    <a:pt x="195567" y="459435"/>
                  </a:lnTo>
                  <a:lnTo>
                    <a:pt x="197231" y="454469"/>
                  </a:lnTo>
                  <a:close/>
                </a:path>
                <a:path w="677545" h="467995">
                  <a:moveTo>
                    <a:pt x="204990" y="408279"/>
                  </a:moveTo>
                  <a:lnTo>
                    <a:pt x="201447" y="407403"/>
                  </a:lnTo>
                  <a:lnTo>
                    <a:pt x="199720" y="406971"/>
                  </a:lnTo>
                  <a:lnTo>
                    <a:pt x="198945" y="407746"/>
                  </a:lnTo>
                  <a:lnTo>
                    <a:pt x="199174" y="408609"/>
                  </a:lnTo>
                  <a:lnTo>
                    <a:pt x="200253" y="413016"/>
                  </a:lnTo>
                  <a:lnTo>
                    <a:pt x="204990" y="408279"/>
                  </a:lnTo>
                  <a:close/>
                </a:path>
                <a:path w="677545" h="467995">
                  <a:moveTo>
                    <a:pt x="215442" y="439026"/>
                  </a:moveTo>
                  <a:lnTo>
                    <a:pt x="215074" y="430707"/>
                  </a:lnTo>
                  <a:lnTo>
                    <a:pt x="211874" y="427177"/>
                  </a:lnTo>
                  <a:lnTo>
                    <a:pt x="203542" y="427177"/>
                  </a:lnTo>
                  <a:lnTo>
                    <a:pt x="199682" y="430720"/>
                  </a:lnTo>
                  <a:lnTo>
                    <a:pt x="199834" y="434441"/>
                  </a:lnTo>
                  <a:lnTo>
                    <a:pt x="199034" y="435254"/>
                  </a:lnTo>
                  <a:lnTo>
                    <a:pt x="199529" y="441845"/>
                  </a:lnTo>
                  <a:lnTo>
                    <a:pt x="204254" y="444284"/>
                  </a:lnTo>
                  <a:lnTo>
                    <a:pt x="205968" y="442569"/>
                  </a:lnTo>
                  <a:lnTo>
                    <a:pt x="207556" y="442569"/>
                  </a:lnTo>
                  <a:lnTo>
                    <a:pt x="211582" y="442569"/>
                  </a:lnTo>
                  <a:lnTo>
                    <a:pt x="215442" y="439026"/>
                  </a:lnTo>
                  <a:close/>
                </a:path>
                <a:path w="677545" h="467995">
                  <a:moveTo>
                    <a:pt x="220522" y="352259"/>
                  </a:moveTo>
                  <a:lnTo>
                    <a:pt x="219163" y="352259"/>
                  </a:lnTo>
                  <a:lnTo>
                    <a:pt x="219163" y="353314"/>
                  </a:lnTo>
                  <a:lnTo>
                    <a:pt x="219837" y="353314"/>
                  </a:lnTo>
                  <a:lnTo>
                    <a:pt x="220522" y="353314"/>
                  </a:lnTo>
                  <a:lnTo>
                    <a:pt x="220522" y="352259"/>
                  </a:lnTo>
                  <a:close/>
                </a:path>
                <a:path w="677545" h="467995">
                  <a:moveTo>
                    <a:pt x="222326" y="326136"/>
                  </a:moveTo>
                  <a:lnTo>
                    <a:pt x="220154" y="323684"/>
                  </a:lnTo>
                  <a:lnTo>
                    <a:pt x="216954" y="320065"/>
                  </a:lnTo>
                  <a:lnTo>
                    <a:pt x="213868" y="320967"/>
                  </a:lnTo>
                  <a:lnTo>
                    <a:pt x="211988" y="328891"/>
                  </a:lnTo>
                  <a:lnTo>
                    <a:pt x="214858" y="332003"/>
                  </a:lnTo>
                  <a:lnTo>
                    <a:pt x="221564" y="330149"/>
                  </a:lnTo>
                  <a:lnTo>
                    <a:pt x="222326" y="326136"/>
                  </a:lnTo>
                  <a:close/>
                </a:path>
                <a:path w="677545" h="467995">
                  <a:moveTo>
                    <a:pt x="234416" y="443852"/>
                  </a:moveTo>
                  <a:lnTo>
                    <a:pt x="223837" y="443852"/>
                  </a:lnTo>
                  <a:lnTo>
                    <a:pt x="223824" y="452069"/>
                  </a:lnTo>
                  <a:lnTo>
                    <a:pt x="229120" y="452069"/>
                  </a:lnTo>
                  <a:lnTo>
                    <a:pt x="234416" y="452069"/>
                  </a:lnTo>
                  <a:lnTo>
                    <a:pt x="234416" y="443852"/>
                  </a:lnTo>
                  <a:close/>
                </a:path>
                <a:path w="677545" h="467995">
                  <a:moveTo>
                    <a:pt x="236105" y="375704"/>
                  </a:moveTo>
                  <a:lnTo>
                    <a:pt x="232460" y="372605"/>
                  </a:lnTo>
                  <a:lnTo>
                    <a:pt x="229920" y="370433"/>
                  </a:lnTo>
                  <a:lnTo>
                    <a:pt x="227444" y="369709"/>
                  </a:lnTo>
                  <a:lnTo>
                    <a:pt x="222796" y="371754"/>
                  </a:lnTo>
                  <a:lnTo>
                    <a:pt x="220929" y="374053"/>
                  </a:lnTo>
                  <a:lnTo>
                    <a:pt x="221411" y="381952"/>
                  </a:lnTo>
                  <a:lnTo>
                    <a:pt x="224764" y="384467"/>
                  </a:lnTo>
                  <a:lnTo>
                    <a:pt x="222148" y="385978"/>
                  </a:lnTo>
                  <a:lnTo>
                    <a:pt x="220726" y="386181"/>
                  </a:lnTo>
                  <a:lnTo>
                    <a:pt x="218948" y="387832"/>
                  </a:lnTo>
                  <a:lnTo>
                    <a:pt x="217766" y="388518"/>
                  </a:lnTo>
                  <a:lnTo>
                    <a:pt x="217932" y="388785"/>
                  </a:lnTo>
                  <a:lnTo>
                    <a:pt x="215188" y="391325"/>
                  </a:lnTo>
                  <a:lnTo>
                    <a:pt x="215392" y="396176"/>
                  </a:lnTo>
                  <a:lnTo>
                    <a:pt x="220992" y="402285"/>
                  </a:lnTo>
                  <a:lnTo>
                    <a:pt x="225640" y="402755"/>
                  </a:lnTo>
                  <a:lnTo>
                    <a:pt x="232359" y="397319"/>
                  </a:lnTo>
                  <a:lnTo>
                    <a:pt x="232498" y="396405"/>
                  </a:lnTo>
                  <a:lnTo>
                    <a:pt x="233032" y="392887"/>
                  </a:lnTo>
                  <a:lnTo>
                    <a:pt x="232956" y="392620"/>
                  </a:lnTo>
                  <a:lnTo>
                    <a:pt x="229311" y="385584"/>
                  </a:lnTo>
                  <a:lnTo>
                    <a:pt x="228549" y="384124"/>
                  </a:lnTo>
                  <a:lnTo>
                    <a:pt x="234315" y="381685"/>
                  </a:lnTo>
                  <a:lnTo>
                    <a:pt x="236105" y="375704"/>
                  </a:lnTo>
                  <a:close/>
                </a:path>
                <a:path w="677545" h="467995">
                  <a:moveTo>
                    <a:pt x="241554" y="427037"/>
                  </a:moveTo>
                  <a:lnTo>
                    <a:pt x="240195" y="422948"/>
                  </a:lnTo>
                  <a:lnTo>
                    <a:pt x="236931" y="421855"/>
                  </a:lnTo>
                  <a:lnTo>
                    <a:pt x="232092" y="420243"/>
                  </a:lnTo>
                  <a:lnTo>
                    <a:pt x="231178" y="421170"/>
                  </a:lnTo>
                  <a:lnTo>
                    <a:pt x="230797" y="420941"/>
                  </a:lnTo>
                  <a:lnTo>
                    <a:pt x="229209" y="420433"/>
                  </a:lnTo>
                  <a:lnTo>
                    <a:pt x="228219" y="420687"/>
                  </a:lnTo>
                  <a:lnTo>
                    <a:pt x="229285" y="416839"/>
                  </a:lnTo>
                  <a:lnTo>
                    <a:pt x="223481" y="413054"/>
                  </a:lnTo>
                  <a:lnTo>
                    <a:pt x="220065" y="414731"/>
                  </a:lnTo>
                  <a:lnTo>
                    <a:pt x="217944" y="414210"/>
                  </a:lnTo>
                  <a:lnTo>
                    <a:pt x="216319" y="415785"/>
                  </a:lnTo>
                  <a:lnTo>
                    <a:pt x="216065" y="415709"/>
                  </a:lnTo>
                  <a:lnTo>
                    <a:pt x="215823" y="416267"/>
                  </a:lnTo>
                  <a:lnTo>
                    <a:pt x="215773" y="416407"/>
                  </a:lnTo>
                  <a:lnTo>
                    <a:pt x="213131" y="422706"/>
                  </a:lnTo>
                  <a:lnTo>
                    <a:pt x="217678" y="425335"/>
                  </a:lnTo>
                  <a:lnTo>
                    <a:pt x="219443" y="428040"/>
                  </a:lnTo>
                  <a:lnTo>
                    <a:pt x="224650" y="427634"/>
                  </a:lnTo>
                  <a:lnTo>
                    <a:pt x="227025" y="431850"/>
                  </a:lnTo>
                  <a:lnTo>
                    <a:pt x="231178" y="432295"/>
                  </a:lnTo>
                  <a:lnTo>
                    <a:pt x="232562" y="430911"/>
                  </a:lnTo>
                  <a:lnTo>
                    <a:pt x="236410" y="432181"/>
                  </a:lnTo>
                  <a:lnTo>
                    <a:pt x="241554" y="427037"/>
                  </a:lnTo>
                  <a:close/>
                </a:path>
                <a:path w="677545" h="467995">
                  <a:moveTo>
                    <a:pt x="249288" y="379412"/>
                  </a:moveTo>
                  <a:lnTo>
                    <a:pt x="243586" y="379412"/>
                  </a:lnTo>
                  <a:lnTo>
                    <a:pt x="243573" y="383844"/>
                  </a:lnTo>
                  <a:lnTo>
                    <a:pt x="246430" y="383844"/>
                  </a:lnTo>
                  <a:lnTo>
                    <a:pt x="249275" y="383844"/>
                  </a:lnTo>
                  <a:lnTo>
                    <a:pt x="249288" y="379412"/>
                  </a:lnTo>
                  <a:close/>
                </a:path>
                <a:path w="677545" h="467995">
                  <a:moveTo>
                    <a:pt x="253149" y="290804"/>
                  </a:moveTo>
                  <a:lnTo>
                    <a:pt x="251218" y="286829"/>
                  </a:lnTo>
                  <a:lnTo>
                    <a:pt x="250380" y="285102"/>
                  </a:lnTo>
                  <a:lnTo>
                    <a:pt x="248424" y="285102"/>
                  </a:lnTo>
                  <a:lnTo>
                    <a:pt x="245643" y="290804"/>
                  </a:lnTo>
                  <a:lnTo>
                    <a:pt x="253149" y="290804"/>
                  </a:lnTo>
                  <a:close/>
                </a:path>
                <a:path w="677545" h="467995">
                  <a:moveTo>
                    <a:pt x="255663" y="409308"/>
                  </a:moveTo>
                  <a:lnTo>
                    <a:pt x="250405" y="409308"/>
                  </a:lnTo>
                  <a:lnTo>
                    <a:pt x="248361" y="405968"/>
                  </a:lnTo>
                  <a:lnTo>
                    <a:pt x="247332" y="404304"/>
                  </a:lnTo>
                  <a:lnTo>
                    <a:pt x="246214" y="403479"/>
                  </a:lnTo>
                  <a:lnTo>
                    <a:pt x="239991" y="404101"/>
                  </a:lnTo>
                  <a:lnTo>
                    <a:pt x="237769" y="409829"/>
                  </a:lnTo>
                  <a:lnTo>
                    <a:pt x="241528" y="412038"/>
                  </a:lnTo>
                  <a:lnTo>
                    <a:pt x="241528" y="420281"/>
                  </a:lnTo>
                  <a:lnTo>
                    <a:pt x="248589" y="420281"/>
                  </a:lnTo>
                  <a:lnTo>
                    <a:pt x="255651" y="420281"/>
                  </a:lnTo>
                  <a:lnTo>
                    <a:pt x="255663" y="409308"/>
                  </a:lnTo>
                  <a:close/>
                </a:path>
                <a:path w="677545" h="467995">
                  <a:moveTo>
                    <a:pt x="258025" y="422033"/>
                  </a:moveTo>
                  <a:lnTo>
                    <a:pt x="250698" y="422033"/>
                  </a:lnTo>
                  <a:lnTo>
                    <a:pt x="250698" y="427736"/>
                  </a:lnTo>
                  <a:lnTo>
                    <a:pt x="254355" y="427736"/>
                  </a:lnTo>
                  <a:lnTo>
                    <a:pt x="258025" y="427736"/>
                  </a:lnTo>
                  <a:lnTo>
                    <a:pt x="258025" y="422033"/>
                  </a:lnTo>
                  <a:close/>
                </a:path>
                <a:path w="677545" h="467995">
                  <a:moveTo>
                    <a:pt x="258635" y="452818"/>
                  </a:moveTo>
                  <a:lnTo>
                    <a:pt x="253834" y="450430"/>
                  </a:lnTo>
                  <a:lnTo>
                    <a:pt x="250583" y="448818"/>
                  </a:lnTo>
                  <a:lnTo>
                    <a:pt x="247916" y="447040"/>
                  </a:lnTo>
                  <a:lnTo>
                    <a:pt x="242671" y="449389"/>
                  </a:lnTo>
                  <a:lnTo>
                    <a:pt x="241820" y="451815"/>
                  </a:lnTo>
                  <a:lnTo>
                    <a:pt x="243535" y="457085"/>
                  </a:lnTo>
                  <a:lnTo>
                    <a:pt x="246964" y="457860"/>
                  </a:lnTo>
                  <a:lnTo>
                    <a:pt x="255181" y="461022"/>
                  </a:lnTo>
                  <a:lnTo>
                    <a:pt x="258635" y="452818"/>
                  </a:lnTo>
                  <a:close/>
                </a:path>
                <a:path w="677545" h="467995">
                  <a:moveTo>
                    <a:pt x="270852" y="446227"/>
                  </a:moveTo>
                  <a:lnTo>
                    <a:pt x="268008" y="443611"/>
                  </a:lnTo>
                  <a:lnTo>
                    <a:pt x="263169" y="443826"/>
                  </a:lnTo>
                  <a:lnTo>
                    <a:pt x="262788" y="442823"/>
                  </a:lnTo>
                  <a:lnTo>
                    <a:pt x="260845" y="442861"/>
                  </a:lnTo>
                  <a:lnTo>
                    <a:pt x="260604" y="442874"/>
                  </a:lnTo>
                  <a:lnTo>
                    <a:pt x="260362" y="442874"/>
                  </a:lnTo>
                  <a:lnTo>
                    <a:pt x="260121" y="442887"/>
                  </a:lnTo>
                  <a:lnTo>
                    <a:pt x="259321" y="442899"/>
                  </a:lnTo>
                  <a:lnTo>
                    <a:pt x="258673" y="443547"/>
                  </a:lnTo>
                  <a:lnTo>
                    <a:pt x="258635" y="445071"/>
                  </a:lnTo>
                  <a:lnTo>
                    <a:pt x="258584" y="447014"/>
                  </a:lnTo>
                  <a:lnTo>
                    <a:pt x="260273" y="447675"/>
                  </a:lnTo>
                  <a:lnTo>
                    <a:pt x="259753" y="451789"/>
                  </a:lnTo>
                  <a:lnTo>
                    <a:pt x="262801" y="454228"/>
                  </a:lnTo>
                  <a:lnTo>
                    <a:pt x="268554" y="454215"/>
                  </a:lnTo>
                  <a:lnTo>
                    <a:pt x="270332" y="452043"/>
                  </a:lnTo>
                  <a:lnTo>
                    <a:pt x="270560" y="449478"/>
                  </a:lnTo>
                  <a:lnTo>
                    <a:pt x="270852" y="446227"/>
                  </a:lnTo>
                  <a:close/>
                </a:path>
                <a:path w="677545" h="467995">
                  <a:moveTo>
                    <a:pt x="274510" y="417233"/>
                  </a:moveTo>
                  <a:lnTo>
                    <a:pt x="273367" y="412076"/>
                  </a:lnTo>
                  <a:lnTo>
                    <a:pt x="269455" y="411149"/>
                  </a:lnTo>
                  <a:lnTo>
                    <a:pt x="265252" y="410159"/>
                  </a:lnTo>
                  <a:lnTo>
                    <a:pt x="261988" y="413423"/>
                  </a:lnTo>
                  <a:lnTo>
                    <a:pt x="263893" y="421538"/>
                  </a:lnTo>
                  <a:lnTo>
                    <a:pt x="269062" y="422694"/>
                  </a:lnTo>
                  <a:lnTo>
                    <a:pt x="274510" y="417233"/>
                  </a:lnTo>
                  <a:close/>
                </a:path>
                <a:path w="677545" h="467995">
                  <a:moveTo>
                    <a:pt x="276999" y="454228"/>
                  </a:moveTo>
                  <a:lnTo>
                    <a:pt x="276415" y="454228"/>
                  </a:lnTo>
                  <a:lnTo>
                    <a:pt x="276415" y="454672"/>
                  </a:lnTo>
                  <a:lnTo>
                    <a:pt x="276707" y="454672"/>
                  </a:lnTo>
                  <a:lnTo>
                    <a:pt x="276999" y="454672"/>
                  </a:lnTo>
                  <a:lnTo>
                    <a:pt x="276999" y="454228"/>
                  </a:lnTo>
                  <a:close/>
                </a:path>
                <a:path w="677545" h="467995">
                  <a:moveTo>
                    <a:pt x="278726" y="431431"/>
                  </a:moveTo>
                  <a:lnTo>
                    <a:pt x="274167" y="428256"/>
                  </a:lnTo>
                  <a:lnTo>
                    <a:pt x="272580" y="427151"/>
                  </a:lnTo>
                  <a:lnTo>
                    <a:pt x="271348" y="426834"/>
                  </a:lnTo>
                  <a:lnTo>
                    <a:pt x="267766" y="426516"/>
                  </a:lnTo>
                  <a:lnTo>
                    <a:pt x="267550" y="426834"/>
                  </a:lnTo>
                  <a:lnTo>
                    <a:pt x="267119" y="426694"/>
                  </a:lnTo>
                  <a:lnTo>
                    <a:pt x="265722" y="427355"/>
                  </a:lnTo>
                  <a:lnTo>
                    <a:pt x="265722" y="427799"/>
                  </a:lnTo>
                  <a:lnTo>
                    <a:pt x="265722" y="427355"/>
                  </a:lnTo>
                  <a:lnTo>
                    <a:pt x="265239" y="427583"/>
                  </a:lnTo>
                  <a:lnTo>
                    <a:pt x="265239" y="427926"/>
                  </a:lnTo>
                  <a:lnTo>
                    <a:pt x="264756" y="427799"/>
                  </a:lnTo>
                  <a:lnTo>
                    <a:pt x="264629" y="427761"/>
                  </a:lnTo>
                  <a:lnTo>
                    <a:pt x="264756" y="427799"/>
                  </a:lnTo>
                  <a:lnTo>
                    <a:pt x="264972" y="427697"/>
                  </a:lnTo>
                  <a:lnTo>
                    <a:pt x="264871" y="427824"/>
                  </a:lnTo>
                  <a:lnTo>
                    <a:pt x="265239" y="427926"/>
                  </a:lnTo>
                  <a:lnTo>
                    <a:pt x="265239" y="427583"/>
                  </a:lnTo>
                  <a:lnTo>
                    <a:pt x="263994" y="427101"/>
                  </a:lnTo>
                  <a:lnTo>
                    <a:pt x="262572" y="427723"/>
                  </a:lnTo>
                  <a:lnTo>
                    <a:pt x="261213" y="428307"/>
                  </a:lnTo>
                  <a:lnTo>
                    <a:pt x="259156" y="435432"/>
                  </a:lnTo>
                  <a:lnTo>
                    <a:pt x="262928" y="438531"/>
                  </a:lnTo>
                  <a:lnTo>
                    <a:pt x="270357" y="438696"/>
                  </a:lnTo>
                  <a:lnTo>
                    <a:pt x="271995" y="436410"/>
                  </a:lnTo>
                  <a:lnTo>
                    <a:pt x="273621" y="437857"/>
                  </a:lnTo>
                  <a:lnTo>
                    <a:pt x="278726" y="431431"/>
                  </a:lnTo>
                  <a:close/>
                </a:path>
                <a:path w="677545" h="467995">
                  <a:moveTo>
                    <a:pt x="294855" y="439064"/>
                  </a:moveTo>
                  <a:lnTo>
                    <a:pt x="290652" y="434860"/>
                  </a:lnTo>
                  <a:lnTo>
                    <a:pt x="284467" y="435368"/>
                  </a:lnTo>
                  <a:lnTo>
                    <a:pt x="282943" y="436587"/>
                  </a:lnTo>
                  <a:lnTo>
                    <a:pt x="280746" y="442366"/>
                  </a:lnTo>
                  <a:lnTo>
                    <a:pt x="283705" y="447522"/>
                  </a:lnTo>
                  <a:lnTo>
                    <a:pt x="291325" y="448665"/>
                  </a:lnTo>
                  <a:lnTo>
                    <a:pt x="293839" y="446659"/>
                  </a:lnTo>
                  <a:lnTo>
                    <a:pt x="294347" y="442912"/>
                  </a:lnTo>
                  <a:lnTo>
                    <a:pt x="294855" y="439064"/>
                  </a:lnTo>
                  <a:close/>
                </a:path>
                <a:path w="677545" h="467995">
                  <a:moveTo>
                    <a:pt x="302958" y="436194"/>
                  </a:moveTo>
                  <a:lnTo>
                    <a:pt x="302374" y="436194"/>
                  </a:lnTo>
                  <a:lnTo>
                    <a:pt x="302374" y="436651"/>
                  </a:lnTo>
                  <a:lnTo>
                    <a:pt x="302666" y="436651"/>
                  </a:lnTo>
                  <a:lnTo>
                    <a:pt x="302958" y="436651"/>
                  </a:lnTo>
                  <a:lnTo>
                    <a:pt x="302958" y="436194"/>
                  </a:lnTo>
                  <a:close/>
                </a:path>
                <a:path w="677545" h="467995">
                  <a:moveTo>
                    <a:pt x="313588" y="462597"/>
                  </a:moveTo>
                  <a:lnTo>
                    <a:pt x="310603" y="458419"/>
                  </a:lnTo>
                  <a:lnTo>
                    <a:pt x="307568" y="459193"/>
                  </a:lnTo>
                  <a:lnTo>
                    <a:pt x="306666" y="459422"/>
                  </a:lnTo>
                  <a:lnTo>
                    <a:pt x="305777" y="459320"/>
                  </a:lnTo>
                  <a:lnTo>
                    <a:pt x="304114" y="459917"/>
                  </a:lnTo>
                  <a:lnTo>
                    <a:pt x="303466" y="460387"/>
                  </a:lnTo>
                  <a:lnTo>
                    <a:pt x="301078" y="461403"/>
                  </a:lnTo>
                  <a:lnTo>
                    <a:pt x="301053" y="463880"/>
                  </a:lnTo>
                  <a:lnTo>
                    <a:pt x="305015" y="467791"/>
                  </a:lnTo>
                  <a:lnTo>
                    <a:pt x="307975" y="467182"/>
                  </a:lnTo>
                  <a:lnTo>
                    <a:pt x="313588" y="462597"/>
                  </a:lnTo>
                  <a:close/>
                </a:path>
                <a:path w="677545" h="467995">
                  <a:moveTo>
                    <a:pt x="330365" y="455790"/>
                  </a:moveTo>
                  <a:lnTo>
                    <a:pt x="325348" y="449300"/>
                  </a:lnTo>
                  <a:lnTo>
                    <a:pt x="329272" y="447001"/>
                  </a:lnTo>
                  <a:lnTo>
                    <a:pt x="329425" y="443179"/>
                  </a:lnTo>
                  <a:lnTo>
                    <a:pt x="327304" y="440664"/>
                  </a:lnTo>
                  <a:lnTo>
                    <a:pt x="325729" y="438797"/>
                  </a:lnTo>
                  <a:lnTo>
                    <a:pt x="323024" y="437934"/>
                  </a:lnTo>
                  <a:lnTo>
                    <a:pt x="318452" y="440613"/>
                  </a:lnTo>
                  <a:lnTo>
                    <a:pt x="318058" y="443242"/>
                  </a:lnTo>
                  <a:lnTo>
                    <a:pt x="319468" y="448945"/>
                  </a:lnTo>
                  <a:lnTo>
                    <a:pt x="319862" y="449097"/>
                  </a:lnTo>
                  <a:lnTo>
                    <a:pt x="317868" y="451027"/>
                  </a:lnTo>
                  <a:lnTo>
                    <a:pt x="317004" y="451446"/>
                  </a:lnTo>
                  <a:lnTo>
                    <a:pt x="316344" y="452056"/>
                  </a:lnTo>
                  <a:lnTo>
                    <a:pt x="315544" y="452691"/>
                  </a:lnTo>
                  <a:lnTo>
                    <a:pt x="313156" y="455904"/>
                  </a:lnTo>
                  <a:lnTo>
                    <a:pt x="313220" y="458965"/>
                  </a:lnTo>
                  <a:lnTo>
                    <a:pt x="315861" y="462788"/>
                  </a:lnTo>
                  <a:lnTo>
                    <a:pt x="318033" y="464578"/>
                  </a:lnTo>
                  <a:lnTo>
                    <a:pt x="322453" y="464108"/>
                  </a:lnTo>
                  <a:lnTo>
                    <a:pt x="324078" y="463816"/>
                  </a:lnTo>
                  <a:lnTo>
                    <a:pt x="329336" y="460527"/>
                  </a:lnTo>
                  <a:lnTo>
                    <a:pt x="330365" y="455790"/>
                  </a:lnTo>
                  <a:close/>
                </a:path>
                <a:path w="677545" h="467995">
                  <a:moveTo>
                    <a:pt x="665099" y="423938"/>
                  </a:moveTo>
                  <a:lnTo>
                    <a:pt x="662647" y="423938"/>
                  </a:lnTo>
                  <a:lnTo>
                    <a:pt x="662647" y="425831"/>
                  </a:lnTo>
                  <a:lnTo>
                    <a:pt x="663879" y="425831"/>
                  </a:lnTo>
                  <a:lnTo>
                    <a:pt x="665099" y="425831"/>
                  </a:lnTo>
                  <a:lnTo>
                    <a:pt x="665099" y="423938"/>
                  </a:lnTo>
                  <a:close/>
                </a:path>
                <a:path w="677545" h="467995">
                  <a:moveTo>
                    <a:pt x="677062" y="394195"/>
                  </a:moveTo>
                  <a:lnTo>
                    <a:pt x="673074" y="392125"/>
                  </a:lnTo>
                  <a:lnTo>
                    <a:pt x="669950" y="390499"/>
                  </a:lnTo>
                  <a:lnTo>
                    <a:pt x="665822" y="391452"/>
                  </a:lnTo>
                  <a:lnTo>
                    <a:pt x="664502" y="399465"/>
                  </a:lnTo>
                  <a:lnTo>
                    <a:pt x="667156" y="402551"/>
                  </a:lnTo>
                  <a:lnTo>
                    <a:pt x="661416" y="402551"/>
                  </a:lnTo>
                  <a:lnTo>
                    <a:pt x="661416" y="409727"/>
                  </a:lnTo>
                  <a:lnTo>
                    <a:pt x="666038" y="409727"/>
                  </a:lnTo>
                  <a:lnTo>
                    <a:pt x="670648" y="409727"/>
                  </a:lnTo>
                  <a:lnTo>
                    <a:pt x="670648" y="402551"/>
                  </a:lnTo>
                  <a:lnTo>
                    <a:pt x="670458" y="402551"/>
                  </a:lnTo>
                  <a:lnTo>
                    <a:pt x="676173" y="400037"/>
                  </a:lnTo>
                  <a:lnTo>
                    <a:pt x="677062" y="39419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2566987" y="8005019"/>
              <a:ext cx="622300" cy="104775"/>
            </a:xfrm>
            <a:custGeom>
              <a:avLst/>
              <a:gdLst/>
              <a:ahLst/>
              <a:cxnLst/>
              <a:rect l="l" t="t" r="r" b="b"/>
              <a:pathLst>
                <a:path w="622300" h="104775">
                  <a:moveTo>
                    <a:pt x="9779" y="74968"/>
                  </a:moveTo>
                  <a:lnTo>
                    <a:pt x="12" y="74968"/>
                  </a:lnTo>
                  <a:lnTo>
                    <a:pt x="0" y="82562"/>
                  </a:lnTo>
                  <a:lnTo>
                    <a:pt x="4889" y="82562"/>
                  </a:lnTo>
                  <a:lnTo>
                    <a:pt x="9779" y="82562"/>
                  </a:lnTo>
                  <a:lnTo>
                    <a:pt x="9779" y="74968"/>
                  </a:lnTo>
                  <a:close/>
                </a:path>
                <a:path w="622300" h="104775">
                  <a:moveTo>
                    <a:pt x="14960" y="83439"/>
                  </a:moveTo>
                  <a:lnTo>
                    <a:pt x="3835" y="83439"/>
                  </a:lnTo>
                  <a:lnTo>
                    <a:pt x="3822" y="92087"/>
                  </a:lnTo>
                  <a:lnTo>
                    <a:pt x="9398" y="92087"/>
                  </a:lnTo>
                  <a:lnTo>
                    <a:pt x="14947" y="92087"/>
                  </a:lnTo>
                  <a:lnTo>
                    <a:pt x="14960" y="83439"/>
                  </a:lnTo>
                  <a:close/>
                </a:path>
                <a:path w="622300" h="104775">
                  <a:moveTo>
                    <a:pt x="35890" y="21094"/>
                  </a:moveTo>
                  <a:lnTo>
                    <a:pt x="26377" y="21094"/>
                  </a:lnTo>
                  <a:lnTo>
                    <a:pt x="26377" y="28473"/>
                  </a:lnTo>
                  <a:lnTo>
                    <a:pt x="31140" y="28473"/>
                  </a:lnTo>
                  <a:lnTo>
                    <a:pt x="35890" y="28473"/>
                  </a:lnTo>
                  <a:lnTo>
                    <a:pt x="35890" y="21094"/>
                  </a:lnTo>
                  <a:close/>
                </a:path>
                <a:path w="622300" h="104775">
                  <a:moveTo>
                    <a:pt x="56273" y="95110"/>
                  </a:moveTo>
                  <a:lnTo>
                    <a:pt x="55905" y="88620"/>
                  </a:lnTo>
                  <a:lnTo>
                    <a:pt x="51460" y="86448"/>
                  </a:lnTo>
                  <a:lnTo>
                    <a:pt x="44208" y="82918"/>
                  </a:lnTo>
                  <a:lnTo>
                    <a:pt x="37528" y="89573"/>
                  </a:lnTo>
                  <a:lnTo>
                    <a:pt x="38455" y="91503"/>
                  </a:lnTo>
                  <a:lnTo>
                    <a:pt x="36474" y="90500"/>
                  </a:lnTo>
                  <a:lnTo>
                    <a:pt x="31953" y="88239"/>
                  </a:lnTo>
                  <a:lnTo>
                    <a:pt x="27863" y="92316"/>
                  </a:lnTo>
                  <a:lnTo>
                    <a:pt x="31483" y="99542"/>
                  </a:lnTo>
                  <a:lnTo>
                    <a:pt x="35407" y="99796"/>
                  </a:lnTo>
                  <a:lnTo>
                    <a:pt x="39433" y="95783"/>
                  </a:lnTo>
                  <a:lnTo>
                    <a:pt x="39255" y="93129"/>
                  </a:lnTo>
                  <a:lnTo>
                    <a:pt x="43256" y="101295"/>
                  </a:lnTo>
                  <a:lnTo>
                    <a:pt x="49733" y="101638"/>
                  </a:lnTo>
                  <a:lnTo>
                    <a:pt x="56273" y="95110"/>
                  </a:lnTo>
                  <a:close/>
                </a:path>
                <a:path w="622300" h="104775">
                  <a:moveTo>
                    <a:pt x="61201" y="55029"/>
                  </a:moveTo>
                  <a:lnTo>
                    <a:pt x="59372" y="51955"/>
                  </a:lnTo>
                  <a:lnTo>
                    <a:pt x="56591" y="51917"/>
                  </a:lnTo>
                  <a:lnTo>
                    <a:pt x="53047" y="51866"/>
                  </a:lnTo>
                  <a:lnTo>
                    <a:pt x="51155" y="54495"/>
                  </a:lnTo>
                  <a:lnTo>
                    <a:pt x="55016" y="59601"/>
                  </a:lnTo>
                  <a:lnTo>
                    <a:pt x="58254" y="60071"/>
                  </a:lnTo>
                  <a:lnTo>
                    <a:pt x="61201" y="55029"/>
                  </a:lnTo>
                  <a:close/>
                </a:path>
                <a:path w="622300" h="104775">
                  <a:moveTo>
                    <a:pt x="61455" y="20662"/>
                  </a:moveTo>
                  <a:lnTo>
                    <a:pt x="53416" y="18288"/>
                  </a:lnTo>
                  <a:lnTo>
                    <a:pt x="53390" y="26784"/>
                  </a:lnTo>
                  <a:lnTo>
                    <a:pt x="58166" y="25374"/>
                  </a:lnTo>
                  <a:lnTo>
                    <a:pt x="61455" y="24409"/>
                  </a:lnTo>
                  <a:lnTo>
                    <a:pt x="61455" y="20662"/>
                  </a:lnTo>
                  <a:close/>
                </a:path>
                <a:path w="622300" h="104775">
                  <a:moveTo>
                    <a:pt x="73418" y="92786"/>
                  </a:moveTo>
                  <a:lnTo>
                    <a:pt x="72821" y="92786"/>
                  </a:lnTo>
                  <a:lnTo>
                    <a:pt x="72821" y="93230"/>
                  </a:lnTo>
                  <a:lnTo>
                    <a:pt x="73126" y="93230"/>
                  </a:lnTo>
                  <a:lnTo>
                    <a:pt x="73418" y="93230"/>
                  </a:lnTo>
                  <a:lnTo>
                    <a:pt x="73418" y="92786"/>
                  </a:lnTo>
                  <a:close/>
                </a:path>
                <a:path w="622300" h="104775">
                  <a:moveTo>
                    <a:pt x="74472" y="58966"/>
                  </a:moveTo>
                  <a:close/>
                </a:path>
                <a:path w="622300" h="104775">
                  <a:moveTo>
                    <a:pt x="74663" y="58978"/>
                  </a:moveTo>
                  <a:lnTo>
                    <a:pt x="74498" y="58839"/>
                  </a:lnTo>
                  <a:lnTo>
                    <a:pt x="74663" y="58978"/>
                  </a:lnTo>
                  <a:close/>
                </a:path>
                <a:path w="622300" h="104775">
                  <a:moveTo>
                    <a:pt x="75057" y="59105"/>
                  </a:moveTo>
                  <a:lnTo>
                    <a:pt x="74942" y="58801"/>
                  </a:lnTo>
                  <a:lnTo>
                    <a:pt x="74790" y="58978"/>
                  </a:lnTo>
                  <a:lnTo>
                    <a:pt x="74663" y="58978"/>
                  </a:lnTo>
                  <a:lnTo>
                    <a:pt x="74904" y="59169"/>
                  </a:lnTo>
                  <a:lnTo>
                    <a:pt x="75044" y="59143"/>
                  </a:lnTo>
                  <a:lnTo>
                    <a:pt x="74917" y="59042"/>
                  </a:lnTo>
                  <a:lnTo>
                    <a:pt x="75057" y="59105"/>
                  </a:lnTo>
                  <a:close/>
                </a:path>
                <a:path w="622300" h="104775">
                  <a:moveTo>
                    <a:pt x="75095" y="59131"/>
                  </a:moveTo>
                  <a:lnTo>
                    <a:pt x="74968" y="58801"/>
                  </a:lnTo>
                  <a:lnTo>
                    <a:pt x="75095" y="59131"/>
                  </a:lnTo>
                  <a:close/>
                </a:path>
                <a:path w="622300" h="104775">
                  <a:moveTo>
                    <a:pt x="75133" y="58851"/>
                  </a:moveTo>
                  <a:close/>
                </a:path>
                <a:path w="622300" h="104775">
                  <a:moveTo>
                    <a:pt x="76263" y="58750"/>
                  </a:moveTo>
                  <a:lnTo>
                    <a:pt x="76123" y="58915"/>
                  </a:lnTo>
                  <a:lnTo>
                    <a:pt x="76263" y="58750"/>
                  </a:lnTo>
                  <a:close/>
                </a:path>
                <a:path w="622300" h="104775">
                  <a:moveTo>
                    <a:pt x="86817" y="55816"/>
                  </a:moveTo>
                  <a:lnTo>
                    <a:pt x="85547" y="54432"/>
                  </a:lnTo>
                  <a:lnTo>
                    <a:pt x="78600" y="46824"/>
                  </a:lnTo>
                  <a:lnTo>
                    <a:pt x="76377" y="46621"/>
                  </a:lnTo>
                  <a:lnTo>
                    <a:pt x="76377" y="59067"/>
                  </a:lnTo>
                  <a:lnTo>
                    <a:pt x="76276" y="58775"/>
                  </a:lnTo>
                  <a:lnTo>
                    <a:pt x="76225" y="59359"/>
                  </a:lnTo>
                  <a:lnTo>
                    <a:pt x="76161" y="59143"/>
                  </a:lnTo>
                  <a:lnTo>
                    <a:pt x="76111" y="58966"/>
                  </a:lnTo>
                  <a:lnTo>
                    <a:pt x="75552" y="59067"/>
                  </a:lnTo>
                  <a:lnTo>
                    <a:pt x="76060" y="58928"/>
                  </a:lnTo>
                  <a:lnTo>
                    <a:pt x="76047" y="58750"/>
                  </a:lnTo>
                  <a:lnTo>
                    <a:pt x="75971" y="58508"/>
                  </a:lnTo>
                  <a:lnTo>
                    <a:pt x="76047" y="58750"/>
                  </a:lnTo>
                  <a:lnTo>
                    <a:pt x="75946" y="58229"/>
                  </a:lnTo>
                  <a:lnTo>
                    <a:pt x="76149" y="58585"/>
                  </a:lnTo>
                  <a:lnTo>
                    <a:pt x="76060" y="58254"/>
                  </a:lnTo>
                  <a:lnTo>
                    <a:pt x="76149" y="58458"/>
                  </a:lnTo>
                  <a:lnTo>
                    <a:pt x="76098" y="58127"/>
                  </a:lnTo>
                  <a:lnTo>
                    <a:pt x="76187" y="58394"/>
                  </a:lnTo>
                  <a:lnTo>
                    <a:pt x="76212" y="58254"/>
                  </a:lnTo>
                  <a:lnTo>
                    <a:pt x="76250" y="58610"/>
                  </a:lnTo>
                  <a:lnTo>
                    <a:pt x="76377" y="59067"/>
                  </a:lnTo>
                  <a:lnTo>
                    <a:pt x="76377" y="46621"/>
                  </a:lnTo>
                  <a:lnTo>
                    <a:pt x="76047" y="46596"/>
                  </a:lnTo>
                  <a:lnTo>
                    <a:pt x="76047" y="58204"/>
                  </a:lnTo>
                  <a:lnTo>
                    <a:pt x="76047" y="46596"/>
                  </a:lnTo>
                  <a:lnTo>
                    <a:pt x="75234" y="46520"/>
                  </a:lnTo>
                  <a:lnTo>
                    <a:pt x="75234" y="58508"/>
                  </a:lnTo>
                  <a:lnTo>
                    <a:pt x="75133" y="58851"/>
                  </a:lnTo>
                  <a:lnTo>
                    <a:pt x="75158" y="59105"/>
                  </a:lnTo>
                  <a:lnTo>
                    <a:pt x="75184" y="59385"/>
                  </a:lnTo>
                  <a:lnTo>
                    <a:pt x="75057" y="59131"/>
                  </a:lnTo>
                  <a:lnTo>
                    <a:pt x="75006" y="59258"/>
                  </a:lnTo>
                  <a:lnTo>
                    <a:pt x="74485" y="58839"/>
                  </a:lnTo>
                  <a:lnTo>
                    <a:pt x="74587" y="59042"/>
                  </a:lnTo>
                  <a:lnTo>
                    <a:pt x="74587" y="59258"/>
                  </a:lnTo>
                  <a:lnTo>
                    <a:pt x="74472" y="58966"/>
                  </a:lnTo>
                  <a:lnTo>
                    <a:pt x="74333" y="58877"/>
                  </a:lnTo>
                  <a:lnTo>
                    <a:pt x="74180" y="58877"/>
                  </a:lnTo>
                  <a:lnTo>
                    <a:pt x="74066" y="58648"/>
                  </a:lnTo>
                  <a:lnTo>
                    <a:pt x="73291" y="57950"/>
                  </a:lnTo>
                  <a:lnTo>
                    <a:pt x="73672" y="58254"/>
                  </a:lnTo>
                  <a:lnTo>
                    <a:pt x="74066" y="58648"/>
                  </a:lnTo>
                  <a:lnTo>
                    <a:pt x="74193" y="58775"/>
                  </a:lnTo>
                  <a:lnTo>
                    <a:pt x="74358" y="58851"/>
                  </a:lnTo>
                  <a:lnTo>
                    <a:pt x="74485" y="58839"/>
                  </a:lnTo>
                  <a:lnTo>
                    <a:pt x="74625" y="58826"/>
                  </a:lnTo>
                  <a:lnTo>
                    <a:pt x="74803" y="58801"/>
                  </a:lnTo>
                  <a:lnTo>
                    <a:pt x="74726" y="58940"/>
                  </a:lnTo>
                  <a:lnTo>
                    <a:pt x="74891" y="58801"/>
                  </a:lnTo>
                  <a:lnTo>
                    <a:pt x="74853" y="58534"/>
                  </a:lnTo>
                  <a:lnTo>
                    <a:pt x="74968" y="58737"/>
                  </a:lnTo>
                  <a:lnTo>
                    <a:pt x="74993" y="58534"/>
                  </a:lnTo>
                  <a:lnTo>
                    <a:pt x="74942" y="58064"/>
                  </a:lnTo>
                  <a:lnTo>
                    <a:pt x="75082" y="58635"/>
                  </a:lnTo>
                  <a:lnTo>
                    <a:pt x="75234" y="58508"/>
                  </a:lnTo>
                  <a:lnTo>
                    <a:pt x="75234" y="46520"/>
                  </a:lnTo>
                  <a:lnTo>
                    <a:pt x="71259" y="46139"/>
                  </a:lnTo>
                  <a:lnTo>
                    <a:pt x="63042" y="55308"/>
                  </a:lnTo>
                  <a:lnTo>
                    <a:pt x="63144" y="62242"/>
                  </a:lnTo>
                  <a:lnTo>
                    <a:pt x="67297" y="66598"/>
                  </a:lnTo>
                  <a:lnTo>
                    <a:pt x="71729" y="68427"/>
                  </a:lnTo>
                  <a:lnTo>
                    <a:pt x="72948" y="67843"/>
                  </a:lnTo>
                  <a:lnTo>
                    <a:pt x="76073" y="68364"/>
                  </a:lnTo>
                  <a:lnTo>
                    <a:pt x="78803" y="67805"/>
                  </a:lnTo>
                  <a:lnTo>
                    <a:pt x="86144" y="62839"/>
                  </a:lnTo>
                  <a:lnTo>
                    <a:pt x="86550" y="58597"/>
                  </a:lnTo>
                  <a:lnTo>
                    <a:pt x="86575" y="58254"/>
                  </a:lnTo>
                  <a:lnTo>
                    <a:pt x="86588" y="58127"/>
                  </a:lnTo>
                  <a:lnTo>
                    <a:pt x="86690" y="57150"/>
                  </a:lnTo>
                  <a:lnTo>
                    <a:pt x="86817" y="55816"/>
                  </a:lnTo>
                  <a:close/>
                </a:path>
                <a:path w="622300" h="104775">
                  <a:moveTo>
                    <a:pt x="95770" y="89369"/>
                  </a:moveTo>
                  <a:lnTo>
                    <a:pt x="92748" y="86918"/>
                  </a:lnTo>
                  <a:lnTo>
                    <a:pt x="90525" y="85102"/>
                  </a:lnTo>
                  <a:lnTo>
                    <a:pt x="88620" y="84480"/>
                  </a:lnTo>
                  <a:lnTo>
                    <a:pt x="84874" y="86144"/>
                  </a:lnTo>
                  <a:lnTo>
                    <a:pt x="83413" y="87947"/>
                  </a:lnTo>
                  <a:lnTo>
                    <a:pt x="83781" y="94500"/>
                  </a:lnTo>
                  <a:lnTo>
                    <a:pt x="87401" y="97155"/>
                  </a:lnTo>
                  <a:lnTo>
                    <a:pt x="94195" y="94297"/>
                  </a:lnTo>
                  <a:lnTo>
                    <a:pt x="95770" y="89369"/>
                  </a:lnTo>
                  <a:close/>
                </a:path>
                <a:path w="622300" h="104775">
                  <a:moveTo>
                    <a:pt x="109588" y="72250"/>
                  </a:moveTo>
                  <a:lnTo>
                    <a:pt x="107010" y="67703"/>
                  </a:lnTo>
                  <a:lnTo>
                    <a:pt x="103111" y="67271"/>
                  </a:lnTo>
                  <a:lnTo>
                    <a:pt x="100533" y="66992"/>
                  </a:lnTo>
                  <a:lnTo>
                    <a:pt x="98082" y="69443"/>
                  </a:lnTo>
                  <a:lnTo>
                    <a:pt x="98793" y="75920"/>
                  </a:lnTo>
                  <a:lnTo>
                    <a:pt x="103314" y="78511"/>
                  </a:lnTo>
                  <a:lnTo>
                    <a:pt x="109588" y="72250"/>
                  </a:lnTo>
                  <a:close/>
                </a:path>
                <a:path w="622300" h="104775">
                  <a:moveTo>
                    <a:pt x="125082" y="56273"/>
                  </a:moveTo>
                  <a:lnTo>
                    <a:pt x="124637" y="53987"/>
                  </a:lnTo>
                  <a:lnTo>
                    <a:pt x="124002" y="50749"/>
                  </a:lnTo>
                  <a:lnTo>
                    <a:pt x="121259" y="49822"/>
                  </a:lnTo>
                  <a:lnTo>
                    <a:pt x="119087" y="50139"/>
                  </a:lnTo>
                  <a:lnTo>
                    <a:pt x="116878" y="49479"/>
                  </a:lnTo>
                  <a:lnTo>
                    <a:pt x="116878" y="52044"/>
                  </a:lnTo>
                  <a:lnTo>
                    <a:pt x="116751" y="52247"/>
                  </a:lnTo>
                  <a:lnTo>
                    <a:pt x="116878" y="52044"/>
                  </a:lnTo>
                  <a:lnTo>
                    <a:pt x="116878" y="49479"/>
                  </a:lnTo>
                  <a:lnTo>
                    <a:pt x="115836" y="49161"/>
                  </a:lnTo>
                  <a:lnTo>
                    <a:pt x="112890" y="56210"/>
                  </a:lnTo>
                  <a:lnTo>
                    <a:pt x="118529" y="59436"/>
                  </a:lnTo>
                  <a:lnTo>
                    <a:pt x="120002" y="59766"/>
                  </a:lnTo>
                  <a:lnTo>
                    <a:pt x="123799" y="58191"/>
                  </a:lnTo>
                  <a:lnTo>
                    <a:pt x="125082" y="56273"/>
                  </a:lnTo>
                  <a:close/>
                </a:path>
                <a:path w="622300" h="104775">
                  <a:moveTo>
                    <a:pt x="136131" y="7480"/>
                  </a:moveTo>
                  <a:lnTo>
                    <a:pt x="132549" y="4343"/>
                  </a:lnTo>
                  <a:lnTo>
                    <a:pt x="130022" y="2120"/>
                  </a:lnTo>
                  <a:lnTo>
                    <a:pt x="127469" y="1435"/>
                  </a:lnTo>
                  <a:lnTo>
                    <a:pt x="126365" y="1930"/>
                  </a:lnTo>
                  <a:lnTo>
                    <a:pt x="126365" y="27901"/>
                  </a:lnTo>
                  <a:lnTo>
                    <a:pt x="123634" y="26657"/>
                  </a:lnTo>
                  <a:lnTo>
                    <a:pt x="125145" y="27343"/>
                  </a:lnTo>
                  <a:lnTo>
                    <a:pt x="126365" y="27901"/>
                  </a:lnTo>
                  <a:lnTo>
                    <a:pt x="126365" y="1930"/>
                  </a:lnTo>
                  <a:lnTo>
                    <a:pt x="122885" y="3454"/>
                  </a:lnTo>
                  <a:lnTo>
                    <a:pt x="120954" y="5778"/>
                  </a:lnTo>
                  <a:lnTo>
                    <a:pt x="121577" y="13665"/>
                  </a:lnTo>
                  <a:lnTo>
                    <a:pt x="125209" y="16522"/>
                  </a:lnTo>
                  <a:lnTo>
                    <a:pt x="122364" y="18173"/>
                  </a:lnTo>
                  <a:lnTo>
                    <a:pt x="120459" y="18453"/>
                  </a:lnTo>
                  <a:lnTo>
                    <a:pt x="118338" y="20523"/>
                  </a:lnTo>
                  <a:lnTo>
                    <a:pt x="117754" y="20866"/>
                  </a:lnTo>
                  <a:lnTo>
                    <a:pt x="117843" y="21005"/>
                  </a:lnTo>
                  <a:lnTo>
                    <a:pt x="114998" y="23787"/>
                  </a:lnTo>
                  <a:lnTo>
                    <a:pt x="115201" y="28625"/>
                  </a:lnTo>
                  <a:lnTo>
                    <a:pt x="120980" y="34899"/>
                  </a:lnTo>
                  <a:lnTo>
                    <a:pt x="126085" y="35318"/>
                  </a:lnTo>
                  <a:lnTo>
                    <a:pt x="132448" y="29349"/>
                  </a:lnTo>
                  <a:lnTo>
                    <a:pt x="132524" y="28740"/>
                  </a:lnTo>
                  <a:lnTo>
                    <a:pt x="133032" y="24930"/>
                  </a:lnTo>
                  <a:lnTo>
                    <a:pt x="129260" y="17830"/>
                  </a:lnTo>
                  <a:lnTo>
                    <a:pt x="128282" y="16002"/>
                  </a:lnTo>
                  <a:lnTo>
                    <a:pt x="134454" y="13398"/>
                  </a:lnTo>
                  <a:lnTo>
                    <a:pt x="136131" y="7480"/>
                  </a:lnTo>
                  <a:close/>
                </a:path>
                <a:path w="622300" h="104775">
                  <a:moveTo>
                    <a:pt x="141986" y="60693"/>
                  </a:moveTo>
                  <a:lnTo>
                    <a:pt x="140550" y="56692"/>
                  </a:lnTo>
                  <a:lnTo>
                    <a:pt x="137337" y="55549"/>
                  </a:lnTo>
                  <a:lnTo>
                    <a:pt x="132448" y="53809"/>
                  </a:lnTo>
                  <a:lnTo>
                    <a:pt x="129882" y="56362"/>
                  </a:lnTo>
                  <a:lnTo>
                    <a:pt x="132765" y="64477"/>
                  </a:lnTo>
                  <a:lnTo>
                    <a:pt x="136779" y="65900"/>
                  </a:lnTo>
                  <a:lnTo>
                    <a:pt x="141986" y="60693"/>
                  </a:lnTo>
                  <a:close/>
                </a:path>
                <a:path w="622300" h="104775">
                  <a:moveTo>
                    <a:pt x="151180" y="42799"/>
                  </a:moveTo>
                  <a:lnTo>
                    <a:pt x="149098" y="38938"/>
                  </a:lnTo>
                  <a:lnTo>
                    <a:pt x="147929" y="36741"/>
                  </a:lnTo>
                  <a:lnTo>
                    <a:pt x="146392" y="36398"/>
                  </a:lnTo>
                  <a:lnTo>
                    <a:pt x="139458" y="37515"/>
                  </a:lnTo>
                  <a:lnTo>
                    <a:pt x="139636" y="44030"/>
                  </a:lnTo>
                  <a:lnTo>
                    <a:pt x="147383" y="47155"/>
                  </a:lnTo>
                  <a:lnTo>
                    <a:pt x="151180" y="42799"/>
                  </a:lnTo>
                  <a:close/>
                </a:path>
                <a:path w="622300" h="104775">
                  <a:moveTo>
                    <a:pt x="156235" y="6667"/>
                  </a:moveTo>
                  <a:lnTo>
                    <a:pt x="153339" y="3771"/>
                  </a:lnTo>
                  <a:lnTo>
                    <a:pt x="146481" y="3771"/>
                  </a:lnTo>
                  <a:lnTo>
                    <a:pt x="143586" y="6667"/>
                  </a:lnTo>
                  <a:lnTo>
                    <a:pt x="143586" y="13525"/>
                  </a:lnTo>
                  <a:lnTo>
                    <a:pt x="146469" y="16421"/>
                  </a:lnTo>
                  <a:lnTo>
                    <a:pt x="149910" y="16421"/>
                  </a:lnTo>
                  <a:lnTo>
                    <a:pt x="153314" y="16421"/>
                  </a:lnTo>
                  <a:lnTo>
                    <a:pt x="156235" y="13512"/>
                  </a:lnTo>
                  <a:lnTo>
                    <a:pt x="156235" y="6667"/>
                  </a:lnTo>
                  <a:close/>
                </a:path>
                <a:path w="622300" h="104775">
                  <a:moveTo>
                    <a:pt x="156552" y="61531"/>
                  </a:moveTo>
                  <a:lnTo>
                    <a:pt x="156108" y="57023"/>
                  </a:lnTo>
                  <a:lnTo>
                    <a:pt x="153111" y="55562"/>
                  </a:lnTo>
                  <a:lnTo>
                    <a:pt x="152819" y="55422"/>
                  </a:lnTo>
                  <a:lnTo>
                    <a:pt x="152412" y="55016"/>
                  </a:lnTo>
                  <a:lnTo>
                    <a:pt x="151803" y="54394"/>
                  </a:lnTo>
                  <a:lnTo>
                    <a:pt x="150952" y="53543"/>
                  </a:lnTo>
                  <a:lnTo>
                    <a:pt x="150825" y="53390"/>
                  </a:lnTo>
                  <a:lnTo>
                    <a:pt x="150114" y="52641"/>
                  </a:lnTo>
                  <a:lnTo>
                    <a:pt x="146837" y="52578"/>
                  </a:lnTo>
                  <a:lnTo>
                    <a:pt x="142227" y="57683"/>
                  </a:lnTo>
                  <a:lnTo>
                    <a:pt x="143002" y="61582"/>
                  </a:lnTo>
                  <a:lnTo>
                    <a:pt x="148069" y="67411"/>
                  </a:lnTo>
                  <a:lnTo>
                    <a:pt x="152539" y="66738"/>
                  </a:lnTo>
                  <a:lnTo>
                    <a:pt x="156552" y="61531"/>
                  </a:lnTo>
                  <a:close/>
                </a:path>
                <a:path w="622300" h="104775">
                  <a:moveTo>
                    <a:pt x="161010" y="48806"/>
                  </a:moveTo>
                  <a:lnTo>
                    <a:pt x="160426" y="48806"/>
                  </a:lnTo>
                  <a:lnTo>
                    <a:pt x="160426" y="49250"/>
                  </a:lnTo>
                  <a:lnTo>
                    <a:pt x="160718" y="49250"/>
                  </a:lnTo>
                  <a:lnTo>
                    <a:pt x="161010" y="49250"/>
                  </a:lnTo>
                  <a:lnTo>
                    <a:pt x="161010" y="48806"/>
                  </a:lnTo>
                  <a:close/>
                </a:path>
                <a:path w="622300" h="104775">
                  <a:moveTo>
                    <a:pt x="161734" y="56007"/>
                  </a:moveTo>
                  <a:lnTo>
                    <a:pt x="161150" y="56007"/>
                  </a:lnTo>
                  <a:lnTo>
                    <a:pt x="161150" y="56464"/>
                  </a:lnTo>
                  <a:lnTo>
                    <a:pt x="161442" y="56464"/>
                  </a:lnTo>
                  <a:lnTo>
                    <a:pt x="161734" y="56464"/>
                  </a:lnTo>
                  <a:lnTo>
                    <a:pt x="161734" y="56007"/>
                  </a:lnTo>
                  <a:close/>
                </a:path>
                <a:path w="622300" h="104775">
                  <a:moveTo>
                    <a:pt x="163728" y="78917"/>
                  </a:moveTo>
                  <a:lnTo>
                    <a:pt x="163626" y="77711"/>
                  </a:lnTo>
                  <a:lnTo>
                    <a:pt x="163322" y="75641"/>
                  </a:lnTo>
                  <a:lnTo>
                    <a:pt x="158178" y="71386"/>
                  </a:lnTo>
                  <a:lnTo>
                    <a:pt x="152831" y="73634"/>
                  </a:lnTo>
                  <a:lnTo>
                    <a:pt x="154279" y="78320"/>
                  </a:lnTo>
                  <a:lnTo>
                    <a:pt x="154457" y="78917"/>
                  </a:lnTo>
                  <a:lnTo>
                    <a:pt x="154279" y="78320"/>
                  </a:lnTo>
                  <a:lnTo>
                    <a:pt x="153352" y="80175"/>
                  </a:lnTo>
                  <a:lnTo>
                    <a:pt x="154127" y="83159"/>
                  </a:lnTo>
                  <a:lnTo>
                    <a:pt x="159346" y="85356"/>
                  </a:lnTo>
                  <a:lnTo>
                    <a:pt x="162306" y="83985"/>
                  </a:lnTo>
                  <a:lnTo>
                    <a:pt x="163728" y="78917"/>
                  </a:lnTo>
                  <a:close/>
                </a:path>
                <a:path w="622300" h="104775">
                  <a:moveTo>
                    <a:pt x="172085" y="25552"/>
                  </a:moveTo>
                  <a:lnTo>
                    <a:pt x="170853" y="22644"/>
                  </a:lnTo>
                  <a:lnTo>
                    <a:pt x="169900" y="20396"/>
                  </a:lnTo>
                  <a:lnTo>
                    <a:pt x="168363" y="18770"/>
                  </a:lnTo>
                  <a:lnTo>
                    <a:pt x="164566" y="14554"/>
                  </a:lnTo>
                  <a:lnTo>
                    <a:pt x="160743" y="16573"/>
                  </a:lnTo>
                  <a:lnTo>
                    <a:pt x="160515" y="22047"/>
                  </a:lnTo>
                  <a:lnTo>
                    <a:pt x="160477" y="24244"/>
                  </a:lnTo>
                  <a:lnTo>
                    <a:pt x="162128" y="29730"/>
                  </a:lnTo>
                  <a:lnTo>
                    <a:pt x="165392" y="31369"/>
                  </a:lnTo>
                  <a:lnTo>
                    <a:pt x="171488" y="28790"/>
                  </a:lnTo>
                  <a:lnTo>
                    <a:pt x="172085" y="25552"/>
                  </a:lnTo>
                  <a:close/>
                </a:path>
                <a:path w="622300" h="104775">
                  <a:moveTo>
                    <a:pt x="178320" y="58178"/>
                  </a:moveTo>
                  <a:lnTo>
                    <a:pt x="177736" y="58178"/>
                  </a:lnTo>
                  <a:lnTo>
                    <a:pt x="177736" y="58623"/>
                  </a:lnTo>
                  <a:lnTo>
                    <a:pt x="178028" y="58623"/>
                  </a:lnTo>
                  <a:lnTo>
                    <a:pt x="178320" y="58623"/>
                  </a:lnTo>
                  <a:lnTo>
                    <a:pt x="178320" y="58178"/>
                  </a:lnTo>
                  <a:close/>
                </a:path>
                <a:path w="622300" h="104775">
                  <a:moveTo>
                    <a:pt x="188506" y="43954"/>
                  </a:moveTo>
                  <a:lnTo>
                    <a:pt x="184962" y="43078"/>
                  </a:lnTo>
                  <a:lnTo>
                    <a:pt x="183235" y="42646"/>
                  </a:lnTo>
                  <a:lnTo>
                    <a:pt x="182460" y="43421"/>
                  </a:lnTo>
                  <a:lnTo>
                    <a:pt x="183756" y="48691"/>
                  </a:lnTo>
                  <a:lnTo>
                    <a:pt x="188506" y="43954"/>
                  </a:lnTo>
                  <a:close/>
                </a:path>
                <a:path w="622300" h="104775">
                  <a:moveTo>
                    <a:pt x="198958" y="74701"/>
                  </a:moveTo>
                  <a:lnTo>
                    <a:pt x="198577" y="66382"/>
                  </a:lnTo>
                  <a:lnTo>
                    <a:pt x="195389" y="62852"/>
                  </a:lnTo>
                  <a:lnTo>
                    <a:pt x="187045" y="62852"/>
                  </a:lnTo>
                  <a:lnTo>
                    <a:pt x="183184" y="66395"/>
                  </a:lnTo>
                  <a:lnTo>
                    <a:pt x="183565" y="74714"/>
                  </a:lnTo>
                  <a:lnTo>
                    <a:pt x="186753" y="78244"/>
                  </a:lnTo>
                  <a:lnTo>
                    <a:pt x="191071" y="78244"/>
                  </a:lnTo>
                  <a:lnTo>
                    <a:pt x="195097" y="78244"/>
                  </a:lnTo>
                  <a:lnTo>
                    <a:pt x="198958" y="74701"/>
                  </a:lnTo>
                  <a:close/>
                </a:path>
                <a:path w="622300" h="104775">
                  <a:moveTo>
                    <a:pt x="206959" y="21628"/>
                  </a:moveTo>
                  <a:lnTo>
                    <a:pt x="200875" y="12687"/>
                  </a:lnTo>
                  <a:lnTo>
                    <a:pt x="201523" y="12585"/>
                  </a:lnTo>
                  <a:lnTo>
                    <a:pt x="201777" y="9372"/>
                  </a:lnTo>
                  <a:lnTo>
                    <a:pt x="201942" y="7251"/>
                  </a:lnTo>
                  <a:lnTo>
                    <a:pt x="201168" y="4991"/>
                  </a:lnTo>
                  <a:lnTo>
                    <a:pt x="200164" y="0"/>
                  </a:lnTo>
                  <a:lnTo>
                    <a:pt x="195440" y="635"/>
                  </a:lnTo>
                  <a:lnTo>
                    <a:pt x="195681" y="5727"/>
                  </a:lnTo>
                  <a:lnTo>
                    <a:pt x="195503" y="8102"/>
                  </a:lnTo>
                  <a:lnTo>
                    <a:pt x="196519" y="11125"/>
                  </a:lnTo>
                  <a:lnTo>
                    <a:pt x="193509" y="11633"/>
                  </a:lnTo>
                  <a:lnTo>
                    <a:pt x="190030" y="11341"/>
                  </a:lnTo>
                  <a:lnTo>
                    <a:pt x="186702" y="14871"/>
                  </a:lnTo>
                  <a:lnTo>
                    <a:pt x="185699" y="22352"/>
                  </a:lnTo>
                  <a:lnTo>
                    <a:pt x="188074" y="25781"/>
                  </a:lnTo>
                  <a:lnTo>
                    <a:pt x="200380" y="29781"/>
                  </a:lnTo>
                  <a:lnTo>
                    <a:pt x="205066" y="23964"/>
                  </a:lnTo>
                  <a:lnTo>
                    <a:pt x="206959" y="21628"/>
                  </a:lnTo>
                  <a:close/>
                </a:path>
                <a:path w="622300" h="104775">
                  <a:moveTo>
                    <a:pt x="217932" y="79527"/>
                  </a:moveTo>
                  <a:lnTo>
                    <a:pt x="207340" y="79527"/>
                  </a:lnTo>
                  <a:lnTo>
                    <a:pt x="207340" y="87744"/>
                  </a:lnTo>
                  <a:lnTo>
                    <a:pt x="212636" y="87744"/>
                  </a:lnTo>
                  <a:lnTo>
                    <a:pt x="217919" y="87744"/>
                  </a:lnTo>
                  <a:lnTo>
                    <a:pt x="217932" y="79527"/>
                  </a:lnTo>
                  <a:close/>
                </a:path>
                <a:path w="622300" h="104775">
                  <a:moveTo>
                    <a:pt x="219316" y="63347"/>
                  </a:moveTo>
                  <a:lnTo>
                    <a:pt x="218871" y="59194"/>
                  </a:lnTo>
                  <a:lnTo>
                    <a:pt x="215963" y="57543"/>
                  </a:lnTo>
                  <a:lnTo>
                    <a:pt x="214312" y="56616"/>
                  </a:lnTo>
                  <a:lnTo>
                    <a:pt x="212712" y="56108"/>
                  </a:lnTo>
                  <a:lnTo>
                    <a:pt x="211734" y="56362"/>
                  </a:lnTo>
                  <a:lnTo>
                    <a:pt x="212801" y="52514"/>
                  </a:lnTo>
                  <a:lnTo>
                    <a:pt x="206984" y="48729"/>
                  </a:lnTo>
                  <a:lnTo>
                    <a:pt x="203568" y="50406"/>
                  </a:lnTo>
                  <a:lnTo>
                    <a:pt x="201460" y="49885"/>
                  </a:lnTo>
                  <a:lnTo>
                    <a:pt x="199288" y="51981"/>
                  </a:lnTo>
                  <a:lnTo>
                    <a:pt x="198780" y="56375"/>
                  </a:lnTo>
                  <a:lnTo>
                    <a:pt x="199275" y="58039"/>
                  </a:lnTo>
                  <a:lnTo>
                    <a:pt x="202958" y="63715"/>
                  </a:lnTo>
                  <a:lnTo>
                    <a:pt x="208153" y="63309"/>
                  </a:lnTo>
                  <a:lnTo>
                    <a:pt x="210540" y="67525"/>
                  </a:lnTo>
                  <a:lnTo>
                    <a:pt x="214680" y="67970"/>
                  </a:lnTo>
                  <a:lnTo>
                    <a:pt x="219316" y="63347"/>
                  </a:lnTo>
                  <a:close/>
                </a:path>
                <a:path w="622300" h="104775">
                  <a:moveTo>
                    <a:pt x="232791" y="15087"/>
                  </a:moveTo>
                  <a:lnTo>
                    <a:pt x="227088" y="15087"/>
                  </a:lnTo>
                  <a:lnTo>
                    <a:pt x="227076" y="19519"/>
                  </a:lnTo>
                  <a:lnTo>
                    <a:pt x="229933" y="19519"/>
                  </a:lnTo>
                  <a:lnTo>
                    <a:pt x="232791" y="19519"/>
                  </a:lnTo>
                  <a:lnTo>
                    <a:pt x="232791" y="15087"/>
                  </a:lnTo>
                  <a:close/>
                </a:path>
                <a:path w="622300" h="104775">
                  <a:moveTo>
                    <a:pt x="239166" y="44983"/>
                  </a:moveTo>
                  <a:lnTo>
                    <a:pt x="225044" y="44983"/>
                  </a:lnTo>
                  <a:lnTo>
                    <a:pt x="225031" y="55956"/>
                  </a:lnTo>
                  <a:lnTo>
                    <a:pt x="232105" y="55956"/>
                  </a:lnTo>
                  <a:lnTo>
                    <a:pt x="239153" y="55956"/>
                  </a:lnTo>
                  <a:lnTo>
                    <a:pt x="239166" y="44983"/>
                  </a:lnTo>
                  <a:close/>
                </a:path>
                <a:path w="622300" h="104775">
                  <a:moveTo>
                    <a:pt x="241528" y="57708"/>
                  </a:moveTo>
                  <a:lnTo>
                    <a:pt x="234200" y="57708"/>
                  </a:lnTo>
                  <a:lnTo>
                    <a:pt x="234200" y="63411"/>
                  </a:lnTo>
                  <a:lnTo>
                    <a:pt x="237871" y="63411"/>
                  </a:lnTo>
                  <a:lnTo>
                    <a:pt x="241528" y="63411"/>
                  </a:lnTo>
                  <a:lnTo>
                    <a:pt x="241528" y="57708"/>
                  </a:lnTo>
                  <a:close/>
                </a:path>
                <a:path w="622300" h="104775">
                  <a:moveTo>
                    <a:pt x="242138" y="88493"/>
                  </a:moveTo>
                  <a:lnTo>
                    <a:pt x="237337" y="86106"/>
                  </a:lnTo>
                  <a:lnTo>
                    <a:pt x="234099" y="84493"/>
                  </a:lnTo>
                  <a:lnTo>
                    <a:pt x="231432" y="82715"/>
                  </a:lnTo>
                  <a:lnTo>
                    <a:pt x="226187" y="85064"/>
                  </a:lnTo>
                  <a:lnTo>
                    <a:pt x="225336" y="87490"/>
                  </a:lnTo>
                  <a:lnTo>
                    <a:pt x="227037" y="92760"/>
                  </a:lnTo>
                  <a:lnTo>
                    <a:pt x="230479" y="93535"/>
                  </a:lnTo>
                  <a:lnTo>
                    <a:pt x="238683" y="96697"/>
                  </a:lnTo>
                  <a:lnTo>
                    <a:pt x="242138" y="88493"/>
                  </a:lnTo>
                  <a:close/>
                </a:path>
                <a:path w="622300" h="104775">
                  <a:moveTo>
                    <a:pt x="254368" y="81902"/>
                  </a:moveTo>
                  <a:lnTo>
                    <a:pt x="251510" y="79286"/>
                  </a:lnTo>
                  <a:lnTo>
                    <a:pt x="246672" y="79502"/>
                  </a:lnTo>
                  <a:lnTo>
                    <a:pt x="246291" y="78498"/>
                  </a:lnTo>
                  <a:lnTo>
                    <a:pt x="244360" y="78536"/>
                  </a:lnTo>
                  <a:lnTo>
                    <a:pt x="244119" y="78549"/>
                  </a:lnTo>
                  <a:lnTo>
                    <a:pt x="243878" y="78549"/>
                  </a:lnTo>
                  <a:lnTo>
                    <a:pt x="243636" y="78562"/>
                  </a:lnTo>
                  <a:lnTo>
                    <a:pt x="242824" y="78574"/>
                  </a:lnTo>
                  <a:lnTo>
                    <a:pt x="242176" y="79222"/>
                  </a:lnTo>
                  <a:lnTo>
                    <a:pt x="242150" y="80746"/>
                  </a:lnTo>
                  <a:lnTo>
                    <a:pt x="242100" y="82689"/>
                  </a:lnTo>
                  <a:lnTo>
                    <a:pt x="243776" y="83337"/>
                  </a:lnTo>
                  <a:lnTo>
                    <a:pt x="243268" y="87464"/>
                  </a:lnTo>
                  <a:lnTo>
                    <a:pt x="246303" y="89903"/>
                  </a:lnTo>
                  <a:lnTo>
                    <a:pt x="252056" y="89890"/>
                  </a:lnTo>
                  <a:lnTo>
                    <a:pt x="253834" y="87718"/>
                  </a:lnTo>
                  <a:lnTo>
                    <a:pt x="254063" y="85153"/>
                  </a:lnTo>
                  <a:lnTo>
                    <a:pt x="254368" y="81902"/>
                  </a:lnTo>
                  <a:close/>
                </a:path>
                <a:path w="622300" h="104775">
                  <a:moveTo>
                    <a:pt x="258025" y="52908"/>
                  </a:moveTo>
                  <a:lnTo>
                    <a:pt x="256870" y="47752"/>
                  </a:lnTo>
                  <a:lnTo>
                    <a:pt x="252971" y="46824"/>
                  </a:lnTo>
                  <a:lnTo>
                    <a:pt x="248754" y="45834"/>
                  </a:lnTo>
                  <a:lnTo>
                    <a:pt x="245491" y="49098"/>
                  </a:lnTo>
                  <a:lnTo>
                    <a:pt x="247408" y="57213"/>
                  </a:lnTo>
                  <a:lnTo>
                    <a:pt x="252564" y="58369"/>
                  </a:lnTo>
                  <a:lnTo>
                    <a:pt x="258025" y="52908"/>
                  </a:lnTo>
                  <a:close/>
                </a:path>
                <a:path w="622300" h="104775">
                  <a:moveTo>
                    <a:pt x="260515" y="89903"/>
                  </a:moveTo>
                  <a:lnTo>
                    <a:pt x="259918" y="89903"/>
                  </a:lnTo>
                  <a:lnTo>
                    <a:pt x="259918" y="90347"/>
                  </a:lnTo>
                  <a:lnTo>
                    <a:pt x="260223" y="90347"/>
                  </a:lnTo>
                  <a:lnTo>
                    <a:pt x="260515" y="90347"/>
                  </a:lnTo>
                  <a:lnTo>
                    <a:pt x="260515" y="89903"/>
                  </a:lnTo>
                  <a:close/>
                </a:path>
                <a:path w="622300" h="104775">
                  <a:moveTo>
                    <a:pt x="262229" y="67106"/>
                  </a:moveTo>
                  <a:lnTo>
                    <a:pt x="257683" y="63931"/>
                  </a:lnTo>
                  <a:lnTo>
                    <a:pt x="256082" y="62826"/>
                  </a:lnTo>
                  <a:lnTo>
                    <a:pt x="254850" y="62509"/>
                  </a:lnTo>
                  <a:lnTo>
                    <a:pt x="251269" y="62191"/>
                  </a:lnTo>
                  <a:lnTo>
                    <a:pt x="251053" y="62509"/>
                  </a:lnTo>
                  <a:lnTo>
                    <a:pt x="250621" y="62369"/>
                  </a:lnTo>
                  <a:lnTo>
                    <a:pt x="250050" y="62649"/>
                  </a:lnTo>
                  <a:lnTo>
                    <a:pt x="250050" y="63931"/>
                  </a:lnTo>
                  <a:lnTo>
                    <a:pt x="249110" y="63500"/>
                  </a:lnTo>
                  <a:lnTo>
                    <a:pt x="249237" y="63474"/>
                  </a:lnTo>
                  <a:lnTo>
                    <a:pt x="250050" y="63931"/>
                  </a:lnTo>
                  <a:lnTo>
                    <a:pt x="250050" y="62649"/>
                  </a:lnTo>
                  <a:lnTo>
                    <a:pt x="248742" y="63258"/>
                  </a:lnTo>
                  <a:lnTo>
                    <a:pt x="248742" y="63601"/>
                  </a:lnTo>
                  <a:lnTo>
                    <a:pt x="248259" y="63474"/>
                  </a:lnTo>
                  <a:lnTo>
                    <a:pt x="248475" y="63373"/>
                  </a:lnTo>
                  <a:lnTo>
                    <a:pt x="248386" y="63500"/>
                  </a:lnTo>
                  <a:lnTo>
                    <a:pt x="248742" y="63601"/>
                  </a:lnTo>
                  <a:lnTo>
                    <a:pt x="248742" y="63258"/>
                  </a:lnTo>
                  <a:lnTo>
                    <a:pt x="247497" y="62776"/>
                  </a:lnTo>
                  <a:lnTo>
                    <a:pt x="246075" y="63398"/>
                  </a:lnTo>
                  <a:lnTo>
                    <a:pt x="244716" y="63982"/>
                  </a:lnTo>
                  <a:lnTo>
                    <a:pt x="242658" y="71107"/>
                  </a:lnTo>
                  <a:lnTo>
                    <a:pt x="246430" y="74206"/>
                  </a:lnTo>
                  <a:lnTo>
                    <a:pt x="253873" y="74371"/>
                  </a:lnTo>
                  <a:lnTo>
                    <a:pt x="255511" y="72085"/>
                  </a:lnTo>
                  <a:lnTo>
                    <a:pt x="257124" y="73533"/>
                  </a:lnTo>
                  <a:lnTo>
                    <a:pt x="262229" y="67106"/>
                  </a:lnTo>
                  <a:close/>
                </a:path>
                <a:path w="622300" h="104775">
                  <a:moveTo>
                    <a:pt x="278358" y="74739"/>
                  </a:moveTo>
                  <a:lnTo>
                    <a:pt x="274154" y="70535"/>
                  </a:lnTo>
                  <a:lnTo>
                    <a:pt x="267982" y="71043"/>
                  </a:lnTo>
                  <a:lnTo>
                    <a:pt x="266446" y="72263"/>
                  </a:lnTo>
                  <a:lnTo>
                    <a:pt x="264248" y="78041"/>
                  </a:lnTo>
                  <a:lnTo>
                    <a:pt x="267208" y="83197"/>
                  </a:lnTo>
                  <a:lnTo>
                    <a:pt x="274840" y="84340"/>
                  </a:lnTo>
                  <a:lnTo>
                    <a:pt x="277342" y="82334"/>
                  </a:lnTo>
                  <a:lnTo>
                    <a:pt x="277850" y="78587"/>
                  </a:lnTo>
                  <a:lnTo>
                    <a:pt x="278358" y="74739"/>
                  </a:lnTo>
                  <a:close/>
                </a:path>
                <a:path w="622300" h="104775">
                  <a:moveTo>
                    <a:pt x="286461" y="71869"/>
                  </a:moveTo>
                  <a:lnTo>
                    <a:pt x="285877" y="71869"/>
                  </a:lnTo>
                  <a:lnTo>
                    <a:pt x="285877" y="72326"/>
                  </a:lnTo>
                  <a:lnTo>
                    <a:pt x="286169" y="72326"/>
                  </a:lnTo>
                  <a:lnTo>
                    <a:pt x="286461" y="72326"/>
                  </a:lnTo>
                  <a:lnTo>
                    <a:pt x="286461" y="71869"/>
                  </a:lnTo>
                  <a:close/>
                </a:path>
                <a:path w="622300" h="104775">
                  <a:moveTo>
                    <a:pt x="297103" y="98272"/>
                  </a:moveTo>
                  <a:lnTo>
                    <a:pt x="294119" y="94094"/>
                  </a:lnTo>
                  <a:lnTo>
                    <a:pt x="291084" y="94869"/>
                  </a:lnTo>
                  <a:lnTo>
                    <a:pt x="290169" y="95097"/>
                  </a:lnTo>
                  <a:lnTo>
                    <a:pt x="289280" y="94996"/>
                  </a:lnTo>
                  <a:lnTo>
                    <a:pt x="287629" y="95592"/>
                  </a:lnTo>
                  <a:lnTo>
                    <a:pt x="286981" y="96062"/>
                  </a:lnTo>
                  <a:lnTo>
                    <a:pt x="284594" y="97078"/>
                  </a:lnTo>
                  <a:lnTo>
                    <a:pt x="284556" y="99555"/>
                  </a:lnTo>
                  <a:lnTo>
                    <a:pt x="288531" y="103466"/>
                  </a:lnTo>
                  <a:lnTo>
                    <a:pt x="291477" y="102857"/>
                  </a:lnTo>
                  <a:lnTo>
                    <a:pt x="297103" y="98272"/>
                  </a:lnTo>
                  <a:close/>
                </a:path>
                <a:path w="622300" h="104775">
                  <a:moveTo>
                    <a:pt x="313880" y="91465"/>
                  </a:moveTo>
                  <a:lnTo>
                    <a:pt x="308851" y="84988"/>
                  </a:lnTo>
                  <a:lnTo>
                    <a:pt x="312788" y="82677"/>
                  </a:lnTo>
                  <a:lnTo>
                    <a:pt x="312928" y="78854"/>
                  </a:lnTo>
                  <a:lnTo>
                    <a:pt x="310819" y="76339"/>
                  </a:lnTo>
                  <a:lnTo>
                    <a:pt x="309245" y="74472"/>
                  </a:lnTo>
                  <a:lnTo>
                    <a:pt x="306527" y="73609"/>
                  </a:lnTo>
                  <a:lnTo>
                    <a:pt x="301967" y="76288"/>
                  </a:lnTo>
                  <a:lnTo>
                    <a:pt x="301574" y="78917"/>
                  </a:lnTo>
                  <a:lnTo>
                    <a:pt x="302983" y="84620"/>
                  </a:lnTo>
                  <a:lnTo>
                    <a:pt x="303377" y="84772"/>
                  </a:lnTo>
                  <a:lnTo>
                    <a:pt x="301371" y="86702"/>
                  </a:lnTo>
                  <a:lnTo>
                    <a:pt x="300520" y="87122"/>
                  </a:lnTo>
                  <a:lnTo>
                    <a:pt x="299859" y="87731"/>
                  </a:lnTo>
                  <a:lnTo>
                    <a:pt x="299046" y="88366"/>
                  </a:lnTo>
                  <a:lnTo>
                    <a:pt x="296659" y="91579"/>
                  </a:lnTo>
                  <a:lnTo>
                    <a:pt x="296722" y="94640"/>
                  </a:lnTo>
                  <a:lnTo>
                    <a:pt x="299377" y="98463"/>
                  </a:lnTo>
                  <a:lnTo>
                    <a:pt x="301536" y="100253"/>
                  </a:lnTo>
                  <a:lnTo>
                    <a:pt x="305955" y="99783"/>
                  </a:lnTo>
                  <a:lnTo>
                    <a:pt x="307581" y="99491"/>
                  </a:lnTo>
                  <a:lnTo>
                    <a:pt x="312839" y="96202"/>
                  </a:lnTo>
                  <a:lnTo>
                    <a:pt x="313880" y="91465"/>
                  </a:lnTo>
                  <a:close/>
                </a:path>
                <a:path w="622300" h="104775">
                  <a:moveTo>
                    <a:pt x="331304" y="42278"/>
                  </a:moveTo>
                  <a:lnTo>
                    <a:pt x="330873" y="38557"/>
                  </a:lnTo>
                  <a:lnTo>
                    <a:pt x="327926" y="35725"/>
                  </a:lnTo>
                  <a:lnTo>
                    <a:pt x="324688" y="38201"/>
                  </a:lnTo>
                  <a:lnTo>
                    <a:pt x="323938" y="38646"/>
                  </a:lnTo>
                  <a:lnTo>
                    <a:pt x="323215" y="39395"/>
                  </a:lnTo>
                  <a:lnTo>
                    <a:pt x="321767" y="41071"/>
                  </a:lnTo>
                  <a:lnTo>
                    <a:pt x="321259" y="41516"/>
                  </a:lnTo>
                  <a:lnTo>
                    <a:pt x="320840" y="43967"/>
                  </a:lnTo>
                  <a:lnTo>
                    <a:pt x="321830" y="45262"/>
                  </a:lnTo>
                  <a:lnTo>
                    <a:pt x="322465" y="46101"/>
                  </a:lnTo>
                  <a:lnTo>
                    <a:pt x="322986" y="46850"/>
                  </a:lnTo>
                  <a:lnTo>
                    <a:pt x="326758" y="48463"/>
                  </a:lnTo>
                  <a:lnTo>
                    <a:pt x="330022" y="47675"/>
                  </a:lnTo>
                  <a:lnTo>
                    <a:pt x="331279" y="43281"/>
                  </a:lnTo>
                  <a:lnTo>
                    <a:pt x="331304" y="42278"/>
                  </a:lnTo>
                  <a:close/>
                </a:path>
                <a:path w="622300" h="104775">
                  <a:moveTo>
                    <a:pt x="351078" y="55918"/>
                  </a:moveTo>
                  <a:lnTo>
                    <a:pt x="350837" y="53225"/>
                  </a:lnTo>
                  <a:lnTo>
                    <a:pt x="350697" y="51689"/>
                  </a:lnTo>
                  <a:lnTo>
                    <a:pt x="350558" y="50241"/>
                  </a:lnTo>
                  <a:lnTo>
                    <a:pt x="350481" y="49364"/>
                  </a:lnTo>
                  <a:lnTo>
                    <a:pt x="342646" y="42227"/>
                  </a:lnTo>
                  <a:lnTo>
                    <a:pt x="341490" y="42214"/>
                  </a:lnTo>
                  <a:lnTo>
                    <a:pt x="341490" y="54533"/>
                  </a:lnTo>
                  <a:lnTo>
                    <a:pt x="340918" y="53454"/>
                  </a:lnTo>
                  <a:lnTo>
                    <a:pt x="340893" y="53822"/>
                  </a:lnTo>
                  <a:lnTo>
                    <a:pt x="340893" y="53568"/>
                  </a:lnTo>
                  <a:lnTo>
                    <a:pt x="340817" y="53822"/>
                  </a:lnTo>
                  <a:lnTo>
                    <a:pt x="340791" y="53594"/>
                  </a:lnTo>
                  <a:lnTo>
                    <a:pt x="340791" y="53911"/>
                  </a:lnTo>
                  <a:lnTo>
                    <a:pt x="340791" y="53594"/>
                  </a:lnTo>
                  <a:lnTo>
                    <a:pt x="340741" y="53124"/>
                  </a:lnTo>
                  <a:lnTo>
                    <a:pt x="340880" y="53555"/>
                  </a:lnTo>
                  <a:lnTo>
                    <a:pt x="340804" y="53251"/>
                  </a:lnTo>
                  <a:lnTo>
                    <a:pt x="340918" y="53441"/>
                  </a:lnTo>
                  <a:lnTo>
                    <a:pt x="340969" y="53225"/>
                  </a:lnTo>
                  <a:lnTo>
                    <a:pt x="340969" y="53543"/>
                  </a:lnTo>
                  <a:lnTo>
                    <a:pt x="341490" y="54533"/>
                  </a:lnTo>
                  <a:lnTo>
                    <a:pt x="341490" y="42214"/>
                  </a:lnTo>
                  <a:lnTo>
                    <a:pt x="339648" y="42189"/>
                  </a:lnTo>
                  <a:lnTo>
                    <a:pt x="339648" y="51587"/>
                  </a:lnTo>
                  <a:lnTo>
                    <a:pt x="339648" y="42189"/>
                  </a:lnTo>
                  <a:lnTo>
                    <a:pt x="338823" y="42176"/>
                  </a:lnTo>
                  <a:lnTo>
                    <a:pt x="338823" y="51930"/>
                  </a:lnTo>
                  <a:lnTo>
                    <a:pt x="338747" y="52857"/>
                  </a:lnTo>
                  <a:lnTo>
                    <a:pt x="338607" y="53124"/>
                  </a:lnTo>
                  <a:lnTo>
                    <a:pt x="338683" y="52514"/>
                  </a:lnTo>
                  <a:lnTo>
                    <a:pt x="338645" y="52324"/>
                  </a:lnTo>
                  <a:lnTo>
                    <a:pt x="338772" y="52031"/>
                  </a:lnTo>
                  <a:lnTo>
                    <a:pt x="338823" y="42176"/>
                  </a:lnTo>
                  <a:lnTo>
                    <a:pt x="336473" y="42125"/>
                  </a:lnTo>
                  <a:lnTo>
                    <a:pt x="330073" y="50241"/>
                  </a:lnTo>
                  <a:lnTo>
                    <a:pt x="330085" y="51130"/>
                  </a:lnTo>
                  <a:lnTo>
                    <a:pt x="330187" y="53263"/>
                  </a:lnTo>
                  <a:lnTo>
                    <a:pt x="330314" y="55257"/>
                  </a:lnTo>
                  <a:lnTo>
                    <a:pt x="331304" y="56464"/>
                  </a:lnTo>
                  <a:lnTo>
                    <a:pt x="332435" y="59067"/>
                  </a:lnTo>
                  <a:lnTo>
                    <a:pt x="337705" y="63080"/>
                  </a:lnTo>
                  <a:lnTo>
                    <a:pt x="334454" y="62903"/>
                  </a:lnTo>
                  <a:lnTo>
                    <a:pt x="333425" y="64427"/>
                  </a:lnTo>
                  <a:lnTo>
                    <a:pt x="338366" y="64325"/>
                  </a:lnTo>
                  <a:lnTo>
                    <a:pt x="333425" y="64439"/>
                  </a:lnTo>
                  <a:lnTo>
                    <a:pt x="332168" y="66306"/>
                  </a:lnTo>
                  <a:lnTo>
                    <a:pt x="333425" y="64427"/>
                  </a:lnTo>
                  <a:lnTo>
                    <a:pt x="329869" y="68376"/>
                  </a:lnTo>
                  <a:lnTo>
                    <a:pt x="331127" y="77711"/>
                  </a:lnTo>
                  <a:lnTo>
                    <a:pt x="332701" y="78574"/>
                  </a:lnTo>
                  <a:lnTo>
                    <a:pt x="330631" y="78765"/>
                  </a:lnTo>
                  <a:lnTo>
                    <a:pt x="329438" y="80137"/>
                  </a:lnTo>
                  <a:lnTo>
                    <a:pt x="330009" y="80022"/>
                  </a:lnTo>
                  <a:lnTo>
                    <a:pt x="329425" y="80149"/>
                  </a:lnTo>
                  <a:lnTo>
                    <a:pt x="326148" y="80784"/>
                  </a:lnTo>
                  <a:lnTo>
                    <a:pt x="324561" y="85686"/>
                  </a:lnTo>
                  <a:lnTo>
                    <a:pt x="328485" y="92379"/>
                  </a:lnTo>
                  <a:lnTo>
                    <a:pt x="332892" y="92494"/>
                  </a:lnTo>
                  <a:lnTo>
                    <a:pt x="337489" y="88722"/>
                  </a:lnTo>
                  <a:lnTo>
                    <a:pt x="338607" y="86321"/>
                  </a:lnTo>
                  <a:lnTo>
                    <a:pt x="338124" y="82029"/>
                  </a:lnTo>
                  <a:lnTo>
                    <a:pt x="337667" y="81076"/>
                  </a:lnTo>
                  <a:lnTo>
                    <a:pt x="337210" y="80149"/>
                  </a:lnTo>
                  <a:lnTo>
                    <a:pt x="336892" y="80022"/>
                  </a:lnTo>
                  <a:lnTo>
                    <a:pt x="336524" y="79883"/>
                  </a:lnTo>
                  <a:lnTo>
                    <a:pt x="344004" y="78511"/>
                  </a:lnTo>
                  <a:lnTo>
                    <a:pt x="346786" y="74129"/>
                  </a:lnTo>
                  <a:lnTo>
                    <a:pt x="346329" y="70700"/>
                  </a:lnTo>
                  <a:lnTo>
                    <a:pt x="345706" y="66065"/>
                  </a:lnTo>
                  <a:lnTo>
                    <a:pt x="343598" y="64325"/>
                  </a:lnTo>
                  <a:lnTo>
                    <a:pt x="342379" y="63322"/>
                  </a:lnTo>
                  <a:lnTo>
                    <a:pt x="340423" y="63220"/>
                  </a:lnTo>
                  <a:lnTo>
                    <a:pt x="343890" y="62623"/>
                  </a:lnTo>
                  <a:lnTo>
                    <a:pt x="345986" y="60667"/>
                  </a:lnTo>
                  <a:lnTo>
                    <a:pt x="351078" y="55918"/>
                  </a:lnTo>
                  <a:close/>
                </a:path>
                <a:path w="622300" h="104775">
                  <a:moveTo>
                    <a:pt x="351701" y="101638"/>
                  </a:moveTo>
                  <a:lnTo>
                    <a:pt x="350951" y="98425"/>
                  </a:lnTo>
                  <a:lnTo>
                    <a:pt x="350113" y="97663"/>
                  </a:lnTo>
                  <a:lnTo>
                    <a:pt x="348513" y="96405"/>
                  </a:lnTo>
                  <a:lnTo>
                    <a:pt x="348551" y="96227"/>
                  </a:lnTo>
                  <a:lnTo>
                    <a:pt x="347853" y="95885"/>
                  </a:lnTo>
                  <a:lnTo>
                    <a:pt x="346989" y="95186"/>
                  </a:lnTo>
                  <a:lnTo>
                    <a:pt x="346405" y="95148"/>
                  </a:lnTo>
                  <a:lnTo>
                    <a:pt x="345795" y="94830"/>
                  </a:lnTo>
                  <a:lnTo>
                    <a:pt x="343179" y="93497"/>
                  </a:lnTo>
                  <a:lnTo>
                    <a:pt x="340842" y="93992"/>
                  </a:lnTo>
                  <a:lnTo>
                    <a:pt x="339940" y="99860"/>
                  </a:lnTo>
                  <a:lnTo>
                    <a:pt x="342341" y="102717"/>
                  </a:lnTo>
                  <a:lnTo>
                    <a:pt x="343014" y="102425"/>
                  </a:lnTo>
                  <a:lnTo>
                    <a:pt x="343992" y="102958"/>
                  </a:lnTo>
                  <a:lnTo>
                    <a:pt x="345795" y="103949"/>
                  </a:lnTo>
                  <a:lnTo>
                    <a:pt x="346951" y="104432"/>
                  </a:lnTo>
                  <a:lnTo>
                    <a:pt x="350837" y="103809"/>
                  </a:lnTo>
                  <a:lnTo>
                    <a:pt x="351701" y="101638"/>
                  </a:lnTo>
                  <a:close/>
                </a:path>
                <a:path w="622300" h="104775">
                  <a:moveTo>
                    <a:pt x="410489" y="48806"/>
                  </a:moveTo>
                  <a:lnTo>
                    <a:pt x="409905" y="48806"/>
                  </a:lnTo>
                  <a:lnTo>
                    <a:pt x="409905" y="49250"/>
                  </a:lnTo>
                  <a:lnTo>
                    <a:pt x="410197" y="49250"/>
                  </a:lnTo>
                  <a:lnTo>
                    <a:pt x="410489" y="49250"/>
                  </a:lnTo>
                  <a:lnTo>
                    <a:pt x="410489" y="48806"/>
                  </a:lnTo>
                  <a:close/>
                </a:path>
                <a:path w="622300" h="104775">
                  <a:moveTo>
                    <a:pt x="411213" y="56007"/>
                  </a:moveTo>
                  <a:lnTo>
                    <a:pt x="410616" y="56007"/>
                  </a:lnTo>
                  <a:lnTo>
                    <a:pt x="410616" y="56464"/>
                  </a:lnTo>
                  <a:lnTo>
                    <a:pt x="410921" y="56464"/>
                  </a:lnTo>
                  <a:lnTo>
                    <a:pt x="411213" y="56464"/>
                  </a:lnTo>
                  <a:lnTo>
                    <a:pt x="411213" y="56007"/>
                  </a:lnTo>
                  <a:close/>
                </a:path>
                <a:path w="622300" h="104775">
                  <a:moveTo>
                    <a:pt x="456425" y="21628"/>
                  </a:moveTo>
                  <a:lnTo>
                    <a:pt x="450342" y="12687"/>
                  </a:lnTo>
                  <a:lnTo>
                    <a:pt x="450989" y="12585"/>
                  </a:lnTo>
                  <a:lnTo>
                    <a:pt x="451256" y="9372"/>
                  </a:lnTo>
                  <a:lnTo>
                    <a:pt x="451421" y="7251"/>
                  </a:lnTo>
                  <a:lnTo>
                    <a:pt x="450646" y="4991"/>
                  </a:lnTo>
                  <a:lnTo>
                    <a:pt x="449643" y="0"/>
                  </a:lnTo>
                  <a:lnTo>
                    <a:pt x="444906" y="635"/>
                  </a:lnTo>
                  <a:lnTo>
                    <a:pt x="445147" y="5727"/>
                  </a:lnTo>
                  <a:lnTo>
                    <a:pt x="444969" y="8102"/>
                  </a:lnTo>
                  <a:lnTo>
                    <a:pt x="445998" y="11125"/>
                  </a:lnTo>
                  <a:lnTo>
                    <a:pt x="442976" y="11633"/>
                  </a:lnTo>
                  <a:lnTo>
                    <a:pt x="439508" y="11341"/>
                  </a:lnTo>
                  <a:lnTo>
                    <a:pt x="436181" y="14871"/>
                  </a:lnTo>
                  <a:lnTo>
                    <a:pt x="435165" y="22352"/>
                  </a:lnTo>
                  <a:lnTo>
                    <a:pt x="437553" y="25781"/>
                  </a:lnTo>
                  <a:lnTo>
                    <a:pt x="449846" y="29781"/>
                  </a:lnTo>
                  <a:lnTo>
                    <a:pt x="454545" y="23964"/>
                  </a:lnTo>
                  <a:lnTo>
                    <a:pt x="456425" y="21628"/>
                  </a:lnTo>
                  <a:close/>
                </a:path>
                <a:path w="622300" h="104775">
                  <a:moveTo>
                    <a:pt x="552729" y="59613"/>
                  </a:moveTo>
                  <a:lnTo>
                    <a:pt x="550278" y="59613"/>
                  </a:lnTo>
                  <a:lnTo>
                    <a:pt x="550278" y="61506"/>
                  </a:lnTo>
                  <a:lnTo>
                    <a:pt x="551510" y="61506"/>
                  </a:lnTo>
                  <a:lnTo>
                    <a:pt x="552729" y="61506"/>
                  </a:lnTo>
                  <a:lnTo>
                    <a:pt x="552729" y="59613"/>
                  </a:lnTo>
                  <a:close/>
                </a:path>
                <a:path w="622300" h="104775">
                  <a:moveTo>
                    <a:pt x="560501" y="64211"/>
                  </a:moveTo>
                  <a:lnTo>
                    <a:pt x="560311" y="64020"/>
                  </a:lnTo>
                  <a:lnTo>
                    <a:pt x="559396" y="63106"/>
                  </a:lnTo>
                  <a:lnTo>
                    <a:pt x="559092" y="63398"/>
                  </a:lnTo>
                  <a:lnTo>
                    <a:pt x="559777" y="64084"/>
                  </a:lnTo>
                  <a:lnTo>
                    <a:pt x="560006" y="64325"/>
                  </a:lnTo>
                  <a:lnTo>
                    <a:pt x="560209" y="64516"/>
                  </a:lnTo>
                  <a:lnTo>
                    <a:pt x="560501" y="64211"/>
                  </a:lnTo>
                  <a:close/>
                </a:path>
                <a:path w="622300" h="104775">
                  <a:moveTo>
                    <a:pt x="564705" y="29870"/>
                  </a:moveTo>
                  <a:lnTo>
                    <a:pt x="560717" y="27800"/>
                  </a:lnTo>
                  <a:lnTo>
                    <a:pt x="557580" y="26174"/>
                  </a:lnTo>
                  <a:lnTo>
                    <a:pt x="553453" y="27127"/>
                  </a:lnTo>
                  <a:lnTo>
                    <a:pt x="552132" y="35140"/>
                  </a:lnTo>
                  <a:lnTo>
                    <a:pt x="554786" y="38227"/>
                  </a:lnTo>
                  <a:lnTo>
                    <a:pt x="549059" y="38227"/>
                  </a:lnTo>
                  <a:lnTo>
                    <a:pt x="549059" y="45402"/>
                  </a:lnTo>
                  <a:lnTo>
                    <a:pt x="553669" y="45402"/>
                  </a:lnTo>
                  <a:lnTo>
                    <a:pt x="558292" y="45402"/>
                  </a:lnTo>
                  <a:lnTo>
                    <a:pt x="558292" y="38227"/>
                  </a:lnTo>
                  <a:lnTo>
                    <a:pt x="558088" y="38227"/>
                  </a:lnTo>
                  <a:lnTo>
                    <a:pt x="563816" y="35712"/>
                  </a:lnTo>
                  <a:lnTo>
                    <a:pt x="564705" y="29870"/>
                  </a:lnTo>
                  <a:close/>
                </a:path>
                <a:path w="622300" h="104775">
                  <a:moveTo>
                    <a:pt x="580771" y="42278"/>
                  </a:moveTo>
                  <a:lnTo>
                    <a:pt x="580351" y="38557"/>
                  </a:lnTo>
                  <a:lnTo>
                    <a:pt x="577405" y="35725"/>
                  </a:lnTo>
                  <a:lnTo>
                    <a:pt x="574154" y="38201"/>
                  </a:lnTo>
                  <a:lnTo>
                    <a:pt x="573417" y="38646"/>
                  </a:lnTo>
                  <a:lnTo>
                    <a:pt x="572681" y="39395"/>
                  </a:lnTo>
                  <a:lnTo>
                    <a:pt x="571233" y="41071"/>
                  </a:lnTo>
                  <a:lnTo>
                    <a:pt x="571919" y="40500"/>
                  </a:lnTo>
                  <a:lnTo>
                    <a:pt x="570738" y="41516"/>
                  </a:lnTo>
                  <a:lnTo>
                    <a:pt x="570318" y="43967"/>
                  </a:lnTo>
                  <a:lnTo>
                    <a:pt x="571296" y="45262"/>
                  </a:lnTo>
                  <a:lnTo>
                    <a:pt x="571944" y="46101"/>
                  </a:lnTo>
                  <a:lnTo>
                    <a:pt x="572465" y="46850"/>
                  </a:lnTo>
                  <a:lnTo>
                    <a:pt x="576237" y="48463"/>
                  </a:lnTo>
                  <a:lnTo>
                    <a:pt x="579501" y="47675"/>
                  </a:lnTo>
                  <a:lnTo>
                    <a:pt x="580758" y="43281"/>
                  </a:lnTo>
                  <a:lnTo>
                    <a:pt x="580771" y="42278"/>
                  </a:lnTo>
                  <a:close/>
                </a:path>
                <a:path w="622300" h="104775">
                  <a:moveTo>
                    <a:pt x="583730" y="8686"/>
                  </a:moveTo>
                  <a:lnTo>
                    <a:pt x="580618" y="6223"/>
                  </a:lnTo>
                  <a:lnTo>
                    <a:pt x="575602" y="2235"/>
                  </a:lnTo>
                  <a:lnTo>
                    <a:pt x="571093" y="3327"/>
                  </a:lnTo>
                  <a:lnTo>
                    <a:pt x="571347" y="13970"/>
                  </a:lnTo>
                  <a:lnTo>
                    <a:pt x="575246" y="16624"/>
                  </a:lnTo>
                  <a:lnTo>
                    <a:pt x="582066" y="13754"/>
                  </a:lnTo>
                  <a:lnTo>
                    <a:pt x="583730" y="8686"/>
                  </a:lnTo>
                  <a:close/>
                </a:path>
                <a:path w="622300" h="104775">
                  <a:moveTo>
                    <a:pt x="601179" y="101638"/>
                  </a:moveTo>
                  <a:lnTo>
                    <a:pt x="600417" y="98425"/>
                  </a:lnTo>
                  <a:lnTo>
                    <a:pt x="599592" y="97663"/>
                  </a:lnTo>
                  <a:lnTo>
                    <a:pt x="597979" y="96405"/>
                  </a:lnTo>
                  <a:lnTo>
                    <a:pt x="598017" y="96227"/>
                  </a:lnTo>
                  <a:lnTo>
                    <a:pt x="597331" y="95885"/>
                  </a:lnTo>
                  <a:lnTo>
                    <a:pt x="596455" y="95186"/>
                  </a:lnTo>
                  <a:lnTo>
                    <a:pt x="595871" y="95148"/>
                  </a:lnTo>
                  <a:lnTo>
                    <a:pt x="595261" y="94830"/>
                  </a:lnTo>
                  <a:lnTo>
                    <a:pt x="592645" y="93497"/>
                  </a:lnTo>
                  <a:lnTo>
                    <a:pt x="590321" y="93992"/>
                  </a:lnTo>
                  <a:lnTo>
                    <a:pt x="589419" y="99860"/>
                  </a:lnTo>
                  <a:lnTo>
                    <a:pt x="591807" y="102717"/>
                  </a:lnTo>
                  <a:lnTo>
                    <a:pt x="592493" y="102425"/>
                  </a:lnTo>
                  <a:lnTo>
                    <a:pt x="593471" y="102958"/>
                  </a:lnTo>
                  <a:lnTo>
                    <a:pt x="595261" y="103949"/>
                  </a:lnTo>
                  <a:lnTo>
                    <a:pt x="596430" y="104432"/>
                  </a:lnTo>
                  <a:lnTo>
                    <a:pt x="600316" y="103809"/>
                  </a:lnTo>
                  <a:lnTo>
                    <a:pt x="601179" y="101638"/>
                  </a:lnTo>
                  <a:close/>
                </a:path>
                <a:path w="622300" h="104775">
                  <a:moveTo>
                    <a:pt x="607402" y="61633"/>
                  </a:moveTo>
                  <a:lnTo>
                    <a:pt x="604634" y="53340"/>
                  </a:lnTo>
                  <a:lnTo>
                    <a:pt x="600633" y="51790"/>
                  </a:lnTo>
                  <a:lnTo>
                    <a:pt x="600202" y="52133"/>
                  </a:lnTo>
                  <a:lnTo>
                    <a:pt x="600163" y="51689"/>
                  </a:lnTo>
                  <a:lnTo>
                    <a:pt x="600036" y="50241"/>
                  </a:lnTo>
                  <a:lnTo>
                    <a:pt x="599960" y="49364"/>
                  </a:lnTo>
                  <a:lnTo>
                    <a:pt x="592112" y="42227"/>
                  </a:lnTo>
                  <a:lnTo>
                    <a:pt x="590956" y="42214"/>
                  </a:lnTo>
                  <a:lnTo>
                    <a:pt x="590956" y="54533"/>
                  </a:lnTo>
                  <a:lnTo>
                    <a:pt x="590384" y="53454"/>
                  </a:lnTo>
                  <a:lnTo>
                    <a:pt x="590359" y="53822"/>
                  </a:lnTo>
                  <a:lnTo>
                    <a:pt x="590359" y="53568"/>
                  </a:lnTo>
                  <a:lnTo>
                    <a:pt x="590270" y="53822"/>
                  </a:lnTo>
                  <a:lnTo>
                    <a:pt x="590143" y="53924"/>
                  </a:lnTo>
                  <a:lnTo>
                    <a:pt x="590270" y="53822"/>
                  </a:lnTo>
                  <a:lnTo>
                    <a:pt x="590207" y="53124"/>
                  </a:lnTo>
                  <a:lnTo>
                    <a:pt x="590384" y="53454"/>
                  </a:lnTo>
                  <a:lnTo>
                    <a:pt x="590448" y="53225"/>
                  </a:lnTo>
                  <a:lnTo>
                    <a:pt x="590435" y="53543"/>
                  </a:lnTo>
                  <a:lnTo>
                    <a:pt x="590956" y="54533"/>
                  </a:lnTo>
                  <a:lnTo>
                    <a:pt x="590956" y="42214"/>
                  </a:lnTo>
                  <a:lnTo>
                    <a:pt x="589127" y="42189"/>
                  </a:lnTo>
                  <a:lnTo>
                    <a:pt x="589127" y="51587"/>
                  </a:lnTo>
                  <a:lnTo>
                    <a:pt x="589127" y="42189"/>
                  </a:lnTo>
                  <a:lnTo>
                    <a:pt x="588302" y="42176"/>
                  </a:lnTo>
                  <a:lnTo>
                    <a:pt x="588302" y="51930"/>
                  </a:lnTo>
                  <a:lnTo>
                    <a:pt x="588213" y="52857"/>
                  </a:lnTo>
                  <a:lnTo>
                    <a:pt x="588073" y="53124"/>
                  </a:lnTo>
                  <a:lnTo>
                    <a:pt x="588149" y="52514"/>
                  </a:lnTo>
                  <a:lnTo>
                    <a:pt x="588111" y="52324"/>
                  </a:lnTo>
                  <a:lnTo>
                    <a:pt x="588264" y="51993"/>
                  </a:lnTo>
                  <a:lnTo>
                    <a:pt x="588302" y="42176"/>
                  </a:lnTo>
                  <a:lnTo>
                    <a:pt x="585952" y="42125"/>
                  </a:lnTo>
                  <a:lnTo>
                    <a:pt x="579551" y="50241"/>
                  </a:lnTo>
                  <a:lnTo>
                    <a:pt x="579551" y="51130"/>
                  </a:lnTo>
                  <a:lnTo>
                    <a:pt x="579653" y="53263"/>
                  </a:lnTo>
                  <a:lnTo>
                    <a:pt x="579780" y="55257"/>
                  </a:lnTo>
                  <a:lnTo>
                    <a:pt x="580783" y="56464"/>
                  </a:lnTo>
                  <a:lnTo>
                    <a:pt x="581901" y="59067"/>
                  </a:lnTo>
                  <a:lnTo>
                    <a:pt x="587184" y="63080"/>
                  </a:lnTo>
                  <a:lnTo>
                    <a:pt x="583920" y="62903"/>
                  </a:lnTo>
                  <a:lnTo>
                    <a:pt x="582904" y="64427"/>
                  </a:lnTo>
                  <a:lnTo>
                    <a:pt x="587844" y="64325"/>
                  </a:lnTo>
                  <a:lnTo>
                    <a:pt x="584161" y="65328"/>
                  </a:lnTo>
                  <a:lnTo>
                    <a:pt x="584987" y="65100"/>
                  </a:lnTo>
                  <a:lnTo>
                    <a:pt x="587844" y="64325"/>
                  </a:lnTo>
                  <a:lnTo>
                    <a:pt x="582904" y="64439"/>
                  </a:lnTo>
                  <a:lnTo>
                    <a:pt x="581647" y="66306"/>
                  </a:lnTo>
                  <a:lnTo>
                    <a:pt x="582904" y="64427"/>
                  </a:lnTo>
                  <a:lnTo>
                    <a:pt x="579348" y="68376"/>
                  </a:lnTo>
                  <a:lnTo>
                    <a:pt x="580605" y="77711"/>
                  </a:lnTo>
                  <a:lnTo>
                    <a:pt x="582168" y="78574"/>
                  </a:lnTo>
                  <a:lnTo>
                    <a:pt x="580110" y="78765"/>
                  </a:lnTo>
                  <a:lnTo>
                    <a:pt x="578904" y="80137"/>
                  </a:lnTo>
                  <a:lnTo>
                    <a:pt x="579488" y="80022"/>
                  </a:lnTo>
                  <a:lnTo>
                    <a:pt x="578891" y="80149"/>
                  </a:lnTo>
                  <a:lnTo>
                    <a:pt x="575614" y="80784"/>
                  </a:lnTo>
                  <a:lnTo>
                    <a:pt x="574040" y="85686"/>
                  </a:lnTo>
                  <a:lnTo>
                    <a:pt x="577951" y="92379"/>
                  </a:lnTo>
                  <a:lnTo>
                    <a:pt x="582371" y="92494"/>
                  </a:lnTo>
                  <a:lnTo>
                    <a:pt x="586955" y="88722"/>
                  </a:lnTo>
                  <a:lnTo>
                    <a:pt x="588073" y="86321"/>
                  </a:lnTo>
                  <a:lnTo>
                    <a:pt x="587590" y="82029"/>
                  </a:lnTo>
                  <a:lnTo>
                    <a:pt x="587133" y="81076"/>
                  </a:lnTo>
                  <a:lnTo>
                    <a:pt x="586689" y="80149"/>
                  </a:lnTo>
                  <a:lnTo>
                    <a:pt x="586371" y="80022"/>
                  </a:lnTo>
                  <a:lnTo>
                    <a:pt x="586003" y="79883"/>
                  </a:lnTo>
                  <a:lnTo>
                    <a:pt x="593483" y="78511"/>
                  </a:lnTo>
                  <a:lnTo>
                    <a:pt x="596252" y="74129"/>
                  </a:lnTo>
                  <a:lnTo>
                    <a:pt x="595795" y="70700"/>
                  </a:lnTo>
                  <a:lnTo>
                    <a:pt x="595185" y="66065"/>
                  </a:lnTo>
                  <a:lnTo>
                    <a:pt x="593064" y="64325"/>
                  </a:lnTo>
                  <a:lnTo>
                    <a:pt x="591845" y="63322"/>
                  </a:lnTo>
                  <a:lnTo>
                    <a:pt x="589902" y="63220"/>
                  </a:lnTo>
                  <a:lnTo>
                    <a:pt x="593356" y="62623"/>
                  </a:lnTo>
                  <a:lnTo>
                    <a:pt x="595007" y="61087"/>
                  </a:lnTo>
                  <a:lnTo>
                    <a:pt x="598195" y="62572"/>
                  </a:lnTo>
                  <a:lnTo>
                    <a:pt x="602234" y="64465"/>
                  </a:lnTo>
                  <a:lnTo>
                    <a:pt x="607402" y="61633"/>
                  </a:lnTo>
                  <a:close/>
                </a:path>
                <a:path w="622300" h="104775">
                  <a:moveTo>
                    <a:pt x="621893" y="87503"/>
                  </a:moveTo>
                  <a:lnTo>
                    <a:pt x="620801" y="85483"/>
                  </a:lnTo>
                  <a:lnTo>
                    <a:pt x="617410" y="79933"/>
                  </a:lnTo>
                  <a:lnTo>
                    <a:pt x="613460" y="79133"/>
                  </a:lnTo>
                  <a:lnTo>
                    <a:pt x="607999" y="83337"/>
                  </a:lnTo>
                  <a:lnTo>
                    <a:pt x="607758" y="85852"/>
                  </a:lnTo>
                  <a:lnTo>
                    <a:pt x="607021" y="85788"/>
                  </a:lnTo>
                  <a:lnTo>
                    <a:pt x="604240" y="85585"/>
                  </a:lnTo>
                  <a:lnTo>
                    <a:pt x="601764" y="88061"/>
                  </a:lnTo>
                  <a:lnTo>
                    <a:pt x="602272" y="95097"/>
                  </a:lnTo>
                  <a:lnTo>
                    <a:pt x="607339" y="97688"/>
                  </a:lnTo>
                  <a:lnTo>
                    <a:pt x="612622" y="92405"/>
                  </a:lnTo>
                  <a:lnTo>
                    <a:pt x="613956" y="93713"/>
                  </a:lnTo>
                  <a:lnTo>
                    <a:pt x="618832" y="94119"/>
                  </a:lnTo>
                  <a:lnTo>
                    <a:pt x="621182" y="92468"/>
                  </a:lnTo>
                  <a:lnTo>
                    <a:pt x="621893" y="8750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2646896" y="7524578"/>
              <a:ext cx="387985" cy="578485"/>
            </a:xfrm>
            <a:custGeom>
              <a:avLst/>
              <a:gdLst/>
              <a:ahLst/>
              <a:cxnLst/>
              <a:rect l="l" t="t" r="r" b="b"/>
              <a:pathLst>
                <a:path w="387985" h="578484">
                  <a:moveTo>
                    <a:pt x="10325" y="454444"/>
                  </a:moveTo>
                  <a:lnTo>
                    <a:pt x="12" y="454444"/>
                  </a:lnTo>
                  <a:lnTo>
                    <a:pt x="0" y="462457"/>
                  </a:lnTo>
                  <a:lnTo>
                    <a:pt x="5156" y="462457"/>
                  </a:lnTo>
                  <a:lnTo>
                    <a:pt x="10312" y="462457"/>
                  </a:lnTo>
                  <a:lnTo>
                    <a:pt x="10325" y="454444"/>
                  </a:lnTo>
                  <a:close/>
                </a:path>
                <a:path w="387985" h="578484">
                  <a:moveTo>
                    <a:pt x="18948" y="467741"/>
                  </a:moveTo>
                  <a:lnTo>
                    <a:pt x="16789" y="466598"/>
                  </a:lnTo>
                  <a:lnTo>
                    <a:pt x="15709" y="467918"/>
                  </a:lnTo>
                  <a:lnTo>
                    <a:pt x="15557" y="468122"/>
                  </a:lnTo>
                  <a:lnTo>
                    <a:pt x="14922" y="468884"/>
                  </a:lnTo>
                  <a:lnTo>
                    <a:pt x="14922" y="469633"/>
                  </a:lnTo>
                  <a:lnTo>
                    <a:pt x="15557" y="470408"/>
                  </a:lnTo>
                  <a:lnTo>
                    <a:pt x="16802" y="471944"/>
                  </a:lnTo>
                  <a:lnTo>
                    <a:pt x="18948" y="470789"/>
                  </a:lnTo>
                  <a:lnTo>
                    <a:pt x="18948" y="467741"/>
                  </a:lnTo>
                  <a:close/>
                </a:path>
                <a:path w="387985" h="578484">
                  <a:moveTo>
                    <a:pt x="20053" y="463092"/>
                  </a:moveTo>
                  <a:lnTo>
                    <a:pt x="19469" y="463092"/>
                  </a:lnTo>
                  <a:lnTo>
                    <a:pt x="19469" y="463537"/>
                  </a:lnTo>
                  <a:lnTo>
                    <a:pt x="19761" y="463537"/>
                  </a:lnTo>
                  <a:lnTo>
                    <a:pt x="20053" y="463537"/>
                  </a:lnTo>
                  <a:lnTo>
                    <a:pt x="20053" y="463092"/>
                  </a:lnTo>
                  <a:close/>
                </a:path>
                <a:path w="387985" h="578484">
                  <a:moveTo>
                    <a:pt x="29578" y="446252"/>
                  </a:moveTo>
                  <a:lnTo>
                    <a:pt x="24942" y="448106"/>
                  </a:lnTo>
                  <a:lnTo>
                    <a:pt x="21805" y="449351"/>
                  </a:lnTo>
                  <a:lnTo>
                    <a:pt x="21780" y="452399"/>
                  </a:lnTo>
                  <a:lnTo>
                    <a:pt x="29552" y="455498"/>
                  </a:lnTo>
                  <a:lnTo>
                    <a:pt x="29578" y="446252"/>
                  </a:lnTo>
                  <a:close/>
                </a:path>
                <a:path w="387985" h="578484">
                  <a:moveTo>
                    <a:pt x="30213" y="369811"/>
                  </a:moveTo>
                  <a:lnTo>
                    <a:pt x="26162" y="364705"/>
                  </a:lnTo>
                  <a:lnTo>
                    <a:pt x="22466" y="365937"/>
                  </a:lnTo>
                  <a:lnTo>
                    <a:pt x="20370" y="370916"/>
                  </a:lnTo>
                  <a:lnTo>
                    <a:pt x="22301" y="373748"/>
                  </a:lnTo>
                  <a:lnTo>
                    <a:pt x="25146" y="373824"/>
                  </a:lnTo>
                  <a:lnTo>
                    <a:pt x="29248" y="373926"/>
                  </a:lnTo>
                  <a:lnTo>
                    <a:pt x="30213" y="369811"/>
                  </a:lnTo>
                  <a:close/>
                </a:path>
                <a:path w="387985" h="578484">
                  <a:moveTo>
                    <a:pt x="31343" y="507301"/>
                  </a:moveTo>
                  <a:lnTo>
                    <a:pt x="30937" y="505790"/>
                  </a:lnTo>
                  <a:lnTo>
                    <a:pt x="30886" y="505625"/>
                  </a:lnTo>
                  <a:lnTo>
                    <a:pt x="30835" y="505447"/>
                  </a:lnTo>
                  <a:lnTo>
                    <a:pt x="30594" y="504532"/>
                  </a:lnTo>
                  <a:lnTo>
                    <a:pt x="29476" y="504532"/>
                  </a:lnTo>
                  <a:lnTo>
                    <a:pt x="29260" y="505282"/>
                  </a:lnTo>
                  <a:lnTo>
                    <a:pt x="29184" y="505625"/>
                  </a:lnTo>
                  <a:lnTo>
                    <a:pt x="29133" y="505790"/>
                  </a:lnTo>
                  <a:lnTo>
                    <a:pt x="28727" y="507288"/>
                  </a:lnTo>
                  <a:lnTo>
                    <a:pt x="31343" y="507301"/>
                  </a:lnTo>
                  <a:close/>
                </a:path>
                <a:path w="387985" h="578484">
                  <a:moveTo>
                    <a:pt x="32994" y="523125"/>
                  </a:moveTo>
                  <a:lnTo>
                    <a:pt x="32232" y="521893"/>
                  </a:lnTo>
                  <a:lnTo>
                    <a:pt x="32092" y="521690"/>
                  </a:lnTo>
                  <a:lnTo>
                    <a:pt x="31115" y="520090"/>
                  </a:lnTo>
                  <a:lnTo>
                    <a:pt x="28930" y="522249"/>
                  </a:lnTo>
                  <a:lnTo>
                    <a:pt x="30543" y="523240"/>
                  </a:lnTo>
                  <a:lnTo>
                    <a:pt x="30746" y="523367"/>
                  </a:lnTo>
                  <a:lnTo>
                    <a:pt x="30962" y="523506"/>
                  </a:lnTo>
                  <a:lnTo>
                    <a:pt x="31978" y="524129"/>
                  </a:lnTo>
                  <a:lnTo>
                    <a:pt x="32994" y="523125"/>
                  </a:lnTo>
                  <a:close/>
                </a:path>
                <a:path w="387985" h="578484">
                  <a:moveTo>
                    <a:pt x="34137" y="416140"/>
                  </a:moveTo>
                  <a:lnTo>
                    <a:pt x="28359" y="410514"/>
                  </a:lnTo>
                  <a:lnTo>
                    <a:pt x="24231" y="416521"/>
                  </a:lnTo>
                  <a:lnTo>
                    <a:pt x="28003" y="418287"/>
                  </a:lnTo>
                  <a:lnTo>
                    <a:pt x="30886" y="419620"/>
                  </a:lnTo>
                  <a:lnTo>
                    <a:pt x="34137" y="416140"/>
                  </a:lnTo>
                  <a:close/>
                </a:path>
                <a:path w="387985" h="578484">
                  <a:moveTo>
                    <a:pt x="36258" y="469861"/>
                  </a:moveTo>
                  <a:lnTo>
                    <a:pt x="32639" y="467233"/>
                  </a:lnTo>
                  <a:lnTo>
                    <a:pt x="23266" y="469557"/>
                  </a:lnTo>
                  <a:lnTo>
                    <a:pt x="23266" y="477634"/>
                  </a:lnTo>
                  <a:lnTo>
                    <a:pt x="28562" y="478942"/>
                  </a:lnTo>
                  <a:lnTo>
                    <a:pt x="32639" y="479958"/>
                  </a:lnTo>
                  <a:lnTo>
                    <a:pt x="36258" y="477329"/>
                  </a:lnTo>
                  <a:lnTo>
                    <a:pt x="36258" y="469861"/>
                  </a:lnTo>
                  <a:close/>
                </a:path>
                <a:path w="387985" h="578484">
                  <a:moveTo>
                    <a:pt x="37058" y="328282"/>
                  </a:moveTo>
                  <a:lnTo>
                    <a:pt x="34671" y="327520"/>
                  </a:lnTo>
                  <a:lnTo>
                    <a:pt x="34467" y="327456"/>
                  </a:lnTo>
                  <a:lnTo>
                    <a:pt x="34251" y="327380"/>
                  </a:lnTo>
                  <a:lnTo>
                    <a:pt x="34036" y="327317"/>
                  </a:lnTo>
                  <a:lnTo>
                    <a:pt x="33439" y="327126"/>
                  </a:lnTo>
                  <a:lnTo>
                    <a:pt x="32816" y="327748"/>
                  </a:lnTo>
                  <a:lnTo>
                    <a:pt x="33007" y="328358"/>
                  </a:lnTo>
                  <a:lnTo>
                    <a:pt x="33070" y="328561"/>
                  </a:lnTo>
                  <a:lnTo>
                    <a:pt x="33134" y="328777"/>
                  </a:lnTo>
                  <a:lnTo>
                    <a:pt x="33210" y="328980"/>
                  </a:lnTo>
                  <a:lnTo>
                    <a:pt x="33959" y="331381"/>
                  </a:lnTo>
                  <a:lnTo>
                    <a:pt x="37058" y="328282"/>
                  </a:lnTo>
                  <a:close/>
                </a:path>
                <a:path w="387985" h="578484">
                  <a:moveTo>
                    <a:pt x="40665" y="293433"/>
                  </a:moveTo>
                  <a:lnTo>
                    <a:pt x="40487" y="292709"/>
                  </a:lnTo>
                  <a:lnTo>
                    <a:pt x="40182" y="291439"/>
                  </a:lnTo>
                  <a:lnTo>
                    <a:pt x="37071" y="289102"/>
                  </a:lnTo>
                  <a:lnTo>
                    <a:pt x="35750" y="289407"/>
                  </a:lnTo>
                  <a:lnTo>
                    <a:pt x="33248" y="290512"/>
                  </a:lnTo>
                  <a:lnTo>
                    <a:pt x="33032" y="291439"/>
                  </a:lnTo>
                  <a:lnTo>
                    <a:pt x="33007" y="292709"/>
                  </a:lnTo>
                  <a:lnTo>
                    <a:pt x="33147" y="293382"/>
                  </a:lnTo>
                  <a:lnTo>
                    <a:pt x="31940" y="296811"/>
                  </a:lnTo>
                  <a:lnTo>
                    <a:pt x="37807" y="299351"/>
                  </a:lnTo>
                  <a:lnTo>
                    <a:pt x="40119" y="294563"/>
                  </a:lnTo>
                  <a:lnTo>
                    <a:pt x="40665" y="293433"/>
                  </a:lnTo>
                  <a:close/>
                </a:path>
                <a:path w="387985" h="578484">
                  <a:moveTo>
                    <a:pt x="51943" y="365493"/>
                  </a:moveTo>
                  <a:lnTo>
                    <a:pt x="47777" y="359587"/>
                  </a:lnTo>
                  <a:lnTo>
                    <a:pt x="44780" y="362597"/>
                  </a:lnTo>
                  <a:lnTo>
                    <a:pt x="44500" y="362623"/>
                  </a:lnTo>
                  <a:lnTo>
                    <a:pt x="44246" y="362673"/>
                  </a:lnTo>
                  <a:lnTo>
                    <a:pt x="44018" y="362762"/>
                  </a:lnTo>
                  <a:lnTo>
                    <a:pt x="42799" y="363118"/>
                  </a:lnTo>
                  <a:lnTo>
                    <a:pt x="42176" y="364312"/>
                  </a:lnTo>
                  <a:lnTo>
                    <a:pt x="42722" y="366852"/>
                  </a:lnTo>
                  <a:lnTo>
                    <a:pt x="43535" y="367538"/>
                  </a:lnTo>
                  <a:lnTo>
                    <a:pt x="45783" y="368236"/>
                  </a:lnTo>
                  <a:lnTo>
                    <a:pt x="46926" y="368033"/>
                  </a:lnTo>
                  <a:lnTo>
                    <a:pt x="51943" y="365493"/>
                  </a:lnTo>
                  <a:close/>
                </a:path>
                <a:path w="387985" h="578484">
                  <a:moveTo>
                    <a:pt x="55283" y="453885"/>
                  </a:moveTo>
                  <a:lnTo>
                    <a:pt x="54927" y="452399"/>
                  </a:lnTo>
                  <a:lnTo>
                    <a:pt x="50609" y="449897"/>
                  </a:lnTo>
                  <a:lnTo>
                    <a:pt x="48869" y="451243"/>
                  </a:lnTo>
                  <a:lnTo>
                    <a:pt x="48374" y="455587"/>
                  </a:lnTo>
                  <a:lnTo>
                    <a:pt x="49212" y="456869"/>
                  </a:lnTo>
                  <a:lnTo>
                    <a:pt x="52209" y="458470"/>
                  </a:lnTo>
                  <a:lnTo>
                    <a:pt x="54698" y="457898"/>
                  </a:lnTo>
                  <a:lnTo>
                    <a:pt x="54978" y="455968"/>
                  </a:lnTo>
                  <a:lnTo>
                    <a:pt x="55283" y="453885"/>
                  </a:lnTo>
                  <a:close/>
                </a:path>
                <a:path w="387985" h="578484">
                  <a:moveTo>
                    <a:pt x="61099" y="490359"/>
                  </a:moveTo>
                  <a:lnTo>
                    <a:pt x="60147" y="488416"/>
                  </a:lnTo>
                  <a:lnTo>
                    <a:pt x="59715" y="487565"/>
                  </a:lnTo>
                  <a:lnTo>
                    <a:pt x="59207" y="486867"/>
                  </a:lnTo>
                  <a:lnTo>
                    <a:pt x="57658" y="485000"/>
                  </a:lnTo>
                  <a:lnTo>
                    <a:pt x="55968" y="486232"/>
                  </a:lnTo>
                  <a:lnTo>
                    <a:pt x="56502" y="488429"/>
                  </a:lnTo>
                  <a:lnTo>
                    <a:pt x="56794" y="489254"/>
                  </a:lnTo>
                  <a:lnTo>
                    <a:pt x="58216" y="492061"/>
                  </a:lnTo>
                  <a:lnTo>
                    <a:pt x="61099" y="490359"/>
                  </a:lnTo>
                  <a:close/>
                </a:path>
                <a:path w="387985" h="578484">
                  <a:moveTo>
                    <a:pt x="68795" y="362800"/>
                  </a:moveTo>
                  <a:lnTo>
                    <a:pt x="68580" y="362419"/>
                  </a:lnTo>
                  <a:lnTo>
                    <a:pt x="68313" y="362546"/>
                  </a:lnTo>
                  <a:lnTo>
                    <a:pt x="67957" y="362724"/>
                  </a:lnTo>
                  <a:lnTo>
                    <a:pt x="67589" y="362902"/>
                  </a:lnTo>
                  <a:lnTo>
                    <a:pt x="67233" y="363093"/>
                  </a:lnTo>
                  <a:lnTo>
                    <a:pt x="66967" y="363220"/>
                  </a:lnTo>
                  <a:lnTo>
                    <a:pt x="67208" y="363601"/>
                  </a:lnTo>
                  <a:lnTo>
                    <a:pt x="67449" y="363474"/>
                  </a:lnTo>
                  <a:lnTo>
                    <a:pt x="67818" y="363296"/>
                  </a:lnTo>
                  <a:lnTo>
                    <a:pt x="68173" y="363105"/>
                  </a:lnTo>
                  <a:lnTo>
                    <a:pt x="68541" y="362927"/>
                  </a:lnTo>
                  <a:lnTo>
                    <a:pt x="68795" y="362800"/>
                  </a:lnTo>
                  <a:close/>
                </a:path>
                <a:path w="387985" h="578484">
                  <a:moveTo>
                    <a:pt x="69786" y="403250"/>
                  </a:moveTo>
                  <a:lnTo>
                    <a:pt x="62738" y="403250"/>
                  </a:lnTo>
                  <a:lnTo>
                    <a:pt x="62738" y="408736"/>
                  </a:lnTo>
                  <a:lnTo>
                    <a:pt x="66268" y="408736"/>
                  </a:lnTo>
                  <a:lnTo>
                    <a:pt x="69786" y="408736"/>
                  </a:lnTo>
                  <a:lnTo>
                    <a:pt x="69786" y="403250"/>
                  </a:lnTo>
                  <a:close/>
                </a:path>
                <a:path w="387985" h="578484">
                  <a:moveTo>
                    <a:pt x="80873" y="399986"/>
                  </a:moveTo>
                  <a:lnTo>
                    <a:pt x="76530" y="399986"/>
                  </a:lnTo>
                  <a:lnTo>
                    <a:pt x="76517" y="403364"/>
                  </a:lnTo>
                  <a:lnTo>
                    <a:pt x="78701" y="403364"/>
                  </a:lnTo>
                  <a:lnTo>
                    <a:pt x="80873" y="403364"/>
                  </a:lnTo>
                  <a:lnTo>
                    <a:pt x="80873" y="399986"/>
                  </a:lnTo>
                  <a:close/>
                </a:path>
                <a:path w="387985" h="578484">
                  <a:moveTo>
                    <a:pt x="95948" y="421614"/>
                  </a:moveTo>
                  <a:lnTo>
                    <a:pt x="95148" y="421411"/>
                  </a:lnTo>
                  <a:lnTo>
                    <a:pt x="94983" y="421360"/>
                  </a:lnTo>
                  <a:lnTo>
                    <a:pt x="94640" y="421271"/>
                  </a:lnTo>
                  <a:lnTo>
                    <a:pt x="93065" y="420839"/>
                  </a:lnTo>
                  <a:lnTo>
                    <a:pt x="93052" y="423595"/>
                  </a:lnTo>
                  <a:lnTo>
                    <a:pt x="94640" y="423164"/>
                  </a:lnTo>
                  <a:lnTo>
                    <a:pt x="94805" y="423125"/>
                  </a:lnTo>
                  <a:lnTo>
                    <a:pt x="94983" y="423075"/>
                  </a:lnTo>
                  <a:lnTo>
                    <a:pt x="95148" y="423037"/>
                  </a:lnTo>
                  <a:lnTo>
                    <a:pt x="95948" y="422808"/>
                  </a:lnTo>
                  <a:lnTo>
                    <a:pt x="95948" y="421614"/>
                  </a:lnTo>
                  <a:close/>
                </a:path>
                <a:path w="387985" h="578484">
                  <a:moveTo>
                    <a:pt x="151295" y="37274"/>
                  </a:moveTo>
                  <a:lnTo>
                    <a:pt x="151028" y="35902"/>
                  </a:lnTo>
                  <a:lnTo>
                    <a:pt x="150964" y="35560"/>
                  </a:lnTo>
                  <a:lnTo>
                    <a:pt x="150914" y="35394"/>
                  </a:lnTo>
                  <a:lnTo>
                    <a:pt x="150787" y="34696"/>
                  </a:lnTo>
                  <a:lnTo>
                    <a:pt x="149644" y="34696"/>
                  </a:lnTo>
                  <a:lnTo>
                    <a:pt x="149491" y="35394"/>
                  </a:lnTo>
                  <a:lnTo>
                    <a:pt x="149402" y="35902"/>
                  </a:lnTo>
                  <a:lnTo>
                    <a:pt x="149123" y="37261"/>
                  </a:lnTo>
                  <a:lnTo>
                    <a:pt x="151295" y="37274"/>
                  </a:lnTo>
                  <a:close/>
                </a:path>
                <a:path w="387985" h="578484">
                  <a:moveTo>
                    <a:pt x="152349" y="14859"/>
                  </a:moveTo>
                  <a:lnTo>
                    <a:pt x="151041" y="13068"/>
                  </a:lnTo>
                  <a:lnTo>
                    <a:pt x="149491" y="10883"/>
                  </a:lnTo>
                  <a:lnTo>
                    <a:pt x="147701" y="10883"/>
                  </a:lnTo>
                  <a:lnTo>
                    <a:pt x="146494" y="12547"/>
                  </a:lnTo>
                  <a:lnTo>
                    <a:pt x="146138" y="13068"/>
                  </a:lnTo>
                  <a:lnTo>
                    <a:pt x="144830" y="14859"/>
                  </a:lnTo>
                  <a:lnTo>
                    <a:pt x="146583" y="17348"/>
                  </a:lnTo>
                  <a:lnTo>
                    <a:pt x="150596" y="17348"/>
                  </a:lnTo>
                  <a:lnTo>
                    <a:pt x="152349" y="14859"/>
                  </a:lnTo>
                  <a:close/>
                </a:path>
                <a:path w="387985" h="578484">
                  <a:moveTo>
                    <a:pt x="154025" y="0"/>
                  </a:moveTo>
                  <a:lnTo>
                    <a:pt x="143167" y="0"/>
                  </a:lnTo>
                  <a:lnTo>
                    <a:pt x="143154" y="8445"/>
                  </a:lnTo>
                  <a:lnTo>
                    <a:pt x="148590" y="8445"/>
                  </a:lnTo>
                  <a:lnTo>
                    <a:pt x="154012" y="8445"/>
                  </a:lnTo>
                  <a:lnTo>
                    <a:pt x="154025" y="0"/>
                  </a:lnTo>
                  <a:close/>
                </a:path>
                <a:path w="387985" h="578484">
                  <a:moveTo>
                    <a:pt x="157594" y="24853"/>
                  </a:moveTo>
                  <a:lnTo>
                    <a:pt x="155409" y="22313"/>
                  </a:lnTo>
                  <a:lnTo>
                    <a:pt x="152171" y="18516"/>
                  </a:lnTo>
                  <a:lnTo>
                    <a:pt x="147104" y="24333"/>
                  </a:lnTo>
                  <a:lnTo>
                    <a:pt x="154813" y="28994"/>
                  </a:lnTo>
                  <a:lnTo>
                    <a:pt x="157594" y="24853"/>
                  </a:lnTo>
                  <a:close/>
                </a:path>
                <a:path w="387985" h="578484">
                  <a:moveTo>
                    <a:pt x="159867" y="41706"/>
                  </a:moveTo>
                  <a:lnTo>
                    <a:pt x="155663" y="36296"/>
                  </a:lnTo>
                  <a:lnTo>
                    <a:pt x="154508" y="37782"/>
                  </a:lnTo>
                  <a:lnTo>
                    <a:pt x="154419" y="37566"/>
                  </a:lnTo>
                  <a:lnTo>
                    <a:pt x="151676" y="38633"/>
                  </a:lnTo>
                  <a:lnTo>
                    <a:pt x="151460" y="43230"/>
                  </a:lnTo>
                  <a:lnTo>
                    <a:pt x="154266" y="44196"/>
                  </a:lnTo>
                  <a:lnTo>
                    <a:pt x="159867" y="41706"/>
                  </a:lnTo>
                  <a:close/>
                </a:path>
                <a:path w="387985" h="578484">
                  <a:moveTo>
                    <a:pt x="177368" y="39865"/>
                  </a:moveTo>
                  <a:lnTo>
                    <a:pt x="176644" y="34899"/>
                  </a:lnTo>
                  <a:lnTo>
                    <a:pt x="173075" y="34366"/>
                  </a:lnTo>
                  <a:lnTo>
                    <a:pt x="168478" y="33667"/>
                  </a:lnTo>
                  <a:lnTo>
                    <a:pt x="166674" y="35458"/>
                  </a:lnTo>
                  <a:lnTo>
                    <a:pt x="167906" y="43637"/>
                  </a:lnTo>
                  <a:lnTo>
                    <a:pt x="172872" y="44361"/>
                  </a:lnTo>
                  <a:lnTo>
                    <a:pt x="177368" y="39865"/>
                  </a:lnTo>
                  <a:close/>
                </a:path>
                <a:path w="387985" h="578484">
                  <a:moveTo>
                    <a:pt x="177888" y="15024"/>
                  </a:moveTo>
                  <a:lnTo>
                    <a:pt x="176453" y="9829"/>
                  </a:lnTo>
                  <a:lnTo>
                    <a:pt x="175590" y="8813"/>
                  </a:lnTo>
                  <a:lnTo>
                    <a:pt x="175158" y="8509"/>
                  </a:lnTo>
                  <a:lnTo>
                    <a:pt x="172885" y="6883"/>
                  </a:lnTo>
                  <a:lnTo>
                    <a:pt x="172224" y="7048"/>
                  </a:lnTo>
                  <a:lnTo>
                    <a:pt x="172224" y="7581"/>
                  </a:lnTo>
                  <a:lnTo>
                    <a:pt x="169887" y="8216"/>
                  </a:lnTo>
                  <a:lnTo>
                    <a:pt x="169583" y="8509"/>
                  </a:lnTo>
                  <a:lnTo>
                    <a:pt x="169837" y="8216"/>
                  </a:lnTo>
                  <a:lnTo>
                    <a:pt x="172224" y="7581"/>
                  </a:lnTo>
                  <a:lnTo>
                    <a:pt x="172224" y="7048"/>
                  </a:lnTo>
                  <a:lnTo>
                    <a:pt x="171005" y="7340"/>
                  </a:lnTo>
                  <a:lnTo>
                    <a:pt x="164312" y="6705"/>
                  </a:lnTo>
                  <a:lnTo>
                    <a:pt x="163156" y="13550"/>
                  </a:lnTo>
                  <a:lnTo>
                    <a:pt x="168033" y="16560"/>
                  </a:lnTo>
                  <a:lnTo>
                    <a:pt x="169164" y="17233"/>
                  </a:lnTo>
                  <a:lnTo>
                    <a:pt x="174320" y="18884"/>
                  </a:lnTo>
                  <a:lnTo>
                    <a:pt x="177888" y="15024"/>
                  </a:lnTo>
                  <a:close/>
                </a:path>
                <a:path w="387985" h="578484">
                  <a:moveTo>
                    <a:pt x="185648" y="10490"/>
                  </a:moveTo>
                  <a:lnTo>
                    <a:pt x="185064" y="10490"/>
                  </a:lnTo>
                  <a:lnTo>
                    <a:pt x="185064" y="10934"/>
                  </a:lnTo>
                  <a:lnTo>
                    <a:pt x="185356" y="10934"/>
                  </a:lnTo>
                  <a:lnTo>
                    <a:pt x="185648" y="10934"/>
                  </a:lnTo>
                  <a:lnTo>
                    <a:pt x="185648" y="10490"/>
                  </a:lnTo>
                  <a:close/>
                </a:path>
                <a:path w="387985" h="578484">
                  <a:moveTo>
                    <a:pt x="191338" y="42481"/>
                  </a:moveTo>
                  <a:lnTo>
                    <a:pt x="182321" y="41351"/>
                  </a:lnTo>
                  <a:lnTo>
                    <a:pt x="182918" y="45974"/>
                  </a:lnTo>
                  <a:lnTo>
                    <a:pt x="183311" y="49034"/>
                  </a:lnTo>
                  <a:lnTo>
                    <a:pt x="186944" y="50787"/>
                  </a:lnTo>
                  <a:lnTo>
                    <a:pt x="191338" y="42481"/>
                  </a:lnTo>
                  <a:close/>
                </a:path>
                <a:path w="387985" h="578484">
                  <a:moveTo>
                    <a:pt x="200520" y="20383"/>
                  </a:moveTo>
                  <a:lnTo>
                    <a:pt x="196164" y="20383"/>
                  </a:lnTo>
                  <a:lnTo>
                    <a:pt x="196164" y="23761"/>
                  </a:lnTo>
                  <a:lnTo>
                    <a:pt x="198335" y="23761"/>
                  </a:lnTo>
                  <a:lnTo>
                    <a:pt x="200507" y="23761"/>
                  </a:lnTo>
                  <a:lnTo>
                    <a:pt x="200520" y="20383"/>
                  </a:lnTo>
                  <a:close/>
                </a:path>
                <a:path w="387985" h="578484">
                  <a:moveTo>
                    <a:pt x="206603" y="8978"/>
                  </a:moveTo>
                  <a:lnTo>
                    <a:pt x="196570" y="8978"/>
                  </a:lnTo>
                  <a:lnTo>
                    <a:pt x="196557" y="11823"/>
                  </a:lnTo>
                  <a:lnTo>
                    <a:pt x="196049" y="11214"/>
                  </a:lnTo>
                  <a:lnTo>
                    <a:pt x="195503" y="10718"/>
                  </a:lnTo>
                  <a:lnTo>
                    <a:pt x="195986" y="11328"/>
                  </a:lnTo>
                  <a:lnTo>
                    <a:pt x="195491" y="10718"/>
                  </a:lnTo>
                  <a:lnTo>
                    <a:pt x="191922" y="7480"/>
                  </a:lnTo>
                  <a:lnTo>
                    <a:pt x="186905" y="11328"/>
                  </a:lnTo>
                  <a:lnTo>
                    <a:pt x="189877" y="17068"/>
                  </a:lnTo>
                  <a:lnTo>
                    <a:pt x="191287" y="17602"/>
                  </a:lnTo>
                  <a:lnTo>
                    <a:pt x="194868" y="17983"/>
                  </a:lnTo>
                  <a:lnTo>
                    <a:pt x="196316" y="16421"/>
                  </a:lnTo>
                  <a:lnTo>
                    <a:pt x="196557" y="15760"/>
                  </a:lnTo>
                  <a:lnTo>
                    <a:pt x="196557" y="16776"/>
                  </a:lnTo>
                  <a:lnTo>
                    <a:pt x="201587" y="16776"/>
                  </a:lnTo>
                  <a:lnTo>
                    <a:pt x="206603" y="16776"/>
                  </a:lnTo>
                  <a:lnTo>
                    <a:pt x="206603" y="8978"/>
                  </a:lnTo>
                  <a:close/>
                </a:path>
                <a:path w="387985" h="578484">
                  <a:moveTo>
                    <a:pt x="216471" y="67271"/>
                  </a:moveTo>
                  <a:lnTo>
                    <a:pt x="215887" y="67271"/>
                  </a:lnTo>
                  <a:lnTo>
                    <a:pt x="215887" y="67716"/>
                  </a:lnTo>
                  <a:lnTo>
                    <a:pt x="216179" y="67716"/>
                  </a:lnTo>
                  <a:lnTo>
                    <a:pt x="216471" y="67716"/>
                  </a:lnTo>
                  <a:lnTo>
                    <a:pt x="216471" y="67271"/>
                  </a:lnTo>
                  <a:close/>
                </a:path>
                <a:path w="387985" h="578484">
                  <a:moveTo>
                    <a:pt x="216738" y="48971"/>
                  </a:moveTo>
                  <a:lnTo>
                    <a:pt x="216662" y="46050"/>
                  </a:lnTo>
                  <a:lnTo>
                    <a:pt x="214642" y="45110"/>
                  </a:lnTo>
                  <a:lnTo>
                    <a:pt x="209791" y="42862"/>
                  </a:lnTo>
                  <a:lnTo>
                    <a:pt x="207772" y="44869"/>
                  </a:lnTo>
                  <a:lnTo>
                    <a:pt x="210947" y="51714"/>
                  </a:lnTo>
                  <a:lnTo>
                    <a:pt x="213906" y="51866"/>
                  </a:lnTo>
                  <a:lnTo>
                    <a:pt x="216738" y="48971"/>
                  </a:lnTo>
                  <a:close/>
                </a:path>
                <a:path w="387985" h="578484">
                  <a:moveTo>
                    <a:pt x="223354" y="540054"/>
                  </a:moveTo>
                  <a:lnTo>
                    <a:pt x="220903" y="540054"/>
                  </a:lnTo>
                  <a:lnTo>
                    <a:pt x="220903" y="541947"/>
                  </a:lnTo>
                  <a:lnTo>
                    <a:pt x="222123" y="541947"/>
                  </a:lnTo>
                  <a:lnTo>
                    <a:pt x="223354" y="541947"/>
                  </a:lnTo>
                  <a:lnTo>
                    <a:pt x="223354" y="540054"/>
                  </a:lnTo>
                  <a:close/>
                </a:path>
                <a:path w="387985" h="578484">
                  <a:moveTo>
                    <a:pt x="231114" y="544652"/>
                  </a:moveTo>
                  <a:lnTo>
                    <a:pt x="230924" y="544461"/>
                  </a:lnTo>
                  <a:lnTo>
                    <a:pt x="230022" y="543547"/>
                  </a:lnTo>
                  <a:lnTo>
                    <a:pt x="229717" y="543839"/>
                  </a:lnTo>
                  <a:lnTo>
                    <a:pt x="230822" y="544957"/>
                  </a:lnTo>
                  <a:lnTo>
                    <a:pt x="231114" y="544652"/>
                  </a:lnTo>
                  <a:close/>
                </a:path>
                <a:path w="387985" h="578484">
                  <a:moveTo>
                    <a:pt x="235318" y="510311"/>
                  </a:moveTo>
                  <a:lnTo>
                    <a:pt x="231330" y="508241"/>
                  </a:lnTo>
                  <a:lnTo>
                    <a:pt x="228193" y="506615"/>
                  </a:lnTo>
                  <a:lnTo>
                    <a:pt x="224078" y="507568"/>
                  </a:lnTo>
                  <a:lnTo>
                    <a:pt x="222758" y="515581"/>
                  </a:lnTo>
                  <a:lnTo>
                    <a:pt x="225412" y="518668"/>
                  </a:lnTo>
                  <a:lnTo>
                    <a:pt x="219671" y="518668"/>
                  </a:lnTo>
                  <a:lnTo>
                    <a:pt x="219671" y="525843"/>
                  </a:lnTo>
                  <a:lnTo>
                    <a:pt x="224294" y="525843"/>
                  </a:lnTo>
                  <a:lnTo>
                    <a:pt x="228904" y="525843"/>
                  </a:lnTo>
                  <a:lnTo>
                    <a:pt x="228904" y="518668"/>
                  </a:lnTo>
                  <a:lnTo>
                    <a:pt x="228714" y="518668"/>
                  </a:lnTo>
                  <a:lnTo>
                    <a:pt x="234429" y="516153"/>
                  </a:lnTo>
                  <a:lnTo>
                    <a:pt x="235318" y="510311"/>
                  </a:lnTo>
                  <a:close/>
                </a:path>
                <a:path w="387985" h="578484">
                  <a:moveTo>
                    <a:pt x="235407" y="35814"/>
                  </a:moveTo>
                  <a:lnTo>
                    <a:pt x="234607" y="34417"/>
                  </a:lnTo>
                  <a:lnTo>
                    <a:pt x="233083" y="31750"/>
                  </a:lnTo>
                  <a:lnTo>
                    <a:pt x="233984" y="34417"/>
                  </a:lnTo>
                  <a:lnTo>
                    <a:pt x="233045" y="31699"/>
                  </a:lnTo>
                  <a:lnTo>
                    <a:pt x="232968" y="31419"/>
                  </a:lnTo>
                  <a:lnTo>
                    <a:pt x="231813" y="30657"/>
                  </a:lnTo>
                  <a:lnTo>
                    <a:pt x="230200" y="29616"/>
                  </a:lnTo>
                  <a:lnTo>
                    <a:pt x="224612" y="31153"/>
                  </a:lnTo>
                  <a:lnTo>
                    <a:pt x="222592" y="34264"/>
                  </a:lnTo>
                  <a:lnTo>
                    <a:pt x="224701" y="40487"/>
                  </a:lnTo>
                  <a:lnTo>
                    <a:pt x="228688" y="42659"/>
                  </a:lnTo>
                  <a:lnTo>
                    <a:pt x="234403" y="38823"/>
                  </a:lnTo>
                  <a:lnTo>
                    <a:pt x="235407" y="35814"/>
                  </a:lnTo>
                  <a:close/>
                </a:path>
                <a:path w="387985" h="578484">
                  <a:moveTo>
                    <a:pt x="238480" y="68973"/>
                  </a:moveTo>
                  <a:lnTo>
                    <a:pt x="238239" y="67195"/>
                  </a:lnTo>
                  <a:lnTo>
                    <a:pt x="236181" y="64757"/>
                  </a:lnTo>
                  <a:lnTo>
                    <a:pt x="235839" y="64350"/>
                  </a:lnTo>
                  <a:lnTo>
                    <a:pt x="235839" y="68516"/>
                  </a:lnTo>
                  <a:lnTo>
                    <a:pt x="235115" y="70243"/>
                  </a:lnTo>
                  <a:lnTo>
                    <a:pt x="235826" y="68503"/>
                  </a:lnTo>
                  <a:lnTo>
                    <a:pt x="235839" y="64350"/>
                  </a:lnTo>
                  <a:lnTo>
                    <a:pt x="235762" y="68122"/>
                  </a:lnTo>
                  <a:lnTo>
                    <a:pt x="234416" y="66535"/>
                  </a:lnTo>
                  <a:lnTo>
                    <a:pt x="235762" y="68122"/>
                  </a:lnTo>
                  <a:lnTo>
                    <a:pt x="235762" y="64262"/>
                  </a:lnTo>
                  <a:lnTo>
                    <a:pt x="233476" y="61518"/>
                  </a:lnTo>
                  <a:lnTo>
                    <a:pt x="231444" y="63576"/>
                  </a:lnTo>
                  <a:lnTo>
                    <a:pt x="231444" y="67741"/>
                  </a:lnTo>
                  <a:lnTo>
                    <a:pt x="231013" y="67919"/>
                  </a:lnTo>
                  <a:lnTo>
                    <a:pt x="231013" y="70319"/>
                  </a:lnTo>
                  <a:lnTo>
                    <a:pt x="231013" y="70751"/>
                  </a:lnTo>
                  <a:lnTo>
                    <a:pt x="230974" y="70269"/>
                  </a:lnTo>
                  <a:lnTo>
                    <a:pt x="231013" y="67919"/>
                  </a:lnTo>
                  <a:lnTo>
                    <a:pt x="231432" y="67741"/>
                  </a:lnTo>
                  <a:lnTo>
                    <a:pt x="231444" y="63576"/>
                  </a:lnTo>
                  <a:lnTo>
                    <a:pt x="227317" y="67741"/>
                  </a:lnTo>
                  <a:lnTo>
                    <a:pt x="229349" y="69392"/>
                  </a:lnTo>
                  <a:lnTo>
                    <a:pt x="229717" y="71678"/>
                  </a:lnTo>
                  <a:lnTo>
                    <a:pt x="234670" y="73279"/>
                  </a:lnTo>
                  <a:lnTo>
                    <a:pt x="236728" y="72504"/>
                  </a:lnTo>
                  <a:lnTo>
                    <a:pt x="237375" y="71183"/>
                  </a:lnTo>
                  <a:lnTo>
                    <a:pt x="237845" y="70243"/>
                  </a:lnTo>
                  <a:lnTo>
                    <a:pt x="238480" y="68973"/>
                  </a:lnTo>
                  <a:close/>
                </a:path>
                <a:path w="387985" h="578484">
                  <a:moveTo>
                    <a:pt x="248462" y="29972"/>
                  </a:moveTo>
                  <a:lnTo>
                    <a:pt x="247484" y="24358"/>
                  </a:lnTo>
                  <a:lnTo>
                    <a:pt x="246875" y="23990"/>
                  </a:lnTo>
                  <a:lnTo>
                    <a:pt x="246303" y="23647"/>
                  </a:lnTo>
                  <a:lnTo>
                    <a:pt x="245960" y="23431"/>
                  </a:lnTo>
                  <a:lnTo>
                    <a:pt x="244729" y="22694"/>
                  </a:lnTo>
                  <a:lnTo>
                    <a:pt x="244729" y="23634"/>
                  </a:lnTo>
                  <a:lnTo>
                    <a:pt x="243649" y="23469"/>
                  </a:lnTo>
                  <a:lnTo>
                    <a:pt x="244729" y="23634"/>
                  </a:lnTo>
                  <a:lnTo>
                    <a:pt x="244729" y="22694"/>
                  </a:lnTo>
                  <a:lnTo>
                    <a:pt x="244144" y="22339"/>
                  </a:lnTo>
                  <a:lnTo>
                    <a:pt x="242481" y="23469"/>
                  </a:lnTo>
                  <a:lnTo>
                    <a:pt x="241719" y="23990"/>
                  </a:lnTo>
                  <a:lnTo>
                    <a:pt x="242265" y="23609"/>
                  </a:lnTo>
                  <a:lnTo>
                    <a:pt x="242481" y="23469"/>
                  </a:lnTo>
                  <a:lnTo>
                    <a:pt x="241922" y="23533"/>
                  </a:lnTo>
                  <a:lnTo>
                    <a:pt x="239483" y="23317"/>
                  </a:lnTo>
                  <a:lnTo>
                    <a:pt x="237197" y="25996"/>
                  </a:lnTo>
                  <a:lnTo>
                    <a:pt x="237197" y="31381"/>
                  </a:lnTo>
                  <a:lnTo>
                    <a:pt x="239471" y="33235"/>
                  </a:lnTo>
                  <a:lnTo>
                    <a:pt x="242951" y="33540"/>
                  </a:lnTo>
                  <a:lnTo>
                    <a:pt x="243751" y="33439"/>
                  </a:lnTo>
                  <a:lnTo>
                    <a:pt x="247154" y="32016"/>
                  </a:lnTo>
                  <a:lnTo>
                    <a:pt x="248462" y="29972"/>
                  </a:lnTo>
                  <a:close/>
                </a:path>
                <a:path w="387985" h="578484">
                  <a:moveTo>
                    <a:pt x="254342" y="489127"/>
                  </a:moveTo>
                  <a:lnTo>
                    <a:pt x="251244" y="486664"/>
                  </a:lnTo>
                  <a:lnTo>
                    <a:pt x="246227" y="482676"/>
                  </a:lnTo>
                  <a:lnTo>
                    <a:pt x="241706" y="483768"/>
                  </a:lnTo>
                  <a:lnTo>
                    <a:pt x="241973" y="494411"/>
                  </a:lnTo>
                  <a:lnTo>
                    <a:pt x="245872" y="497065"/>
                  </a:lnTo>
                  <a:lnTo>
                    <a:pt x="252679" y="494195"/>
                  </a:lnTo>
                  <a:lnTo>
                    <a:pt x="254342" y="489127"/>
                  </a:lnTo>
                  <a:close/>
                </a:path>
                <a:path w="387985" h="578484">
                  <a:moveTo>
                    <a:pt x="259600" y="80962"/>
                  </a:moveTo>
                  <a:lnTo>
                    <a:pt x="253885" y="80962"/>
                  </a:lnTo>
                  <a:lnTo>
                    <a:pt x="253873" y="85394"/>
                  </a:lnTo>
                  <a:lnTo>
                    <a:pt x="256743" y="85394"/>
                  </a:lnTo>
                  <a:lnTo>
                    <a:pt x="259588" y="85394"/>
                  </a:lnTo>
                  <a:lnTo>
                    <a:pt x="259600" y="80962"/>
                  </a:lnTo>
                  <a:close/>
                </a:path>
                <a:path w="387985" h="578484">
                  <a:moveTo>
                    <a:pt x="264058" y="33197"/>
                  </a:moveTo>
                  <a:lnTo>
                    <a:pt x="263474" y="33197"/>
                  </a:lnTo>
                  <a:lnTo>
                    <a:pt x="263474" y="33655"/>
                  </a:lnTo>
                  <a:lnTo>
                    <a:pt x="263766" y="33655"/>
                  </a:lnTo>
                  <a:lnTo>
                    <a:pt x="264058" y="33655"/>
                  </a:lnTo>
                  <a:lnTo>
                    <a:pt x="264058" y="33197"/>
                  </a:lnTo>
                  <a:close/>
                </a:path>
                <a:path w="387985" h="578484">
                  <a:moveTo>
                    <a:pt x="264325" y="52108"/>
                  </a:moveTo>
                  <a:lnTo>
                    <a:pt x="256717" y="52108"/>
                  </a:lnTo>
                  <a:lnTo>
                    <a:pt x="256717" y="58013"/>
                  </a:lnTo>
                  <a:lnTo>
                    <a:pt x="260527" y="58013"/>
                  </a:lnTo>
                  <a:lnTo>
                    <a:pt x="264325" y="58013"/>
                  </a:lnTo>
                  <a:lnTo>
                    <a:pt x="264325" y="52108"/>
                  </a:lnTo>
                  <a:close/>
                </a:path>
                <a:path w="387985" h="578484">
                  <a:moveTo>
                    <a:pt x="278028" y="542074"/>
                  </a:moveTo>
                  <a:lnTo>
                    <a:pt x="275247" y="533781"/>
                  </a:lnTo>
                  <a:lnTo>
                    <a:pt x="271259" y="532231"/>
                  </a:lnTo>
                  <a:lnTo>
                    <a:pt x="270827" y="532574"/>
                  </a:lnTo>
                  <a:lnTo>
                    <a:pt x="270789" y="532130"/>
                  </a:lnTo>
                  <a:lnTo>
                    <a:pt x="270649" y="530682"/>
                  </a:lnTo>
                  <a:lnTo>
                    <a:pt x="270573" y="529805"/>
                  </a:lnTo>
                  <a:lnTo>
                    <a:pt x="262737" y="522668"/>
                  </a:lnTo>
                  <a:lnTo>
                    <a:pt x="261581" y="522655"/>
                  </a:lnTo>
                  <a:lnTo>
                    <a:pt x="261581" y="534974"/>
                  </a:lnTo>
                  <a:lnTo>
                    <a:pt x="261010" y="533895"/>
                  </a:lnTo>
                  <a:lnTo>
                    <a:pt x="260985" y="534263"/>
                  </a:lnTo>
                  <a:lnTo>
                    <a:pt x="260985" y="534009"/>
                  </a:lnTo>
                  <a:lnTo>
                    <a:pt x="260908" y="534263"/>
                  </a:lnTo>
                  <a:lnTo>
                    <a:pt x="260883" y="534035"/>
                  </a:lnTo>
                  <a:lnTo>
                    <a:pt x="260883" y="534352"/>
                  </a:lnTo>
                  <a:lnTo>
                    <a:pt x="260883" y="534035"/>
                  </a:lnTo>
                  <a:lnTo>
                    <a:pt x="260832" y="533565"/>
                  </a:lnTo>
                  <a:lnTo>
                    <a:pt x="260972" y="533996"/>
                  </a:lnTo>
                  <a:lnTo>
                    <a:pt x="260896" y="533692"/>
                  </a:lnTo>
                  <a:lnTo>
                    <a:pt x="261010" y="533882"/>
                  </a:lnTo>
                  <a:lnTo>
                    <a:pt x="261061" y="533666"/>
                  </a:lnTo>
                  <a:lnTo>
                    <a:pt x="261061" y="533984"/>
                  </a:lnTo>
                  <a:lnTo>
                    <a:pt x="261581" y="534974"/>
                  </a:lnTo>
                  <a:lnTo>
                    <a:pt x="261581" y="522655"/>
                  </a:lnTo>
                  <a:lnTo>
                    <a:pt x="259740" y="522630"/>
                  </a:lnTo>
                  <a:lnTo>
                    <a:pt x="259740" y="532028"/>
                  </a:lnTo>
                  <a:lnTo>
                    <a:pt x="259740" y="522630"/>
                  </a:lnTo>
                  <a:lnTo>
                    <a:pt x="258914" y="522617"/>
                  </a:lnTo>
                  <a:lnTo>
                    <a:pt x="258914" y="532371"/>
                  </a:lnTo>
                  <a:lnTo>
                    <a:pt x="258838" y="533298"/>
                  </a:lnTo>
                  <a:lnTo>
                    <a:pt x="258699" y="533565"/>
                  </a:lnTo>
                  <a:lnTo>
                    <a:pt x="258775" y="532955"/>
                  </a:lnTo>
                  <a:lnTo>
                    <a:pt x="258737" y="532765"/>
                  </a:lnTo>
                  <a:lnTo>
                    <a:pt x="258864" y="532472"/>
                  </a:lnTo>
                  <a:lnTo>
                    <a:pt x="258914" y="522617"/>
                  </a:lnTo>
                  <a:lnTo>
                    <a:pt x="256565" y="522566"/>
                  </a:lnTo>
                  <a:lnTo>
                    <a:pt x="250164" y="530682"/>
                  </a:lnTo>
                  <a:lnTo>
                    <a:pt x="250177" y="531571"/>
                  </a:lnTo>
                  <a:lnTo>
                    <a:pt x="250278" y="533704"/>
                  </a:lnTo>
                  <a:lnTo>
                    <a:pt x="250405" y="535698"/>
                  </a:lnTo>
                  <a:lnTo>
                    <a:pt x="251396" y="536905"/>
                  </a:lnTo>
                  <a:lnTo>
                    <a:pt x="252526" y="539508"/>
                  </a:lnTo>
                  <a:lnTo>
                    <a:pt x="258457" y="544017"/>
                  </a:lnTo>
                  <a:lnTo>
                    <a:pt x="263982" y="543064"/>
                  </a:lnTo>
                  <a:lnTo>
                    <a:pt x="265633" y="541528"/>
                  </a:lnTo>
                  <a:lnTo>
                    <a:pt x="268820" y="543013"/>
                  </a:lnTo>
                  <a:lnTo>
                    <a:pt x="272846" y="544906"/>
                  </a:lnTo>
                  <a:lnTo>
                    <a:pt x="278028" y="542074"/>
                  </a:lnTo>
                  <a:close/>
                </a:path>
                <a:path w="387985" h="578484">
                  <a:moveTo>
                    <a:pt x="284060" y="54825"/>
                  </a:moveTo>
                  <a:lnTo>
                    <a:pt x="283476" y="54825"/>
                  </a:lnTo>
                  <a:lnTo>
                    <a:pt x="283476" y="55283"/>
                  </a:lnTo>
                  <a:lnTo>
                    <a:pt x="283768" y="55283"/>
                  </a:lnTo>
                  <a:lnTo>
                    <a:pt x="284060" y="55283"/>
                  </a:lnTo>
                  <a:lnTo>
                    <a:pt x="284060" y="54825"/>
                  </a:lnTo>
                  <a:close/>
                </a:path>
                <a:path w="387985" h="578484">
                  <a:moveTo>
                    <a:pt x="288175" y="65697"/>
                  </a:moveTo>
                  <a:lnTo>
                    <a:pt x="284187" y="60820"/>
                  </a:lnTo>
                  <a:lnTo>
                    <a:pt x="283235" y="60452"/>
                  </a:lnTo>
                  <a:lnTo>
                    <a:pt x="282575" y="59512"/>
                  </a:lnTo>
                  <a:lnTo>
                    <a:pt x="281139" y="57505"/>
                  </a:lnTo>
                  <a:lnTo>
                    <a:pt x="276453" y="58013"/>
                  </a:lnTo>
                  <a:lnTo>
                    <a:pt x="276783" y="62039"/>
                  </a:lnTo>
                  <a:lnTo>
                    <a:pt x="276301" y="62966"/>
                  </a:lnTo>
                  <a:lnTo>
                    <a:pt x="276923" y="63741"/>
                  </a:lnTo>
                  <a:lnTo>
                    <a:pt x="276974" y="64427"/>
                  </a:lnTo>
                  <a:lnTo>
                    <a:pt x="278079" y="66814"/>
                  </a:lnTo>
                  <a:lnTo>
                    <a:pt x="279768" y="67360"/>
                  </a:lnTo>
                  <a:lnTo>
                    <a:pt x="282041" y="70307"/>
                  </a:lnTo>
                  <a:lnTo>
                    <a:pt x="285432" y="67741"/>
                  </a:lnTo>
                  <a:lnTo>
                    <a:pt x="288175" y="65697"/>
                  </a:lnTo>
                  <a:close/>
                </a:path>
                <a:path w="387985" h="578484">
                  <a:moveTo>
                    <a:pt x="292519" y="567944"/>
                  </a:moveTo>
                  <a:lnTo>
                    <a:pt x="291414" y="565924"/>
                  </a:lnTo>
                  <a:lnTo>
                    <a:pt x="288023" y="560374"/>
                  </a:lnTo>
                  <a:lnTo>
                    <a:pt x="284073" y="559574"/>
                  </a:lnTo>
                  <a:lnTo>
                    <a:pt x="278612" y="563778"/>
                  </a:lnTo>
                  <a:lnTo>
                    <a:pt x="278371" y="566293"/>
                  </a:lnTo>
                  <a:lnTo>
                    <a:pt x="277647" y="566229"/>
                  </a:lnTo>
                  <a:lnTo>
                    <a:pt x="274853" y="566026"/>
                  </a:lnTo>
                  <a:lnTo>
                    <a:pt x="272389" y="568502"/>
                  </a:lnTo>
                  <a:lnTo>
                    <a:pt x="272884" y="575538"/>
                  </a:lnTo>
                  <a:lnTo>
                    <a:pt x="277952" y="578129"/>
                  </a:lnTo>
                  <a:lnTo>
                    <a:pt x="283235" y="572846"/>
                  </a:lnTo>
                  <a:lnTo>
                    <a:pt x="284568" y="574154"/>
                  </a:lnTo>
                  <a:lnTo>
                    <a:pt x="289445" y="574560"/>
                  </a:lnTo>
                  <a:lnTo>
                    <a:pt x="291807" y="572909"/>
                  </a:lnTo>
                  <a:lnTo>
                    <a:pt x="292519" y="567944"/>
                  </a:lnTo>
                  <a:close/>
                </a:path>
                <a:path w="387985" h="578484">
                  <a:moveTo>
                    <a:pt x="310413" y="51130"/>
                  </a:moveTo>
                  <a:lnTo>
                    <a:pt x="308356" y="46875"/>
                  </a:lnTo>
                  <a:lnTo>
                    <a:pt x="306019" y="48463"/>
                  </a:lnTo>
                  <a:lnTo>
                    <a:pt x="302514" y="50825"/>
                  </a:lnTo>
                  <a:lnTo>
                    <a:pt x="303403" y="53555"/>
                  </a:lnTo>
                  <a:lnTo>
                    <a:pt x="310413" y="51130"/>
                  </a:lnTo>
                  <a:close/>
                </a:path>
                <a:path w="387985" h="578484">
                  <a:moveTo>
                    <a:pt x="310654" y="99885"/>
                  </a:moveTo>
                  <a:lnTo>
                    <a:pt x="305104" y="95834"/>
                  </a:lnTo>
                  <a:lnTo>
                    <a:pt x="301129" y="98806"/>
                  </a:lnTo>
                  <a:lnTo>
                    <a:pt x="298526" y="100749"/>
                  </a:lnTo>
                  <a:lnTo>
                    <a:pt x="298538" y="91948"/>
                  </a:lnTo>
                  <a:lnTo>
                    <a:pt x="286321" y="91948"/>
                  </a:lnTo>
                  <a:lnTo>
                    <a:pt x="286308" y="101434"/>
                  </a:lnTo>
                  <a:lnTo>
                    <a:pt x="292430" y="101434"/>
                  </a:lnTo>
                  <a:lnTo>
                    <a:pt x="297586" y="101434"/>
                  </a:lnTo>
                  <a:lnTo>
                    <a:pt x="296926" y="101930"/>
                  </a:lnTo>
                  <a:lnTo>
                    <a:pt x="296926" y="106591"/>
                  </a:lnTo>
                  <a:lnTo>
                    <a:pt x="305104" y="112699"/>
                  </a:lnTo>
                  <a:lnTo>
                    <a:pt x="310654" y="108661"/>
                  </a:lnTo>
                  <a:lnTo>
                    <a:pt x="310654" y="99885"/>
                  </a:lnTo>
                  <a:close/>
                </a:path>
                <a:path w="387985" h="578484">
                  <a:moveTo>
                    <a:pt x="313918" y="86652"/>
                  </a:moveTo>
                  <a:lnTo>
                    <a:pt x="313105" y="86652"/>
                  </a:lnTo>
                  <a:lnTo>
                    <a:pt x="313105" y="87274"/>
                  </a:lnTo>
                  <a:lnTo>
                    <a:pt x="313512" y="87274"/>
                  </a:lnTo>
                  <a:lnTo>
                    <a:pt x="313918" y="87274"/>
                  </a:lnTo>
                  <a:lnTo>
                    <a:pt x="313918" y="86652"/>
                  </a:lnTo>
                  <a:close/>
                </a:path>
                <a:path w="387985" h="578484">
                  <a:moveTo>
                    <a:pt x="318782" y="114922"/>
                  </a:moveTo>
                  <a:lnTo>
                    <a:pt x="317512" y="111874"/>
                  </a:lnTo>
                  <a:lnTo>
                    <a:pt x="316509" y="109512"/>
                  </a:lnTo>
                  <a:lnTo>
                    <a:pt x="314833" y="109499"/>
                  </a:lnTo>
                  <a:lnTo>
                    <a:pt x="312572" y="114896"/>
                  </a:lnTo>
                  <a:lnTo>
                    <a:pt x="318782" y="114922"/>
                  </a:lnTo>
                  <a:close/>
                </a:path>
                <a:path w="387985" h="578484">
                  <a:moveTo>
                    <a:pt x="321589" y="74129"/>
                  </a:moveTo>
                  <a:lnTo>
                    <a:pt x="319976" y="68338"/>
                  </a:lnTo>
                  <a:lnTo>
                    <a:pt x="316369" y="66611"/>
                  </a:lnTo>
                  <a:lnTo>
                    <a:pt x="313791" y="68326"/>
                  </a:lnTo>
                  <a:lnTo>
                    <a:pt x="312343" y="69291"/>
                  </a:lnTo>
                  <a:lnTo>
                    <a:pt x="311429" y="70345"/>
                  </a:lnTo>
                  <a:lnTo>
                    <a:pt x="311442" y="74815"/>
                  </a:lnTo>
                  <a:lnTo>
                    <a:pt x="313397" y="77165"/>
                  </a:lnTo>
                  <a:lnTo>
                    <a:pt x="319265" y="77165"/>
                  </a:lnTo>
                  <a:lnTo>
                    <a:pt x="321589" y="74129"/>
                  </a:lnTo>
                  <a:close/>
                </a:path>
                <a:path w="387985" h="578484">
                  <a:moveTo>
                    <a:pt x="326491" y="89776"/>
                  </a:moveTo>
                  <a:lnTo>
                    <a:pt x="318897" y="89801"/>
                  </a:lnTo>
                  <a:lnTo>
                    <a:pt x="318325" y="97040"/>
                  </a:lnTo>
                  <a:lnTo>
                    <a:pt x="320395" y="98361"/>
                  </a:lnTo>
                  <a:lnTo>
                    <a:pt x="324535" y="98894"/>
                  </a:lnTo>
                  <a:lnTo>
                    <a:pt x="326301" y="96697"/>
                  </a:lnTo>
                  <a:lnTo>
                    <a:pt x="326301" y="94818"/>
                  </a:lnTo>
                  <a:lnTo>
                    <a:pt x="326275" y="92557"/>
                  </a:lnTo>
                  <a:lnTo>
                    <a:pt x="326402" y="91020"/>
                  </a:lnTo>
                  <a:lnTo>
                    <a:pt x="326491" y="89776"/>
                  </a:lnTo>
                  <a:close/>
                </a:path>
                <a:path w="387985" h="578484">
                  <a:moveTo>
                    <a:pt x="331597" y="68465"/>
                  </a:moveTo>
                  <a:lnTo>
                    <a:pt x="330708" y="67233"/>
                  </a:lnTo>
                  <a:lnTo>
                    <a:pt x="329044" y="67271"/>
                  </a:lnTo>
                  <a:lnTo>
                    <a:pt x="324967" y="67348"/>
                  </a:lnTo>
                  <a:lnTo>
                    <a:pt x="327787" y="73444"/>
                  </a:lnTo>
                  <a:lnTo>
                    <a:pt x="330327" y="70129"/>
                  </a:lnTo>
                  <a:lnTo>
                    <a:pt x="331597" y="68465"/>
                  </a:lnTo>
                  <a:close/>
                </a:path>
                <a:path w="387985" h="578484">
                  <a:moveTo>
                    <a:pt x="338455" y="121945"/>
                  </a:moveTo>
                  <a:lnTo>
                    <a:pt x="335318" y="120040"/>
                  </a:lnTo>
                  <a:lnTo>
                    <a:pt x="332181" y="120586"/>
                  </a:lnTo>
                  <a:lnTo>
                    <a:pt x="326720" y="121539"/>
                  </a:lnTo>
                  <a:lnTo>
                    <a:pt x="327952" y="130327"/>
                  </a:lnTo>
                  <a:lnTo>
                    <a:pt x="336181" y="130327"/>
                  </a:lnTo>
                  <a:lnTo>
                    <a:pt x="338455" y="128054"/>
                  </a:lnTo>
                  <a:lnTo>
                    <a:pt x="338455" y="121945"/>
                  </a:lnTo>
                  <a:close/>
                </a:path>
                <a:path w="387985" h="578484">
                  <a:moveTo>
                    <a:pt x="345516" y="115443"/>
                  </a:moveTo>
                  <a:lnTo>
                    <a:pt x="342887" y="112814"/>
                  </a:lnTo>
                  <a:lnTo>
                    <a:pt x="340652" y="113804"/>
                  </a:lnTo>
                  <a:lnTo>
                    <a:pt x="340601" y="115620"/>
                  </a:lnTo>
                  <a:lnTo>
                    <a:pt x="340601" y="115798"/>
                  </a:lnTo>
                  <a:lnTo>
                    <a:pt x="340601" y="115976"/>
                  </a:lnTo>
                  <a:lnTo>
                    <a:pt x="340575" y="117005"/>
                  </a:lnTo>
                  <a:lnTo>
                    <a:pt x="341337" y="117767"/>
                  </a:lnTo>
                  <a:lnTo>
                    <a:pt x="342176" y="117741"/>
                  </a:lnTo>
                  <a:lnTo>
                    <a:pt x="342353" y="117729"/>
                  </a:lnTo>
                  <a:lnTo>
                    <a:pt x="342531" y="117729"/>
                  </a:lnTo>
                  <a:lnTo>
                    <a:pt x="342709" y="117729"/>
                  </a:lnTo>
                  <a:lnTo>
                    <a:pt x="344538" y="117678"/>
                  </a:lnTo>
                  <a:lnTo>
                    <a:pt x="345516" y="115443"/>
                  </a:lnTo>
                  <a:close/>
                </a:path>
                <a:path w="387985" h="578484">
                  <a:moveTo>
                    <a:pt x="345808" y="86766"/>
                  </a:moveTo>
                  <a:lnTo>
                    <a:pt x="341401" y="82105"/>
                  </a:lnTo>
                  <a:lnTo>
                    <a:pt x="337921" y="82956"/>
                  </a:lnTo>
                  <a:lnTo>
                    <a:pt x="335673" y="88290"/>
                  </a:lnTo>
                  <a:lnTo>
                    <a:pt x="337769" y="90678"/>
                  </a:lnTo>
                  <a:lnTo>
                    <a:pt x="340525" y="91020"/>
                  </a:lnTo>
                  <a:lnTo>
                    <a:pt x="344538" y="91503"/>
                  </a:lnTo>
                  <a:lnTo>
                    <a:pt x="345808" y="86766"/>
                  </a:lnTo>
                  <a:close/>
                </a:path>
                <a:path w="387985" h="578484">
                  <a:moveTo>
                    <a:pt x="349084" y="63220"/>
                  </a:moveTo>
                  <a:lnTo>
                    <a:pt x="340664" y="63220"/>
                  </a:lnTo>
                  <a:lnTo>
                    <a:pt x="340664" y="69748"/>
                  </a:lnTo>
                  <a:lnTo>
                    <a:pt x="344881" y="69748"/>
                  </a:lnTo>
                  <a:lnTo>
                    <a:pt x="349084" y="69748"/>
                  </a:lnTo>
                  <a:lnTo>
                    <a:pt x="349084" y="63220"/>
                  </a:lnTo>
                  <a:close/>
                </a:path>
                <a:path w="387985" h="578484">
                  <a:moveTo>
                    <a:pt x="359549" y="100672"/>
                  </a:moveTo>
                  <a:lnTo>
                    <a:pt x="356590" y="99187"/>
                  </a:lnTo>
                  <a:lnTo>
                    <a:pt x="355968" y="101180"/>
                  </a:lnTo>
                  <a:lnTo>
                    <a:pt x="355257" y="101917"/>
                  </a:lnTo>
                  <a:lnTo>
                    <a:pt x="354901" y="102298"/>
                  </a:lnTo>
                  <a:lnTo>
                    <a:pt x="353961" y="102641"/>
                  </a:lnTo>
                  <a:lnTo>
                    <a:pt x="354012" y="104216"/>
                  </a:lnTo>
                  <a:lnTo>
                    <a:pt x="356628" y="104076"/>
                  </a:lnTo>
                  <a:lnTo>
                    <a:pt x="357644" y="103454"/>
                  </a:lnTo>
                  <a:lnTo>
                    <a:pt x="359549" y="100672"/>
                  </a:lnTo>
                  <a:close/>
                </a:path>
                <a:path w="387985" h="578484">
                  <a:moveTo>
                    <a:pt x="362077" y="125425"/>
                  </a:moveTo>
                  <a:lnTo>
                    <a:pt x="360032" y="123024"/>
                  </a:lnTo>
                  <a:lnTo>
                    <a:pt x="355053" y="124396"/>
                  </a:lnTo>
                  <a:lnTo>
                    <a:pt x="354037" y="127647"/>
                  </a:lnTo>
                  <a:lnTo>
                    <a:pt x="355930" y="129387"/>
                  </a:lnTo>
                  <a:lnTo>
                    <a:pt x="358368" y="131610"/>
                  </a:lnTo>
                  <a:lnTo>
                    <a:pt x="360883" y="131254"/>
                  </a:lnTo>
                  <a:lnTo>
                    <a:pt x="361467" y="128358"/>
                  </a:lnTo>
                  <a:lnTo>
                    <a:pt x="361581" y="127901"/>
                  </a:lnTo>
                  <a:lnTo>
                    <a:pt x="362077" y="125425"/>
                  </a:lnTo>
                  <a:close/>
                </a:path>
                <a:path w="387985" h="578484">
                  <a:moveTo>
                    <a:pt x="367512" y="87325"/>
                  </a:moveTo>
                  <a:lnTo>
                    <a:pt x="365645" y="80556"/>
                  </a:lnTo>
                  <a:lnTo>
                    <a:pt x="362191" y="78587"/>
                  </a:lnTo>
                  <a:lnTo>
                    <a:pt x="355511" y="80429"/>
                  </a:lnTo>
                  <a:lnTo>
                    <a:pt x="352894" y="85242"/>
                  </a:lnTo>
                  <a:lnTo>
                    <a:pt x="355333" y="88455"/>
                  </a:lnTo>
                  <a:lnTo>
                    <a:pt x="356933" y="90551"/>
                  </a:lnTo>
                  <a:lnTo>
                    <a:pt x="358724" y="91757"/>
                  </a:lnTo>
                  <a:lnTo>
                    <a:pt x="365023" y="90855"/>
                  </a:lnTo>
                  <a:lnTo>
                    <a:pt x="367512" y="87325"/>
                  </a:lnTo>
                  <a:close/>
                </a:path>
                <a:path w="387985" h="578484">
                  <a:moveTo>
                    <a:pt x="371106" y="130556"/>
                  </a:moveTo>
                  <a:lnTo>
                    <a:pt x="370560" y="130556"/>
                  </a:lnTo>
                  <a:lnTo>
                    <a:pt x="370560" y="130975"/>
                  </a:lnTo>
                  <a:lnTo>
                    <a:pt x="370840" y="130975"/>
                  </a:lnTo>
                  <a:lnTo>
                    <a:pt x="371106" y="130975"/>
                  </a:lnTo>
                  <a:lnTo>
                    <a:pt x="371106" y="130556"/>
                  </a:lnTo>
                  <a:close/>
                </a:path>
                <a:path w="387985" h="578484">
                  <a:moveTo>
                    <a:pt x="371132" y="98628"/>
                  </a:moveTo>
                  <a:lnTo>
                    <a:pt x="370535" y="98628"/>
                  </a:lnTo>
                  <a:lnTo>
                    <a:pt x="370535" y="99085"/>
                  </a:lnTo>
                  <a:lnTo>
                    <a:pt x="370840" y="99085"/>
                  </a:lnTo>
                  <a:lnTo>
                    <a:pt x="371132" y="99085"/>
                  </a:lnTo>
                  <a:lnTo>
                    <a:pt x="371132" y="98628"/>
                  </a:lnTo>
                  <a:close/>
                </a:path>
                <a:path w="387985" h="578484">
                  <a:moveTo>
                    <a:pt x="372884" y="99377"/>
                  </a:moveTo>
                  <a:lnTo>
                    <a:pt x="364464" y="99377"/>
                  </a:lnTo>
                  <a:lnTo>
                    <a:pt x="364464" y="105905"/>
                  </a:lnTo>
                  <a:lnTo>
                    <a:pt x="368668" y="105905"/>
                  </a:lnTo>
                  <a:lnTo>
                    <a:pt x="372884" y="105905"/>
                  </a:lnTo>
                  <a:lnTo>
                    <a:pt x="372884" y="99377"/>
                  </a:lnTo>
                  <a:close/>
                </a:path>
                <a:path w="387985" h="578484">
                  <a:moveTo>
                    <a:pt x="375335" y="64770"/>
                  </a:moveTo>
                  <a:lnTo>
                    <a:pt x="365290" y="64770"/>
                  </a:lnTo>
                  <a:lnTo>
                    <a:pt x="365290" y="72567"/>
                  </a:lnTo>
                  <a:lnTo>
                    <a:pt x="370306" y="72567"/>
                  </a:lnTo>
                  <a:lnTo>
                    <a:pt x="375323" y="72567"/>
                  </a:lnTo>
                  <a:lnTo>
                    <a:pt x="375335" y="64770"/>
                  </a:lnTo>
                  <a:close/>
                </a:path>
                <a:path w="387985" h="578484">
                  <a:moveTo>
                    <a:pt x="384263" y="106591"/>
                  </a:moveTo>
                  <a:lnTo>
                    <a:pt x="383578" y="104813"/>
                  </a:lnTo>
                  <a:lnTo>
                    <a:pt x="382130" y="100965"/>
                  </a:lnTo>
                  <a:lnTo>
                    <a:pt x="377266" y="105816"/>
                  </a:lnTo>
                  <a:lnTo>
                    <a:pt x="381114" y="107276"/>
                  </a:lnTo>
                  <a:lnTo>
                    <a:pt x="382892" y="107950"/>
                  </a:lnTo>
                  <a:lnTo>
                    <a:pt x="384263" y="106591"/>
                  </a:lnTo>
                  <a:close/>
                </a:path>
                <a:path w="387985" h="578484">
                  <a:moveTo>
                    <a:pt x="387883" y="126034"/>
                  </a:moveTo>
                  <a:lnTo>
                    <a:pt x="384086" y="126034"/>
                  </a:lnTo>
                  <a:lnTo>
                    <a:pt x="384073" y="128993"/>
                  </a:lnTo>
                  <a:lnTo>
                    <a:pt x="385978" y="128993"/>
                  </a:lnTo>
                  <a:lnTo>
                    <a:pt x="387870" y="128993"/>
                  </a:lnTo>
                  <a:lnTo>
                    <a:pt x="387883" y="12603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2618054" y="7746129"/>
              <a:ext cx="228600" cy="362585"/>
            </a:xfrm>
            <a:custGeom>
              <a:avLst/>
              <a:gdLst/>
              <a:ahLst/>
              <a:cxnLst/>
              <a:rect l="l" t="t" r="r" b="b"/>
              <a:pathLst>
                <a:path w="228600" h="362584">
                  <a:moveTo>
                    <a:pt x="8521" y="0"/>
                  </a:moveTo>
                  <a:lnTo>
                    <a:pt x="12" y="0"/>
                  </a:lnTo>
                  <a:lnTo>
                    <a:pt x="0" y="6604"/>
                  </a:lnTo>
                  <a:lnTo>
                    <a:pt x="4254" y="6604"/>
                  </a:lnTo>
                  <a:lnTo>
                    <a:pt x="8509" y="6604"/>
                  </a:lnTo>
                  <a:lnTo>
                    <a:pt x="8521" y="0"/>
                  </a:lnTo>
                  <a:close/>
                </a:path>
                <a:path w="228600" h="362584">
                  <a:moveTo>
                    <a:pt x="11226" y="42710"/>
                  </a:moveTo>
                  <a:lnTo>
                    <a:pt x="2717" y="42710"/>
                  </a:lnTo>
                  <a:lnTo>
                    <a:pt x="2705" y="49314"/>
                  </a:lnTo>
                  <a:lnTo>
                    <a:pt x="6959" y="49314"/>
                  </a:lnTo>
                  <a:lnTo>
                    <a:pt x="11214" y="49314"/>
                  </a:lnTo>
                  <a:lnTo>
                    <a:pt x="11226" y="42710"/>
                  </a:lnTo>
                  <a:close/>
                </a:path>
                <a:path w="228600" h="362584">
                  <a:moveTo>
                    <a:pt x="17170" y="180428"/>
                  </a:moveTo>
                  <a:lnTo>
                    <a:pt x="15798" y="177863"/>
                  </a:lnTo>
                  <a:lnTo>
                    <a:pt x="12179" y="177863"/>
                  </a:lnTo>
                  <a:lnTo>
                    <a:pt x="10833" y="180428"/>
                  </a:lnTo>
                  <a:lnTo>
                    <a:pt x="12407" y="181711"/>
                  </a:lnTo>
                  <a:lnTo>
                    <a:pt x="12598" y="181864"/>
                  </a:lnTo>
                  <a:lnTo>
                    <a:pt x="13538" y="182626"/>
                  </a:lnTo>
                  <a:lnTo>
                    <a:pt x="14452" y="182638"/>
                  </a:lnTo>
                  <a:lnTo>
                    <a:pt x="17170" y="180428"/>
                  </a:lnTo>
                  <a:close/>
                </a:path>
                <a:path w="228600" h="362584">
                  <a:moveTo>
                    <a:pt x="19151" y="155016"/>
                  </a:moveTo>
                  <a:lnTo>
                    <a:pt x="18567" y="155016"/>
                  </a:lnTo>
                  <a:lnTo>
                    <a:pt x="18567" y="155473"/>
                  </a:lnTo>
                  <a:lnTo>
                    <a:pt x="18859" y="155473"/>
                  </a:lnTo>
                  <a:lnTo>
                    <a:pt x="19151" y="155473"/>
                  </a:lnTo>
                  <a:lnTo>
                    <a:pt x="19151" y="155016"/>
                  </a:lnTo>
                  <a:close/>
                </a:path>
                <a:path w="228600" h="362584">
                  <a:moveTo>
                    <a:pt x="22275" y="76822"/>
                  </a:moveTo>
                  <a:lnTo>
                    <a:pt x="19812" y="72009"/>
                  </a:lnTo>
                  <a:lnTo>
                    <a:pt x="10795" y="75488"/>
                  </a:lnTo>
                  <a:lnTo>
                    <a:pt x="15709" y="83070"/>
                  </a:lnTo>
                  <a:lnTo>
                    <a:pt x="19735" y="79222"/>
                  </a:lnTo>
                  <a:lnTo>
                    <a:pt x="22275" y="76822"/>
                  </a:lnTo>
                  <a:close/>
                </a:path>
                <a:path w="228600" h="362584">
                  <a:moveTo>
                    <a:pt x="23190" y="32677"/>
                  </a:moveTo>
                  <a:lnTo>
                    <a:pt x="20739" y="31216"/>
                  </a:lnTo>
                  <a:lnTo>
                    <a:pt x="19367" y="32296"/>
                  </a:lnTo>
                  <a:lnTo>
                    <a:pt x="18453" y="32512"/>
                  </a:lnTo>
                  <a:lnTo>
                    <a:pt x="17246" y="32943"/>
                  </a:lnTo>
                  <a:lnTo>
                    <a:pt x="16941" y="34251"/>
                  </a:lnTo>
                  <a:lnTo>
                    <a:pt x="19062" y="36804"/>
                  </a:lnTo>
                  <a:lnTo>
                    <a:pt x="21082" y="35991"/>
                  </a:lnTo>
                  <a:lnTo>
                    <a:pt x="23190" y="32677"/>
                  </a:lnTo>
                  <a:close/>
                </a:path>
                <a:path w="228600" h="362584">
                  <a:moveTo>
                    <a:pt x="25717" y="146075"/>
                  </a:moveTo>
                  <a:lnTo>
                    <a:pt x="19685" y="137477"/>
                  </a:lnTo>
                  <a:lnTo>
                    <a:pt x="12941" y="144145"/>
                  </a:lnTo>
                  <a:lnTo>
                    <a:pt x="18021" y="147713"/>
                  </a:lnTo>
                  <a:lnTo>
                    <a:pt x="21590" y="150215"/>
                  </a:lnTo>
                  <a:lnTo>
                    <a:pt x="25717" y="146075"/>
                  </a:lnTo>
                  <a:close/>
                </a:path>
                <a:path w="228600" h="362584">
                  <a:moveTo>
                    <a:pt x="30403" y="114147"/>
                  </a:moveTo>
                  <a:lnTo>
                    <a:pt x="26085" y="113055"/>
                  </a:lnTo>
                  <a:lnTo>
                    <a:pt x="24955" y="112776"/>
                  </a:lnTo>
                  <a:lnTo>
                    <a:pt x="24130" y="112788"/>
                  </a:lnTo>
                  <a:lnTo>
                    <a:pt x="22148" y="113855"/>
                  </a:lnTo>
                  <a:lnTo>
                    <a:pt x="21932" y="114909"/>
                  </a:lnTo>
                  <a:lnTo>
                    <a:pt x="22199" y="116763"/>
                  </a:lnTo>
                  <a:lnTo>
                    <a:pt x="22618" y="117309"/>
                  </a:lnTo>
                  <a:lnTo>
                    <a:pt x="27127" y="121069"/>
                  </a:lnTo>
                  <a:lnTo>
                    <a:pt x="30403" y="114147"/>
                  </a:lnTo>
                  <a:close/>
                </a:path>
                <a:path w="228600" h="362584">
                  <a:moveTo>
                    <a:pt x="33934" y="194779"/>
                  </a:moveTo>
                  <a:lnTo>
                    <a:pt x="24333" y="194779"/>
                  </a:lnTo>
                  <a:lnTo>
                    <a:pt x="24333" y="202234"/>
                  </a:lnTo>
                  <a:lnTo>
                    <a:pt x="29133" y="202234"/>
                  </a:lnTo>
                  <a:lnTo>
                    <a:pt x="33934" y="202234"/>
                  </a:lnTo>
                  <a:lnTo>
                    <a:pt x="33934" y="194779"/>
                  </a:lnTo>
                  <a:close/>
                </a:path>
                <a:path w="228600" h="362584">
                  <a:moveTo>
                    <a:pt x="35102" y="156502"/>
                  </a:moveTo>
                  <a:lnTo>
                    <a:pt x="34201" y="154355"/>
                  </a:lnTo>
                  <a:lnTo>
                    <a:pt x="33553" y="152806"/>
                  </a:lnTo>
                  <a:lnTo>
                    <a:pt x="32283" y="152806"/>
                  </a:lnTo>
                  <a:lnTo>
                    <a:pt x="30746" y="156489"/>
                  </a:lnTo>
                  <a:lnTo>
                    <a:pt x="35102" y="156502"/>
                  </a:lnTo>
                  <a:close/>
                </a:path>
                <a:path w="228600" h="362584">
                  <a:moveTo>
                    <a:pt x="39166" y="164211"/>
                  </a:moveTo>
                  <a:lnTo>
                    <a:pt x="38862" y="164211"/>
                  </a:lnTo>
                  <a:lnTo>
                    <a:pt x="37490" y="164211"/>
                  </a:lnTo>
                  <a:lnTo>
                    <a:pt x="37490" y="164668"/>
                  </a:lnTo>
                  <a:lnTo>
                    <a:pt x="39166" y="164668"/>
                  </a:lnTo>
                  <a:lnTo>
                    <a:pt x="39166" y="164211"/>
                  </a:lnTo>
                  <a:close/>
                </a:path>
                <a:path w="228600" h="362584">
                  <a:moveTo>
                    <a:pt x="40703" y="30086"/>
                  </a:moveTo>
                  <a:lnTo>
                    <a:pt x="38036" y="27406"/>
                  </a:lnTo>
                  <a:lnTo>
                    <a:pt x="35458" y="28359"/>
                  </a:lnTo>
                  <a:lnTo>
                    <a:pt x="35534" y="30340"/>
                  </a:lnTo>
                  <a:lnTo>
                    <a:pt x="35598" y="31813"/>
                  </a:lnTo>
                  <a:lnTo>
                    <a:pt x="36296" y="32524"/>
                  </a:lnTo>
                  <a:lnTo>
                    <a:pt x="37249" y="32562"/>
                  </a:lnTo>
                  <a:lnTo>
                    <a:pt x="39776" y="32664"/>
                  </a:lnTo>
                  <a:lnTo>
                    <a:pt x="40703" y="30086"/>
                  </a:lnTo>
                  <a:close/>
                </a:path>
                <a:path w="228600" h="362584">
                  <a:moveTo>
                    <a:pt x="43129" y="100457"/>
                  </a:moveTo>
                  <a:lnTo>
                    <a:pt x="35699" y="100457"/>
                  </a:lnTo>
                  <a:lnTo>
                    <a:pt x="35687" y="106222"/>
                  </a:lnTo>
                  <a:lnTo>
                    <a:pt x="39408" y="106222"/>
                  </a:lnTo>
                  <a:lnTo>
                    <a:pt x="43116" y="106222"/>
                  </a:lnTo>
                  <a:lnTo>
                    <a:pt x="43129" y="100457"/>
                  </a:lnTo>
                  <a:close/>
                </a:path>
                <a:path w="228600" h="362584">
                  <a:moveTo>
                    <a:pt x="49250" y="67373"/>
                  </a:moveTo>
                  <a:lnTo>
                    <a:pt x="47739" y="64731"/>
                  </a:lnTo>
                  <a:lnTo>
                    <a:pt x="45364" y="64846"/>
                  </a:lnTo>
                  <a:lnTo>
                    <a:pt x="44284" y="64909"/>
                  </a:lnTo>
                  <a:lnTo>
                    <a:pt x="43510" y="65074"/>
                  </a:lnTo>
                  <a:lnTo>
                    <a:pt x="41325" y="66116"/>
                  </a:lnTo>
                  <a:lnTo>
                    <a:pt x="41148" y="67741"/>
                  </a:lnTo>
                  <a:lnTo>
                    <a:pt x="42062" y="69545"/>
                  </a:lnTo>
                  <a:lnTo>
                    <a:pt x="42405" y="69964"/>
                  </a:lnTo>
                  <a:lnTo>
                    <a:pt x="44780" y="71970"/>
                  </a:lnTo>
                  <a:lnTo>
                    <a:pt x="47434" y="71678"/>
                  </a:lnTo>
                  <a:lnTo>
                    <a:pt x="49250" y="67373"/>
                  </a:lnTo>
                  <a:close/>
                </a:path>
                <a:path w="228600" h="362584">
                  <a:moveTo>
                    <a:pt x="56184" y="59232"/>
                  </a:moveTo>
                  <a:lnTo>
                    <a:pt x="54000" y="59232"/>
                  </a:lnTo>
                  <a:lnTo>
                    <a:pt x="54000" y="60921"/>
                  </a:lnTo>
                  <a:lnTo>
                    <a:pt x="55092" y="60921"/>
                  </a:lnTo>
                  <a:lnTo>
                    <a:pt x="56184" y="60921"/>
                  </a:lnTo>
                  <a:lnTo>
                    <a:pt x="56184" y="59232"/>
                  </a:lnTo>
                  <a:close/>
                </a:path>
                <a:path w="228600" h="362584">
                  <a:moveTo>
                    <a:pt x="60960" y="40614"/>
                  </a:moveTo>
                  <a:lnTo>
                    <a:pt x="56794" y="40614"/>
                  </a:lnTo>
                  <a:lnTo>
                    <a:pt x="56794" y="43853"/>
                  </a:lnTo>
                  <a:lnTo>
                    <a:pt x="58877" y="43853"/>
                  </a:lnTo>
                  <a:lnTo>
                    <a:pt x="60960" y="43853"/>
                  </a:lnTo>
                  <a:lnTo>
                    <a:pt x="60960" y="40614"/>
                  </a:lnTo>
                  <a:close/>
                </a:path>
                <a:path w="228600" h="362584">
                  <a:moveTo>
                    <a:pt x="63855" y="172351"/>
                  </a:moveTo>
                  <a:lnTo>
                    <a:pt x="54991" y="172351"/>
                  </a:lnTo>
                  <a:lnTo>
                    <a:pt x="54978" y="179235"/>
                  </a:lnTo>
                  <a:lnTo>
                    <a:pt x="59410" y="179235"/>
                  </a:lnTo>
                  <a:lnTo>
                    <a:pt x="63842" y="179235"/>
                  </a:lnTo>
                  <a:lnTo>
                    <a:pt x="63855" y="172351"/>
                  </a:lnTo>
                  <a:close/>
                </a:path>
                <a:path w="228600" h="362584">
                  <a:moveTo>
                    <a:pt x="69507" y="71882"/>
                  </a:moveTo>
                  <a:lnTo>
                    <a:pt x="69329" y="71158"/>
                  </a:lnTo>
                  <a:lnTo>
                    <a:pt x="69024" y="69888"/>
                  </a:lnTo>
                  <a:lnTo>
                    <a:pt x="65913" y="67551"/>
                  </a:lnTo>
                  <a:lnTo>
                    <a:pt x="64592" y="67856"/>
                  </a:lnTo>
                  <a:lnTo>
                    <a:pt x="62090" y="68961"/>
                  </a:lnTo>
                  <a:lnTo>
                    <a:pt x="61874" y="69888"/>
                  </a:lnTo>
                  <a:lnTo>
                    <a:pt x="61849" y="71158"/>
                  </a:lnTo>
                  <a:lnTo>
                    <a:pt x="61988" y="71831"/>
                  </a:lnTo>
                  <a:lnTo>
                    <a:pt x="60782" y="75260"/>
                  </a:lnTo>
                  <a:lnTo>
                    <a:pt x="66649" y="77800"/>
                  </a:lnTo>
                  <a:lnTo>
                    <a:pt x="68961" y="73012"/>
                  </a:lnTo>
                  <a:lnTo>
                    <a:pt x="69507" y="71882"/>
                  </a:lnTo>
                  <a:close/>
                </a:path>
                <a:path w="228600" h="362584">
                  <a:moveTo>
                    <a:pt x="80518" y="210045"/>
                  </a:moveTo>
                  <a:lnTo>
                    <a:pt x="78803" y="204800"/>
                  </a:lnTo>
                  <a:lnTo>
                    <a:pt x="78613" y="204203"/>
                  </a:lnTo>
                  <a:lnTo>
                    <a:pt x="73139" y="203276"/>
                  </a:lnTo>
                  <a:lnTo>
                    <a:pt x="72809" y="204749"/>
                  </a:lnTo>
                  <a:lnTo>
                    <a:pt x="72707" y="210007"/>
                  </a:lnTo>
                  <a:lnTo>
                    <a:pt x="72682" y="209867"/>
                  </a:lnTo>
                  <a:lnTo>
                    <a:pt x="72707" y="210007"/>
                  </a:lnTo>
                  <a:lnTo>
                    <a:pt x="72707" y="204749"/>
                  </a:lnTo>
                  <a:lnTo>
                    <a:pt x="72504" y="204736"/>
                  </a:lnTo>
                  <a:lnTo>
                    <a:pt x="72377" y="204939"/>
                  </a:lnTo>
                  <a:lnTo>
                    <a:pt x="72377" y="207378"/>
                  </a:lnTo>
                  <a:lnTo>
                    <a:pt x="72351" y="207238"/>
                  </a:lnTo>
                  <a:lnTo>
                    <a:pt x="72377" y="207378"/>
                  </a:lnTo>
                  <a:lnTo>
                    <a:pt x="72377" y="204939"/>
                  </a:lnTo>
                  <a:lnTo>
                    <a:pt x="70205" y="208381"/>
                  </a:lnTo>
                  <a:lnTo>
                    <a:pt x="72999" y="212090"/>
                  </a:lnTo>
                  <a:lnTo>
                    <a:pt x="74002" y="212674"/>
                  </a:lnTo>
                  <a:lnTo>
                    <a:pt x="78422" y="213080"/>
                  </a:lnTo>
                  <a:lnTo>
                    <a:pt x="79629" y="211328"/>
                  </a:lnTo>
                  <a:lnTo>
                    <a:pt x="80518" y="210045"/>
                  </a:lnTo>
                  <a:close/>
                </a:path>
                <a:path w="228600" h="362584">
                  <a:moveTo>
                    <a:pt x="86042" y="160756"/>
                  </a:moveTo>
                  <a:lnTo>
                    <a:pt x="74955" y="160731"/>
                  </a:lnTo>
                  <a:lnTo>
                    <a:pt x="78435" y="170154"/>
                  </a:lnTo>
                  <a:lnTo>
                    <a:pt x="82588" y="170154"/>
                  </a:lnTo>
                  <a:lnTo>
                    <a:pt x="83756" y="166954"/>
                  </a:lnTo>
                  <a:lnTo>
                    <a:pt x="86042" y="160756"/>
                  </a:lnTo>
                  <a:close/>
                </a:path>
                <a:path w="228600" h="362584">
                  <a:moveTo>
                    <a:pt x="87388" y="116763"/>
                  </a:moveTo>
                  <a:lnTo>
                    <a:pt x="85140" y="115379"/>
                  </a:lnTo>
                  <a:lnTo>
                    <a:pt x="83858" y="114566"/>
                  </a:lnTo>
                  <a:lnTo>
                    <a:pt x="81788" y="114198"/>
                  </a:lnTo>
                  <a:lnTo>
                    <a:pt x="80645" y="115392"/>
                  </a:lnTo>
                  <a:lnTo>
                    <a:pt x="81775" y="117335"/>
                  </a:lnTo>
                  <a:lnTo>
                    <a:pt x="82257" y="117729"/>
                  </a:lnTo>
                  <a:lnTo>
                    <a:pt x="85026" y="119875"/>
                  </a:lnTo>
                  <a:lnTo>
                    <a:pt x="87388" y="116763"/>
                  </a:lnTo>
                  <a:close/>
                </a:path>
                <a:path w="228600" h="362584">
                  <a:moveTo>
                    <a:pt x="87833" y="211797"/>
                  </a:moveTo>
                  <a:lnTo>
                    <a:pt x="87236" y="211797"/>
                  </a:lnTo>
                  <a:lnTo>
                    <a:pt x="87236" y="212255"/>
                  </a:lnTo>
                  <a:lnTo>
                    <a:pt x="87528" y="212255"/>
                  </a:lnTo>
                  <a:lnTo>
                    <a:pt x="87833" y="212255"/>
                  </a:lnTo>
                  <a:lnTo>
                    <a:pt x="87833" y="211797"/>
                  </a:lnTo>
                  <a:close/>
                </a:path>
                <a:path w="228600" h="362584">
                  <a:moveTo>
                    <a:pt x="88722" y="87795"/>
                  </a:moveTo>
                  <a:lnTo>
                    <a:pt x="87655" y="87744"/>
                  </a:lnTo>
                  <a:lnTo>
                    <a:pt x="88722" y="87795"/>
                  </a:lnTo>
                  <a:close/>
                </a:path>
                <a:path w="228600" h="362584">
                  <a:moveTo>
                    <a:pt x="89890" y="324307"/>
                  </a:moveTo>
                  <a:lnTo>
                    <a:pt x="89192" y="321310"/>
                  </a:lnTo>
                  <a:lnTo>
                    <a:pt x="89039" y="320649"/>
                  </a:lnTo>
                  <a:lnTo>
                    <a:pt x="88823" y="320268"/>
                  </a:lnTo>
                  <a:lnTo>
                    <a:pt x="87922" y="319252"/>
                  </a:lnTo>
                  <a:lnTo>
                    <a:pt x="86969" y="319265"/>
                  </a:lnTo>
                  <a:lnTo>
                    <a:pt x="86042" y="320255"/>
                  </a:lnTo>
                  <a:lnTo>
                    <a:pt x="85839" y="320649"/>
                  </a:lnTo>
                  <a:lnTo>
                    <a:pt x="84937" y="324205"/>
                  </a:lnTo>
                  <a:lnTo>
                    <a:pt x="89890" y="324307"/>
                  </a:lnTo>
                  <a:close/>
                </a:path>
                <a:path w="228600" h="362584">
                  <a:moveTo>
                    <a:pt x="90728" y="84785"/>
                  </a:moveTo>
                  <a:lnTo>
                    <a:pt x="90335" y="83439"/>
                  </a:lnTo>
                  <a:lnTo>
                    <a:pt x="89890" y="81902"/>
                  </a:lnTo>
                  <a:lnTo>
                    <a:pt x="89420" y="80302"/>
                  </a:lnTo>
                  <a:lnTo>
                    <a:pt x="85217" y="80086"/>
                  </a:lnTo>
                  <a:lnTo>
                    <a:pt x="80987" y="86093"/>
                  </a:lnTo>
                  <a:lnTo>
                    <a:pt x="86690" y="89522"/>
                  </a:lnTo>
                  <a:lnTo>
                    <a:pt x="87541" y="87934"/>
                  </a:lnTo>
                  <a:lnTo>
                    <a:pt x="85420" y="87934"/>
                  </a:lnTo>
                  <a:lnTo>
                    <a:pt x="87337" y="87718"/>
                  </a:lnTo>
                  <a:lnTo>
                    <a:pt x="87655" y="87744"/>
                  </a:lnTo>
                  <a:lnTo>
                    <a:pt x="88430" y="87604"/>
                  </a:lnTo>
                  <a:lnTo>
                    <a:pt x="89001" y="87312"/>
                  </a:lnTo>
                  <a:lnTo>
                    <a:pt x="90436" y="85979"/>
                  </a:lnTo>
                  <a:lnTo>
                    <a:pt x="90728" y="84785"/>
                  </a:lnTo>
                  <a:close/>
                </a:path>
                <a:path w="228600" h="362584">
                  <a:moveTo>
                    <a:pt x="99860" y="142595"/>
                  </a:moveTo>
                  <a:lnTo>
                    <a:pt x="98056" y="143344"/>
                  </a:lnTo>
                  <a:lnTo>
                    <a:pt x="97891" y="143421"/>
                  </a:lnTo>
                  <a:lnTo>
                    <a:pt x="97574" y="143548"/>
                  </a:lnTo>
                  <a:lnTo>
                    <a:pt x="96710" y="143916"/>
                  </a:lnTo>
                  <a:lnTo>
                    <a:pt x="96697" y="144945"/>
                  </a:lnTo>
                  <a:lnTo>
                    <a:pt x="99834" y="146265"/>
                  </a:lnTo>
                  <a:lnTo>
                    <a:pt x="99860" y="142595"/>
                  </a:lnTo>
                  <a:close/>
                </a:path>
                <a:path w="228600" h="362584">
                  <a:moveTo>
                    <a:pt x="100279" y="245516"/>
                  </a:moveTo>
                  <a:lnTo>
                    <a:pt x="98539" y="244449"/>
                  </a:lnTo>
                  <a:lnTo>
                    <a:pt x="97917" y="243814"/>
                  </a:lnTo>
                  <a:lnTo>
                    <a:pt x="96951" y="242608"/>
                  </a:lnTo>
                  <a:lnTo>
                    <a:pt x="95084" y="243687"/>
                  </a:lnTo>
                  <a:lnTo>
                    <a:pt x="95034" y="245008"/>
                  </a:lnTo>
                  <a:lnTo>
                    <a:pt x="94830" y="245960"/>
                  </a:lnTo>
                  <a:lnTo>
                    <a:pt x="94043" y="247967"/>
                  </a:lnTo>
                  <a:lnTo>
                    <a:pt x="96507" y="249669"/>
                  </a:lnTo>
                  <a:lnTo>
                    <a:pt x="100126" y="248158"/>
                  </a:lnTo>
                  <a:lnTo>
                    <a:pt x="100279" y="245516"/>
                  </a:lnTo>
                  <a:close/>
                </a:path>
                <a:path w="228600" h="362584">
                  <a:moveTo>
                    <a:pt x="101269" y="299478"/>
                  </a:moveTo>
                  <a:lnTo>
                    <a:pt x="91122" y="299478"/>
                  </a:lnTo>
                  <a:lnTo>
                    <a:pt x="91109" y="307352"/>
                  </a:lnTo>
                  <a:lnTo>
                    <a:pt x="96189" y="307352"/>
                  </a:lnTo>
                  <a:lnTo>
                    <a:pt x="101257" y="307352"/>
                  </a:lnTo>
                  <a:lnTo>
                    <a:pt x="101269" y="299478"/>
                  </a:lnTo>
                  <a:close/>
                </a:path>
                <a:path w="228600" h="362584">
                  <a:moveTo>
                    <a:pt x="101346" y="328358"/>
                  </a:moveTo>
                  <a:lnTo>
                    <a:pt x="100977" y="326517"/>
                  </a:lnTo>
                  <a:lnTo>
                    <a:pt x="98806" y="321576"/>
                  </a:lnTo>
                  <a:lnTo>
                    <a:pt x="93776" y="322135"/>
                  </a:lnTo>
                  <a:lnTo>
                    <a:pt x="90373" y="327939"/>
                  </a:lnTo>
                  <a:lnTo>
                    <a:pt x="92595" y="332117"/>
                  </a:lnTo>
                  <a:lnTo>
                    <a:pt x="93865" y="332079"/>
                  </a:lnTo>
                  <a:lnTo>
                    <a:pt x="94411" y="332930"/>
                  </a:lnTo>
                  <a:lnTo>
                    <a:pt x="98259" y="332587"/>
                  </a:lnTo>
                  <a:lnTo>
                    <a:pt x="101346" y="328358"/>
                  </a:lnTo>
                  <a:close/>
                </a:path>
                <a:path w="228600" h="362584">
                  <a:moveTo>
                    <a:pt x="101968" y="214617"/>
                  </a:moveTo>
                  <a:lnTo>
                    <a:pt x="94729" y="214617"/>
                  </a:lnTo>
                  <a:lnTo>
                    <a:pt x="94729" y="220243"/>
                  </a:lnTo>
                  <a:lnTo>
                    <a:pt x="98348" y="220243"/>
                  </a:lnTo>
                  <a:lnTo>
                    <a:pt x="101968" y="220243"/>
                  </a:lnTo>
                  <a:lnTo>
                    <a:pt x="101968" y="214617"/>
                  </a:lnTo>
                  <a:close/>
                </a:path>
                <a:path w="228600" h="362584">
                  <a:moveTo>
                    <a:pt x="109435" y="360641"/>
                  </a:moveTo>
                  <a:lnTo>
                    <a:pt x="107810" y="360641"/>
                  </a:lnTo>
                  <a:lnTo>
                    <a:pt x="107810" y="361899"/>
                  </a:lnTo>
                  <a:lnTo>
                    <a:pt x="108623" y="361899"/>
                  </a:lnTo>
                  <a:lnTo>
                    <a:pt x="109435" y="361899"/>
                  </a:lnTo>
                  <a:lnTo>
                    <a:pt x="109435" y="360641"/>
                  </a:lnTo>
                  <a:close/>
                </a:path>
                <a:path w="228600" h="362584">
                  <a:moveTo>
                    <a:pt x="110629" y="266839"/>
                  </a:moveTo>
                  <a:lnTo>
                    <a:pt x="109499" y="265163"/>
                  </a:lnTo>
                  <a:lnTo>
                    <a:pt x="105295" y="263575"/>
                  </a:lnTo>
                  <a:lnTo>
                    <a:pt x="102984" y="265696"/>
                  </a:lnTo>
                  <a:lnTo>
                    <a:pt x="102984" y="270154"/>
                  </a:lnTo>
                  <a:lnTo>
                    <a:pt x="104355" y="271246"/>
                  </a:lnTo>
                  <a:lnTo>
                    <a:pt x="104952" y="272643"/>
                  </a:lnTo>
                  <a:lnTo>
                    <a:pt x="108077" y="271983"/>
                  </a:lnTo>
                  <a:lnTo>
                    <a:pt x="109423" y="271703"/>
                  </a:lnTo>
                  <a:lnTo>
                    <a:pt x="109931" y="269659"/>
                  </a:lnTo>
                  <a:lnTo>
                    <a:pt x="110629" y="266839"/>
                  </a:lnTo>
                  <a:close/>
                </a:path>
                <a:path w="228600" h="362584">
                  <a:moveTo>
                    <a:pt x="114223" y="320611"/>
                  </a:moveTo>
                  <a:lnTo>
                    <a:pt x="106273" y="320611"/>
                  </a:lnTo>
                  <a:lnTo>
                    <a:pt x="106260" y="326771"/>
                  </a:lnTo>
                  <a:lnTo>
                    <a:pt x="110248" y="326771"/>
                  </a:lnTo>
                  <a:lnTo>
                    <a:pt x="114211" y="326771"/>
                  </a:lnTo>
                  <a:lnTo>
                    <a:pt x="114223" y="320611"/>
                  </a:lnTo>
                  <a:close/>
                </a:path>
                <a:path w="228600" h="362584">
                  <a:moveTo>
                    <a:pt x="117411" y="122923"/>
                  </a:moveTo>
                  <a:lnTo>
                    <a:pt x="113144" y="126225"/>
                  </a:lnTo>
                  <a:lnTo>
                    <a:pt x="114795" y="126644"/>
                  </a:lnTo>
                  <a:lnTo>
                    <a:pt x="116039" y="125501"/>
                  </a:lnTo>
                  <a:lnTo>
                    <a:pt x="116217" y="125285"/>
                  </a:lnTo>
                  <a:lnTo>
                    <a:pt x="117411" y="122923"/>
                  </a:lnTo>
                  <a:close/>
                </a:path>
                <a:path w="228600" h="362584">
                  <a:moveTo>
                    <a:pt x="120624" y="280924"/>
                  </a:moveTo>
                  <a:lnTo>
                    <a:pt x="112852" y="280924"/>
                  </a:lnTo>
                  <a:lnTo>
                    <a:pt x="112839" y="286969"/>
                  </a:lnTo>
                  <a:lnTo>
                    <a:pt x="116738" y="286969"/>
                  </a:lnTo>
                  <a:lnTo>
                    <a:pt x="120624" y="286969"/>
                  </a:lnTo>
                  <a:lnTo>
                    <a:pt x="120624" y="280924"/>
                  </a:lnTo>
                  <a:close/>
                </a:path>
                <a:path w="228600" h="362584">
                  <a:moveTo>
                    <a:pt x="120624" y="109931"/>
                  </a:moveTo>
                  <a:lnTo>
                    <a:pt x="113919" y="109931"/>
                  </a:lnTo>
                  <a:lnTo>
                    <a:pt x="113919" y="115125"/>
                  </a:lnTo>
                  <a:lnTo>
                    <a:pt x="117271" y="115125"/>
                  </a:lnTo>
                  <a:lnTo>
                    <a:pt x="120624" y="115125"/>
                  </a:lnTo>
                  <a:lnTo>
                    <a:pt x="120624" y="109931"/>
                  </a:lnTo>
                  <a:close/>
                </a:path>
                <a:path w="228600" h="362584">
                  <a:moveTo>
                    <a:pt x="125133" y="137718"/>
                  </a:moveTo>
                  <a:lnTo>
                    <a:pt x="124548" y="137718"/>
                  </a:lnTo>
                  <a:lnTo>
                    <a:pt x="124548" y="138163"/>
                  </a:lnTo>
                  <a:lnTo>
                    <a:pt x="124841" y="138163"/>
                  </a:lnTo>
                  <a:lnTo>
                    <a:pt x="125133" y="138163"/>
                  </a:lnTo>
                  <a:lnTo>
                    <a:pt x="125133" y="137718"/>
                  </a:lnTo>
                  <a:close/>
                </a:path>
                <a:path w="228600" h="362584">
                  <a:moveTo>
                    <a:pt x="126847" y="156870"/>
                  </a:moveTo>
                  <a:lnTo>
                    <a:pt x="118529" y="156870"/>
                  </a:lnTo>
                  <a:lnTo>
                    <a:pt x="118516" y="163347"/>
                  </a:lnTo>
                  <a:lnTo>
                    <a:pt x="122682" y="163347"/>
                  </a:lnTo>
                  <a:lnTo>
                    <a:pt x="126834" y="163347"/>
                  </a:lnTo>
                  <a:lnTo>
                    <a:pt x="126847" y="156870"/>
                  </a:lnTo>
                  <a:close/>
                </a:path>
                <a:path w="228600" h="362584">
                  <a:moveTo>
                    <a:pt x="131483" y="359879"/>
                  </a:moveTo>
                  <a:lnTo>
                    <a:pt x="131038" y="359625"/>
                  </a:lnTo>
                  <a:lnTo>
                    <a:pt x="130416" y="358546"/>
                  </a:lnTo>
                  <a:lnTo>
                    <a:pt x="129463" y="358355"/>
                  </a:lnTo>
                  <a:lnTo>
                    <a:pt x="128981" y="358902"/>
                  </a:lnTo>
                  <a:lnTo>
                    <a:pt x="128854" y="359079"/>
                  </a:lnTo>
                  <a:lnTo>
                    <a:pt x="128358" y="359638"/>
                  </a:lnTo>
                  <a:lnTo>
                    <a:pt x="128371" y="360324"/>
                  </a:lnTo>
                  <a:lnTo>
                    <a:pt x="128917" y="360972"/>
                  </a:lnTo>
                  <a:lnTo>
                    <a:pt x="129717" y="361962"/>
                  </a:lnTo>
                  <a:lnTo>
                    <a:pt x="130924" y="361378"/>
                  </a:lnTo>
                  <a:lnTo>
                    <a:pt x="131483" y="359879"/>
                  </a:lnTo>
                  <a:close/>
                </a:path>
                <a:path w="228600" h="362584">
                  <a:moveTo>
                    <a:pt x="131991" y="301739"/>
                  </a:moveTo>
                  <a:lnTo>
                    <a:pt x="129349" y="298399"/>
                  </a:lnTo>
                  <a:lnTo>
                    <a:pt x="128955" y="297878"/>
                  </a:lnTo>
                  <a:lnTo>
                    <a:pt x="128638" y="297637"/>
                  </a:lnTo>
                  <a:lnTo>
                    <a:pt x="126987" y="296862"/>
                  </a:lnTo>
                  <a:lnTo>
                    <a:pt x="125425" y="297180"/>
                  </a:lnTo>
                  <a:lnTo>
                    <a:pt x="125006" y="299364"/>
                  </a:lnTo>
                  <a:lnTo>
                    <a:pt x="125006" y="299961"/>
                  </a:lnTo>
                  <a:lnTo>
                    <a:pt x="126263" y="304444"/>
                  </a:lnTo>
                  <a:lnTo>
                    <a:pt x="131991" y="301739"/>
                  </a:lnTo>
                  <a:close/>
                </a:path>
                <a:path w="228600" h="362584">
                  <a:moveTo>
                    <a:pt x="132168" y="332689"/>
                  </a:moveTo>
                  <a:lnTo>
                    <a:pt x="124015" y="332689"/>
                  </a:lnTo>
                  <a:lnTo>
                    <a:pt x="124015" y="333438"/>
                  </a:lnTo>
                  <a:lnTo>
                    <a:pt x="121424" y="333768"/>
                  </a:lnTo>
                  <a:lnTo>
                    <a:pt x="121412" y="334695"/>
                  </a:lnTo>
                  <a:lnTo>
                    <a:pt x="124015" y="335038"/>
                  </a:lnTo>
                  <a:lnTo>
                    <a:pt x="124015" y="339013"/>
                  </a:lnTo>
                  <a:lnTo>
                    <a:pt x="128092" y="339013"/>
                  </a:lnTo>
                  <a:lnTo>
                    <a:pt x="132168" y="339013"/>
                  </a:lnTo>
                  <a:lnTo>
                    <a:pt x="132168" y="332689"/>
                  </a:lnTo>
                  <a:close/>
                </a:path>
                <a:path w="228600" h="362584">
                  <a:moveTo>
                    <a:pt x="133261" y="224599"/>
                  </a:moveTo>
                  <a:lnTo>
                    <a:pt x="119684" y="224599"/>
                  </a:lnTo>
                  <a:lnTo>
                    <a:pt x="119672" y="235140"/>
                  </a:lnTo>
                  <a:lnTo>
                    <a:pt x="126466" y="235140"/>
                  </a:lnTo>
                  <a:lnTo>
                    <a:pt x="133248" y="235140"/>
                  </a:lnTo>
                  <a:lnTo>
                    <a:pt x="133261" y="224599"/>
                  </a:lnTo>
                  <a:close/>
                </a:path>
                <a:path w="228600" h="362584">
                  <a:moveTo>
                    <a:pt x="139738" y="258635"/>
                  </a:moveTo>
                  <a:lnTo>
                    <a:pt x="135661" y="258648"/>
                  </a:lnTo>
                  <a:lnTo>
                    <a:pt x="135585" y="261264"/>
                  </a:lnTo>
                  <a:lnTo>
                    <a:pt x="135407" y="261620"/>
                  </a:lnTo>
                  <a:lnTo>
                    <a:pt x="135115" y="261835"/>
                  </a:lnTo>
                  <a:lnTo>
                    <a:pt x="133451" y="262166"/>
                  </a:lnTo>
                  <a:lnTo>
                    <a:pt x="133159" y="264147"/>
                  </a:lnTo>
                  <a:lnTo>
                    <a:pt x="137071" y="266103"/>
                  </a:lnTo>
                  <a:lnTo>
                    <a:pt x="139573" y="264198"/>
                  </a:lnTo>
                  <a:lnTo>
                    <a:pt x="139738" y="258635"/>
                  </a:lnTo>
                  <a:close/>
                </a:path>
                <a:path w="228600" h="362584">
                  <a:moveTo>
                    <a:pt x="139890" y="132435"/>
                  </a:moveTo>
                  <a:lnTo>
                    <a:pt x="139039" y="131330"/>
                  </a:lnTo>
                  <a:lnTo>
                    <a:pt x="137629" y="129489"/>
                  </a:lnTo>
                  <a:lnTo>
                    <a:pt x="136131" y="128689"/>
                  </a:lnTo>
                  <a:lnTo>
                    <a:pt x="135674" y="128879"/>
                  </a:lnTo>
                  <a:lnTo>
                    <a:pt x="135674" y="134416"/>
                  </a:lnTo>
                  <a:lnTo>
                    <a:pt x="135267" y="134721"/>
                  </a:lnTo>
                  <a:lnTo>
                    <a:pt x="135674" y="134416"/>
                  </a:lnTo>
                  <a:lnTo>
                    <a:pt x="135674" y="128879"/>
                  </a:lnTo>
                  <a:lnTo>
                    <a:pt x="135305" y="129019"/>
                  </a:lnTo>
                  <a:lnTo>
                    <a:pt x="134493" y="129273"/>
                  </a:lnTo>
                  <a:lnTo>
                    <a:pt x="134493" y="134620"/>
                  </a:lnTo>
                  <a:lnTo>
                    <a:pt x="134112" y="134340"/>
                  </a:lnTo>
                  <a:lnTo>
                    <a:pt x="134112" y="134734"/>
                  </a:lnTo>
                  <a:lnTo>
                    <a:pt x="134035" y="134289"/>
                  </a:lnTo>
                  <a:lnTo>
                    <a:pt x="134112" y="132130"/>
                  </a:lnTo>
                  <a:lnTo>
                    <a:pt x="134112" y="130911"/>
                  </a:lnTo>
                  <a:lnTo>
                    <a:pt x="134226" y="134416"/>
                  </a:lnTo>
                  <a:lnTo>
                    <a:pt x="134493" y="134620"/>
                  </a:lnTo>
                  <a:lnTo>
                    <a:pt x="134493" y="129273"/>
                  </a:lnTo>
                  <a:lnTo>
                    <a:pt x="133743" y="129628"/>
                  </a:lnTo>
                  <a:lnTo>
                    <a:pt x="132816" y="129984"/>
                  </a:lnTo>
                  <a:lnTo>
                    <a:pt x="131724" y="130568"/>
                  </a:lnTo>
                  <a:lnTo>
                    <a:pt x="131927" y="131533"/>
                  </a:lnTo>
                  <a:lnTo>
                    <a:pt x="132029" y="131343"/>
                  </a:lnTo>
                  <a:lnTo>
                    <a:pt x="131978" y="131813"/>
                  </a:lnTo>
                  <a:lnTo>
                    <a:pt x="132524" y="134289"/>
                  </a:lnTo>
                  <a:lnTo>
                    <a:pt x="133273" y="135102"/>
                  </a:lnTo>
                  <a:lnTo>
                    <a:pt x="135280" y="135813"/>
                  </a:lnTo>
                  <a:lnTo>
                    <a:pt x="136550" y="135470"/>
                  </a:lnTo>
                  <a:lnTo>
                    <a:pt x="137261" y="135331"/>
                  </a:lnTo>
                  <a:lnTo>
                    <a:pt x="138709" y="135051"/>
                  </a:lnTo>
                  <a:lnTo>
                    <a:pt x="138988" y="134416"/>
                  </a:lnTo>
                  <a:lnTo>
                    <a:pt x="139890" y="132435"/>
                  </a:lnTo>
                  <a:close/>
                </a:path>
                <a:path w="228600" h="362584">
                  <a:moveTo>
                    <a:pt x="142773" y="152158"/>
                  </a:moveTo>
                  <a:lnTo>
                    <a:pt x="141173" y="149961"/>
                  </a:lnTo>
                  <a:lnTo>
                    <a:pt x="138899" y="149847"/>
                  </a:lnTo>
                  <a:lnTo>
                    <a:pt x="135242" y="149682"/>
                  </a:lnTo>
                  <a:lnTo>
                    <a:pt x="134480" y="152781"/>
                  </a:lnTo>
                  <a:lnTo>
                    <a:pt x="138112" y="157175"/>
                  </a:lnTo>
                  <a:lnTo>
                    <a:pt x="141046" y="156248"/>
                  </a:lnTo>
                  <a:lnTo>
                    <a:pt x="142773" y="152158"/>
                  </a:lnTo>
                  <a:close/>
                </a:path>
                <a:path w="228600" h="362584">
                  <a:moveTo>
                    <a:pt x="145034" y="292150"/>
                  </a:moveTo>
                  <a:lnTo>
                    <a:pt x="142506" y="292150"/>
                  </a:lnTo>
                  <a:lnTo>
                    <a:pt x="142506" y="294119"/>
                  </a:lnTo>
                  <a:lnTo>
                    <a:pt x="143776" y="294119"/>
                  </a:lnTo>
                  <a:lnTo>
                    <a:pt x="145034" y="294119"/>
                  </a:lnTo>
                  <a:lnTo>
                    <a:pt x="145034" y="292150"/>
                  </a:lnTo>
                  <a:close/>
                </a:path>
                <a:path w="228600" h="362584">
                  <a:moveTo>
                    <a:pt x="147891" y="188061"/>
                  </a:moveTo>
                  <a:lnTo>
                    <a:pt x="146672" y="186410"/>
                  </a:lnTo>
                  <a:lnTo>
                    <a:pt x="145148" y="184353"/>
                  </a:lnTo>
                  <a:lnTo>
                    <a:pt x="143192" y="184924"/>
                  </a:lnTo>
                  <a:lnTo>
                    <a:pt x="143865" y="187159"/>
                  </a:lnTo>
                  <a:lnTo>
                    <a:pt x="143967" y="187540"/>
                  </a:lnTo>
                  <a:lnTo>
                    <a:pt x="144614" y="189712"/>
                  </a:lnTo>
                  <a:lnTo>
                    <a:pt x="147891" y="188061"/>
                  </a:lnTo>
                  <a:close/>
                </a:path>
                <a:path w="228600" h="362584">
                  <a:moveTo>
                    <a:pt x="148653" y="275678"/>
                  </a:moveTo>
                  <a:lnTo>
                    <a:pt x="139966" y="275678"/>
                  </a:lnTo>
                  <a:lnTo>
                    <a:pt x="139966" y="282422"/>
                  </a:lnTo>
                  <a:lnTo>
                    <a:pt x="144310" y="282422"/>
                  </a:lnTo>
                  <a:lnTo>
                    <a:pt x="148653" y="282422"/>
                  </a:lnTo>
                  <a:lnTo>
                    <a:pt x="148653" y="275678"/>
                  </a:lnTo>
                  <a:close/>
                </a:path>
                <a:path w="228600" h="362584">
                  <a:moveTo>
                    <a:pt x="154559" y="167068"/>
                  </a:moveTo>
                  <a:lnTo>
                    <a:pt x="149491" y="166179"/>
                  </a:lnTo>
                  <a:lnTo>
                    <a:pt x="147955" y="165912"/>
                  </a:lnTo>
                  <a:lnTo>
                    <a:pt x="146151" y="165963"/>
                  </a:lnTo>
                  <a:lnTo>
                    <a:pt x="144449" y="168973"/>
                  </a:lnTo>
                  <a:lnTo>
                    <a:pt x="145161" y="170624"/>
                  </a:lnTo>
                  <a:lnTo>
                    <a:pt x="150482" y="175793"/>
                  </a:lnTo>
                  <a:lnTo>
                    <a:pt x="154559" y="167068"/>
                  </a:lnTo>
                  <a:close/>
                </a:path>
                <a:path w="228600" h="362584">
                  <a:moveTo>
                    <a:pt x="159334" y="322033"/>
                  </a:moveTo>
                  <a:lnTo>
                    <a:pt x="156679" y="321132"/>
                  </a:lnTo>
                  <a:lnTo>
                    <a:pt x="154914" y="320535"/>
                  </a:lnTo>
                  <a:lnTo>
                    <a:pt x="153530" y="319570"/>
                  </a:lnTo>
                  <a:lnTo>
                    <a:pt x="150952" y="317944"/>
                  </a:lnTo>
                  <a:lnTo>
                    <a:pt x="149694" y="319214"/>
                  </a:lnTo>
                  <a:lnTo>
                    <a:pt x="151511" y="322110"/>
                  </a:lnTo>
                  <a:lnTo>
                    <a:pt x="153314" y="323481"/>
                  </a:lnTo>
                  <a:lnTo>
                    <a:pt x="157556" y="325958"/>
                  </a:lnTo>
                  <a:lnTo>
                    <a:pt x="159334" y="322033"/>
                  </a:lnTo>
                  <a:close/>
                </a:path>
                <a:path w="228600" h="362584">
                  <a:moveTo>
                    <a:pt x="161531" y="225920"/>
                  </a:moveTo>
                  <a:lnTo>
                    <a:pt x="160159" y="224294"/>
                  </a:lnTo>
                  <a:lnTo>
                    <a:pt x="159537" y="222326"/>
                  </a:lnTo>
                  <a:lnTo>
                    <a:pt x="157213" y="222326"/>
                  </a:lnTo>
                  <a:lnTo>
                    <a:pt x="156578" y="224294"/>
                  </a:lnTo>
                  <a:lnTo>
                    <a:pt x="155206" y="225920"/>
                  </a:lnTo>
                  <a:lnTo>
                    <a:pt x="156044" y="228625"/>
                  </a:lnTo>
                  <a:lnTo>
                    <a:pt x="160680" y="228625"/>
                  </a:lnTo>
                  <a:lnTo>
                    <a:pt x="161531" y="225920"/>
                  </a:lnTo>
                  <a:close/>
                </a:path>
                <a:path w="228600" h="362584">
                  <a:moveTo>
                    <a:pt x="161632" y="190144"/>
                  </a:moveTo>
                  <a:lnTo>
                    <a:pt x="154025" y="190144"/>
                  </a:lnTo>
                  <a:lnTo>
                    <a:pt x="154025" y="196049"/>
                  </a:lnTo>
                  <a:lnTo>
                    <a:pt x="157835" y="196049"/>
                  </a:lnTo>
                  <a:lnTo>
                    <a:pt x="161632" y="196049"/>
                  </a:lnTo>
                  <a:lnTo>
                    <a:pt x="161632" y="190144"/>
                  </a:lnTo>
                  <a:close/>
                </a:path>
                <a:path w="228600" h="362584">
                  <a:moveTo>
                    <a:pt x="163525" y="251701"/>
                  </a:moveTo>
                  <a:lnTo>
                    <a:pt x="154292" y="251701"/>
                  </a:lnTo>
                  <a:lnTo>
                    <a:pt x="154292" y="258864"/>
                  </a:lnTo>
                  <a:lnTo>
                    <a:pt x="158915" y="258864"/>
                  </a:lnTo>
                  <a:lnTo>
                    <a:pt x="163525" y="258864"/>
                  </a:lnTo>
                  <a:lnTo>
                    <a:pt x="163525" y="251701"/>
                  </a:lnTo>
                  <a:close/>
                </a:path>
                <a:path w="228600" h="362584">
                  <a:moveTo>
                    <a:pt x="168160" y="196392"/>
                  </a:moveTo>
                  <a:lnTo>
                    <a:pt x="167817" y="196088"/>
                  </a:lnTo>
                  <a:lnTo>
                    <a:pt x="167614" y="195922"/>
                  </a:lnTo>
                  <a:lnTo>
                    <a:pt x="167411" y="195770"/>
                  </a:lnTo>
                  <a:lnTo>
                    <a:pt x="167220" y="195605"/>
                  </a:lnTo>
                  <a:lnTo>
                    <a:pt x="166941" y="195376"/>
                  </a:lnTo>
                  <a:lnTo>
                    <a:pt x="166585" y="195719"/>
                  </a:lnTo>
                  <a:lnTo>
                    <a:pt x="166827" y="195999"/>
                  </a:lnTo>
                  <a:lnTo>
                    <a:pt x="166979" y="196202"/>
                  </a:lnTo>
                  <a:lnTo>
                    <a:pt x="167157" y="196392"/>
                  </a:lnTo>
                  <a:lnTo>
                    <a:pt x="167322" y="196583"/>
                  </a:lnTo>
                  <a:lnTo>
                    <a:pt x="167601" y="196938"/>
                  </a:lnTo>
                  <a:lnTo>
                    <a:pt x="168160" y="196392"/>
                  </a:lnTo>
                  <a:close/>
                </a:path>
                <a:path w="228600" h="362584">
                  <a:moveTo>
                    <a:pt x="168541" y="302831"/>
                  </a:moveTo>
                  <a:lnTo>
                    <a:pt x="168427" y="294322"/>
                  </a:lnTo>
                  <a:lnTo>
                    <a:pt x="160832" y="295833"/>
                  </a:lnTo>
                  <a:lnTo>
                    <a:pt x="162420" y="299910"/>
                  </a:lnTo>
                  <a:lnTo>
                    <a:pt x="163601" y="302958"/>
                  </a:lnTo>
                  <a:lnTo>
                    <a:pt x="168541" y="302831"/>
                  </a:lnTo>
                  <a:close/>
                </a:path>
                <a:path w="228600" h="362584">
                  <a:moveTo>
                    <a:pt x="171500" y="272935"/>
                  </a:moveTo>
                  <a:lnTo>
                    <a:pt x="171056" y="272122"/>
                  </a:lnTo>
                  <a:lnTo>
                    <a:pt x="170942" y="271907"/>
                  </a:lnTo>
                  <a:lnTo>
                    <a:pt x="170815" y="271703"/>
                  </a:lnTo>
                  <a:lnTo>
                    <a:pt x="170700" y="271475"/>
                  </a:lnTo>
                  <a:lnTo>
                    <a:pt x="169799" y="269849"/>
                  </a:lnTo>
                  <a:lnTo>
                    <a:pt x="167513" y="272110"/>
                  </a:lnTo>
                  <a:lnTo>
                    <a:pt x="169164" y="273024"/>
                  </a:lnTo>
                  <a:lnTo>
                    <a:pt x="169379" y="273138"/>
                  </a:lnTo>
                  <a:lnTo>
                    <a:pt x="169595" y="273253"/>
                  </a:lnTo>
                  <a:lnTo>
                    <a:pt x="169811" y="273380"/>
                  </a:lnTo>
                  <a:lnTo>
                    <a:pt x="170611" y="273824"/>
                  </a:lnTo>
                  <a:lnTo>
                    <a:pt x="171500" y="272935"/>
                  </a:lnTo>
                  <a:close/>
                </a:path>
                <a:path w="228600" h="362584">
                  <a:moveTo>
                    <a:pt x="173012" y="353910"/>
                  </a:moveTo>
                  <a:lnTo>
                    <a:pt x="171780" y="352996"/>
                  </a:lnTo>
                  <a:lnTo>
                    <a:pt x="171475" y="352412"/>
                  </a:lnTo>
                  <a:lnTo>
                    <a:pt x="169989" y="349605"/>
                  </a:lnTo>
                  <a:lnTo>
                    <a:pt x="163791" y="353758"/>
                  </a:lnTo>
                  <a:lnTo>
                    <a:pt x="167436" y="358267"/>
                  </a:lnTo>
                  <a:lnTo>
                    <a:pt x="168109" y="358635"/>
                  </a:lnTo>
                  <a:lnTo>
                    <a:pt x="171005" y="359156"/>
                  </a:lnTo>
                  <a:lnTo>
                    <a:pt x="172885" y="357898"/>
                  </a:lnTo>
                  <a:lnTo>
                    <a:pt x="173012" y="353910"/>
                  </a:lnTo>
                  <a:close/>
                </a:path>
                <a:path w="228600" h="362584">
                  <a:moveTo>
                    <a:pt x="174612" y="276364"/>
                  </a:moveTo>
                  <a:lnTo>
                    <a:pt x="164846" y="276364"/>
                  </a:lnTo>
                  <a:lnTo>
                    <a:pt x="164833" y="283959"/>
                  </a:lnTo>
                  <a:lnTo>
                    <a:pt x="169722" y="283959"/>
                  </a:lnTo>
                  <a:lnTo>
                    <a:pt x="174612" y="283959"/>
                  </a:lnTo>
                  <a:lnTo>
                    <a:pt x="174612" y="276364"/>
                  </a:lnTo>
                  <a:close/>
                </a:path>
                <a:path w="228600" h="362584">
                  <a:moveTo>
                    <a:pt x="175602" y="344335"/>
                  </a:moveTo>
                  <a:lnTo>
                    <a:pt x="175133" y="343662"/>
                  </a:lnTo>
                  <a:lnTo>
                    <a:pt x="174688" y="341972"/>
                  </a:lnTo>
                  <a:lnTo>
                    <a:pt x="174815" y="341172"/>
                  </a:lnTo>
                  <a:lnTo>
                    <a:pt x="173583" y="340842"/>
                  </a:lnTo>
                  <a:lnTo>
                    <a:pt x="173456" y="341642"/>
                  </a:lnTo>
                  <a:lnTo>
                    <a:pt x="173304" y="342696"/>
                  </a:lnTo>
                  <a:lnTo>
                    <a:pt x="173418" y="343420"/>
                  </a:lnTo>
                  <a:lnTo>
                    <a:pt x="174498" y="344957"/>
                  </a:lnTo>
                  <a:lnTo>
                    <a:pt x="175602" y="344335"/>
                  </a:lnTo>
                  <a:close/>
                </a:path>
                <a:path w="228600" h="362584">
                  <a:moveTo>
                    <a:pt x="184873" y="224066"/>
                  </a:moveTo>
                  <a:lnTo>
                    <a:pt x="183134" y="223520"/>
                  </a:lnTo>
                  <a:lnTo>
                    <a:pt x="182105" y="224396"/>
                  </a:lnTo>
                  <a:lnTo>
                    <a:pt x="181317" y="225069"/>
                  </a:lnTo>
                  <a:lnTo>
                    <a:pt x="181317" y="226021"/>
                  </a:lnTo>
                  <a:lnTo>
                    <a:pt x="181902" y="226529"/>
                  </a:lnTo>
                  <a:lnTo>
                    <a:pt x="183134" y="227558"/>
                  </a:lnTo>
                  <a:lnTo>
                    <a:pt x="184873" y="227025"/>
                  </a:lnTo>
                  <a:lnTo>
                    <a:pt x="184873" y="224066"/>
                  </a:lnTo>
                  <a:close/>
                </a:path>
                <a:path w="228600" h="362584">
                  <a:moveTo>
                    <a:pt x="186156" y="306095"/>
                  </a:moveTo>
                  <a:lnTo>
                    <a:pt x="174752" y="306095"/>
                  </a:lnTo>
                  <a:lnTo>
                    <a:pt x="174739" y="314947"/>
                  </a:lnTo>
                  <a:lnTo>
                    <a:pt x="180454" y="314947"/>
                  </a:lnTo>
                  <a:lnTo>
                    <a:pt x="186143" y="314947"/>
                  </a:lnTo>
                  <a:lnTo>
                    <a:pt x="186156" y="306095"/>
                  </a:lnTo>
                  <a:close/>
                </a:path>
                <a:path w="228600" h="362584">
                  <a:moveTo>
                    <a:pt x="197180" y="253923"/>
                  </a:moveTo>
                  <a:lnTo>
                    <a:pt x="196608" y="252857"/>
                  </a:lnTo>
                  <a:lnTo>
                    <a:pt x="195961" y="253225"/>
                  </a:lnTo>
                  <a:lnTo>
                    <a:pt x="195262" y="253631"/>
                  </a:lnTo>
                  <a:lnTo>
                    <a:pt x="194919" y="253834"/>
                  </a:lnTo>
                  <a:lnTo>
                    <a:pt x="194348" y="254165"/>
                  </a:lnTo>
                  <a:lnTo>
                    <a:pt x="194856" y="254927"/>
                  </a:lnTo>
                  <a:lnTo>
                    <a:pt x="195427" y="254685"/>
                  </a:lnTo>
                  <a:lnTo>
                    <a:pt x="195783" y="254520"/>
                  </a:lnTo>
                  <a:lnTo>
                    <a:pt x="196532" y="254203"/>
                  </a:lnTo>
                  <a:lnTo>
                    <a:pt x="197180" y="253923"/>
                  </a:lnTo>
                  <a:close/>
                </a:path>
                <a:path w="228600" h="362584">
                  <a:moveTo>
                    <a:pt x="197243" y="343255"/>
                  </a:moveTo>
                  <a:lnTo>
                    <a:pt x="189814" y="343255"/>
                  </a:lnTo>
                  <a:lnTo>
                    <a:pt x="189801" y="349008"/>
                  </a:lnTo>
                  <a:lnTo>
                    <a:pt x="193522" y="349008"/>
                  </a:lnTo>
                  <a:lnTo>
                    <a:pt x="197231" y="349008"/>
                  </a:lnTo>
                  <a:lnTo>
                    <a:pt x="197243" y="343255"/>
                  </a:lnTo>
                  <a:close/>
                </a:path>
                <a:path w="228600" h="362584">
                  <a:moveTo>
                    <a:pt x="197827" y="331292"/>
                  </a:moveTo>
                  <a:lnTo>
                    <a:pt x="194665" y="331381"/>
                  </a:lnTo>
                  <a:lnTo>
                    <a:pt x="191731" y="327190"/>
                  </a:lnTo>
                  <a:lnTo>
                    <a:pt x="186245" y="330352"/>
                  </a:lnTo>
                  <a:lnTo>
                    <a:pt x="189445" y="334924"/>
                  </a:lnTo>
                  <a:lnTo>
                    <a:pt x="190131" y="336016"/>
                  </a:lnTo>
                  <a:lnTo>
                    <a:pt x="195465" y="339471"/>
                  </a:lnTo>
                  <a:lnTo>
                    <a:pt x="197167" y="333565"/>
                  </a:lnTo>
                  <a:lnTo>
                    <a:pt x="197827" y="331292"/>
                  </a:lnTo>
                  <a:close/>
                </a:path>
                <a:path w="228600" h="362584">
                  <a:moveTo>
                    <a:pt x="199097" y="298589"/>
                  </a:moveTo>
                  <a:lnTo>
                    <a:pt x="198958" y="298475"/>
                  </a:lnTo>
                  <a:lnTo>
                    <a:pt x="198678" y="298246"/>
                  </a:lnTo>
                  <a:lnTo>
                    <a:pt x="198285" y="297916"/>
                  </a:lnTo>
                  <a:lnTo>
                    <a:pt x="197231" y="297027"/>
                  </a:lnTo>
                  <a:lnTo>
                    <a:pt x="196875" y="297383"/>
                  </a:lnTo>
                  <a:lnTo>
                    <a:pt x="197764" y="298450"/>
                  </a:lnTo>
                  <a:lnTo>
                    <a:pt x="198437" y="299262"/>
                  </a:lnTo>
                  <a:lnTo>
                    <a:pt x="199097" y="298589"/>
                  </a:lnTo>
                  <a:close/>
                </a:path>
                <a:path w="228600" h="362584">
                  <a:moveTo>
                    <a:pt x="199301" y="351320"/>
                  </a:moveTo>
                  <a:lnTo>
                    <a:pt x="193141" y="351320"/>
                  </a:lnTo>
                  <a:lnTo>
                    <a:pt x="193141" y="356095"/>
                  </a:lnTo>
                  <a:lnTo>
                    <a:pt x="196227" y="356095"/>
                  </a:lnTo>
                  <a:lnTo>
                    <a:pt x="199301" y="356095"/>
                  </a:lnTo>
                  <a:lnTo>
                    <a:pt x="199301" y="351320"/>
                  </a:lnTo>
                  <a:close/>
                </a:path>
                <a:path w="228600" h="362584">
                  <a:moveTo>
                    <a:pt x="199707" y="262026"/>
                  </a:moveTo>
                  <a:lnTo>
                    <a:pt x="197192" y="261772"/>
                  </a:lnTo>
                  <a:lnTo>
                    <a:pt x="195745" y="263715"/>
                  </a:lnTo>
                  <a:lnTo>
                    <a:pt x="196773" y="264477"/>
                  </a:lnTo>
                  <a:lnTo>
                    <a:pt x="196850" y="264350"/>
                  </a:lnTo>
                  <a:lnTo>
                    <a:pt x="197332" y="263931"/>
                  </a:lnTo>
                  <a:lnTo>
                    <a:pt x="197916" y="264096"/>
                  </a:lnTo>
                  <a:lnTo>
                    <a:pt x="197789" y="264236"/>
                  </a:lnTo>
                  <a:lnTo>
                    <a:pt x="196938" y="264325"/>
                  </a:lnTo>
                  <a:lnTo>
                    <a:pt x="196862" y="264477"/>
                  </a:lnTo>
                  <a:lnTo>
                    <a:pt x="197370" y="265785"/>
                  </a:lnTo>
                  <a:lnTo>
                    <a:pt x="199453" y="265506"/>
                  </a:lnTo>
                  <a:lnTo>
                    <a:pt x="199567" y="263931"/>
                  </a:lnTo>
                  <a:lnTo>
                    <a:pt x="199707" y="262026"/>
                  </a:lnTo>
                  <a:close/>
                </a:path>
                <a:path w="228600" h="362584">
                  <a:moveTo>
                    <a:pt x="204622" y="292912"/>
                  </a:moveTo>
                  <a:lnTo>
                    <a:pt x="204038" y="292912"/>
                  </a:lnTo>
                  <a:lnTo>
                    <a:pt x="204038" y="293357"/>
                  </a:lnTo>
                  <a:lnTo>
                    <a:pt x="204330" y="293357"/>
                  </a:lnTo>
                  <a:lnTo>
                    <a:pt x="204622" y="293357"/>
                  </a:lnTo>
                  <a:lnTo>
                    <a:pt x="204622" y="292912"/>
                  </a:lnTo>
                  <a:close/>
                </a:path>
                <a:path w="228600" h="362584">
                  <a:moveTo>
                    <a:pt x="212902" y="313690"/>
                  </a:moveTo>
                  <a:lnTo>
                    <a:pt x="208737" y="313690"/>
                  </a:lnTo>
                  <a:lnTo>
                    <a:pt x="208737" y="316928"/>
                  </a:lnTo>
                  <a:lnTo>
                    <a:pt x="210820" y="316928"/>
                  </a:lnTo>
                  <a:lnTo>
                    <a:pt x="212902" y="316928"/>
                  </a:lnTo>
                  <a:lnTo>
                    <a:pt x="212902" y="313690"/>
                  </a:lnTo>
                  <a:close/>
                </a:path>
                <a:path w="228600" h="362584">
                  <a:moveTo>
                    <a:pt x="228333" y="353491"/>
                  </a:moveTo>
                  <a:lnTo>
                    <a:pt x="221132" y="352894"/>
                  </a:lnTo>
                  <a:lnTo>
                    <a:pt x="221576" y="357733"/>
                  </a:lnTo>
                  <a:lnTo>
                    <a:pt x="221691" y="358457"/>
                  </a:lnTo>
                  <a:lnTo>
                    <a:pt x="223888" y="361657"/>
                  </a:lnTo>
                  <a:lnTo>
                    <a:pt x="227939" y="360172"/>
                  </a:lnTo>
                  <a:lnTo>
                    <a:pt x="227330" y="357733"/>
                  </a:lnTo>
                  <a:lnTo>
                    <a:pt x="227253" y="357428"/>
                  </a:lnTo>
                  <a:lnTo>
                    <a:pt x="227177" y="357733"/>
                  </a:lnTo>
                  <a:lnTo>
                    <a:pt x="227164" y="357060"/>
                  </a:lnTo>
                  <a:lnTo>
                    <a:pt x="227253" y="357428"/>
                  </a:lnTo>
                  <a:lnTo>
                    <a:pt x="227355" y="357060"/>
                  </a:lnTo>
                  <a:lnTo>
                    <a:pt x="228333" y="35349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2573401" y="7716322"/>
              <a:ext cx="146050" cy="393065"/>
            </a:xfrm>
            <a:custGeom>
              <a:avLst/>
              <a:gdLst/>
              <a:ahLst/>
              <a:cxnLst/>
              <a:rect l="l" t="t" r="r" b="b"/>
              <a:pathLst>
                <a:path w="146050" h="393065">
                  <a:moveTo>
                    <a:pt x="6756" y="18440"/>
                  </a:moveTo>
                  <a:lnTo>
                    <a:pt x="6273" y="17932"/>
                  </a:lnTo>
                  <a:lnTo>
                    <a:pt x="5943" y="18249"/>
                  </a:lnTo>
                  <a:lnTo>
                    <a:pt x="5092" y="19113"/>
                  </a:lnTo>
                  <a:lnTo>
                    <a:pt x="5575" y="19621"/>
                  </a:lnTo>
                  <a:lnTo>
                    <a:pt x="6261" y="18935"/>
                  </a:lnTo>
                  <a:lnTo>
                    <a:pt x="6438" y="18745"/>
                  </a:lnTo>
                  <a:lnTo>
                    <a:pt x="6756" y="18440"/>
                  </a:lnTo>
                  <a:close/>
                </a:path>
                <a:path w="146050" h="393065">
                  <a:moveTo>
                    <a:pt x="7721" y="157467"/>
                  </a:moveTo>
                  <a:lnTo>
                    <a:pt x="6502" y="156591"/>
                  </a:lnTo>
                  <a:lnTo>
                    <a:pt x="3556" y="154508"/>
                  </a:lnTo>
                  <a:lnTo>
                    <a:pt x="1524" y="156070"/>
                  </a:lnTo>
                  <a:lnTo>
                    <a:pt x="1930" y="157187"/>
                  </a:lnTo>
                  <a:lnTo>
                    <a:pt x="1828" y="157314"/>
                  </a:lnTo>
                  <a:lnTo>
                    <a:pt x="0" y="158229"/>
                  </a:lnTo>
                  <a:lnTo>
                    <a:pt x="749" y="160680"/>
                  </a:lnTo>
                  <a:lnTo>
                    <a:pt x="6159" y="162750"/>
                  </a:lnTo>
                  <a:lnTo>
                    <a:pt x="7683" y="157594"/>
                  </a:lnTo>
                  <a:lnTo>
                    <a:pt x="7721" y="157467"/>
                  </a:lnTo>
                  <a:close/>
                </a:path>
                <a:path w="146050" h="393065">
                  <a:moveTo>
                    <a:pt x="9461" y="289598"/>
                  </a:moveTo>
                  <a:lnTo>
                    <a:pt x="2933" y="289598"/>
                  </a:lnTo>
                  <a:lnTo>
                    <a:pt x="2933" y="294652"/>
                  </a:lnTo>
                  <a:lnTo>
                    <a:pt x="6197" y="294652"/>
                  </a:lnTo>
                  <a:lnTo>
                    <a:pt x="9448" y="294652"/>
                  </a:lnTo>
                  <a:lnTo>
                    <a:pt x="9461" y="289598"/>
                  </a:lnTo>
                  <a:close/>
                </a:path>
                <a:path w="146050" h="393065">
                  <a:moveTo>
                    <a:pt x="9728" y="252958"/>
                  </a:moveTo>
                  <a:lnTo>
                    <a:pt x="9144" y="252958"/>
                  </a:lnTo>
                  <a:lnTo>
                    <a:pt x="9144" y="253415"/>
                  </a:lnTo>
                  <a:lnTo>
                    <a:pt x="9436" y="253415"/>
                  </a:lnTo>
                  <a:lnTo>
                    <a:pt x="9728" y="253415"/>
                  </a:lnTo>
                  <a:lnTo>
                    <a:pt x="9728" y="252958"/>
                  </a:lnTo>
                  <a:close/>
                </a:path>
                <a:path w="146050" h="393065">
                  <a:moveTo>
                    <a:pt x="13766" y="362115"/>
                  </a:moveTo>
                  <a:lnTo>
                    <a:pt x="11595" y="362115"/>
                  </a:lnTo>
                  <a:lnTo>
                    <a:pt x="11595" y="363804"/>
                  </a:lnTo>
                  <a:lnTo>
                    <a:pt x="12687" y="363804"/>
                  </a:lnTo>
                  <a:lnTo>
                    <a:pt x="13766" y="363804"/>
                  </a:lnTo>
                  <a:lnTo>
                    <a:pt x="13766" y="362115"/>
                  </a:lnTo>
                  <a:close/>
                </a:path>
                <a:path w="146050" h="393065">
                  <a:moveTo>
                    <a:pt x="14211" y="166281"/>
                  </a:moveTo>
                  <a:lnTo>
                    <a:pt x="13766" y="166319"/>
                  </a:lnTo>
                  <a:lnTo>
                    <a:pt x="13042" y="166357"/>
                  </a:lnTo>
                  <a:lnTo>
                    <a:pt x="12687" y="166395"/>
                  </a:lnTo>
                  <a:lnTo>
                    <a:pt x="12319" y="166408"/>
                  </a:lnTo>
                  <a:lnTo>
                    <a:pt x="12319" y="166928"/>
                  </a:lnTo>
                  <a:lnTo>
                    <a:pt x="12687" y="166941"/>
                  </a:lnTo>
                  <a:lnTo>
                    <a:pt x="13042" y="166979"/>
                  </a:lnTo>
                  <a:lnTo>
                    <a:pt x="13766" y="167017"/>
                  </a:lnTo>
                  <a:lnTo>
                    <a:pt x="14211" y="167055"/>
                  </a:lnTo>
                  <a:lnTo>
                    <a:pt x="14211" y="166281"/>
                  </a:lnTo>
                  <a:close/>
                </a:path>
                <a:path w="146050" h="393065">
                  <a:moveTo>
                    <a:pt x="14884" y="100901"/>
                  </a:moveTo>
                  <a:lnTo>
                    <a:pt x="14693" y="99885"/>
                  </a:lnTo>
                  <a:lnTo>
                    <a:pt x="13804" y="99326"/>
                  </a:lnTo>
                  <a:lnTo>
                    <a:pt x="13677" y="99250"/>
                  </a:lnTo>
                  <a:lnTo>
                    <a:pt x="11633" y="97955"/>
                  </a:lnTo>
                  <a:lnTo>
                    <a:pt x="9791" y="101117"/>
                  </a:lnTo>
                  <a:lnTo>
                    <a:pt x="11391" y="102146"/>
                  </a:lnTo>
                  <a:lnTo>
                    <a:pt x="11671" y="102844"/>
                  </a:lnTo>
                  <a:lnTo>
                    <a:pt x="13652" y="103505"/>
                  </a:lnTo>
                  <a:lnTo>
                    <a:pt x="14363" y="102019"/>
                  </a:lnTo>
                  <a:lnTo>
                    <a:pt x="14884" y="100901"/>
                  </a:lnTo>
                  <a:close/>
                </a:path>
                <a:path w="146050" h="393065">
                  <a:moveTo>
                    <a:pt x="16217" y="355701"/>
                  </a:moveTo>
                  <a:lnTo>
                    <a:pt x="15633" y="355701"/>
                  </a:lnTo>
                  <a:lnTo>
                    <a:pt x="15633" y="356158"/>
                  </a:lnTo>
                  <a:lnTo>
                    <a:pt x="15925" y="356158"/>
                  </a:lnTo>
                  <a:lnTo>
                    <a:pt x="16217" y="356158"/>
                  </a:lnTo>
                  <a:lnTo>
                    <a:pt x="16217" y="355701"/>
                  </a:lnTo>
                  <a:close/>
                </a:path>
                <a:path w="146050" h="393065">
                  <a:moveTo>
                    <a:pt x="17043" y="67360"/>
                  </a:moveTo>
                  <a:lnTo>
                    <a:pt x="16979" y="66306"/>
                  </a:lnTo>
                  <a:lnTo>
                    <a:pt x="16776" y="66179"/>
                  </a:lnTo>
                  <a:lnTo>
                    <a:pt x="16725" y="65697"/>
                  </a:lnTo>
                  <a:lnTo>
                    <a:pt x="16548" y="64135"/>
                  </a:lnTo>
                  <a:lnTo>
                    <a:pt x="12407" y="66941"/>
                  </a:lnTo>
                  <a:lnTo>
                    <a:pt x="15824" y="69049"/>
                  </a:lnTo>
                  <a:lnTo>
                    <a:pt x="16929" y="68402"/>
                  </a:lnTo>
                  <a:lnTo>
                    <a:pt x="17043" y="67360"/>
                  </a:lnTo>
                  <a:close/>
                </a:path>
                <a:path w="146050" h="393065">
                  <a:moveTo>
                    <a:pt x="17741" y="205638"/>
                  </a:moveTo>
                  <a:lnTo>
                    <a:pt x="16725" y="200761"/>
                  </a:lnTo>
                  <a:lnTo>
                    <a:pt x="12179" y="205333"/>
                  </a:lnTo>
                  <a:lnTo>
                    <a:pt x="15519" y="206006"/>
                  </a:lnTo>
                  <a:lnTo>
                    <a:pt x="17030" y="206324"/>
                  </a:lnTo>
                  <a:lnTo>
                    <a:pt x="17741" y="205638"/>
                  </a:lnTo>
                  <a:close/>
                </a:path>
                <a:path w="146050" h="393065">
                  <a:moveTo>
                    <a:pt x="18313" y="124460"/>
                  </a:moveTo>
                  <a:lnTo>
                    <a:pt x="18122" y="124269"/>
                  </a:lnTo>
                  <a:lnTo>
                    <a:pt x="17995" y="124396"/>
                  </a:lnTo>
                  <a:lnTo>
                    <a:pt x="17322" y="125056"/>
                  </a:lnTo>
                  <a:lnTo>
                    <a:pt x="17526" y="125260"/>
                  </a:lnTo>
                  <a:lnTo>
                    <a:pt x="18313" y="124460"/>
                  </a:lnTo>
                  <a:close/>
                </a:path>
                <a:path w="146050" h="393065">
                  <a:moveTo>
                    <a:pt x="18529" y="110185"/>
                  </a:moveTo>
                  <a:lnTo>
                    <a:pt x="17805" y="107035"/>
                  </a:lnTo>
                  <a:lnTo>
                    <a:pt x="17132" y="104127"/>
                  </a:lnTo>
                  <a:lnTo>
                    <a:pt x="14719" y="104127"/>
                  </a:lnTo>
                  <a:lnTo>
                    <a:pt x="13335" y="110159"/>
                  </a:lnTo>
                  <a:lnTo>
                    <a:pt x="18529" y="110185"/>
                  </a:lnTo>
                  <a:close/>
                </a:path>
                <a:path w="146050" h="393065">
                  <a:moveTo>
                    <a:pt x="18719" y="324497"/>
                  </a:moveTo>
                  <a:lnTo>
                    <a:pt x="18465" y="323507"/>
                  </a:lnTo>
                  <a:lnTo>
                    <a:pt x="18008" y="321602"/>
                  </a:lnTo>
                  <a:lnTo>
                    <a:pt x="15163" y="321652"/>
                  </a:lnTo>
                  <a:lnTo>
                    <a:pt x="14668" y="323507"/>
                  </a:lnTo>
                  <a:lnTo>
                    <a:pt x="14414" y="324510"/>
                  </a:lnTo>
                  <a:lnTo>
                    <a:pt x="14478" y="325145"/>
                  </a:lnTo>
                  <a:lnTo>
                    <a:pt x="15684" y="327228"/>
                  </a:lnTo>
                  <a:lnTo>
                    <a:pt x="17437" y="327202"/>
                  </a:lnTo>
                  <a:lnTo>
                    <a:pt x="18669" y="325132"/>
                  </a:lnTo>
                  <a:lnTo>
                    <a:pt x="18719" y="324497"/>
                  </a:lnTo>
                  <a:close/>
                </a:path>
                <a:path w="146050" h="393065">
                  <a:moveTo>
                    <a:pt x="19151" y="298272"/>
                  </a:moveTo>
                  <a:lnTo>
                    <a:pt x="17233" y="299085"/>
                  </a:lnTo>
                  <a:lnTo>
                    <a:pt x="16751" y="299275"/>
                  </a:lnTo>
                  <a:lnTo>
                    <a:pt x="15824" y="299681"/>
                  </a:lnTo>
                  <a:lnTo>
                    <a:pt x="15824" y="300786"/>
                  </a:lnTo>
                  <a:lnTo>
                    <a:pt x="19138" y="302183"/>
                  </a:lnTo>
                  <a:lnTo>
                    <a:pt x="19151" y="298272"/>
                  </a:lnTo>
                  <a:close/>
                </a:path>
                <a:path w="146050" h="393065">
                  <a:moveTo>
                    <a:pt x="19456" y="265112"/>
                  </a:moveTo>
                  <a:lnTo>
                    <a:pt x="16725" y="265112"/>
                  </a:lnTo>
                  <a:lnTo>
                    <a:pt x="16725" y="267220"/>
                  </a:lnTo>
                  <a:lnTo>
                    <a:pt x="18084" y="267220"/>
                  </a:lnTo>
                  <a:lnTo>
                    <a:pt x="19456" y="267220"/>
                  </a:lnTo>
                  <a:lnTo>
                    <a:pt x="19456" y="265112"/>
                  </a:lnTo>
                  <a:close/>
                </a:path>
                <a:path w="146050" h="393065">
                  <a:moveTo>
                    <a:pt x="19621" y="175514"/>
                  </a:moveTo>
                  <a:lnTo>
                    <a:pt x="18719" y="175514"/>
                  </a:lnTo>
                  <a:lnTo>
                    <a:pt x="18719" y="176212"/>
                  </a:lnTo>
                  <a:lnTo>
                    <a:pt x="19177" y="176212"/>
                  </a:lnTo>
                  <a:lnTo>
                    <a:pt x="19621" y="176212"/>
                  </a:lnTo>
                  <a:lnTo>
                    <a:pt x="19621" y="175514"/>
                  </a:lnTo>
                  <a:close/>
                </a:path>
                <a:path w="146050" h="393065">
                  <a:moveTo>
                    <a:pt x="20713" y="13741"/>
                  </a:moveTo>
                  <a:lnTo>
                    <a:pt x="18770" y="9906"/>
                  </a:lnTo>
                  <a:lnTo>
                    <a:pt x="17830" y="8064"/>
                  </a:lnTo>
                  <a:lnTo>
                    <a:pt x="16179" y="8064"/>
                  </a:lnTo>
                  <a:lnTo>
                    <a:pt x="13296" y="13741"/>
                  </a:lnTo>
                  <a:lnTo>
                    <a:pt x="20713" y="13741"/>
                  </a:lnTo>
                  <a:close/>
                </a:path>
                <a:path w="146050" h="393065">
                  <a:moveTo>
                    <a:pt x="21234" y="23304"/>
                  </a:moveTo>
                  <a:lnTo>
                    <a:pt x="17106" y="23304"/>
                  </a:lnTo>
                  <a:lnTo>
                    <a:pt x="17957" y="25336"/>
                  </a:lnTo>
                  <a:lnTo>
                    <a:pt x="18567" y="26809"/>
                  </a:lnTo>
                  <a:lnTo>
                    <a:pt x="19773" y="26809"/>
                  </a:lnTo>
                  <a:lnTo>
                    <a:pt x="21234" y="23304"/>
                  </a:lnTo>
                  <a:close/>
                </a:path>
                <a:path w="146050" h="393065">
                  <a:moveTo>
                    <a:pt x="21285" y="3898"/>
                  </a:moveTo>
                  <a:lnTo>
                    <a:pt x="19545" y="0"/>
                  </a:lnTo>
                  <a:lnTo>
                    <a:pt x="17614" y="1828"/>
                  </a:lnTo>
                  <a:lnTo>
                    <a:pt x="17056" y="2349"/>
                  </a:lnTo>
                  <a:lnTo>
                    <a:pt x="16789" y="2628"/>
                  </a:lnTo>
                  <a:lnTo>
                    <a:pt x="15913" y="3454"/>
                  </a:lnTo>
                  <a:lnTo>
                    <a:pt x="16840" y="4673"/>
                  </a:lnTo>
                  <a:lnTo>
                    <a:pt x="19050" y="4305"/>
                  </a:lnTo>
                  <a:lnTo>
                    <a:pt x="21285" y="3898"/>
                  </a:lnTo>
                  <a:close/>
                </a:path>
                <a:path w="146050" h="393065">
                  <a:moveTo>
                    <a:pt x="21310" y="195059"/>
                  </a:moveTo>
                  <a:lnTo>
                    <a:pt x="20955" y="192963"/>
                  </a:lnTo>
                  <a:lnTo>
                    <a:pt x="20853" y="192709"/>
                  </a:lnTo>
                  <a:lnTo>
                    <a:pt x="20510" y="191630"/>
                  </a:lnTo>
                  <a:lnTo>
                    <a:pt x="20383" y="191223"/>
                  </a:lnTo>
                  <a:lnTo>
                    <a:pt x="18313" y="190881"/>
                  </a:lnTo>
                  <a:lnTo>
                    <a:pt x="17767" y="191820"/>
                  </a:lnTo>
                  <a:lnTo>
                    <a:pt x="14592" y="193205"/>
                  </a:lnTo>
                  <a:lnTo>
                    <a:pt x="15900" y="196646"/>
                  </a:lnTo>
                  <a:lnTo>
                    <a:pt x="20396" y="196697"/>
                  </a:lnTo>
                  <a:lnTo>
                    <a:pt x="21310" y="195059"/>
                  </a:lnTo>
                  <a:close/>
                </a:path>
                <a:path w="146050" h="393065">
                  <a:moveTo>
                    <a:pt x="22390" y="41757"/>
                  </a:moveTo>
                  <a:lnTo>
                    <a:pt x="22377" y="40525"/>
                  </a:lnTo>
                  <a:lnTo>
                    <a:pt x="22021" y="40106"/>
                  </a:lnTo>
                  <a:lnTo>
                    <a:pt x="19761" y="38735"/>
                  </a:lnTo>
                  <a:lnTo>
                    <a:pt x="18313" y="40170"/>
                  </a:lnTo>
                  <a:lnTo>
                    <a:pt x="19672" y="42443"/>
                  </a:lnTo>
                  <a:lnTo>
                    <a:pt x="20078" y="42799"/>
                  </a:lnTo>
                  <a:lnTo>
                    <a:pt x="21894" y="42811"/>
                  </a:lnTo>
                  <a:lnTo>
                    <a:pt x="22390" y="42316"/>
                  </a:lnTo>
                  <a:lnTo>
                    <a:pt x="22390" y="41757"/>
                  </a:lnTo>
                  <a:close/>
                </a:path>
                <a:path w="146050" h="393065">
                  <a:moveTo>
                    <a:pt x="22999" y="232168"/>
                  </a:moveTo>
                  <a:lnTo>
                    <a:pt x="20739" y="229882"/>
                  </a:lnTo>
                  <a:lnTo>
                    <a:pt x="19824" y="231533"/>
                  </a:lnTo>
                  <a:lnTo>
                    <a:pt x="19710" y="231749"/>
                  </a:lnTo>
                  <a:lnTo>
                    <a:pt x="19583" y="231965"/>
                  </a:lnTo>
                  <a:lnTo>
                    <a:pt x="19469" y="232181"/>
                  </a:lnTo>
                  <a:lnTo>
                    <a:pt x="19011" y="232981"/>
                  </a:lnTo>
                  <a:lnTo>
                    <a:pt x="19913" y="233870"/>
                  </a:lnTo>
                  <a:lnTo>
                    <a:pt x="20713" y="233426"/>
                  </a:lnTo>
                  <a:lnTo>
                    <a:pt x="20929" y="233311"/>
                  </a:lnTo>
                  <a:lnTo>
                    <a:pt x="21145" y="233184"/>
                  </a:lnTo>
                  <a:lnTo>
                    <a:pt x="21361" y="233070"/>
                  </a:lnTo>
                  <a:lnTo>
                    <a:pt x="22999" y="232168"/>
                  </a:lnTo>
                  <a:close/>
                </a:path>
                <a:path w="146050" h="393065">
                  <a:moveTo>
                    <a:pt x="25958" y="9080"/>
                  </a:moveTo>
                  <a:lnTo>
                    <a:pt x="25361" y="9080"/>
                  </a:lnTo>
                  <a:lnTo>
                    <a:pt x="25361" y="9537"/>
                  </a:lnTo>
                  <a:lnTo>
                    <a:pt x="25666" y="9537"/>
                  </a:lnTo>
                  <a:lnTo>
                    <a:pt x="25958" y="9537"/>
                  </a:lnTo>
                  <a:lnTo>
                    <a:pt x="25958" y="9080"/>
                  </a:lnTo>
                  <a:close/>
                </a:path>
                <a:path w="146050" h="393065">
                  <a:moveTo>
                    <a:pt x="27851" y="272694"/>
                  </a:moveTo>
                  <a:lnTo>
                    <a:pt x="27241" y="272084"/>
                  </a:lnTo>
                  <a:lnTo>
                    <a:pt x="26263" y="272288"/>
                  </a:lnTo>
                  <a:lnTo>
                    <a:pt x="26047" y="272338"/>
                  </a:lnTo>
                  <a:lnTo>
                    <a:pt x="22796" y="272999"/>
                  </a:lnTo>
                  <a:lnTo>
                    <a:pt x="26924" y="277139"/>
                  </a:lnTo>
                  <a:lnTo>
                    <a:pt x="27559" y="274104"/>
                  </a:lnTo>
                  <a:lnTo>
                    <a:pt x="27597" y="273888"/>
                  </a:lnTo>
                  <a:lnTo>
                    <a:pt x="27851" y="272694"/>
                  </a:lnTo>
                  <a:close/>
                </a:path>
                <a:path w="146050" h="393065">
                  <a:moveTo>
                    <a:pt x="29578" y="339585"/>
                  </a:moveTo>
                  <a:lnTo>
                    <a:pt x="22834" y="339585"/>
                  </a:lnTo>
                  <a:lnTo>
                    <a:pt x="24752" y="342722"/>
                  </a:lnTo>
                  <a:lnTo>
                    <a:pt x="25539" y="344030"/>
                  </a:lnTo>
                  <a:lnTo>
                    <a:pt x="26860" y="344030"/>
                  </a:lnTo>
                  <a:lnTo>
                    <a:pt x="29578" y="339585"/>
                  </a:lnTo>
                  <a:close/>
                </a:path>
                <a:path w="146050" h="393065">
                  <a:moveTo>
                    <a:pt x="30391" y="210058"/>
                  </a:moveTo>
                  <a:lnTo>
                    <a:pt x="30365" y="209270"/>
                  </a:lnTo>
                  <a:lnTo>
                    <a:pt x="30048" y="208292"/>
                  </a:lnTo>
                  <a:lnTo>
                    <a:pt x="29895" y="208241"/>
                  </a:lnTo>
                  <a:lnTo>
                    <a:pt x="30238" y="209219"/>
                  </a:lnTo>
                  <a:lnTo>
                    <a:pt x="30213" y="210096"/>
                  </a:lnTo>
                  <a:lnTo>
                    <a:pt x="29845" y="210972"/>
                  </a:lnTo>
                  <a:lnTo>
                    <a:pt x="29794" y="211137"/>
                  </a:lnTo>
                  <a:lnTo>
                    <a:pt x="30073" y="211226"/>
                  </a:lnTo>
                  <a:lnTo>
                    <a:pt x="30124" y="211048"/>
                  </a:lnTo>
                  <a:lnTo>
                    <a:pt x="30391" y="210058"/>
                  </a:lnTo>
                  <a:close/>
                </a:path>
                <a:path w="146050" h="393065">
                  <a:moveTo>
                    <a:pt x="30708" y="55130"/>
                  </a:moveTo>
                  <a:lnTo>
                    <a:pt x="30353" y="55130"/>
                  </a:lnTo>
                  <a:lnTo>
                    <a:pt x="30353" y="55410"/>
                  </a:lnTo>
                  <a:lnTo>
                    <a:pt x="30530" y="55410"/>
                  </a:lnTo>
                  <a:lnTo>
                    <a:pt x="30708" y="55410"/>
                  </a:lnTo>
                  <a:lnTo>
                    <a:pt x="30708" y="55130"/>
                  </a:lnTo>
                  <a:close/>
                </a:path>
                <a:path w="146050" h="393065">
                  <a:moveTo>
                    <a:pt x="31242" y="113779"/>
                  </a:moveTo>
                  <a:lnTo>
                    <a:pt x="30505" y="111937"/>
                  </a:lnTo>
                  <a:lnTo>
                    <a:pt x="30238" y="111467"/>
                  </a:lnTo>
                  <a:lnTo>
                    <a:pt x="28041" y="109029"/>
                  </a:lnTo>
                  <a:lnTo>
                    <a:pt x="25285" y="111810"/>
                  </a:lnTo>
                  <a:lnTo>
                    <a:pt x="27038" y="113372"/>
                  </a:lnTo>
                  <a:lnTo>
                    <a:pt x="27724" y="113969"/>
                  </a:lnTo>
                  <a:lnTo>
                    <a:pt x="28181" y="114261"/>
                  </a:lnTo>
                  <a:lnTo>
                    <a:pt x="30022" y="114985"/>
                  </a:lnTo>
                  <a:lnTo>
                    <a:pt x="31242" y="113779"/>
                  </a:lnTo>
                  <a:close/>
                </a:path>
                <a:path w="146050" h="393065">
                  <a:moveTo>
                    <a:pt x="31534" y="389458"/>
                  </a:moveTo>
                  <a:lnTo>
                    <a:pt x="27368" y="389458"/>
                  </a:lnTo>
                  <a:lnTo>
                    <a:pt x="27368" y="392696"/>
                  </a:lnTo>
                  <a:lnTo>
                    <a:pt x="29451" y="392696"/>
                  </a:lnTo>
                  <a:lnTo>
                    <a:pt x="31534" y="392696"/>
                  </a:lnTo>
                  <a:lnTo>
                    <a:pt x="31534" y="389458"/>
                  </a:lnTo>
                  <a:close/>
                </a:path>
                <a:path w="146050" h="393065">
                  <a:moveTo>
                    <a:pt x="31584" y="81699"/>
                  </a:moveTo>
                  <a:lnTo>
                    <a:pt x="30276" y="79705"/>
                  </a:lnTo>
                  <a:lnTo>
                    <a:pt x="30111" y="80264"/>
                  </a:lnTo>
                  <a:lnTo>
                    <a:pt x="30213" y="79616"/>
                  </a:lnTo>
                  <a:lnTo>
                    <a:pt x="30772" y="77914"/>
                  </a:lnTo>
                  <a:lnTo>
                    <a:pt x="29857" y="77635"/>
                  </a:lnTo>
                  <a:lnTo>
                    <a:pt x="25158" y="76187"/>
                  </a:lnTo>
                  <a:lnTo>
                    <a:pt x="22212" y="80518"/>
                  </a:lnTo>
                  <a:lnTo>
                    <a:pt x="27457" y="84988"/>
                  </a:lnTo>
                  <a:lnTo>
                    <a:pt x="31432" y="81813"/>
                  </a:lnTo>
                  <a:lnTo>
                    <a:pt x="31584" y="81699"/>
                  </a:lnTo>
                  <a:close/>
                </a:path>
                <a:path w="146050" h="393065">
                  <a:moveTo>
                    <a:pt x="32042" y="131686"/>
                  </a:moveTo>
                  <a:lnTo>
                    <a:pt x="30975" y="127635"/>
                  </a:lnTo>
                  <a:lnTo>
                    <a:pt x="27317" y="128981"/>
                  </a:lnTo>
                  <a:lnTo>
                    <a:pt x="28308" y="131191"/>
                  </a:lnTo>
                  <a:lnTo>
                    <a:pt x="28282" y="131368"/>
                  </a:lnTo>
                  <a:lnTo>
                    <a:pt x="28067" y="132854"/>
                  </a:lnTo>
                  <a:lnTo>
                    <a:pt x="28841" y="133515"/>
                  </a:lnTo>
                  <a:lnTo>
                    <a:pt x="31381" y="133400"/>
                  </a:lnTo>
                  <a:lnTo>
                    <a:pt x="32042" y="131686"/>
                  </a:lnTo>
                  <a:close/>
                </a:path>
                <a:path w="146050" h="393065">
                  <a:moveTo>
                    <a:pt x="33388" y="23799"/>
                  </a:moveTo>
                  <a:lnTo>
                    <a:pt x="32346" y="21539"/>
                  </a:lnTo>
                  <a:lnTo>
                    <a:pt x="31737" y="20243"/>
                  </a:lnTo>
                  <a:lnTo>
                    <a:pt x="31445" y="19596"/>
                  </a:lnTo>
                  <a:lnTo>
                    <a:pt x="30988" y="18643"/>
                  </a:lnTo>
                  <a:lnTo>
                    <a:pt x="29425" y="19113"/>
                  </a:lnTo>
                  <a:lnTo>
                    <a:pt x="29552" y="21564"/>
                  </a:lnTo>
                  <a:lnTo>
                    <a:pt x="29591" y="22288"/>
                  </a:lnTo>
                  <a:lnTo>
                    <a:pt x="29730" y="24650"/>
                  </a:lnTo>
                  <a:lnTo>
                    <a:pt x="33388" y="23799"/>
                  </a:lnTo>
                  <a:close/>
                </a:path>
                <a:path w="146050" h="393065">
                  <a:moveTo>
                    <a:pt x="33604" y="244373"/>
                  </a:moveTo>
                  <a:lnTo>
                    <a:pt x="31788" y="244373"/>
                  </a:lnTo>
                  <a:lnTo>
                    <a:pt x="31775" y="245783"/>
                  </a:lnTo>
                  <a:lnTo>
                    <a:pt x="32689" y="245783"/>
                  </a:lnTo>
                  <a:lnTo>
                    <a:pt x="33591" y="245783"/>
                  </a:lnTo>
                  <a:lnTo>
                    <a:pt x="33604" y="244373"/>
                  </a:lnTo>
                  <a:close/>
                </a:path>
                <a:path w="146050" h="393065">
                  <a:moveTo>
                    <a:pt x="34747" y="13335"/>
                  </a:moveTo>
                  <a:lnTo>
                    <a:pt x="33210" y="13474"/>
                  </a:lnTo>
                  <a:lnTo>
                    <a:pt x="33007" y="13538"/>
                  </a:lnTo>
                  <a:lnTo>
                    <a:pt x="32804" y="13487"/>
                  </a:lnTo>
                  <a:lnTo>
                    <a:pt x="32626" y="13335"/>
                  </a:lnTo>
                  <a:lnTo>
                    <a:pt x="32042" y="13068"/>
                  </a:lnTo>
                  <a:lnTo>
                    <a:pt x="31051" y="13360"/>
                  </a:lnTo>
                  <a:lnTo>
                    <a:pt x="31292" y="15354"/>
                  </a:lnTo>
                  <a:lnTo>
                    <a:pt x="31991" y="15976"/>
                  </a:lnTo>
                  <a:lnTo>
                    <a:pt x="34734" y="15722"/>
                  </a:lnTo>
                  <a:lnTo>
                    <a:pt x="34747" y="13335"/>
                  </a:lnTo>
                  <a:close/>
                </a:path>
                <a:path w="146050" h="393065">
                  <a:moveTo>
                    <a:pt x="34772" y="363931"/>
                  </a:moveTo>
                  <a:lnTo>
                    <a:pt x="31686" y="363931"/>
                  </a:lnTo>
                  <a:lnTo>
                    <a:pt x="31686" y="366318"/>
                  </a:lnTo>
                  <a:lnTo>
                    <a:pt x="33235" y="366318"/>
                  </a:lnTo>
                  <a:lnTo>
                    <a:pt x="34772" y="366318"/>
                  </a:lnTo>
                  <a:lnTo>
                    <a:pt x="34772" y="363931"/>
                  </a:lnTo>
                  <a:close/>
                </a:path>
                <a:path w="146050" h="393065">
                  <a:moveTo>
                    <a:pt x="36131" y="157924"/>
                  </a:moveTo>
                  <a:lnTo>
                    <a:pt x="30340" y="157924"/>
                  </a:lnTo>
                  <a:lnTo>
                    <a:pt x="30327" y="162433"/>
                  </a:lnTo>
                  <a:lnTo>
                    <a:pt x="33235" y="162433"/>
                  </a:lnTo>
                  <a:lnTo>
                    <a:pt x="36118" y="162433"/>
                  </a:lnTo>
                  <a:lnTo>
                    <a:pt x="36131" y="157924"/>
                  </a:lnTo>
                  <a:close/>
                </a:path>
                <a:path w="146050" h="393065">
                  <a:moveTo>
                    <a:pt x="36576" y="28765"/>
                  </a:moveTo>
                  <a:lnTo>
                    <a:pt x="30962" y="28765"/>
                  </a:lnTo>
                  <a:lnTo>
                    <a:pt x="30962" y="33121"/>
                  </a:lnTo>
                  <a:lnTo>
                    <a:pt x="33769" y="33121"/>
                  </a:lnTo>
                  <a:lnTo>
                    <a:pt x="36576" y="33121"/>
                  </a:lnTo>
                  <a:lnTo>
                    <a:pt x="36576" y="28765"/>
                  </a:lnTo>
                  <a:close/>
                </a:path>
                <a:path w="146050" h="393065">
                  <a:moveTo>
                    <a:pt x="36931" y="189903"/>
                  </a:moveTo>
                  <a:lnTo>
                    <a:pt x="36436" y="189242"/>
                  </a:lnTo>
                  <a:lnTo>
                    <a:pt x="36423" y="189903"/>
                  </a:lnTo>
                  <a:lnTo>
                    <a:pt x="36410" y="189217"/>
                  </a:lnTo>
                  <a:lnTo>
                    <a:pt x="36474" y="188137"/>
                  </a:lnTo>
                  <a:lnTo>
                    <a:pt x="36487" y="187909"/>
                  </a:lnTo>
                  <a:lnTo>
                    <a:pt x="35890" y="187794"/>
                  </a:lnTo>
                  <a:lnTo>
                    <a:pt x="35890" y="188506"/>
                  </a:lnTo>
                  <a:lnTo>
                    <a:pt x="35750" y="188417"/>
                  </a:lnTo>
                  <a:lnTo>
                    <a:pt x="35890" y="188506"/>
                  </a:lnTo>
                  <a:lnTo>
                    <a:pt x="35890" y="187794"/>
                  </a:lnTo>
                  <a:lnTo>
                    <a:pt x="32854" y="187147"/>
                  </a:lnTo>
                  <a:lnTo>
                    <a:pt x="31038" y="189903"/>
                  </a:lnTo>
                  <a:lnTo>
                    <a:pt x="33743" y="192112"/>
                  </a:lnTo>
                  <a:lnTo>
                    <a:pt x="34556" y="192328"/>
                  </a:lnTo>
                  <a:lnTo>
                    <a:pt x="36423" y="191236"/>
                  </a:lnTo>
                  <a:lnTo>
                    <a:pt x="36906" y="190207"/>
                  </a:lnTo>
                  <a:lnTo>
                    <a:pt x="36931" y="189903"/>
                  </a:lnTo>
                  <a:close/>
                </a:path>
                <a:path w="146050" h="393065">
                  <a:moveTo>
                    <a:pt x="37553" y="258572"/>
                  </a:moveTo>
                  <a:lnTo>
                    <a:pt x="36563" y="257810"/>
                  </a:lnTo>
                  <a:lnTo>
                    <a:pt x="35890" y="258521"/>
                  </a:lnTo>
                  <a:lnTo>
                    <a:pt x="35610" y="258787"/>
                  </a:lnTo>
                  <a:lnTo>
                    <a:pt x="33528" y="260985"/>
                  </a:lnTo>
                  <a:lnTo>
                    <a:pt x="36868" y="262509"/>
                  </a:lnTo>
                  <a:lnTo>
                    <a:pt x="37211" y="260578"/>
                  </a:lnTo>
                  <a:lnTo>
                    <a:pt x="37553" y="258572"/>
                  </a:lnTo>
                  <a:close/>
                </a:path>
                <a:path w="146050" h="393065">
                  <a:moveTo>
                    <a:pt x="37846" y="179959"/>
                  </a:moveTo>
                  <a:lnTo>
                    <a:pt x="37261" y="179959"/>
                  </a:lnTo>
                  <a:lnTo>
                    <a:pt x="37261" y="180416"/>
                  </a:lnTo>
                  <a:lnTo>
                    <a:pt x="37553" y="180416"/>
                  </a:lnTo>
                  <a:lnTo>
                    <a:pt x="37846" y="180416"/>
                  </a:lnTo>
                  <a:lnTo>
                    <a:pt x="37846" y="179959"/>
                  </a:lnTo>
                  <a:close/>
                </a:path>
                <a:path w="146050" h="393065">
                  <a:moveTo>
                    <a:pt x="37858" y="305777"/>
                  </a:moveTo>
                  <a:lnTo>
                    <a:pt x="37731" y="303415"/>
                  </a:lnTo>
                  <a:lnTo>
                    <a:pt x="37604" y="301447"/>
                  </a:lnTo>
                  <a:lnTo>
                    <a:pt x="34137" y="301218"/>
                  </a:lnTo>
                  <a:lnTo>
                    <a:pt x="34137" y="305638"/>
                  </a:lnTo>
                  <a:lnTo>
                    <a:pt x="34112" y="305435"/>
                  </a:lnTo>
                  <a:lnTo>
                    <a:pt x="34137" y="305638"/>
                  </a:lnTo>
                  <a:lnTo>
                    <a:pt x="34137" y="301218"/>
                  </a:lnTo>
                  <a:lnTo>
                    <a:pt x="31394" y="301028"/>
                  </a:lnTo>
                  <a:lnTo>
                    <a:pt x="30632" y="305752"/>
                  </a:lnTo>
                  <a:lnTo>
                    <a:pt x="33159" y="305777"/>
                  </a:lnTo>
                  <a:lnTo>
                    <a:pt x="33718" y="307492"/>
                  </a:lnTo>
                  <a:lnTo>
                    <a:pt x="37846" y="305790"/>
                  </a:lnTo>
                  <a:close/>
                </a:path>
                <a:path w="146050" h="393065">
                  <a:moveTo>
                    <a:pt x="38392" y="219976"/>
                  </a:moveTo>
                  <a:lnTo>
                    <a:pt x="37807" y="219976"/>
                  </a:lnTo>
                  <a:lnTo>
                    <a:pt x="37807" y="220421"/>
                  </a:lnTo>
                  <a:lnTo>
                    <a:pt x="38100" y="220421"/>
                  </a:lnTo>
                  <a:lnTo>
                    <a:pt x="38392" y="220421"/>
                  </a:lnTo>
                  <a:lnTo>
                    <a:pt x="38392" y="219976"/>
                  </a:lnTo>
                  <a:close/>
                </a:path>
                <a:path w="146050" h="393065">
                  <a:moveTo>
                    <a:pt x="38735" y="64655"/>
                  </a:moveTo>
                  <a:lnTo>
                    <a:pt x="38277" y="63373"/>
                  </a:lnTo>
                  <a:lnTo>
                    <a:pt x="37312" y="63627"/>
                  </a:lnTo>
                  <a:lnTo>
                    <a:pt x="37045" y="63588"/>
                  </a:lnTo>
                  <a:lnTo>
                    <a:pt x="36766" y="63550"/>
                  </a:lnTo>
                  <a:lnTo>
                    <a:pt x="36499" y="63512"/>
                  </a:lnTo>
                  <a:lnTo>
                    <a:pt x="35077" y="62649"/>
                  </a:lnTo>
                  <a:lnTo>
                    <a:pt x="34036" y="65214"/>
                  </a:lnTo>
                  <a:lnTo>
                    <a:pt x="35623" y="65570"/>
                  </a:lnTo>
                  <a:lnTo>
                    <a:pt x="36550" y="65760"/>
                  </a:lnTo>
                  <a:lnTo>
                    <a:pt x="37172" y="65709"/>
                  </a:lnTo>
                  <a:lnTo>
                    <a:pt x="37960" y="65163"/>
                  </a:lnTo>
                  <a:lnTo>
                    <a:pt x="38735" y="64655"/>
                  </a:lnTo>
                  <a:close/>
                </a:path>
                <a:path w="146050" h="393065">
                  <a:moveTo>
                    <a:pt x="40970" y="222707"/>
                  </a:moveTo>
                  <a:lnTo>
                    <a:pt x="39204" y="221932"/>
                  </a:lnTo>
                  <a:lnTo>
                    <a:pt x="38976" y="221843"/>
                  </a:lnTo>
                  <a:lnTo>
                    <a:pt x="38760" y="221742"/>
                  </a:lnTo>
                  <a:lnTo>
                    <a:pt x="38531" y="221640"/>
                  </a:lnTo>
                  <a:lnTo>
                    <a:pt x="37731" y="221284"/>
                  </a:lnTo>
                  <a:lnTo>
                    <a:pt x="37020" y="221983"/>
                  </a:lnTo>
                  <a:lnTo>
                    <a:pt x="37566" y="223240"/>
                  </a:lnTo>
                  <a:lnTo>
                    <a:pt x="37668" y="223469"/>
                  </a:lnTo>
                  <a:lnTo>
                    <a:pt x="38430" y="225221"/>
                  </a:lnTo>
                  <a:lnTo>
                    <a:pt x="40970" y="222707"/>
                  </a:lnTo>
                  <a:close/>
                </a:path>
                <a:path w="146050" h="393065">
                  <a:moveTo>
                    <a:pt x="41363" y="44577"/>
                  </a:moveTo>
                  <a:lnTo>
                    <a:pt x="40182" y="43675"/>
                  </a:lnTo>
                  <a:lnTo>
                    <a:pt x="39789" y="43370"/>
                  </a:lnTo>
                  <a:lnTo>
                    <a:pt x="39382" y="43078"/>
                  </a:lnTo>
                  <a:lnTo>
                    <a:pt x="39001" y="42773"/>
                  </a:lnTo>
                  <a:lnTo>
                    <a:pt x="38442" y="42354"/>
                  </a:lnTo>
                  <a:lnTo>
                    <a:pt x="37617" y="43180"/>
                  </a:lnTo>
                  <a:lnTo>
                    <a:pt x="38633" y="44526"/>
                  </a:lnTo>
                  <a:lnTo>
                    <a:pt x="38938" y="44919"/>
                  </a:lnTo>
                  <a:lnTo>
                    <a:pt x="39827" y="46101"/>
                  </a:lnTo>
                  <a:lnTo>
                    <a:pt x="41363" y="44577"/>
                  </a:lnTo>
                  <a:close/>
                </a:path>
                <a:path w="146050" h="393065">
                  <a:moveTo>
                    <a:pt x="42075" y="236334"/>
                  </a:moveTo>
                  <a:lnTo>
                    <a:pt x="36283" y="236334"/>
                  </a:lnTo>
                  <a:lnTo>
                    <a:pt x="36283" y="240842"/>
                  </a:lnTo>
                  <a:lnTo>
                    <a:pt x="39179" y="240842"/>
                  </a:lnTo>
                  <a:lnTo>
                    <a:pt x="42075" y="240842"/>
                  </a:lnTo>
                  <a:lnTo>
                    <a:pt x="42075" y="236334"/>
                  </a:lnTo>
                  <a:close/>
                </a:path>
                <a:path w="146050" h="393065">
                  <a:moveTo>
                    <a:pt x="43370" y="330606"/>
                  </a:moveTo>
                  <a:lnTo>
                    <a:pt x="41160" y="328002"/>
                  </a:lnTo>
                  <a:lnTo>
                    <a:pt x="40601" y="327342"/>
                  </a:lnTo>
                  <a:lnTo>
                    <a:pt x="39916" y="327342"/>
                  </a:lnTo>
                  <a:lnTo>
                    <a:pt x="37160" y="330593"/>
                  </a:lnTo>
                  <a:lnTo>
                    <a:pt x="43370" y="330606"/>
                  </a:lnTo>
                  <a:close/>
                </a:path>
                <a:path w="146050" h="393065">
                  <a:moveTo>
                    <a:pt x="43395" y="288086"/>
                  </a:moveTo>
                  <a:lnTo>
                    <a:pt x="41643" y="287655"/>
                  </a:lnTo>
                  <a:lnTo>
                    <a:pt x="37719" y="291261"/>
                  </a:lnTo>
                  <a:lnTo>
                    <a:pt x="42672" y="294170"/>
                  </a:lnTo>
                  <a:lnTo>
                    <a:pt x="43116" y="290474"/>
                  </a:lnTo>
                  <a:lnTo>
                    <a:pt x="43395" y="288086"/>
                  </a:lnTo>
                  <a:close/>
                </a:path>
                <a:path w="146050" h="393065">
                  <a:moveTo>
                    <a:pt x="44196" y="306832"/>
                  </a:moveTo>
                  <a:lnTo>
                    <a:pt x="42926" y="305866"/>
                  </a:lnTo>
                  <a:lnTo>
                    <a:pt x="42519" y="305562"/>
                  </a:lnTo>
                  <a:lnTo>
                    <a:pt x="42125" y="305269"/>
                  </a:lnTo>
                  <a:lnTo>
                    <a:pt x="41732" y="304965"/>
                  </a:lnTo>
                  <a:lnTo>
                    <a:pt x="41135" y="304507"/>
                  </a:lnTo>
                  <a:lnTo>
                    <a:pt x="40220" y="305422"/>
                  </a:lnTo>
                  <a:lnTo>
                    <a:pt x="40678" y="306031"/>
                  </a:lnTo>
                  <a:lnTo>
                    <a:pt x="40970" y="306425"/>
                  </a:lnTo>
                  <a:lnTo>
                    <a:pt x="41275" y="306819"/>
                  </a:lnTo>
                  <a:lnTo>
                    <a:pt x="41567" y="307225"/>
                  </a:lnTo>
                  <a:lnTo>
                    <a:pt x="42532" y="308483"/>
                  </a:lnTo>
                  <a:lnTo>
                    <a:pt x="44196" y="306832"/>
                  </a:lnTo>
                  <a:close/>
                </a:path>
                <a:path w="146050" h="393065">
                  <a:moveTo>
                    <a:pt x="44881" y="383819"/>
                  </a:moveTo>
                  <a:lnTo>
                    <a:pt x="44297" y="383819"/>
                  </a:lnTo>
                  <a:lnTo>
                    <a:pt x="44297" y="384276"/>
                  </a:lnTo>
                  <a:lnTo>
                    <a:pt x="44589" y="384276"/>
                  </a:lnTo>
                  <a:lnTo>
                    <a:pt x="44881" y="384276"/>
                  </a:lnTo>
                  <a:lnTo>
                    <a:pt x="44881" y="383819"/>
                  </a:lnTo>
                  <a:close/>
                </a:path>
                <a:path w="146050" h="393065">
                  <a:moveTo>
                    <a:pt x="45986" y="120243"/>
                  </a:moveTo>
                  <a:lnTo>
                    <a:pt x="43434" y="117678"/>
                  </a:lnTo>
                  <a:lnTo>
                    <a:pt x="42418" y="119532"/>
                  </a:lnTo>
                  <a:lnTo>
                    <a:pt x="42303" y="119748"/>
                  </a:lnTo>
                  <a:lnTo>
                    <a:pt x="42176" y="119951"/>
                  </a:lnTo>
                  <a:lnTo>
                    <a:pt x="42062" y="120180"/>
                  </a:lnTo>
                  <a:lnTo>
                    <a:pt x="41541" y="121094"/>
                  </a:lnTo>
                  <a:lnTo>
                    <a:pt x="42570" y="122135"/>
                  </a:lnTo>
                  <a:lnTo>
                    <a:pt x="43497" y="121615"/>
                  </a:lnTo>
                  <a:lnTo>
                    <a:pt x="43713" y="121500"/>
                  </a:lnTo>
                  <a:lnTo>
                    <a:pt x="43929" y="121373"/>
                  </a:lnTo>
                  <a:lnTo>
                    <a:pt x="44145" y="121259"/>
                  </a:lnTo>
                  <a:lnTo>
                    <a:pt x="45986" y="120243"/>
                  </a:lnTo>
                  <a:close/>
                </a:path>
                <a:path w="146050" h="393065">
                  <a:moveTo>
                    <a:pt x="46151" y="155575"/>
                  </a:moveTo>
                  <a:lnTo>
                    <a:pt x="42265" y="159816"/>
                  </a:lnTo>
                  <a:lnTo>
                    <a:pt x="43916" y="160070"/>
                  </a:lnTo>
                  <a:lnTo>
                    <a:pt x="45034" y="158445"/>
                  </a:lnTo>
                  <a:lnTo>
                    <a:pt x="45161" y="158140"/>
                  </a:lnTo>
                  <a:lnTo>
                    <a:pt x="46151" y="155575"/>
                  </a:lnTo>
                  <a:close/>
                </a:path>
                <a:path w="146050" h="393065">
                  <a:moveTo>
                    <a:pt x="46405" y="367372"/>
                  </a:moveTo>
                  <a:lnTo>
                    <a:pt x="45351" y="361797"/>
                  </a:lnTo>
                  <a:lnTo>
                    <a:pt x="42367" y="362953"/>
                  </a:lnTo>
                  <a:lnTo>
                    <a:pt x="40132" y="363816"/>
                  </a:lnTo>
                  <a:lnTo>
                    <a:pt x="40246" y="367372"/>
                  </a:lnTo>
                  <a:lnTo>
                    <a:pt x="46405" y="367372"/>
                  </a:lnTo>
                  <a:close/>
                </a:path>
                <a:path w="146050" h="393065">
                  <a:moveTo>
                    <a:pt x="50380" y="101587"/>
                  </a:moveTo>
                  <a:lnTo>
                    <a:pt x="50330" y="100952"/>
                  </a:lnTo>
                  <a:lnTo>
                    <a:pt x="48336" y="97028"/>
                  </a:lnTo>
                  <a:lnTo>
                    <a:pt x="43561" y="100444"/>
                  </a:lnTo>
                  <a:lnTo>
                    <a:pt x="45326" y="102184"/>
                  </a:lnTo>
                  <a:lnTo>
                    <a:pt x="46329" y="103454"/>
                  </a:lnTo>
                  <a:lnTo>
                    <a:pt x="46634" y="103809"/>
                  </a:lnTo>
                  <a:lnTo>
                    <a:pt x="46977" y="104038"/>
                  </a:lnTo>
                  <a:lnTo>
                    <a:pt x="48526" y="104457"/>
                  </a:lnTo>
                  <a:lnTo>
                    <a:pt x="50025" y="103797"/>
                  </a:lnTo>
                  <a:lnTo>
                    <a:pt x="50380" y="101587"/>
                  </a:lnTo>
                  <a:close/>
                </a:path>
                <a:path w="146050" h="393065">
                  <a:moveTo>
                    <a:pt x="50431" y="135826"/>
                  </a:moveTo>
                  <a:lnTo>
                    <a:pt x="44894" y="136956"/>
                  </a:lnTo>
                  <a:lnTo>
                    <a:pt x="46189" y="139623"/>
                  </a:lnTo>
                  <a:lnTo>
                    <a:pt x="46024" y="141185"/>
                  </a:lnTo>
                  <a:lnTo>
                    <a:pt x="47967" y="142087"/>
                  </a:lnTo>
                  <a:lnTo>
                    <a:pt x="50012" y="140843"/>
                  </a:lnTo>
                  <a:lnTo>
                    <a:pt x="50431" y="140195"/>
                  </a:lnTo>
                  <a:lnTo>
                    <a:pt x="50431" y="135826"/>
                  </a:lnTo>
                  <a:close/>
                </a:path>
                <a:path w="146050" h="393065">
                  <a:moveTo>
                    <a:pt x="50533" y="55346"/>
                  </a:moveTo>
                  <a:lnTo>
                    <a:pt x="49999" y="55397"/>
                  </a:lnTo>
                  <a:lnTo>
                    <a:pt x="49276" y="55460"/>
                  </a:lnTo>
                  <a:lnTo>
                    <a:pt x="47828" y="55613"/>
                  </a:lnTo>
                  <a:lnTo>
                    <a:pt x="47561" y="55626"/>
                  </a:lnTo>
                  <a:lnTo>
                    <a:pt x="47561" y="55994"/>
                  </a:lnTo>
                  <a:lnTo>
                    <a:pt x="47828" y="56032"/>
                  </a:lnTo>
                  <a:lnTo>
                    <a:pt x="48552" y="56095"/>
                  </a:lnTo>
                  <a:lnTo>
                    <a:pt x="49276" y="56159"/>
                  </a:lnTo>
                  <a:lnTo>
                    <a:pt x="50533" y="56286"/>
                  </a:lnTo>
                  <a:lnTo>
                    <a:pt x="50533" y="55346"/>
                  </a:lnTo>
                  <a:close/>
                </a:path>
                <a:path w="146050" h="393065">
                  <a:moveTo>
                    <a:pt x="51130" y="52654"/>
                  </a:moveTo>
                  <a:lnTo>
                    <a:pt x="50673" y="51231"/>
                  </a:lnTo>
                  <a:lnTo>
                    <a:pt x="48234" y="51231"/>
                  </a:lnTo>
                  <a:lnTo>
                    <a:pt x="47790" y="52654"/>
                  </a:lnTo>
                  <a:lnTo>
                    <a:pt x="48514" y="53517"/>
                  </a:lnTo>
                  <a:lnTo>
                    <a:pt x="48679" y="53721"/>
                  </a:lnTo>
                  <a:lnTo>
                    <a:pt x="49085" y="54190"/>
                  </a:lnTo>
                  <a:lnTo>
                    <a:pt x="49834" y="54190"/>
                  </a:lnTo>
                  <a:lnTo>
                    <a:pt x="50241" y="53721"/>
                  </a:lnTo>
                  <a:lnTo>
                    <a:pt x="51130" y="52654"/>
                  </a:lnTo>
                  <a:close/>
                </a:path>
                <a:path w="146050" h="393065">
                  <a:moveTo>
                    <a:pt x="58166" y="248196"/>
                  </a:moveTo>
                  <a:lnTo>
                    <a:pt x="56489" y="246684"/>
                  </a:lnTo>
                  <a:lnTo>
                    <a:pt x="55638" y="245922"/>
                  </a:lnTo>
                  <a:lnTo>
                    <a:pt x="54787" y="245148"/>
                  </a:lnTo>
                  <a:lnTo>
                    <a:pt x="53111" y="243636"/>
                  </a:lnTo>
                  <a:lnTo>
                    <a:pt x="51828" y="244576"/>
                  </a:lnTo>
                  <a:lnTo>
                    <a:pt x="55181" y="250545"/>
                  </a:lnTo>
                  <a:lnTo>
                    <a:pt x="58166" y="248196"/>
                  </a:lnTo>
                  <a:close/>
                </a:path>
                <a:path w="146050" h="393065">
                  <a:moveTo>
                    <a:pt x="58572" y="264248"/>
                  </a:moveTo>
                  <a:lnTo>
                    <a:pt x="52235" y="264248"/>
                  </a:lnTo>
                  <a:lnTo>
                    <a:pt x="52235" y="269163"/>
                  </a:lnTo>
                  <a:lnTo>
                    <a:pt x="55397" y="269163"/>
                  </a:lnTo>
                  <a:lnTo>
                    <a:pt x="58559" y="269163"/>
                  </a:lnTo>
                  <a:lnTo>
                    <a:pt x="58572" y="264248"/>
                  </a:lnTo>
                  <a:close/>
                </a:path>
                <a:path w="146050" h="393065">
                  <a:moveTo>
                    <a:pt x="61988" y="360781"/>
                  </a:moveTo>
                  <a:lnTo>
                    <a:pt x="56388" y="360781"/>
                  </a:lnTo>
                  <a:lnTo>
                    <a:pt x="56388" y="365137"/>
                  </a:lnTo>
                  <a:lnTo>
                    <a:pt x="59182" y="365137"/>
                  </a:lnTo>
                  <a:lnTo>
                    <a:pt x="61988" y="365137"/>
                  </a:lnTo>
                  <a:lnTo>
                    <a:pt x="61988" y="360781"/>
                  </a:lnTo>
                  <a:close/>
                </a:path>
                <a:path w="146050" h="393065">
                  <a:moveTo>
                    <a:pt x="63855" y="380263"/>
                  </a:moveTo>
                  <a:lnTo>
                    <a:pt x="61747" y="378587"/>
                  </a:lnTo>
                  <a:lnTo>
                    <a:pt x="58394" y="379514"/>
                  </a:lnTo>
                  <a:lnTo>
                    <a:pt x="57619" y="381901"/>
                  </a:lnTo>
                  <a:lnTo>
                    <a:pt x="58343" y="382562"/>
                  </a:lnTo>
                  <a:lnTo>
                    <a:pt x="58267" y="383044"/>
                  </a:lnTo>
                  <a:lnTo>
                    <a:pt x="59486" y="384213"/>
                  </a:lnTo>
                  <a:lnTo>
                    <a:pt x="62242" y="383768"/>
                  </a:lnTo>
                  <a:lnTo>
                    <a:pt x="62750" y="383032"/>
                  </a:lnTo>
                  <a:lnTo>
                    <a:pt x="63855" y="380263"/>
                  </a:lnTo>
                  <a:close/>
                </a:path>
                <a:path w="146050" h="393065">
                  <a:moveTo>
                    <a:pt x="64071" y="326478"/>
                  </a:moveTo>
                  <a:lnTo>
                    <a:pt x="56464" y="326478"/>
                  </a:lnTo>
                  <a:lnTo>
                    <a:pt x="56464" y="332384"/>
                  </a:lnTo>
                  <a:lnTo>
                    <a:pt x="60274" y="332384"/>
                  </a:lnTo>
                  <a:lnTo>
                    <a:pt x="64071" y="332384"/>
                  </a:lnTo>
                  <a:lnTo>
                    <a:pt x="64071" y="326478"/>
                  </a:lnTo>
                  <a:close/>
                </a:path>
                <a:path w="146050" h="393065">
                  <a:moveTo>
                    <a:pt x="69545" y="45300"/>
                  </a:moveTo>
                  <a:lnTo>
                    <a:pt x="67398" y="42506"/>
                  </a:lnTo>
                  <a:lnTo>
                    <a:pt x="66484" y="41821"/>
                  </a:lnTo>
                  <a:lnTo>
                    <a:pt x="63677" y="40665"/>
                  </a:lnTo>
                  <a:lnTo>
                    <a:pt x="62331" y="42557"/>
                  </a:lnTo>
                  <a:lnTo>
                    <a:pt x="62623" y="42989"/>
                  </a:lnTo>
                  <a:lnTo>
                    <a:pt x="61887" y="44284"/>
                  </a:lnTo>
                  <a:lnTo>
                    <a:pt x="63715" y="46786"/>
                  </a:lnTo>
                  <a:lnTo>
                    <a:pt x="64643" y="47459"/>
                  </a:lnTo>
                  <a:lnTo>
                    <a:pt x="67919" y="47383"/>
                  </a:lnTo>
                  <a:lnTo>
                    <a:pt x="69545" y="45300"/>
                  </a:lnTo>
                  <a:close/>
                </a:path>
                <a:path w="146050" h="393065">
                  <a:moveTo>
                    <a:pt x="77330" y="294055"/>
                  </a:moveTo>
                  <a:lnTo>
                    <a:pt x="76733" y="294055"/>
                  </a:lnTo>
                  <a:lnTo>
                    <a:pt x="76733" y="294513"/>
                  </a:lnTo>
                  <a:lnTo>
                    <a:pt x="77025" y="294513"/>
                  </a:lnTo>
                  <a:lnTo>
                    <a:pt x="77330" y="294513"/>
                  </a:lnTo>
                  <a:lnTo>
                    <a:pt x="77330" y="294055"/>
                  </a:lnTo>
                  <a:close/>
                </a:path>
                <a:path w="146050" h="393065">
                  <a:moveTo>
                    <a:pt x="86144" y="293979"/>
                  </a:moveTo>
                  <a:lnTo>
                    <a:pt x="85953" y="291655"/>
                  </a:lnTo>
                  <a:lnTo>
                    <a:pt x="84086" y="291058"/>
                  </a:lnTo>
                  <a:lnTo>
                    <a:pt x="82905" y="290690"/>
                  </a:lnTo>
                  <a:lnTo>
                    <a:pt x="82092" y="290309"/>
                  </a:lnTo>
                  <a:lnTo>
                    <a:pt x="79692" y="290156"/>
                  </a:lnTo>
                  <a:lnTo>
                    <a:pt x="79032" y="291172"/>
                  </a:lnTo>
                  <a:lnTo>
                    <a:pt x="78486" y="295414"/>
                  </a:lnTo>
                  <a:lnTo>
                    <a:pt x="82219" y="296722"/>
                  </a:lnTo>
                  <a:lnTo>
                    <a:pt x="86144" y="293979"/>
                  </a:lnTo>
                  <a:close/>
                </a:path>
                <a:path w="146050" h="393065">
                  <a:moveTo>
                    <a:pt x="88163" y="315823"/>
                  </a:moveTo>
                  <a:lnTo>
                    <a:pt x="86309" y="310362"/>
                  </a:lnTo>
                  <a:lnTo>
                    <a:pt x="80467" y="311924"/>
                  </a:lnTo>
                  <a:lnTo>
                    <a:pt x="81724" y="315620"/>
                  </a:lnTo>
                  <a:lnTo>
                    <a:pt x="82473" y="317842"/>
                  </a:lnTo>
                  <a:lnTo>
                    <a:pt x="83502" y="318477"/>
                  </a:lnTo>
                  <a:lnTo>
                    <a:pt x="85801" y="318770"/>
                  </a:lnTo>
                  <a:lnTo>
                    <a:pt x="86436" y="318363"/>
                  </a:lnTo>
                  <a:lnTo>
                    <a:pt x="87782" y="317055"/>
                  </a:lnTo>
                  <a:lnTo>
                    <a:pt x="88163" y="315823"/>
                  </a:lnTo>
                  <a:close/>
                </a:path>
                <a:path w="146050" h="393065">
                  <a:moveTo>
                    <a:pt x="91224" y="351942"/>
                  </a:moveTo>
                  <a:lnTo>
                    <a:pt x="90627" y="349897"/>
                  </a:lnTo>
                  <a:lnTo>
                    <a:pt x="87909" y="347789"/>
                  </a:lnTo>
                  <a:lnTo>
                    <a:pt x="85775" y="347548"/>
                  </a:lnTo>
                  <a:lnTo>
                    <a:pt x="85001" y="349224"/>
                  </a:lnTo>
                  <a:lnTo>
                    <a:pt x="85420" y="348983"/>
                  </a:lnTo>
                  <a:lnTo>
                    <a:pt x="84645" y="349567"/>
                  </a:lnTo>
                  <a:lnTo>
                    <a:pt x="82118" y="351612"/>
                  </a:lnTo>
                  <a:lnTo>
                    <a:pt x="82892" y="354926"/>
                  </a:lnTo>
                  <a:lnTo>
                    <a:pt x="87134" y="357403"/>
                  </a:lnTo>
                  <a:lnTo>
                    <a:pt x="89712" y="356082"/>
                  </a:lnTo>
                  <a:lnTo>
                    <a:pt x="90551" y="353771"/>
                  </a:lnTo>
                  <a:lnTo>
                    <a:pt x="91224" y="351942"/>
                  </a:lnTo>
                  <a:close/>
                </a:path>
                <a:path w="146050" h="393065">
                  <a:moveTo>
                    <a:pt x="97332" y="374599"/>
                  </a:moveTo>
                  <a:lnTo>
                    <a:pt x="91897" y="372935"/>
                  </a:lnTo>
                  <a:lnTo>
                    <a:pt x="91694" y="372910"/>
                  </a:lnTo>
                  <a:lnTo>
                    <a:pt x="91541" y="372808"/>
                  </a:lnTo>
                  <a:lnTo>
                    <a:pt x="90157" y="370865"/>
                  </a:lnTo>
                  <a:lnTo>
                    <a:pt x="87337" y="371411"/>
                  </a:lnTo>
                  <a:lnTo>
                    <a:pt x="87185" y="375158"/>
                  </a:lnTo>
                  <a:lnTo>
                    <a:pt x="87541" y="376440"/>
                  </a:lnTo>
                  <a:lnTo>
                    <a:pt x="91770" y="382536"/>
                  </a:lnTo>
                  <a:lnTo>
                    <a:pt x="97332" y="374599"/>
                  </a:lnTo>
                  <a:close/>
                </a:path>
                <a:path w="146050" h="393065">
                  <a:moveTo>
                    <a:pt x="118033" y="387146"/>
                  </a:moveTo>
                  <a:lnTo>
                    <a:pt x="118021" y="386626"/>
                  </a:lnTo>
                  <a:lnTo>
                    <a:pt x="117995" y="385902"/>
                  </a:lnTo>
                  <a:lnTo>
                    <a:pt x="117995" y="385483"/>
                  </a:lnTo>
                  <a:lnTo>
                    <a:pt x="115443" y="385064"/>
                  </a:lnTo>
                  <a:lnTo>
                    <a:pt x="115443" y="386118"/>
                  </a:lnTo>
                  <a:lnTo>
                    <a:pt x="115392" y="386334"/>
                  </a:lnTo>
                  <a:lnTo>
                    <a:pt x="115227" y="386410"/>
                  </a:lnTo>
                  <a:lnTo>
                    <a:pt x="115189" y="386270"/>
                  </a:lnTo>
                  <a:lnTo>
                    <a:pt x="115328" y="386270"/>
                  </a:lnTo>
                  <a:lnTo>
                    <a:pt x="115443" y="386118"/>
                  </a:lnTo>
                  <a:lnTo>
                    <a:pt x="115443" y="385064"/>
                  </a:lnTo>
                  <a:lnTo>
                    <a:pt x="115227" y="385025"/>
                  </a:lnTo>
                  <a:lnTo>
                    <a:pt x="114935" y="386118"/>
                  </a:lnTo>
                  <a:lnTo>
                    <a:pt x="114757" y="386359"/>
                  </a:lnTo>
                  <a:lnTo>
                    <a:pt x="114896" y="386334"/>
                  </a:lnTo>
                  <a:lnTo>
                    <a:pt x="114655" y="387146"/>
                  </a:lnTo>
                  <a:lnTo>
                    <a:pt x="114871" y="386334"/>
                  </a:lnTo>
                  <a:lnTo>
                    <a:pt x="113957" y="387464"/>
                  </a:lnTo>
                  <a:lnTo>
                    <a:pt x="114198" y="388378"/>
                  </a:lnTo>
                  <a:lnTo>
                    <a:pt x="115443" y="389483"/>
                  </a:lnTo>
                  <a:lnTo>
                    <a:pt x="116255" y="389623"/>
                  </a:lnTo>
                  <a:lnTo>
                    <a:pt x="117703" y="388810"/>
                  </a:lnTo>
                  <a:lnTo>
                    <a:pt x="117957" y="388378"/>
                  </a:lnTo>
                  <a:lnTo>
                    <a:pt x="118033" y="387146"/>
                  </a:lnTo>
                  <a:close/>
                </a:path>
                <a:path w="146050" h="393065">
                  <a:moveTo>
                    <a:pt x="127711" y="377964"/>
                  </a:moveTo>
                  <a:lnTo>
                    <a:pt x="127368" y="377266"/>
                  </a:lnTo>
                  <a:lnTo>
                    <a:pt x="126898" y="376720"/>
                  </a:lnTo>
                  <a:lnTo>
                    <a:pt x="126263" y="375945"/>
                  </a:lnTo>
                  <a:lnTo>
                    <a:pt x="125133" y="375945"/>
                  </a:lnTo>
                  <a:lnTo>
                    <a:pt x="124028" y="377266"/>
                  </a:lnTo>
                  <a:lnTo>
                    <a:pt x="123685" y="377964"/>
                  </a:lnTo>
                  <a:lnTo>
                    <a:pt x="123939" y="378587"/>
                  </a:lnTo>
                  <a:lnTo>
                    <a:pt x="124015" y="378739"/>
                  </a:lnTo>
                  <a:lnTo>
                    <a:pt x="124142" y="379069"/>
                  </a:lnTo>
                  <a:lnTo>
                    <a:pt x="124764" y="380593"/>
                  </a:lnTo>
                  <a:lnTo>
                    <a:pt x="126631" y="380593"/>
                  </a:lnTo>
                  <a:lnTo>
                    <a:pt x="127254" y="379069"/>
                  </a:lnTo>
                  <a:lnTo>
                    <a:pt x="127711" y="377964"/>
                  </a:lnTo>
                  <a:close/>
                </a:path>
                <a:path w="146050" h="393065">
                  <a:moveTo>
                    <a:pt x="145999" y="358165"/>
                  </a:moveTo>
                  <a:lnTo>
                    <a:pt x="145630" y="356323"/>
                  </a:lnTo>
                  <a:lnTo>
                    <a:pt x="143459" y="351383"/>
                  </a:lnTo>
                  <a:lnTo>
                    <a:pt x="138430" y="351942"/>
                  </a:lnTo>
                  <a:lnTo>
                    <a:pt x="135026" y="357746"/>
                  </a:lnTo>
                  <a:lnTo>
                    <a:pt x="137248" y="361924"/>
                  </a:lnTo>
                  <a:lnTo>
                    <a:pt x="138518" y="361886"/>
                  </a:lnTo>
                  <a:lnTo>
                    <a:pt x="139065" y="362737"/>
                  </a:lnTo>
                  <a:lnTo>
                    <a:pt x="142913" y="362394"/>
                  </a:lnTo>
                  <a:lnTo>
                    <a:pt x="145999" y="35816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2578100" y="7553737"/>
              <a:ext cx="266065" cy="540385"/>
            </a:xfrm>
            <a:custGeom>
              <a:avLst/>
              <a:gdLst/>
              <a:ahLst/>
              <a:cxnLst/>
              <a:rect l="l" t="t" r="r" b="b"/>
              <a:pathLst>
                <a:path w="266064" h="540384">
                  <a:moveTo>
                    <a:pt x="6324" y="16802"/>
                  </a:moveTo>
                  <a:lnTo>
                    <a:pt x="5232" y="16802"/>
                  </a:lnTo>
                  <a:lnTo>
                    <a:pt x="5232" y="17653"/>
                  </a:lnTo>
                  <a:lnTo>
                    <a:pt x="5778" y="17653"/>
                  </a:lnTo>
                  <a:lnTo>
                    <a:pt x="6324" y="17653"/>
                  </a:lnTo>
                  <a:lnTo>
                    <a:pt x="6324" y="16802"/>
                  </a:lnTo>
                  <a:close/>
                </a:path>
                <a:path w="266064" h="540384">
                  <a:moveTo>
                    <a:pt x="9512" y="32067"/>
                  </a:moveTo>
                  <a:lnTo>
                    <a:pt x="6057" y="28663"/>
                  </a:lnTo>
                  <a:lnTo>
                    <a:pt x="2501" y="30137"/>
                  </a:lnTo>
                  <a:lnTo>
                    <a:pt x="2501" y="35801"/>
                  </a:lnTo>
                  <a:lnTo>
                    <a:pt x="6070" y="37274"/>
                  </a:lnTo>
                  <a:lnTo>
                    <a:pt x="8089" y="35280"/>
                  </a:lnTo>
                  <a:lnTo>
                    <a:pt x="9512" y="33870"/>
                  </a:lnTo>
                  <a:lnTo>
                    <a:pt x="9512" y="32067"/>
                  </a:lnTo>
                  <a:close/>
                </a:path>
                <a:path w="266064" h="540384">
                  <a:moveTo>
                    <a:pt x="12903" y="88988"/>
                  </a:moveTo>
                  <a:lnTo>
                    <a:pt x="12687" y="87452"/>
                  </a:lnTo>
                  <a:lnTo>
                    <a:pt x="12661" y="87210"/>
                  </a:lnTo>
                  <a:lnTo>
                    <a:pt x="12611" y="86969"/>
                  </a:lnTo>
                  <a:lnTo>
                    <a:pt x="12471" y="85915"/>
                  </a:lnTo>
                  <a:lnTo>
                    <a:pt x="11074" y="85915"/>
                  </a:lnTo>
                  <a:lnTo>
                    <a:pt x="10922" y="86969"/>
                  </a:lnTo>
                  <a:lnTo>
                    <a:pt x="10883" y="87210"/>
                  </a:lnTo>
                  <a:lnTo>
                    <a:pt x="10642" y="88976"/>
                  </a:lnTo>
                  <a:lnTo>
                    <a:pt x="12903" y="88988"/>
                  </a:lnTo>
                  <a:close/>
                </a:path>
                <a:path w="266064" h="540384">
                  <a:moveTo>
                    <a:pt x="13766" y="60667"/>
                  </a:moveTo>
                  <a:lnTo>
                    <a:pt x="12903" y="58737"/>
                  </a:lnTo>
                  <a:lnTo>
                    <a:pt x="12001" y="56680"/>
                  </a:lnTo>
                  <a:lnTo>
                    <a:pt x="7721" y="51714"/>
                  </a:lnTo>
                  <a:lnTo>
                    <a:pt x="4064" y="53035"/>
                  </a:lnTo>
                  <a:lnTo>
                    <a:pt x="4711" y="58089"/>
                  </a:lnTo>
                  <a:lnTo>
                    <a:pt x="5105" y="60261"/>
                  </a:lnTo>
                  <a:lnTo>
                    <a:pt x="7023" y="64604"/>
                  </a:lnTo>
                  <a:lnTo>
                    <a:pt x="9829" y="65049"/>
                  </a:lnTo>
                  <a:lnTo>
                    <a:pt x="13500" y="62915"/>
                  </a:lnTo>
                  <a:lnTo>
                    <a:pt x="13766" y="60667"/>
                  </a:lnTo>
                  <a:close/>
                </a:path>
                <a:path w="266064" h="540384">
                  <a:moveTo>
                    <a:pt x="14084" y="8229"/>
                  </a:moveTo>
                  <a:lnTo>
                    <a:pt x="11315" y="1676"/>
                  </a:lnTo>
                  <a:lnTo>
                    <a:pt x="7264" y="0"/>
                  </a:lnTo>
                  <a:lnTo>
                    <a:pt x="1155" y="3962"/>
                  </a:lnTo>
                  <a:lnTo>
                    <a:pt x="0" y="6934"/>
                  </a:lnTo>
                  <a:lnTo>
                    <a:pt x="2260" y="12090"/>
                  </a:lnTo>
                  <a:lnTo>
                    <a:pt x="5270" y="14020"/>
                  </a:lnTo>
                  <a:lnTo>
                    <a:pt x="8026" y="13004"/>
                  </a:lnTo>
                  <a:lnTo>
                    <a:pt x="12090" y="11493"/>
                  </a:lnTo>
                  <a:lnTo>
                    <a:pt x="14084" y="8229"/>
                  </a:lnTo>
                  <a:close/>
                </a:path>
                <a:path w="266064" h="540384">
                  <a:moveTo>
                    <a:pt x="14249" y="129400"/>
                  </a:moveTo>
                  <a:lnTo>
                    <a:pt x="13792" y="129400"/>
                  </a:lnTo>
                  <a:lnTo>
                    <a:pt x="13792" y="130733"/>
                  </a:lnTo>
                  <a:lnTo>
                    <a:pt x="14249" y="130733"/>
                  </a:lnTo>
                  <a:lnTo>
                    <a:pt x="14249" y="130441"/>
                  </a:lnTo>
                  <a:lnTo>
                    <a:pt x="14249" y="129400"/>
                  </a:lnTo>
                  <a:close/>
                </a:path>
                <a:path w="266064" h="540384">
                  <a:moveTo>
                    <a:pt x="21894" y="108165"/>
                  </a:moveTo>
                  <a:lnTo>
                    <a:pt x="19634" y="108153"/>
                  </a:lnTo>
                  <a:lnTo>
                    <a:pt x="19850" y="109702"/>
                  </a:lnTo>
                  <a:lnTo>
                    <a:pt x="19913" y="110172"/>
                  </a:lnTo>
                  <a:lnTo>
                    <a:pt x="19951" y="110413"/>
                  </a:lnTo>
                  <a:lnTo>
                    <a:pt x="20078" y="111226"/>
                  </a:lnTo>
                  <a:lnTo>
                    <a:pt x="21463" y="111226"/>
                  </a:lnTo>
                  <a:lnTo>
                    <a:pt x="21640" y="109943"/>
                  </a:lnTo>
                  <a:lnTo>
                    <a:pt x="21691" y="109702"/>
                  </a:lnTo>
                  <a:lnTo>
                    <a:pt x="21894" y="108165"/>
                  </a:lnTo>
                  <a:close/>
                </a:path>
                <a:path w="266064" h="540384">
                  <a:moveTo>
                    <a:pt x="22491" y="102692"/>
                  </a:moveTo>
                  <a:lnTo>
                    <a:pt x="18605" y="103225"/>
                  </a:lnTo>
                  <a:lnTo>
                    <a:pt x="18605" y="105156"/>
                  </a:lnTo>
                  <a:lnTo>
                    <a:pt x="19710" y="105321"/>
                  </a:lnTo>
                  <a:lnTo>
                    <a:pt x="19951" y="105346"/>
                  </a:lnTo>
                  <a:lnTo>
                    <a:pt x="20193" y="105384"/>
                  </a:lnTo>
                  <a:lnTo>
                    <a:pt x="22479" y="105702"/>
                  </a:lnTo>
                  <a:lnTo>
                    <a:pt x="22491" y="102692"/>
                  </a:lnTo>
                  <a:close/>
                </a:path>
                <a:path w="266064" h="540384">
                  <a:moveTo>
                    <a:pt x="23456" y="136232"/>
                  </a:moveTo>
                  <a:lnTo>
                    <a:pt x="21361" y="134378"/>
                  </a:lnTo>
                  <a:lnTo>
                    <a:pt x="20485" y="133616"/>
                  </a:lnTo>
                  <a:lnTo>
                    <a:pt x="19773" y="133070"/>
                  </a:lnTo>
                  <a:lnTo>
                    <a:pt x="16916" y="132410"/>
                  </a:lnTo>
                  <a:lnTo>
                    <a:pt x="15633" y="133337"/>
                  </a:lnTo>
                  <a:lnTo>
                    <a:pt x="14668" y="135661"/>
                  </a:lnTo>
                  <a:lnTo>
                    <a:pt x="14617" y="136283"/>
                  </a:lnTo>
                  <a:lnTo>
                    <a:pt x="14973" y="139852"/>
                  </a:lnTo>
                  <a:lnTo>
                    <a:pt x="17386" y="141846"/>
                  </a:lnTo>
                  <a:lnTo>
                    <a:pt x="22491" y="139700"/>
                  </a:lnTo>
                  <a:lnTo>
                    <a:pt x="23456" y="136232"/>
                  </a:lnTo>
                  <a:close/>
                </a:path>
                <a:path w="266064" h="540384">
                  <a:moveTo>
                    <a:pt x="24066" y="64236"/>
                  </a:moveTo>
                  <a:lnTo>
                    <a:pt x="23469" y="64236"/>
                  </a:lnTo>
                  <a:lnTo>
                    <a:pt x="23469" y="64681"/>
                  </a:lnTo>
                  <a:lnTo>
                    <a:pt x="23761" y="64681"/>
                  </a:lnTo>
                  <a:lnTo>
                    <a:pt x="24066" y="64681"/>
                  </a:lnTo>
                  <a:lnTo>
                    <a:pt x="24066" y="64236"/>
                  </a:lnTo>
                  <a:close/>
                </a:path>
                <a:path w="266064" h="540384">
                  <a:moveTo>
                    <a:pt x="27114" y="42887"/>
                  </a:moveTo>
                  <a:lnTo>
                    <a:pt x="27012" y="41211"/>
                  </a:lnTo>
                  <a:lnTo>
                    <a:pt x="26898" y="40716"/>
                  </a:lnTo>
                  <a:lnTo>
                    <a:pt x="24269" y="37261"/>
                  </a:lnTo>
                  <a:lnTo>
                    <a:pt x="20535" y="40957"/>
                  </a:lnTo>
                  <a:lnTo>
                    <a:pt x="23406" y="43129"/>
                  </a:lnTo>
                  <a:lnTo>
                    <a:pt x="24003" y="43586"/>
                  </a:lnTo>
                  <a:lnTo>
                    <a:pt x="24511" y="43713"/>
                  </a:lnTo>
                  <a:lnTo>
                    <a:pt x="26200" y="43827"/>
                  </a:lnTo>
                  <a:lnTo>
                    <a:pt x="27114" y="42887"/>
                  </a:lnTo>
                  <a:close/>
                </a:path>
                <a:path w="266064" h="540384">
                  <a:moveTo>
                    <a:pt x="27901" y="12700"/>
                  </a:moveTo>
                  <a:lnTo>
                    <a:pt x="25031" y="11518"/>
                  </a:lnTo>
                  <a:lnTo>
                    <a:pt x="23406" y="13119"/>
                  </a:lnTo>
                  <a:lnTo>
                    <a:pt x="22225" y="14287"/>
                  </a:lnTo>
                  <a:lnTo>
                    <a:pt x="22225" y="15671"/>
                  </a:lnTo>
                  <a:lnTo>
                    <a:pt x="25031" y="18453"/>
                  </a:lnTo>
                  <a:lnTo>
                    <a:pt x="27901" y="17272"/>
                  </a:lnTo>
                  <a:lnTo>
                    <a:pt x="27901" y="12700"/>
                  </a:lnTo>
                  <a:close/>
                </a:path>
                <a:path w="266064" h="540384">
                  <a:moveTo>
                    <a:pt x="30048" y="175920"/>
                  </a:moveTo>
                  <a:lnTo>
                    <a:pt x="28511" y="176060"/>
                  </a:lnTo>
                  <a:lnTo>
                    <a:pt x="28308" y="176123"/>
                  </a:lnTo>
                  <a:lnTo>
                    <a:pt x="28105" y="176072"/>
                  </a:lnTo>
                  <a:lnTo>
                    <a:pt x="27927" y="175920"/>
                  </a:lnTo>
                  <a:lnTo>
                    <a:pt x="27343" y="175653"/>
                  </a:lnTo>
                  <a:lnTo>
                    <a:pt x="26352" y="175945"/>
                  </a:lnTo>
                  <a:lnTo>
                    <a:pt x="26593" y="177939"/>
                  </a:lnTo>
                  <a:lnTo>
                    <a:pt x="27292" y="178562"/>
                  </a:lnTo>
                  <a:lnTo>
                    <a:pt x="30035" y="178308"/>
                  </a:lnTo>
                  <a:lnTo>
                    <a:pt x="30048" y="175920"/>
                  </a:lnTo>
                  <a:close/>
                </a:path>
                <a:path w="266064" h="540384">
                  <a:moveTo>
                    <a:pt x="39624" y="183045"/>
                  </a:moveTo>
                  <a:lnTo>
                    <a:pt x="39077" y="183045"/>
                  </a:lnTo>
                  <a:lnTo>
                    <a:pt x="39077" y="183464"/>
                  </a:lnTo>
                  <a:lnTo>
                    <a:pt x="39344" y="183464"/>
                  </a:lnTo>
                  <a:lnTo>
                    <a:pt x="39624" y="183464"/>
                  </a:lnTo>
                  <a:lnTo>
                    <a:pt x="39624" y="183045"/>
                  </a:lnTo>
                  <a:close/>
                </a:path>
                <a:path w="266064" h="540384">
                  <a:moveTo>
                    <a:pt x="40792" y="19088"/>
                  </a:moveTo>
                  <a:lnTo>
                    <a:pt x="39255" y="19316"/>
                  </a:lnTo>
                  <a:lnTo>
                    <a:pt x="39014" y="19342"/>
                  </a:lnTo>
                  <a:lnTo>
                    <a:pt x="38773" y="19380"/>
                  </a:lnTo>
                  <a:lnTo>
                    <a:pt x="37731" y="19532"/>
                  </a:lnTo>
                  <a:lnTo>
                    <a:pt x="37731" y="20929"/>
                  </a:lnTo>
                  <a:lnTo>
                    <a:pt x="38773" y="21069"/>
                  </a:lnTo>
                  <a:lnTo>
                    <a:pt x="39014" y="21107"/>
                  </a:lnTo>
                  <a:lnTo>
                    <a:pt x="40792" y="21348"/>
                  </a:lnTo>
                  <a:lnTo>
                    <a:pt x="40792" y="19088"/>
                  </a:lnTo>
                  <a:close/>
                </a:path>
                <a:path w="266064" h="540384">
                  <a:moveTo>
                    <a:pt x="54279" y="24231"/>
                  </a:moveTo>
                  <a:lnTo>
                    <a:pt x="47231" y="24231"/>
                  </a:lnTo>
                  <a:lnTo>
                    <a:pt x="47231" y="29718"/>
                  </a:lnTo>
                  <a:lnTo>
                    <a:pt x="50761" y="29718"/>
                  </a:lnTo>
                  <a:lnTo>
                    <a:pt x="54279" y="29718"/>
                  </a:lnTo>
                  <a:lnTo>
                    <a:pt x="54279" y="24231"/>
                  </a:lnTo>
                  <a:close/>
                </a:path>
                <a:path w="266064" h="540384">
                  <a:moveTo>
                    <a:pt x="85242" y="28117"/>
                  </a:moveTo>
                  <a:lnTo>
                    <a:pt x="76136" y="24257"/>
                  </a:lnTo>
                  <a:lnTo>
                    <a:pt x="70396" y="33566"/>
                  </a:lnTo>
                  <a:lnTo>
                    <a:pt x="76263" y="38265"/>
                  </a:lnTo>
                  <a:lnTo>
                    <a:pt x="82702" y="38430"/>
                  </a:lnTo>
                  <a:lnTo>
                    <a:pt x="84366" y="36169"/>
                  </a:lnTo>
                  <a:lnTo>
                    <a:pt x="84632" y="33718"/>
                  </a:lnTo>
                  <a:lnTo>
                    <a:pt x="85242" y="28117"/>
                  </a:lnTo>
                  <a:close/>
                </a:path>
                <a:path w="266064" h="540384">
                  <a:moveTo>
                    <a:pt x="90030" y="50736"/>
                  </a:moveTo>
                  <a:lnTo>
                    <a:pt x="89446" y="50736"/>
                  </a:lnTo>
                  <a:lnTo>
                    <a:pt x="89446" y="51193"/>
                  </a:lnTo>
                  <a:lnTo>
                    <a:pt x="89738" y="51193"/>
                  </a:lnTo>
                  <a:lnTo>
                    <a:pt x="90030" y="51193"/>
                  </a:lnTo>
                  <a:lnTo>
                    <a:pt x="90030" y="50736"/>
                  </a:lnTo>
                  <a:close/>
                </a:path>
                <a:path w="266064" h="540384">
                  <a:moveTo>
                    <a:pt x="107035" y="51231"/>
                  </a:moveTo>
                  <a:lnTo>
                    <a:pt x="104355" y="49098"/>
                  </a:lnTo>
                  <a:lnTo>
                    <a:pt x="102387" y="47561"/>
                  </a:lnTo>
                  <a:lnTo>
                    <a:pt x="99517" y="45796"/>
                  </a:lnTo>
                  <a:lnTo>
                    <a:pt x="97320" y="47993"/>
                  </a:lnTo>
                  <a:lnTo>
                    <a:pt x="99085" y="50863"/>
                  </a:lnTo>
                  <a:lnTo>
                    <a:pt x="102743" y="55511"/>
                  </a:lnTo>
                  <a:lnTo>
                    <a:pt x="107035" y="51231"/>
                  </a:lnTo>
                  <a:close/>
                </a:path>
                <a:path w="266064" h="540384">
                  <a:moveTo>
                    <a:pt x="114820" y="53124"/>
                  </a:moveTo>
                  <a:lnTo>
                    <a:pt x="112649" y="53124"/>
                  </a:lnTo>
                  <a:lnTo>
                    <a:pt x="112649" y="54813"/>
                  </a:lnTo>
                  <a:lnTo>
                    <a:pt x="113741" y="54813"/>
                  </a:lnTo>
                  <a:lnTo>
                    <a:pt x="114820" y="54813"/>
                  </a:lnTo>
                  <a:lnTo>
                    <a:pt x="114820" y="53124"/>
                  </a:lnTo>
                  <a:close/>
                </a:path>
                <a:path w="266064" h="540384">
                  <a:moveTo>
                    <a:pt x="125234" y="166687"/>
                  </a:moveTo>
                  <a:lnTo>
                    <a:pt x="125171" y="165582"/>
                  </a:lnTo>
                  <a:lnTo>
                    <a:pt x="122605" y="161023"/>
                  </a:lnTo>
                  <a:lnTo>
                    <a:pt x="117614" y="163931"/>
                  </a:lnTo>
                  <a:lnTo>
                    <a:pt x="119354" y="167017"/>
                  </a:lnTo>
                  <a:lnTo>
                    <a:pt x="119329" y="167398"/>
                  </a:lnTo>
                  <a:lnTo>
                    <a:pt x="119430" y="167779"/>
                  </a:lnTo>
                  <a:lnTo>
                    <a:pt x="119494" y="168275"/>
                  </a:lnTo>
                  <a:lnTo>
                    <a:pt x="119684" y="168694"/>
                  </a:lnTo>
                  <a:lnTo>
                    <a:pt x="120281" y="169799"/>
                  </a:lnTo>
                  <a:lnTo>
                    <a:pt x="121196" y="170421"/>
                  </a:lnTo>
                  <a:lnTo>
                    <a:pt x="123380" y="170129"/>
                  </a:lnTo>
                  <a:lnTo>
                    <a:pt x="124853" y="169494"/>
                  </a:lnTo>
                  <a:lnTo>
                    <a:pt x="125234" y="166687"/>
                  </a:lnTo>
                  <a:close/>
                </a:path>
                <a:path w="266064" h="540384">
                  <a:moveTo>
                    <a:pt x="132016" y="117462"/>
                  </a:moveTo>
                  <a:lnTo>
                    <a:pt x="131432" y="117462"/>
                  </a:lnTo>
                  <a:lnTo>
                    <a:pt x="131432" y="117919"/>
                  </a:lnTo>
                  <a:lnTo>
                    <a:pt x="131724" y="117919"/>
                  </a:lnTo>
                  <a:lnTo>
                    <a:pt x="132016" y="117919"/>
                  </a:lnTo>
                  <a:lnTo>
                    <a:pt x="132016" y="117462"/>
                  </a:lnTo>
                  <a:close/>
                </a:path>
                <a:path w="266064" h="540384">
                  <a:moveTo>
                    <a:pt x="140296" y="229285"/>
                  </a:moveTo>
                  <a:lnTo>
                    <a:pt x="139585" y="228142"/>
                  </a:lnTo>
                  <a:lnTo>
                    <a:pt x="137858" y="226885"/>
                  </a:lnTo>
                  <a:lnTo>
                    <a:pt x="137083" y="226949"/>
                  </a:lnTo>
                  <a:lnTo>
                    <a:pt x="135699" y="227164"/>
                  </a:lnTo>
                  <a:lnTo>
                    <a:pt x="134874" y="226936"/>
                  </a:lnTo>
                  <a:lnTo>
                    <a:pt x="134874" y="229298"/>
                  </a:lnTo>
                  <a:lnTo>
                    <a:pt x="134861" y="229920"/>
                  </a:lnTo>
                  <a:lnTo>
                    <a:pt x="134797" y="229768"/>
                  </a:lnTo>
                  <a:lnTo>
                    <a:pt x="134747" y="229641"/>
                  </a:lnTo>
                  <a:lnTo>
                    <a:pt x="134696" y="229768"/>
                  </a:lnTo>
                  <a:lnTo>
                    <a:pt x="134658" y="229438"/>
                  </a:lnTo>
                  <a:lnTo>
                    <a:pt x="134747" y="229641"/>
                  </a:lnTo>
                  <a:lnTo>
                    <a:pt x="134823" y="229438"/>
                  </a:lnTo>
                  <a:lnTo>
                    <a:pt x="134874" y="229298"/>
                  </a:lnTo>
                  <a:lnTo>
                    <a:pt x="134874" y="226936"/>
                  </a:lnTo>
                  <a:lnTo>
                    <a:pt x="134734" y="226885"/>
                  </a:lnTo>
                  <a:lnTo>
                    <a:pt x="132791" y="230085"/>
                  </a:lnTo>
                  <a:lnTo>
                    <a:pt x="135407" y="232511"/>
                  </a:lnTo>
                  <a:lnTo>
                    <a:pt x="136118" y="232854"/>
                  </a:lnTo>
                  <a:lnTo>
                    <a:pt x="138430" y="232752"/>
                  </a:lnTo>
                  <a:lnTo>
                    <a:pt x="139344" y="231990"/>
                  </a:lnTo>
                  <a:lnTo>
                    <a:pt x="139636" y="231190"/>
                  </a:lnTo>
                  <a:lnTo>
                    <a:pt x="140296" y="229285"/>
                  </a:lnTo>
                  <a:close/>
                </a:path>
                <a:path w="266064" h="540384">
                  <a:moveTo>
                    <a:pt x="141503" y="133324"/>
                  </a:moveTo>
                  <a:lnTo>
                    <a:pt x="140754" y="130771"/>
                  </a:lnTo>
                  <a:lnTo>
                    <a:pt x="140690" y="130530"/>
                  </a:lnTo>
                  <a:lnTo>
                    <a:pt x="140614" y="130302"/>
                  </a:lnTo>
                  <a:lnTo>
                    <a:pt x="140169" y="128765"/>
                  </a:lnTo>
                  <a:lnTo>
                    <a:pt x="138290" y="128765"/>
                  </a:lnTo>
                  <a:lnTo>
                    <a:pt x="137845" y="130302"/>
                  </a:lnTo>
                  <a:lnTo>
                    <a:pt x="137769" y="130530"/>
                  </a:lnTo>
                  <a:lnTo>
                    <a:pt x="136956" y="133311"/>
                  </a:lnTo>
                  <a:lnTo>
                    <a:pt x="141503" y="133324"/>
                  </a:lnTo>
                  <a:close/>
                </a:path>
                <a:path w="266064" h="540384">
                  <a:moveTo>
                    <a:pt x="141795" y="79273"/>
                  </a:moveTo>
                  <a:lnTo>
                    <a:pt x="140576" y="75666"/>
                  </a:lnTo>
                  <a:lnTo>
                    <a:pt x="140106" y="74295"/>
                  </a:lnTo>
                  <a:lnTo>
                    <a:pt x="139573" y="73634"/>
                  </a:lnTo>
                  <a:lnTo>
                    <a:pt x="137312" y="71755"/>
                  </a:lnTo>
                  <a:lnTo>
                    <a:pt x="135343" y="71983"/>
                  </a:lnTo>
                  <a:lnTo>
                    <a:pt x="134620" y="74993"/>
                  </a:lnTo>
                  <a:lnTo>
                    <a:pt x="134442" y="75907"/>
                  </a:lnTo>
                  <a:lnTo>
                    <a:pt x="136055" y="80848"/>
                  </a:lnTo>
                  <a:lnTo>
                    <a:pt x="141795" y="79273"/>
                  </a:lnTo>
                  <a:close/>
                </a:path>
                <a:path w="266064" h="540384">
                  <a:moveTo>
                    <a:pt x="142836" y="334911"/>
                  </a:moveTo>
                  <a:lnTo>
                    <a:pt x="142328" y="334149"/>
                  </a:lnTo>
                  <a:lnTo>
                    <a:pt x="140360" y="330479"/>
                  </a:lnTo>
                  <a:lnTo>
                    <a:pt x="136436" y="333146"/>
                  </a:lnTo>
                  <a:lnTo>
                    <a:pt x="138430" y="335610"/>
                  </a:lnTo>
                  <a:lnTo>
                    <a:pt x="139230" y="336600"/>
                  </a:lnTo>
                  <a:lnTo>
                    <a:pt x="139700" y="337108"/>
                  </a:lnTo>
                  <a:lnTo>
                    <a:pt x="141668" y="337273"/>
                  </a:lnTo>
                  <a:lnTo>
                    <a:pt x="142240" y="336727"/>
                  </a:lnTo>
                  <a:lnTo>
                    <a:pt x="142836" y="334911"/>
                  </a:lnTo>
                  <a:close/>
                </a:path>
                <a:path w="266064" h="540384">
                  <a:moveTo>
                    <a:pt x="143675" y="117995"/>
                  </a:moveTo>
                  <a:lnTo>
                    <a:pt x="133908" y="117995"/>
                  </a:lnTo>
                  <a:lnTo>
                    <a:pt x="133896" y="125590"/>
                  </a:lnTo>
                  <a:lnTo>
                    <a:pt x="138785" y="125590"/>
                  </a:lnTo>
                  <a:lnTo>
                    <a:pt x="143662" y="125590"/>
                  </a:lnTo>
                  <a:lnTo>
                    <a:pt x="143675" y="117995"/>
                  </a:lnTo>
                  <a:close/>
                </a:path>
                <a:path w="266064" h="540384">
                  <a:moveTo>
                    <a:pt x="144830" y="167259"/>
                  </a:moveTo>
                  <a:lnTo>
                    <a:pt x="144780" y="164731"/>
                  </a:lnTo>
                  <a:lnTo>
                    <a:pt x="144614" y="164198"/>
                  </a:lnTo>
                  <a:lnTo>
                    <a:pt x="143027" y="161036"/>
                  </a:lnTo>
                  <a:lnTo>
                    <a:pt x="139636" y="163029"/>
                  </a:lnTo>
                  <a:lnTo>
                    <a:pt x="140766" y="165290"/>
                  </a:lnTo>
                  <a:lnTo>
                    <a:pt x="141173" y="166103"/>
                  </a:lnTo>
                  <a:lnTo>
                    <a:pt x="141312" y="166319"/>
                  </a:lnTo>
                  <a:lnTo>
                    <a:pt x="143078" y="167678"/>
                  </a:lnTo>
                  <a:lnTo>
                    <a:pt x="144830" y="167259"/>
                  </a:lnTo>
                  <a:close/>
                </a:path>
                <a:path w="266064" h="540384">
                  <a:moveTo>
                    <a:pt x="149606" y="269760"/>
                  </a:moveTo>
                  <a:lnTo>
                    <a:pt x="148158" y="269760"/>
                  </a:lnTo>
                  <a:lnTo>
                    <a:pt x="148158" y="270878"/>
                  </a:lnTo>
                  <a:lnTo>
                    <a:pt x="148882" y="270878"/>
                  </a:lnTo>
                  <a:lnTo>
                    <a:pt x="149606" y="270878"/>
                  </a:lnTo>
                  <a:lnTo>
                    <a:pt x="149606" y="269760"/>
                  </a:lnTo>
                  <a:close/>
                </a:path>
                <a:path w="266064" h="540384">
                  <a:moveTo>
                    <a:pt x="150495" y="203758"/>
                  </a:moveTo>
                  <a:lnTo>
                    <a:pt x="150482" y="203263"/>
                  </a:lnTo>
                  <a:lnTo>
                    <a:pt x="150444" y="201841"/>
                  </a:lnTo>
                  <a:lnTo>
                    <a:pt x="149847" y="201117"/>
                  </a:lnTo>
                  <a:lnTo>
                    <a:pt x="146126" y="199859"/>
                  </a:lnTo>
                  <a:lnTo>
                    <a:pt x="145148" y="204393"/>
                  </a:lnTo>
                  <a:lnTo>
                    <a:pt x="146697" y="204584"/>
                  </a:lnTo>
                  <a:lnTo>
                    <a:pt x="148082" y="205816"/>
                  </a:lnTo>
                  <a:lnTo>
                    <a:pt x="149440" y="204787"/>
                  </a:lnTo>
                  <a:lnTo>
                    <a:pt x="150063" y="204304"/>
                  </a:lnTo>
                  <a:lnTo>
                    <a:pt x="150495" y="203758"/>
                  </a:lnTo>
                  <a:close/>
                </a:path>
                <a:path w="266064" h="540384">
                  <a:moveTo>
                    <a:pt x="154393" y="285534"/>
                  </a:moveTo>
                  <a:lnTo>
                    <a:pt x="149745" y="284568"/>
                  </a:lnTo>
                  <a:lnTo>
                    <a:pt x="148678" y="284340"/>
                  </a:lnTo>
                  <a:lnTo>
                    <a:pt x="147904" y="284251"/>
                  </a:lnTo>
                  <a:lnTo>
                    <a:pt x="145719" y="284949"/>
                  </a:lnTo>
                  <a:lnTo>
                    <a:pt x="144818" y="286207"/>
                  </a:lnTo>
                  <a:lnTo>
                    <a:pt x="145567" y="288429"/>
                  </a:lnTo>
                  <a:lnTo>
                    <a:pt x="145935" y="289039"/>
                  </a:lnTo>
                  <a:lnTo>
                    <a:pt x="150812" y="293357"/>
                  </a:lnTo>
                  <a:lnTo>
                    <a:pt x="154393" y="285534"/>
                  </a:lnTo>
                  <a:close/>
                </a:path>
                <a:path w="266064" h="540384">
                  <a:moveTo>
                    <a:pt x="158165" y="108661"/>
                  </a:moveTo>
                  <a:lnTo>
                    <a:pt x="154038" y="108661"/>
                  </a:lnTo>
                  <a:lnTo>
                    <a:pt x="155092" y="110832"/>
                  </a:lnTo>
                  <a:lnTo>
                    <a:pt x="155181" y="111023"/>
                  </a:lnTo>
                  <a:lnTo>
                    <a:pt x="155270" y="111213"/>
                  </a:lnTo>
                  <a:lnTo>
                    <a:pt x="155638" y="111950"/>
                  </a:lnTo>
                  <a:lnTo>
                    <a:pt x="156552" y="111950"/>
                  </a:lnTo>
                  <a:lnTo>
                    <a:pt x="157010" y="111023"/>
                  </a:lnTo>
                  <a:lnTo>
                    <a:pt x="157086" y="110832"/>
                  </a:lnTo>
                  <a:lnTo>
                    <a:pt x="158165" y="108661"/>
                  </a:lnTo>
                  <a:close/>
                </a:path>
                <a:path w="266064" h="540384">
                  <a:moveTo>
                    <a:pt x="158445" y="121716"/>
                  </a:moveTo>
                  <a:lnTo>
                    <a:pt x="150850" y="121716"/>
                  </a:lnTo>
                  <a:lnTo>
                    <a:pt x="150850" y="127622"/>
                  </a:lnTo>
                  <a:lnTo>
                    <a:pt x="154647" y="127622"/>
                  </a:lnTo>
                  <a:lnTo>
                    <a:pt x="158445" y="127622"/>
                  </a:lnTo>
                  <a:lnTo>
                    <a:pt x="158445" y="121716"/>
                  </a:lnTo>
                  <a:close/>
                </a:path>
                <a:path w="266064" h="540384">
                  <a:moveTo>
                    <a:pt x="160794" y="335394"/>
                  </a:moveTo>
                  <a:lnTo>
                    <a:pt x="159029" y="333527"/>
                  </a:lnTo>
                  <a:lnTo>
                    <a:pt x="157086" y="333971"/>
                  </a:lnTo>
                  <a:lnTo>
                    <a:pt x="155041" y="334429"/>
                  </a:lnTo>
                  <a:lnTo>
                    <a:pt x="154787" y="335711"/>
                  </a:lnTo>
                  <a:lnTo>
                    <a:pt x="155206" y="336638"/>
                  </a:lnTo>
                  <a:lnTo>
                    <a:pt x="156451" y="339483"/>
                  </a:lnTo>
                  <a:lnTo>
                    <a:pt x="159296" y="338937"/>
                  </a:lnTo>
                  <a:lnTo>
                    <a:pt x="160794" y="335394"/>
                  </a:lnTo>
                  <a:close/>
                </a:path>
                <a:path w="266064" h="540384">
                  <a:moveTo>
                    <a:pt x="166700" y="149440"/>
                  </a:moveTo>
                  <a:lnTo>
                    <a:pt x="165531" y="145681"/>
                  </a:lnTo>
                  <a:lnTo>
                    <a:pt x="165328" y="145008"/>
                  </a:lnTo>
                  <a:lnTo>
                    <a:pt x="165176" y="144589"/>
                  </a:lnTo>
                  <a:lnTo>
                    <a:pt x="163995" y="142938"/>
                  </a:lnTo>
                  <a:lnTo>
                    <a:pt x="162610" y="142938"/>
                  </a:lnTo>
                  <a:lnTo>
                    <a:pt x="161429" y="144589"/>
                  </a:lnTo>
                  <a:lnTo>
                    <a:pt x="161277" y="145008"/>
                  </a:lnTo>
                  <a:lnTo>
                    <a:pt x="159918" y="149415"/>
                  </a:lnTo>
                  <a:lnTo>
                    <a:pt x="166700" y="149440"/>
                  </a:lnTo>
                  <a:close/>
                </a:path>
                <a:path w="266064" h="540384">
                  <a:moveTo>
                    <a:pt x="168186" y="233553"/>
                  </a:moveTo>
                  <a:lnTo>
                    <a:pt x="167182" y="233248"/>
                  </a:lnTo>
                  <a:lnTo>
                    <a:pt x="166966" y="233184"/>
                  </a:lnTo>
                  <a:lnTo>
                    <a:pt x="166738" y="233108"/>
                  </a:lnTo>
                  <a:lnTo>
                    <a:pt x="164490" y="232422"/>
                  </a:lnTo>
                  <a:lnTo>
                    <a:pt x="164477" y="236105"/>
                  </a:lnTo>
                  <a:lnTo>
                    <a:pt x="166522" y="235483"/>
                  </a:lnTo>
                  <a:lnTo>
                    <a:pt x="166738" y="235419"/>
                  </a:lnTo>
                  <a:lnTo>
                    <a:pt x="166966" y="235343"/>
                  </a:lnTo>
                  <a:lnTo>
                    <a:pt x="167182" y="235280"/>
                  </a:lnTo>
                  <a:lnTo>
                    <a:pt x="168186" y="234975"/>
                  </a:lnTo>
                  <a:lnTo>
                    <a:pt x="168186" y="233553"/>
                  </a:lnTo>
                  <a:close/>
                </a:path>
                <a:path w="266064" h="540384">
                  <a:moveTo>
                    <a:pt x="168643" y="275856"/>
                  </a:moveTo>
                  <a:lnTo>
                    <a:pt x="168059" y="275856"/>
                  </a:lnTo>
                  <a:lnTo>
                    <a:pt x="168059" y="276301"/>
                  </a:lnTo>
                  <a:lnTo>
                    <a:pt x="168351" y="276301"/>
                  </a:lnTo>
                  <a:lnTo>
                    <a:pt x="168643" y="276301"/>
                  </a:lnTo>
                  <a:lnTo>
                    <a:pt x="168643" y="275856"/>
                  </a:lnTo>
                  <a:close/>
                </a:path>
                <a:path w="266064" h="540384">
                  <a:moveTo>
                    <a:pt x="171475" y="191668"/>
                  </a:moveTo>
                  <a:lnTo>
                    <a:pt x="168084" y="187833"/>
                  </a:lnTo>
                  <a:lnTo>
                    <a:pt x="165214" y="190665"/>
                  </a:lnTo>
                  <a:lnTo>
                    <a:pt x="167005" y="192341"/>
                  </a:lnTo>
                  <a:lnTo>
                    <a:pt x="166954" y="192519"/>
                  </a:lnTo>
                  <a:lnTo>
                    <a:pt x="165722" y="193408"/>
                  </a:lnTo>
                  <a:lnTo>
                    <a:pt x="166077" y="195287"/>
                  </a:lnTo>
                  <a:lnTo>
                    <a:pt x="170738" y="195414"/>
                  </a:lnTo>
                  <a:lnTo>
                    <a:pt x="171475" y="191668"/>
                  </a:lnTo>
                  <a:close/>
                </a:path>
                <a:path w="266064" h="540384">
                  <a:moveTo>
                    <a:pt x="171526" y="100660"/>
                  </a:moveTo>
                  <a:lnTo>
                    <a:pt x="170942" y="100660"/>
                  </a:lnTo>
                  <a:lnTo>
                    <a:pt x="170942" y="101104"/>
                  </a:lnTo>
                  <a:lnTo>
                    <a:pt x="171234" y="101104"/>
                  </a:lnTo>
                  <a:lnTo>
                    <a:pt x="171526" y="101104"/>
                  </a:lnTo>
                  <a:lnTo>
                    <a:pt x="171526" y="100660"/>
                  </a:lnTo>
                  <a:close/>
                </a:path>
                <a:path w="266064" h="540384">
                  <a:moveTo>
                    <a:pt x="171983" y="264591"/>
                  </a:moveTo>
                  <a:lnTo>
                    <a:pt x="171792" y="264147"/>
                  </a:lnTo>
                  <a:lnTo>
                    <a:pt x="171145" y="262572"/>
                  </a:lnTo>
                  <a:lnTo>
                    <a:pt x="169252" y="263512"/>
                  </a:lnTo>
                  <a:lnTo>
                    <a:pt x="169176" y="263944"/>
                  </a:lnTo>
                  <a:lnTo>
                    <a:pt x="168135" y="264922"/>
                  </a:lnTo>
                  <a:lnTo>
                    <a:pt x="168465" y="266255"/>
                  </a:lnTo>
                  <a:lnTo>
                    <a:pt x="170307" y="266687"/>
                  </a:lnTo>
                  <a:lnTo>
                    <a:pt x="171094" y="266458"/>
                  </a:lnTo>
                  <a:lnTo>
                    <a:pt x="171983" y="264591"/>
                  </a:lnTo>
                  <a:close/>
                </a:path>
                <a:path w="266064" h="540384">
                  <a:moveTo>
                    <a:pt x="174371" y="283286"/>
                  </a:moveTo>
                  <a:lnTo>
                    <a:pt x="171602" y="280758"/>
                  </a:lnTo>
                  <a:lnTo>
                    <a:pt x="170738" y="279946"/>
                  </a:lnTo>
                  <a:lnTo>
                    <a:pt x="169989" y="279565"/>
                  </a:lnTo>
                  <a:lnTo>
                    <a:pt x="167754" y="279196"/>
                  </a:lnTo>
                  <a:lnTo>
                    <a:pt x="166420" y="279844"/>
                  </a:lnTo>
                  <a:lnTo>
                    <a:pt x="166585" y="282244"/>
                  </a:lnTo>
                  <a:lnTo>
                    <a:pt x="166725" y="283095"/>
                  </a:lnTo>
                  <a:lnTo>
                    <a:pt x="169824" y="287147"/>
                  </a:lnTo>
                  <a:lnTo>
                    <a:pt x="174371" y="283286"/>
                  </a:lnTo>
                  <a:close/>
                </a:path>
                <a:path w="266064" h="540384">
                  <a:moveTo>
                    <a:pt x="179273" y="109372"/>
                  </a:moveTo>
                  <a:lnTo>
                    <a:pt x="178828" y="109372"/>
                  </a:lnTo>
                  <a:lnTo>
                    <a:pt x="179070" y="108496"/>
                  </a:lnTo>
                  <a:lnTo>
                    <a:pt x="176377" y="104444"/>
                  </a:lnTo>
                  <a:lnTo>
                    <a:pt x="163410" y="110388"/>
                  </a:lnTo>
                  <a:lnTo>
                    <a:pt x="167170" y="113766"/>
                  </a:lnTo>
                  <a:lnTo>
                    <a:pt x="168363" y="114579"/>
                  </a:lnTo>
                  <a:lnTo>
                    <a:pt x="173037" y="116903"/>
                  </a:lnTo>
                  <a:lnTo>
                    <a:pt x="177126" y="115582"/>
                  </a:lnTo>
                  <a:lnTo>
                    <a:pt x="177558" y="114007"/>
                  </a:lnTo>
                  <a:lnTo>
                    <a:pt x="179260" y="114007"/>
                  </a:lnTo>
                  <a:lnTo>
                    <a:pt x="179273" y="109372"/>
                  </a:lnTo>
                  <a:close/>
                </a:path>
                <a:path w="266064" h="540384">
                  <a:moveTo>
                    <a:pt x="188099" y="129209"/>
                  </a:moveTo>
                  <a:lnTo>
                    <a:pt x="184048" y="127685"/>
                  </a:lnTo>
                  <a:lnTo>
                    <a:pt x="182067" y="126936"/>
                  </a:lnTo>
                  <a:lnTo>
                    <a:pt x="180708" y="128295"/>
                  </a:lnTo>
                  <a:lnTo>
                    <a:pt x="182981" y="134340"/>
                  </a:lnTo>
                  <a:lnTo>
                    <a:pt x="188099" y="129209"/>
                  </a:lnTo>
                  <a:close/>
                </a:path>
                <a:path w="266064" h="540384">
                  <a:moveTo>
                    <a:pt x="189877" y="211975"/>
                  </a:moveTo>
                  <a:lnTo>
                    <a:pt x="187756" y="209842"/>
                  </a:lnTo>
                  <a:lnTo>
                    <a:pt x="186905" y="211378"/>
                  </a:lnTo>
                  <a:lnTo>
                    <a:pt x="186588" y="211963"/>
                  </a:lnTo>
                  <a:lnTo>
                    <a:pt x="186423" y="212242"/>
                  </a:lnTo>
                  <a:lnTo>
                    <a:pt x="186042" y="212915"/>
                  </a:lnTo>
                  <a:lnTo>
                    <a:pt x="186804" y="213677"/>
                  </a:lnTo>
                  <a:lnTo>
                    <a:pt x="188353" y="212826"/>
                  </a:lnTo>
                  <a:lnTo>
                    <a:pt x="189877" y="211975"/>
                  </a:lnTo>
                  <a:close/>
                </a:path>
                <a:path w="266064" h="540384">
                  <a:moveTo>
                    <a:pt x="192760" y="235318"/>
                  </a:moveTo>
                  <a:lnTo>
                    <a:pt x="192481" y="234657"/>
                  </a:lnTo>
                  <a:lnTo>
                    <a:pt x="191198" y="231254"/>
                  </a:lnTo>
                  <a:lnTo>
                    <a:pt x="187426" y="232181"/>
                  </a:lnTo>
                  <a:lnTo>
                    <a:pt x="188175" y="234746"/>
                  </a:lnTo>
                  <a:lnTo>
                    <a:pt x="188531" y="235940"/>
                  </a:lnTo>
                  <a:lnTo>
                    <a:pt x="188747" y="236728"/>
                  </a:lnTo>
                  <a:lnTo>
                    <a:pt x="190804" y="238798"/>
                  </a:lnTo>
                  <a:lnTo>
                    <a:pt x="192443" y="237794"/>
                  </a:lnTo>
                  <a:lnTo>
                    <a:pt x="192760" y="235318"/>
                  </a:lnTo>
                  <a:close/>
                </a:path>
                <a:path w="266064" h="540384">
                  <a:moveTo>
                    <a:pt x="194132" y="184010"/>
                  </a:moveTo>
                  <a:lnTo>
                    <a:pt x="193116" y="181787"/>
                  </a:lnTo>
                  <a:lnTo>
                    <a:pt x="190169" y="181787"/>
                  </a:lnTo>
                  <a:lnTo>
                    <a:pt x="192036" y="180454"/>
                  </a:lnTo>
                  <a:lnTo>
                    <a:pt x="192036" y="178485"/>
                  </a:lnTo>
                  <a:lnTo>
                    <a:pt x="188175" y="175717"/>
                  </a:lnTo>
                  <a:lnTo>
                    <a:pt x="185686" y="177469"/>
                  </a:lnTo>
                  <a:lnTo>
                    <a:pt x="185686" y="181470"/>
                  </a:lnTo>
                  <a:lnTo>
                    <a:pt x="188175" y="183222"/>
                  </a:lnTo>
                  <a:lnTo>
                    <a:pt x="189522" y="182257"/>
                  </a:lnTo>
                  <a:lnTo>
                    <a:pt x="188722" y="184010"/>
                  </a:lnTo>
                  <a:lnTo>
                    <a:pt x="190004" y="185216"/>
                  </a:lnTo>
                  <a:lnTo>
                    <a:pt x="190982" y="186118"/>
                  </a:lnTo>
                  <a:lnTo>
                    <a:pt x="191871" y="186118"/>
                  </a:lnTo>
                  <a:lnTo>
                    <a:pt x="194132" y="184010"/>
                  </a:lnTo>
                  <a:close/>
                </a:path>
                <a:path w="266064" h="540384">
                  <a:moveTo>
                    <a:pt x="195313" y="143687"/>
                  </a:moveTo>
                  <a:lnTo>
                    <a:pt x="190423" y="143687"/>
                  </a:lnTo>
                  <a:lnTo>
                    <a:pt x="190411" y="147485"/>
                  </a:lnTo>
                  <a:lnTo>
                    <a:pt x="192862" y="147485"/>
                  </a:lnTo>
                  <a:lnTo>
                    <a:pt x="195300" y="147485"/>
                  </a:lnTo>
                  <a:lnTo>
                    <a:pt x="195313" y="143687"/>
                  </a:lnTo>
                  <a:close/>
                </a:path>
                <a:path w="266064" h="540384">
                  <a:moveTo>
                    <a:pt x="197116" y="311391"/>
                  </a:moveTo>
                  <a:lnTo>
                    <a:pt x="191503" y="311391"/>
                  </a:lnTo>
                  <a:lnTo>
                    <a:pt x="191503" y="315747"/>
                  </a:lnTo>
                  <a:lnTo>
                    <a:pt x="194310" y="315747"/>
                  </a:lnTo>
                  <a:lnTo>
                    <a:pt x="197116" y="315747"/>
                  </a:lnTo>
                  <a:lnTo>
                    <a:pt x="197116" y="311391"/>
                  </a:lnTo>
                  <a:close/>
                </a:path>
                <a:path w="266064" h="540384">
                  <a:moveTo>
                    <a:pt x="199732" y="135597"/>
                  </a:moveTo>
                  <a:lnTo>
                    <a:pt x="195237" y="132664"/>
                  </a:lnTo>
                  <a:lnTo>
                    <a:pt x="190563" y="129616"/>
                  </a:lnTo>
                  <a:lnTo>
                    <a:pt x="187718" y="132461"/>
                  </a:lnTo>
                  <a:lnTo>
                    <a:pt x="193675" y="141605"/>
                  </a:lnTo>
                  <a:lnTo>
                    <a:pt x="199732" y="135597"/>
                  </a:lnTo>
                  <a:close/>
                </a:path>
                <a:path w="266064" h="540384">
                  <a:moveTo>
                    <a:pt x="203073" y="355231"/>
                  </a:moveTo>
                  <a:lnTo>
                    <a:pt x="197091" y="355231"/>
                  </a:lnTo>
                  <a:lnTo>
                    <a:pt x="197078" y="359867"/>
                  </a:lnTo>
                  <a:lnTo>
                    <a:pt x="200075" y="359867"/>
                  </a:lnTo>
                  <a:lnTo>
                    <a:pt x="203060" y="359867"/>
                  </a:lnTo>
                  <a:lnTo>
                    <a:pt x="203073" y="355231"/>
                  </a:lnTo>
                  <a:close/>
                </a:path>
                <a:path w="266064" h="540384">
                  <a:moveTo>
                    <a:pt x="204368" y="268363"/>
                  </a:moveTo>
                  <a:lnTo>
                    <a:pt x="201307" y="265277"/>
                  </a:lnTo>
                  <a:lnTo>
                    <a:pt x="200304" y="267436"/>
                  </a:lnTo>
                  <a:lnTo>
                    <a:pt x="200164" y="267741"/>
                  </a:lnTo>
                  <a:lnTo>
                    <a:pt x="200012" y="268033"/>
                  </a:lnTo>
                  <a:lnTo>
                    <a:pt x="199428" y="269316"/>
                  </a:lnTo>
                  <a:lnTo>
                    <a:pt x="200342" y="270230"/>
                  </a:lnTo>
                  <a:lnTo>
                    <a:pt x="201333" y="269786"/>
                  </a:lnTo>
                  <a:lnTo>
                    <a:pt x="201625" y="269633"/>
                  </a:lnTo>
                  <a:lnTo>
                    <a:pt x="202222" y="269367"/>
                  </a:lnTo>
                  <a:lnTo>
                    <a:pt x="204368" y="268363"/>
                  </a:lnTo>
                  <a:close/>
                </a:path>
                <a:path w="266064" h="540384">
                  <a:moveTo>
                    <a:pt x="205384" y="294182"/>
                  </a:moveTo>
                  <a:lnTo>
                    <a:pt x="205270" y="291211"/>
                  </a:lnTo>
                  <a:lnTo>
                    <a:pt x="205219" y="289699"/>
                  </a:lnTo>
                  <a:lnTo>
                    <a:pt x="202184" y="288658"/>
                  </a:lnTo>
                  <a:lnTo>
                    <a:pt x="201701" y="287997"/>
                  </a:lnTo>
                  <a:lnTo>
                    <a:pt x="201371" y="288201"/>
                  </a:lnTo>
                  <a:lnTo>
                    <a:pt x="201371" y="291134"/>
                  </a:lnTo>
                  <a:lnTo>
                    <a:pt x="201079" y="290918"/>
                  </a:lnTo>
                  <a:lnTo>
                    <a:pt x="201371" y="291134"/>
                  </a:lnTo>
                  <a:lnTo>
                    <a:pt x="201371" y="288201"/>
                  </a:lnTo>
                  <a:lnTo>
                    <a:pt x="201180" y="288315"/>
                  </a:lnTo>
                  <a:lnTo>
                    <a:pt x="200952" y="288239"/>
                  </a:lnTo>
                  <a:lnTo>
                    <a:pt x="200875" y="288493"/>
                  </a:lnTo>
                  <a:lnTo>
                    <a:pt x="197446" y="290537"/>
                  </a:lnTo>
                  <a:lnTo>
                    <a:pt x="198856" y="295630"/>
                  </a:lnTo>
                  <a:lnTo>
                    <a:pt x="201980" y="294944"/>
                  </a:lnTo>
                  <a:lnTo>
                    <a:pt x="202222" y="295376"/>
                  </a:lnTo>
                  <a:lnTo>
                    <a:pt x="202793" y="295021"/>
                  </a:lnTo>
                  <a:lnTo>
                    <a:pt x="202679" y="294792"/>
                  </a:lnTo>
                  <a:lnTo>
                    <a:pt x="205384" y="294182"/>
                  </a:lnTo>
                  <a:close/>
                </a:path>
                <a:path w="266064" h="540384">
                  <a:moveTo>
                    <a:pt x="206349" y="328206"/>
                  </a:moveTo>
                  <a:lnTo>
                    <a:pt x="205232" y="326453"/>
                  </a:lnTo>
                  <a:lnTo>
                    <a:pt x="205041" y="325856"/>
                  </a:lnTo>
                  <a:lnTo>
                    <a:pt x="203758" y="325843"/>
                  </a:lnTo>
                  <a:lnTo>
                    <a:pt x="203415" y="325831"/>
                  </a:lnTo>
                  <a:lnTo>
                    <a:pt x="203136" y="326136"/>
                  </a:lnTo>
                  <a:lnTo>
                    <a:pt x="203123" y="326466"/>
                  </a:lnTo>
                  <a:lnTo>
                    <a:pt x="203098" y="327748"/>
                  </a:lnTo>
                  <a:lnTo>
                    <a:pt x="203733" y="327964"/>
                  </a:lnTo>
                  <a:lnTo>
                    <a:pt x="205447" y="329145"/>
                  </a:lnTo>
                  <a:lnTo>
                    <a:pt x="206349" y="328206"/>
                  </a:lnTo>
                  <a:close/>
                </a:path>
                <a:path w="266064" h="540384">
                  <a:moveTo>
                    <a:pt x="211175" y="121183"/>
                  </a:moveTo>
                  <a:lnTo>
                    <a:pt x="209715" y="117309"/>
                  </a:lnTo>
                  <a:lnTo>
                    <a:pt x="207670" y="116535"/>
                  </a:lnTo>
                  <a:lnTo>
                    <a:pt x="204914" y="119291"/>
                  </a:lnTo>
                  <a:lnTo>
                    <a:pt x="205689" y="121335"/>
                  </a:lnTo>
                  <a:lnTo>
                    <a:pt x="207365" y="121958"/>
                  </a:lnTo>
                  <a:lnTo>
                    <a:pt x="209562" y="122796"/>
                  </a:lnTo>
                  <a:lnTo>
                    <a:pt x="211175" y="121183"/>
                  </a:lnTo>
                  <a:close/>
                </a:path>
                <a:path w="266064" h="540384">
                  <a:moveTo>
                    <a:pt x="213258" y="166801"/>
                  </a:moveTo>
                  <a:lnTo>
                    <a:pt x="213182" y="165125"/>
                  </a:lnTo>
                  <a:lnTo>
                    <a:pt x="210781" y="160972"/>
                  </a:lnTo>
                  <a:lnTo>
                    <a:pt x="209016" y="160134"/>
                  </a:lnTo>
                  <a:lnTo>
                    <a:pt x="203695" y="159448"/>
                  </a:lnTo>
                  <a:lnTo>
                    <a:pt x="202501" y="163449"/>
                  </a:lnTo>
                  <a:lnTo>
                    <a:pt x="205181" y="166090"/>
                  </a:lnTo>
                  <a:lnTo>
                    <a:pt x="207987" y="168363"/>
                  </a:lnTo>
                  <a:lnTo>
                    <a:pt x="208699" y="168783"/>
                  </a:lnTo>
                  <a:lnTo>
                    <a:pt x="210591" y="169697"/>
                  </a:lnTo>
                  <a:lnTo>
                    <a:pt x="211531" y="169506"/>
                  </a:lnTo>
                  <a:lnTo>
                    <a:pt x="212051" y="168681"/>
                  </a:lnTo>
                  <a:lnTo>
                    <a:pt x="213258" y="166801"/>
                  </a:lnTo>
                  <a:close/>
                </a:path>
                <a:path w="266064" h="540384">
                  <a:moveTo>
                    <a:pt x="213893" y="345084"/>
                  </a:moveTo>
                  <a:lnTo>
                    <a:pt x="213537" y="343319"/>
                  </a:lnTo>
                  <a:lnTo>
                    <a:pt x="213029" y="340880"/>
                  </a:lnTo>
                  <a:lnTo>
                    <a:pt x="210197" y="339229"/>
                  </a:lnTo>
                  <a:lnTo>
                    <a:pt x="207530" y="341909"/>
                  </a:lnTo>
                  <a:lnTo>
                    <a:pt x="207543" y="343027"/>
                  </a:lnTo>
                  <a:lnTo>
                    <a:pt x="208216" y="343712"/>
                  </a:lnTo>
                  <a:lnTo>
                    <a:pt x="208813" y="344335"/>
                  </a:lnTo>
                  <a:lnTo>
                    <a:pt x="209689" y="344589"/>
                  </a:lnTo>
                  <a:lnTo>
                    <a:pt x="211607" y="346862"/>
                  </a:lnTo>
                  <a:lnTo>
                    <a:pt x="213893" y="345084"/>
                  </a:lnTo>
                  <a:close/>
                </a:path>
                <a:path w="266064" h="540384">
                  <a:moveTo>
                    <a:pt x="214744" y="271322"/>
                  </a:moveTo>
                  <a:lnTo>
                    <a:pt x="213423" y="268947"/>
                  </a:lnTo>
                  <a:lnTo>
                    <a:pt x="213321" y="268770"/>
                  </a:lnTo>
                  <a:lnTo>
                    <a:pt x="213220" y="268592"/>
                  </a:lnTo>
                  <a:lnTo>
                    <a:pt x="212788" y="267817"/>
                  </a:lnTo>
                  <a:lnTo>
                    <a:pt x="211874" y="267817"/>
                  </a:lnTo>
                  <a:lnTo>
                    <a:pt x="209918" y="271322"/>
                  </a:lnTo>
                  <a:lnTo>
                    <a:pt x="214744" y="271322"/>
                  </a:lnTo>
                  <a:close/>
                </a:path>
                <a:path w="266064" h="540384">
                  <a:moveTo>
                    <a:pt x="215938" y="307263"/>
                  </a:moveTo>
                  <a:lnTo>
                    <a:pt x="214490" y="307403"/>
                  </a:lnTo>
                  <a:lnTo>
                    <a:pt x="214007" y="307441"/>
                  </a:lnTo>
                  <a:lnTo>
                    <a:pt x="213525" y="307492"/>
                  </a:lnTo>
                  <a:lnTo>
                    <a:pt x="213042" y="307543"/>
                  </a:lnTo>
                  <a:lnTo>
                    <a:pt x="211797" y="307657"/>
                  </a:lnTo>
                  <a:lnTo>
                    <a:pt x="211785" y="309384"/>
                  </a:lnTo>
                  <a:lnTo>
                    <a:pt x="213042" y="309511"/>
                  </a:lnTo>
                  <a:lnTo>
                    <a:pt x="213525" y="309562"/>
                  </a:lnTo>
                  <a:lnTo>
                    <a:pt x="214007" y="309600"/>
                  </a:lnTo>
                  <a:lnTo>
                    <a:pt x="214490" y="309651"/>
                  </a:lnTo>
                  <a:lnTo>
                    <a:pt x="215938" y="309791"/>
                  </a:lnTo>
                  <a:lnTo>
                    <a:pt x="215938" y="307263"/>
                  </a:lnTo>
                  <a:close/>
                </a:path>
                <a:path w="266064" h="540384">
                  <a:moveTo>
                    <a:pt x="218681" y="230606"/>
                  </a:moveTo>
                  <a:lnTo>
                    <a:pt x="217131" y="226847"/>
                  </a:lnTo>
                  <a:lnTo>
                    <a:pt x="214845" y="221322"/>
                  </a:lnTo>
                  <a:lnTo>
                    <a:pt x="207772" y="224485"/>
                  </a:lnTo>
                  <a:lnTo>
                    <a:pt x="212699" y="232791"/>
                  </a:lnTo>
                  <a:lnTo>
                    <a:pt x="218681" y="230606"/>
                  </a:lnTo>
                  <a:close/>
                </a:path>
                <a:path w="266064" h="540384">
                  <a:moveTo>
                    <a:pt x="219290" y="369519"/>
                  </a:moveTo>
                  <a:lnTo>
                    <a:pt x="218363" y="367969"/>
                  </a:lnTo>
                  <a:lnTo>
                    <a:pt x="217017" y="367804"/>
                  </a:lnTo>
                  <a:lnTo>
                    <a:pt x="216776" y="367766"/>
                  </a:lnTo>
                  <a:lnTo>
                    <a:pt x="216001" y="367677"/>
                  </a:lnTo>
                  <a:lnTo>
                    <a:pt x="215239" y="368439"/>
                  </a:lnTo>
                  <a:lnTo>
                    <a:pt x="215341" y="369214"/>
                  </a:lnTo>
                  <a:lnTo>
                    <a:pt x="215366" y="369455"/>
                  </a:lnTo>
                  <a:lnTo>
                    <a:pt x="215544" y="370789"/>
                  </a:lnTo>
                  <a:lnTo>
                    <a:pt x="217081" y="371729"/>
                  </a:lnTo>
                  <a:lnTo>
                    <a:pt x="218173" y="370611"/>
                  </a:lnTo>
                  <a:lnTo>
                    <a:pt x="219290" y="369519"/>
                  </a:lnTo>
                  <a:close/>
                </a:path>
                <a:path w="266064" h="540384">
                  <a:moveTo>
                    <a:pt x="220548" y="130022"/>
                  </a:moveTo>
                  <a:lnTo>
                    <a:pt x="218528" y="130009"/>
                  </a:lnTo>
                  <a:lnTo>
                    <a:pt x="218732" y="131381"/>
                  </a:lnTo>
                  <a:lnTo>
                    <a:pt x="218757" y="131610"/>
                  </a:lnTo>
                  <a:lnTo>
                    <a:pt x="218795" y="131851"/>
                  </a:lnTo>
                  <a:lnTo>
                    <a:pt x="218935" y="132778"/>
                  </a:lnTo>
                  <a:lnTo>
                    <a:pt x="220154" y="132791"/>
                  </a:lnTo>
                  <a:lnTo>
                    <a:pt x="220345" y="131381"/>
                  </a:lnTo>
                  <a:lnTo>
                    <a:pt x="220548" y="130022"/>
                  </a:lnTo>
                  <a:close/>
                </a:path>
                <a:path w="266064" h="540384">
                  <a:moveTo>
                    <a:pt x="227088" y="466356"/>
                  </a:moveTo>
                  <a:lnTo>
                    <a:pt x="225628" y="465074"/>
                  </a:lnTo>
                  <a:lnTo>
                    <a:pt x="224739" y="464299"/>
                  </a:lnTo>
                  <a:lnTo>
                    <a:pt x="223824" y="464286"/>
                  </a:lnTo>
                  <a:lnTo>
                    <a:pt x="223126" y="464908"/>
                  </a:lnTo>
                  <a:lnTo>
                    <a:pt x="221475" y="466369"/>
                  </a:lnTo>
                  <a:lnTo>
                    <a:pt x="222592" y="468630"/>
                  </a:lnTo>
                  <a:lnTo>
                    <a:pt x="225971" y="468630"/>
                  </a:lnTo>
                  <a:lnTo>
                    <a:pt x="227088" y="466356"/>
                  </a:lnTo>
                  <a:close/>
                </a:path>
                <a:path w="266064" h="540384">
                  <a:moveTo>
                    <a:pt x="230797" y="188506"/>
                  </a:moveTo>
                  <a:lnTo>
                    <a:pt x="216941" y="188506"/>
                  </a:lnTo>
                  <a:lnTo>
                    <a:pt x="216928" y="199263"/>
                  </a:lnTo>
                  <a:lnTo>
                    <a:pt x="223862" y="199263"/>
                  </a:lnTo>
                  <a:lnTo>
                    <a:pt x="230784" y="199263"/>
                  </a:lnTo>
                  <a:lnTo>
                    <a:pt x="230797" y="188506"/>
                  </a:lnTo>
                  <a:close/>
                </a:path>
                <a:path w="266064" h="540384">
                  <a:moveTo>
                    <a:pt x="244868" y="479907"/>
                  </a:moveTo>
                  <a:lnTo>
                    <a:pt x="244221" y="479120"/>
                  </a:lnTo>
                  <a:lnTo>
                    <a:pt x="242316" y="479640"/>
                  </a:lnTo>
                  <a:lnTo>
                    <a:pt x="241744" y="480123"/>
                  </a:lnTo>
                  <a:lnTo>
                    <a:pt x="240118" y="481876"/>
                  </a:lnTo>
                  <a:lnTo>
                    <a:pt x="241071" y="483082"/>
                  </a:lnTo>
                  <a:lnTo>
                    <a:pt x="244868" y="479907"/>
                  </a:lnTo>
                  <a:close/>
                </a:path>
                <a:path w="266064" h="540384">
                  <a:moveTo>
                    <a:pt x="251434" y="538772"/>
                  </a:moveTo>
                  <a:lnTo>
                    <a:pt x="251066" y="538581"/>
                  </a:lnTo>
                  <a:lnTo>
                    <a:pt x="250418" y="538226"/>
                  </a:lnTo>
                  <a:lnTo>
                    <a:pt x="250228" y="538187"/>
                  </a:lnTo>
                  <a:lnTo>
                    <a:pt x="249529" y="538454"/>
                  </a:lnTo>
                  <a:lnTo>
                    <a:pt x="248920" y="538670"/>
                  </a:lnTo>
                  <a:lnTo>
                    <a:pt x="248920" y="539445"/>
                  </a:lnTo>
                  <a:lnTo>
                    <a:pt x="249529" y="539673"/>
                  </a:lnTo>
                  <a:lnTo>
                    <a:pt x="250228" y="539927"/>
                  </a:lnTo>
                  <a:lnTo>
                    <a:pt x="250431" y="539902"/>
                  </a:lnTo>
                  <a:lnTo>
                    <a:pt x="251434" y="539356"/>
                  </a:lnTo>
                  <a:lnTo>
                    <a:pt x="251434" y="538772"/>
                  </a:lnTo>
                  <a:close/>
                </a:path>
                <a:path w="266064" h="540384">
                  <a:moveTo>
                    <a:pt x="265696" y="525716"/>
                  </a:moveTo>
                  <a:lnTo>
                    <a:pt x="257594" y="525780"/>
                  </a:lnTo>
                  <a:lnTo>
                    <a:pt x="259092" y="530034"/>
                  </a:lnTo>
                  <a:lnTo>
                    <a:pt x="259422" y="530987"/>
                  </a:lnTo>
                  <a:lnTo>
                    <a:pt x="259778" y="531634"/>
                  </a:lnTo>
                  <a:lnTo>
                    <a:pt x="261239" y="532536"/>
                  </a:lnTo>
                  <a:lnTo>
                    <a:pt x="262102" y="532549"/>
                  </a:lnTo>
                  <a:lnTo>
                    <a:pt x="263588" y="531596"/>
                  </a:lnTo>
                  <a:lnTo>
                    <a:pt x="263918" y="530999"/>
                  </a:lnTo>
                  <a:lnTo>
                    <a:pt x="265696" y="525716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2589377" y="7524209"/>
              <a:ext cx="216535" cy="563880"/>
            </a:xfrm>
            <a:custGeom>
              <a:avLst/>
              <a:gdLst/>
              <a:ahLst/>
              <a:cxnLst/>
              <a:rect l="l" t="t" r="r" b="b"/>
              <a:pathLst>
                <a:path w="216535" h="563879">
                  <a:moveTo>
                    <a:pt x="12280" y="114274"/>
                  </a:moveTo>
                  <a:lnTo>
                    <a:pt x="8191" y="109245"/>
                  </a:lnTo>
                  <a:lnTo>
                    <a:pt x="5270" y="109283"/>
                  </a:lnTo>
                  <a:lnTo>
                    <a:pt x="1003" y="111455"/>
                  </a:lnTo>
                  <a:lnTo>
                    <a:pt x="0" y="114604"/>
                  </a:lnTo>
                  <a:lnTo>
                    <a:pt x="673" y="115506"/>
                  </a:lnTo>
                  <a:lnTo>
                    <a:pt x="0" y="118275"/>
                  </a:lnTo>
                  <a:lnTo>
                    <a:pt x="4749" y="122732"/>
                  </a:lnTo>
                  <a:lnTo>
                    <a:pt x="11988" y="117792"/>
                  </a:lnTo>
                  <a:lnTo>
                    <a:pt x="12280" y="114274"/>
                  </a:lnTo>
                  <a:close/>
                </a:path>
                <a:path w="216535" h="563879">
                  <a:moveTo>
                    <a:pt x="12788" y="97510"/>
                  </a:moveTo>
                  <a:lnTo>
                    <a:pt x="12192" y="97510"/>
                  </a:lnTo>
                  <a:lnTo>
                    <a:pt x="12192" y="97967"/>
                  </a:lnTo>
                  <a:lnTo>
                    <a:pt x="12484" y="97967"/>
                  </a:lnTo>
                  <a:lnTo>
                    <a:pt x="12788" y="97967"/>
                  </a:lnTo>
                  <a:lnTo>
                    <a:pt x="12788" y="97510"/>
                  </a:lnTo>
                  <a:close/>
                </a:path>
                <a:path w="216535" h="563879">
                  <a:moveTo>
                    <a:pt x="15836" y="72415"/>
                  </a:moveTo>
                  <a:lnTo>
                    <a:pt x="15735" y="70739"/>
                  </a:lnTo>
                  <a:lnTo>
                    <a:pt x="15621" y="70243"/>
                  </a:lnTo>
                  <a:lnTo>
                    <a:pt x="12992" y="66789"/>
                  </a:lnTo>
                  <a:lnTo>
                    <a:pt x="9258" y="70485"/>
                  </a:lnTo>
                  <a:lnTo>
                    <a:pt x="12128" y="72656"/>
                  </a:lnTo>
                  <a:lnTo>
                    <a:pt x="12725" y="73113"/>
                  </a:lnTo>
                  <a:lnTo>
                    <a:pt x="13233" y="73240"/>
                  </a:lnTo>
                  <a:lnTo>
                    <a:pt x="14922" y="73355"/>
                  </a:lnTo>
                  <a:lnTo>
                    <a:pt x="15836" y="72415"/>
                  </a:lnTo>
                  <a:close/>
                </a:path>
                <a:path w="216535" h="563879">
                  <a:moveTo>
                    <a:pt x="17119" y="86385"/>
                  </a:moveTo>
                  <a:lnTo>
                    <a:pt x="16852" y="86385"/>
                  </a:lnTo>
                  <a:lnTo>
                    <a:pt x="16852" y="86601"/>
                  </a:lnTo>
                  <a:lnTo>
                    <a:pt x="16992" y="86601"/>
                  </a:lnTo>
                  <a:lnTo>
                    <a:pt x="17119" y="86601"/>
                  </a:lnTo>
                  <a:lnTo>
                    <a:pt x="17119" y="86385"/>
                  </a:lnTo>
                  <a:close/>
                </a:path>
                <a:path w="216535" h="563879">
                  <a:moveTo>
                    <a:pt x="28524" y="135750"/>
                  </a:moveTo>
                  <a:lnTo>
                    <a:pt x="27940" y="135750"/>
                  </a:lnTo>
                  <a:lnTo>
                    <a:pt x="27940" y="136194"/>
                  </a:lnTo>
                  <a:lnTo>
                    <a:pt x="28232" y="136194"/>
                  </a:lnTo>
                  <a:lnTo>
                    <a:pt x="28524" y="136194"/>
                  </a:lnTo>
                  <a:lnTo>
                    <a:pt x="28524" y="135750"/>
                  </a:lnTo>
                  <a:close/>
                </a:path>
                <a:path w="216535" h="563879">
                  <a:moveTo>
                    <a:pt x="30391" y="115392"/>
                  </a:moveTo>
                  <a:lnTo>
                    <a:pt x="29705" y="111518"/>
                  </a:lnTo>
                  <a:lnTo>
                    <a:pt x="27292" y="107111"/>
                  </a:lnTo>
                  <a:lnTo>
                    <a:pt x="24168" y="108318"/>
                  </a:lnTo>
                  <a:lnTo>
                    <a:pt x="24968" y="110223"/>
                  </a:lnTo>
                  <a:lnTo>
                    <a:pt x="25920" y="112496"/>
                  </a:lnTo>
                  <a:lnTo>
                    <a:pt x="25171" y="114223"/>
                  </a:lnTo>
                  <a:lnTo>
                    <a:pt x="24942" y="118084"/>
                  </a:lnTo>
                  <a:lnTo>
                    <a:pt x="27038" y="118872"/>
                  </a:lnTo>
                  <a:lnTo>
                    <a:pt x="30391" y="115392"/>
                  </a:lnTo>
                  <a:close/>
                </a:path>
                <a:path w="216535" h="563879">
                  <a:moveTo>
                    <a:pt x="33362" y="152400"/>
                  </a:moveTo>
                  <a:lnTo>
                    <a:pt x="32994" y="150685"/>
                  </a:lnTo>
                  <a:lnTo>
                    <a:pt x="32893" y="150215"/>
                  </a:lnTo>
                  <a:lnTo>
                    <a:pt x="32804" y="149745"/>
                  </a:lnTo>
                  <a:lnTo>
                    <a:pt x="32537" y="148577"/>
                  </a:lnTo>
                  <a:lnTo>
                    <a:pt x="31419" y="148577"/>
                  </a:lnTo>
                  <a:lnTo>
                    <a:pt x="31165" y="149745"/>
                  </a:lnTo>
                  <a:lnTo>
                    <a:pt x="31076" y="150215"/>
                  </a:lnTo>
                  <a:lnTo>
                    <a:pt x="30607" y="152387"/>
                  </a:lnTo>
                  <a:lnTo>
                    <a:pt x="33362" y="152400"/>
                  </a:lnTo>
                  <a:close/>
                </a:path>
                <a:path w="216535" h="563879">
                  <a:moveTo>
                    <a:pt x="40640" y="161899"/>
                  </a:moveTo>
                  <a:lnTo>
                    <a:pt x="39827" y="161899"/>
                  </a:lnTo>
                  <a:lnTo>
                    <a:pt x="39827" y="162534"/>
                  </a:lnTo>
                  <a:lnTo>
                    <a:pt x="40233" y="162534"/>
                  </a:lnTo>
                  <a:lnTo>
                    <a:pt x="40640" y="162534"/>
                  </a:lnTo>
                  <a:lnTo>
                    <a:pt x="40640" y="161899"/>
                  </a:lnTo>
                  <a:close/>
                </a:path>
                <a:path w="216535" h="563879">
                  <a:moveTo>
                    <a:pt x="44234" y="168617"/>
                  </a:moveTo>
                  <a:lnTo>
                    <a:pt x="31737" y="168617"/>
                  </a:lnTo>
                  <a:lnTo>
                    <a:pt x="31724" y="178308"/>
                  </a:lnTo>
                  <a:lnTo>
                    <a:pt x="37985" y="178308"/>
                  </a:lnTo>
                  <a:lnTo>
                    <a:pt x="44221" y="178308"/>
                  </a:lnTo>
                  <a:lnTo>
                    <a:pt x="44234" y="168617"/>
                  </a:lnTo>
                  <a:close/>
                </a:path>
                <a:path w="216535" h="563879">
                  <a:moveTo>
                    <a:pt x="50330" y="76669"/>
                  </a:moveTo>
                  <a:lnTo>
                    <a:pt x="49987" y="74536"/>
                  </a:lnTo>
                  <a:lnTo>
                    <a:pt x="49872" y="73850"/>
                  </a:lnTo>
                  <a:lnTo>
                    <a:pt x="49555" y="71932"/>
                  </a:lnTo>
                  <a:lnTo>
                    <a:pt x="43497" y="66852"/>
                  </a:lnTo>
                  <a:lnTo>
                    <a:pt x="42011" y="66865"/>
                  </a:lnTo>
                  <a:lnTo>
                    <a:pt x="42011" y="75158"/>
                  </a:lnTo>
                  <a:lnTo>
                    <a:pt x="41389" y="75361"/>
                  </a:lnTo>
                  <a:lnTo>
                    <a:pt x="41135" y="75450"/>
                  </a:lnTo>
                  <a:lnTo>
                    <a:pt x="41325" y="75387"/>
                  </a:lnTo>
                  <a:lnTo>
                    <a:pt x="41363" y="74663"/>
                  </a:lnTo>
                  <a:lnTo>
                    <a:pt x="42011" y="75158"/>
                  </a:lnTo>
                  <a:lnTo>
                    <a:pt x="42011" y="66865"/>
                  </a:lnTo>
                  <a:lnTo>
                    <a:pt x="39039" y="66865"/>
                  </a:lnTo>
                  <a:lnTo>
                    <a:pt x="33769" y="72796"/>
                  </a:lnTo>
                  <a:lnTo>
                    <a:pt x="33985" y="76885"/>
                  </a:lnTo>
                  <a:lnTo>
                    <a:pt x="34848" y="77978"/>
                  </a:lnTo>
                  <a:lnTo>
                    <a:pt x="34467" y="78600"/>
                  </a:lnTo>
                  <a:lnTo>
                    <a:pt x="36296" y="79819"/>
                  </a:lnTo>
                  <a:lnTo>
                    <a:pt x="38696" y="82854"/>
                  </a:lnTo>
                  <a:lnTo>
                    <a:pt x="39700" y="82092"/>
                  </a:lnTo>
                  <a:lnTo>
                    <a:pt x="40868" y="82867"/>
                  </a:lnTo>
                  <a:lnTo>
                    <a:pt x="44958" y="82181"/>
                  </a:lnTo>
                  <a:lnTo>
                    <a:pt x="50330" y="76669"/>
                  </a:lnTo>
                  <a:close/>
                </a:path>
                <a:path w="216535" h="563879">
                  <a:moveTo>
                    <a:pt x="50787" y="192316"/>
                  </a:moveTo>
                  <a:lnTo>
                    <a:pt x="49161" y="192316"/>
                  </a:lnTo>
                  <a:lnTo>
                    <a:pt x="49161" y="193586"/>
                  </a:lnTo>
                  <a:lnTo>
                    <a:pt x="49974" y="193586"/>
                  </a:lnTo>
                  <a:lnTo>
                    <a:pt x="50787" y="193586"/>
                  </a:lnTo>
                  <a:lnTo>
                    <a:pt x="50787" y="192316"/>
                  </a:lnTo>
                  <a:close/>
                </a:path>
                <a:path w="216535" h="563879">
                  <a:moveTo>
                    <a:pt x="50939" y="87464"/>
                  </a:moveTo>
                  <a:lnTo>
                    <a:pt x="49047" y="84315"/>
                  </a:lnTo>
                  <a:lnTo>
                    <a:pt x="46189" y="84277"/>
                  </a:lnTo>
                  <a:lnTo>
                    <a:pt x="42570" y="84226"/>
                  </a:lnTo>
                  <a:lnTo>
                    <a:pt x="40614" y="86956"/>
                  </a:lnTo>
                  <a:lnTo>
                    <a:pt x="44577" y="92176"/>
                  </a:lnTo>
                  <a:lnTo>
                    <a:pt x="47891" y="92659"/>
                  </a:lnTo>
                  <a:lnTo>
                    <a:pt x="50939" y="87464"/>
                  </a:lnTo>
                  <a:close/>
                </a:path>
                <a:path w="216535" h="563879">
                  <a:moveTo>
                    <a:pt x="51765" y="105752"/>
                  </a:moveTo>
                  <a:lnTo>
                    <a:pt x="51181" y="105752"/>
                  </a:lnTo>
                  <a:lnTo>
                    <a:pt x="51181" y="106210"/>
                  </a:lnTo>
                  <a:lnTo>
                    <a:pt x="51473" y="106210"/>
                  </a:lnTo>
                  <a:lnTo>
                    <a:pt x="51765" y="106210"/>
                  </a:lnTo>
                  <a:lnTo>
                    <a:pt x="51765" y="105752"/>
                  </a:lnTo>
                  <a:close/>
                </a:path>
                <a:path w="216535" h="563879">
                  <a:moveTo>
                    <a:pt x="60972" y="158318"/>
                  </a:moveTo>
                  <a:lnTo>
                    <a:pt x="58801" y="156933"/>
                  </a:lnTo>
                  <a:lnTo>
                    <a:pt x="58483" y="156743"/>
                  </a:lnTo>
                  <a:lnTo>
                    <a:pt x="57899" y="156362"/>
                  </a:lnTo>
                  <a:lnTo>
                    <a:pt x="57048" y="156362"/>
                  </a:lnTo>
                  <a:lnTo>
                    <a:pt x="53975" y="158318"/>
                  </a:lnTo>
                  <a:lnTo>
                    <a:pt x="54800" y="161848"/>
                  </a:lnTo>
                  <a:lnTo>
                    <a:pt x="60147" y="161848"/>
                  </a:lnTo>
                  <a:lnTo>
                    <a:pt x="60972" y="158318"/>
                  </a:lnTo>
                  <a:close/>
                </a:path>
                <a:path w="216535" h="563879">
                  <a:moveTo>
                    <a:pt x="62484" y="126034"/>
                  </a:moveTo>
                  <a:lnTo>
                    <a:pt x="53200" y="122542"/>
                  </a:lnTo>
                  <a:lnTo>
                    <a:pt x="52108" y="128155"/>
                  </a:lnTo>
                  <a:lnTo>
                    <a:pt x="51282" y="132448"/>
                  </a:lnTo>
                  <a:lnTo>
                    <a:pt x="57035" y="135343"/>
                  </a:lnTo>
                  <a:lnTo>
                    <a:pt x="62484" y="126034"/>
                  </a:lnTo>
                  <a:close/>
                </a:path>
                <a:path w="216535" h="563879">
                  <a:moveTo>
                    <a:pt x="65722" y="46710"/>
                  </a:moveTo>
                  <a:lnTo>
                    <a:pt x="65138" y="46710"/>
                  </a:lnTo>
                  <a:lnTo>
                    <a:pt x="65138" y="47167"/>
                  </a:lnTo>
                  <a:lnTo>
                    <a:pt x="65430" y="47167"/>
                  </a:lnTo>
                  <a:lnTo>
                    <a:pt x="65722" y="47167"/>
                  </a:lnTo>
                  <a:lnTo>
                    <a:pt x="65722" y="46710"/>
                  </a:lnTo>
                  <a:close/>
                </a:path>
                <a:path w="216535" h="563879">
                  <a:moveTo>
                    <a:pt x="70497" y="162941"/>
                  </a:moveTo>
                  <a:lnTo>
                    <a:pt x="63804" y="164211"/>
                  </a:lnTo>
                  <a:lnTo>
                    <a:pt x="64782" y="166077"/>
                  </a:lnTo>
                  <a:lnTo>
                    <a:pt x="64262" y="166751"/>
                  </a:lnTo>
                  <a:lnTo>
                    <a:pt x="66408" y="171132"/>
                  </a:lnTo>
                  <a:lnTo>
                    <a:pt x="70192" y="169418"/>
                  </a:lnTo>
                  <a:lnTo>
                    <a:pt x="70497" y="162941"/>
                  </a:lnTo>
                  <a:close/>
                </a:path>
                <a:path w="216535" h="563879">
                  <a:moveTo>
                    <a:pt x="76466" y="107924"/>
                  </a:moveTo>
                  <a:lnTo>
                    <a:pt x="73914" y="105879"/>
                  </a:lnTo>
                  <a:lnTo>
                    <a:pt x="71399" y="106616"/>
                  </a:lnTo>
                  <a:lnTo>
                    <a:pt x="67094" y="107873"/>
                  </a:lnTo>
                  <a:lnTo>
                    <a:pt x="67094" y="113080"/>
                  </a:lnTo>
                  <a:lnTo>
                    <a:pt x="73914" y="115074"/>
                  </a:lnTo>
                  <a:lnTo>
                    <a:pt x="76466" y="113042"/>
                  </a:lnTo>
                  <a:lnTo>
                    <a:pt x="76466" y="107924"/>
                  </a:lnTo>
                  <a:close/>
                </a:path>
                <a:path w="216535" h="563879">
                  <a:moveTo>
                    <a:pt x="79476" y="151028"/>
                  </a:moveTo>
                  <a:lnTo>
                    <a:pt x="69964" y="151028"/>
                  </a:lnTo>
                  <a:lnTo>
                    <a:pt x="69964" y="158407"/>
                  </a:lnTo>
                  <a:lnTo>
                    <a:pt x="74714" y="158407"/>
                  </a:lnTo>
                  <a:lnTo>
                    <a:pt x="79463" y="158407"/>
                  </a:lnTo>
                  <a:lnTo>
                    <a:pt x="79476" y="151028"/>
                  </a:lnTo>
                  <a:close/>
                </a:path>
                <a:path w="216535" h="563879">
                  <a:moveTo>
                    <a:pt x="82448" y="139496"/>
                  </a:moveTo>
                  <a:lnTo>
                    <a:pt x="82334" y="137439"/>
                  </a:lnTo>
                  <a:lnTo>
                    <a:pt x="81076" y="137109"/>
                  </a:lnTo>
                  <a:lnTo>
                    <a:pt x="79476" y="136702"/>
                  </a:lnTo>
                  <a:lnTo>
                    <a:pt x="77647" y="136283"/>
                  </a:lnTo>
                  <a:lnTo>
                    <a:pt x="74866" y="134772"/>
                  </a:lnTo>
                  <a:lnTo>
                    <a:pt x="73329" y="136563"/>
                  </a:lnTo>
                  <a:lnTo>
                    <a:pt x="76542" y="139446"/>
                  </a:lnTo>
                  <a:lnTo>
                    <a:pt x="78384" y="140258"/>
                  </a:lnTo>
                  <a:lnTo>
                    <a:pt x="82448" y="139496"/>
                  </a:lnTo>
                  <a:close/>
                </a:path>
                <a:path w="216535" h="563879">
                  <a:moveTo>
                    <a:pt x="83756" y="206781"/>
                  </a:moveTo>
                  <a:lnTo>
                    <a:pt x="81902" y="205943"/>
                  </a:lnTo>
                  <a:lnTo>
                    <a:pt x="81711" y="205447"/>
                  </a:lnTo>
                  <a:lnTo>
                    <a:pt x="81610" y="205193"/>
                  </a:lnTo>
                  <a:lnTo>
                    <a:pt x="78981" y="203733"/>
                  </a:lnTo>
                  <a:lnTo>
                    <a:pt x="74206" y="206527"/>
                  </a:lnTo>
                  <a:lnTo>
                    <a:pt x="73888" y="209702"/>
                  </a:lnTo>
                  <a:lnTo>
                    <a:pt x="77139" y="213169"/>
                  </a:lnTo>
                  <a:lnTo>
                    <a:pt x="79235" y="213309"/>
                  </a:lnTo>
                  <a:lnTo>
                    <a:pt x="83464" y="211023"/>
                  </a:lnTo>
                  <a:lnTo>
                    <a:pt x="83680" y="207873"/>
                  </a:lnTo>
                  <a:lnTo>
                    <a:pt x="83756" y="206781"/>
                  </a:lnTo>
                  <a:close/>
                </a:path>
                <a:path w="216535" h="563879">
                  <a:moveTo>
                    <a:pt x="84848" y="14135"/>
                  </a:moveTo>
                  <a:lnTo>
                    <a:pt x="84201" y="12611"/>
                  </a:lnTo>
                  <a:lnTo>
                    <a:pt x="83019" y="9817"/>
                  </a:lnTo>
                  <a:lnTo>
                    <a:pt x="82765" y="9740"/>
                  </a:lnTo>
                  <a:lnTo>
                    <a:pt x="82715" y="9601"/>
                  </a:lnTo>
                  <a:lnTo>
                    <a:pt x="81572" y="8851"/>
                  </a:lnTo>
                  <a:lnTo>
                    <a:pt x="79946" y="7797"/>
                  </a:lnTo>
                  <a:lnTo>
                    <a:pt x="74358" y="9347"/>
                  </a:lnTo>
                  <a:lnTo>
                    <a:pt x="72351" y="12446"/>
                  </a:lnTo>
                  <a:lnTo>
                    <a:pt x="74472" y="18719"/>
                  </a:lnTo>
                  <a:lnTo>
                    <a:pt x="78435" y="20802"/>
                  </a:lnTo>
                  <a:lnTo>
                    <a:pt x="84429" y="16903"/>
                  </a:lnTo>
                  <a:lnTo>
                    <a:pt x="84848" y="14135"/>
                  </a:lnTo>
                  <a:close/>
                </a:path>
                <a:path w="216535" h="563879">
                  <a:moveTo>
                    <a:pt x="85509" y="217462"/>
                  </a:moveTo>
                  <a:lnTo>
                    <a:pt x="84924" y="217462"/>
                  </a:lnTo>
                  <a:lnTo>
                    <a:pt x="84924" y="217919"/>
                  </a:lnTo>
                  <a:lnTo>
                    <a:pt x="85217" y="217919"/>
                  </a:lnTo>
                  <a:lnTo>
                    <a:pt x="85509" y="217919"/>
                  </a:lnTo>
                  <a:lnTo>
                    <a:pt x="85509" y="217462"/>
                  </a:lnTo>
                  <a:close/>
                </a:path>
                <a:path w="216535" h="563879">
                  <a:moveTo>
                    <a:pt x="88442" y="48463"/>
                  </a:moveTo>
                  <a:lnTo>
                    <a:pt x="88214" y="46697"/>
                  </a:lnTo>
                  <a:lnTo>
                    <a:pt x="86118" y="44208"/>
                  </a:lnTo>
                  <a:lnTo>
                    <a:pt x="84366" y="42125"/>
                  </a:lnTo>
                  <a:lnTo>
                    <a:pt x="84366" y="46075"/>
                  </a:lnTo>
                  <a:lnTo>
                    <a:pt x="80949" y="47459"/>
                  </a:lnTo>
                  <a:lnTo>
                    <a:pt x="81394" y="47269"/>
                  </a:lnTo>
                  <a:lnTo>
                    <a:pt x="84366" y="46075"/>
                  </a:lnTo>
                  <a:lnTo>
                    <a:pt x="84366" y="42125"/>
                  </a:lnTo>
                  <a:lnTo>
                    <a:pt x="83439" y="41008"/>
                  </a:lnTo>
                  <a:lnTo>
                    <a:pt x="77292" y="47205"/>
                  </a:lnTo>
                  <a:lnTo>
                    <a:pt x="79222" y="48793"/>
                  </a:lnTo>
                  <a:lnTo>
                    <a:pt x="80568" y="49898"/>
                  </a:lnTo>
                  <a:lnTo>
                    <a:pt x="81470" y="50647"/>
                  </a:lnTo>
                  <a:lnTo>
                    <a:pt x="80708" y="49326"/>
                  </a:lnTo>
                  <a:lnTo>
                    <a:pt x="80848" y="48260"/>
                  </a:lnTo>
                  <a:lnTo>
                    <a:pt x="80822" y="47510"/>
                  </a:lnTo>
                  <a:lnTo>
                    <a:pt x="80848" y="48260"/>
                  </a:lnTo>
                  <a:lnTo>
                    <a:pt x="80784" y="49453"/>
                  </a:lnTo>
                  <a:lnTo>
                    <a:pt x="81470" y="50647"/>
                  </a:lnTo>
                  <a:lnTo>
                    <a:pt x="79222" y="48793"/>
                  </a:lnTo>
                  <a:lnTo>
                    <a:pt x="79413" y="51435"/>
                  </a:lnTo>
                  <a:lnTo>
                    <a:pt x="84683" y="52679"/>
                  </a:lnTo>
                  <a:lnTo>
                    <a:pt x="86664" y="52095"/>
                  </a:lnTo>
                  <a:lnTo>
                    <a:pt x="87376" y="50647"/>
                  </a:lnTo>
                  <a:lnTo>
                    <a:pt x="87960" y="49453"/>
                  </a:lnTo>
                  <a:lnTo>
                    <a:pt x="88442" y="48463"/>
                  </a:lnTo>
                  <a:close/>
                </a:path>
                <a:path w="216535" h="563879">
                  <a:moveTo>
                    <a:pt x="93002" y="187477"/>
                  </a:moveTo>
                  <a:lnTo>
                    <a:pt x="92417" y="187477"/>
                  </a:lnTo>
                  <a:lnTo>
                    <a:pt x="92417" y="187934"/>
                  </a:lnTo>
                  <a:lnTo>
                    <a:pt x="92710" y="187934"/>
                  </a:lnTo>
                  <a:lnTo>
                    <a:pt x="93002" y="187934"/>
                  </a:lnTo>
                  <a:lnTo>
                    <a:pt x="93002" y="187477"/>
                  </a:lnTo>
                  <a:close/>
                </a:path>
                <a:path w="216535" h="563879">
                  <a:moveTo>
                    <a:pt x="98729" y="8547"/>
                  </a:moveTo>
                  <a:lnTo>
                    <a:pt x="98221" y="4292"/>
                  </a:lnTo>
                  <a:lnTo>
                    <a:pt x="97713" y="2667"/>
                  </a:lnTo>
                  <a:lnTo>
                    <a:pt x="97332" y="2476"/>
                  </a:lnTo>
                  <a:lnTo>
                    <a:pt x="94805" y="1117"/>
                  </a:lnTo>
                  <a:lnTo>
                    <a:pt x="93027" y="1447"/>
                  </a:lnTo>
                  <a:lnTo>
                    <a:pt x="94703" y="1117"/>
                  </a:lnTo>
                  <a:lnTo>
                    <a:pt x="94322" y="863"/>
                  </a:lnTo>
                  <a:lnTo>
                    <a:pt x="92837" y="1219"/>
                  </a:lnTo>
                  <a:lnTo>
                    <a:pt x="91440" y="1358"/>
                  </a:lnTo>
                  <a:lnTo>
                    <a:pt x="89776" y="1219"/>
                  </a:lnTo>
                  <a:lnTo>
                    <a:pt x="87490" y="3898"/>
                  </a:lnTo>
                  <a:lnTo>
                    <a:pt x="87490" y="9283"/>
                  </a:lnTo>
                  <a:lnTo>
                    <a:pt x="89763" y="11137"/>
                  </a:lnTo>
                  <a:lnTo>
                    <a:pt x="93256" y="11430"/>
                  </a:lnTo>
                  <a:lnTo>
                    <a:pt x="94056" y="11328"/>
                  </a:lnTo>
                  <a:lnTo>
                    <a:pt x="96659" y="10248"/>
                  </a:lnTo>
                  <a:lnTo>
                    <a:pt x="98729" y="8547"/>
                  </a:lnTo>
                  <a:close/>
                </a:path>
                <a:path w="216535" h="563879">
                  <a:moveTo>
                    <a:pt x="100749" y="207111"/>
                  </a:moveTo>
                  <a:lnTo>
                    <a:pt x="96672" y="207111"/>
                  </a:lnTo>
                  <a:lnTo>
                    <a:pt x="96672" y="210273"/>
                  </a:lnTo>
                  <a:lnTo>
                    <a:pt x="98704" y="210273"/>
                  </a:lnTo>
                  <a:lnTo>
                    <a:pt x="100736" y="210273"/>
                  </a:lnTo>
                  <a:lnTo>
                    <a:pt x="100749" y="207111"/>
                  </a:lnTo>
                  <a:close/>
                </a:path>
                <a:path w="216535" h="563879">
                  <a:moveTo>
                    <a:pt x="100977" y="101701"/>
                  </a:moveTo>
                  <a:lnTo>
                    <a:pt x="100101" y="97878"/>
                  </a:lnTo>
                  <a:lnTo>
                    <a:pt x="94322" y="97878"/>
                  </a:lnTo>
                  <a:lnTo>
                    <a:pt x="93433" y="101701"/>
                  </a:lnTo>
                  <a:lnTo>
                    <a:pt x="95770" y="103187"/>
                  </a:lnTo>
                  <a:lnTo>
                    <a:pt x="96735" y="103797"/>
                  </a:lnTo>
                  <a:lnTo>
                    <a:pt x="97688" y="103797"/>
                  </a:lnTo>
                  <a:lnTo>
                    <a:pt x="100977" y="101701"/>
                  </a:lnTo>
                  <a:close/>
                </a:path>
                <a:path w="216535" h="563879">
                  <a:moveTo>
                    <a:pt x="110464" y="61036"/>
                  </a:moveTo>
                  <a:lnTo>
                    <a:pt x="104762" y="61036"/>
                  </a:lnTo>
                  <a:lnTo>
                    <a:pt x="104749" y="65468"/>
                  </a:lnTo>
                  <a:lnTo>
                    <a:pt x="107607" y="65468"/>
                  </a:lnTo>
                  <a:lnTo>
                    <a:pt x="110451" y="65468"/>
                  </a:lnTo>
                  <a:lnTo>
                    <a:pt x="110464" y="61036"/>
                  </a:lnTo>
                  <a:close/>
                </a:path>
                <a:path w="216535" h="563879">
                  <a:moveTo>
                    <a:pt x="111175" y="115976"/>
                  </a:moveTo>
                  <a:lnTo>
                    <a:pt x="109994" y="113093"/>
                  </a:lnTo>
                  <a:lnTo>
                    <a:pt x="105422" y="113093"/>
                  </a:lnTo>
                  <a:lnTo>
                    <a:pt x="104241" y="115976"/>
                  </a:lnTo>
                  <a:lnTo>
                    <a:pt x="105841" y="117589"/>
                  </a:lnTo>
                  <a:lnTo>
                    <a:pt x="107010" y="118783"/>
                  </a:lnTo>
                  <a:lnTo>
                    <a:pt x="108394" y="118783"/>
                  </a:lnTo>
                  <a:lnTo>
                    <a:pt x="111175" y="115976"/>
                  </a:lnTo>
                  <a:close/>
                </a:path>
                <a:path w="216535" h="563879">
                  <a:moveTo>
                    <a:pt x="114922" y="160883"/>
                  </a:moveTo>
                  <a:lnTo>
                    <a:pt x="114541" y="157937"/>
                  </a:lnTo>
                  <a:lnTo>
                    <a:pt x="113665" y="156349"/>
                  </a:lnTo>
                  <a:lnTo>
                    <a:pt x="108178" y="154800"/>
                  </a:lnTo>
                  <a:lnTo>
                    <a:pt x="105892" y="156121"/>
                  </a:lnTo>
                  <a:lnTo>
                    <a:pt x="104698" y="160477"/>
                  </a:lnTo>
                  <a:lnTo>
                    <a:pt x="106108" y="162318"/>
                  </a:lnTo>
                  <a:lnTo>
                    <a:pt x="108127" y="163118"/>
                  </a:lnTo>
                  <a:lnTo>
                    <a:pt x="110896" y="164236"/>
                  </a:lnTo>
                  <a:lnTo>
                    <a:pt x="112661" y="163614"/>
                  </a:lnTo>
                  <a:lnTo>
                    <a:pt x="114338" y="161874"/>
                  </a:lnTo>
                  <a:lnTo>
                    <a:pt x="114922" y="160883"/>
                  </a:lnTo>
                  <a:close/>
                </a:path>
                <a:path w="216535" h="563879">
                  <a:moveTo>
                    <a:pt x="115214" y="11290"/>
                  </a:moveTo>
                  <a:lnTo>
                    <a:pt x="114617" y="11290"/>
                  </a:lnTo>
                  <a:lnTo>
                    <a:pt x="114617" y="11747"/>
                  </a:lnTo>
                  <a:lnTo>
                    <a:pt x="114922" y="11747"/>
                  </a:lnTo>
                  <a:lnTo>
                    <a:pt x="115214" y="11747"/>
                  </a:lnTo>
                  <a:lnTo>
                    <a:pt x="115214" y="11290"/>
                  </a:lnTo>
                  <a:close/>
                </a:path>
                <a:path w="216535" h="563879">
                  <a:moveTo>
                    <a:pt x="115341" y="31051"/>
                  </a:moveTo>
                  <a:lnTo>
                    <a:pt x="107746" y="31051"/>
                  </a:lnTo>
                  <a:lnTo>
                    <a:pt x="107746" y="36957"/>
                  </a:lnTo>
                  <a:lnTo>
                    <a:pt x="111544" y="36957"/>
                  </a:lnTo>
                  <a:lnTo>
                    <a:pt x="115341" y="36957"/>
                  </a:lnTo>
                  <a:lnTo>
                    <a:pt x="115341" y="31051"/>
                  </a:lnTo>
                  <a:close/>
                </a:path>
                <a:path w="216535" h="563879">
                  <a:moveTo>
                    <a:pt x="116967" y="212725"/>
                  </a:moveTo>
                  <a:lnTo>
                    <a:pt x="115951" y="211709"/>
                  </a:lnTo>
                  <a:lnTo>
                    <a:pt x="114922" y="210693"/>
                  </a:lnTo>
                  <a:lnTo>
                    <a:pt x="112674" y="211010"/>
                  </a:lnTo>
                  <a:lnTo>
                    <a:pt x="112420" y="212636"/>
                  </a:lnTo>
                  <a:lnTo>
                    <a:pt x="112382" y="212940"/>
                  </a:lnTo>
                  <a:lnTo>
                    <a:pt x="112331" y="213245"/>
                  </a:lnTo>
                  <a:lnTo>
                    <a:pt x="112280" y="213550"/>
                  </a:lnTo>
                  <a:lnTo>
                    <a:pt x="112090" y="214731"/>
                  </a:lnTo>
                  <a:lnTo>
                    <a:pt x="112915" y="215544"/>
                  </a:lnTo>
                  <a:lnTo>
                    <a:pt x="115011" y="215226"/>
                  </a:lnTo>
                  <a:lnTo>
                    <a:pt x="116636" y="214985"/>
                  </a:lnTo>
                  <a:lnTo>
                    <a:pt x="116967" y="212725"/>
                  </a:lnTo>
                  <a:close/>
                </a:path>
                <a:path w="216535" h="563879">
                  <a:moveTo>
                    <a:pt x="118592" y="555777"/>
                  </a:moveTo>
                  <a:lnTo>
                    <a:pt x="108826" y="555777"/>
                  </a:lnTo>
                  <a:lnTo>
                    <a:pt x="108813" y="563372"/>
                  </a:lnTo>
                  <a:lnTo>
                    <a:pt x="113703" y="563372"/>
                  </a:lnTo>
                  <a:lnTo>
                    <a:pt x="118579" y="563372"/>
                  </a:lnTo>
                  <a:lnTo>
                    <a:pt x="118592" y="555777"/>
                  </a:lnTo>
                  <a:close/>
                </a:path>
                <a:path w="216535" h="563879">
                  <a:moveTo>
                    <a:pt x="122377" y="137375"/>
                  </a:moveTo>
                  <a:lnTo>
                    <a:pt x="120205" y="134721"/>
                  </a:lnTo>
                  <a:lnTo>
                    <a:pt x="116459" y="130124"/>
                  </a:lnTo>
                  <a:lnTo>
                    <a:pt x="111975" y="132727"/>
                  </a:lnTo>
                  <a:lnTo>
                    <a:pt x="111594" y="141782"/>
                  </a:lnTo>
                  <a:lnTo>
                    <a:pt x="115519" y="144056"/>
                  </a:lnTo>
                  <a:lnTo>
                    <a:pt x="122021" y="141312"/>
                  </a:lnTo>
                  <a:lnTo>
                    <a:pt x="122377" y="137375"/>
                  </a:lnTo>
                  <a:close/>
                </a:path>
                <a:path w="216535" h="563879">
                  <a:moveTo>
                    <a:pt x="122986" y="103505"/>
                  </a:moveTo>
                  <a:lnTo>
                    <a:pt x="120446" y="99542"/>
                  </a:lnTo>
                  <a:lnTo>
                    <a:pt x="117475" y="99402"/>
                  </a:lnTo>
                  <a:lnTo>
                    <a:pt x="114909" y="103797"/>
                  </a:lnTo>
                  <a:lnTo>
                    <a:pt x="116687" y="105981"/>
                  </a:lnTo>
                  <a:lnTo>
                    <a:pt x="118973" y="106286"/>
                  </a:lnTo>
                  <a:lnTo>
                    <a:pt x="121513" y="106616"/>
                  </a:lnTo>
                  <a:lnTo>
                    <a:pt x="122986" y="103505"/>
                  </a:lnTo>
                  <a:close/>
                </a:path>
                <a:path w="216535" h="563879">
                  <a:moveTo>
                    <a:pt x="125717" y="5410"/>
                  </a:moveTo>
                  <a:lnTo>
                    <a:pt x="125450" y="3797"/>
                  </a:lnTo>
                  <a:lnTo>
                    <a:pt x="123850" y="0"/>
                  </a:lnTo>
                  <a:lnTo>
                    <a:pt x="120307" y="2413"/>
                  </a:lnTo>
                  <a:lnTo>
                    <a:pt x="122135" y="4292"/>
                  </a:lnTo>
                  <a:lnTo>
                    <a:pt x="122694" y="4864"/>
                  </a:lnTo>
                  <a:lnTo>
                    <a:pt x="123190" y="5359"/>
                  </a:lnTo>
                  <a:lnTo>
                    <a:pt x="123863" y="5791"/>
                  </a:lnTo>
                  <a:lnTo>
                    <a:pt x="124790" y="6388"/>
                  </a:lnTo>
                  <a:lnTo>
                    <a:pt x="125717" y="5410"/>
                  </a:lnTo>
                  <a:close/>
                </a:path>
                <a:path w="216535" h="563879">
                  <a:moveTo>
                    <a:pt x="129247" y="122974"/>
                  </a:moveTo>
                  <a:lnTo>
                    <a:pt x="128663" y="122974"/>
                  </a:lnTo>
                  <a:lnTo>
                    <a:pt x="128663" y="123418"/>
                  </a:lnTo>
                  <a:lnTo>
                    <a:pt x="128955" y="123418"/>
                  </a:lnTo>
                  <a:lnTo>
                    <a:pt x="129247" y="123418"/>
                  </a:lnTo>
                  <a:lnTo>
                    <a:pt x="129247" y="122974"/>
                  </a:lnTo>
                  <a:close/>
                </a:path>
                <a:path w="216535" h="563879">
                  <a:moveTo>
                    <a:pt x="130035" y="235381"/>
                  </a:moveTo>
                  <a:lnTo>
                    <a:pt x="129006" y="234353"/>
                  </a:lnTo>
                  <a:lnTo>
                    <a:pt x="127355" y="235432"/>
                  </a:lnTo>
                  <a:lnTo>
                    <a:pt x="125793" y="236474"/>
                  </a:lnTo>
                  <a:lnTo>
                    <a:pt x="127901" y="238607"/>
                  </a:lnTo>
                  <a:lnTo>
                    <a:pt x="128955" y="237020"/>
                  </a:lnTo>
                  <a:lnTo>
                    <a:pt x="130035" y="235381"/>
                  </a:lnTo>
                  <a:close/>
                </a:path>
                <a:path w="216535" h="563879">
                  <a:moveTo>
                    <a:pt x="130238" y="55194"/>
                  </a:moveTo>
                  <a:lnTo>
                    <a:pt x="129641" y="55194"/>
                  </a:lnTo>
                  <a:lnTo>
                    <a:pt x="129641" y="55651"/>
                  </a:lnTo>
                  <a:lnTo>
                    <a:pt x="129933" y="55651"/>
                  </a:lnTo>
                  <a:lnTo>
                    <a:pt x="130238" y="55651"/>
                  </a:lnTo>
                  <a:lnTo>
                    <a:pt x="130238" y="55194"/>
                  </a:lnTo>
                  <a:close/>
                </a:path>
                <a:path w="216535" h="563879">
                  <a:moveTo>
                    <a:pt x="134340" y="66065"/>
                  </a:moveTo>
                  <a:lnTo>
                    <a:pt x="130352" y="61188"/>
                  </a:lnTo>
                  <a:lnTo>
                    <a:pt x="129400" y="60820"/>
                  </a:lnTo>
                  <a:lnTo>
                    <a:pt x="128739" y="59880"/>
                  </a:lnTo>
                  <a:lnTo>
                    <a:pt x="127317" y="57873"/>
                  </a:lnTo>
                  <a:lnTo>
                    <a:pt x="122618" y="58381"/>
                  </a:lnTo>
                  <a:lnTo>
                    <a:pt x="122948" y="62407"/>
                  </a:lnTo>
                  <a:lnTo>
                    <a:pt x="122466" y="63334"/>
                  </a:lnTo>
                  <a:lnTo>
                    <a:pt x="123088" y="64109"/>
                  </a:lnTo>
                  <a:lnTo>
                    <a:pt x="123139" y="64795"/>
                  </a:lnTo>
                  <a:lnTo>
                    <a:pt x="124244" y="67183"/>
                  </a:lnTo>
                  <a:lnTo>
                    <a:pt x="125933" y="67729"/>
                  </a:lnTo>
                  <a:lnTo>
                    <a:pt x="128206" y="70675"/>
                  </a:lnTo>
                  <a:lnTo>
                    <a:pt x="131610" y="68110"/>
                  </a:lnTo>
                  <a:lnTo>
                    <a:pt x="134340" y="66065"/>
                  </a:lnTo>
                  <a:close/>
                </a:path>
                <a:path w="216535" h="563879">
                  <a:moveTo>
                    <a:pt x="137706" y="243509"/>
                  </a:moveTo>
                  <a:lnTo>
                    <a:pt x="134340" y="239903"/>
                  </a:lnTo>
                  <a:lnTo>
                    <a:pt x="130733" y="241566"/>
                  </a:lnTo>
                  <a:lnTo>
                    <a:pt x="130733" y="247091"/>
                  </a:lnTo>
                  <a:lnTo>
                    <a:pt x="134353" y="248742"/>
                  </a:lnTo>
                  <a:lnTo>
                    <a:pt x="136309" y="246634"/>
                  </a:lnTo>
                  <a:lnTo>
                    <a:pt x="137693" y="245148"/>
                  </a:lnTo>
                  <a:lnTo>
                    <a:pt x="137706" y="243509"/>
                  </a:lnTo>
                  <a:close/>
                </a:path>
                <a:path w="216535" h="563879">
                  <a:moveTo>
                    <a:pt x="138760" y="505231"/>
                  </a:moveTo>
                  <a:lnTo>
                    <a:pt x="129247" y="505231"/>
                  </a:lnTo>
                  <a:lnTo>
                    <a:pt x="129247" y="512622"/>
                  </a:lnTo>
                  <a:lnTo>
                    <a:pt x="133997" y="512622"/>
                  </a:lnTo>
                  <a:lnTo>
                    <a:pt x="138760" y="512622"/>
                  </a:lnTo>
                  <a:lnTo>
                    <a:pt x="138760" y="505231"/>
                  </a:lnTo>
                  <a:close/>
                </a:path>
                <a:path w="216535" h="563879">
                  <a:moveTo>
                    <a:pt x="154216" y="128219"/>
                  </a:moveTo>
                  <a:lnTo>
                    <a:pt x="152488" y="126720"/>
                  </a:lnTo>
                  <a:lnTo>
                    <a:pt x="151828" y="126530"/>
                  </a:lnTo>
                  <a:lnTo>
                    <a:pt x="147332" y="126187"/>
                  </a:lnTo>
                  <a:lnTo>
                    <a:pt x="147332" y="129616"/>
                  </a:lnTo>
                  <a:lnTo>
                    <a:pt x="144145" y="127863"/>
                  </a:lnTo>
                  <a:lnTo>
                    <a:pt x="141262" y="126288"/>
                  </a:lnTo>
                  <a:lnTo>
                    <a:pt x="138087" y="130073"/>
                  </a:lnTo>
                  <a:lnTo>
                    <a:pt x="143675" y="135521"/>
                  </a:lnTo>
                  <a:lnTo>
                    <a:pt x="147332" y="130683"/>
                  </a:lnTo>
                  <a:lnTo>
                    <a:pt x="147332" y="131749"/>
                  </a:lnTo>
                  <a:lnTo>
                    <a:pt x="150583" y="131495"/>
                  </a:lnTo>
                  <a:lnTo>
                    <a:pt x="151815" y="131406"/>
                  </a:lnTo>
                  <a:lnTo>
                    <a:pt x="152514" y="131178"/>
                  </a:lnTo>
                  <a:lnTo>
                    <a:pt x="154216" y="129717"/>
                  </a:lnTo>
                  <a:lnTo>
                    <a:pt x="154216" y="128219"/>
                  </a:lnTo>
                  <a:close/>
                </a:path>
                <a:path w="216535" h="563879">
                  <a:moveTo>
                    <a:pt x="155092" y="125018"/>
                  </a:moveTo>
                  <a:lnTo>
                    <a:pt x="154470" y="124053"/>
                  </a:lnTo>
                  <a:lnTo>
                    <a:pt x="154279" y="123786"/>
                  </a:lnTo>
                  <a:lnTo>
                    <a:pt x="152704" y="121348"/>
                  </a:lnTo>
                  <a:lnTo>
                    <a:pt x="150164" y="123875"/>
                  </a:lnTo>
                  <a:lnTo>
                    <a:pt x="152057" y="125107"/>
                  </a:lnTo>
                  <a:lnTo>
                    <a:pt x="153847" y="126263"/>
                  </a:lnTo>
                  <a:lnTo>
                    <a:pt x="155092" y="125018"/>
                  </a:lnTo>
                  <a:close/>
                </a:path>
                <a:path w="216535" h="563879">
                  <a:moveTo>
                    <a:pt x="156578" y="51498"/>
                  </a:moveTo>
                  <a:lnTo>
                    <a:pt x="154520" y="47244"/>
                  </a:lnTo>
                  <a:lnTo>
                    <a:pt x="152184" y="48831"/>
                  </a:lnTo>
                  <a:lnTo>
                    <a:pt x="148678" y="51193"/>
                  </a:lnTo>
                  <a:lnTo>
                    <a:pt x="149567" y="53924"/>
                  </a:lnTo>
                  <a:lnTo>
                    <a:pt x="156578" y="51498"/>
                  </a:lnTo>
                  <a:close/>
                </a:path>
                <a:path w="216535" h="563879">
                  <a:moveTo>
                    <a:pt x="156819" y="100253"/>
                  </a:moveTo>
                  <a:lnTo>
                    <a:pt x="151269" y="96202"/>
                  </a:lnTo>
                  <a:lnTo>
                    <a:pt x="147294" y="99174"/>
                  </a:lnTo>
                  <a:lnTo>
                    <a:pt x="144691" y="101117"/>
                  </a:lnTo>
                  <a:lnTo>
                    <a:pt x="144703" y="92316"/>
                  </a:lnTo>
                  <a:lnTo>
                    <a:pt x="132486" y="92316"/>
                  </a:lnTo>
                  <a:lnTo>
                    <a:pt x="132473" y="101803"/>
                  </a:lnTo>
                  <a:lnTo>
                    <a:pt x="138595" y="101803"/>
                  </a:lnTo>
                  <a:lnTo>
                    <a:pt x="143764" y="101803"/>
                  </a:lnTo>
                  <a:lnTo>
                    <a:pt x="143103" y="102298"/>
                  </a:lnTo>
                  <a:lnTo>
                    <a:pt x="143103" y="106959"/>
                  </a:lnTo>
                  <a:lnTo>
                    <a:pt x="151269" y="113068"/>
                  </a:lnTo>
                  <a:lnTo>
                    <a:pt x="156819" y="109029"/>
                  </a:lnTo>
                  <a:lnTo>
                    <a:pt x="156819" y="100253"/>
                  </a:lnTo>
                  <a:close/>
                </a:path>
                <a:path w="216535" h="563879">
                  <a:moveTo>
                    <a:pt x="160083" y="87020"/>
                  </a:moveTo>
                  <a:lnTo>
                    <a:pt x="159270" y="87020"/>
                  </a:lnTo>
                  <a:lnTo>
                    <a:pt x="159270" y="87642"/>
                  </a:lnTo>
                  <a:lnTo>
                    <a:pt x="159677" y="87642"/>
                  </a:lnTo>
                  <a:lnTo>
                    <a:pt x="160083" y="87642"/>
                  </a:lnTo>
                  <a:lnTo>
                    <a:pt x="160083" y="87020"/>
                  </a:lnTo>
                  <a:close/>
                </a:path>
                <a:path w="216535" h="563879">
                  <a:moveTo>
                    <a:pt x="163068" y="538022"/>
                  </a:moveTo>
                  <a:lnTo>
                    <a:pt x="161264" y="534873"/>
                  </a:lnTo>
                  <a:lnTo>
                    <a:pt x="158470" y="534873"/>
                  </a:lnTo>
                  <a:lnTo>
                    <a:pt x="154965" y="534885"/>
                  </a:lnTo>
                  <a:lnTo>
                    <a:pt x="153136" y="537451"/>
                  </a:lnTo>
                  <a:lnTo>
                    <a:pt x="156857" y="542620"/>
                  </a:lnTo>
                  <a:lnTo>
                    <a:pt x="160159" y="542988"/>
                  </a:lnTo>
                  <a:lnTo>
                    <a:pt x="163068" y="538022"/>
                  </a:lnTo>
                  <a:close/>
                </a:path>
                <a:path w="216535" h="563879">
                  <a:moveTo>
                    <a:pt x="163283" y="504926"/>
                  </a:moveTo>
                  <a:lnTo>
                    <a:pt x="155270" y="502475"/>
                  </a:lnTo>
                  <a:lnTo>
                    <a:pt x="155244" y="511060"/>
                  </a:lnTo>
                  <a:lnTo>
                    <a:pt x="160020" y="509612"/>
                  </a:lnTo>
                  <a:lnTo>
                    <a:pt x="163283" y="508622"/>
                  </a:lnTo>
                  <a:lnTo>
                    <a:pt x="163283" y="504926"/>
                  </a:lnTo>
                  <a:close/>
                </a:path>
                <a:path w="216535" h="563879">
                  <a:moveTo>
                    <a:pt x="164947" y="115290"/>
                  </a:moveTo>
                  <a:lnTo>
                    <a:pt x="163677" y="112242"/>
                  </a:lnTo>
                  <a:lnTo>
                    <a:pt x="162674" y="109880"/>
                  </a:lnTo>
                  <a:lnTo>
                    <a:pt x="160997" y="109867"/>
                  </a:lnTo>
                  <a:lnTo>
                    <a:pt x="158737" y="115265"/>
                  </a:lnTo>
                  <a:lnTo>
                    <a:pt x="164947" y="115290"/>
                  </a:lnTo>
                  <a:close/>
                </a:path>
                <a:path w="216535" h="563879">
                  <a:moveTo>
                    <a:pt x="167398" y="30886"/>
                  </a:moveTo>
                  <a:lnTo>
                    <a:pt x="167322" y="28625"/>
                  </a:lnTo>
                  <a:lnTo>
                    <a:pt x="164680" y="24828"/>
                  </a:lnTo>
                  <a:lnTo>
                    <a:pt x="161302" y="24091"/>
                  </a:lnTo>
                  <a:lnTo>
                    <a:pt x="156819" y="28575"/>
                  </a:lnTo>
                  <a:lnTo>
                    <a:pt x="157683" y="31826"/>
                  </a:lnTo>
                  <a:lnTo>
                    <a:pt x="158051" y="32118"/>
                  </a:lnTo>
                  <a:lnTo>
                    <a:pt x="161442" y="35521"/>
                  </a:lnTo>
                  <a:lnTo>
                    <a:pt x="164579" y="34569"/>
                  </a:lnTo>
                  <a:lnTo>
                    <a:pt x="167398" y="30886"/>
                  </a:lnTo>
                  <a:close/>
                </a:path>
                <a:path w="216535" h="563879">
                  <a:moveTo>
                    <a:pt x="167754" y="74498"/>
                  </a:moveTo>
                  <a:lnTo>
                    <a:pt x="166154" y="68707"/>
                  </a:lnTo>
                  <a:lnTo>
                    <a:pt x="162534" y="66979"/>
                  </a:lnTo>
                  <a:lnTo>
                    <a:pt x="159956" y="68694"/>
                  </a:lnTo>
                  <a:lnTo>
                    <a:pt x="158508" y="69659"/>
                  </a:lnTo>
                  <a:lnTo>
                    <a:pt x="157594" y="70713"/>
                  </a:lnTo>
                  <a:lnTo>
                    <a:pt x="157607" y="75184"/>
                  </a:lnTo>
                  <a:lnTo>
                    <a:pt x="159562" y="77533"/>
                  </a:lnTo>
                  <a:lnTo>
                    <a:pt x="165430" y="77533"/>
                  </a:lnTo>
                  <a:lnTo>
                    <a:pt x="167754" y="74498"/>
                  </a:lnTo>
                  <a:close/>
                </a:path>
                <a:path w="216535" h="563879">
                  <a:moveTo>
                    <a:pt x="171869" y="38976"/>
                  </a:moveTo>
                  <a:lnTo>
                    <a:pt x="171284" y="38976"/>
                  </a:lnTo>
                  <a:lnTo>
                    <a:pt x="171284" y="39433"/>
                  </a:lnTo>
                  <a:lnTo>
                    <a:pt x="171577" y="39433"/>
                  </a:lnTo>
                  <a:lnTo>
                    <a:pt x="171869" y="39433"/>
                  </a:lnTo>
                  <a:lnTo>
                    <a:pt x="171869" y="38976"/>
                  </a:lnTo>
                  <a:close/>
                </a:path>
                <a:path w="216535" h="563879">
                  <a:moveTo>
                    <a:pt x="172656" y="90144"/>
                  </a:moveTo>
                  <a:lnTo>
                    <a:pt x="165061" y="90170"/>
                  </a:lnTo>
                  <a:lnTo>
                    <a:pt x="164477" y="97409"/>
                  </a:lnTo>
                  <a:lnTo>
                    <a:pt x="166560" y="98729"/>
                  </a:lnTo>
                  <a:lnTo>
                    <a:pt x="170700" y="99263"/>
                  </a:lnTo>
                  <a:lnTo>
                    <a:pt x="172466" y="97066"/>
                  </a:lnTo>
                  <a:lnTo>
                    <a:pt x="172466" y="95186"/>
                  </a:lnTo>
                  <a:lnTo>
                    <a:pt x="172440" y="92925"/>
                  </a:lnTo>
                  <a:lnTo>
                    <a:pt x="172567" y="91389"/>
                  </a:lnTo>
                  <a:lnTo>
                    <a:pt x="172656" y="90144"/>
                  </a:lnTo>
                  <a:close/>
                </a:path>
                <a:path w="216535" h="563879">
                  <a:moveTo>
                    <a:pt x="176149" y="542163"/>
                  </a:moveTo>
                  <a:lnTo>
                    <a:pt x="176149" y="542353"/>
                  </a:lnTo>
                  <a:lnTo>
                    <a:pt x="176149" y="542163"/>
                  </a:lnTo>
                  <a:close/>
                </a:path>
                <a:path w="216535" h="563879">
                  <a:moveTo>
                    <a:pt x="176149" y="541845"/>
                  </a:moveTo>
                  <a:lnTo>
                    <a:pt x="176149" y="542112"/>
                  </a:lnTo>
                  <a:lnTo>
                    <a:pt x="176149" y="541883"/>
                  </a:lnTo>
                  <a:close/>
                </a:path>
                <a:path w="216535" h="563879">
                  <a:moveTo>
                    <a:pt x="176161" y="541362"/>
                  </a:moveTo>
                  <a:close/>
                </a:path>
                <a:path w="216535" h="563879">
                  <a:moveTo>
                    <a:pt x="176174" y="541401"/>
                  </a:moveTo>
                  <a:lnTo>
                    <a:pt x="175882" y="541528"/>
                  </a:lnTo>
                  <a:lnTo>
                    <a:pt x="175945" y="541693"/>
                  </a:lnTo>
                  <a:lnTo>
                    <a:pt x="176174" y="541401"/>
                  </a:lnTo>
                  <a:close/>
                </a:path>
                <a:path w="216535" h="563879">
                  <a:moveTo>
                    <a:pt x="177558" y="541439"/>
                  </a:moveTo>
                  <a:lnTo>
                    <a:pt x="177444" y="541032"/>
                  </a:lnTo>
                  <a:lnTo>
                    <a:pt x="177457" y="541172"/>
                  </a:lnTo>
                  <a:lnTo>
                    <a:pt x="177558" y="541439"/>
                  </a:lnTo>
                  <a:close/>
                </a:path>
                <a:path w="216535" h="563879">
                  <a:moveTo>
                    <a:pt x="177584" y="541528"/>
                  </a:moveTo>
                  <a:close/>
                </a:path>
                <a:path w="216535" h="563879">
                  <a:moveTo>
                    <a:pt x="177761" y="68834"/>
                  </a:moveTo>
                  <a:lnTo>
                    <a:pt x="176872" y="67602"/>
                  </a:lnTo>
                  <a:lnTo>
                    <a:pt x="175209" y="67640"/>
                  </a:lnTo>
                  <a:lnTo>
                    <a:pt x="171132" y="67716"/>
                  </a:lnTo>
                  <a:lnTo>
                    <a:pt x="173951" y="73812"/>
                  </a:lnTo>
                  <a:lnTo>
                    <a:pt x="176491" y="70497"/>
                  </a:lnTo>
                  <a:lnTo>
                    <a:pt x="177761" y="68834"/>
                  </a:lnTo>
                  <a:close/>
                </a:path>
                <a:path w="216535" h="563879">
                  <a:moveTo>
                    <a:pt x="184619" y="122313"/>
                  </a:moveTo>
                  <a:lnTo>
                    <a:pt x="181483" y="120408"/>
                  </a:lnTo>
                  <a:lnTo>
                    <a:pt x="178346" y="120954"/>
                  </a:lnTo>
                  <a:lnTo>
                    <a:pt x="172885" y="121907"/>
                  </a:lnTo>
                  <a:lnTo>
                    <a:pt x="174117" y="130695"/>
                  </a:lnTo>
                  <a:lnTo>
                    <a:pt x="182346" y="130695"/>
                  </a:lnTo>
                  <a:lnTo>
                    <a:pt x="184619" y="128422"/>
                  </a:lnTo>
                  <a:lnTo>
                    <a:pt x="184619" y="122313"/>
                  </a:lnTo>
                  <a:close/>
                </a:path>
                <a:path w="216535" h="563879">
                  <a:moveTo>
                    <a:pt x="186207" y="38354"/>
                  </a:moveTo>
                  <a:lnTo>
                    <a:pt x="174256" y="38354"/>
                  </a:lnTo>
                  <a:lnTo>
                    <a:pt x="174244" y="47625"/>
                  </a:lnTo>
                  <a:lnTo>
                    <a:pt x="180225" y="47625"/>
                  </a:lnTo>
                  <a:lnTo>
                    <a:pt x="186194" y="47625"/>
                  </a:lnTo>
                  <a:lnTo>
                    <a:pt x="186207" y="38354"/>
                  </a:lnTo>
                  <a:close/>
                </a:path>
                <a:path w="216535" h="563879">
                  <a:moveTo>
                    <a:pt x="187833" y="538746"/>
                  </a:moveTo>
                  <a:lnTo>
                    <a:pt x="186423" y="537210"/>
                  </a:lnTo>
                  <a:lnTo>
                    <a:pt x="179679" y="529882"/>
                  </a:lnTo>
                  <a:lnTo>
                    <a:pt x="177838" y="529729"/>
                  </a:lnTo>
                  <a:lnTo>
                    <a:pt x="177838" y="540448"/>
                  </a:lnTo>
                  <a:lnTo>
                    <a:pt x="177711" y="540956"/>
                  </a:lnTo>
                  <a:lnTo>
                    <a:pt x="177660" y="541693"/>
                  </a:lnTo>
                  <a:lnTo>
                    <a:pt x="177584" y="541528"/>
                  </a:lnTo>
                  <a:lnTo>
                    <a:pt x="177596" y="542010"/>
                  </a:lnTo>
                  <a:lnTo>
                    <a:pt x="177546" y="541629"/>
                  </a:lnTo>
                  <a:lnTo>
                    <a:pt x="177025" y="542150"/>
                  </a:lnTo>
                  <a:lnTo>
                    <a:pt x="177533" y="541629"/>
                  </a:lnTo>
                  <a:lnTo>
                    <a:pt x="177368" y="541756"/>
                  </a:lnTo>
                  <a:lnTo>
                    <a:pt x="177139" y="542010"/>
                  </a:lnTo>
                  <a:lnTo>
                    <a:pt x="177368" y="541756"/>
                  </a:lnTo>
                  <a:lnTo>
                    <a:pt x="177495" y="541604"/>
                  </a:lnTo>
                  <a:lnTo>
                    <a:pt x="177241" y="541375"/>
                  </a:lnTo>
                  <a:lnTo>
                    <a:pt x="177342" y="541172"/>
                  </a:lnTo>
                  <a:lnTo>
                    <a:pt x="177342" y="540880"/>
                  </a:lnTo>
                  <a:lnTo>
                    <a:pt x="177253" y="540651"/>
                  </a:lnTo>
                  <a:lnTo>
                    <a:pt x="176593" y="539978"/>
                  </a:lnTo>
                  <a:lnTo>
                    <a:pt x="177279" y="540550"/>
                  </a:lnTo>
                  <a:lnTo>
                    <a:pt x="177444" y="541032"/>
                  </a:lnTo>
                  <a:lnTo>
                    <a:pt x="177838" y="540448"/>
                  </a:lnTo>
                  <a:lnTo>
                    <a:pt x="177838" y="529729"/>
                  </a:lnTo>
                  <a:lnTo>
                    <a:pt x="176403" y="529602"/>
                  </a:lnTo>
                  <a:lnTo>
                    <a:pt x="176403" y="541286"/>
                  </a:lnTo>
                  <a:lnTo>
                    <a:pt x="176263" y="541350"/>
                  </a:lnTo>
                  <a:lnTo>
                    <a:pt x="176149" y="541743"/>
                  </a:lnTo>
                  <a:lnTo>
                    <a:pt x="176250" y="542137"/>
                  </a:lnTo>
                  <a:lnTo>
                    <a:pt x="176237" y="542442"/>
                  </a:lnTo>
                  <a:lnTo>
                    <a:pt x="176377" y="542594"/>
                  </a:lnTo>
                  <a:lnTo>
                    <a:pt x="176149" y="542353"/>
                  </a:lnTo>
                  <a:lnTo>
                    <a:pt x="176149" y="542810"/>
                  </a:lnTo>
                  <a:lnTo>
                    <a:pt x="176098" y="542290"/>
                  </a:lnTo>
                  <a:lnTo>
                    <a:pt x="175996" y="542023"/>
                  </a:lnTo>
                  <a:lnTo>
                    <a:pt x="176009" y="541743"/>
                  </a:lnTo>
                  <a:lnTo>
                    <a:pt x="175780" y="541566"/>
                  </a:lnTo>
                  <a:lnTo>
                    <a:pt x="175653" y="541616"/>
                  </a:lnTo>
                  <a:lnTo>
                    <a:pt x="175399" y="541731"/>
                  </a:lnTo>
                  <a:lnTo>
                    <a:pt x="175577" y="541629"/>
                  </a:lnTo>
                  <a:lnTo>
                    <a:pt x="175729" y="541540"/>
                  </a:lnTo>
                  <a:lnTo>
                    <a:pt x="175882" y="541528"/>
                  </a:lnTo>
                  <a:lnTo>
                    <a:pt x="176072" y="541439"/>
                  </a:lnTo>
                  <a:lnTo>
                    <a:pt x="176161" y="540880"/>
                  </a:lnTo>
                  <a:lnTo>
                    <a:pt x="176161" y="541362"/>
                  </a:lnTo>
                  <a:lnTo>
                    <a:pt x="176403" y="541286"/>
                  </a:lnTo>
                  <a:lnTo>
                    <a:pt x="176403" y="529602"/>
                  </a:lnTo>
                  <a:lnTo>
                    <a:pt x="172707" y="529285"/>
                  </a:lnTo>
                  <a:lnTo>
                    <a:pt x="164350" y="538010"/>
                  </a:lnTo>
                  <a:lnTo>
                    <a:pt x="164579" y="545045"/>
                  </a:lnTo>
                  <a:lnTo>
                    <a:pt x="168605" y="549300"/>
                  </a:lnTo>
                  <a:lnTo>
                    <a:pt x="173037" y="551154"/>
                  </a:lnTo>
                  <a:lnTo>
                    <a:pt x="174205" y="550583"/>
                  </a:lnTo>
                  <a:lnTo>
                    <a:pt x="177711" y="550913"/>
                  </a:lnTo>
                  <a:lnTo>
                    <a:pt x="180035" y="550354"/>
                  </a:lnTo>
                  <a:lnTo>
                    <a:pt x="187083" y="545782"/>
                  </a:lnTo>
                  <a:lnTo>
                    <a:pt x="187604" y="540918"/>
                  </a:lnTo>
                  <a:lnTo>
                    <a:pt x="187655" y="540448"/>
                  </a:lnTo>
                  <a:lnTo>
                    <a:pt x="187706" y="539978"/>
                  </a:lnTo>
                  <a:lnTo>
                    <a:pt x="187833" y="538746"/>
                  </a:lnTo>
                  <a:close/>
                </a:path>
                <a:path w="216535" h="563879">
                  <a:moveTo>
                    <a:pt x="191681" y="115811"/>
                  </a:moveTo>
                  <a:lnTo>
                    <a:pt x="189064" y="113182"/>
                  </a:lnTo>
                  <a:lnTo>
                    <a:pt x="186817" y="114173"/>
                  </a:lnTo>
                  <a:lnTo>
                    <a:pt x="186766" y="115989"/>
                  </a:lnTo>
                  <a:lnTo>
                    <a:pt x="186766" y="116166"/>
                  </a:lnTo>
                  <a:lnTo>
                    <a:pt x="186766" y="116344"/>
                  </a:lnTo>
                  <a:lnTo>
                    <a:pt x="186740" y="117373"/>
                  </a:lnTo>
                  <a:lnTo>
                    <a:pt x="187502" y="118135"/>
                  </a:lnTo>
                  <a:lnTo>
                    <a:pt x="188341" y="118110"/>
                  </a:lnTo>
                  <a:lnTo>
                    <a:pt x="188518" y="118097"/>
                  </a:lnTo>
                  <a:lnTo>
                    <a:pt x="188696" y="118097"/>
                  </a:lnTo>
                  <a:lnTo>
                    <a:pt x="188874" y="118097"/>
                  </a:lnTo>
                  <a:lnTo>
                    <a:pt x="190703" y="118046"/>
                  </a:lnTo>
                  <a:lnTo>
                    <a:pt x="191681" y="115811"/>
                  </a:lnTo>
                  <a:close/>
                </a:path>
                <a:path w="216535" h="563879">
                  <a:moveTo>
                    <a:pt x="191973" y="87134"/>
                  </a:moveTo>
                  <a:lnTo>
                    <a:pt x="187566" y="82473"/>
                  </a:lnTo>
                  <a:lnTo>
                    <a:pt x="184086" y="83324"/>
                  </a:lnTo>
                  <a:lnTo>
                    <a:pt x="181838" y="88658"/>
                  </a:lnTo>
                  <a:lnTo>
                    <a:pt x="183934" y="91046"/>
                  </a:lnTo>
                  <a:lnTo>
                    <a:pt x="186690" y="91389"/>
                  </a:lnTo>
                  <a:lnTo>
                    <a:pt x="190703" y="91871"/>
                  </a:lnTo>
                  <a:lnTo>
                    <a:pt x="191973" y="87134"/>
                  </a:lnTo>
                  <a:close/>
                </a:path>
                <a:path w="216535" h="563879">
                  <a:moveTo>
                    <a:pt x="205409" y="48412"/>
                  </a:moveTo>
                  <a:lnTo>
                    <a:pt x="205295" y="45631"/>
                  </a:lnTo>
                  <a:lnTo>
                    <a:pt x="203708" y="44818"/>
                  </a:lnTo>
                  <a:lnTo>
                    <a:pt x="203377" y="44665"/>
                  </a:lnTo>
                  <a:lnTo>
                    <a:pt x="203073" y="44488"/>
                  </a:lnTo>
                  <a:lnTo>
                    <a:pt x="202780" y="44284"/>
                  </a:lnTo>
                  <a:lnTo>
                    <a:pt x="199428" y="42151"/>
                  </a:lnTo>
                  <a:lnTo>
                    <a:pt x="196545" y="48018"/>
                  </a:lnTo>
                  <a:lnTo>
                    <a:pt x="200583" y="49491"/>
                  </a:lnTo>
                  <a:lnTo>
                    <a:pt x="201777" y="49911"/>
                  </a:lnTo>
                  <a:lnTo>
                    <a:pt x="202603" y="49695"/>
                  </a:lnTo>
                  <a:lnTo>
                    <a:pt x="205409" y="48412"/>
                  </a:lnTo>
                  <a:close/>
                </a:path>
                <a:path w="216535" h="563879">
                  <a:moveTo>
                    <a:pt x="205714" y="101041"/>
                  </a:moveTo>
                  <a:lnTo>
                    <a:pt x="202755" y="99555"/>
                  </a:lnTo>
                  <a:lnTo>
                    <a:pt x="202133" y="101549"/>
                  </a:lnTo>
                  <a:lnTo>
                    <a:pt x="201422" y="102285"/>
                  </a:lnTo>
                  <a:lnTo>
                    <a:pt x="201066" y="102666"/>
                  </a:lnTo>
                  <a:lnTo>
                    <a:pt x="200126" y="103009"/>
                  </a:lnTo>
                  <a:lnTo>
                    <a:pt x="200177" y="104584"/>
                  </a:lnTo>
                  <a:lnTo>
                    <a:pt x="202806" y="104444"/>
                  </a:lnTo>
                  <a:lnTo>
                    <a:pt x="203809" y="103822"/>
                  </a:lnTo>
                  <a:lnTo>
                    <a:pt x="205714" y="101041"/>
                  </a:lnTo>
                  <a:close/>
                </a:path>
                <a:path w="216535" h="563879">
                  <a:moveTo>
                    <a:pt x="208241" y="125793"/>
                  </a:moveTo>
                  <a:lnTo>
                    <a:pt x="206197" y="123393"/>
                  </a:lnTo>
                  <a:lnTo>
                    <a:pt x="201218" y="124764"/>
                  </a:lnTo>
                  <a:lnTo>
                    <a:pt x="200202" y="128016"/>
                  </a:lnTo>
                  <a:lnTo>
                    <a:pt x="202095" y="129755"/>
                  </a:lnTo>
                  <a:lnTo>
                    <a:pt x="204533" y="131978"/>
                  </a:lnTo>
                  <a:lnTo>
                    <a:pt x="207048" y="131622"/>
                  </a:lnTo>
                  <a:lnTo>
                    <a:pt x="207645" y="128727"/>
                  </a:lnTo>
                  <a:lnTo>
                    <a:pt x="207746" y="128270"/>
                  </a:lnTo>
                  <a:lnTo>
                    <a:pt x="208241" y="125793"/>
                  </a:lnTo>
                  <a:close/>
                </a:path>
                <a:path w="216535" h="563879">
                  <a:moveTo>
                    <a:pt x="209626" y="554647"/>
                  </a:moveTo>
                  <a:lnTo>
                    <a:pt x="207200" y="549897"/>
                  </a:lnTo>
                  <a:lnTo>
                    <a:pt x="203212" y="549605"/>
                  </a:lnTo>
                  <a:lnTo>
                    <a:pt x="200596" y="549402"/>
                  </a:lnTo>
                  <a:lnTo>
                    <a:pt x="198272" y="551738"/>
                  </a:lnTo>
                  <a:lnTo>
                    <a:pt x="198767" y="558330"/>
                  </a:lnTo>
                  <a:lnTo>
                    <a:pt x="203504" y="560768"/>
                  </a:lnTo>
                  <a:lnTo>
                    <a:pt x="209626" y="554647"/>
                  </a:lnTo>
                  <a:close/>
                </a:path>
                <a:path w="216535" h="563879">
                  <a:moveTo>
                    <a:pt x="213677" y="87693"/>
                  </a:moveTo>
                  <a:lnTo>
                    <a:pt x="211810" y="80924"/>
                  </a:lnTo>
                  <a:lnTo>
                    <a:pt x="208356" y="78955"/>
                  </a:lnTo>
                  <a:lnTo>
                    <a:pt x="201688" y="80797"/>
                  </a:lnTo>
                  <a:lnTo>
                    <a:pt x="199059" y="85610"/>
                  </a:lnTo>
                  <a:lnTo>
                    <a:pt x="201510" y="88823"/>
                  </a:lnTo>
                  <a:lnTo>
                    <a:pt x="203098" y="90919"/>
                  </a:lnTo>
                  <a:lnTo>
                    <a:pt x="204889" y="92125"/>
                  </a:lnTo>
                  <a:lnTo>
                    <a:pt x="211188" y="91224"/>
                  </a:lnTo>
                  <a:lnTo>
                    <a:pt x="213677" y="87693"/>
                  </a:lnTo>
                  <a:close/>
                </a:path>
                <a:path w="216535" h="563879">
                  <a:moveTo>
                    <a:pt x="216204" y="62369"/>
                  </a:moveTo>
                  <a:lnTo>
                    <a:pt x="211264" y="56286"/>
                  </a:lnTo>
                  <a:lnTo>
                    <a:pt x="202933" y="55168"/>
                  </a:lnTo>
                  <a:lnTo>
                    <a:pt x="200482" y="55816"/>
                  </a:lnTo>
                  <a:lnTo>
                    <a:pt x="196011" y="59270"/>
                  </a:lnTo>
                  <a:lnTo>
                    <a:pt x="193878" y="62433"/>
                  </a:lnTo>
                  <a:lnTo>
                    <a:pt x="194030" y="63588"/>
                  </a:lnTo>
                  <a:lnTo>
                    <a:pt x="186829" y="63588"/>
                  </a:lnTo>
                  <a:lnTo>
                    <a:pt x="186829" y="70116"/>
                  </a:lnTo>
                  <a:lnTo>
                    <a:pt x="191046" y="70116"/>
                  </a:lnTo>
                  <a:lnTo>
                    <a:pt x="194894" y="70116"/>
                  </a:lnTo>
                  <a:lnTo>
                    <a:pt x="195033" y="71120"/>
                  </a:lnTo>
                  <a:lnTo>
                    <a:pt x="197650" y="75196"/>
                  </a:lnTo>
                  <a:lnTo>
                    <a:pt x="208102" y="76593"/>
                  </a:lnTo>
                  <a:lnTo>
                    <a:pt x="212166" y="73507"/>
                  </a:lnTo>
                  <a:lnTo>
                    <a:pt x="213880" y="68795"/>
                  </a:lnTo>
                  <a:lnTo>
                    <a:pt x="216204" y="6236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2579090" y="7490796"/>
              <a:ext cx="201295" cy="104139"/>
            </a:xfrm>
            <a:custGeom>
              <a:avLst/>
              <a:gdLst/>
              <a:ahLst/>
              <a:cxnLst/>
              <a:rect l="l" t="t" r="r" b="b"/>
              <a:pathLst>
                <a:path w="201294" h="104140">
                  <a:moveTo>
                    <a:pt x="8191" y="48895"/>
                  </a:moveTo>
                  <a:lnTo>
                    <a:pt x="7937" y="47523"/>
                  </a:lnTo>
                  <a:lnTo>
                    <a:pt x="7874" y="47167"/>
                  </a:lnTo>
                  <a:lnTo>
                    <a:pt x="7823" y="46990"/>
                  </a:lnTo>
                  <a:lnTo>
                    <a:pt x="7696" y="46278"/>
                  </a:lnTo>
                  <a:lnTo>
                    <a:pt x="6540" y="46278"/>
                  </a:lnTo>
                  <a:lnTo>
                    <a:pt x="6311" y="47523"/>
                  </a:lnTo>
                  <a:lnTo>
                    <a:pt x="6045" y="48882"/>
                  </a:lnTo>
                  <a:lnTo>
                    <a:pt x="8191" y="48895"/>
                  </a:lnTo>
                  <a:close/>
                </a:path>
                <a:path w="201294" h="104140">
                  <a:moveTo>
                    <a:pt x="9131" y="25641"/>
                  </a:moveTo>
                  <a:lnTo>
                    <a:pt x="7886" y="23812"/>
                  </a:lnTo>
                  <a:lnTo>
                    <a:pt x="6388" y="21590"/>
                  </a:lnTo>
                  <a:lnTo>
                    <a:pt x="4483" y="21590"/>
                  </a:lnTo>
                  <a:lnTo>
                    <a:pt x="1739" y="25641"/>
                  </a:lnTo>
                  <a:lnTo>
                    <a:pt x="3390" y="28092"/>
                  </a:lnTo>
                  <a:lnTo>
                    <a:pt x="7480" y="28092"/>
                  </a:lnTo>
                  <a:lnTo>
                    <a:pt x="9131" y="25641"/>
                  </a:lnTo>
                  <a:close/>
                </a:path>
                <a:path w="201294" h="104140">
                  <a:moveTo>
                    <a:pt x="10871" y="10350"/>
                  </a:moveTo>
                  <a:lnTo>
                    <a:pt x="12" y="10350"/>
                  </a:lnTo>
                  <a:lnTo>
                    <a:pt x="0" y="18783"/>
                  </a:lnTo>
                  <a:lnTo>
                    <a:pt x="5435" y="18783"/>
                  </a:lnTo>
                  <a:lnTo>
                    <a:pt x="10858" y="18783"/>
                  </a:lnTo>
                  <a:lnTo>
                    <a:pt x="10871" y="10350"/>
                  </a:lnTo>
                  <a:close/>
                </a:path>
                <a:path w="201294" h="104140">
                  <a:moveTo>
                    <a:pt x="14643" y="35991"/>
                  </a:moveTo>
                  <a:lnTo>
                    <a:pt x="12446" y="33464"/>
                  </a:lnTo>
                  <a:lnTo>
                    <a:pt x="9156" y="29679"/>
                  </a:lnTo>
                  <a:lnTo>
                    <a:pt x="4140" y="35433"/>
                  </a:lnTo>
                  <a:lnTo>
                    <a:pt x="11823" y="40157"/>
                  </a:lnTo>
                  <a:lnTo>
                    <a:pt x="14643" y="35991"/>
                  </a:lnTo>
                  <a:close/>
                </a:path>
                <a:path w="201294" h="104140">
                  <a:moveTo>
                    <a:pt x="16941" y="53276"/>
                  </a:moveTo>
                  <a:lnTo>
                    <a:pt x="12661" y="47917"/>
                  </a:lnTo>
                  <a:lnTo>
                    <a:pt x="11417" y="49682"/>
                  </a:lnTo>
                  <a:lnTo>
                    <a:pt x="8851" y="49923"/>
                  </a:lnTo>
                  <a:lnTo>
                    <a:pt x="8407" y="54965"/>
                  </a:lnTo>
                  <a:lnTo>
                    <a:pt x="11442" y="56134"/>
                  </a:lnTo>
                  <a:lnTo>
                    <a:pt x="16941" y="53276"/>
                  </a:lnTo>
                  <a:close/>
                </a:path>
                <a:path w="201294" h="104140">
                  <a:moveTo>
                    <a:pt x="33489" y="11658"/>
                  </a:moveTo>
                  <a:lnTo>
                    <a:pt x="30797" y="10896"/>
                  </a:lnTo>
                  <a:lnTo>
                    <a:pt x="27482" y="9956"/>
                  </a:lnTo>
                  <a:lnTo>
                    <a:pt x="26822" y="12192"/>
                  </a:lnTo>
                  <a:lnTo>
                    <a:pt x="31356" y="15659"/>
                  </a:lnTo>
                  <a:lnTo>
                    <a:pt x="33489" y="11658"/>
                  </a:lnTo>
                  <a:close/>
                </a:path>
                <a:path w="201294" h="104140">
                  <a:moveTo>
                    <a:pt x="35191" y="51536"/>
                  </a:moveTo>
                  <a:lnTo>
                    <a:pt x="34378" y="46710"/>
                  </a:lnTo>
                  <a:lnTo>
                    <a:pt x="30848" y="46075"/>
                  </a:lnTo>
                  <a:lnTo>
                    <a:pt x="26225" y="45250"/>
                  </a:lnTo>
                  <a:lnTo>
                    <a:pt x="24307" y="47167"/>
                  </a:lnTo>
                  <a:lnTo>
                    <a:pt x="25768" y="55321"/>
                  </a:lnTo>
                  <a:lnTo>
                    <a:pt x="30594" y="56134"/>
                  </a:lnTo>
                  <a:lnTo>
                    <a:pt x="35191" y="51536"/>
                  </a:lnTo>
                  <a:close/>
                </a:path>
                <a:path w="201294" h="104140">
                  <a:moveTo>
                    <a:pt x="35471" y="25692"/>
                  </a:moveTo>
                  <a:lnTo>
                    <a:pt x="28994" y="17487"/>
                  </a:lnTo>
                  <a:lnTo>
                    <a:pt x="28498" y="17983"/>
                  </a:lnTo>
                  <a:lnTo>
                    <a:pt x="21996" y="17297"/>
                  </a:lnTo>
                  <a:lnTo>
                    <a:pt x="20802" y="24218"/>
                  </a:lnTo>
                  <a:lnTo>
                    <a:pt x="25730" y="27216"/>
                  </a:lnTo>
                  <a:lnTo>
                    <a:pt x="26911" y="27901"/>
                  </a:lnTo>
                  <a:lnTo>
                    <a:pt x="32232" y="29603"/>
                  </a:lnTo>
                  <a:lnTo>
                    <a:pt x="35471" y="25692"/>
                  </a:lnTo>
                  <a:close/>
                </a:path>
                <a:path w="201294" h="104140">
                  <a:moveTo>
                    <a:pt x="42570" y="2717"/>
                  </a:moveTo>
                  <a:lnTo>
                    <a:pt x="41986" y="2717"/>
                  </a:lnTo>
                  <a:lnTo>
                    <a:pt x="41986" y="3175"/>
                  </a:lnTo>
                  <a:lnTo>
                    <a:pt x="42278" y="3175"/>
                  </a:lnTo>
                  <a:lnTo>
                    <a:pt x="42570" y="3175"/>
                  </a:lnTo>
                  <a:lnTo>
                    <a:pt x="42570" y="2717"/>
                  </a:lnTo>
                  <a:close/>
                </a:path>
                <a:path w="201294" h="104140">
                  <a:moveTo>
                    <a:pt x="43967" y="21094"/>
                  </a:moveTo>
                  <a:lnTo>
                    <a:pt x="43383" y="21094"/>
                  </a:lnTo>
                  <a:lnTo>
                    <a:pt x="43383" y="21539"/>
                  </a:lnTo>
                  <a:lnTo>
                    <a:pt x="43675" y="21539"/>
                  </a:lnTo>
                  <a:lnTo>
                    <a:pt x="43967" y="21539"/>
                  </a:lnTo>
                  <a:lnTo>
                    <a:pt x="43967" y="21094"/>
                  </a:lnTo>
                  <a:close/>
                </a:path>
                <a:path w="201294" h="104140">
                  <a:moveTo>
                    <a:pt x="49606" y="54470"/>
                  </a:moveTo>
                  <a:lnTo>
                    <a:pt x="40703" y="53352"/>
                  </a:lnTo>
                  <a:lnTo>
                    <a:pt x="41249" y="57975"/>
                  </a:lnTo>
                  <a:lnTo>
                    <a:pt x="41617" y="61061"/>
                  </a:lnTo>
                  <a:lnTo>
                    <a:pt x="45326" y="62814"/>
                  </a:lnTo>
                  <a:lnTo>
                    <a:pt x="49606" y="54470"/>
                  </a:lnTo>
                  <a:close/>
                </a:path>
                <a:path w="201294" h="104140">
                  <a:moveTo>
                    <a:pt x="59347" y="31432"/>
                  </a:moveTo>
                  <a:lnTo>
                    <a:pt x="55003" y="31432"/>
                  </a:lnTo>
                  <a:lnTo>
                    <a:pt x="54991" y="34810"/>
                  </a:lnTo>
                  <a:lnTo>
                    <a:pt x="57162" y="34810"/>
                  </a:lnTo>
                  <a:lnTo>
                    <a:pt x="59334" y="34810"/>
                  </a:lnTo>
                  <a:lnTo>
                    <a:pt x="59347" y="31432"/>
                  </a:lnTo>
                  <a:close/>
                </a:path>
                <a:path w="201294" h="104140">
                  <a:moveTo>
                    <a:pt x="65328" y="17716"/>
                  </a:moveTo>
                  <a:lnTo>
                    <a:pt x="64744" y="17716"/>
                  </a:lnTo>
                  <a:lnTo>
                    <a:pt x="64744" y="18161"/>
                  </a:lnTo>
                  <a:lnTo>
                    <a:pt x="65036" y="18161"/>
                  </a:lnTo>
                  <a:lnTo>
                    <a:pt x="65328" y="18161"/>
                  </a:lnTo>
                  <a:lnTo>
                    <a:pt x="65328" y="17716"/>
                  </a:lnTo>
                  <a:close/>
                </a:path>
                <a:path w="201294" h="104140">
                  <a:moveTo>
                    <a:pt x="65570" y="19659"/>
                  </a:moveTo>
                  <a:lnTo>
                    <a:pt x="55524" y="19659"/>
                  </a:lnTo>
                  <a:lnTo>
                    <a:pt x="55511" y="23533"/>
                  </a:lnTo>
                  <a:lnTo>
                    <a:pt x="55118" y="22542"/>
                  </a:lnTo>
                  <a:lnTo>
                    <a:pt x="54952" y="22364"/>
                  </a:lnTo>
                  <a:lnTo>
                    <a:pt x="54686" y="21958"/>
                  </a:lnTo>
                  <a:lnTo>
                    <a:pt x="53860" y="21209"/>
                  </a:lnTo>
                  <a:lnTo>
                    <a:pt x="50546" y="18161"/>
                  </a:lnTo>
                  <a:lnTo>
                    <a:pt x="45567" y="21958"/>
                  </a:lnTo>
                  <a:lnTo>
                    <a:pt x="45529" y="22136"/>
                  </a:lnTo>
                  <a:lnTo>
                    <a:pt x="48501" y="27800"/>
                  </a:lnTo>
                  <a:lnTo>
                    <a:pt x="49885" y="28308"/>
                  </a:lnTo>
                  <a:lnTo>
                    <a:pt x="52933" y="28663"/>
                  </a:lnTo>
                  <a:lnTo>
                    <a:pt x="54546" y="27686"/>
                  </a:lnTo>
                  <a:lnTo>
                    <a:pt x="55511" y="25692"/>
                  </a:lnTo>
                  <a:lnTo>
                    <a:pt x="55511" y="27470"/>
                  </a:lnTo>
                  <a:lnTo>
                    <a:pt x="60540" y="27470"/>
                  </a:lnTo>
                  <a:lnTo>
                    <a:pt x="65557" y="27470"/>
                  </a:lnTo>
                  <a:lnTo>
                    <a:pt x="65570" y="19659"/>
                  </a:lnTo>
                  <a:close/>
                </a:path>
                <a:path w="201294" h="104140">
                  <a:moveTo>
                    <a:pt x="65862" y="7734"/>
                  </a:moveTo>
                  <a:lnTo>
                    <a:pt x="65341" y="3848"/>
                  </a:lnTo>
                  <a:lnTo>
                    <a:pt x="65087" y="3276"/>
                  </a:lnTo>
                  <a:lnTo>
                    <a:pt x="64731" y="2755"/>
                  </a:lnTo>
                  <a:lnTo>
                    <a:pt x="63944" y="1587"/>
                  </a:lnTo>
                  <a:lnTo>
                    <a:pt x="62572" y="508"/>
                  </a:lnTo>
                  <a:lnTo>
                    <a:pt x="60452" y="698"/>
                  </a:lnTo>
                  <a:lnTo>
                    <a:pt x="59867" y="723"/>
                  </a:lnTo>
                  <a:lnTo>
                    <a:pt x="59931" y="901"/>
                  </a:lnTo>
                  <a:lnTo>
                    <a:pt x="61341" y="2755"/>
                  </a:lnTo>
                  <a:lnTo>
                    <a:pt x="59283" y="1193"/>
                  </a:lnTo>
                  <a:lnTo>
                    <a:pt x="61341" y="2755"/>
                  </a:lnTo>
                  <a:lnTo>
                    <a:pt x="59804" y="749"/>
                  </a:lnTo>
                  <a:lnTo>
                    <a:pt x="59245" y="0"/>
                  </a:lnTo>
                  <a:lnTo>
                    <a:pt x="58928" y="50"/>
                  </a:lnTo>
                  <a:lnTo>
                    <a:pt x="58928" y="1054"/>
                  </a:lnTo>
                  <a:lnTo>
                    <a:pt x="58572" y="1181"/>
                  </a:lnTo>
                  <a:lnTo>
                    <a:pt x="58470" y="901"/>
                  </a:lnTo>
                  <a:lnTo>
                    <a:pt x="58928" y="1054"/>
                  </a:lnTo>
                  <a:lnTo>
                    <a:pt x="58928" y="50"/>
                  </a:lnTo>
                  <a:lnTo>
                    <a:pt x="55067" y="571"/>
                  </a:lnTo>
                  <a:lnTo>
                    <a:pt x="54991" y="5702"/>
                  </a:lnTo>
                  <a:lnTo>
                    <a:pt x="55727" y="7010"/>
                  </a:lnTo>
                  <a:lnTo>
                    <a:pt x="57645" y="8204"/>
                  </a:lnTo>
                  <a:lnTo>
                    <a:pt x="58267" y="8407"/>
                  </a:lnTo>
                  <a:lnTo>
                    <a:pt x="58864" y="8648"/>
                  </a:lnTo>
                  <a:lnTo>
                    <a:pt x="59131" y="8750"/>
                  </a:lnTo>
                  <a:lnTo>
                    <a:pt x="60020" y="9105"/>
                  </a:lnTo>
                  <a:lnTo>
                    <a:pt x="60236" y="9207"/>
                  </a:lnTo>
                  <a:lnTo>
                    <a:pt x="59537" y="8978"/>
                  </a:lnTo>
                  <a:lnTo>
                    <a:pt x="62877" y="10896"/>
                  </a:lnTo>
                  <a:lnTo>
                    <a:pt x="64465" y="9207"/>
                  </a:lnTo>
                  <a:lnTo>
                    <a:pt x="64998" y="8648"/>
                  </a:lnTo>
                  <a:lnTo>
                    <a:pt x="65862" y="7734"/>
                  </a:lnTo>
                  <a:close/>
                </a:path>
                <a:path w="201294" h="104140">
                  <a:moveTo>
                    <a:pt x="77241" y="8229"/>
                  </a:moveTo>
                  <a:lnTo>
                    <a:pt x="76161" y="5829"/>
                  </a:lnTo>
                  <a:lnTo>
                    <a:pt x="75590" y="5346"/>
                  </a:lnTo>
                  <a:lnTo>
                    <a:pt x="71170" y="3098"/>
                  </a:lnTo>
                  <a:lnTo>
                    <a:pt x="68173" y="8178"/>
                  </a:lnTo>
                  <a:lnTo>
                    <a:pt x="71564" y="9906"/>
                  </a:lnTo>
                  <a:lnTo>
                    <a:pt x="72898" y="10591"/>
                  </a:lnTo>
                  <a:lnTo>
                    <a:pt x="73748" y="10769"/>
                  </a:lnTo>
                  <a:lnTo>
                    <a:pt x="76873" y="10109"/>
                  </a:lnTo>
                  <a:lnTo>
                    <a:pt x="77241" y="8229"/>
                  </a:lnTo>
                  <a:close/>
                </a:path>
                <a:path w="201294" h="104140">
                  <a:moveTo>
                    <a:pt x="79197" y="59677"/>
                  </a:moveTo>
                  <a:lnTo>
                    <a:pt x="74053" y="57200"/>
                  </a:lnTo>
                  <a:lnTo>
                    <a:pt x="69138" y="54838"/>
                  </a:lnTo>
                  <a:lnTo>
                    <a:pt x="67068" y="56896"/>
                  </a:lnTo>
                  <a:lnTo>
                    <a:pt x="71894" y="66929"/>
                  </a:lnTo>
                  <a:lnTo>
                    <a:pt x="79197" y="59677"/>
                  </a:lnTo>
                  <a:close/>
                </a:path>
                <a:path w="201294" h="104140">
                  <a:moveTo>
                    <a:pt x="87172" y="25361"/>
                  </a:moveTo>
                  <a:lnTo>
                    <a:pt x="84505" y="25361"/>
                  </a:lnTo>
                  <a:lnTo>
                    <a:pt x="84505" y="21170"/>
                  </a:lnTo>
                  <a:lnTo>
                    <a:pt x="72567" y="21170"/>
                  </a:lnTo>
                  <a:lnTo>
                    <a:pt x="72555" y="30454"/>
                  </a:lnTo>
                  <a:lnTo>
                    <a:pt x="74396" y="30454"/>
                  </a:lnTo>
                  <a:lnTo>
                    <a:pt x="74396" y="35267"/>
                  </a:lnTo>
                  <a:lnTo>
                    <a:pt x="80784" y="35267"/>
                  </a:lnTo>
                  <a:lnTo>
                    <a:pt x="87160" y="35267"/>
                  </a:lnTo>
                  <a:lnTo>
                    <a:pt x="87172" y="25361"/>
                  </a:lnTo>
                  <a:close/>
                </a:path>
                <a:path w="201294" h="104140">
                  <a:moveTo>
                    <a:pt x="89916" y="4889"/>
                  </a:moveTo>
                  <a:lnTo>
                    <a:pt x="89103" y="4889"/>
                  </a:lnTo>
                  <a:lnTo>
                    <a:pt x="89103" y="5511"/>
                  </a:lnTo>
                  <a:lnTo>
                    <a:pt x="89509" y="5511"/>
                  </a:lnTo>
                  <a:lnTo>
                    <a:pt x="89916" y="5511"/>
                  </a:lnTo>
                  <a:lnTo>
                    <a:pt x="89916" y="4889"/>
                  </a:lnTo>
                  <a:close/>
                </a:path>
                <a:path w="201294" h="104140">
                  <a:moveTo>
                    <a:pt x="97612" y="6832"/>
                  </a:moveTo>
                  <a:lnTo>
                    <a:pt x="96126" y="5334"/>
                  </a:lnTo>
                  <a:lnTo>
                    <a:pt x="90995" y="8026"/>
                  </a:lnTo>
                  <a:lnTo>
                    <a:pt x="94919" y="11976"/>
                  </a:lnTo>
                  <a:lnTo>
                    <a:pt x="96393" y="9156"/>
                  </a:lnTo>
                  <a:lnTo>
                    <a:pt x="97612" y="6832"/>
                  </a:lnTo>
                  <a:close/>
                </a:path>
                <a:path w="201294" h="104140">
                  <a:moveTo>
                    <a:pt x="116586" y="24701"/>
                  </a:moveTo>
                  <a:lnTo>
                    <a:pt x="115163" y="21869"/>
                  </a:lnTo>
                  <a:lnTo>
                    <a:pt x="112788" y="22110"/>
                  </a:lnTo>
                  <a:lnTo>
                    <a:pt x="109067" y="22491"/>
                  </a:lnTo>
                  <a:lnTo>
                    <a:pt x="107581" y="24980"/>
                  </a:lnTo>
                  <a:lnTo>
                    <a:pt x="112153" y="29248"/>
                  </a:lnTo>
                  <a:lnTo>
                    <a:pt x="114871" y="28790"/>
                  </a:lnTo>
                  <a:lnTo>
                    <a:pt x="116586" y="24701"/>
                  </a:lnTo>
                  <a:close/>
                </a:path>
                <a:path w="201294" h="104140">
                  <a:moveTo>
                    <a:pt x="141554" y="15430"/>
                  </a:moveTo>
                  <a:lnTo>
                    <a:pt x="136271" y="10147"/>
                  </a:lnTo>
                  <a:lnTo>
                    <a:pt x="131902" y="10845"/>
                  </a:lnTo>
                  <a:lnTo>
                    <a:pt x="126707" y="19062"/>
                  </a:lnTo>
                  <a:lnTo>
                    <a:pt x="132613" y="24980"/>
                  </a:lnTo>
                  <a:lnTo>
                    <a:pt x="137312" y="22021"/>
                  </a:lnTo>
                  <a:lnTo>
                    <a:pt x="140843" y="19786"/>
                  </a:lnTo>
                  <a:lnTo>
                    <a:pt x="141554" y="15430"/>
                  </a:lnTo>
                  <a:close/>
                </a:path>
                <a:path w="201294" h="104140">
                  <a:moveTo>
                    <a:pt x="144627" y="99479"/>
                  </a:moveTo>
                  <a:lnTo>
                    <a:pt x="140639" y="94602"/>
                  </a:lnTo>
                  <a:lnTo>
                    <a:pt x="139687" y="94234"/>
                  </a:lnTo>
                  <a:lnTo>
                    <a:pt x="139026" y="93294"/>
                  </a:lnTo>
                  <a:lnTo>
                    <a:pt x="137604" y="91287"/>
                  </a:lnTo>
                  <a:lnTo>
                    <a:pt x="132905" y="91795"/>
                  </a:lnTo>
                  <a:lnTo>
                    <a:pt x="133235" y="95821"/>
                  </a:lnTo>
                  <a:lnTo>
                    <a:pt x="132753" y="96748"/>
                  </a:lnTo>
                  <a:lnTo>
                    <a:pt x="133375" y="97523"/>
                  </a:lnTo>
                  <a:lnTo>
                    <a:pt x="133426" y="98209"/>
                  </a:lnTo>
                  <a:lnTo>
                    <a:pt x="134531" y="100596"/>
                  </a:lnTo>
                  <a:lnTo>
                    <a:pt x="136220" y="101142"/>
                  </a:lnTo>
                  <a:lnTo>
                    <a:pt x="138493" y="104089"/>
                  </a:lnTo>
                  <a:lnTo>
                    <a:pt x="141897" y="101523"/>
                  </a:lnTo>
                  <a:lnTo>
                    <a:pt x="144627" y="99479"/>
                  </a:lnTo>
                  <a:close/>
                </a:path>
                <a:path w="201294" h="104140">
                  <a:moveTo>
                    <a:pt x="150469" y="55016"/>
                  </a:moveTo>
                  <a:lnTo>
                    <a:pt x="146977" y="52552"/>
                  </a:lnTo>
                  <a:lnTo>
                    <a:pt x="144437" y="54381"/>
                  </a:lnTo>
                  <a:lnTo>
                    <a:pt x="141401" y="56553"/>
                  </a:lnTo>
                  <a:lnTo>
                    <a:pt x="141401" y="59118"/>
                  </a:lnTo>
                  <a:lnTo>
                    <a:pt x="146977" y="63119"/>
                  </a:lnTo>
                  <a:lnTo>
                    <a:pt x="150469" y="60655"/>
                  </a:lnTo>
                  <a:lnTo>
                    <a:pt x="150469" y="55016"/>
                  </a:lnTo>
                  <a:close/>
                </a:path>
                <a:path w="201294" h="104140">
                  <a:moveTo>
                    <a:pt x="156845" y="41744"/>
                  </a:moveTo>
                  <a:lnTo>
                    <a:pt x="150291" y="35179"/>
                  </a:lnTo>
                  <a:lnTo>
                    <a:pt x="146062" y="39408"/>
                  </a:lnTo>
                  <a:lnTo>
                    <a:pt x="140868" y="44602"/>
                  </a:lnTo>
                  <a:lnTo>
                    <a:pt x="147434" y="51168"/>
                  </a:lnTo>
                  <a:lnTo>
                    <a:pt x="156845" y="41744"/>
                  </a:lnTo>
                  <a:close/>
                </a:path>
                <a:path w="201294" h="104140">
                  <a:moveTo>
                    <a:pt x="162915" y="24714"/>
                  </a:moveTo>
                  <a:lnTo>
                    <a:pt x="159143" y="26543"/>
                  </a:lnTo>
                  <a:lnTo>
                    <a:pt x="157480" y="27355"/>
                  </a:lnTo>
                  <a:lnTo>
                    <a:pt x="157480" y="29197"/>
                  </a:lnTo>
                  <a:lnTo>
                    <a:pt x="162915" y="31838"/>
                  </a:lnTo>
                  <a:lnTo>
                    <a:pt x="162915" y="24714"/>
                  </a:lnTo>
                  <a:close/>
                </a:path>
                <a:path w="201294" h="104140">
                  <a:moveTo>
                    <a:pt x="172567" y="38023"/>
                  </a:moveTo>
                  <a:lnTo>
                    <a:pt x="167944" y="38023"/>
                  </a:lnTo>
                  <a:lnTo>
                    <a:pt x="167932" y="41605"/>
                  </a:lnTo>
                  <a:lnTo>
                    <a:pt x="170243" y="41605"/>
                  </a:lnTo>
                  <a:lnTo>
                    <a:pt x="172554" y="41605"/>
                  </a:lnTo>
                  <a:lnTo>
                    <a:pt x="172567" y="38023"/>
                  </a:lnTo>
                  <a:close/>
                </a:path>
                <a:path w="201294" h="104140">
                  <a:moveTo>
                    <a:pt x="195021" y="36423"/>
                  </a:moveTo>
                  <a:lnTo>
                    <a:pt x="193954" y="34594"/>
                  </a:lnTo>
                  <a:lnTo>
                    <a:pt x="192747" y="35217"/>
                  </a:lnTo>
                  <a:lnTo>
                    <a:pt x="192265" y="35458"/>
                  </a:lnTo>
                  <a:lnTo>
                    <a:pt x="191795" y="35712"/>
                  </a:lnTo>
                  <a:lnTo>
                    <a:pt x="190106" y="36563"/>
                  </a:lnTo>
                  <a:lnTo>
                    <a:pt x="191173" y="38392"/>
                  </a:lnTo>
                  <a:lnTo>
                    <a:pt x="192849" y="37515"/>
                  </a:lnTo>
                  <a:lnTo>
                    <a:pt x="193814" y="37033"/>
                  </a:lnTo>
                  <a:lnTo>
                    <a:pt x="195021" y="36423"/>
                  </a:lnTo>
                  <a:close/>
                </a:path>
                <a:path w="201294" h="104140">
                  <a:moveTo>
                    <a:pt x="200698" y="45453"/>
                  </a:moveTo>
                  <a:lnTo>
                    <a:pt x="197332" y="47104"/>
                  </a:lnTo>
                  <a:lnTo>
                    <a:pt x="196062" y="47713"/>
                  </a:lnTo>
                  <a:lnTo>
                    <a:pt x="196062" y="49212"/>
                  </a:lnTo>
                  <a:lnTo>
                    <a:pt x="196951" y="49644"/>
                  </a:lnTo>
                  <a:lnTo>
                    <a:pt x="200698" y="51473"/>
                  </a:lnTo>
                  <a:lnTo>
                    <a:pt x="200698" y="4545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060653" y="7682400"/>
              <a:ext cx="4606925" cy="427355"/>
            </a:xfrm>
            <a:custGeom>
              <a:avLst/>
              <a:gdLst/>
              <a:ahLst/>
              <a:cxnLst/>
              <a:rect l="l" t="t" r="r" b="b"/>
              <a:pathLst>
                <a:path w="4606925" h="427354">
                  <a:moveTo>
                    <a:pt x="1220724" y="426847"/>
                  </a:moveTo>
                  <a:lnTo>
                    <a:pt x="1200594" y="393306"/>
                  </a:lnTo>
                  <a:lnTo>
                    <a:pt x="1177848" y="360718"/>
                  </a:lnTo>
                  <a:lnTo>
                    <a:pt x="1152563" y="329133"/>
                  </a:lnTo>
                  <a:lnTo>
                    <a:pt x="1124826" y="298627"/>
                  </a:lnTo>
                  <a:lnTo>
                    <a:pt x="1094740" y="269240"/>
                  </a:lnTo>
                  <a:lnTo>
                    <a:pt x="1062380" y="241033"/>
                  </a:lnTo>
                  <a:lnTo>
                    <a:pt x="1027836" y="214083"/>
                  </a:lnTo>
                  <a:lnTo>
                    <a:pt x="991209" y="188442"/>
                  </a:lnTo>
                  <a:lnTo>
                    <a:pt x="952576" y="164160"/>
                  </a:lnTo>
                  <a:lnTo>
                    <a:pt x="912025" y="141312"/>
                  </a:lnTo>
                  <a:lnTo>
                    <a:pt x="869645" y="119938"/>
                  </a:lnTo>
                  <a:lnTo>
                    <a:pt x="825525" y="100114"/>
                  </a:lnTo>
                  <a:lnTo>
                    <a:pt x="779767" y="81902"/>
                  </a:lnTo>
                  <a:lnTo>
                    <a:pt x="732434" y="65341"/>
                  </a:lnTo>
                  <a:lnTo>
                    <a:pt x="683641" y="50520"/>
                  </a:lnTo>
                  <a:lnTo>
                    <a:pt x="633450" y="37477"/>
                  </a:lnTo>
                  <a:lnTo>
                    <a:pt x="581977" y="26263"/>
                  </a:lnTo>
                  <a:lnTo>
                    <a:pt x="529285" y="16967"/>
                  </a:lnTo>
                  <a:lnTo>
                    <a:pt x="475488" y="9626"/>
                  </a:lnTo>
                  <a:lnTo>
                    <a:pt x="420649" y="4318"/>
                  </a:lnTo>
                  <a:lnTo>
                    <a:pt x="364871" y="1079"/>
                  </a:lnTo>
                  <a:lnTo>
                    <a:pt x="308241" y="0"/>
                  </a:lnTo>
                  <a:lnTo>
                    <a:pt x="254723" y="965"/>
                  </a:lnTo>
                  <a:lnTo>
                    <a:pt x="201968" y="3860"/>
                  </a:lnTo>
                  <a:lnTo>
                    <a:pt x="150037" y="8623"/>
                  </a:lnTo>
                  <a:lnTo>
                    <a:pt x="99021" y="15189"/>
                  </a:lnTo>
                  <a:lnTo>
                    <a:pt x="48983" y="23520"/>
                  </a:lnTo>
                  <a:lnTo>
                    <a:pt x="0" y="33566"/>
                  </a:lnTo>
                  <a:lnTo>
                    <a:pt x="0" y="426847"/>
                  </a:lnTo>
                  <a:lnTo>
                    <a:pt x="1220724" y="426847"/>
                  </a:lnTo>
                  <a:close/>
                </a:path>
                <a:path w="4606925" h="427354">
                  <a:moveTo>
                    <a:pt x="4606417" y="33832"/>
                  </a:moveTo>
                  <a:lnTo>
                    <a:pt x="4551400" y="47447"/>
                  </a:lnTo>
                  <a:lnTo>
                    <a:pt x="4497997" y="63207"/>
                  </a:lnTo>
                  <a:lnTo>
                    <a:pt x="4446321" y="81013"/>
                  </a:lnTo>
                  <a:lnTo>
                    <a:pt x="4396486" y="100799"/>
                  </a:lnTo>
                  <a:lnTo>
                    <a:pt x="4348607" y="122478"/>
                  </a:lnTo>
                  <a:lnTo>
                    <a:pt x="4302798" y="145986"/>
                  </a:lnTo>
                  <a:lnTo>
                    <a:pt x="4259173" y="171234"/>
                  </a:lnTo>
                  <a:lnTo>
                    <a:pt x="4217848" y="198158"/>
                  </a:lnTo>
                  <a:lnTo>
                    <a:pt x="4178947" y="226669"/>
                  </a:lnTo>
                  <a:lnTo>
                    <a:pt x="4142562" y="256692"/>
                  </a:lnTo>
                  <a:lnTo>
                    <a:pt x="4108818" y="288163"/>
                  </a:lnTo>
                  <a:lnTo>
                    <a:pt x="4077830" y="320979"/>
                  </a:lnTo>
                  <a:lnTo>
                    <a:pt x="4049712" y="355092"/>
                  </a:lnTo>
                  <a:lnTo>
                    <a:pt x="4024579" y="390398"/>
                  </a:lnTo>
                  <a:lnTo>
                    <a:pt x="4002544" y="426847"/>
                  </a:lnTo>
                  <a:lnTo>
                    <a:pt x="4606417" y="426847"/>
                  </a:lnTo>
                  <a:lnTo>
                    <a:pt x="4606417" y="33832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094473" y="7897513"/>
              <a:ext cx="198755" cy="207645"/>
            </a:xfrm>
            <a:custGeom>
              <a:avLst/>
              <a:gdLst/>
              <a:ahLst/>
              <a:cxnLst/>
              <a:rect l="l" t="t" r="r" b="b"/>
              <a:pathLst>
                <a:path w="198755" h="207645">
                  <a:moveTo>
                    <a:pt x="1422" y="199694"/>
                  </a:moveTo>
                  <a:lnTo>
                    <a:pt x="1104" y="199377"/>
                  </a:lnTo>
                  <a:lnTo>
                    <a:pt x="863" y="199580"/>
                  </a:lnTo>
                  <a:lnTo>
                    <a:pt x="304" y="200037"/>
                  </a:lnTo>
                  <a:lnTo>
                    <a:pt x="0" y="200304"/>
                  </a:lnTo>
                  <a:lnTo>
                    <a:pt x="495" y="200787"/>
                  </a:lnTo>
                  <a:lnTo>
                    <a:pt x="749" y="200482"/>
                  </a:lnTo>
                  <a:lnTo>
                    <a:pt x="914" y="200304"/>
                  </a:lnTo>
                  <a:lnTo>
                    <a:pt x="1054" y="200113"/>
                  </a:lnTo>
                  <a:lnTo>
                    <a:pt x="1422" y="199694"/>
                  </a:lnTo>
                  <a:close/>
                </a:path>
                <a:path w="198755" h="207645">
                  <a:moveTo>
                    <a:pt x="13030" y="194640"/>
                  </a:moveTo>
                  <a:lnTo>
                    <a:pt x="6210" y="194640"/>
                  </a:lnTo>
                  <a:lnTo>
                    <a:pt x="6210" y="199885"/>
                  </a:lnTo>
                  <a:lnTo>
                    <a:pt x="9613" y="199885"/>
                  </a:lnTo>
                  <a:lnTo>
                    <a:pt x="13030" y="199885"/>
                  </a:lnTo>
                  <a:lnTo>
                    <a:pt x="13030" y="194640"/>
                  </a:lnTo>
                  <a:close/>
                </a:path>
                <a:path w="198755" h="207645">
                  <a:moveTo>
                    <a:pt x="21666" y="174091"/>
                  </a:moveTo>
                  <a:lnTo>
                    <a:pt x="21056" y="173228"/>
                  </a:lnTo>
                  <a:lnTo>
                    <a:pt x="19380" y="172288"/>
                  </a:lnTo>
                  <a:lnTo>
                    <a:pt x="18567" y="172326"/>
                  </a:lnTo>
                  <a:lnTo>
                    <a:pt x="12928" y="173367"/>
                  </a:lnTo>
                  <a:lnTo>
                    <a:pt x="16484" y="181038"/>
                  </a:lnTo>
                  <a:lnTo>
                    <a:pt x="20332" y="177444"/>
                  </a:lnTo>
                  <a:lnTo>
                    <a:pt x="21170" y="176657"/>
                  </a:lnTo>
                  <a:lnTo>
                    <a:pt x="21424" y="175958"/>
                  </a:lnTo>
                  <a:lnTo>
                    <a:pt x="21666" y="174091"/>
                  </a:lnTo>
                  <a:close/>
                </a:path>
                <a:path w="198755" h="207645">
                  <a:moveTo>
                    <a:pt x="23228" y="189776"/>
                  </a:moveTo>
                  <a:lnTo>
                    <a:pt x="21475" y="189242"/>
                  </a:lnTo>
                  <a:lnTo>
                    <a:pt x="20091" y="191122"/>
                  </a:lnTo>
                  <a:lnTo>
                    <a:pt x="19011" y="192557"/>
                  </a:lnTo>
                  <a:lnTo>
                    <a:pt x="21907" y="194068"/>
                  </a:lnTo>
                  <a:lnTo>
                    <a:pt x="22504" y="192125"/>
                  </a:lnTo>
                  <a:lnTo>
                    <a:pt x="23228" y="189776"/>
                  </a:lnTo>
                  <a:close/>
                </a:path>
                <a:path w="198755" h="207645">
                  <a:moveTo>
                    <a:pt x="31318" y="160083"/>
                  </a:moveTo>
                  <a:lnTo>
                    <a:pt x="30594" y="157276"/>
                  </a:lnTo>
                  <a:lnTo>
                    <a:pt x="25260" y="157594"/>
                  </a:lnTo>
                  <a:lnTo>
                    <a:pt x="23799" y="159499"/>
                  </a:lnTo>
                  <a:lnTo>
                    <a:pt x="25374" y="163182"/>
                  </a:lnTo>
                  <a:lnTo>
                    <a:pt x="27978" y="163944"/>
                  </a:lnTo>
                  <a:lnTo>
                    <a:pt x="29349" y="162369"/>
                  </a:lnTo>
                  <a:lnTo>
                    <a:pt x="31318" y="160083"/>
                  </a:lnTo>
                  <a:close/>
                </a:path>
                <a:path w="198755" h="207645">
                  <a:moveTo>
                    <a:pt x="33782" y="139750"/>
                  </a:moveTo>
                  <a:lnTo>
                    <a:pt x="33007" y="139319"/>
                  </a:lnTo>
                  <a:lnTo>
                    <a:pt x="32791" y="139001"/>
                  </a:lnTo>
                  <a:lnTo>
                    <a:pt x="32067" y="138760"/>
                  </a:lnTo>
                  <a:lnTo>
                    <a:pt x="32067" y="140373"/>
                  </a:lnTo>
                  <a:lnTo>
                    <a:pt x="32029" y="140728"/>
                  </a:lnTo>
                  <a:lnTo>
                    <a:pt x="32067" y="140373"/>
                  </a:lnTo>
                  <a:lnTo>
                    <a:pt x="32067" y="138760"/>
                  </a:lnTo>
                  <a:lnTo>
                    <a:pt x="31877" y="138684"/>
                  </a:lnTo>
                  <a:lnTo>
                    <a:pt x="30670" y="138010"/>
                  </a:lnTo>
                  <a:lnTo>
                    <a:pt x="30556" y="138226"/>
                  </a:lnTo>
                  <a:lnTo>
                    <a:pt x="29870" y="137985"/>
                  </a:lnTo>
                  <a:lnTo>
                    <a:pt x="28409" y="138696"/>
                  </a:lnTo>
                  <a:lnTo>
                    <a:pt x="26517" y="141465"/>
                  </a:lnTo>
                  <a:lnTo>
                    <a:pt x="27584" y="143421"/>
                  </a:lnTo>
                  <a:lnTo>
                    <a:pt x="28486" y="143713"/>
                  </a:lnTo>
                  <a:lnTo>
                    <a:pt x="29121" y="143916"/>
                  </a:lnTo>
                  <a:lnTo>
                    <a:pt x="29603" y="144068"/>
                  </a:lnTo>
                  <a:lnTo>
                    <a:pt x="30429" y="144246"/>
                  </a:lnTo>
                  <a:lnTo>
                    <a:pt x="31013" y="144183"/>
                  </a:lnTo>
                  <a:lnTo>
                    <a:pt x="32156" y="143764"/>
                  </a:lnTo>
                  <a:lnTo>
                    <a:pt x="32524" y="143637"/>
                  </a:lnTo>
                  <a:lnTo>
                    <a:pt x="33235" y="142913"/>
                  </a:lnTo>
                  <a:lnTo>
                    <a:pt x="33553" y="141046"/>
                  </a:lnTo>
                  <a:lnTo>
                    <a:pt x="33680" y="140728"/>
                  </a:lnTo>
                  <a:lnTo>
                    <a:pt x="33680" y="140296"/>
                  </a:lnTo>
                  <a:lnTo>
                    <a:pt x="33782" y="139750"/>
                  </a:lnTo>
                  <a:close/>
                </a:path>
                <a:path w="198755" h="207645">
                  <a:moveTo>
                    <a:pt x="40678" y="146177"/>
                  </a:moveTo>
                  <a:lnTo>
                    <a:pt x="40157" y="146177"/>
                  </a:lnTo>
                  <a:lnTo>
                    <a:pt x="40157" y="146570"/>
                  </a:lnTo>
                  <a:lnTo>
                    <a:pt x="40424" y="146570"/>
                  </a:lnTo>
                  <a:lnTo>
                    <a:pt x="40678" y="146570"/>
                  </a:lnTo>
                  <a:lnTo>
                    <a:pt x="40678" y="146177"/>
                  </a:lnTo>
                  <a:close/>
                </a:path>
                <a:path w="198755" h="207645">
                  <a:moveTo>
                    <a:pt x="43129" y="203034"/>
                  </a:moveTo>
                  <a:lnTo>
                    <a:pt x="41694" y="203403"/>
                  </a:lnTo>
                  <a:lnTo>
                    <a:pt x="41389" y="203492"/>
                  </a:lnTo>
                  <a:lnTo>
                    <a:pt x="41224" y="203517"/>
                  </a:lnTo>
                  <a:lnTo>
                    <a:pt x="40500" y="203708"/>
                  </a:lnTo>
                  <a:lnTo>
                    <a:pt x="40500" y="204787"/>
                  </a:lnTo>
                  <a:lnTo>
                    <a:pt x="41694" y="205092"/>
                  </a:lnTo>
                  <a:lnTo>
                    <a:pt x="43116" y="205447"/>
                  </a:lnTo>
                  <a:lnTo>
                    <a:pt x="43129" y="203034"/>
                  </a:lnTo>
                  <a:close/>
                </a:path>
                <a:path w="198755" h="207645">
                  <a:moveTo>
                    <a:pt x="46177" y="163957"/>
                  </a:moveTo>
                  <a:lnTo>
                    <a:pt x="38696" y="163957"/>
                  </a:lnTo>
                  <a:lnTo>
                    <a:pt x="38696" y="169697"/>
                  </a:lnTo>
                  <a:lnTo>
                    <a:pt x="42443" y="169697"/>
                  </a:lnTo>
                  <a:lnTo>
                    <a:pt x="46177" y="169697"/>
                  </a:lnTo>
                  <a:lnTo>
                    <a:pt x="46177" y="163957"/>
                  </a:lnTo>
                  <a:close/>
                </a:path>
                <a:path w="198755" h="207645">
                  <a:moveTo>
                    <a:pt x="50596" y="120281"/>
                  </a:moveTo>
                  <a:lnTo>
                    <a:pt x="45148" y="119519"/>
                  </a:lnTo>
                  <a:lnTo>
                    <a:pt x="45148" y="122923"/>
                  </a:lnTo>
                  <a:lnTo>
                    <a:pt x="45148" y="125501"/>
                  </a:lnTo>
                  <a:lnTo>
                    <a:pt x="49072" y="126072"/>
                  </a:lnTo>
                  <a:lnTo>
                    <a:pt x="50596" y="120281"/>
                  </a:lnTo>
                  <a:close/>
                </a:path>
                <a:path w="198755" h="207645">
                  <a:moveTo>
                    <a:pt x="51308" y="135509"/>
                  </a:moveTo>
                  <a:lnTo>
                    <a:pt x="51066" y="133756"/>
                  </a:lnTo>
                  <a:lnTo>
                    <a:pt x="50965" y="133337"/>
                  </a:lnTo>
                  <a:lnTo>
                    <a:pt x="50647" y="132740"/>
                  </a:lnTo>
                  <a:lnTo>
                    <a:pt x="49847" y="131165"/>
                  </a:lnTo>
                  <a:lnTo>
                    <a:pt x="47447" y="132549"/>
                  </a:lnTo>
                  <a:lnTo>
                    <a:pt x="48247" y="134124"/>
                  </a:lnTo>
                  <a:lnTo>
                    <a:pt x="48526" y="134658"/>
                  </a:lnTo>
                  <a:lnTo>
                    <a:pt x="48679" y="134861"/>
                  </a:lnTo>
                  <a:lnTo>
                    <a:pt x="49110" y="135267"/>
                  </a:lnTo>
                  <a:lnTo>
                    <a:pt x="49796" y="135890"/>
                  </a:lnTo>
                  <a:lnTo>
                    <a:pt x="51308" y="135509"/>
                  </a:lnTo>
                  <a:close/>
                </a:path>
                <a:path w="198755" h="207645">
                  <a:moveTo>
                    <a:pt x="58521" y="183794"/>
                  </a:moveTo>
                  <a:lnTo>
                    <a:pt x="54622" y="183794"/>
                  </a:lnTo>
                  <a:lnTo>
                    <a:pt x="54622" y="186791"/>
                  </a:lnTo>
                  <a:lnTo>
                    <a:pt x="56578" y="186791"/>
                  </a:lnTo>
                  <a:lnTo>
                    <a:pt x="58521" y="186791"/>
                  </a:lnTo>
                  <a:lnTo>
                    <a:pt x="58521" y="183794"/>
                  </a:lnTo>
                  <a:close/>
                </a:path>
                <a:path w="198755" h="207645">
                  <a:moveTo>
                    <a:pt x="66649" y="151892"/>
                  </a:moveTo>
                  <a:lnTo>
                    <a:pt x="65874" y="151574"/>
                  </a:lnTo>
                  <a:lnTo>
                    <a:pt x="65570" y="151460"/>
                  </a:lnTo>
                  <a:lnTo>
                    <a:pt x="65430" y="151396"/>
                  </a:lnTo>
                  <a:lnTo>
                    <a:pt x="63817" y="150761"/>
                  </a:lnTo>
                  <a:lnTo>
                    <a:pt x="63804" y="153974"/>
                  </a:lnTo>
                  <a:lnTo>
                    <a:pt x="65430" y="153327"/>
                  </a:lnTo>
                  <a:lnTo>
                    <a:pt x="65570" y="153263"/>
                  </a:lnTo>
                  <a:lnTo>
                    <a:pt x="65735" y="153212"/>
                  </a:lnTo>
                  <a:lnTo>
                    <a:pt x="66649" y="152831"/>
                  </a:lnTo>
                  <a:lnTo>
                    <a:pt x="66649" y="151892"/>
                  </a:lnTo>
                  <a:close/>
                </a:path>
                <a:path w="198755" h="207645">
                  <a:moveTo>
                    <a:pt x="67513" y="149809"/>
                  </a:moveTo>
                  <a:lnTo>
                    <a:pt x="66611" y="149364"/>
                  </a:lnTo>
                  <a:lnTo>
                    <a:pt x="66268" y="149199"/>
                  </a:lnTo>
                  <a:lnTo>
                    <a:pt x="66040" y="149072"/>
                  </a:lnTo>
                  <a:lnTo>
                    <a:pt x="65836" y="149428"/>
                  </a:lnTo>
                  <a:lnTo>
                    <a:pt x="66065" y="149542"/>
                  </a:lnTo>
                  <a:lnTo>
                    <a:pt x="67068" y="150037"/>
                  </a:lnTo>
                  <a:lnTo>
                    <a:pt x="67310" y="150152"/>
                  </a:lnTo>
                  <a:lnTo>
                    <a:pt x="67513" y="149809"/>
                  </a:lnTo>
                  <a:close/>
                </a:path>
                <a:path w="198755" h="207645">
                  <a:moveTo>
                    <a:pt x="71361" y="186842"/>
                  </a:moveTo>
                  <a:lnTo>
                    <a:pt x="65011" y="186842"/>
                  </a:lnTo>
                  <a:lnTo>
                    <a:pt x="65011" y="191706"/>
                  </a:lnTo>
                  <a:lnTo>
                    <a:pt x="68186" y="191706"/>
                  </a:lnTo>
                  <a:lnTo>
                    <a:pt x="71361" y="191706"/>
                  </a:lnTo>
                  <a:lnTo>
                    <a:pt x="71361" y="186842"/>
                  </a:lnTo>
                  <a:close/>
                </a:path>
                <a:path w="198755" h="207645">
                  <a:moveTo>
                    <a:pt x="81191" y="98488"/>
                  </a:moveTo>
                  <a:lnTo>
                    <a:pt x="78549" y="94754"/>
                  </a:lnTo>
                  <a:lnTo>
                    <a:pt x="77381" y="93116"/>
                  </a:lnTo>
                  <a:lnTo>
                    <a:pt x="74663" y="93268"/>
                  </a:lnTo>
                  <a:lnTo>
                    <a:pt x="74663" y="98933"/>
                  </a:lnTo>
                  <a:lnTo>
                    <a:pt x="74358" y="98374"/>
                  </a:lnTo>
                  <a:lnTo>
                    <a:pt x="74510" y="98298"/>
                  </a:lnTo>
                  <a:lnTo>
                    <a:pt x="74422" y="98488"/>
                  </a:lnTo>
                  <a:lnTo>
                    <a:pt x="74663" y="98933"/>
                  </a:lnTo>
                  <a:lnTo>
                    <a:pt x="74663" y="93268"/>
                  </a:lnTo>
                  <a:lnTo>
                    <a:pt x="73583" y="93319"/>
                  </a:lnTo>
                  <a:lnTo>
                    <a:pt x="72377" y="97332"/>
                  </a:lnTo>
                  <a:lnTo>
                    <a:pt x="72656" y="98374"/>
                  </a:lnTo>
                  <a:lnTo>
                    <a:pt x="73952" y="99618"/>
                  </a:lnTo>
                  <a:lnTo>
                    <a:pt x="75196" y="99910"/>
                  </a:lnTo>
                  <a:lnTo>
                    <a:pt x="76073" y="101511"/>
                  </a:lnTo>
                  <a:lnTo>
                    <a:pt x="81191" y="98488"/>
                  </a:lnTo>
                  <a:close/>
                </a:path>
                <a:path w="198755" h="207645">
                  <a:moveTo>
                    <a:pt x="81622" y="125603"/>
                  </a:moveTo>
                  <a:lnTo>
                    <a:pt x="80581" y="124510"/>
                  </a:lnTo>
                  <a:lnTo>
                    <a:pt x="78714" y="124866"/>
                  </a:lnTo>
                  <a:lnTo>
                    <a:pt x="78193" y="125209"/>
                  </a:lnTo>
                  <a:lnTo>
                    <a:pt x="75539" y="126822"/>
                  </a:lnTo>
                  <a:lnTo>
                    <a:pt x="77609" y="129628"/>
                  </a:lnTo>
                  <a:lnTo>
                    <a:pt x="79514" y="128155"/>
                  </a:lnTo>
                  <a:lnTo>
                    <a:pt x="80137" y="127673"/>
                  </a:lnTo>
                  <a:lnTo>
                    <a:pt x="80581" y="127317"/>
                  </a:lnTo>
                  <a:lnTo>
                    <a:pt x="81622" y="125603"/>
                  </a:lnTo>
                  <a:close/>
                </a:path>
                <a:path w="198755" h="207645">
                  <a:moveTo>
                    <a:pt x="86715" y="167589"/>
                  </a:moveTo>
                  <a:lnTo>
                    <a:pt x="76923" y="167563"/>
                  </a:lnTo>
                  <a:lnTo>
                    <a:pt x="79921" y="175945"/>
                  </a:lnTo>
                  <a:lnTo>
                    <a:pt x="83731" y="175945"/>
                  </a:lnTo>
                  <a:lnTo>
                    <a:pt x="84747" y="173113"/>
                  </a:lnTo>
                  <a:lnTo>
                    <a:pt x="86715" y="167589"/>
                  </a:lnTo>
                  <a:close/>
                </a:path>
                <a:path w="198755" h="207645">
                  <a:moveTo>
                    <a:pt x="90551" y="150888"/>
                  </a:moveTo>
                  <a:lnTo>
                    <a:pt x="90081" y="149733"/>
                  </a:lnTo>
                  <a:lnTo>
                    <a:pt x="88874" y="149440"/>
                  </a:lnTo>
                  <a:lnTo>
                    <a:pt x="88569" y="149377"/>
                  </a:lnTo>
                  <a:lnTo>
                    <a:pt x="87947" y="149047"/>
                  </a:lnTo>
                  <a:lnTo>
                    <a:pt x="88315" y="149440"/>
                  </a:lnTo>
                  <a:lnTo>
                    <a:pt x="87934" y="149047"/>
                  </a:lnTo>
                  <a:lnTo>
                    <a:pt x="85725" y="146685"/>
                  </a:lnTo>
                  <a:lnTo>
                    <a:pt x="81673" y="151638"/>
                  </a:lnTo>
                  <a:lnTo>
                    <a:pt x="86918" y="154584"/>
                  </a:lnTo>
                  <a:lnTo>
                    <a:pt x="89890" y="154355"/>
                  </a:lnTo>
                  <a:lnTo>
                    <a:pt x="90551" y="150888"/>
                  </a:lnTo>
                  <a:close/>
                </a:path>
                <a:path w="198755" h="207645">
                  <a:moveTo>
                    <a:pt x="99390" y="117106"/>
                  </a:moveTo>
                  <a:lnTo>
                    <a:pt x="98818" y="116535"/>
                  </a:lnTo>
                  <a:lnTo>
                    <a:pt x="98285" y="116725"/>
                  </a:lnTo>
                  <a:lnTo>
                    <a:pt x="97688" y="116903"/>
                  </a:lnTo>
                  <a:lnTo>
                    <a:pt x="95580" y="117627"/>
                  </a:lnTo>
                  <a:lnTo>
                    <a:pt x="98285" y="120307"/>
                  </a:lnTo>
                  <a:lnTo>
                    <a:pt x="99009" y="118211"/>
                  </a:lnTo>
                  <a:lnTo>
                    <a:pt x="99072" y="118021"/>
                  </a:lnTo>
                  <a:lnTo>
                    <a:pt x="99148" y="117830"/>
                  </a:lnTo>
                  <a:lnTo>
                    <a:pt x="99390" y="117106"/>
                  </a:lnTo>
                  <a:close/>
                </a:path>
                <a:path w="198755" h="207645">
                  <a:moveTo>
                    <a:pt x="100088" y="88480"/>
                  </a:moveTo>
                  <a:lnTo>
                    <a:pt x="98983" y="85420"/>
                  </a:lnTo>
                  <a:lnTo>
                    <a:pt x="99402" y="83794"/>
                  </a:lnTo>
                  <a:lnTo>
                    <a:pt x="98552" y="82575"/>
                  </a:lnTo>
                  <a:lnTo>
                    <a:pt x="95745" y="81508"/>
                  </a:lnTo>
                  <a:lnTo>
                    <a:pt x="94259" y="82118"/>
                  </a:lnTo>
                  <a:lnTo>
                    <a:pt x="92329" y="84607"/>
                  </a:lnTo>
                  <a:lnTo>
                    <a:pt x="92583" y="86156"/>
                  </a:lnTo>
                  <a:lnTo>
                    <a:pt x="94780" y="90665"/>
                  </a:lnTo>
                  <a:lnTo>
                    <a:pt x="100088" y="88480"/>
                  </a:lnTo>
                  <a:close/>
                </a:path>
                <a:path w="198755" h="207645">
                  <a:moveTo>
                    <a:pt x="103886" y="56629"/>
                  </a:moveTo>
                  <a:lnTo>
                    <a:pt x="100152" y="56629"/>
                  </a:lnTo>
                  <a:lnTo>
                    <a:pt x="100139" y="59499"/>
                  </a:lnTo>
                  <a:lnTo>
                    <a:pt x="102019" y="59499"/>
                  </a:lnTo>
                  <a:lnTo>
                    <a:pt x="103886" y="59499"/>
                  </a:lnTo>
                  <a:lnTo>
                    <a:pt x="103886" y="56629"/>
                  </a:lnTo>
                  <a:close/>
                </a:path>
                <a:path w="198755" h="207645">
                  <a:moveTo>
                    <a:pt x="105498" y="178231"/>
                  </a:moveTo>
                  <a:lnTo>
                    <a:pt x="97536" y="178231"/>
                  </a:lnTo>
                  <a:lnTo>
                    <a:pt x="97523" y="184353"/>
                  </a:lnTo>
                  <a:lnTo>
                    <a:pt x="101511" y="184353"/>
                  </a:lnTo>
                  <a:lnTo>
                    <a:pt x="105486" y="184353"/>
                  </a:lnTo>
                  <a:lnTo>
                    <a:pt x="105498" y="178231"/>
                  </a:lnTo>
                  <a:close/>
                </a:path>
                <a:path w="198755" h="207645">
                  <a:moveTo>
                    <a:pt x="106527" y="73787"/>
                  </a:moveTo>
                  <a:lnTo>
                    <a:pt x="104584" y="73787"/>
                  </a:lnTo>
                  <a:lnTo>
                    <a:pt x="104584" y="75285"/>
                  </a:lnTo>
                  <a:lnTo>
                    <a:pt x="105549" y="75285"/>
                  </a:lnTo>
                  <a:lnTo>
                    <a:pt x="106527" y="75285"/>
                  </a:lnTo>
                  <a:lnTo>
                    <a:pt x="106527" y="73787"/>
                  </a:lnTo>
                  <a:close/>
                </a:path>
                <a:path w="198755" h="207645">
                  <a:moveTo>
                    <a:pt x="106603" y="198539"/>
                  </a:moveTo>
                  <a:lnTo>
                    <a:pt x="101612" y="193725"/>
                  </a:lnTo>
                  <a:lnTo>
                    <a:pt x="97815" y="198678"/>
                  </a:lnTo>
                  <a:lnTo>
                    <a:pt x="101180" y="200520"/>
                  </a:lnTo>
                  <a:lnTo>
                    <a:pt x="103771" y="201930"/>
                  </a:lnTo>
                  <a:lnTo>
                    <a:pt x="106603" y="198539"/>
                  </a:lnTo>
                  <a:close/>
                </a:path>
                <a:path w="198755" h="207645">
                  <a:moveTo>
                    <a:pt x="110896" y="156908"/>
                  </a:moveTo>
                  <a:lnTo>
                    <a:pt x="108978" y="152425"/>
                  </a:lnTo>
                  <a:lnTo>
                    <a:pt x="105689" y="151396"/>
                  </a:lnTo>
                  <a:lnTo>
                    <a:pt x="104038" y="153390"/>
                  </a:lnTo>
                  <a:lnTo>
                    <a:pt x="101993" y="155854"/>
                  </a:lnTo>
                  <a:lnTo>
                    <a:pt x="102908" y="159613"/>
                  </a:lnTo>
                  <a:lnTo>
                    <a:pt x="109118" y="159346"/>
                  </a:lnTo>
                  <a:lnTo>
                    <a:pt x="110896" y="156908"/>
                  </a:lnTo>
                  <a:close/>
                </a:path>
                <a:path w="198755" h="207645">
                  <a:moveTo>
                    <a:pt x="118503" y="81635"/>
                  </a:moveTo>
                  <a:lnTo>
                    <a:pt x="118325" y="80111"/>
                  </a:lnTo>
                  <a:lnTo>
                    <a:pt x="116319" y="79260"/>
                  </a:lnTo>
                  <a:lnTo>
                    <a:pt x="115633" y="79082"/>
                  </a:lnTo>
                  <a:lnTo>
                    <a:pt x="112496" y="78981"/>
                  </a:lnTo>
                  <a:lnTo>
                    <a:pt x="111137" y="81267"/>
                  </a:lnTo>
                  <a:lnTo>
                    <a:pt x="112776" y="85128"/>
                  </a:lnTo>
                  <a:lnTo>
                    <a:pt x="115150" y="85344"/>
                  </a:lnTo>
                  <a:lnTo>
                    <a:pt x="116725" y="84061"/>
                  </a:lnTo>
                  <a:lnTo>
                    <a:pt x="117309" y="83578"/>
                  </a:lnTo>
                  <a:lnTo>
                    <a:pt x="117627" y="83197"/>
                  </a:lnTo>
                  <a:lnTo>
                    <a:pt x="118503" y="81635"/>
                  </a:lnTo>
                  <a:close/>
                </a:path>
                <a:path w="198755" h="207645">
                  <a:moveTo>
                    <a:pt x="121970" y="170624"/>
                  </a:moveTo>
                  <a:lnTo>
                    <a:pt x="120434" y="170624"/>
                  </a:lnTo>
                  <a:lnTo>
                    <a:pt x="120434" y="171018"/>
                  </a:lnTo>
                  <a:lnTo>
                    <a:pt x="120700" y="171018"/>
                  </a:lnTo>
                  <a:lnTo>
                    <a:pt x="121970" y="171018"/>
                  </a:lnTo>
                  <a:lnTo>
                    <a:pt x="121970" y="170624"/>
                  </a:lnTo>
                  <a:close/>
                </a:path>
                <a:path w="198755" h="207645">
                  <a:moveTo>
                    <a:pt x="123063" y="112458"/>
                  </a:moveTo>
                  <a:lnTo>
                    <a:pt x="119532" y="110426"/>
                  </a:lnTo>
                  <a:lnTo>
                    <a:pt x="115963" y="116636"/>
                  </a:lnTo>
                  <a:lnTo>
                    <a:pt x="122224" y="118605"/>
                  </a:lnTo>
                  <a:lnTo>
                    <a:pt x="122694" y="115125"/>
                  </a:lnTo>
                  <a:lnTo>
                    <a:pt x="123063" y="112458"/>
                  </a:lnTo>
                  <a:close/>
                </a:path>
                <a:path w="198755" h="207645">
                  <a:moveTo>
                    <a:pt x="123736" y="45364"/>
                  </a:moveTo>
                  <a:lnTo>
                    <a:pt x="121526" y="44462"/>
                  </a:lnTo>
                  <a:lnTo>
                    <a:pt x="119049" y="46901"/>
                  </a:lnTo>
                  <a:lnTo>
                    <a:pt x="119964" y="49085"/>
                  </a:lnTo>
                  <a:lnTo>
                    <a:pt x="121704" y="49085"/>
                  </a:lnTo>
                  <a:lnTo>
                    <a:pt x="123024" y="49085"/>
                  </a:lnTo>
                  <a:lnTo>
                    <a:pt x="123736" y="48412"/>
                  </a:lnTo>
                  <a:lnTo>
                    <a:pt x="123736" y="45364"/>
                  </a:lnTo>
                  <a:close/>
                </a:path>
                <a:path w="198755" h="207645">
                  <a:moveTo>
                    <a:pt x="128181" y="163436"/>
                  </a:moveTo>
                  <a:lnTo>
                    <a:pt x="127406" y="161531"/>
                  </a:lnTo>
                  <a:lnTo>
                    <a:pt x="127279" y="161226"/>
                  </a:lnTo>
                  <a:lnTo>
                    <a:pt x="127228" y="161074"/>
                  </a:lnTo>
                  <a:lnTo>
                    <a:pt x="126847" y="160134"/>
                  </a:lnTo>
                  <a:lnTo>
                    <a:pt x="125666" y="160134"/>
                  </a:lnTo>
                  <a:lnTo>
                    <a:pt x="124333" y="163423"/>
                  </a:lnTo>
                  <a:lnTo>
                    <a:pt x="128181" y="163436"/>
                  </a:lnTo>
                  <a:close/>
                </a:path>
                <a:path w="198755" h="207645">
                  <a:moveTo>
                    <a:pt x="134099" y="198945"/>
                  </a:moveTo>
                  <a:lnTo>
                    <a:pt x="125488" y="198945"/>
                  </a:lnTo>
                  <a:lnTo>
                    <a:pt x="125476" y="205562"/>
                  </a:lnTo>
                  <a:lnTo>
                    <a:pt x="129794" y="205562"/>
                  </a:lnTo>
                  <a:lnTo>
                    <a:pt x="134086" y="205562"/>
                  </a:lnTo>
                  <a:lnTo>
                    <a:pt x="134099" y="198945"/>
                  </a:lnTo>
                  <a:close/>
                </a:path>
                <a:path w="198755" h="207645">
                  <a:moveTo>
                    <a:pt x="136461" y="125196"/>
                  </a:moveTo>
                  <a:lnTo>
                    <a:pt x="136220" y="124129"/>
                  </a:lnTo>
                  <a:lnTo>
                    <a:pt x="134391" y="123291"/>
                  </a:lnTo>
                  <a:lnTo>
                    <a:pt x="133718" y="123240"/>
                  </a:lnTo>
                  <a:lnTo>
                    <a:pt x="128816" y="124498"/>
                  </a:lnTo>
                  <a:lnTo>
                    <a:pt x="131699" y="130606"/>
                  </a:lnTo>
                  <a:lnTo>
                    <a:pt x="135178" y="127787"/>
                  </a:lnTo>
                  <a:lnTo>
                    <a:pt x="135801" y="127279"/>
                  </a:lnTo>
                  <a:lnTo>
                    <a:pt x="136156" y="126784"/>
                  </a:lnTo>
                  <a:lnTo>
                    <a:pt x="136461" y="125196"/>
                  </a:lnTo>
                  <a:close/>
                </a:path>
                <a:path w="198755" h="207645">
                  <a:moveTo>
                    <a:pt x="139649" y="162140"/>
                  </a:moveTo>
                  <a:lnTo>
                    <a:pt x="139115" y="162140"/>
                  </a:lnTo>
                  <a:lnTo>
                    <a:pt x="139115" y="162534"/>
                  </a:lnTo>
                  <a:lnTo>
                    <a:pt x="139382" y="162534"/>
                  </a:lnTo>
                  <a:lnTo>
                    <a:pt x="139649" y="162534"/>
                  </a:lnTo>
                  <a:lnTo>
                    <a:pt x="139649" y="162140"/>
                  </a:lnTo>
                  <a:close/>
                </a:path>
                <a:path w="198755" h="207645">
                  <a:moveTo>
                    <a:pt x="140817" y="32486"/>
                  </a:moveTo>
                  <a:lnTo>
                    <a:pt x="140131" y="31280"/>
                  </a:lnTo>
                  <a:lnTo>
                    <a:pt x="140639" y="30568"/>
                  </a:lnTo>
                  <a:lnTo>
                    <a:pt x="138836" y="29337"/>
                  </a:lnTo>
                  <a:lnTo>
                    <a:pt x="136448" y="30340"/>
                  </a:lnTo>
                  <a:lnTo>
                    <a:pt x="135686" y="31026"/>
                  </a:lnTo>
                  <a:lnTo>
                    <a:pt x="133883" y="33401"/>
                  </a:lnTo>
                  <a:lnTo>
                    <a:pt x="135318" y="35242"/>
                  </a:lnTo>
                  <a:lnTo>
                    <a:pt x="138303" y="35306"/>
                  </a:lnTo>
                  <a:lnTo>
                    <a:pt x="139128" y="34683"/>
                  </a:lnTo>
                  <a:lnTo>
                    <a:pt x="139890" y="33693"/>
                  </a:lnTo>
                  <a:lnTo>
                    <a:pt x="140817" y="32486"/>
                  </a:lnTo>
                  <a:close/>
                </a:path>
                <a:path w="198755" h="207645">
                  <a:moveTo>
                    <a:pt x="141122" y="50723"/>
                  </a:moveTo>
                  <a:lnTo>
                    <a:pt x="140830" y="49504"/>
                  </a:lnTo>
                  <a:lnTo>
                    <a:pt x="139700" y="49149"/>
                  </a:lnTo>
                  <a:lnTo>
                    <a:pt x="138963" y="49022"/>
                  </a:lnTo>
                  <a:lnTo>
                    <a:pt x="137655" y="47993"/>
                  </a:lnTo>
                  <a:lnTo>
                    <a:pt x="135407" y="49276"/>
                  </a:lnTo>
                  <a:lnTo>
                    <a:pt x="136474" y="50888"/>
                  </a:lnTo>
                  <a:lnTo>
                    <a:pt x="137363" y="52260"/>
                  </a:lnTo>
                  <a:lnTo>
                    <a:pt x="139153" y="52959"/>
                  </a:lnTo>
                  <a:lnTo>
                    <a:pt x="141122" y="50723"/>
                  </a:lnTo>
                  <a:close/>
                </a:path>
                <a:path w="198755" h="207645">
                  <a:moveTo>
                    <a:pt x="144589" y="152107"/>
                  </a:moveTo>
                  <a:lnTo>
                    <a:pt x="138658" y="146189"/>
                  </a:lnTo>
                  <a:lnTo>
                    <a:pt x="135432" y="150660"/>
                  </a:lnTo>
                  <a:lnTo>
                    <a:pt x="133146" y="153822"/>
                  </a:lnTo>
                  <a:lnTo>
                    <a:pt x="136880" y="157518"/>
                  </a:lnTo>
                  <a:lnTo>
                    <a:pt x="144589" y="152107"/>
                  </a:lnTo>
                  <a:close/>
                </a:path>
                <a:path w="198755" h="207645">
                  <a:moveTo>
                    <a:pt x="146685" y="88836"/>
                  </a:moveTo>
                  <a:lnTo>
                    <a:pt x="141719" y="86906"/>
                  </a:lnTo>
                  <a:lnTo>
                    <a:pt x="138595" y="85674"/>
                  </a:lnTo>
                  <a:lnTo>
                    <a:pt x="136359" y="89992"/>
                  </a:lnTo>
                  <a:lnTo>
                    <a:pt x="142278" y="95465"/>
                  </a:lnTo>
                  <a:lnTo>
                    <a:pt x="146685" y="88836"/>
                  </a:lnTo>
                  <a:close/>
                </a:path>
                <a:path w="198755" h="207645">
                  <a:moveTo>
                    <a:pt x="146710" y="185521"/>
                  </a:moveTo>
                  <a:lnTo>
                    <a:pt x="145592" y="183299"/>
                  </a:lnTo>
                  <a:lnTo>
                    <a:pt x="142252" y="183299"/>
                  </a:lnTo>
                  <a:lnTo>
                    <a:pt x="141160" y="185521"/>
                  </a:lnTo>
                  <a:lnTo>
                    <a:pt x="142494" y="186702"/>
                  </a:lnTo>
                  <a:lnTo>
                    <a:pt x="143459" y="187540"/>
                  </a:lnTo>
                  <a:lnTo>
                    <a:pt x="144399" y="187553"/>
                  </a:lnTo>
                  <a:lnTo>
                    <a:pt x="145084" y="186931"/>
                  </a:lnTo>
                  <a:lnTo>
                    <a:pt x="145262" y="186778"/>
                  </a:lnTo>
                  <a:lnTo>
                    <a:pt x="146710" y="185521"/>
                  </a:lnTo>
                  <a:close/>
                </a:path>
                <a:path w="198755" h="207645">
                  <a:moveTo>
                    <a:pt x="154266" y="42938"/>
                  </a:moveTo>
                  <a:lnTo>
                    <a:pt x="154025" y="42913"/>
                  </a:lnTo>
                  <a:lnTo>
                    <a:pt x="151523" y="42684"/>
                  </a:lnTo>
                  <a:lnTo>
                    <a:pt x="151523" y="43522"/>
                  </a:lnTo>
                  <a:lnTo>
                    <a:pt x="154266" y="43268"/>
                  </a:lnTo>
                  <a:lnTo>
                    <a:pt x="154266" y="42938"/>
                  </a:lnTo>
                  <a:close/>
                </a:path>
                <a:path w="198755" h="207645">
                  <a:moveTo>
                    <a:pt x="154317" y="58623"/>
                  </a:moveTo>
                  <a:lnTo>
                    <a:pt x="146672" y="58623"/>
                  </a:lnTo>
                  <a:lnTo>
                    <a:pt x="146672" y="64490"/>
                  </a:lnTo>
                  <a:lnTo>
                    <a:pt x="150495" y="64490"/>
                  </a:lnTo>
                  <a:lnTo>
                    <a:pt x="154317" y="64490"/>
                  </a:lnTo>
                  <a:lnTo>
                    <a:pt x="154317" y="58623"/>
                  </a:lnTo>
                  <a:close/>
                </a:path>
                <a:path w="198755" h="207645">
                  <a:moveTo>
                    <a:pt x="156603" y="118059"/>
                  </a:moveTo>
                  <a:lnTo>
                    <a:pt x="151701" y="117030"/>
                  </a:lnTo>
                  <a:lnTo>
                    <a:pt x="151663" y="120929"/>
                  </a:lnTo>
                  <a:lnTo>
                    <a:pt x="152057" y="121500"/>
                  </a:lnTo>
                  <a:lnTo>
                    <a:pt x="154025" y="122707"/>
                  </a:lnTo>
                  <a:lnTo>
                    <a:pt x="155435" y="121742"/>
                  </a:lnTo>
                  <a:lnTo>
                    <a:pt x="155460" y="121170"/>
                  </a:lnTo>
                  <a:lnTo>
                    <a:pt x="155498" y="120319"/>
                  </a:lnTo>
                  <a:lnTo>
                    <a:pt x="155981" y="119341"/>
                  </a:lnTo>
                  <a:lnTo>
                    <a:pt x="156603" y="118059"/>
                  </a:lnTo>
                  <a:close/>
                </a:path>
                <a:path w="198755" h="207645">
                  <a:moveTo>
                    <a:pt x="156832" y="19215"/>
                  </a:moveTo>
                  <a:lnTo>
                    <a:pt x="149186" y="19215"/>
                  </a:lnTo>
                  <a:lnTo>
                    <a:pt x="149186" y="25082"/>
                  </a:lnTo>
                  <a:lnTo>
                    <a:pt x="153009" y="25082"/>
                  </a:lnTo>
                  <a:lnTo>
                    <a:pt x="156832" y="25082"/>
                  </a:lnTo>
                  <a:lnTo>
                    <a:pt x="156832" y="19215"/>
                  </a:lnTo>
                  <a:close/>
                </a:path>
                <a:path w="198755" h="207645">
                  <a:moveTo>
                    <a:pt x="157810" y="84315"/>
                  </a:moveTo>
                  <a:lnTo>
                    <a:pt x="153606" y="81254"/>
                  </a:lnTo>
                  <a:lnTo>
                    <a:pt x="152184" y="83959"/>
                  </a:lnTo>
                  <a:lnTo>
                    <a:pt x="151765" y="84785"/>
                  </a:lnTo>
                  <a:lnTo>
                    <a:pt x="151726" y="85331"/>
                  </a:lnTo>
                  <a:lnTo>
                    <a:pt x="152044" y="87376"/>
                  </a:lnTo>
                  <a:lnTo>
                    <a:pt x="153390" y="87782"/>
                  </a:lnTo>
                  <a:lnTo>
                    <a:pt x="154800" y="87553"/>
                  </a:lnTo>
                  <a:lnTo>
                    <a:pt x="155105" y="87325"/>
                  </a:lnTo>
                  <a:lnTo>
                    <a:pt x="155549" y="86804"/>
                  </a:lnTo>
                  <a:lnTo>
                    <a:pt x="156235" y="85864"/>
                  </a:lnTo>
                  <a:lnTo>
                    <a:pt x="157810" y="84315"/>
                  </a:lnTo>
                  <a:close/>
                </a:path>
                <a:path w="198755" h="207645">
                  <a:moveTo>
                    <a:pt x="159194" y="139014"/>
                  </a:moveTo>
                  <a:lnTo>
                    <a:pt x="159092" y="137109"/>
                  </a:lnTo>
                  <a:lnTo>
                    <a:pt x="159054" y="136804"/>
                  </a:lnTo>
                  <a:lnTo>
                    <a:pt x="158369" y="134404"/>
                  </a:lnTo>
                  <a:lnTo>
                    <a:pt x="155676" y="135191"/>
                  </a:lnTo>
                  <a:lnTo>
                    <a:pt x="156286" y="136740"/>
                  </a:lnTo>
                  <a:lnTo>
                    <a:pt x="156692" y="137769"/>
                  </a:lnTo>
                  <a:lnTo>
                    <a:pt x="157695" y="139230"/>
                  </a:lnTo>
                  <a:lnTo>
                    <a:pt x="159194" y="139014"/>
                  </a:lnTo>
                  <a:close/>
                </a:path>
                <a:path w="198755" h="207645">
                  <a:moveTo>
                    <a:pt x="159854" y="103314"/>
                  </a:moveTo>
                  <a:lnTo>
                    <a:pt x="159042" y="101904"/>
                  </a:lnTo>
                  <a:lnTo>
                    <a:pt x="158115" y="100291"/>
                  </a:lnTo>
                  <a:lnTo>
                    <a:pt x="155841" y="102514"/>
                  </a:lnTo>
                  <a:lnTo>
                    <a:pt x="157492" y="103441"/>
                  </a:lnTo>
                  <a:lnTo>
                    <a:pt x="157695" y="103555"/>
                  </a:lnTo>
                  <a:lnTo>
                    <a:pt x="157886" y="103657"/>
                  </a:lnTo>
                  <a:lnTo>
                    <a:pt x="158915" y="104241"/>
                  </a:lnTo>
                  <a:lnTo>
                    <a:pt x="159854" y="103314"/>
                  </a:lnTo>
                  <a:close/>
                </a:path>
                <a:path w="198755" h="207645">
                  <a:moveTo>
                    <a:pt x="163372" y="194564"/>
                  </a:moveTo>
                  <a:lnTo>
                    <a:pt x="162852" y="194564"/>
                  </a:lnTo>
                  <a:lnTo>
                    <a:pt x="162852" y="194970"/>
                  </a:lnTo>
                  <a:lnTo>
                    <a:pt x="163118" y="194970"/>
                  </a:lnTo>
                  <a:lnTo>
                    <a:pt x="163372" y="194970"/>
                  </a:lnTo>
                  <a:lnTo>
                    <a:pt x="163372" y="194564"/>
                  </a:lnTo>
                  <a:close/>
                </a:path>
                <a:path w="198755" h="207645">
                  <a:moveTo>
                    <a:pt x="163537" y="31445"/>
                  </a:moveTo>
                  <a:lnTo>
                    <a:pt x="162775" y="30721"/>
                  </a:lnTo>
                  <a:lnTo>
                    <a:pt x="162280" y="31089"/>
                  </a:lnTo>
                  <a:lnTo>
                    <a:pt x="161925" y="31369"/>
                  </a:lnTo>
                  <a:lnTo>
                    <a:pt x="161556" y="31635"/>
                  </a:lnTo>
                  <a:lnTo>
                    <a:pt x="161188" y="31927"/>
                  </a:lnTo>
                  <a:lnTo>
                    <a:pt x="160134" y="32715"/>
                  </a:lnTo>
                  <a:lnTo>
                    <a:pt x="161505" y="34074"/>
                  </a:lnTo>
                  <a:lnTo>
                    <a:pt x="162306" y="33032"/>
                  </a:lnTo>
                  <a:lnTo>
                    <a:pt x="162877" y="32296"/>
                  </a:lnTo>
                  <a:lnTo>
                    <a:pt x="163156" y="31940"/>
                  </a:lnTo>
                  <a:lnTo>
                    <a:pt x="163537" y="31445"/>
                  </a:lnTo>
                  <a:close/>
                </a:path>
                <a:path w="198755" h="207645">
                  <a:moveTo>
                    <a:pt x="163880" y="157645"/>
                  </a:moveTo>
                  <a:lnTo>
                    <a:pt x="163360" y="157645"/>
                  </a:lnTo>
                  <a:lnTo>
                    <a:pt x="163360" y="158051"/>
                  </a:lnTo>
                  <a:lnTo>
                    <a:pt x="163614" y="158051"/>
                  </a:lnTo>
                  <a:lnTo>
                    <a:pt x="163880" y="158051"/>
                  </a:lnTo>
                  <a:lnTo>
                    <a:pt x="163880" y="157645"/>
                  </a:lnTo>
                  <a:close/>
                </a:path>
                <a:path w="198755" h="207645">
                  <a:moveTo>
                    <a:pt x="164084" y="196443"/>
                  </a:moveTo>
                  <a:lnTo>
                    <a:pt x="163436" y="195795"/>
                  </a:lnTo>
                  <a:lnTo>
                    <a:pt x="162102" y="196405"/>
                  </a:lnTo>
                  <a:lnTo>
                    <a:pt x="160540" y="197091"/>
                  </a:lnTo>
                  <a:lnTo>
                    <a:pt x="162763" y="199313"/>
                  </a:lnTo>
                  <a:lnTo>
                    <a:pt x="163474" y="197764"/>
                  </a:lnTo>
                  <a:lnTo>
                    <a:pt x="163766" y="197142"/>
                  </a:lnTo>
                  <a:lnTo>
                    <a:pt x="164084" y="196443"/>
                  </a:lnTo>
                  <a:close/>
                </a:path>
                <a:path w="198755" h="207645">
                  <a:moveTo>
                    <a:pt x="166814" y="51739"/>
                  </a:moveTo>
                  <a:lnTo>
                    <a:pt x="165925" y="49453"/>
                  </a:lnTo>
                  <a:lnTo>
                    <a:pt x="164630" y="50228"/>
                  </a:lnTo>
                  <a:lnTo>
                    <a:pt x="164363" y="50266"/>
                  </a:lnTo>
                  <a:lnTo>
                    <a:pt x="164096" y="50304"/>
                  </a:lnTo>
                  <a:lnTo>
                    <a:pt x="163830" y="50342"/>
                  </a:lnTo>
                  <a:lnTo>
                    <a:pt x="162991" y="50101"/>
                  </a:lnTo>
                  <a:lnTo>
                    <a:pt x="162547" y="51244"/>
                  </a:lnTo>
                  <a:lnTo>
                    <a:pt x="163995" y="52184"/>
                  </a:lnTo>
                  <a:lnTo>
                    <a:pt x="164553" y="52247"/>
                  </a:lnTo>
                  <a:lnTo>
                    <a:pt x="166814" y="51739"/>
                  </a:lnTo>
                  <a:close/>
                </a:path>
                <a:path w="198755" h="207645">
                  <a:moveTo>
                    <a:pt x="169506" y="168770"/>
                  </a:moveTo>
                  <a:lnTo>
                    <a:pt x="169303" y="167055"/>
                  </a:lnTo>
                  <a:lnTo>
                    <a:pt x="169151" y="165709"/>
                  </a:lnTo>
                  <a:lnTo>
                    <a:pt x="166433" y="165709"/>
                  </a:lnTo>
                  <a:lnTo>
                    <a:pt x="166255" y="165709"/>
                  </a:lnTo>
                  <a:lnTo>
                    <a:pt x="166293" y="165569"/>
                  </a:lnTo>
                  <a:lnTo>
                    <a:pt x="166535" y="165493"/>
                  </a:lnTo>
                  <a:lnTo>
                    <a:pt x="166458" y="165633"/>
                  </a:lnTo>
                  <a:lnTo>
                    <a:pt x="169138" y="165633"/>
                  </a:lnTo>
                  <a:lnTo>
                    <a:pt x="169125" y="165493"/>
                  </a:lnTo>
                  <a:lnTo>
                    <a:pt x="169087" y="165138"/>
                  </a:lnTo>
                  <a:lnTo>
                    <a:pt x="168973" y="164147"/>
                  </a:lnTo>
                  <a:lnTo>
                    <a:pt x="166090" y="164731"/>
                  </a:lnTo>
                  <a:lnTo>
                    <a:pt x="166090" y="165392"/>
                  </a:lnTo>
                  <a:lnTo>
                    <a:pt x="165823" y="165354"/>
                  </a:lnTo>
                  <a:lnTo>
                    <a:pt x="165823" y="165138"/>
                  </a:lnTo>
                  <a:lnTo>
                    <a:pt x="166090" y="165392"/>
                  </a:lnTo>
                  <a:lnTo>
                    <a:pt x="166090" y="164731"/>
                  </a:lnTo>
                  <a:lnTo>
                    <a:pt x="164693" y="164998"/>
                  </a:lnTo>
                  <a:lnTo>
                    <a:pt x="164719" y="166154"/>
                  </a:lnTo>
                  <a:lnTo>
                    <a:pt x="164744" y="166776"/>
                  </a:lnTo>
                  <a:lnTo>
                    <a:pt x="164719" y="166154"/>
                  </a:lnTo>
                  <a:lnTo>
                    <a:pt x="164617" y="166281"/>
                  </a:lnTo>
                  <a:lnTo>
                    <a:pt x="164528" y="167055"/>
                  </a:lnTo>
                  <a:lnTo>
                    <a:pt x="164947" y="168275"/>
                  </a:lnTo>
                  <a:lnTo>
                    <a:pt x="165557" y="168783"/>
                  </a:lnTo>
                  <a:lnTo>
                    <a:pt x="169506" y="168770"/>
                  </a:lnTo>
                  <a:close/>
                </a:path>
                <a:path w="198755" h="207645">
                  <a:moveTo>
                    <a:pt x="169672" y="18224"/>
                  </a:moveTo>
                  <a:lnTo>
                    <a:pt x="164642" y="18224"/>
                  </a:lnTo>
                  <a:lnTo>
                    <a:pt x="164630" y="22085"/>
                  </a:lnTo>
                  <a:lnTo>
                    <a:pt x="167157" y="22085"/>
                  </a:lnTo>
                  <a:lnTo>
                    <a:pt x="169659" y="22085"/>
                  </a:lnTo>
                  <a:lnTo>
                    <a:pt x="169672" y="18224"/>
                  </a:lnTo>
                  <a:close/>
                </a:path>
                <a:path w="198755" h="207645">
                  <a:moveTo>
                    <a:pt x="170268" y="137401"/>
                  </a:moveTo>
                  <a:lnTo>
                    <a:pt x="165061" y="137401"/>
                  </a:lnTo>
                  <a:lnTo>
                    <a:pt x="165049" y="141389"/>
                  </a:lnTo>
                  <a:lnTo>
                    <a:pt x="167652" y="141389"/>
                  </a:lnTo>
                  <a:lnTo>
                    <a:pt x="170256" y="141389"/>
                  </a:lnTo>
                  <a:lnTo>
                    <a:pt x="170268" y="137401"/>
                  </a:lnTo>
                  <a:close/>
                </a:path>
                <a:path w="198755" h="207645">
                  <a:moveTo>
                    <a:pt x="170345" y="42468"/>
                  </a:moveTo>
                  <a:lnTo>
                    <a:pt x="170014" y="42468"/>
                  </a:lnTo>
                  <a:lnTo>
                    <a:pt x="170014" y="42722"/>
                  </a:lnTo>
                  <a:lnTo>
                    <a:pt x="170180" y="42722"/>
                  </a:lnTo>
                  <a:lnTo>
                    <a:pt x="170345" y="42722"/>
                  </a:lnTo>
                  <a:lnTo>
                    <a:pt x="170345" y="42468"/>
                  </a:lnTo>
                  <a:close/>
                </a:path>
                <a:path w="198755" h="207645">
                  <a:moveTo>
                    <a:pt x="170865" y="186410"/>
                  </a:moveTo>
                  <a:lnTo>
                    <a:pt x="170815" y="186258"/>
                  </a:lnTo>
                  <a:lnTo>
                    <a:pt x="170459" y="185445"/>
                  </a:lnTo>
                  <a:lnTo>
                    <a:pt x="170446" y="184632"/>
                  </a:lnTo>
                  <a:lnTo>
                    <a:pt x="170751" y="183807"/>
                  </a:lnTo>
                  <a:lnTo>
                    <a:pt x="170332" y="184670"/>
                  </a:lnTo>
                  <a:lnTo>
                    <a:pt x="170319" y="185407"/>
                  </a:lnTo>
                  <a:lnTo>
                    <a:pt x="170611" y="186474"/>
                  </a:lnTo>
                  <a:lnTo>
                    <a:pt x="170865" y="186410"/>
                  </a:lnTo>
                  <a:close/>
                </a:path>
                <a:path w="198755" h="207645">
                  <a:moveTo>
                    <a:pt x="171183" y="9283"/>
                  </a:moveTo>
                  <a:lnTo>
                    <a:pt x="169760" y="8864"/>
                  </a:lnTo>
                  <a:lnTo>
                    <a:pt x="167614" y="13487"/>
                  </a:lnTo>
                  <a:lnTo>
                    <a:pt x="170865" y="14274"/>
                  </a:lnTo>
                  <a:lnTo>
                    <a:pt x="171005" y="12166"/>
                  </a:lnTo>
                  <a:lnTo>
                    <a:pt x="171183" y="9283"/>
                  </a:lnTo>
                  <a:close/>
                </a:path>
                <a:path w="198755" h="207645">
                  <a:moveTo>
                    <a:pt x="173062" y="110680"/>
                  </a:moveTo>
                  <a:lnTo>
                    <a:pt x="169811" y="109435"/>
                  </a:lnTo>
                  <a:lnTo>
                    <a:pt x="169240" y="111582"/>
                  </a:lnTo>
                  <a:lnTo>
                    <a:pt x="168821" y="113118"/>
                  </a:lnTo>
                  <a:lnTo>
                    <a:pt x="169443" y="114579"/>
                  </a:lnTo>
                  <a:lnTo>
                    <a:pt x="171145" y="114706"/>
                  </a:lnTo>
                  <a:lnTo>
                    <a:pt x="171996" y="114782"/>
                  </a:lnTo>
                  <a:lnTo>
                    <a:pt x="172402" y="113919"/>
                  </a:lnTo>
                  <a:lnTo>
                    <a:pt x="172300" y="113207"/>
                  </a:lnTo>
                  <a:lnTo>
                    <a:pt x="172351" y="112991"/>
                  </a:lnTo>
                  <a:lnTo>
                    <a:pt x="172300" y="112852"/>
                  </a:lnTo>
                  <a:lnTo>
                    <a:pt x="172110" y="112788"/>
                  </a:lnTo>
                  <a:lnTo>
                    <a:pt x="173062" y="110680"/>
                  </a:lnTo>
                  <a:close/>
                </a:path>
                <a:path w="198755" h="207645">
                  <a:moveTo>
                    <a:pt x="174967" y="94767"/>
                  </a:moveTo>
                  <a:lnTo>
                    <a:pt x="172491" y="92303"/>
                  </a:lnTo>
                  <a:lnTo>
                    <a:pt x="171069" y="93865"/>
                  </a:lnTo>
                  <a:lnTo>
                    <a:pt x="170510" y="94475"/>
                  </a:lnTo>
                  <a:lnTo>
                    <a:pt x="170256" y="94907"/>
                  </a:lnTo>
                  <a:lnTo>
                    <a:pt x="169570" y="96545"/>
                  </a:lnTo>
                  <a:lnTo>
                    <a:pt x="170688" y="97624"/>
                  </a:lnTo>
                  <a:lnTo>
                    <a:pt x="172339" y="96964"/>
                  </a:lnTo>
                  <a:lnTo>
                    <a:pt x="172770" y="96710"/>
                  </a:lnTo>
                  <a:lnTo>
                    <a:pt x="173393" y="96164"/>
                  </a:lnTo>
                  <a:lnTo>
                    <a:pt x="174967" y="94767"/>
                  </a:lnTo>
                  <a:close/>
                </a:path>
                <a:path w="198755" h="207645">
                  <a:moveTo>
                    <a:pt x="174993" y="0"/>
                  </a:moveTo>
                  <a:lnTo>
                    <a:pt x="174459" y="0"/>
                  </a:lnTo>
                  <a:lnTo>
                    <a:pt x="174459" y="393"/>
                  </a:lnTo>
                  <a:lnTo>
                    <a:pt x="174726" y="393"/>
                  </a:lnTo>
                  <a:lnTo>
                    <a:pt x="174993" y="393"/>
                  </a:lnTo>
                  <a:lnTo>
                    <a:pt x="174993" y="0"/>
                  </a:lnTo>
                  <a:close/>
                </a:path>
                <a:path w="198755" h="207645">
                  <a:moveTo>
                    <a:pt x="177888" y="65900"/>
                  </a:moveTo>
                  <a:lnTo>
                    <a:pt x="176047" y="63296"/>
                  </a:lnTo>
                  <a:lnTo>
                    <a:pt x="175120" y="62001"/>
                  </a:lnTo>
                  <a:lnTo>
                    <a:pt x="170053" y="63538"/>
                  </a:lnTo>
                  <a:lnTo>
                    <a:pt x="170510" y="65125"/>
                  </a:lnTo>
                  <a:lnTo>
                    <a:pt x="169303" y="66967"/>
                  </a:lnTo>
                  <a:lnTo>
                    <a:pt x="173037" y="69888"/>
                  </a:lnTo>
                  <a:lnTo>
                    <a:pt x="176580" y="66979"/>
                  </a:lnTo>
                  <a:lnTo>
                    <a:pt x="177888" y="65900"/>
                  </a:lnTo>
                  <a:close/>
                </a:path>
                <a:path w="198755" h="207645">
                  <a:moveTo>
                    <a:pt x="180886" y="206540"/>
                  </a:moveTo>
                  <a:lnTo>
                    <a:pt x="180378" y="205625"/>
                  </a:lnTo>
                  <a:lnTo>
                    <a:pt x="180149" y="205244"/>
                  </a:lnTo>
                  <a:lnTo>
                    <a:pt x="179311" y="203809"/>
                  </a:lnTo>
                  <a:lnTo>
                    <a:pt x="177292" y="205790"/>
                  </a:lnTo>
                  <a:lnTo>
                    <a:pt x="178765" y="206603"/>
                  </a:lnTo>
                  <a:lnTo>
                    <a:pt x="180086" y="207352"/>
                  </a:lnTo>
                  <a:lnTo>
                    <a:pt x="180886" y="206540"/>
                  </a:lnTo>
                  <a:close/>
                </a:path>
                <a:path w="198755" h="207645">
                  <a:moveTo>
                    <a:pt x="181190" y="153543"/>
                  </a:moveTo>
                  <a:lnTo>
                    <a:pt x="180378" y="153543"/>
                  </a:lnTo>
                  <a:lnTo>
                    <a:pt x="180378" y="154165"/>
                  </a:lnTo>
                  <a:lnTo>
                    <a:pt x="180784" y="154165"/>
                  </a:lnTo>
                  <a:lnTo>
                    <a:pt x="181190" y="154165"/>
                  </a:lnTo>
                  <a:lnTo>
                    <a:pt x="181190" y="153543"/>
                  </a:lnTo>
                  <a:close/>
                </a:path>
                <a:path w="198755" h="207645">
                  <a:moveTo>
                    <a:pt x="182499" y="106984"/>
                  </a:moveTo>
                  <a:lnTo>
                    <a:pt x="181762" y="106260"/>
                  </a:lnTo>
                  <a:lnTo>
                    <a:pt x="181584" y="106438"/>
                  </a:lnTo>
                  <a:lnTo>
                    <a:pt x="181711" y="106553"/>
                  </a:lnTo>
                  <a:lnTo>
                    <a:pt x="182321" y="107162"/>
                  </a:lnTo>
                  <a:lnTo>
                    <a:pt x="182499" y="106984"/>
                  </a:lnTo>
                  <a:close/>
                </a:path>
                <a:path w="198755" h="207645">
                  <a:moveTo>
                    <a:pt x="184480" y="169672"/>
                  </a:moveTo>
                  <a:lnTo>
                    <a:pt x="183921" y="169443"/>
                  </a:lnTo>
                  <a:lnTo>
                    <a:pt x="182079" y="168681"/>
                  </a:lnTo>
                  <a:lnTo>
                    <a:pt x="181991" y="168516"/>
                  </a:lnTo>
                  <a:lnTo>
                    <a:pt x="181571" y="167792"/>
                  </a:lnTo>
                  <a:lnTo>
                    <a:pt x="179679" y="168097"/>
                  </a:lnTo>
                  <a:lnTo>
                    <a:pt x="179146" y="169875"/>
                  </a:lnTo>
                  <a:lnTo>
                    <a:pt x="178892" y="171945"/>
                  </a:lnTo>
                  <a:lnTo>
                    <a:pt x="180187" y="172974"/>
                  </a:lnTo>
                  <a:lnTo>
                    <a:pt x="184404" y="172961"/>
                  </a:lnTo>
                  <a:lnTo>
                    <a:pt x="184480" y="169672"/>
                  </a:lnTo>
                  <a:close/>
                </a:path>
                <a:path w="198755" h="207645">
                  <a:moveTo>
                    <a:pt x="186118" y="93167"/>
                  </a:moveTo>
                  <a:lnTo>
                    <a:pt x="185496" y="90373"/>
                  </a:lnTo>
                  <a:lnTo>
                    <a:pt x="184912" y="87757"/>
                  </a:lnTo>
                  <a:lnTo>
                    <a:pt x="182727" y="87757"/>
                  </a:lnTo>
                  <a:lnTo>
                    <a:pt x="181508" y="93141"/>
                  </a:lnTo>
                  <a:lnTo>
                    <a:pt x="186118" y="93167"/>
                  </a:lnTo>
                  <a:close/>
                </a:path>
                <a:path w="198755" h="207645">
                  <a:moveTo>
                    <a:pt x="187121" y="53238"/>
                  </a:moveTo>
                  <a:lnTo>
                    <a:pt x="183299" y="51155"/>
                  </a:lnTo>
                  <a:lnTo>
                    <a:pt x="183095" y="52666"/>
                  </a:lnTo>
                  <a:lnTo>
                    <a:pt x="182765" y="52870"/>
                  </a:lnTo>
                  <a:lnTo>
                    <a:pt x="182867" y="54622"/>
                  </a:lnTo>
                  <a:lnTo>
                    <a:pt x="183908" y="55270"/>
                  </a:lnTo>
                  <a:lnTo>
                    <a:pt x="187121" y="53238"/>
                  </a:lnTo>
                  <a:close/>
                </a:path>
                <a:path w="198755" h="207645">
                  <a:moveTo>
                    <a:pt x="187134" y="180949"/>
                  </a:moveTo>
                  <a:lnTo>
                    <a:pt x="183159" y="177025"/>
                  </a:lnTo>
                  <a:lnTo>
                    <a:pt x="182473" y="179933"/>
                  </a:lnTo>
                  <a:lnTo>
                    <a:pt x="182435" y="180136"/>
                  </a:lnTo>
                  <a:lnTo>
                    <a:pt x="182384" y="180327"/>
                  </a:lnTo>
                  <a:lnTo>
                    <a:pt x="182156" y="181279"/>
                  </a:lnTo>
                  <a:lnTo>
                    <a:pt x="182816" y="181940"/>
                  </a:lnTo>
                  <a:lnTo>
                    <a:pt x="183578" y="181762"/>
                  </a:lnTo>
                  <a:lnTo>
                    <a:pt x="183984" y="181673"/>
                  </a:lnTo>
                  <a:lnTo>
                    <a:pt x="184188" y="181622"/>
                  </a:lnTo>
                  <a:lnTo>
                    <a:pt x="187134" y="180949"/>
                  </a:lnTo>
                  <a:close/>
                </a:path>
                <a:path w="198755" h="207645">
                  <a:moveTo>
                    <a:pt x="187172" y="145148"/>
                  </a:moveTo>
                  <a:lnTo>
                    <a:pt x="185839" y="145059"/>
                  </a:lnTo>
                  <a:lnTo>
                    <a:pt x="185420" y="145034"/>
                  </a:lnTo>
                  <a:lnTo>
                    <a:pt x="185420" y="145707"/>
                  </a:lnTo>
                  <a:lnTo>
                    <a:pt x="185839" y="145694"/>
                  </a:lnTo>
                  <a:lnTo>
                    <a:pt x="187159" y="145605"/>
                  </a:lnTo>
                  <a:lnTo>
                    <a:pt x="187172" y="145148"/>
                  </a:lnTo>
                  <a:close/>
                </a:path>
                <a:path w="198755" h="207645">
                  <a:moveTo>
                    <a:pt x="189433" y="84886"/>
                  </a:moveTo>
                  <a:lnTo>
                    <a:pt x="187794" y="82080"/>
                  </a:lnTo>
                  <a:lnTo>
                    <a:pt x="185039" y="83807"/>
                  </a:lnTo>
                  <a:lnTo>
                    <a:pt x="184962" y="84886"/>
                  </a:lnTo>
                  <a:lnTo>
                    <a:pt x="185940" y="87020"/>
                  </a:lnTo>
                  <a:lnTo>
                    <a:pt x="187756" y="86436"/>
                  </a:lnTo>
                  <a:lnTo>
                    <a:pt x="187883" y="86093"/>
                  </a:lnTo>
                  <a:lnTo>
                    <a:pt x="188010" y="85775"/>
                  </a:lnTo>
                  <a:lnTo>
                    <a:pt x="189052" y="85128"/>
                  </a:lnTo>
                  <a:lnTo>
                    <a:pt x="189433" y="84886"/>
                  </a:lnTo>
                  <a:close/>
                </a:path>
                <a:path w="198755" h="207645">
                  <a:moveTo>
                    <a:pt x="198577" y="137579"/>
                  </a:moveTo>
                  <a:lnTo>
                    <a:pt x="197294" y="136982"/>
                  </a:lnTo>
                  <a:lnTo>
                    <a:pt x="196938" y="136804"/>
                  </a:lnTo>
                  <a:lnTo>
                    <a:pt x="196786" y="136690"/>
                  </a:lnTo>
                  <a:lnTo>
                    <a:pt x="196977" y="136182"/>
                  </a:lnTo>
                  <a:lnTo>
                    <a:pt x="197192" y="135648"/>
                  </a:lnTo>
                  <a:lnTo>
                    <a:pt x="195338" y="134239"/>
                  </a:lnTo>
                  <a:lnTo>
                    <a:pt x="191604" y="136918"/>
                  </a:lnTo>
                  <a:lnTo>
                    <a:pt x="192976" y="141605"/>
                  </a:lnTo>
                  <a:lnTo>
                    <a:pt x="197904" y="139827"/>
                  </a:lnTo>
                  <a:lnTo>
                    <a:pt x="198577" y="13757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062647" y="7799660"/>
              <a:ext cx="226060" cy="295910"/>
            </a:xfrm>
            <a:custGeom>
              <a:avLst/>
              <a:gdLst/>
              <a:ahLst/>
              <a:cxnLst/>
              <a:rect l="l" t="t" r="r" b="b"/>
              <a:pathLst>
                <a:path w="226059" h="295909">
                  <a:moveTo>
                    <a:pt x="520" y="265811"/>
                  </a:moveTo>
                  <a:lnTo>
                    <a:pt x="0" y="265811"/>
                  </a:lnTo>
                  <a:lnTo>
                    <a:pt x="0" y="266217"/>
                  </a:lnTo>
                  <a:lnTo>
                    <a:pt x="266" y="266217"/>
                  </a:lnTo>
                  <a:lnTo>
                    <a:pt x="520" y="266217"/>
                  </a:lnTo>
                  <a:lnTo>
                    <a:pt x="520" y="265811"/>
                  </a:lnTo>
                  <a:close/>
                </a:path>
                <a:path w="226059" h="295909">
                  <a:moveTo>
                    <a:pt x="5994" y="167335"/>
                  </a:moveTo>
                  <a:lnTo>
                    <a:pt x="5727" y="167297"/>
                  </a:lnTo>
                  <a:lnTo>
                    <a:pt x="5067" y="167195"/>
                  </a:lnTo>
                  <a:lnTo>
                    <a:pt x="4419" y="167119"/>
                  </a:lnTo>
                  <a:lnTo>
                    <a:pt x="2857" y="166890"/>
                  </a:lnTo>
                  <a:lnTo>
                    <a:pt x="2857" y="168236"/>
                  </a:lnTo>
                  <a:lnTo>
                    <a:pt x="3771" y="168109"/>
                  </a:lnTo>
                  <a:lnTo>
                    <a:pt x="5067" y="167919"/>
                  </a:lnTo>
                  <a:lnTo>
                    <a:pt x="5727" y="167830"/>
                  </a:lnTo>
                  <a:lnTo>
                    <a:pt x="5994" y="167792"/>
                  </a:lnTo>
                  <a:lnTo>
                    <a:pt x="5994" y="167335"/>
                  </a:lnTo>
                  <a:close/>
                </a:path>
                <a:path w="226059" h="295909">
                  <a:moveTo>
                    <a:pt x="8534" y="95427"/>
                  </a:moveTo>
                  <a:lnTo>
                    <a:pt x="6692" y="95961"/>
                  </a:lnTo>
                  <a:lnTo>
                    <a:pt x="6477" y="96024"/>
                  </a:lnTo>
                  <a:lnTo>
                    <a:pt x="6273" y="96088"/>
                  </a:lnTo>
                  <a:lnTo>
                    <a:pt x="6070" y="96139"/>
                  </a:lnTo>
                  <a:lnTo>
                    <a:pt x="5168" y="96405"/>
                  </a:lnTo>
                  <a:lnTo>
                    <a:pt x="5168" y="97701"/>
                  </a:lnTo>
                  <a:lnTo>
                    <a:pt x="6070" y="97955"/>
                  </a:lnTo>
                  <a:lnTo>
                    <a:pt x="6273" y="98005"/>
                  </a:lnTo>
                  <a:lnTo>
                    <a:pt x="6692" y="98132"/>
                  </a:lnTo>
                  <a:lnTo>
                    <a:pt x="8509" y="98653"/>
                  </a:lnTo>
                  <a:lnTo>
                    <a:pt x="8534" y="95427"/>
                  </a:lnTo>
                  <a:close/>
                </a:path>
                <a:path w="226059" h="295909">
                  <a:moveTo>
                    <a:pt x="9982" y="70078"/>
                  </a:moveTo>
                  <a:lnTo>
                    <a:pt x="9283" y="69608"/>
                  </a:lnTo>
                  <a:lnTo>
                    <a:pt x="9118" y="69507"/>
                  </a:lnTo>
                  <a:lnTo>
                    <a:pt x="8966" y="69392"/>
                  </a:lnTo>
                  <a:lnTo>
                    <a:pt x="6692" y="67868"/>
                  </a:lnTo>
                  <a:lnTo>
                    <a:pt x="6692" y="73025"/>
                  </a:lnTo>
                  <a:lnTo>
                    <a:pt x="8966" y="71488"/>
                  </a:lnTo>
                  <a:lnTo>
                    <a:pt x="9982" y="70802"/>
                  </a:lnTo>
                  <a:lnTo>
                    <a:pt x="9982" y="70078"/>
                  </a:lnTo>
                  <a:close/>
                </a:path>
                <a:path w="226059" h="295909">
                  <a:moveTo>
                    <a:pt x="11963" y="236550"/>
                  </a:moveTo>
                  <a:lnTo>
                    <a:pt x="11442" y="236550"/>
                  </a:lnTo>
                  <a:lnTo>
                    <a:pt x="11442" y="236943"/>
                  </a:lnTo>
                  <a:lnTo>
                    <a:pt x="11709" y="236943"/>
                  </a:lnTo>
                  <a:lnTo>
                    <a:pt x="11963" y="236943"/>
                  </a:lnTo>
                  <a:lnTo>
                    <a:pt x="11963" y="236550"/>
                  </a:lnTo>
                  <a:close/>
                </a:path>
                <a:path w="226059" h="295909">
                  <a:moveTo>
                    <a:pt x="12877" y="291477"/>
                  </a:moveTo>
                  <a:lnTo>
                    <a:pt x="8051" y="288620"/>
                  </a:lnTo>
                  <a:lnTo>
                    <a:pt x="8051" y="295300"/>
                  </a:lnTo>
                  <a:lnTo>
                    <a:pt x="11214" y="293408"/>
                  </a:lnTo>
                  <a:lnTo>
                    <a:pt x="12877" y="292430"/>
                  </a:lnTo>
                  <a:lnTo>
                    <a:pt x="12877" y="291477"/>
                  </a:lnTo>
                  <a:close/>
                </a:path>
                <a:path w="226059" h="295909">
                  <a:moveTo>
                    <a:pt x="13017" y="174396"/>
                  </a:moveTo>
                  <a:lnTo>
                    <a:pt x="12788" y="173685"/>
                  </a:lnTo>
                  <a:lnTo>
                    <a:pt x="11823" y="174028"/>
                  </a:lnTo>
                  <a:lnTo>
                    <a:pt x="11366" y="174180"/>
                  </a:lnTo>
                  <a:lnTo>
                    <a:pt x="10007" y="174675"/>
                  </a:lnTo>
                  <a:lnTo>
                    <a:pt x="10655" y="175983"/>
                  </a:lnTo>
                  <a:lnTo>
                    <a:pt x="11391" y="175488"/>
                  </a:lnTo>
                  <a:lnTo>
                    <a:pt x="13017" y="174396"/>
                  </a:lnTo>
                  <a:close/>
                </a:path>
                <a:path w="226059" h="295909">
                  <a:moveTo>
                    <a:pt x="13716" y="132613"/>
                  </a:moveTo>
                  <a:lnTo>
                    <a:pt x="13106" y="130035"/>
                  </a:lnTo>
                  <a:lnTo>
                    <a:pt x="4076" y="130822"/>
                  </a:lnTo>
                  <a:lnTo>
                    <a:pt x="8597" y="138455"/>
                  </a:lnTo>
                  <a:lnTo>
                    <a:pt x="11671" y="134962"/>
                  </a:lnTo>
                  <a:lnTo>
                    <a:pt x="13716" y="132613"/>
                  </a:lnTo>
                  <a:close/>
                </a:path>
                <a:path w="226059" h="295909">
                  <a:moveTo>
                    <a:pt x="13804" y="253542"/>
                  </a:moveTo>
                  <a:lnTo>
                    <a:pt x="10947" y="253530"/>
                  </a:lnTo>
                  <a:lnTo>
                    <a:pt x="11531" y="254939"/>
                  </a:lnTo>
                  <a:lnTo>
                    <a:pt x="11696" y="255333"/>
                  </a:lnTo>
                  <a:lnTo>
                    <a:pt x="11772" y="255536"/>
                  </a:lnTo>
                  <a:lnTo>
                    <a:pt x="12014" y="256120"/>
                  </a:lnTo>
                  <a:lnTo>
                    <a:pt x="12750" y="256120"/>
                  </a:lnTo>
                  <a:lnTo>
                    <a:pt x="12979" y="255536"/>
                  </a:lnTo>
                  <a:lnTo>
                    <a:pt x="13233" y="254939"/>
                  </a:lnTo>
                  <a:lnTo>
                    <a:pt x="13804" y="253542"/>
                  </a:lnTo>
                  <a:close/>
                </a:path>
                <a:path w="226059" h="295909">
                  <a:moveTo>
                    <a:pt x="14630" y="202196"/>
                  </a:moveTo>
                  <a:lnTo>
                    <a:pt x="12865" y="201345"/>
                  </a:lnTo>
                  <a:lnTo>
                    <a:pt x="11938" y="202387"/>
                  </a:lnTo>
                  <a:lnTo>
                    <a:pt x="11722" y="202615"/>
                  </a:lnTo>
                  <a:lnTo>
                    <a:pt x="11620" y="202742"/>
                  </a:lnTo>
                  <a:lnTo>
                    <a:pt x="11214" y="203187"/>
                  </a:lnTo>
                  <a:lnTo>
                    <a:pt x="11214" y="203784"/>
                  </a:lnTo>
                  <a:lnTo>
                    <a:pt x="11836" y="204470"/>
                  </a:lnTo>
                  <a:lnTo>
                    <a:pt x="11938" y="204597"/>
                  </a:lnTo>
                  <a:lnTo>
                    <a:pt x="12865" y="205625"/>
                  </a:lnTo>
                  <a:lnTo>
                    <a:pt x="14630" y="204774"/>
                  </a:lnTo>
                  <a:lnTo>
                    <a:pt x="14630" y="202196"/>
                  </a:lnTo>
                  <a:close/>
                </a:path>
                <a:path w="226059" h="295909">
                  <a:moveTo>
                    <a:pt x="15887" y="270357"/>
                  </a:moveTo>
                  <a:lnTo>
                    <a:pt x="15786" y="268452"/>
                  </a:lnTo>
                  <a:lnTo>
                    <a:pt x="15570" y="268097"/>
                  </a:lnTo>
                  <a:lnTo>
                    <a:pt x="15417" y="267931"/>
                  </a:lnTo>
                  <a:lnTo>
                    <a:pt x="15214" y="267639"/>
                  </a:lnTo>
                  <a:lnTo>
                    <a:pt x="15417" y="267893"/>
                  </a:lnTo>
                  <a:lnTo>
                    <a:pt x="15011" y="267220"/>
                  </a:lnTo>
                  <a:lnTo>
                    <a:pt x="14795" y="267068"/>
                  </a:lnTo>
                  <a:lnTo>
                    <a:pt x="14274" y="266700"/>
                  </a:lnTo>
                  <a:lnTo>
                    <a:pt x="14058" y="266547"/>
                  </a:lnTo>
                  <a:lnTo>
                    <a:pt x="13119" y="266636"/>
                  </a:lnTo>
                  <a:lnTo>
                    <a:pt x="13360" y="266700"/>
                  </a:lnTo>
                  <a:lnTo>
                    <a:pt x="12179" y="266446"/>
                  </a:lnTo>
                  <a:lnTo>
                    <a:pt x="10845" y="267042"/>
                  </a:lnTo>
                  <a:lnTo>
                    <a:pt x="10388" y="268973"/>
                  </a:lnTo>
                  <a:lnTo>
                    <a:pt x="10591" y="271068"/>
                  </a:lnTo>
                  <a:lnTo>
                    <a:pt x="12687" y="272961"/>
                  </a:lnTo>
                  <a:lnTo>
                    <a:pt x="15290" y="271005"/>
                  </a:lnTo>
                  <a:lnTo>
                    <a:pt x="15887" y="270357"/>
                  </a:lnTo>
                  <a:close/>
                </a:path>
                <a:path w="226059" h="295909">
                  <a:moveTo>
                    <a:pt x="18097" y="215938"/>
                  </a:moveTo>
                  <a:lnTo>
                    <a:pt x="17284" y="215125"/>
                  </a:lnTo>
                  <a:lnTo>
                    <a:pt x="16738" y="215531"/>
                  </a:lnTo>
                  <a:lnTo>
                    <a:pt x="16497" y="215722"/>
                  </a:lnTo>
                  <a:lnTo>
                    <a:pt x="16243" y="215900"/>
                  </a:lnTo>
                  <a:lnTo>
                    <a:pt x="16002" y="216090"/>
                  </a:lnTo>
                  <a:lnTo>
                    <a:pt x="14947" y="216877"/>
                  </a:lnTo>
                  <a:lnTo>
                    <a:pt x="16319" y="218249"/>
                  </a:lnTo>
                  <a:lnTo>
                    <a:pt x="17132" y="217195"/>
                  </a:lnTo>
                  <a:lnTo>
                    <a:pt x="17500" y="216712"/>
                  </a:lnTo>
                  <a:lnTo>
                    <a:pt x="17691" y="216458"/>
                  </a:lnTo>
                  <a:lnTo>
                    <a:pt x="18097" y="215938"/>
                  </a:lnTo>
                  <a:close/>
                </a:path>
                <a:path w="226059" h="295909">
                  <a:moveTo>
                    <a:pt x="22034" y="59461"/>
                  </a:moveTo>
                  <a:lnTo>
                    <a:pt x="20218" y="59448"/>
                  </a:lnTo>
                  <a:lnTo>
                    <a:pt x="20396" y="60667"/>
                  </a:lnTo>
                  <a:lnTo>
                    <a:pt x="20497" y="61302"/>
                  </a:lnTo>
                  <a:lnTo>
                    <a:pt x="20574" y="61925"/>
                  </a:lnTo>
                  <a:lnTo>
                    <a:pt x="21678" y="61925"/>
                  </a:lnTo>
                  <a:lnTo>
                    <a:pt x="21831" y="60871"/>
                  </a:lnTo>
                  <a:lnTo>
                    <a:pt x="21856" y="60667"/>
                  </a:lnTo>
                  <a:lnTo>
                    <a:pt x="22034" y="59461"/>
                  </a:lnTo>
                  <a:close/>
                </a:path>
                <a:path w="226059" h="295909">
                  <a:moveTo>
                    <a:pt x="23152" y="118452"/>
                  </a:moveTo>
                  <a:lnTo>
                    <a:pt x="21259" y="115925"/>
                  </a:lnTo>
                  <a:lnTo>
                    <a:pt x="20485" y="114884"/>
                  </a:lnTo>
                  <a:lnTo>
                    <a:pt x="19659" y="114084"/>
                  </a:lnTo>
                  <a:lnTo>
                    <a:pt x="15354" y="112915"/>
                  </a:lnTo>
                  <a:lnTo>
                    <a:pt x="12268" y="115239"/>
                  </a:lnTo>
                  <a:lnTo>
                    <a:pt x="12268" y="121424"/>
                  </a:lnTo>
                  <a:lnTo>
                    <a:pt x="15341" y="123761"/>
                  </a:lnTo>
                  <a:lnTo>
                    <a:pt x="21145" y="122174"/>
                  </a:lnTo>
                  <a:lnTo>
                    <a:pt x="23152" y="118452"/>
                  </a:lnTo>
                  <a:close/>
                </a:path>
                <a:path w="226059" h="295909">
                  <a:moveTo>
                    <a:pt x="25120" y="279349"/>
                  </a:moveTo>
                  <a:lnTo>
                    <a:pt x="24460" y="278688"/>
                  </a:lnTo>
                  <a:lnTo>
                    <a:pt x="21958" y="279082"/>
                  </a:lnTo>
                  <a:lnTo>
                    <a:pt x="21717" y="280644"/>
                  </a:lnTo>
                  <a:lnTo>
                    <a:pt x="22440" y="281355"/>
                  </a:lnTo>
                  <a:lnTo>
                    <a:pt x="23152" y="282067"/>
                  </a:lnTo>
                  <a:lnTo>
                    <a:pt x="24739" y="281825"/>
                  </a:lnTo>
                  <a:lnTo>
                    <a:pt x="24917" y="280708"/>
                  </a:lnTo>
                  <a:lnTo>
                    <a:pt x="25120" y="279349"/>
                  </a:lnTo>
                  <a:close/>
                </a:path>
                <a:path w="226059" h="295909">
                  <a:moveTo>
                    <a:pt x="28321" y="223329"/>
                  </a:moveTo>
                  <a:lnTo>
                    <a:pt x="24549" y="222986"/>
                  </a:lnTo>
                  <a:lnTo>
                    <a:pt x="24549" y="225234"/>
                  </a:lnTo>
                  <a:lnTo>
                    <a:pt x="25844" y="225107"/>
                  </a:lnTo>
                  <a:lnTo>
                    <a:pt x="28321" y="224878"/>
                  </a:lnTo>
                  <a:lnTo>
                    <a:pt x="28321" y="223329"/>
                  </a:lnTo>
                  <a:close/>
                </a:path>
                <a:path w="226059" h="295909">
                  <a:moveTo>
                    <a:pt x="29972" y="189725"/>
                  </a:moveTo>
                  <a:lnTo>
                    <a:pt x="28841" y="187617"/>
                  </a:lnTo>
                  <a:lnTo>
                    <a:pt x="28752" y="187452"/>
                  </a:lnTo>
                  <a:lnTo>
                    <a:pt x="28663" y="187286"/>
                  </a:lnTo>
                  <a:lnTo>
                    <a:pt x="28295" y="186575"/>
                  </a:lnTo>
                  <a:lnTo>
                    <a:pt x="27444" y="186575"/>
                  </a:lnTo>
                  <a:lnTo>
                    <a:pt x="26974" y="187452"/>
                  </a:lnTo>
                  <a:lnTo>
                    <a:pt x="26885" y="187617"/>
                  </a:lnTo>
                  <a:lnTo>
                    <a:pt x="25755" y="189725"/>
                  </a:lnTo>
                  <a:lnTo>
                    <a:pt x="29972" y="189725"/>
                  </a:lnTo>
                  <a:close/>
                </a:path>
                <a:path w="226059" h="295909">
                  <a:moveTo>
                    <a:pt x="31877" y="146710"/>
                  </a:moveTo>
                  <a:lnTo>
                    <a:pt x="25603" y="143802"/>
                  </a:lnTo>
                  <a:lnTo>
                    <a:pt x="22110" y="152069"/>
                  </a:lnTo>
                  <a:lnTo>
                    <a:pt x="27470" y="154089"/>
                  </a:lnTo>
                  <a:lnTo>
                    <a:pt x="29210" y="151155"/>
                  </a:lnTo>
                  <a:lnTo>
                    <a:pt x="31877" y="146710"/>
                  </a:lnTo>
                  <a:close/>
                </a:path>
                <a:path w="226059" h="295909">
                  <a:moveTo>
                    <a:pt x="32270" y="254889"/>
                  </a:moveTo>
                  <a:lnTo>
                    <a:pt x="29794" y="252603"/>
                  </a:lnTo>
                  <a:lnTo>
                    <a:pt x="27292" y="253987"/>
                  </a:lnTo>
                  <a:lnTo>
                    <a:pt x="26479" y="257784"/>
                  </a:lnTo>
                  <a:lnTo>
                    <a:pt x="28549" y="259372"/>
                  </a:lnTo>
                  <a:lnTo>
                    <a:pt x="29768" y="257924"/>
                  </a:lnTo>
                  <a:lnTo>
                    <a:pt x="30264" y="257314"/>
                  </a:lnTo>
                  <a:lnTo>
                    <a:pt x="31076" y="257073"/>
                  </a:lnTo>
                  <a:lnTo>
                    <a:pt x="32270" y="255955"/>
                  </a:lnTo>
                  <a:lnTo>
                    <a:pt x="32270" y="254889"/>
                  </a:lnTo>
                  <a:close/>
                </a:path>
                <a:path w="226059" h="295909">
                  <a:moveTo>
                    <a:pt x="36436" y="240372"/>
                  </a:moveTo>
                  <a:lnTo>
                    <a:pt x="36169" y="240080"/>
                  </a:lnTo>
                  <a:lnTo>
                    <a:pt x="35864" y="240106"/>
                  </a:lnTo>
                  <a:lnTo>
                    <a:pt x="34683" y="240157"/>
                  </a:lnTo>
                  <a:lnTo>
                    <a:pt x="34518" y="240665"/>
                  </a:lnTo>
                  <a:lnTo>
                    <a:pt x="33489" y="242252"/>
                  </a:lnTo>
                  <a:lnTo>
                    <a:pt x="34302" y="243090"/>
                  </a:lnTo>
                  <a:lnTo>
                    <a:pt x="35877" y="242011"/>
                  </a:lnTo>
                  <a:lnTo>
                    <a:pt x="36410" y="241833"/>
                  </a:lnTo>
                  <a:lnTo>
                    <a:pt x="36423" y="240665"/>
                  </a:lnTo>
                  <a:lnTo>
                    <a:pt x="36436" y="240372"/>
                  </a:lnTo>
                  <a:close/>
                </a:path>
                <a:path w="226059" h="295909">
                  <a:moveTo>
                    <a:pt x="36614" y="50279"/>
                  </a:moveTo>
                  <a:lnTo>
                    <a:pt x="31445" y="45161"/>
                  </a:lnTo>
                  <a:lnTo>
                    <a:pt x="29806" y="49250"/>
                  </a:lnTo>
                  <a:lnTo>
                    <a:pt x="29006" y="51219"/>
                  </a:lnTo>
                  <a:lnTo>
                    <a:pt x="30492" y="52679"/>
                  </a:lnTo>
                  <a:lnTo>
                    <a:pt x="32219" y="51993"/>
                  </a:lnTo>
                  <a:lnTo>
                    <a:pt x="32486" y="51892"/>
                  </a:lnTo>
                  <a:lnTo>
                    <a:pt x="36614" y="50279"/>
                  </a:lnTo>
                  <a:close/>
                </a:path>
                <a:path w="226059" h="295909">
                  <a:moveTo>
                    <a:pt x="37579" y="89662"/>
                  </a:moveTo>
                  <a:lnTo>
                    <a:pt x="35090" y="86766"/>
                  </a:lnTo>
                  <a:lnTo>
                    <a:pt x="28829" y="87604"/>
                  </a:lnTo>
                  <a:lnTo>
                    <a:pt x="26187" y="91732"/>
                  </a:lnTo>
                  <a:lnTo>
                    <a:pt x="28600" y="95770"/>
                  </a:lnTo>
                  <a:lnTo>
                    <a:pt x="29527" y="95973"/>
                  </a:lnTo>
                  <a:lnTo>
                    <a:pt x="30238" y="95592"/>
                  </a:lnTo>
                  <a:lnTo>
                    <a:pt x="32156" y="94564"/>
                  </a:lnTo>
                  <a:lnTo>
                    <a:pt x="33705" y="93281"/>
                  </a:lnTo>
                  <a:lnTo>
                    <a:pt x="37579" y="89662"/>
                  </a:lnTo>
                  <a:close/>
                </a:path>
                <a:path w="226059" h="295909">
                  <a:moveTo>
                    <a:pt x="39865" y="187909"/>
                  </a:moveTo>
                  <a:lnTo>
                    <a:pt x="39319" y="186766"/>
                  </a:lnTo>
                  <a:lnTo>
                    <a:pt x="39192" y="186499"/>
                  </a:lnTo>
                  <a:lnTo>
                    <a:pt x="38125" y="184327"/>
                  </a:lnTo>
                  <a:lnTo>
                    <a:pt x="35394" y="187007"/>
                  </a:lnTo>
                  <a:lnTo>
                    <a:pt x="37325" y="187934"/>
                  </a:lnTo>
                  <a:lnTo>
                    <a:pt x="39027" y="188734"/>
                  </a:lnTo>
                  <a:lnTo>
                    <a:pt x="39865" y="187909"/>
                  </a:lnTo>
                  <a:close/>
                </a:path>
                <a:path w="226059" h="295909">
                  <a:moveTo>
                    <a:pt x="41478" y="207352"/>
                  </a:moveTo>
                  <a:lnTo>
                    <a:pt x="38506" y="205663"/>
                  </a:lnTo>
                  <a:lnTo>
                    <a:pt x="38442" y="205435"/>
                  </a:lnTo>
                  <a:lnTo>
                    <a:pt x="38239" y="205511"/>
                  </a:lnTo>
                  <a:lnTo>
                    <a:pt x="37833" y="205282"/>
                  </a:lnTo>
                  <a:lnTo>
                    <a:pt x="37414" y="205790"/>
                  </a:lnTo>
                  <a:lnTo>
                    <a:pt x="34429" y="206832"/>
                  </a:lnTo>
                  <a:lnTo>
                    <a:pt x="34531" y="211023"/>
                  </a:lnTo>
                  <a:lnTo>
                    <a:pt x="36893" y="211391"/>
                  </a:lnTo>
                  <a:lnTo>
                    <a:pt x="36779" y="211632"/>
                  </a:lnTo>
                  <a:lnTo>
                    <a:pt x="37287" y="211950"/>
                  </a:lnTo>
                  <a:lnTo>
                    <a:pt x="37503" y="211594"/>
                  </a:lnTo>
                  <a:lnTo>
                    <a:pt x="40525" y="211924"/>
                  </a:lnTo>
                  <a:lnTo>
                    <a:pt x="41427" y="208114"/>
                  </a:lnTo>
                  <a:lnTo>
                    <a:pt x="41478" y="207352"/>
                  </a:lnTo>
                  <a:close/>
                </a:path>
                <a:path w="226059" h="295909">
                  <a:moveTo>
                    <a:pt x="41986" y="267284"/>
                  </a:moveTo>
                  <a:lnTo>
                    <a:pt x="36626" y="267284"/>
                  </a:lnTo>
                  <a:lnTo>
                    <a:pt x="36626" y="271399"/>
                  </a:lnTo>
                  <a:lnTo>
                    <a:pt x="39306" y="271399"/>
                  </a:lnTo>
                  <a:lnTo>
                    <a:pt x="41986" y="271399"/>
                  </a:lnTo>
                  <a:lnTo>
                    <a:pt x="41986" y="267284"/>
                  </a:lnTo>
                  <a:close/>
                </a:path>
                <a:path w="226059" h="295909">
                  <a:moveTo>
                    <a:pt x="47218" y="226834"/>
                  </a:moveTo>
                  <a:lnTo>
                    <a:pt x="42176" y="226834"/>
                  </a:lnTo>
                  <a:lnTo>
                    <a:pt x="42176" y="230695"/>
                  </a:lnTo>
                  <a:lnTo>
                    <a:pt x="44691" y="230695"/>
                  </a:lnTo>
                  <a:lnTo>
                    <a:pt x="47205" y="230695"/>
                  </a:lnTo>
                  <a:lnTo>
                    <a:pt x="47218" y="226834"/>
                  </a:lnTo>
                  <a:close/>
                </a:path>
                <a:path w="226059" h="295909">
                  <a:moveTo>
                    <a:pt x="48234" y="72085"/>
                  </a:moveTo>
                  <a:lnTo>
                    <a:pt x="43853" y="72085"/>
                  </a:lnTo>
                  <a:lnTo>
                    <a:pt x="43840" y="75450"/>
                  </a:lnTo>
                  <a:lnTo>
                    <a:pt x="46037" y="75450"/>
                  </a:lnTo>
                  <a:lnTo>
                    <a:pt x="48234" y="75450"/>
                  </a:lnTo>
                  <a:lnTo>
                    <a:pt x="48234" y="72085"/>
                  </a:lnTo>
                  <a:close/>
                </a:path>
                <a:path w="226059" h="295909">
                  <a:moveTo>
                    <a:pt x="50723" y="61709"/>
                  </a:moveTo>
                  <a:lnTo>
                    <a:pt x="48145" y="59169"/>
                  </a:lnTo>
                  <a:lnTo>
                    <a:pt x="39903" y="64566"/>
                  </a:lnTo>
                  <a:lnTo>
                    <a:pt x="45237" y="69888"/>
                  </a:lnTo>
                  <a:lnTo>
                    <a:pt x="47904" y="65913"/>
                  </a:lnTo>
                  <a:lnTo>
                    <a:pt x="50723" y="61709"/>
                  </a:lnTo>
                  <a:close/>
                </a:path>
                <a:path w="226059" h="295909">
                  <a:moveTo>
                    <a:pt x="51028" y="153746"/>
                  </a:moveTo>
                  <a:lnTo>
                    <a:pt x="47625" y="152908"/>
                  </a:lnTo>
                  <a:lnTo>
                    <a:pt x="46812" y="155054"/>
                  </a:lnTo>
                  <a:lnTo>
                    <a:pt x="46469" y="155956"/>
                  </a:lnTo>
                  <a:lnTo>
                    <a:pt x="46215" y="156565"/>
                  </a:lnTo>
                  <a:lnTo>
                    <a:pt x="46469" y="158788"/>
                  </a:lnTo>
                  <a:lnTo>
                    <a:pt x="47993" y="159702"/>
                  </a:lnTo>
                  <a:lnTo>
                    <a:pt x="49022" y="158635"/>
                  </a:lnTo>
                  <a:lnTo>
                    <a:pt x="49809" y="157810"/>
                  </a:lnTo>
                  <a:lnTo>
                    <a:pt x="51028" y="153746"/>
                  </a:lnTo>
                  <a:close/>
                </a:path>
                <a:path w="226059" h="295909">
                  <a:moveTo>
                    <a:pt x="52374" y="135877"/>
                  </a:moveTo>
                  <a:lnTo>
                    <a:pt x="51879" y="135026"/>
                  </a:lnTo>
                  <a:lnTo>
                    <a:pt x="51714" y="134759"/>
                  </a:lnTo>
                  <a:lnTo>
                    <a:pt x="50800" y="133146"/>
                  </a:lnTo>
                  <a:lnTo>
                    <a:pt x="48907" y="135013"/>
                  </a:lnTo>
                  <a:lnTo>
                    <a:pt x="50279" y="135775"/>
                  </a:lnTo>
                  <a:lnTo>
                    <a:pt x="51066" y="136220"/>
                  </a:lnTo>
                  <a:lnTo>
                    <a:pt x="51676" y="136563"/>
                  </a:lnTo>
                  <a:lnTo>
                    <a:pt x="52374" y="135877"/>
                  </a:lnTo>
                  <a:close/>
                </a:path>
                <a:path w="226059" h="295909">
                  <a:moveTo>
                    <a:pt x="52628" y="103212"/>
                  </a:moveTo>
                  <a:lnTo>
                    <a:pt x="50419" y="101752"/>
                  </a:lnTo>
                  <a:lnTo>
                    <a:pt x="48793" y="102857"/>
                  </a:lnTo>
                  <a:lnTo>
                    <a:pt x="46901" y="104114"/>
                  </a:lnTo>
                  <a:lnTo>
                    <a:pt x="46901" y="105956"/>
                  </a:lnTo>
                  <a:lnTo>
                    <a:pt x="48628" y="107099"/>
                  </a:lnTo>
                  <a:lnTo>
                    <a:pt x="48793" y="107213"/>
                  </a:lnTo>
                  <a:lnTo>
                    <a:pt x="45821" y="107238"/>
                  </a:lnTo>
                  <a:lnTo>
                    <a:pt x="45021" y="109181"/>
                  </a:lnTo>
                  <a:lnTo>
                    <a:pt x="46113" y="110286"/>
                  </a:lnTo>
                  <a:lnTo>
                    <a:pt x="46951" y="111112"/>
                  </a:lnTo>
                  <a:lnTo>
                    <a:pt x="47815" y="111112"/>
                  </a:lnTo>
                  <a:lnTo>
                    <a:pt x="49758" y="109181"/>
                  </a:lnTo>
                  <a:lnTo>
                    <a:pt x="48996" y="107365"/>
                  </a:lnTo>
                  <a:lnTo>
                    <a:pt x="50419" y="108305"/>
                  </a:lnTo>
                  <a:lnTo>
                    <a:pt x="52628" y="106857"/>
                  </a:lnTo>
                  <a:lnTo>
                    <a:pt x="52628" y="103212"/>
                  </a:lnTo>
                  <a:close/>
                </a:path>
                <a:path w="226059" h="295909">
                  <a:moveTo>
                    <a:pt x="57327" y="57848"/>
                  </a:moveTo>
                  <a:lnTo>
                    <a:pt x="56083" y="56629"/>
                  </a:lnTo>
                  <a:lnTo>
                    <a:pt x="50698" y="58737"/>
                  </a:lnTo>
                  <a:lnTo>
                    <a:pt x="55194" y="63182"/>
                  </a:lnTo>
                  <a:lnTo>
                    <a:pt x="56616" y="59626"/>
                  </a:lnTo>
                  <a:lnTo>
                    <a:pt x="57327" y="57848"/>
                  </a:lnTo>
                  <a:close/>
                </a:path>
                <a:path w="226059" h="295909">
                  <a:moveTo>
                    <a:pt x="66497" y="32321"/>
                  </a:moveTo>
                  <a:lnTo>
                    <a:pt x="65976" y="32321"/>
                  </a:lnTo>
                  <a:lnTo>
                    <a:pt x="65976" y="32727"/>
                  </a:lnTo>
                  <a:lnTo>
                    <a:pt x="66243" y="32727"/>
                  </a:lnTo>
                  <a:lnTo>
                    <a:pt x="66497" y="32727"/>
                  </a:lnTo>
                  <a:lnTo>
                    <a:pt x="66497" y="32321"/>
                  </a:lnTo>
                  <a:close/>
                </a:path>
                <a:path w="226059" h="295909">
                  <a:moveTo>
                    <a:pt x="69075" y="183870"/>
                  </a:moveTo>
                  <a:lnTo>
                    <a:pt x="68275" y="183146"/>
                  </a:lnTo>
                  <a:lnTo>
                    <a:pt x="68122" y="183007"/>
                  </a:lnTo>
                  <a:lnTo>
                    <a:pt x="68008" y="183146"/>
                  </a:lnTo>
                  <a:lnTo>
                    <a:pt x="68122" y="182956"/>
                  </a:lnTo>
                  <a:lnTo>
                    <a:pt x="68072" y="182575"/>
                  </a:lnTo>
                  <a:lnTo>
                    <a:pt x="66344" y="181800"/>
                  </a:lnTo>
                  <a:lnTo>
                    <a:pt x="65582" y="183540"/>
                  </a:lnTo>
                  <a:lnTo>
                    <a:pt x="66395" y="185254"/>
                  </a:lnTo>
                  <a:lnTo>
                    <a:pt x="67106" y="185432"/>
                  </a:lnTo>
                  <a:lnTo>
                    <a:pt x="68770" y="185089"/>
                  </a:lnTo>
                  <a:lnTo>
                    <a:pt x="69075" y="183870"/>
                  </a:lnTo>
                  <a:close/>
                </a:path>
                <a:path w="226059" h="295909">
                  <a:moveTo>
                    <a:pt x="69189" y="193967"/>
                  </a:moveTo>
                  <a:lnTo>
                    <a:pt x="68668" y="193967"/>
                  </a:lnTo>
                  <a:lnTo>
                    <a:pt x="68668" y="194373"/>
                  </a:lnTo>
                  <a:lnTo>
                    <a:pt x="68935" y="194373"/>
                  </a:lnTo>
                  <a:lnTo>
                    <a:pt x="69189" y="194373"/>
                  </a:lnTo>
                  <a:lnTo>
                    <a:pt x="69189" y="193967"/>
                  </a:lnTo>
                  <a:close/>
                </a:path>
                <a:path w="226059" h="295909">
                  <a:moveTo>
                    <a:pt x="70700" y="197700"/>
                  </a:moveTo>
                  <a:lnTo>
                    <a:pt x="69443" y="197091"/>
                  </a:lnTo>
                  <a:lnTo>
                    <a:pt x="67424" y="197485"/>
                  </a:lnTo>
                  <a:lnTo>
                    <a:pt x="66751" y="197815"/>
                  </a:lnTo>
                  <a:lnTo>
                    <a:pt x="63512" y="200774"/>
                  </a:lnTo>
                  <a:lnTo>
                    <a:pt x="67525" y="204241"/>
                  </a:lnTo>
                  <a:lnTo>
                    <a:pt x="69723" y="201422"/>
                  </a:lnTo>
                  <a:lnTo>
                    <a:pt x="70358" y="200609"/>
                  </a:lnTo>
                  <a:lnTo>
                    <a:pt x="70485" y="199821"/>
                  </a:lnTo>
                  <a:lnTo>
                    <a:pt x="70573" y="198831"/>
                  </a:lnTo>
                  <a:lnTo>
                    <a:pt x="70700" y="197700"/>
                  </a:lnTo>
                  <a:close/>
                </a:path>
                <a:path w="226059" h="295909">
                  <a:moveTo>
                    <a:pt x="71767" y="115417"/>
                  </a:moveTo>
                  <a:lnTo>
                    <a:pt x="69215" y="112877"/>
                  </a:lnTo>
                  <a:lnTo>
                    <a:pt x="67716" y="114477"/>
                  </a:lnTo>
                  <a:lnTo>
                    <a:pt x="66052" y="116268"/>
                  </a:lnTo>
                  <a:lnTo>
                    <a:pt x="66776" y="119710"/>
                  </a:lnTo>
                  <a:lnTo>
                    <a:pt x="70954" y="119570"/>
                  </a:lnTo>
                  <a:lnTo>
                    <a:pt x="71361" y="117894"/>
                  </a:lnTo>
                  <a:lnTo>
                    <a:pt x="70281" y="117170"/>
                  </a:lnTo>
                  <a:lnTo>
                    <a:pt x="70040" y="117055"/>
                  </a:lnTo>
                  <a:lnTo>
                    <a:pt x="70129" y="116852"/>
                  </a:lnTo>
                  <a:lnTo>
                    <a:pt x="71767" y="115417"/>
                  </a:lnTo>
                  <a:close/>
                </a:path>
                <a:path w="226059" h="295909">
                  <a:moveTo>
                    <a:pt x="72491" y="153974"/>
                  </a:moveTo>
                  <a:lnTo>
                    <a:pt x="70650" y="154508"/>
                  </a:lnTo>
                  <a:lnTo>
                    <a:pt x="70434" y="154571"/>
                  </a:lnTo>
                  <a:lnTo>
                    <a:pt x="70231" y="154622"/>
                  </a:lnTo>
                  <a:lnTo>
                    <a:pt x="70027" y="154686"/>
                  </a:lnTo>
                  <a:lnTo>
                    <a:pt x="69126" y="154940"/>
                  </a:lnTo>
                  <a:lnTo>
                    <a:pt x="69113" y="156235"/>
                  </a:lnTo>
                  <a:lnTo>
                    <a:pt x="70027" y="156489"/>
                  </a:lnTo>
                  <a:lnTo>
                    <a:pt x="70650" y="156667"/>
                  </a:lnTo>
                  <a:lnTo>
                    <a:pt x="72466" y="157200"/>
                  </a:lnTo>
                  <a:lnTo>
                    <a:pt x="72491" y="153974"/>
                  </a:lnTo>
                  <a:close/>
                </a:path>
                <a:path w="226059" h="295909">
                  <a:moveTo>
                    <a:pt x="73355" y="41338"/>
                  </a:moveTo>
                  <a:lnTo>
                    <a:pt x="71894" y="37744"/>
                  </a:lnTo>
                  <a:lnTo>
                    <a:pt x="67856" y="36449"/>
                  </a:lnTo>
                  <a:lnTo>
                    <a:pt x="66421" y="36309"/>
                  </a:lnTo>
                  <a:lnTo>
                    <a:pt x="61569" y="36055"/>
                  </a:lnTo>
                  <a:lnTo>
                    <a:pt x="59143" y="39598"/>
                  </a:lnTo>
                  <a:lnTo>
                    <a:pt x="59372" y="40449"/>
                  </a:lnTo>
                  <a:lnTo>
                    <a:pt x="58839" y="40449"/>
                  </a:lnTo>
                  <a:lnTo>
                    <a:pt x="58839" y="44564"/>
                  </a:lnTo>
                  <a:lnTo>
                    <a:pt x="60515" y="44564"/>
                  </a:lnTo>
                  <a:lnTo>
                    <a:pt x="60896" y="45910"/>
                  </a:lnTo>
                  <a:lnTo>
                    <a:pt x="64554" y="47053"/>
                  </a:lnTo>
                  <a:lnTo>
                    <a:pt x="67500" y="45643"/>
                  </a:lnTo>
                  <a:lnTo>
                    <a:pt x="68821" y="45008"/>
                  </a:lnTo>
                  <a:lnTo>
                    <a:pt x="69900" y="44272"/>
                  </a:lnTo>
                  <a:lnTo>
                    <a:pt x="73355" y="41338"/>
                  </a:lnTo>
                  <a:close/>
                </a:path>
                <a:path w="226059" h="295909">
                  <a:moveTo>
                    <a:pt x="76644" y="77216"/>
                  </a:moveTo>
                  <a:lnTo>
                    <a:pt x="75653" y="73888"/>
                  </a:lnTo>
                  <a:lnTo>
                    <a:pt x="75463" y="73253"/>
                  </a:lnTo>
                  <a:lnTo>
                    <a:pt x="75311" y="72885"/>
                  </a:lnTo>
                  <a:lnTo>
                    <a:pt x="74295" y="71386"/>
                  </a:lnTo>
                  <a:lnTo>
                    <a:pt x="72986" y="71386"/>
                  </a:lnTo>
                  <a:lnTo>
                    <a:pt x="71970" y="72885"/>
                  </a:lnTo>
                  <a:lnTo>
                    <a:pt x="71831" y="73253"/>
                  </a:lnTo>
                  <a:lnTo>
                    <a:pt x="70650" y="77190"/>
                  </a:lnTo>
                  <a:lnTo>
                    <a:pt x="76644" y="77216"/>
                  </a:lnTo>
                  <a:close/>
                </a:path>
                <a:path w="226059" h="295909">
                  <a:moveTo>
                    <a:pt x="81534" y="249212"/>
                  </a:moveTo>
                  <a:lnTo>
                    <a:pt x="81292" y="248018"/>
                  </a:lnTo>
                  <a:lnTo>
                    <a:pt x="77698" y="247345"/>
                  </a:lnTo>
                  <a:lnTo>
                    <a:pt x="76073" y="248869"/>
                  </a:lnTo>
                  <a:lnTo>
                    <a:pt x="77457" y="252107"/>
                  </a:lnTo>
                  <a:lnTo>
                    <a:pt x="79959" y="252526"/>
                  </a:lnTo>
                  <a:lnTo>
                    <a:pt x="80746" y="250875"/>
                  </a:lnTo>
                  <a:lnTo>
                    <a:pt x="81534" y="249212"/>
                  </a:lnTo>
                  <a:close/>
                </a:path>
                <a:path w="226059" h="295909">
                  <a:moveTo>
                    <a:pt x="82181" y="39751"/>
                  </a:moveTo>
                  <a:lnTo>
                    <a:pt x="78562" y="39751"/>
                  </a:lnTo>
                  <a:lnTo>
                    <a:pt x="79476" y="41694"/>
                  </a:lnTo>
                  <a:lnTo>
                    <a:pt x="79641" y="42037"/>
                  </a:lnTo>
                  <a:lnTo>
                    <a:pt x="79717" y="42214"/>
                  </a:lnTo>
                  <a:lnTo>
                    <a:pt x="79946" y="42710"/>
                  </a:lnTo>
                  <a:lnTo>
                    <a:pt x="80797" y="42710"/>
                  </a:lnTo>
                  <a:lnTo>
                    <a:pt x="81114" y="42037"/>
                  </a:lnTo>
                  <a:lnTo>
                    <a:pt x="81280" y="41694"/>
                  </a:lnTo>
                  <a:lnTo>
                    <a:pt x="82181" y="39751"/>
                  </a:lnTo>
                  <a:close/>
                </a:path>
                <a:path w="226059" h="295909">
                  <a:moveTo>
                    <a:pt x="85140" y="51866"/>
                  </a:moveTo>
                  <a:lnTo>
                    <a:pt x="78308" y="51866"/>
                  </a:lnTo>
                  <a:lnTo>
                    <a:pt x="78308" y="57099"/>
                  </a:lnTo>
                  <a:lnTo>
                    <a:pt x="81724" y="57099"/>
                  </a:lnTo>
                  <a:lnTo>
                    <a:pt x="85140" y="57099"/>
                  </a:lnTo>
                  <a:lnTo>
                    <a:pt x="85140" y="51866"/>
                  </a:lnTo>
                  <a:close/>
                </a:path>
                <a:path w="226059" h="295909">
                  <a:moveTo>
                    <a:pt x="87757" y="188353"/>
                  </a:moveTo>
                  <a:lnTo>
                    <a:pt x="86461" y="188353"/>
                  </a:lnTo>
                  <a:lnTo>
                    <a:pt x="86461" y="189344"/>
                  </a:lnTo>
                  <a:lnTo>
                    <a:pt x="87109" y="189344"/>
                  </a:lnTo>
                  <a:lnTo>
                    <a:pt x="87757" y="189344"/>
                  </a:lnTo>
                  <a:lnTo>
                    <a:pt x="87757" y="188353"/>
                  </a:lnTo>
                  <a:close/>
                </a:path>
                <a:path w="226059" h="295909">
                  <a:moveTo>
                    <a:pt x="90436" y="127977"/>
                  </a:moveTo>
                  <a:lnTo>
                    <a:pt x="90246" y="126987"/>
                  </a:lnTo>
                  <a:lnTo>
                    <a:pt x="89649" y="123939"/>
                  </a:lnTo>
                  <a:lnTo>
                    <a:pt x="86258" y="125069"/>
                  </a:lnTo>
                  <a:lnTo>
                    <a:pt x="85725" y="125717"/>
                  </a:lnTo>
                  <a:lnTo>
                    <a:pt x="85674" y="127190"/>
                  </a:lnTo>
                  <a:lnTo>
                    <a:pt x="85877" y="127749"/>
                  </a:lnTo>
                  <a:lnTo>
                    <a:pt x="87528" y="129057"/>
                  </a:lnTo>
                  <a:lnTo>
                    <a:pt x="89166" y="128511"/>
                  </a:lnTo>
                  <a:lnTo>
                    <a:pt x="89179" y="128320"/>
                  </a:lnTo>
                  <a:lnTo>
                    <a:pt x="89179" y="128117"/>
                  </a:lnTo>
                  <a:lnTo>
                    <a:pt x="90436" y="127977"/>
                  </a:lnTo>
                  <a:close/>
                </a:path>
                <a:path w="226059" h="295909">
                  <a:moveTo>
                    <a:pt x="90843" y="203581"/>
                  </a:moveTo>
                  <a:lnTo>
                    <a:pt x="89966" y="202374"/>
                  </a:lnTo>
                  <a:lnTo>
                    <a:pt x="88011" y="201828"/>
                  </a:lnTo>
                  <a:lnTo>
                    <a:pt x="87312" y="201891"/>
                  </a:lnTo>
                  <a:lnTo>
                    <a:pt x="82194" y="203009"/>
                  </a:lnTo>
                  <a:lnTo>
                    <a:pt x="85318" y="209880"/>
                  </a:lnTo>
                  <a:lnTo>
                    <a:pt x="89039" y="206692"/>
                  </a:lnTo>
                  <a:lnTo>
                    <a:pt x="89776" y="206057"/>
                  </a:lnTo>
                  <a:lnTo>
                    <a:pt x="90081" y="205524"/>
                  </a:lnTo>
                  <a:lnTo>
                    <a:pt x="90843" y="203581"/>
                  </a:lnTo>
                  <a:close/>
                </a:path>
                <a:path w="226059" h="295909">
                  <a:moveTo>
                    <a:pt x="95643" y="89903"/>
                  </a:moveTo>
                  <a:lnTo>
                    <a:pt x="90982" y="92354"/>
                  </a:lnTo>
                  <a:lnTo>
                    <a:pt x="90932" y="93726"/>
                  </a:lnTo>
                  <a:lnTo>
                    <a:pt x="92544" y="94094"/>
                  </a:lnTo>
                  <a:lnTo>
                    <a:pt x="94107" y="92849"/>
                  </a:lnTo>
                  <a:lnTo>
                    <a:pt x="94246" y="92659"/>
                  </a:lnTo>
                  <a:lnTo>
                    <a:pt x="94627" y="91909"/>
                  </a:lnTo>
                  <a:lnTo>
                    <a:pt x="95643" y="89903"/>
                  </a:lnTo>
                  <a:close/>
                </a:path>
                <a:path w="226059" h="295909">
                  <a:moveTo>
                    <a:pt x="98564" y="246875"/>
                  </a:moveTo>
                  <a:lnTo>
                    <a:pt x="95110" y="244449"/>
                  </a:lnTo>
                  <a:lnTo>
                    <a:pt x="93840" y="246773"/>
                  </a:lnTo>
                  <a:lnTo>
                    <a:pt x="93294" y="247777"/>
                  </a:lnTo>
                  <a:lnTo>
                    <a:pt x="92862" y="248424"/>
                  </a:lnTo>
                  <a:lnTo>
                    <a:pt x="93395" y="250317"/>
                  </a:lnTo>
                  <a:lnTo>
                    <a:pt x="94094" y="250571"/>
                  </a:lnTo>
                  <a:lnTo>
                    <a:pt x="95821" y="250342"/>
                  </a:lnTo>
                  <a:lnTo>
                    <a:pt x="96202" y="249796"/>
                  </a:lnTo>
                  <a:lnTo>
                    <a:pt x="98564" y="246875"/>
                  </a:lnTo>
                  <a:close/>
                </a:path>
                <a:path w="226059" h="295909">
                  <a:moveTo>
                    <a:pt x="100926" y="48450"/>
                  </a:moveTo>
                  <a:lnTo>
                    <a:pt x="92151" y="48450"/>
                  </a:lnTo>
                  <a:lnTo>
                    <a:pt x="92138" y="55181"/>
                  </a:lnTo>
                  <a:lnTo>
                    <a:pt x="96532" y="55181"/>
                  </a:lnTo>
                  <a:lnTo>
                    <a:pt x="100914" y="55181"/>
                  </a:lnTo>
                  <a:lnTo>
                    <a:pt x="100926" y="48450"/>
                  </a:lnTo>
                  <a:close/>
                </a:path>
                <a:path w="226059" h="295909">
                  <a:moveTo>
                    <a:pt x="103289" y="77660"/>
                  </a:moveTo>
                  <a:lnTo>
                    <a:pt x="102616" y="75387"/>
                  </a:lnTo>
                  <a:lnTo>
                    <a:pt x="102489" y="74980"/>
                  </a:lnTo>
                  <a:lnTo>
                    <a:pt x="102438" y="74777"/>
                  </a:lnTo>
                  <a:lnTo>
                    <a:pt x="102095" y="73621"/>
                  </a:lnTo>
                  <a:lnTo>
                    <a:pt x="100406" y="73621"/>
                  </a:lnTo>
                  <a:lnTo>
                    <a:pt x="99872" y="75387"/>
                  </a:lnTo>
                  <a:lnTo>
                    <a:pt x="99212" y="77635"/>
                  </a:lnTo>
                  <a:lnTo>
                    <a:pt x="103289" y="77660"/>
                  </a:lnTo>
                  <a:close/>
                </a:path>
                <a:path w="226059" h="295909">
                  <a:moveTo>
                    <a:pt x="105537" y="26720"/>
                  </a:moveTo>
                  <a:lnTo>
                    <a:pt x="105371" y="25869"/>
                  </a:lnTo>
                  <a:lnTo>
                    <a:pt x="104724" y="23241"/>
                  </a:lnTo>
                  <a:lnTo>
                    <a:pt x="102971" y="23025"/>
                  </a:lnTo>
                  <a:lnTo>
                    <a:pt x="100914" y="24701"/>
                  </a:lnTo>
                  <a:lnTo>
                    <a:pt x="100457" y="25285"/>
                  </a:lnTo>
                  <a:lnTo>
                    <a:pt x="98933" y="29705"/>
                  </a:lnTo>
                  <a:lnTo>
                    <a:pt x="104089" y="31102"/>
                  </a:lnTo>
                  <a:lnTo>
                    <a:pt x="105143" y="27901"/>
                  </a:lnTo>
                  <a:lnTo>
                    <a:pt x="105537" y="26720"/>
                  </a:lnTo>
                  <a:close/>
                </a:path>
                <a:path w="226059" h="295909">
                  <a:moveTo>
                    <a:pt x="107035" y="163512"/>
                  </a:moveTo>
                  <a:lnTo>
                    <a:pt x="105346" y="160782"/>
                  </a:lnTo>
                  <a:lnTo>
                    <a:pt x="105346" y="162941"/>
                  </a:lnTo>
                  <a:lnTo>
                    <a:pt x="105321" y="163233"/>
                  </a:lnTo>
                  <a:lnTo>
                    <a:pt x="105270" y="163106"/>
                  </a:lnTo>
                  <a:lnTo>
                    <a:pt x="105219" y="163233"/>
                  </a:lnTo>
                  <a:lnTo>
                    <a:pt x="105156" y="162839"/>
                  </a:lnTo>
                  <a:lnTo>
                    <a:pt x="105270" y="163106"/>
                  </a:lnTo>
                  <a:lnTo>
                    <a:pt x="105346" y="162941"/>
                  </a:lnTo>
                  <a:lnTo>
                    <a:pt x="105346" y="160782"/>
                  </a:lnTo>
                  <a:lnTo>
                    <a:pt x="104406" y="160921"/>
                  </a:lnTo>
                  <a:lnTo>
                    <a:pt x="103162" y="160731"/>
                  </a:lnTo>
                  <a:lnTo>
                    <a:pt x="102463" y="160680"/>
                  </a:lnTo>
                  <a:lnTo>
                    <a:pt x="100939" y="161798"/>
                  </a:lnTo>
                  <a:lnTo>
                    <a:pt x="100279" y="162826"/>
                  </a:lnTo>
                  <a:lnTo>
                    <a:pt x="101130" y="165214"/>
                  </a:lnTo>
                  <a:lnTo>
                    <a:pt x="101968" y="165874"/>
                  </a:lnTo>
                  <a:lnTo>
                    <a:pt x="104051" y="165976"/>
                  </a:lnTo>
                  <a:lnTo>
                    <a:pt x="104686" y="165658"/>
                  </a:lnTo>
                  <a:lnTo>
                    <a:pt x="105956" y="164503"/>
                  </a:lnTo>
                  <a:lnTo>
                    <a:pt x="107035" y="163512"/>
                  </a:lnTo>
                  <a:close/>
                </a:path>
                <a:path w="226059" h="295909">
                  <a:moveTo>
                    <a:pt x="108242" y="63588"/>
                  </a:moveTo>
                  <a:lnTo>
                    <a:pt x="107721" y="63588"/>
                  </a:lnTo>
                  <a:lnTo>
                    <a:pt x="107721" y="63995"/>
                  </a:lnTo>
                  <a:lnTo>
                    <a:pt x="107975" y="63995"/>
                  </a:lnTo>
                  <a:lnTo>
                    <a:pt x="108242" y="63995"/>
                  </a:lnTo>
                  <a:lnTo>
                    <a:pt x="108242" y="63588"/>
                  </a:lnTo>
                  <a:close/>
                </a:path>
                <a:path w="226059" h="295909">
                  <a:moveTo>
                    <a:pt x="119062" y="107683"/>
                  </a:moveTo>
                  <a:close/>
                </a:path>
                <a:path w="226059" h="295909">
                  <a:moveTo>
                    <a:pt x="120637" y="104825"/>
                  </a:moveTo>
                  <a:lnTo>
                    <a:pt x="116179" y="102235"/>
                  </a:lnTo>
                  <a:lnTo>
                    <a:pt x="113868" y="106273"/>
                  </a:lnTo>
                  <a:lnTo>
                    <a:pt x="113842" y="107556"/>
                  </a:lnTo>
                  <a:lnTo>
                    <a:pt x="114160" y="109778"/>
                  </a:lnTo>
                  <a:lnTo>
                    <a:pt x="115455" y="110324"/>
                  </a:lnTo>
                  <a:lnTo>
                    <a:pt x="117436" y="110566"/>
                  </a:lnTo>
                  <a:lnTo>
                    <a:pt x="118249" y="110020"/>
                  </a:lnTo>
                  <a:lnTo>
                    <a:pt x="118795" y="109054"/>
                  </a:lnTo>
                  <a:lnTo>
                    <a:pt x="118960" y="108673"/>
                  </a:lnTo>
                  <a:lnTo>
                    <a:pt x="119011" y="107683"/>
                  </a:lnTo>
                  <a:lnTo>
                    <a:pt x="118960" y="107048"/>
                  </a:lnTo>
                  <a:lnTo>
                    <a:pt x="119049" y="107619"/>
                  </a:lnTo>
                  <a:lnTo>
                    <a:pt x="119367" y="107048"/>
                  </a:lnTo>
                  <a:lnTo>
                    <a:pt x="120637" y="104825"/>
                  </a:lnTo>
                  <a:close/>
                </a:path>
                <a:path w="226059" h="295909">
                  <a:moveTo>
                    <a:pt x="125107" y="6502"/>
                  </a:moveTo>
                  <a:lnTo>
                    <a:pt x="123164" y="6502"/>
                  </a:lnTo>
                  <a:lnTo>
                    <a:pt x="123164" y="8001"/>
                  </a:lnTo>
                  <a:lnTo>
                    <a:pt x="124129" y="8001"/>
                  </a:lnTo>
                  <a:lnTo>
                    <a:pt x="125107" y="8001"/>
                  </a:lnTo>
                  <a:lnTo>
                    <a:pt x="125107" y="6502"/>
                  </a:lnTo>
                  <a:close/>
                </a:path>
                <a:path w="226059" h="295909">
                  <a:moveTo>
                    <a:pt x="138874" y="1943"/>
                  </a:moveTo>
                  <a:lnTo>
                    <a:pt x="136906" y="0"/>
                  </a:lnTo>
                  <a:lnTo>
                    <a:pt x="134327" y="1574"/>
                  </a:lnTo>
                  <a:lnTo>
                    <a:pt x="132549" y="2933"/>
                  </a:lnTo>
                  <a:lnTo>
                    <a:pt x="130162" y="4813"/>
                  </a:lnTo>
                  <a:lnTo>
                    <a:pt x="133997" y="8610"/>
                  </a:lnTo>
                  <a:lnTo>
                    <a:pt x="135902" y="6235"/>
                  </a:lnTo>
                  <a:lnTo>
                    <a:pt x="136613" y="5359"/>
                  </a:lnTo>
                  <a:lnTo>
                    <a:pt x="137287" y="4495"/>
                  </a:lnTo>
                  <a:lnTo>
                    <a:pt x="138874" y="1943"/>
                  </a:lnTo>
                  <a:close/>
                </a:path>
                <a:path w="226059" h="295909">
                  <a:moveTo>
                    <a:pt x="145935" y="4381"/>
                  </a:moveTo>
                  <a:lnTo>
                    <a:pt x="145415" y="4381"/>
                  </a:lnTo>
                  <a:lnTo>
                    <a:pt x="145415" y="4787"/>
                  </a:lnTo>
                  <a:lnTo>
                    <a:pt x="145681" y="4787"/>
                  </a:lnTo>
                  <a:lnTo>
                    <a:pt x="145935" y="4787"/>
                  </a:lnTo>
                  <a:lnTo>
                    <a:pt x="145935" y="4381"/>
                  </a:lnTo>
                  <a:close/>
                </a:path>
                <a:path w="226059" h="295909">
                  <a:moveTo>
                    <a:pt x="172643" y="130340"/>
                  </a:moveTo>
                  <a:lnTo>
                    <a:pt x="171958" y="129133"/>
                  </a:lnTo>
                  <a:lnTo>
                    <a:pt x="172466" y="128422"/>
                  </a:lnTo>
                  <a:lnTo>
                    <a:pt x="170662" y="127190"/>
                  </a:lnTo>
                  <a:lnTo>
                    <a:pt x="168275" y="128193"/>
                  </a:lnTo>
                  <a:lnTo>
                    <a:pt x="167513" y="128879"/>
                  </a:lnTo>
                  <a:lnTo>
                    <a:pt x="165709" y="131254"/>
                  </a:lnTo>
                  <a:lnTo>
                    <a:pt x="167144" y="133096"/>
                  </a:lnTo>
                  <a:lnTo>
                    <a:pt x="170129" y="133159"/>
                  </a:lnTo>
                  <a:lnTo>
                    <a:pt x="170954" y="132537"/>
                  </a:lnTo>
                  <a:lnTo>
                    <a:pt x="171716" y="131546"/>
                  </a:lnTo>
                  <a:lnTo>
                    <a:pt x="172643" y="130340"/>
                  </a:lnTo>
                  <a:close/>
                </a:path>
                <a:path w="226059" h="295909">
                  <a:moveTo>
                    <a:pt x="187147" y="136347"/>
                  </a:moveTo>
                  <a:lnTo>
                    <a:pt x="181521" y="136347"/>
                  </a:lnTo>
                  <a:lnTo>
                    <a:pt x="183489" y="138798"/>
                  </a:lnTo>
                  <a:lnTo>
                    <a:pt x="183984" y="139420"/>
                  </a:lnTo>
                  <a:lnTo>
                    <a:pt x="184696" y="139420"/>
                  </a:lnTo>
                  <a:lnTo>
                    <a:pt x="187147" y="136347"/>
                  </a:lnTo>
                  <a:close/>
                </a:path>
                <a:path w="226059" h="295909">
                  <a:moveTo>
                    <a:pt x="189623" y="108331"/>
                  </a:moveTo>
                  <a:lnTo>
                    <a:pt x="189141" y="108331"/>
                  </a:lnTo>
                  <a:lnTo>
                    <a:pt x="189141" y="108712"/>
                  </a:lnTo>
                  <a:lnTo>
                    <a:pt x="189382" y="108712"/>
                  </a:lnTo>
                  <a:lnTo>
                    <a:pt x="189623" y="108712"/>
                  </a:lnTo>
                  <a:lnTo>
                    <a:pt x="189623" y="108331"/>
                  </a:lnTo>
                  <a:close/>
                </a:path>
                <a:path w="226059" h="295909">
                  <a:moveTo>
                    <a:pt x="201485" y="102006"/>
                  </a:moveTo>
                  <a:lnTo>
                    <a:pt x="200799" y="101447"/>
                  </a:lnTo>
                  <a:lnTo>
                    <a:pt x="200063" y="101790"/>
                  </a:lnTo>
                  <a:lnTo>
                    <a:pt x="199898" y="101942"/>
                  </a:lnTo>
                  <a:lnTo>
                    <a:pt x="199707" y="101981"/>
                  </a:lnTo>
                  <a:lnTo>
                    <a:pt x="199504" y="101942"/>
                  </a:lnTo>
                  <a:lnTo>
                    <a:pt x="198132" y="101815"/>
                  </a:lnTo>
                  <a:lnTo>
                    <a:pt x="198132" y="103936"/>
                  </a:lnTo>
                  <a:lnTo>
                    <a:pt x="199504" y="104051"/>
                  </a:lnTo>
                  <a:lnTo>
                    <a:pt x="200444" y="104140"/>
                  </a:lnTo>
                  <a:lnTo>
                    <a:pt x="201206" y="103733"/>
                  </a:lnTo>
                  <a:lnTo>
                    <a:pt x="201371" y="102768"/>
                  </a:lnTo>
                  <a:lnTo>
                    <a:pt x="201485" y="102006"/>
                  </a:lnTo>
                  <a:close/>
                </a:path>
                <a:path w="226059" h="295909">
                  <a:moveTo>
                    <a:pt x="213347" y="126555"/>
                  </a:moveTo>
                  <a:lnTo>
                    <a:pt x="212039" y="125247"/>
                  </a:lnTo>
                  <a:lnTo>
                    <a:pt x="209994" y="126492"/>
                  </a:lnTo>
                  <a:lnTo>
                    <a:pt x="209689" y="126847"/>
                  </a:lnTo>
                  <a:lnTo>
                    <a:pt x="209651" y="127990"/>
                  </a:lnTo>
                  <a:lnTo>
                    <a:pt x="209613" y="128473"/>
                  </a:lnTo>
                  <a:lnTo>
                    <a:pt x="210096" y="128943"/>
                  </a:lnTo>
                  <a:lnTo>
                    <a:pt x="210591" y="128917"/>
                  </a:lnTo>
                  <a:lnTo>
                    <a:pt x="211734" y="128866"/>
                  </a:lnTo>
                  <a:lnTo>
                    <a:pt x="212090" y="128587"/>
                  </a:lnTo>
                  <a:lnTo>
                    <a:pt x="212699" y="127609"/>
                  </a:lnTo>
                  <a:lnTo>
                    <a:pt x="213347" y="126555"/>
                  </a:lnTo>
                  <a:close/>
                </a:path>
                <a:path w="226059" h="295909">
                  <a:moveTo>
                    <a:pt x="214439" y="111023"/>
                  </a:moveTo>
                  <a:lnTo>
                    <a:pt x="210781" y="110998"/>
                  </a:lnTo>
                  <a:lnTo>
                    <a:pt x="211518" y="112814"/>
                  </a:lnTo>
                  <a:lnTo>
                    <a:pt x="211645" y="113118"/>
                  </a:lnTo>
                  <a:lnTo>
                    <a:pt x="211696" y="113271"/>
                  </a:lnTo>
                  <a:lnTo>
                    <a:pt x="212064" y="114147"/>
                  </a:lnTo>
                  <a:lnTo>
                    <a:pt x="213156" y="114147"/>
                  </a:lnTo>
                  <a:lnTo>
                    <a:pt x="213588" y="113118"/>
                  </a:lnTo>
                  <a:lnTo>
                    <a:pt x="213639" y="112966"/>
                  </a:lnTo>
                  <a:lnTo>
                    <a:pt x="214439" y="111023"/>
                  </a:lnTo>
                  <a:close/>
                </a:path>
                <a:path w="226059" h="295909">
                  <a:moveTo>
                    <a:pt x="215607" y="92633"/>
                  </a:moveTo>
                  <a:lnTo>
                    <a:pt x="212305" y="89585"/>
                  </a:lnTo>
                  <a:lnTo>
                    <a:pt x="210731" y="93002"/>
                  </a:lnTo>
                  <a:lnTo>
                    <a:pt x="212737" y="93370"/>
                  </a:lnTo>
                  <a:lnTo>
                    <a:pt x="213106" y="93433"/>
                  </a:lnTo>
                  <a:lnTo>
                    <a:pt x="214757" y="93738"/>
                  </a:lnTo>
                  <a:lnTo>
                    <a:pt x="215607" y="92633"/>
                  </a:lnTo>
                  <a:close/>
                </a:path>
                <a:path w="226059" h="295909">
                  <a:moveTo>
                    <a:pt x="217881" y="102031"/>
                  </a:moveTo>
                  <a:lnTo>
                    <a:pt x="216217" y="98628"/>
                  </a:lnTo>
                  <a:lnTo>
                    <a:pt x="215392" y="96951"/>
                  </a:lnTo>
                  <a:lnTo>
                    <a:pt x="213880" y="96951"/>
                  </a:lnTo>
                  <a:lnTo>
                    <a:pt x="213436" y="97853"/>
                  </a:lnTo>
                  <a:lnTo>
                    <a:pt x="213296" y="98107"/>
                  </a:lnTo>
                  <a:lnTo>
                    <a:pt x="211378" y="102031"/>
                  </a:lnTo>
                  <a:lnTo>
                    <a:pt x="217881" y="102031"/>
                  </a:lnTo>
                  <a:close/>
                </a:path>
                <a:path w="226059" h="295909">
                  <a:moveTo>
                    <a:pt x="225742" y="107099"/>
                  </a:moveTo>
                  <a:lnTo>
                    <a:pt x="224955" y="106311"/>
                  </a:lnTo>
                  <a:lnTo>
                    <a:pt x="224663" y="106032"/>
                  </a:lnTo>
                  <a:lnTo>
                    <a:pt x="224218" y="106464"/>
                  </a:lnTo>
                  <a:lnTo>
                    <a:pt x="224510" y="106756"/>
                  </a:lnTo>
                  <a:lnTo>
                    <a:pt x="225005" y="107251"/>
                  </a:lnTo>
                  <a:lnTo>
                    <a:pt x="225298" y="107530"/>
                  </a:lnTo>
                  <a:lnTo>
                    <a:pt x="225742" y="10709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063142" y="7750892"/>
              <a:ext cx="226060" cy="193675"/>
            </a:xfrm>
            <a:custGeom>
              <a:avLst/>
              <a:gdLst/>
              <a:ahLst/>
              <a:cxnLst/>
              <a:rect l="l" t="t" r="r" b="b"/>
              <a:pathLst>
                <a:path w="226059" h="193675">
                  <a:moveTo>
                    <a:pt x="6273" y="58889"/>
                  </a:moveTo>
                  <a:lnTo>
                    <a:pt x="2006" y="54660"/>
                  </a:lnTo>
                  <a:lnTo>
                    <a:pt x="647" y="58039"/>
                  </a:lnTo>
                  <a:lnTo>
                    <a:pt x="0" y="59626"/>
                  </a:lnTo>
                  <a:lnTo>
                    <a:pt x="1257" y="60858"/>
                  </a:lnTo>
                  <a:lnTo>
                    <a:pt x="2273" y="60452"/>
                  </a:lnTo>
                  <a:lnTo>
                    <a:pt x="2463" y="60375"/>
                  </a:lnTo>
                  <a:lnTo>
                    <a:pt x="6273" y="58889"/>
                  </a:lnTo>
                  <a:close/>
                </a:path>
                <a:path w="226059" h="193675">
                  <a:moveTo>
                    <a:pt x="12712" y="81762"/>
                  </a:moveTo>
                  <a:lnTo>
                    <a:pt x="12230" y="81762"/>
                  </a:lnTo>
                  <a:lnTo>
                    <a:pt x="12230" y="82143"/>
                  </a:lnTo>
                  <a:lnTo>
                    <a:pt x="12471" y="82143"/>
                  </a:lnTo>
                  <a:lnTo>
                    <a:pt x="12712" y="82143"/>
                  </a:lnTo>
                  <a:lnTo>
                    <a:pt x="12712" y="81762"/>
                  </a:lnTo>
                  <a:close/>
                </a:path>
                <a:path w="226059" h="193675">
                  <a:moveTo>
                    <a:pt x="12738" y="52324"/>
                  </a:moveTo>
                  <a:lnTo>
                    <a:pt x="12217" y="52324"/>
                  </a:lnTo>
                  <a:lnTo>
                    <a:pt x="12217" y="52717"/>
                  </a:lnTo>
                  <a:lnTo>
                    <a:pt x="12471" y="52717"/>
                  </a:lnTo>
                  <a:lnTo>
                    <a:pt x="12738" y="52717"/>
                  </a:lnTo>
                  <a:lnTo>
                    <a:pt x="12738" y="52324"/>
                  </a:lnTo>
                  <a:close/>
                </a:path>
                <a:path w="226059" h="193675">
                  <a:moveTo>
                    <a:pt x="18275" y="53111"/>
                  </a:moveTo>
                  <a:lnTo>
                    <a:pt x="10718" y="53111"/>
                  </a:lnTo>
                  <a:lnTo>
                    <a:pt x="10718" y="58915"/>
                  </a:lnTo>
                  <a:lnTo>
                    <a:pt x="14490" y="58915"/>
                  </a:lnTo>
                  <a:lnTo>
                    <a:pt x="18275" y="58915"/>
                  </a:lnTo>
                  <a:lnTo>
                    <a:pt x="18275" y="53111"/>
                  </a:lnTo>
                  <a:close/>
                </a:path>
                <a:path w="226059" h="193675">
                  <a:moveTo>
                    <a:pt x="27965" y="79044"/>
                  </a:moveTo>
                  <a:lnTo>
                    <a:pt x="27127" y="76187"/>
                  </a:lnTo>
                  <a:lnTo>
                    <a:pt x="22593" y="74955"/>
                  </a:lnTo>
                  <a:lnTo>
                    <a:pt x="20840" y="77101"/>
                  </a:lnTo>
                  <a:lnTo>
                    <a:pt x="21247" y="79286"/>
                  </a:lnTo>
                  <a:lnTo>
                    <a:pt x="21793" y="82321"/>
                  </a:lnTo>
                  <a:lnTo>
                    <a:pt x="24130" y="82651"/>
                  </a:lnTo>
                  <a:lnTo>
                    <a:pt x="27965" y="79044"/>
                  </a:lnTo>
                  <a:close/>
                </a:path>
                <a:path w="226059" h="193675">
                  <a:moveTo>
                    <a:pt x="28206" y="56032"/>
                  </a:moveTo>
                  <a:lnTo>
                    <a:pt x="27343" y="55727"/>
                  </a:lnTo>
                  <a:lnTo>
                    <a:pt x="26314" y="54686"/>
                  </a:lnTo>
                  <a:lnTo>
                    <a:pt x="25755" y="52946"/>
                  </a:lnTo>
                  <a:lnTo>
                    <a:pt x="23088" y="54203"/>
                  </a:lnTo>
                  <a:lnTo>
                    <a:pt x="24066" y="55626"/>
                  </a:lnTo>
                  <a:lnTo>
                    <a:pt x="24828" y="56743"/>
                  </a:lnTo>
                  <a:lnTo>
                    <a:pt x="25755" y="57302"/>
                  </a:lnTo>
                  <a:lnTo>
                    <a:pt x="28130" y="57442"/>
                  </a:lnTo>
                  <a:lnTo>
                    <a:pt x="28206" y="56032"/>
                  </a:lnTo>
                  <a:close/>
                </a:path>
                <a:path w="226059" h="193675">
                  <a:moveTo>
                    <a:pt x="29375" y="36449"/>
                  </a:moveTo>
                  <a:lnTo>
                    <a:pt x="20612" y="34074"/>
                  </a:lnTo>
                  <a:lnTo>
                    <a:pt x="17513" y="35801"/>
                  </a:lnTo>
                  <a:lnTo>
                    <a:pt x="15760" y="42125"/>
                  </a:lnTo>
                  <a:lnTo>
                    <a:pt x="18478" y="45351"/>
                  </a:lnTo>
                  <a:lnTo>
                    <a:pt x="22021" y="45504"/>
                  </a:lnTo>
                  <a:lnTo>
                    <a:pt x="28270" y="45770"/>
                  </a:lnTo>
                  <a:lnTo>
                    <a:pt x="29375" y="36449"/>
                  </a:lnTo>
                  <a:close/>
                </a:path>
                <a:path w="226059" h="193675">
                  <a:moveTo>
                    <a:pt x="31343" y="5245"/>
                  </a:moveTo>
                  <a:lnTo>
                    <a:pt x="28879" y="0"/>
                  </a:lnTo>
                  <a:lnTo>
                    <a:pt x="25806" y="1917"/>
                  </a:lnTo>
                  <a:lnTo>
                    <a:pt x="25527" y="2108"/>
                  </a:lnTo>
                  <a:lnTo>
                    <a:pt x="25247" y="2273"/>
                  </a:lnTo>
                  <a:lnTo>
                    <a:pt x="24930" y="2400"/>
                  </a:lnTo>
                  <a:lnTo>
                    <a:pt x="23507" y="3086"/>
                  </a:lnTo>
                  <a:lnTo>
                    <a:pt x="23393" y="5626"/>
                  </a:lnTo>
                  <a:lnTo>
                    <a:pt x="25971" y="6718"/>
                  </a:lnTo>
                  <a:lnTo>
                    <a:pt x="26695" y="6921"/>
                  </a:lnTo>
                  <a:lnTo>
                    <a:pt x="31343" y="5245"/>
                  </a:lnTo>
                  <a:close/>
                </a:path>
                <a:path w="226059" h="193675">
                  <a:moveTo>
                    <a:pt x="40500" y="19761"/>
                  </a:moveTo>
                  <a:lnTo>
                    <a:pt x="33528" y="19761"/>
                  </a:lnTo>
                  <a:lnTo>
                    <a:pt x="34010" y="15938"/>
                  </a:lnTo>
                  <a:lnTo>
                    <a:pt x="27838" y="11938"/>
                  </a:lnTo>
                  <a:lnTo>
                    <a:pt x="18008" y="13246"/>
                  </a:lnTo>
                  <a:lnTo>
                    <a:pt x="13690" y="18592"/>
                  </a:lnTo>
                  <a:lnTo>
                    <a:pt x="14617" y="21209"/>
                  </a:lnTo>
                  <a:lnTo>
                    <a:pt x="8458" y="21209"/>
                  </a:lnTo>
                  <a:lnTo>
                    <a:pt x="8458" y="28130"/>
                  </a:lnTo>
                  <a:lnTo>
                    <a:pt x="12966" y="28130"/>
                  </a:lnTo>
                  <a:lnTo>
                    <a:pt x="17068" y="28130"/>
                  </a:lnTo>
                  <a:lnTo>
                    <a:pt x="17221" y="28524"/>
                  </a:lnTo>
                  <a:lnTo>
                    <a:pt x="20942" y="31267"/>
                  </a:lnTo>
                  <a:lnTo>
                    <a:pt x="30251" y="30035"/>
                  </a:lnTo>
                  <a:lnTo>
                    <a:pt x="32689" y="26441"/>
                  </a:lnTo>
                  <a:lnTo>
                    <a:pt x="32931" y="24536"/>
                  </a:lnTo>
                  <a:lnTo>
                    <a:pt x="32931" y="25552"/>
                  </a:lnTo>
                  <a:lnTo>
                    <a:pt x="36715" y="25552"/>
                  </a:lnTo>
                  <a:lnTo>
                    <a:pt x="40500" y="25552"/>
                  </a:lnTo>
                  <a:lnTo>
                    <a:pt x="40500" y="19761"/>
                  </a:lnTo>
                  <a:close/>
                </a:path>
                <a:path w="226059" h="193675">
                  <a:moveTo>
                    <a:pt x="40703" y="69215"/>
                  </a:moveTo>
                  <a:lnTo>
                    <a:pt x="40525" y="66408"/>
                  </a:lnTo>
                  <a:lnTo>
                    <a:pt x="38608" y="65455"/>
                  </a:lnTo>
                  <a:lnTo>
                    <a:pt x="36182" y="67856"/>
                  </a:lnTo>
                  <a:lnTo>
                    <a:pt x="37134" y="69761"/>
                  </a:lnTo>
                  <a:lnTo>
                    <a:pt x="38735" y="69862"/>
                  </a:lnTo>
                  <a:lnTo>
                    <a:pt x="39966" y="69926"/>
                  </a:lnTo>
                  <a:lnTo>
                    <a:pt x="40703" y="69215"/>
                  </a:lnTo>
                  <a:close/>
                </a:path>
                <a:path w="226059" h="193675">
                  <a:moveTo>
                    <a:pt x="45148" y="42760"/>
                  </a:moveTo>
                  <a:lnTo>
                    <a:pt x="43103" y="37973"/>
                  </a:lnTo>
                  <a:lnTo>
                    <a:pt x="40017" y="37274"/>
                  </a:lnTo>
                  <a:lnTo>
                    <a:pt x="38239" y="39077"/>
                  </a:lnTo>
                  <a:lnTo>
                    <a:pt x="36017" y="41338"/>
                  </a:lnTo>
                  <a:lnTo>
                    <a:pt x="37172" y="45631"/>
                  </a:lnTo>
                  <a:lnTo>
                    <a:pt x="43243" y="44818"/>
                  </a:lnTo>
                  <a:lnTo>
                    <a:pt x="45148" y="42760"/>
                  </a:lnTo>
                  <a:close/>
                </a:path>
                <a:path w="226059" h="193675">
                  <a:moveTo>
                    <a:pt x="53441" y="78905"/>
                  </a:moveTo>
                  <a:lnTo>
                    <a:pt x="51574" y="75476"/>
                  </a:lnTo>
                  <a:lnTo>
                    <a:pt x="51181" y="74764"/>
                  </a:lnTo>
                  <a:lnTo>
                    <a:pt x="51028" y="74574"/>
                  </a:lnTo>
                  <a:lnTo>
                    <a:pt x="50723" y="73799"/>
                  </a:lnTo>
                  <a:lnTo>
                    <a:pt x="50634" y="73596"/>
                  </a:lnTo>
                  <a:lnTo>
                    <a:pt x="49682" y="72656"/>
                  </a:lnTo>
                  <a:lnTo>
                    <a:pt x="46380" y="72707"/>
                  </a:lnTo>
                  <a:lnTo>
                    <a:pt x="44602" y="72885"/>
                  </a:lnTo>
                  <a:lnTo>
                    <a:pt x="42379" y="76631"/>
                  </a:lnTo>
                  <a:lnTo>
                    <a:pt x="42887" y="79146"/>
                  </a:lnTo>
                  <a:lnTo>
                    <a:pt x="48463" y="83261"/>
                  </a:lnTo>
                  <a:lnTo>
                    <a:pt x="53441" y="78905"/>
                  </a:lnTo>
                  <a:close/>
                </a:path>
                <a:path w="226059" h="193675">
                  <a:moveTo>
                    <a:pt x="55397" y="23583"/>
                  </a:moveTo>
                  <a:lnTo>
                    <a:pt x="51828" y="23456"/>
                  </a:lnTo>
                  <a:lnTo>
                    <a:pt x="49657" y="23368"/>
                  </a:lnTo>
                  <a:lnTo>
                    <a:pt x="49339" y="24726"/>
                  </a:lnTo>
                  <a:lnTo>
                    <a:pt x="52476" y="28625"/>
                  </a:lnTo>
                  <a:lnTo>
                    <a:pt x="55397" y="23583"/>
                  </a:lnTo>
                  <a:close/>
                </a:path>
                <a:path w="226059" h="193675">
                  <a:moveTo>
                    <a:pt x="61379" y="50787"/>
                  </a:moveTo>
                  <a:lnTo>
                    <a:pt x="60845" y="44348"/>
                  </a:lnTo>
                  <a:lnTo>
                    <a:pt x="54025" y="44310"/>
                  </a:lnTo>
                  <a:lnTo>
                    <a:pt x="54229" y="46799"/>
                  </a:lnTo>
                  <a:lnTo>
                    <a:pt x="54190" y="50457"/>
                  </a:lnTo>
                  <a:lnTo>
                    <a:pt x="55765" y="52412"/>
                  </a:lnTo>
                  <a:lnTo>
                    <a:pt x="57594" y="52184"/>
                  </a:lnTo>
                  <a:lnTo>
                    <a:pt x="59512" y="51943"/>
                  </a:lnTo>
                  <a:lnTo>
                    <a:pt x="61379" y="50787"/>
                  </a:lnTo>
                  <a:close/>
                </a:path>
                <a:path w="226059" h="193675">
                  <a:moveTo>
                    <a:pt x="66370" y="41262"/>
                  </a:moveTo>
                  <a:lnTo>
                    <a:pt x="65633" y="41262"/>
                  </a:lnTo>
                  <a:lnTo>
                    <a:pt x="65633" y="41821"/>
                  </a:lnTo>
                  <a:lnTo>
                    <a:pt x="66001" y="41821"/>
                  </a:lnTo>
                  <a:lnTo>
                    <a:pt x="66370" y="41821"/>
                  </a:lnTo>
                  <a:lnTo>
                    <a:pt x="66370" y="41262"/>
                  </a:lnTo>
                  <a:close/>
                </a:path>
                <a:path w="226059" h="193675">
                  <a:moveTo>
                    <a:pt x="66725" y="67259"/>
                  </a:moveTo>
                  <a:lnTo>
                    <a:pt x="65620" y="64554"/>
                  </a:lnTo>
                  <a:lnTo>
                    <a:pt x="64757" y="62407"/>
                  </a:lnTo>
                  <a:lnTo>
                    <a:pt x="63207" y="62407"/>
                  </a:lnTo>
                  <a:lnTo>
                    <a:pt x="61239" y="67233"/>
                  </a:lnTo>
                  <a:lnTo>
                    <a:pt x="66725" y="67259"/>
                  </a:lnTo>
                  <a:close/>
                </a:path>
                <a:path w="226059" h="193675">
                  <a:moveTo>
                    <a:pt x="67945" y="26517"/>
                  </a:moveTo>
                  <a:lnTo>
                    <a:pt x="67106" y="25323"/>
                  </a:lnTo>
                  <a:lnTo>
                    <a:pt x="61976" y="22402"/>
                  </a:lnTo>
                  <a:lnTo>
                    <a:pt x="57670" y="26606"/>
                  </a:lnTo>
                  <a:lnTo>
                    <a:pt x="60693" y="31737"/>
                  </a:lnTo>
                  <a:lnTo>
                    <a:pt x="62395" y="32461"/>
                  </a:lnTo>
                  <a:lnTo>
                    <a:pt x="66332" y="31991"/>
                  </a:lnTo>
                  <a:lnTo>
                    <a:pt x="67525" y="30226"/>
                  </a:lnTo>
                  <a:lnTo>
                    <a:pt x="67767" y="28130"/>
                  </a:lnTo>
                  <a:lnTo>
                    <a:pt x="67945" y="26517"/>
                  </a:lnTo>
                  <a:close/>
                </a:path>
                <a:path w="226059" h="193675">
                  <a:moveTo>
                    <a:pt x="74764" y="75260"/>
                  </a:moveTo>
                  <a:lnTo>
                    <a:pt x="72529" y="73025"/>
                  </a:lnTo>
                  <a:lnTo>
                    <a:pt x="71412" y="74688"/>
                  </a:lnTo>
                  <a:lnTo>
                    <a:pt x="70332" y="76301"/>
                  </a:lnTo>
                  <a:lnTo>
                    <a:pt x="71462" y="77419"/>
                  </a:lnTo>
                  <a:lnTo>
                    <a:pt x="73101" y="76352"/>
                  </a:lnTo>
                  <a:lnTo>
                    <a:pt x="74764" y="75260"/>
                  </a:lnTo>
                  <a:close/>
                </a:path>
                <a:path w="226059" h="193675">
                  <a:moveTo>
                    <a:pt x="77431" y="77508"/>
                  </a:moveTo>
                  <a:lnTo>
                    <a:pt x="74498" y="77711"/>
                  </a:lnTo>
                  <a:lnTo>
                    <a:pt x="73355" y="77800"/>
                  </a:lnTo>
                  <a:lnTo>
                    <a:pt x="72758" y="78016"/>
                  </a:lnTo>
                  <a:lnTo>
                    <a:pt x="71170" y="79260"/>
                  </a:lnTo>
                  <a:lnTo>
                    <a:pt x="71170" y="80670"/>
                  </a:lnTo>
                  <a:lnTo>
                    <a:pt x="71882" y="81216"/>
                  </a:lnTo>
                  <a:lnTo>
                    <a:pt x="72771" y="81940"/>
                  </a:lnTo>
                  <a:lnTo>
                    <a:pt x="73355" y="82130"/>
                  </a:lnTo>
                  <a:lnTo>
                    <a:pt x="77419" y="82423"/>
                  </a:lnTo>
                  <a:lnTo>
                    <a:pt x="77431" y="77508"/>
                  </a:lnTo>
                  <a:close/>
                </a:path>
                <a:path w="226059" h="193675">
                  <a:moveTo>
                    <a:pt x="85420" y="80403"/>
                  </a:moveTo>
                  <a:lnTo>
                    <a:pt x="83235" y="79032"/>
                  </a:lnTo>
                  <a:lnTo>
                    <a:pt x="82346" y="78460"/>
                  </a:lnTo>
                  <a:lnTo>
                    <a:pt x="81445" y="78460"/>
                  </a:lnTo>
                  <a:lnTo>
                    <a:pt x="78384" y="80403"/>
                  </a:lnTo>
                  <a:lnTo>
                    <a:pt x="79209" y="83908"/>
                  </a:lnTo>
                  <a:lnTo>
                    <a:pt x="84582" y="83908"/>
                  </a:lnTo>
                  <a:lnTo>
                    <a:pt x="85420" y="80403"/>
                  </a:lnTo>
                  <a:close/>
                </a:path>
                <a:path w="226059" h="193675">
                  <a:moveTo>
                    <a:pt x="91173" y="46316"/>
                  </a:moveTo>
                  <a:lnTo>
                    <a:pt x="80200" y="46316"/>
                  </a:lnTo>
                  <a:lnTo>
                    <a:pt x="80200" y="54597"/>
                  </a:lnTo>
                  <a:lnTo>
                    <a:pt x="73837" y="50152"/>
                  </a:lnTo>
                  <a:lnTo>
                    <a:pt x="68910" y="53530"/>
                  </a:lnTo>
                  <a:lnTo>
                    <a:pt x="68910" y="61493"/>
                  </a:lnTo>
                  <a:lnTo>
                    <a:pt x="73837" y="64884"/>
                  </a:lnTo>
                  <a:lnTo>
                    <a:pt x="77444" y="62357"/>
                  </a:lnTo>
                  <a:lnTo>
                    <a:pt x="81254" y="59702"/>
                  </a:lnTo>
                  <a:lnTo>
                    <a:pt x="81254" y="55321"/>
                  </a:lnTo>
                  <a:lnTo>
                    <a:pt x="80403" y="54737"/>
                  </a:lnTo>
                  <a:lnTo>
                    <a:pt x="85686" y="54737"/>
                  </a:lnTo>
                  <a:lnTo>
                    <a:pt x="91173" y="54737"/>
                  </a:lnTo>
                  <a:lnTo>
                    <a:pt x="91173" y="46316"/>
                  </a:lnTo>
                  <a:close/>
                </a:path>
                <a:path w="226059" h="193675">
                  <a:moveTo>
                    <a:pt x="92913" y="183883"/>
                  </a:moveTo>
                  <a:lnTo>
                    <a:pt x="89712" y="182575"/>
                  </a:lnTo>
                  <a:lnTo>
                    <a:pt x="87909" y="184340"/>
                  </a:lnTo>
                  <a:lnTo>
                    <a:pt x="86626" y="185597"/>
                  </a:lnTo>
                  <a:lnTo>
                    <a:pt x="86626" y="187198"/>
                  </a:lnTo>
                  <a:lnTo>
                    <a:pt x="87566" y="188112"/>
                  </a:lnTo>
                  <a:lnTo>
                    <a:pt x="89712" y="190220"/>
                  </a:lnTo>
                  <a:lnTo>
                    <a:pt x="92913" y="188925"/>
                  </a:lnTo>
                  <a:lnTo>
                    <a:pt x="92913" y="183883"/>
                  </a:lnTo>
                  <a:close/>
                </a:path>
                <a:path w="226059" h="193675">
                  <a:moveTo>
                    <a:pt x="94957" y="74447"/>
                  </a:moveTo>
                  <a:lnTo>
                    <a:pt x="94424" y="74447"/>
                  </a:lnTo>
                  <a:lnTo>
                    <a:pt x="94424" y="74841"/>
                  </a:lnTo>
                  <a:lnTo>
                    <a:pt x="94691" y="74841"/>
                  </a:lnTo>
                  <a:lnTo>
                    <a:pt x="94957" y="74841"/>
                  </a:lnTo>
                  <a:lnTo>
                    <a:pt x="94957" y="74447"/>
                  </a:lnTo>
                  <a:close/>
                </a:path>
                <a:path w="226059" h="193675">
                  <a:moveTo>
                    <a:pt x="102704" y="191757"/>
                  </a:moveTo>
                  <a:lnTo>
                    <a:pt x="101269" y="190830"/>
                  </a:lnTo>
                  <a:lnTo>
                    <a:pt x="99796" y="189865"/>
                  </a:lnTo>
                  <a:lnTo>
                    <a:pt x="98882" y="190792"/>
                  </a:lnTo>
                  <a:lnTo>
                    <a:pt x="99339" y="191477"/>
                  </a:lnTo>
                  <a:lnTo>
                    <a:pt x="99517" y="191731"/>
                  </a:lnTo>
                  <a:lnTo>
                    <a:pt x="100799" y="193636"/>
                  </a:lnTo>
                  <a:lnTo>
                    <a:pt x="102704" y="191757"/>
                  </a:lnTo>
                  <a:close/>
                </a:path>
                <a:path w="226059" h="193675">
                  <a:moveTo>
                    <a:pt x="112458" y="74028"/>
                  </a:moveTo>
                  <a:lnTo>
                    <a:pt x="110147" y="70142"/>
                  </a:lnTo>
                  <a:lnTo>
                    <a:pt x="107492" y="70256"/>
                  </a:lnTo>
                  <a:lnTo>
                    <a:pt x="106349" y="72009"/>
                  </a:lnTo>
                  <a:lnTo>
                    <a:pt x="105219" y="73774"/>
                  </a:lnTo>
                  <a:lnTo>
                    <a:pt x="106527" y="76530"/>
                  </a:lnTo>
                  <a:lnTo>
                    <a:pt x="110858" y="75971"/>
                  </a:lnTo>
                  <a:lnTo>
                    <a:pt x="112458" y="74028"/>
                  </a:lnTo>
                  <a:close/>
                </a:path>
                <a:path w="226059" h="193675">
                  <a:moveTo>
                    <a:pt x="114985" y="172466"/>
                  </a:moveTo>
                  <a:lnTo>
                    <a:pt x="114465" y="169164"/>
                  </a:lnTo>
                  <a:lnTo>
                    <a:pt x="112445" y="168871"/>
                  </a:lnTo>
                  <a:lnTo>
                    <a:pt x="111531" y="169773"/>
                  </a:lnTo>
                  <a:lnTo>
                    <a:pt x="110617" y="170675"/>
                  </a:lnTo>
                  <a:lnTo>
                    <a:pt x="110909" y="172681"/>
                  </a:lnTo>
                  <a:lnTo>
                    <a:pt x="112369" y="172897"/>
                  </a:lnTo>
                  <a:lnTo>
                    <a:pt x="114249" y="173177"/>
                  </a:lnTo>
                  <a:lnTo>
                    <a:pt x="114985" y="172466"/>
                  </a:lnTo>
                  <a:close/>
                </a:path>
                <a:path w="226059" h="193675">
                  <a:moveTo>
                    <a:pt x="115430" y="107734"/>
                  </a:moveTo>
                  <a:lnTo>
                    <a:pt x="115303" y="104571"/>
                  </a:lnTo>
                  <a:lnTo>
                    <a:pt x="115087" y="99720"/>
                  </a:lnTo>
                  <a:lnTo>
                    <a:pt x="111061" y="97383"/>
                  </a:lnTo>
                  <a:lnTo>
                    <a:pt x="105752" y="103822"/>
                  </a:lnTo>
                  <a:lnTo>
                    <a:pt x="106057" y="107315"/>
                  </a:lnTo>
                  <a:lnTo>
                    <a:pt x="111912" y="109753"/>
                  </a:lnTo>
                  <a:lnTo>
                    <a:pt x="115430" y="107734"/>
                  </a:lnTo>
                  <a:close/>
                </a:path>
                <a:path w="226059" h="193675">
                  <a:moveTo>
                    <a:pt x="121615" y="124294"/>
                  </a:moveTo>
                  <a:lnTo>
                    <a:pt x="120548" y="120446"/>
                  </a:lnTo>
                  <a:lnTo>
                    <a:pt x="118516" y="119291"/>
                  </a:lnTo>
                  <a:lnTo>
                    <a:pt x="116636" y="119811"/>
                  </a:lnTo>
                  <a:lnTo>
                    <a:pt x="113550" y="120675"/>
                  </a:lnTo>
                  <a:lnTo>
                    <a:pt x="112788" y="122059"/>
                  </a:lnTo>
                  <a:lnTo>
                    <a:pt x="112445" y="124701"/>
                  </a:lnTo>
                  <a:lnTo>
                    <a:pt x="112966" y="125564"/>
                  </a:lnTo>
                  <a:lnTo>
                    <a:pt x="114477" y="127114"/>
                  </a:lnTo>
                  <a:lnTo>
                    <a:pt x="116065" y="127660"/>
                  </a:lnTo>
                  <a:lnTo>
                    <a:pt x="120357" y="125958"/>
                  </a:lnTo>
                  <a:lnTo>
                    <a:pt x="121615" y="124294"/>
                  </a:lnTo>
                  <a:close/>
                </a:path>
                <a:path w="226059" h="193675">
                  <a:moveTo>
                    <a:pt x="122047" y="84823"/>
                  </a:moveTo>
                  <a:lnTo>
                    <a:pt x="120980" y="82283"/>
                  </a:lnTo>
                  <a:lnTo>
                    <a:pt x="116878" y="82283"/>
                  </a:lnTo>
                  <a:lnTo>
                    <a:pt x="115811" y="84823"/>
                  </a:lnTo>
                  <a:lnTo>
                    <a:pt x="117259" y="86271"/>
                  </a:lnTo>
                  <a:lnTo>
                    <a:pt x="118300" y="87325"/>
                  </a:lnTo>
                  <a:lnTo>
                    <a:pt x="119545" y="87325"/>
                  </a:lnTo>
                  <a:lnTo>
                    <a:pt x="120269" y="86614"/>
                  </a:lnTo>
                  <a:lnTo>
                    <a:pt x="120370" y="86487"/>
                  </a:lnTo>
                  <a:lnTo>
                    <a:pt x="120599" y="86271"/>
                  </a:lnTo>
                  <a:lnTo>
                    <a:pt x="122047" y="84823"/>
                  </a:lnTo>
                  <a:close/>
                </a:path>
                <a:path w="226059" h="193675">
                  <a:moveTo>
                    <a:pt x="128841" y="165696"/>
                  </a:moveTo>
                  <a:lnTo>
                    <a:pt x="125171" y="165696"/>
                  </a:lnTo>
                  <a:lnTo>
                    <a:pt x="125171" y="168503"/>
                  </a:lnTo>
                  <a:lnTo>
                    <a:pt x="127000" y="168503"/>
                  </a:lnTo>
                  <a:lnTo>
                    <a:pt x="128841" y="168503"/>
                  </a:lnTo>
                  <a:lnTo>
                    <a:pt x="128841" y="165696"/>
                  </a:lnTo>
                  <a:close/>
                </a:path>
                <a:path w="226059" h="193675">
                  <a:moveTo>
                    <a:pt x="131737" y="72174"/>
                  </a:moveTo>
                  <a:lnTo>
                    <a:pt x="130949" y="68795"/>
                  </a:lnTo>
                  <a:lnTo>
                    <a:pt x="125755" y="68795"/>
                  </a:lnTo>
                  <a:lnTo>
                    <a:pt x="124955" y="72161"/>
                  </a:lnTo>
                  <a:lnTo>
                    <a:pt x="127063" y="73494"/>
                  </a:lnTo>
                  <a:lnTo>
                    <a:pt x="127914" y="74041"/>
                  </a:lnTo>
                  <a:lnTo>
                    <a:pt x="128778" y="74041"/>
                  </a:lnTo>
                  <a:lnTo>
                    <a:pt x="131737" y="72174"/>
                  </a:lnTo>
                  <a:close/>
                </a:path>
                <a:path w="226059" h="193675">
                  <a:moveTo>
                    <a:pt x="132651" y="148285"/>
                  </a:moveTo>
                  <a:lnTo>
                    <a:pt x="132130" y="148285"/>
                  </a:lnTo>
                  <a:lnTo>
                    <a:pt x="132130" y="148678"/>
                  </a:lnTo>
                  <a:lnTo>
                    <a:pt x="132384" y="148678"/>
                  </a:lnTo>
                  <a:lnTo>
                    <a:pt x="132651" y="148678"/>
                  </a:lnTo>
                  <a:lnTo>
                    <a:pt x="132651" y="148285"/>
                  </a:lnTo>
                  <a:close/>
                </a:path>
                <a:path w="226059" h="193675">
                  <a:moveTo>
                    <a:pt x="139382" y="174891"/>
                  </a:moveTo>
                  <a:lnTo>
                    <a:pt x="138861" y="174891"/>
                  </a:lnTo>
                  <a:lnTo>
                    <a:pt x="138861" y="175285"/>
                  </a:lnTo>
                  <a:lnTo>
                    <a:pt x="139128" y="175285"/>
                  </a:lnTo>
                  <a:lnTo>
                    <a:pt x="139382" y="175285"/>
                  </a:lnTo>
                  <a:lnTo>
                    <a:pt x="139382" y="174891"/>
                  </a:lnTo>
                  <a:close/>
                </a:path>
                <a:path w="226059" h="193675">
                  <a:moveTo>
                    <a:pt x="145440" y="53149"/>
                  </a:moveTo>
                  <a:lnTo>
                    <a:pt x="144919" y="53149"/>
                  </a:lnTo>
                  <a:lnTo>
                    <a:pt x="144919" y="53555"/>
                  </a:lnTo>
                  <a:lnTo>
                    <a:pt x="145186" y="53555"/>
                  </a:lnTo>
                  <a:lnTo>
                    <a:pt x="145440" y="53555"/>
                  </a:lnTo>
                  <a:lnTo>
                    <a:pt x="145440" y="53149"/>
                  </a:lnTo>
                  <a:close/>
                </a:path>
                <a:path w="226059" h="193675">
                  <a:moveTo>
                    <a:pt x="149288" y="167995"/>
                  </a:moveTo>
                  <a:lnTo>
                    <a:pt x="149021" y="165176"/>
                  </a:lnTo>
                  <a:lnTo>
                    <a:pt x="144741" y="162712"/>
                  </a:lnTo>
                  <a:lnTo>
                    <a:pt x="142367" y="163995"/>
                  </a:lnTo>
                  <a:lnTo>
                    <a:pt x="142087" y="164668"/>
                  </a:lnTo>
                  <a:lnTo>
                    <a:pt x="140436" y="165404"/>
                  </a:lnTo>
                  <a:lnTo>
                    <a:pt x="140703" y="169176"/>
                  </a:lnTo>
                  <a:lnTo>
                    <a:pt x="144475" y="171196"/>
                  </a:lnTo>
                  <a:lnTo>
                    <a:pt x="146380" y="171069"/>
                  </a:lnTo>
                  <a:lnTo>
                    <a:pt x="149288" y="167995"/>
                  </a:lnTo>
                  <a:close/>
                </a:path>
                <a:path w="226059" h="193675">
                  <a:moveTo>
                    <a:pt x="149771" y="103111"/>
                  </a:moveTo>
                  <a:lnTo>
                    <a:pt x="148412" y="101511"/>
                  </a:lnTo>
                  <a:lnTo>
                    <a:pt x="145923" y="102857"/>
                  </a:lnTo>
                  <a:lnTo>
                    <a:pt x="144272" y="103225"/>
                  </a:lnTo>
                  <a:lnTo>
                    <a:pt x="141719" y="103873"/>
                  </a:lnTo>
                  <a:lnTo>
                    <a:pt x="141605" y="105714"/>
                  </a:lnTo>
                  <a:lnTo>
                    <a:pt x="142836" y="105930"/>
                  </a:lnTo>
                  <a:lnTo>
                    <a:pt x="145249" y="106375"/>
                  </a:lnTo>
                  <a:lnTo>
                    <a:pt x="146913" y="105676"/>
                  </a:lnTo>
                  <a:lnTo>
                    <a:pt x="149771" y="103111"/>
                  </a:lnTo>
                  <a:close/>
                </a:path>
                <a:path w="226059" h="193675">
                  <a:moveTo>
                    <a:pt x="152819" y="115938"/>
                  </a:moveTo>
                  <a:lnTo>
                    <a:pt x="144284" y="115938"/>
                  </a:lnTo>
                  <a:lnTo>
                    <a:pt x="144272" y="122478"/>
                  </a:lnTo>
                  <a:lnTo>
                    <a:pt x="148551" y="122478"/>
                  </a:lnTo>
                  <a:lnTo>
                    <a:pt x="152806" y="122478"/>
                  </a:lnTo>
                  <a:lnTo>
                    <a:pt x="152819" y="115938"/>
                  </a:lnTo>
                  <a:close/>
                </a:path>
                <a:path w="226059" h="193675">
                  <a:moveTo>
                    <a:pt x="155384" y="77647"/>
                  </a:moveTo>
                  <a:lnTo>
                    <a:pt x="149275" y="75882"/>
                  </a:lnTo>
                  <a:lnTo>
                    <a:pt x="146964" y="77698"/>
                  </a:lnTo>
                  <a:lnTo>
                    <a:pt x="146964" y="82232"/>
                  </a:lnTo>
                  <a:lnTo>
                    <a:pt x="149275" y="84035"/>
                  </a:lnTo>
                  <a:lnTo>
                    <a:pt x="151523" y="83388"/>
                  </a:lnTo>
                  <a:lnTo>
                    <a:pt x="155384" y="82270"/>
                  </a:lnTo>
                  <a:lnTo>
                    <a:pt x="155384" y="77647"/>
                  </a:lnTo>
                  <a:close/>
                </a:path>
                <a:path w="226059" h="193675">
                  <a:moveTo>
                    <a:pt x="158343" y="127647"/>
                  </a:moveTo>
                  <a:lnTo>
                    <a:pt x="152323" y="126492"/>
                  </a:lnTo>
                  <a:lnTo>
                    <a:pt x="152615" y="132245"/>
                  </a:lnTo>
                  <a:lnTo>
                    <a:pt x="156006" y="133781"/>
                  </a:lnTo>
                  <a:lnTo>
                    <a:pt x="157276" y="131229"/>
                  </a:lnTo>
                  <a:lnTo>
                    <a:pt x="157937" y="129895"/>
                  </a:lnTo>
                  <a:lnTo>
                    <a:pt x="157467" y="129286"/>
                  </a:lnTo>
                  <a:lnTo>
                    <a:pt x="158153" y="128003"/>
                  </a:lnTo>
                  <a:lnTo>
                    <a:pt x="158343" y="127647"/>
                  </a:lnTo>
                  <a:close/>
                </a:path>
                <a:path w="226059" h="193675">
                  <a:moveTo>
                    <a:pt x="162560" y="37922"/>
                  </a:moveTo>
                  <a:lnTo>
                    <a:pt x="157403" y="29654"/>
                  </a:lnTo>
                  <a:lnTo>
                    <a:pt x="149225" y="33070"/>
                  </a:lnTo>
                  <a:lnTo>
                    <a:pt x="150012" y="40220"/>
                  </a:lnTo>
                  <a:lnTo>
                    <a:pt x="151485" y="42240"/>
                  </a:lnTo>
                  <a:lnTo>
                    <a:pt x="153936" y="42176"/>
                  </a:lnTo>
                  <a:lnTo>
                    <a:pt x="157276" y="42087"/>
                  </a:lnTo>
                  <a:lnTo>
                    <a:pt x="162560" y="37922"/>
                  </a:lnTo>
                  <a:close/>
                </a:path>
                <a:path w="226059" h="193675">
                  <a:moveTo>
                    <a:pt x="167170" y="122402"/>
                  </a:moveTo>
                  <a:lnTo>
                    <a:pt x="165227" y="121183"/>
                  </a:lnTo>
                  <a:lnTo>
                    <a:pt x="164414" y="120662"/>
                  </a:lnTo>
                  <a:lnTo>
                    <a:pt x="163639" y="120662"/>
                  </a:lnTo>
                  <a:lnTo>
                    <a:pt x="160896" y="122402"/>
                  </a:lnTo>
                  <a:lnTo>
                    <a:pt x="161620" y="125539"/>
                  </a:lnTo>
                  <a:lnTo>
                    <a:pt x="166433" y="125539"/>
                  </a:lnTo>
                  <a:lnTo>
                    <a:pt x="167170" y="122402"/>
                  </a:lnTo>
                  <a:close/>
                </a:path>
                <a:path w="226059" h="193675">
                  <a:moveTo>
                    <a:pt x="169595" y="93738"/>
                  </a:moveTo>
                  <a:lnTo>
                    <a:pt x="164426" y="91160"/>
                  </a:lnTo>
                  <a:lnTo>
                    <a:pt x="159524" y="99428"/>
                  </a:lnTo>
                  <a:lnTo>
                    <a:pt x="167868" y="102527"/>
                  </a:lnTo>
                  <a:lnTo>
                    <a:pt x="168846" y="97536"/>
                  </a:lnTo>
                  <a:lnTo>
                    <a:pt x="169595" y="93738"/>
                  </a:lnTo>
                  <a:close/>
                </a:path>
                <a:path w="226059" h="193675">
                  <a:moveTo>
                    <a:pt x="169684" y="75768"/>
                  </a:moveTo>
                  <a:lnTo>
                    <a:pt x="169151" y="75768"/>
                  </a:lnTo>
                  <a:lnTo>
                    <a:pt x="169151" y="76174"/>
                  </a:lnTo>
                  <a:lnTo>
                    <a:pt x="169418" y="76174"/>
                  </a:lnTo>
                  <a:lnTo>
                    <a:pt x="169684" y="76174"/>
                  </a:lnTo>
                  <a:lnTo>
                    <a:pt x="169684" y="75768"/>
                  </a:lnTo>
                  <a:close/>
                </a:path>
                <a:path w="226059" h="193675">
                  <a:moveTo>
                    <a:pt x="171500" y="152577"/>
                  </a:moveTo>
                  <a:lnTo>
                    <a:pt x="170027" y="152577"/>
                  </a:lnTo>
                  <a:lnTo>
                    <a:pt x="170027" y="153695"/>
                  </a:lnTo>
                  <a:lnTo>
                    <a:pt x="170764" y="153695"/>
                  </a:lnTo>
                  <a:lnTo>
                    <a:pt x="171500" y="153695"/>
                  </a:lnTo>
                  <a:lnTo>
                    <a:pt x="171500" y="152577"/>
                  </a:lnTo>
                  <a:close/>
                </a:path>
                <a:path w="226059" h="193675">
                  <a:moveTo>
                    <a:pt x="179158" y="59093"/>
                  </a:moveTo>
                  <a:lnTo>
                    <a:pt x="177419" y="56654"/>
                  </a:lnTo>
                  <a:lnTo>
                    <a:pt x="171602" y="56756"/>
                  </a:lnTo>
                  <a:lnTo>
                    <a:pt x="169900" y="59550"/>
                  </a:lnTo>
                  <a:lnTo>
                    <a:pt x="172631" y="64160"/>
                  </a:lnTo>
                  <a:lnTo>
                    <a:pt x="175628" y="63728"/>
                  </a:lnTo>
                  <a:lnTo>
                    <a:pt x="177114" y="61772"/>
                  </a:lnTo>
                  <a:lnTo>
                    <a:pt x="179158" y="59093"/>
                  </a:lnTo>
                  <a:close/>
                </a:path>
                <a:path w="226059" h="193675">
                  <a:moveTo>
                    <a:pt x="179882" y="125577"/>
                  </a:moveTo>
                  <a:lnTo>
                    <a:pt x="179146" y="125577"/>
                  </a:lnTo>
                  <a:lnTo>
                    <a:pt x="179146" y="126136"/>
                  </a:lnTo>
                  <a:lnTo>
                    <a:pt x="179514" y="126136"/>
                  </a:lnTo>
                  <a:lnTo>
                    <a:pt x="179882" y="126136"/>
                  </a:lnTo>
                  <a:lnTo>
                    <a:pt x="179882" y="125577"/>
                  </a:lnTo>
                  <a:close/>
                </a:path>
                <a:path w="226059" h="193675">
                  <a:moveTo>
                    <a:pt x="183362" y="29629"/>
                  </a:moveTo>
                  <a:lnTo>
                    <a:pt x="177012" y="29629"/>
                  </a:lnTo>
                  <a:lnTo>
                    <a:pt x="177012" y="34493"/>
                  </a:lnTo>
                  <a:lnTo>
                    <a:pt x="180187" y="34493"/>
                  </a:lnTo>
                  <a:lnTo>
                    <a:pt x="183362" y="34493"/>
                  </a:lnTo>
                  <a:lnTo>
                    <a:pt x="183362" y="29629"/>
                  </a:lnTo>
                  <a:close/>
                </a:path>
                <a:path w="226059" h="193675">
                  <a:moveTo>
                    <a:pt x="185305" y="46875"/>
                  </a:moveTo>
                  <a:lnTo>
                    <a:pt x="180911" y="41313"/>
                  </a:lnTo>
                  <a:lnTo>
                    <a:pt x="178485" y="41211"/>
                  </a:lnTo>
                  <a:lnTo>
                    <a:pt x="178485" y="48856"/>
                  </a:lnTo>
                  <a:lnTo>
                    <a:pt x="178346" y="48895"/>
                  </a:lnTo>
                  <a:lnTo>
                    <a:pt x="178219" y="48590"/>
                  </a:lnTo>
                  <a:lnTo>
                    <a:pt x="178155" y="48437"/>
                  </a:lnTo>
                  <a:lnTo>
                    <a:pt x="178435" y="48221"/>
                  </a:lnTo>
                  <a:lnTo>
                    <a:pt x="178485" y="48856"/>
                  </a:lnTo>
                  <a:lnTo>
                    <a:pt x="178485" y="41211"/>
                  </a:lnTo>
                  <a:lnTo>
                    <a:pt x="176720" y="41135"/>
                  </a:lnTo>
                  <a:lnTo>
                    <a:pt x="171208" y="45694"/>
                  </a:lnTo>
                  <a:lnTo>
                    <a:pt x="170446" y="49784"/>
                  </a:lnTo>
                  <a:lnTo>
                    <a:pt x="175094" y="54825"/>
                  </a:lnTo>
                  <a:lnTo>
                    <a:pt x="178879" y="55511"/>
                  </a:lnTo>
                  <a:lnTo>
                    <a:pt x="179971" y="54787"/>
                  </a:lnTo>
                  <a:lnTo>
                    <a:pt x="180873" y="55486"/>
                  </a:lnTo>
                  <a:lnTo>
                    <a:pt x="183032" y="52768"/>
                  </a:lnTo>
                  <a:lnTo>
                    <a:pt x="184683" y="51676"/>
                  </a:lnTo>
                  <a:lnTo>
                    <a:pt x="184340" y="51130"/>
                  </a:lnTo>
                  <a:lnTo>
                    <a:pt x="185051" y="50253"/>
                  </a:lnTo>
                  <a:lnTo>
                    <a:pt x="185267" y="47459"/>
                  </a:lnTo>
                  <a:lnTo>
                    <a:pt x="185305" y="46875"/>
                  </a:lnTo>
                  <a:close/>
                </a:path>
                <a:path w="226059" h="193675">
                  <a:moveTo>
                    <a:pt x="187147" y="131533"/>
                  </a:moveTo>
                  <a:lnTo>
                    <a:pt x="175933" y="131533"/>
                  </a:lnTo>
                  <a:lnTo>
                    <a:pt x="175920" y="140144"/>
                  </a:lnTo>
                  <a:lnTo>
                    <a:pt x="181533" y="140144"/>
                  </a:lnTo>
                  <a:lnTo>
                    <a:pt x="187134" y="140144"/>
                  </a:lnTo>
                  <a:lnTo>
                    <a:pt x="187147" y="131533"/>
                  </a:lnTo>
                  <a:close/>
                </a:path>
                <a:path w="226059" h="193675">
                  <a:moveTo>
                    <a:pt x="188175" y="117157"/>
                  </a:moveTo>
                  <a:lnTo>
                    <a:pt x="187833" y="115633"/>
                  </a:lnTo>
                  <a:lnTo>
                    <a:pt x="187744" y="115214"/>
                  </a:lnTo>
                  <a:lnTo>
                    <a:pt x="187655" y="114795"/>
                  </a:lnTo>
                  <a:lnTo>
                    <a:pt x="187426" y="113753"/>
                  </a:lnTo>
                  <a:lnTo>
                    <a:pt x="186423" y="113753"/>
                  </a:lnTo>
                  <a:lnTo>
                    <a:pt x="186093" y="115214"/>
                  </a:lnTo>
                  <a:lnTo>
                    <a:pt x="186016" y="115633"/>
                  </a:lnTo>
                  <a:lnTo>
                    <a:pt x="185674" y="117144"/>
                  </a:lnTo>
                  <a:lnTo>
                    <a:pt x="188175" y="117157"/>
                  </a:lnTo>
                  <a:close/>
                </a:path>
                <a:path w="226059" h="193675">
                  <a:moveTo>
                    <a:pt x="190550" y="102387"/>
                  </a:moveTo>
                  <a:lnTo>
                    <a:pt x="190030" y="102387"/>
                  </a:lnTo>
                  <a:lnTo>
                    <a:pt x="190030" y="102781"/>
                  </a:lnTo>
                  <a:lnTo>
                    <a:pt x="190284" y="102781"/>
                  </a:lnTo>
                  <a:lnTo>
                    <a:pt x="190550" y="102781"/>
                  </a:lnTo>
                  <a:lnTo>
                    <a:pt x="190550" y="102387"/>
                  </a:lnTo>
                  <a:close/>
                </a:path>
                <a:path w="226059" h="193675">
                  <a:moveTo>
                    <a:pt x="191884" y="25463"/>
                  </a:moveTo>
                  <a:lnTo>
                    <a:pt x="190944" y="25336"/>
                  </a:lnTo>
                  <a:lnTo>
                    <a:pt x="190512" y="25273"/>
                  </a:lnTo>
                  <a:lnTo>
                    <a:pt x="189141" y="25082"/>
                  </a:lnTo>
                  <a:lnTo>
                    <a:pt x="189128" y="27076"/>
                  </a:lnTo>
                  <a:lnTo>
                    <a:pt x="190512" y="26885"/>
                  </a:lnTo>
                  <a:lnTo>
                    <a:pt x="191160" y="26797"/>
                  </a:lnTo>
                  <a:lnTo>
                    <a:pt x="191884" y="26708"/>
                  </a:lnTo>
                  <a:lnTo>
                    <a:pt x="191884" y="25463"/>
                  </a:lnTo>
                  <a:close/>
                </a:path>
                <a:path w="226059" h="193675">
                  <a:moveTo>
                    <a:pt x="193929" y="78066"/>
                  </a:moveTo>
                  <a:lnTo>
                    <a:pt x="191135" y="76949"/>
                  </a:lnTo>
                  <a:lnTo>
                    <a:pt x="190284" y="78511"/>
                  </a:lnTo>
                  <a:lnTo>
                    <a:pt x="188963" y="80873"/>
                  </a:lnTo>
                  <a:lnTo>
                    <a:pt x="188353" y="84328"/>
                  </a:lnTo>
                  <a:lnTo>
                    <a:pt x="191350" y="87401"/>
                  </a:lnTo>
                  <a:lnTo>
                    <a:pt x="193255" y="86715"/>
                  </a:lnTo>
                  <a:lnTo>
                    <a:pt x="193040" y="83261"/>
                  </a:lnTo>
                  <a:lnTo>
                    <a:pt x="192366" y="81762"/>
                  </a:lnTo>
                  <a:lnTo>
                    <a:pt x="193929" y="78066"/>
                  </a:lnTo>
                  <a:close/>
                </a:path>
                <a:path w="226059" h="193675">
                  <a:moveTo>
                    <a:pt x="200507" y="58585"/>
                  </a:moveTo>
                  <a:lnTo>
                    <a:pt x="200266" y="58585"/>
                  </a:lnTo>
                  <a:lnTo>
                    <a:pt x="200266" y="58762"/>
                  </a:lnTo>
                  <a:lnTo>
                    <a:pt x="200507" y="58762"/>
                  </a:lnTo>
                  <a:lnTo>
                    <a:pt x="200507" y="58585"/>
                  </a:lnTo>
                  <a:close/>
                </a:path>
                <a:path w="226059" h="193675">
                  <a:moveTo>
                    <a:pt x="204685" y="68453"/>
                  </a:moveTo>
                  <a:lnTo>
                    <a:pt x="204165" y="68453"/>
                  </a:lnTo>
                  <a:lnTo>
                    <a:pt x="204165" y="68859"/>
                  </a:lnTo>
                  <a:lnTo>
                    <a:pt x="204431" y="68859"/>
                  </a:lnTo>
                  <a:lnTo>
                    <a:pt x="204685" y="68859"/>
                  </a:lnTo>
                  <a:lnTo>
                    <a:pt x="204685" y="68453"/>
                  </a:lnTo>
                  <a:close/>
                </a:path>
                <a:path w="226059" h="193675">
                  <a:moveTo>
                    <a:pt x="204685" y="65125"/>
                  </a:moveTo>
                  <a:lnTo>
                    <a:pt x="204165" y="65125"/>
                  </a:lnTo>
                  <a:lnTo>
                    <a:pt x="204165" y="65532"/>
                  </a:lnTo>
                  <a:lnTo>
                    <a:pt x="204431" y="65532"/>
                  </a:lnTo>
                  <a:lnTo>
                    <a:pt x="204685" y="65532"/>
                  </a:lnTo>
                  <a:lnTo>
                    <a:pt x="204685" y="65125"/>
                  </a:lnTo>
                  <a:close/>
                </a:path>
                <a:path w="226059" h="193675">
                  <a:moveTo>
                    <a:pt x="205816" y="20802"/>
                  </a:moveTo>
                  <a:lnTo>
                    <a:pt x="205092" y="20104"/>
                  </a:lnTo>
                  <a:lnTo>
                    <a:pt x="203301" y="18338"/>
                  </a:lnTo>
                  <a:lnTo>
                    <a:pt x="200710" y="19392"/>
                  </a:lnTo>
                  <a:lnTo>
                    <a:pt x="200710" y="23456"/>
                  </a:lnTo>
                  <a:lnTo>
                    <a:pt x="203301" y="24498"/>
                  </a:lnTo>
                  <a:lnTo>
                    <a:pt x="204749" y="23075"/>
                  </a:lnTo>
                  <a:lnTo>
                    <a:pt x="204978" y="22860"/>
                  </a:lnTo>
                  <a:lnTo>
                    <a:pt x="205816" y="22034"/>
                  </a:lnTo>
                  <a:lnTo>
                    <a:pt x="205816" y="20802"/>
                  </a:lnTo>
                  <a:close/>
                </a:path>
                <a:path w="226059" h="193675">
                  <a:moveTo>
                    <a:pt x="207302" y="44475"/>
                  </a:moveTo>
                  <a:lnTo>
                    <a:pt x="204000" y="41186"/>
                  </a:lnTo>
                  <a:lnTo>
                    <a:pt x="202031" y="43713"/>
                  </a:lnTo>
                  <a:lnTo>
                    <a:pt x="201612" y="44259"/>
                  </a:lnTo>
                  <a:lnTo>
                    <a:pt x="201510" y="44704"/>
                  </a:lnTo>
                  <a:lnTo>
                    <a:pt x="201422" y="46189"/>
                  </a:lnTo>
                  <a:lnTo>
                    <a:pt x="202260" y="47015"/>
                  </a:lnTo>
                  <a:lnTo>
                    <a:pt x="203758" y="46913"/>
                  </a:lnTo>
                  <a:lnTo>
                    <a:pt x="204216" y="46812"/>
                  </a:lnTo>
                  <a:lnTo>
                    <a:pt x="207302" y="44475"/>
                  </a:lnTo>
                  <a:close/>
                </a:path>
                <a:path w="226059" h="193675">
                  <a:moveTo>
                    <a:pt x="208127" y="104101"/>
                  </a:moveTo>
                  <a:lnTo>
                    <a:pt x="206095" y="104089"/>
                  </a:lnTo>
                  <a:lnTo>
                    <a:pt x="206298" y="105460"/>
                  </a:lnTo>
                  <a:lnTo>
                    <a:pt x="206387" y="106108"/>
                  </a:lnTo>
                  <a:lnTo>
                    <a:pt x="206489" y="106819"/>
                  </a:lnTo>
                  <a:lnTo>
                    <a:pt x="207746" y="106819"/>
                  </a:lnTo>
                  <a:lnTo>
                    <a:pt x="207937" y="105460"/>
                  </a:lnTo>
                  <a:lnTo>
                    <a:pt x="208127" y="104101"/>
                  </a:lnTo>
                  <a:close/>
                </a:path>
                <a:path w="226059" h="193675">
                  <a:moveTo>
                    <a:pt x="209067" y="99733"/>
                  </a:moveTo>
                  <a:lnTo>
                    <a:pt x="208064" y="99593"/>
                  </a:lnTo>
                  <a:lnTo>
                    <a:pt x="207416" y="99491"/>
                  </a:lnTo>
                  <a:lnTo>
                    <a:pt x="205587" y="99250"/>
                  </a:lnTo>
                  <a:lnTo>
                    <a:pt x="205574" y="101930"/>
                  </a:lnTo>
                  <a:lnTo>
                    <a:pt x="207848" y="101600"/>
                  </a:lnTo>
                  <a:lnTo>
                    <a:pt x="208064" y="101574"/>
                  </a:lnTo>
                  <a:lnTo>
                    <a:pt x="209067" y="101434"/>
                  </a:lnTo>
                  <a:lnTo>
                    <a:pt x="209067" y="99733"/>
                  </a:lnTo>
                  <a:close/>
                </a:path>
                <a:path w="226059" h="193675">
                  <a:moveTo>
                    <a:pt x="212636" y="129057"/>
                  </a:moveTo>
                  <a:lnTo>
                    <a:pt x="212598" y="128498"/>
                  </a:lnTo>
                  <a:lnTo>
                    <a:pt x="211734" y="126441"/>
                  </a:lnTo>
                  <a:lnTo>
                    <a:pt x="210591" y="125615"/>
                  </a:lnTo>
                  <a:lnTo>
                    <a:pt x="208013" y="126199"/>
                  </a:lnTo>
                  <a:lnTo>
                    <a:pt x="207365" y="126682"/>
                  </a:lnTo>
                  <a:lnTo>
                    <a:pt x="204711" y="129019"/>
                  </a:lnTo>
                  <a:lnTo>
                    <a:pt x="205574" y="132092"/>
                  </a:lnTo>
                  <a:lnTo>
                    <a:pt x="210146" y="133997"/>
                  </a:lnTo>
                  <a:lnTo>
                    <a:pt x="212331" y="132207"/>
                  </a:lnTo>
                  <a:lnTo>
                    <a:pt x="212572" y="129819"/>
                  </a:lnTo>
                  <a:lnTo>
                    <a:pt x="212636" y="129057"/>
                  </a:lnTo>
                  <a:close/>
                </a:path>
                <a:path w="226059" h="193675">
                  <a:moveTo>
                    <a:pt x="213385" y="122948"/>
                  </a:moveTo>
                  <a:lnTo>
                    <a:pt x="212966" y="122948"/>
                  </a:lnTo>
                  <a:lnTo>
                    <a:pt x="212966" y="124129"/>
                  </a:lnTo>
                  <a:lnTo>
                    <a:pt x="213385" y="124129"/>
                  </a:lnTo>
                  <a:lnTo>
                    <a:pt x="213385" y="123863"/>
                  </a:lnTo>
                  <a:lnTo>
                    <a:pt x="213385" y="122948"/>
                  </a:lnTo>
                  <a:close/>
                </a:path>
                <a:path w="226059" h="193675">
                  <a:moveTo>
                    <a:pt x="216217" y="87083"/>
                  </a:moveTo>
                  <a:lnTo>
                    <a:pt x="216014" y="85725"/>
                  </a:lnTo>
                  <a:lnTo>
                    <a:pt x="215925" y="85090"/>
                  </a:lnTo>
                  <a:lnTo>
                    <a:pt x="215836" y="84378"/>
                  </a:lnTo>
                  <a:lnTo>
                    <a:pt x="215061" y="84378"/>
                  </a:lnTo>
                  <a:lnTo>
                    <a:pt x="208280" y="78867"/>
                  </a:lnTo>
                  <a:lnTo>
                    <a:pt x="204622" y="83324"/>
                  </a:lnTo>
                  <a:lnTo>
                    <a:pt x="204876" y="86448"/>
                  </a:lnTo>
                  <a:lnTo>
                    <a:pt x="211378" y="90830"/>
                  </a:lnTo>
                  <a:lnTo>
                    <a:pt x="215430" y="87083"/>
                  </a:lnTo>
                  <a:lnTo>
                    <a:pt x="216217" y="87083"/>
                  </a:lnTo>
                  <a:close/>
                </a:path>
                <a:path w="226059" h="193675">
                  <a:moveTo>
                    <a:pt x="221068" y="23050"/>
                  </a:moveTo>
                  <a:lnTo>
                    <a:pt x="220091" y="23050"/>
                  </a:lnTo>
                  <a:lnTo>
                    <a:pt x="220091" y="23787"/>
                  </a:lnTo>
                  <a:lnTo>
                    <a:pt x="220586" y="23787"/>
                  </a:lnTo>
                  <a:lnTo>
                    <a:pt x="221068" y="23787"/>
                  </a:lnTo>
                  <a:lnTo>
                    <a:pt x="221068" y="23050"/>
                  </a:lnTo>
                  <a:close/>
                </a:path>
                <a:path w="226059" h="193675">
                  <a:moveTo>
                    <a:pt x="222123" y="55206"/>
                  </a:moveTo>
                  <a:lnTo>
                    <a:pt x="218846" y="54000"/>
                  </a:lnTo>
                  <a:lnTo>
                    <a:pt x="214985" y="58420"/>
                  </a:lnTo>
                  <a:lnTo>
                    <a:pt x="213410" y="61950"/>
                  </a:lnTo>
                  <a:lnTo>
                    <a:pt x="213664" y="63957"/>
                  </a:lnTo>
                  <a:lnTo>
                    <a:pt x="216928" y="65849"/>
                  </a:lnTo>
                  <a:lnTo>
                    <a:pt x="219456" y="65455"/>
                  </a:lnTo>
                  <a:lnTo>
                    <a:pt x="220230" y="63741"/>
                  </a:lnTo>
                  <a:lnTo>
                    <a:pt x="221183" y="61620"/>
                  </a:lnTo>
                  <a:lnTo>
                    <a:pt x="221538" y="59651"/>
                  </a:lnTo>
                  <a:lnTo>
                    <a:pt x="222123" y="55206"/>
                  </a:lnTo>
                  <a:close/>
                </a:path>
                <a:path w="226059" h="193675">
                  <a:moveTo>
                    <a:pt x="223520" y="34861"/>
                  </a:moveTo>
                  <a:lnTo>
                    <a:pt x="220319" y="33566"/>
                  </a:lnTo>
                  <a:lnTo>
                    <a:pt x="218503" y="35344"/>
                  </a:lnTo>
                  <a:lnTo>
                    <a:pt x="217233" y="36588"/>
                  </a:lnTo>
                  <a:lnTo>
                    <a:pt x="217233" y="38188"/>
                  </a:lnTo>
                  <a:lnTo>
                    <a:pt x="218173" y="39103"/>
                  </a:lnTo>
                  <a:lnTo>
                    <a:pt x="220319" y="41211"/>
                  </a:lnTo>
                  <a:lnTo>
                    <a:pt x="223520" y="39916"/>
                  </a:lnTo>
                  <a:lnTo>
                    <a:pt x="223520" y="34861"/>
                  </a:lnTo>
                  <a:close/>
                </a:path>
                <a:path w="226059" h="193675">
                  <a:moveTo>
                    <a:pt x="225691" y="14249"/>
                  </a:moveTo>
                  <a:lnTo>
                    <a:pt x="224802" y="11696"/>
                  </a:lnTo>
                  <a:lnTo>
                    <a:pt x="222567" y="10261"/>
                  </a:lnTo>
                  <a:lnTo>
                    <a:pt x="219265" y="8140"/>
                  </a:lnTo>
                  <a:lnTo>
                    <a:pt x="215607" y="9613"/>
                  </a:lnTo>
                  <a:lnTo>
                    <a:pt x="213131" y="15405"/>
                  </a:lnTo>
                  <a:lnTo>
                    <a:pt x="214896" y="18326"/>
                  </a:lnTo>
                  <a:lnTo>
                    <a:pt x="220954" y="20548"/>
                  </a:lnTo>
                  <a:lnTo>
                    <a:pt x="223812" y="18884"/>
                  </a:lnTo>
                  <a:lnTo>
                    <a:pt x="225691" y="1424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075042" y="7712360"/>
              <a:ext cx="374015" cy="391160"/>
            </a:xfrm>
            <a:custGeom>
              <a:avLst/>
              <a:gdLst/>
              <a:ahLst/>
              <a:cxnLst/>
              <a:rect l="l" t="t" r="r" b="b"/>
              <a:pathLst>
                <a:path w="374015" h="391159">
                  <a:moveTo>
                    <a:pt x="4914" y="42926"/>
                  </a:moveTo>
                  <a:lnTo>
                    <a:pt x="3378" y="39649"/>
                  </a:lnTo>
                  <a:lnTo>
                    <a:pt x="1625" y="41186"/>
                  </a:lnTo>
                  <a:lnTo>
                    <a:pt x="1358" y="41414"/>
                  </a:lnTo>
                  <a:lnTo>
                    <a:pt x="1092" y="41656"/>
                  </a:lnTo>
                  <a:lnTo>
                    <a:pt x="0" y="42608"/>
                  </a:lnTo>
                  <a:lnTo>
                    <a:pt x="889" y="43802"/>
                  </a:lnTo>
                  <a:lnTo>
                    <a:pt x="1841" y="43611"/>
                  </a:lnTo>
                  <a:lnTo>
                    <a:pt x="2197" y="43522"/>
                  </a:lnTo>
                  <a:lnTo>
                    <a:pt x="2565" y="43446"/>
                  </a:lnTo>
                  <a:lnTo>
                    <a:pt x="4914" y="42926"/>
                  </a:lnTo>
                  <a:close/>
                </a:path>
                <a:path w="374015" h="391159">
                  <a:moveTo>
                    <a:pt x="19443" y="43776"/>
                  </a:moveTo>
                  <a:lnTo>
                    <a:pt x="16979" y="38531"/>
                  </a:lnTo>
                  <a:lnTo>
                    <a:pt x="13906" y="40449"/>
                  </a:lnTo>
                  <a:lnTo>
                    <a:pt x="13627" y="40640"/>
                  </a:lnTo>
                  <a:lnTo>
                    <a:pt x="13347" y="40805"/>
                  </a:lnTo>
                  <a:lnTo>
                    <a:pt x="13030" y="40932"/>
                  </a:lnTo>
                  <a:lnTo>
                    <a:pt x="11607" y="41617"/>
                  </a:lnTo>
                  <a:lnTo>
                    <a:pt x="11493" y="44157"/>
                  </a:lnTo>
                  <a:lnTo>
                    <a:pt x="14071" y="45250"/>
                  </a:lnTo>
                  <a:lnTo>
                    <a:pt x="14795" y="45453"/>
                  </a:lnTo>
                  <a:lnTo>
                    <a:pt x="19443" y="43776"/>
                  </a:lnTo>
                  <a:close/>
                </a:path>
                <a:path w="374015" h="391159">
                  <a:moveTo>
                    <a:pt x="40284" y="35052"/>
                  </a:moveTo>
                  <a:lnTo>
                    <a:pt x="29552" y="35052"/>
                  </a:lnTo>
                  <a:lnTo>
                    <a:pt x="29540" y="43281"/>
                  </a:lnTo>
                  <a:lnTo>
                    <a:pt x="34912" y="43281"/>
                  </a:lnTo>
                  <a:lnTo>
                    <a:pt x="40271" y="43281"/>
                  </a:lnTo>
                  <a:lnTo>
                    <a:pt x="40284" y="35052"/>
                  </a:lnTo>
                  <a:close/>
                </a:path>
                <a:path w="374015" h="391159">
                  <a:moveTo>
                    <a:pt x="43256" y="35483"/>
                  </a:moveTo>
                  <a:lnTo>
                    <a:pt x="42722" y="35483"/>
                  </a:lnTo>
                  <a:lnTo>
                    <a:pt x="42722" y="35877"/>
                  </a:lnTo>
                  <a:lnTo>
                    <a:pt x="42989" y="35877"/>
                  </a:lnTo>
                  <a:lnTo>
                    <a:pt x="43256" y="35877"/>
                  </a:lnTo>
                  <a:lnTo>
                    <a:pt x="43256" y="35483"/>
                  </a:lnTo>
                  <a:close/>
                </a:path>
                <a:path w="374015" h="391159">
                  <a:moveTo>
                    <a:pt x="56578" y="25958"/>
                  </a:moveTo>
                  <a:lnTo>
                    <a:pt x="52552" y="21932"/>
                  </a:lnTo>
                  <a:lnTo>
                    <a:pt x="49530" y="22593"/>
                  </a:lnTo>
                  <a:lnTo>
                    <a:pt x="47193" y="25869"/>
                  </a:lnTo>
                  <a:lnTo>
                    <a:pt x="47167" y="28105"/>
                  </a:lnTo>
                  <a:lnTo>
                    <a:pt x="49237" y="30784"/>
                  </a:lnTo>
                  <a:lnTo>
                    <a:pt x="51714" y="32131"/>
                  </a:lnTo>
                  <a:lnTo>
                    <a:pt x="53898" y="30480"/>
                  </a:lnTo>
                  <a:lnTo>
                    <a:pt x="55194" y="29514"/>
                  </a:lnTo>
                  <a:lnTo>
                    <a:pt x="55460" y="29032"/>
                  </a:lnTo>
                  <a:lnTo>
                    <a:pt x="55791" y="28790"/>
                  </a:lnTo>
                  <a:lnTo>
                    <a:pt x="55981" y="28105"/>
                  </a:lnTo>
                  <a:lnTo>
                    <a:pt x="56057" y="27965"/>
                  </a:lnTo>
                  <a:lnTo>
                    <a:pt x="56095" y="27686"/>
                  </a:lnTo>
                  <a:lnTo>
                    <a:pt x="56578" y="25958"/>
                  </a:lnTo>
                  <a:close/>
                </a:path>
                <a:path w="374015" h="391159">
                  <a:moveTo>
                    <a:pt x="64300" y="46761"/>
                  </a:moveTo>
                  <a:lnTo>
                    <a:pt x="59004" y="43243"/>
                  </a:lnTo>
                  <a:lnTo>
                    <a:pt x="57099" y="46964"/>
                  </a:lnTo>
                  <a:lnTo>
                    <a:pt x="59677" y="47866"/>
                  </a:lnTo>
                  <a:lnTo>
                    <a:pt x="63474" y="49187"/>
                  </a:lnTo>
                  <a:lnTo>
                    <a:pt x="64300" y="46761"/>
                  </a:lnTo>
                  <a:close/>
                </a:path>
                <a:path w="374015" h="391159">
                  <a:moveTo>
                    <a:pt x="82130" y="50444"/>
                  </a:moveTo>
                  <a:lnTo>
                    <a:pt x="81610" y="50444"/>
                  </a:lnTo>
                  <a:lnTo>
                    <a:pt x="81610" y="50838"/>
                  </a:lnTo>
                  <a:lnTo>
                    <a:pt x="81864" y="50838"/>
                  </a:lnTo>
                  <a:lnTo>
                    <a:pt x="82130" y="50838"/>
                  </a:lnTo>
                  <a:lnTo>
                    <a:pt x="82130" y="50444"/>
                  </a:lnTo>
                  <a:close/>
                </a:path>
                <a:path w="374015" h="391159">
                  <a:moveTo>
                    <a:pt x="88709" y="57975"/>
                  </a:moveTo>
                  <a:lnTo>
                    <a:pt x="88265" y="57137"/>
                  </a:lnTo>
                  <a:lnTo>
                    <a:pt x="88480" y="54851"/>
                  </a:lnTo>
                  <a:lnTo>
                    <a:pt x="88607" y="53505"/>
                  </a:lnTo>
                  <a:lnTo>
                    <a:pt x="84340" y="53022"/>
                  </a:lnTo>
                  <a:lnTo>
                    <a:pt x="82765" y="55270"/>
                  </a:lnTo>
                  <a:lnTo>
                    <a:pt x="82765" y="55727"/>
                  </a:lnTo>
                  <a:lnTo>
                    <a:pt x="82702" y="56045"/>
                  </a:lnTo>
                  <a:lnTo>
                    <a:pt x="82626" y="55753"/>
                  </a:lnTo>
                  <a:lnTo>
                    <a:pt x="82765" y="55727"/>
                  </a:lnTo>
                  <a:lnTo>
                    <a:pt x="82765" y="55270"/>
                  </a:lnTo>
                  <a:lnTo>
                    <a:pt x="82448" y="55714"/>
                  </a:lnTo>
                  <a:lnTo>
                    <a:pt x="81610" y="56045"/>
                  </a:lnTo>
                  <a:lnTo>
                    <a:pt x="79946" y="58000"/>
                  </a:lnTo>
                  <a:lnTo>
                    <a:pt x="79743" y="60007"/>
                  </a:lnTo>
                  <a:lnTo>
                    <a:pt x="82296" y="62509"/>
                  </a:lnTo>
                  <a:lnTo>
                    <a:pt x="84785" y="62801"/>
                  </a:lnTo>
                  <a:lnTo>
                    <a:pt x="85242" y="62217"/>
                  </a:lnTo>
                  <a:lnTo>
                    <a:pt x="85534" y="61861"/>
                  </a:lnTo>
                  <a:lnTo>
                    <a:pt x="87083" y="61353"/>
                  </a:lnTo>
                  <a:lnTo>
                    <a:pt x="88061" y="59245"/>
                  </a:lnTo>
                  <a:lnTo>
                    <a:pt x="88112" y="58699"/>
                  </a:lnTo>
                  <a:lnTo>
                    <a:pt x="88709" y="57975"/>
                  </a:lnTo>
                  <a:close/>
                </a:path>
                <a:path w="374015" h="391159">
                  <a:moveTo>
                    <a:pt x="95707" y="22618"/>
                  </a:moveTo>
                  <a:lnTo>
                    <a:pt x="92544" y="20434"/>
                  </a:lnTo>
                  <a:lnTo>
                    <a:pt x="91541" y="22821"/>
                  </a:lnTo>
                  <a:lnTo>
                    <a:pt x="91097" y="23837"/>
                  </a:lnTo>
                  <a:lnTo>
                    <a:pt x="90843" y="25260"/>
                  </a:lnTo>
                  <a:lnTo>
                    <a:pt x="91694" y="26136"/>
                  </a:lnTo>
                  <a:lnTo>
                    <a:pt x="92519" y="25603"/>
                  </a:lnTo>
                  <a:lnTo>
                    <a:pt x="93129" y="25222"/>
                  </a:lnTo>
                  <a:lnTo>
                    <a:pt x="95707" y="22618"/>
                  </a:lnTo>
                  <a:close/>
                </a:path>
                <a:path w="374015" h="391159">
                  <a:moveTo>
                    <a:pt x="100812" y="30492"/>
                  </a:moveTo>
                  <a:lnTo>
                    <a:pt x="100291" y="30492"/>
                  </a:lnTo>
                  <a:lnTo>
                    <a:pt x="100291" y="30886"/>
                  </a:lnTo>
                  <a:lnTo>
                    <a:pt x="100545" y="30886"/>
                  </a:lnTo>
                  <a:lnTo>
                    <a:pt x="100812" y="30886"/>
                  </a:lnTo>
                  <a:lnTo>
                    <a:pt x="100812" y="30492"/>
                  </a:lnTo>
                  <a:close/>
                </a:path>
                <a:path w="374015" h="391159">
                  <a:moveTo>
                    <a:pt x="106997" y="48031"/>
                  </a:moveTo>
                  <a:lnTo>
                    <a:pt x="100164" y="48031"/>
                  </a:lnTo>
                  <a:lnTo>
                    <a:pt x="100164" y="53263"/>
                  </a:lnTo>
                  <a:lnTo>
                    <a:pt x="103581" y="53263"/>
                  </a:lnTo>
                  <a:lnTo>
                    <a:pt x="106997" y="53263"/>
                  </a:lnTo>
                  <a:lnTo>
                    <a:pt x="106997" y="48031"/>
                  </a:lnTo>
                  <a:close/>
                </a:path>
                <a:path w="374015" h="391159">
                  <a:moveTo>
                    <a:pt x="109677" y="74625"/>
                  </a:moveTo>
                  <a:lnTo>
                    <a:pt x="104559" y="74625"/>
                  </a:lnTo>
                  <a:lnTo>
                    <a:pt x="104546" y="78549"/>
                  </a:lnTo>
                  <a:lnTo>
                    <a:pt x="107111" y="78549"/>
                  </a:lnTo>
                  <a:lnTo>
                    <a:pt x="109664" y="78549"/>
                  </a:lnTo>
                  <a:lnTo>
                    <a:pt x="109677" y="74625"/>
                  </a:lnTo>
                  <a:close/>
                </a:path>
                <a:path w="374015" h="391159">
                  <a:moveTo>
                    <a:pt x="116395" y="12979"/>
                  </a:moveTo>
                  <a:lnTo>
                    <a:pt x="115036" y="10782"/>
                  </a:lnTo>
                  <a:lnTo>
                    <a:pt x="109562" y="10223"/>
                  </a:lnTo>
                  <a:lnTo>
                    <a:pt x="108280" y="12725"/>
                  </a:lnTo>
                  <a:lnTo>
                    <a:pt x="109829" y="16357"/>
                  </a:lnTo>
                  <a:lnTo>
                    <a:pt x="112268" y="16776"/>
                  </a:lnTo>
                  <a:lnTo>
                    <a:pt x="113779" y="15392"/>
                  </a:lnTo>
                  <a:lnTo>
                    <a:pt x="116395" y="12979"/>
                  </a:lnTo>
                  <a:close/>
                </a:path>
                <a:path w="374015" h="391159">
                  <a:moveTo>
                    <a:pt x="125183" y="23939"/>
                  </a:moveTo>
                  <a:lnTo>
                    <a:pt x="124104" y="22669"/>
                  </a:lnTo>
                  <a:lnTo>
                    <a:pt x="123139" y="21551"/>
                  </a:lnTo>
                  <a:lnTo>
                    <a:pt x="120726" y="21755"/>
                  </a:lnTo>
                  <a:lnTo>
                    <a:pt x="121678" y="21666"/>
                  </a:lnTo>
                  <a:lnTo>
                    <a:pt x="120421" y="21590"/>
                  </a:lnTo>
                  <a:lnTo>
                    <a:pt x="120637" y="21755"/>
                  </a:lnTo>
                  <a:lnTo>
                    <a:pt x="121805" y="22669"/>
                  </a:lnTo>
                  <a:lnTo>
                    <a:pt x="120421" y="21590"/>
                  </a:lnTo>
                  <a:lnTo>
                    <a:pt x="120002" y="21463"/>
                  </a:lnTo>
                  <a:lnTo>
                    <a:pt x="119024" y="21247"/>
                  </a:lnTo>
                  <a:lnTo>
                    <a:pt x="116001" y="22834"/>
                  </a:lnTo>
                  <a:lnTo>
                    <a:pt x="115531" y="24282"/>
                  </a:lnTo>
                  <a:lnTo>
                    <a:pt x="115087" y="28079"/>
                  </a:lnTo>
                  <a:lnTo>
                    <a:pt x="116928" y="29552"/>
                  </a:lnTo>
                  <a:lnTo>
                    <a:pt x="119278" y="30530"/>
                  </a:lnTo>
                  <a:lnTo>
                    <a:pt x="120002" y="30619"/>
                  </a:lnTo>
                  <a:lnTo>
                    <a:pt x="123126" y="30340"/>
                  </a:lnTo>
                  <a:lnTo>
                    <a:pt x="125183" y="28676"/>
                  </a:lnTo>
                  <a:lnTo>
                    <a:pt x="125183" y="23939"/>
                  </a:lnTo>
                  <a:close/>
                </a:path>
                <a:path w="374015" h="391159">
                  <a:moveTo>
                    <a:pt x="134340" y="62344"/>
                  </a:moveTo>
                  <a:lnTo>
                    <a:pt x="131673" y="59690"/>
                  </a:lnTo>
                  <a:lnTo>
                    <a:pt x="131635" y="63284"/>
                  </a:lnTo>
                  <a:lnTo>
                    <a:pt x="131470" y="64223"/>
                  </a:lnTo>
                  <a:lnTo>
                    <a:pt x="131343" y="64744"/>
                  </a:lnTo>
                  <a:lnTo>
                    <a:pt x="131279" y="64223"/>
                  </a:lnTo>
                  <a:lnTo>
                    <a:pt x="131152" y="63284"/>
                  </a:lnTo>
                  <a:lnTo>
                    <a:pt x="131064" y="62623"/>
                  </a:lnTo>
                  <a:lnTo>
                    <a:pt x="131038" y="62420"/>
                  </a:lnTo>
                  <a:lnTo>
                    <a:pt x="131165" y="62623"/>
                  </a:lnTo>
                  <a:lnTo>
                    <a:pt x="131152" y="63284"/>
                  </a:lnTo>
                  <a:lnTo>
                    <a:pt x="131279" y="64223"/>
                  </a:lnTo>
                  <a:lnTo>
                    <a:pt x="131470" y="63893"/>
                  </a:lnTo>
                  <a:lnTo>
                    <a:pt x="131343" y="64744"/>
                  </a:lnTo>
                  <a:lnTo>
                    <a:pt x="131635" y="63284"/>
                  </a:lnTo>
                  <a:lnTo>
                    <a:pt x="131635" y="59664"/>
                  </a:lnTo>
                  <a:lnTo>
                    <a:pt x="128828" y="56857"/>
                  </a:lnTo>
                  <a:lnTo>
                    <a:pt x="124523" y="61899"/>
                  </a:lnTo>
                  <a:lnTo>
                    <a:pt x="124333" y="63474"/>
                  </a:lnTo>
                  <a:lnTo>
                    <a:pt x="125920" y="66700"/>
                  </a:lnTo>
                  <a:lnTo>
                    <a:pt x="127673" y="67208"/>
                  </a:lnTo>
                  <a:lnTo>
                    <a:pt x="132435" y="66103"/>
                  </a:lnTo>
                  <a:lnTo>
                    <a:pt x="132486" y="65405"/>
                  </a:lnTo>
                  <a:lnTo>
                    <a:pt x="132600" y="63766"/>
                  </a:lnTo>
                  <a:lnTo>
                    <a:pt x="134340" y="62344"/>
                  </a:lnTo>
                  <a:close/>
                </a:path>
                <a:path w="374015" h="391159">
                  <a:moveTo>
                    <a:pt x="138772" y="31521"/>
                  </a:moveTo>
                  <a:lnTo>
                    <a:pt x="136969" y="28740"/>
                  </a:lnTo>
                  <a:lnTo>
                    <a:pt x="131927" y="27368"/>
                  </a:lnTo>
                  <a:lnTo>
                    <a:pt x="129463" y="28968"/>
                  </a:lnTo>
                  <a:lnTo>
                    <a:pt x="129413" y="29108"/>
                  </a:lnTo>
                  <a:lnTo>
                    <a:pt x="129184" y="29171"/>
                  </a:lnTo>
                  <a:lnTo>
                    <a:pt x="127546" y="33007"/>
                  </a:lnTo>
                  <a:lnTo>
                    <a:pt x="127914" y="35458"/>
                  </a:lnTo>
                  <a:lnTo>
                    <a:pt x="133299" y="38912"/>
                  </a:lnTo>
                  <a:lnTo>
                    <a:pt x="136867" y="37084"/>
                  </a:lnTo>
                  <a:lnTo>
                    <a:pt x="138772" y="31521"/>
                  </a:lnTo>
                  <a:close/>
                </a:path>
                <a:path w="374015" h="391159">
                  <a:moveTo>
                    <a:pt x="145249" y="61925"/>
                  </a:moveTo>
                  <a:lnTo>
                    <a:pt x="144716" y="61925"/>
                  </a:lnTo>
                  <a:lnTo>
                    <a:pt x="144716" y="62318"/>
                  </a:lnTo>
                  <a:lnTo>
                    <a:pt x="144983" y="62318"/>
                  </a:lnTo>
                  <a:lnTo>
                    <a:pt x="145249" y="62318"/>
                  </a:lnTo>
                  <a:lnTo>
                    <a:pt x="145249" y="61925"/>
                  </a:lnTo>
                  <a:close/>
                </a:path>
                <a:path w="374015" h="391159">
                  <a:moveTo>
                    <a:pt x="147828" y="9613"/>
                  </a:moveTo>
                  <a:lnTo>
                    <a:pt x="137096" y="9613"/>
                  </a:lnTo>
                  <a:lnTo>
                    <a:pt x="137083" y="13322"/>
                  </a:lnTo>
                  <a:lnTo>
                    <a:pt x="134708" y="13322"/>
                  </a:lnTo>
                  <a:lnTo>
                    <a:pt x="134696" y="22110"/>
                  </a:lnTo>
                  <a:lnTo>
                    <a:pt x="140436" y="22110"/>
                  </a:lnTo>
                  <a:lnTo>
                    <a:pt x="146164" y="22110"/>
                  </a:lnTo>
                  <a:lnTo>
                    <a:pt x="146164" y="17843"/>
                  </a:lnTo>
                  <a:lnTo>
                    <a:pt x="147815" y="17843"/>
                  </a:lnTo>
                  <a:lnTo>
                    <a:pt x="147828" y="9613"/>
                  </a:lnTo>
                  <a:close/>
                </a:path>
                <a:path w="374015" h="391159">
                  <a:moveTo>
                    <a:pt x="152755" y="41313"/>
                  </a:moveTo>
                  <a:lnTo>
                    <a:pt x="150901" y="39471"/>
                  </a:lnTo>
                  <a:lnTo>
                    <a:pt x="141884" y="43764"/>
                  </a:lnTo>
                  <a:lnTo>
                    <a:pt x="148399" y="50241"/>
                  </a:lnTo>
                  <a:lnTo>
                    <a:pt x="150634" y="45669"/>
                  </a:lnTo>
                  <a:lnTo>
                    <a:pt x="152755" y="41313"/>
                  </a:lnTo>
                  <a:close/>
                </a:path>
                <a:path w="374015" h="391159">
                  <a:moveTo>
                    <a:pt x="154838" y="6540"/>
                  </a:moveTo>
                  <a:lnTo>
                    <a:pt x="154317" y="6540"/>
                  </a:lnTo>
                  <a:lnTo>
                    <a:pt x="154317" y="6934"/>
                  </a:lnTo>
                  <a:lnTo>
                    <a:pt x="154571" y="6934"/>
                  </a:lnTo>
                  <a:lnTo>
                    <a:pt x="154838" y="6934"/>
                  </a:lnTo>
                  <a:lnTo>
                    <a:pt x="154838" y="6540"/>
                  </a:lnTo>
                  <a:close/>
                </a:path>
                <a:path w="374015" h="391159">
                  <a:moveTo>
                    <a:pt x="163588" y="18707"/>
                  </a:moveTo>
                  <a:lnTo>
                    <a:pt x="159702" y="18707"/>
                  </a:lnTo>
                  <a:lnTo>
                    <a:pt x="159702" y="21704"/>
                  </a:lnTo>
                  <a:lnTo>
                    <a:pt x="161645" y="21704"/>
                  </a:lnTo>
                  <a:lnTo>
                    <a:pt x="163588" y="21704"/>
                  </a:lnTo>
                  <a:lnTo>
                    <a:pt x="163588" y="18707"/>
                  </a:lnTo>
                  <a:close/>
                </a:path>
                <a:path w="374015" h="391159">
                  <a:moveTo>
                    <a:pt x="172021" y="10604"/>
                  </a:moveTo>
                  <a:lnTo>
                    <a:pt x="171907" y="10223"/>
                  </a:lnTo>
                  <a:lnTo>
                    <a:pt x="171170" y="9664"/>
                  </a:lnTo>
                  <a:lnTo>
                    <a:pt x="167614" y="6921"/>
                  </a:lnTo>
                  <a:lnTo>
                    <a:pt x="163880" y="10312"/>
                  </a:lnTo>
                  <a:lnTo>
                    <a:pt x="163677" y="10604"/>
                  </a:lnTo>
                  <a:lnTo>
                    <a:pt x="163550" y="10731"/>
                  </a:lnTo>
                  <a:lnTo>
                    <a:pt x="163474" y="10922"/>
                  </a:lnTo>
                  <a:lnTo>
                    <a:pt x="163131" y="11709"/>
                  </a:lnTo>
                  <a:lnTo>
                    <a:pt x="163131" y="8267"/>
                  </a:lnTo>
                  <a:lnTo>
                    <a:pt x="154101" y="8267"/>
                  </a:lnTo>
                  <a:lnTo>
                    <a:pt x="154101" y="15189"/>
                  </a:lnTo>
                  <a:lnTo>
                    <a:pt x="158610" y="15189"/>
                  </a:lnTo>
                  <a:lnTo>
                    <a:pt x="163131" y="15189"/>
                  </a:lnTo>
                  <a:lnTo>
                    <a:pt x="163131" y="13639"/>
                  </a:lnTo>
                  <a:lnTo>
                    <a:pt x="163995" y="15379"/>
                  </a:lnTo>
                  <a:lnTo>
                    <a:pt x="165442" y="16256"/>
                  </a:lnTo>
                  <a:lnTo>
                    <a:pt x="168186" y="15925"/>
                  </a:lnTo>
                  <a:lnTo>
                    <a:pt x="169418" y="15481"/>
                  </a:lnTo>
                  <a:lnTo>
                    <a:pt x="172021" y="10604"/>
                  </a:lnTo>
                  <a:close/>
                </a:path>
                <a:path w="374015" h="391159">
                  <a:moveTo>
                    <a:pt x="174028" y="9537"/>
                  </a:moveTo>
                  <a:lnTo>
                    <a:pt x="173507" y="9537"/>
                  </a:lnTo>
                  <a:lnTo>
                    <a:pt x="173507" y="9931"/>
                  </a:lnTo>
                  <a:lnTo>
                    <a:pt x="173761" y="9931"/>
                  </a:lnTo>
                  <a:lnTo>
                    <a:pt x="174028" y="9931"/>
                  </a:lnTo>
                  <a:lnTo>
                    <a:pt x="174028" y="9537"/>
                  </a:lnTo>
                  <a:close/>
                </a:path>
                <a:path w="374015" h="391159">
                  <a:moveTo>
                    <a:pt x="176415" y="38188"/>
                  </a:moveTo>
                  <a:lnTo>
                    <a:pt x="168414" y="39116"/>
                  </a:lnTo>
                  <a:lnTo>
                    <a:pt x="170764" y="43637"/>
                  </a:lnTo>
                  <a:lnTo>
                    <a:pt x="172275" y="46545"/>
                  </a:lnTo>
                  <a:lnTo>
                    <a:pt x="175615" y="44996"/>
                  </a:lnTo>
                  <a:lnTo>
                    <a:pt x="176415" y="38188"/>
                  </a:lnTo>
                  <a:close/>
                </a:path>
                <a:path w="374015" h="391159">
                  <a:moveTo>
                    <a:pt x="191135" y="32677"/>
                  </a:moveTo>
                  <a:lnTo>
                    <a:pt x="189433" y="30975"/>
                  </a:lnTo>
                  <a:lnTo>
                    <a:pt x="182105" y="32270"/>
                  </a:lnTo>
                  <a:lnTo>
                    <a:pt x="181381" y="36550"/>
                  </a:lnTo>
                  <a:lnTo>
                    <a:pt x="185508" y="40627"/>
                  </a:lnTo>
                  <a:lnTo>
                    <a:pt x="189839" y="39903"/>
                  </a:lnTo>
                  <a:lnTo>
                    <a:pt x="190398" y="36766"/>
                  </a:lnTo>
                  <a:lnTo>
                    <a:pt x="191135" y="32677"/>
                  </a:lnTo>
                  <a:close/>
                </a:path>
                <a:path w="374015" h="391159">
                  <a:moveTo>
                    <a:pt x="194297" y="12319"/>
                  </a:moveTo>
                  <a:lnTo>
                    <a:pt x="193509" y="7785"/>
                  </a:lnTo>
                  <a:lnTo>
                    <a:pt x="193230" y="6172"/>
                  </a:lnTo>
                  <a:lnTo>
                    <a:pt x="187388" y="6769"/>
                  </a:lnTo>
                  <a:lnTo>
                    <a:pt x="186969" y="6337"/>
                  </a:lnTo>
                  <a:lnTo>
                    <a:pt x="184924" y="6642"/>
                  </a:lnTo>
                  <a:lnTo>
                    <a:pt x="182638" y="8420"/>
                  </a:lnTo>
                  <a:lnTo>
                    <a:pt x="182092" y="9398"/>
                  </a:lnTo>
                  <a:lnTo>
                    <a:pt x="181127" y="13614"/>
                  </a:lnTo>
                  <a:lnTo>
                    <a:pt x="184035" y="17081"/>
                  </a:lnTo>
                  <a:lnTo>
                    <a:pt x="188823" y="15582"/>
                  </a:lnTo>
                  <a:lnTo>
                    <a:pt x="191020" y="14287"/>
                  </a:lnTo>
                  <a:lnTo>
                    <a:pt x="194297" y="12319"/>
                  </a:lnTo>
                  <a:close/>
                </a:path>
                <a:path w="374015" h="391159">
                  <a:moveTo>
                    <a:pt x="205435" y="39598"/>
                  </a:moveTo>
                  <a:lnTo>
                    <a:pt x="205168" y="36715"/>
                  </a:lnTo>
                  <a:lnTo>
                    <a:pt x="205028" y="35128"/>
                  </a:lnTo>
                  <a:lnTo>
                    <a:pt x="202704" y="34874"/>
                  </a:lnTo>
                  <a:lnTo>
                    <a:pt x="201612" y="33362"/>
                  </a:lnTo>
                  <a:lnTo>
                    <a:pt x="197739" y="38074"/>
                  </a:lnTo>
                  <a:lnTo>
                    <a:pt x="202704" y="40614"/>
                  </a:lnTo>
                  <a:lnTo>
                    <a:pt x="205435" y="39598"/>
                  </a:lnTo>
                  <a:close/>
                </a:path>
                <a:path w="374015" h="391159">
                  <a:moveTo>
                    <a:pt x="207543" y="34201"/>
                  </a:moveTo>
                  <a:lnTo>
                    <a:pt x="207314" y="32981"/>
                  </a:lnTo>
                  <a:lnTo>
                    <a:pt x="207225" y="32512"/>
                  </a:lnTo>
                  <a:lnTo>
                    <a:pt x="207098" y="31877"/>
                  </a:lnTo>
                  <a:lnTo>
                    <a:pt x="206070" y="31877"/>
                  </a:lnTo>
                  <a:lnTo>
                    <a:pt x="205879" y="32829"/>
                  </a:lnTo>
                  <a:lnTo>
                    <a:pt x="205854" y="32981"/>
                  </a:lnTo>
                  <a:lnTo>
                    <a:pt x="205613" y="34188"/>
                  </a:lnTo>
                  <a:lnTo>
                    <a:pt x="207543" y="34201"/>
                  </a:lnTo>
                  <a:close/>
                </a:path>
                <a:path w="374015" h="391159">
                  <a:moveTo>
                    <a:pt x="209219" y="22301"/>
                  </a:moveTo>
                  <a:lnTo>
                    <a:pt x="204800" y="17106"/>
                  </a:lnTo>
                  <a:lnTo>
                    <a:pt x="199847" y="22733"/>
                  </a:lnTo>
                  <a:lnTo>
                    <a:pt x="202336" y="26466"/>
                  </a:lnTo>
                  <a:lnTo>
                    <a:pt x="205130" y="24765"/>
                  </a:lnTo>
                  <a:lnTo>
                    <a:pt x="209219" y="22301"/>
                  </a:lnTo>
                  <a:close/>
                </a:path>
                <a:path w="374015" h="391159">
                  <a:moveTo>
                    <a:pt x="211416" y="13576"/>
                  </a:moveTo>
                  <a:lnTo>
                    <a:pt x="210312" y="11950"/>
                  </a:lnTo>
                  <a:lnTo>
                    <a:pt x="209981" y="11468"/>
                  </a:lnTo>
                  <a:lnTo>
                    <a:pt x="208940" y="9969"/>
                  </a:lnTo>
                  <a:lnTo>
                    <a:pt x="207251" y="9969"/>
                  </a:lnTo>
                  <a:lnTo>
                    <a:pt x="204774" y="13576"/>
                  </a:lnTo>
                  <a:lnTo>
                    <a:pt x="206260" y="15748"/>
                  </a:lnTo>
                  <a:lnTo>
                    <a:pt x="209943" y="15748"/>
                  </a:lnTo>
                  <a:lnTo>
                    <a:pt x="211416" y="13576"/>
                  </a:lnTo>
                  <a:close/>
                </a:path>
                <a:path w="374015" h="391159">
                  <a:moveTo>
                    <a:pt x="212979" y="0"/>
                  </a:moveTo>
                  <a:lnTo>
                    <a:pt x="203225" y="0"/>
                  </a:lnTo>
                  <a:lnTo>
                    <a:pt x="203225" y="7493"/>
                  </a:lnTo>
                  <a:lnTo>
                    <a:pt x="208102" y="7493"/>
                  </a:lnTo>
                  <a:lnTo>
                    <a:pt x="212966" y="7493"/>
                  </a:lnTo>
                  <a:lnTo>
                    <a:pt x="212979" y="0"/>
                  </a:lnTo>
                  <a:close/>
                </a:path>
                <a:path w="374015" h="391159">
                  <a:moveTo>
                    <a:pt x="238442" y="359244"/>
                  </a:moveTo>
                  <a:lnTo>
                    <a:pt x="237845" y="358381"/>
                  </a:lnTo>
                  <a:lnTo>
                    <a:pt x="236156" y="357441"/>
                  </a:lnTo>
                  <a:lnTo>
                    <a:pt x="235343" y="357479"/>
                  </a:lnTo>
                  <a:lnTo>
                    <a:pt x="229704" y="358521"/>
                  </a:lnTo>
                  <a:lnTo>
                    <a:pt x="233260" y="366191"/>
                  </a:lnTo>
                  <a:lnTo>
                    <a:pt x="237109" y="362597"/>
                  </a:lnTo>
                  <a:lnTo>
                    <a:pt x="237947" y="361810"/>
                  </a:lnTo>
                  <a:lnTo>
                    <a:pt x="238213" y="361111"/>
                  </a:lnTo>
                  <a:lnTo>
                    <a:pt x="238442" y="359244"/>
                  </a:lnTo>
                  <a:close/>
                </a:path>
                <a:path w="374015" h="391159">
                  <a:moveTo>
                    <a:pt x="240017" y="374929"/>
                  </a:moveTo>
                  <a:lnTo>
                    <a:pt x="238252" y="374396"/>
                  </a:lnTo>
                  <a:lnTo>
                    <a:pt x="236867" y="376275"/>
                  </a:lnTo>
                  <a:lnTo>
                    <a:pt x="235788" y="377710"/>
                  </a:lnTo>
                  <a:lnTo>
                    <a:pt x="238696" y="379222"/>
                  </a:lnTo>
                  <a:lnTo>
                    <a:pt x="239293" y="377278"/>
                  </a:lnTo>
                  <a:lnTo>
                    <a:pt x="239496" y="376580"/>
                  </a:lnTo>
                  <a:lnTo>
                    <a:pt x="239610" y="376224"/>
                  </a:lnTo>
                  <a:lnTo>
                    <a:pt x="240017" y="374929"/>
                  </a:lnTo>
                  <a:close/>
                </a:path>
                <a:path w="374015" h="391159">
                  <a:moveTo>
                    <a:pt x="248094" y="345236"/>
                  </a:moveTo>
                  <a:lnTo>
                    <a:pt x="247383" y="342430"/>
                  </a:lnTo>
                  <a:lnTo>
                    <a:pt x="242036" y="342747"/>
                  </a:lnTo>
                  <a:lnTo>
                    <a:pt x="240588" y="344652"/>
                  </a:lnTo>
                  <a:lnTo>
                    <a:pt x="242150" y="348335"/>
                  </a:lnTo>
                  <a:lnTo>
                    <a:pt x="244767" y="349097"/>
                  </a:lnTo>
                  <a:lnTo>
                    <a:pt x="246126" y="347522"/>
                  </a:lnTo>
                  <a:lnTo>
                    <a:pt x="248094" y="345236"/>
                  </a:lnTo>
                  <a:close/>
                </a:path>
                <a:path w="374015" h="391159">
                  <a:moveTo>
                    <a:pt x="250558" y="324904"/>
                  </a:moveTo>
                  <a:lnTo>
                    <a:pt x="249796" y="324472"/>
                  </a:lnTo>
                  <a:lnTo>
                    <a:pt x="249580" y="324154"/>
                  </a:lnTo>
                  <a:lnTo>
                    <a:pt x="249453" y="324116"/>
                  </a:lnTo>
                  <a:lnTo>
                    <a:pt x="249453" y="328447"/>
                  </a:lnTo>
                  <a:lnTo>
                    <a:pt x="247916" y="328917"/>
                  </a:lnTo>
                  <a:lnTo>
                    <a:pt x="249313" y="328485"/>
                  </a:lnTo>
                  <a:lnTo>
                    <a:pt x="249453" y="328447"/>
                  </a:lnTo>
                  <a:lnTo>
                    <a:pt x="249453" y="324116"/>
                  </a:lnTo>
                  <a:lnTo>
                    <a:pt x="248856" y="323913"/>
                  </a:lnTo>
                  <a:lnTo>
                    <a:pt x="248856" y="325526"/>
                  </a:lnTo>
                  <a:lnTo>
                    <a:pt x="248805" y="325882"/>
                  </a:lnTo>
                  <a:lnTo>
                    <a:pt x="248856" y="325526"/>
                  </a:lnTo>
                  <a:lnTo>
                    <a:pt x="248856" y="323913"/>
                  </a:lnTo>
                  <a:lnTo>
                    <a:pt x="248640" y="323837"/>
                  </a:lnTo>
                  <a:lnTo>
                    <a:pt x="247446" y="323164"/>
                  </a:lnTo>
                  <a:lnTo>
                    <a:pt x="247332" y="323380"/>
                  </a:lnTo>
                  <a:lnTo>
                    <a:pt x="246659" y="323138"/>
                  </a:lnTo>
                  <a:lnTo>
                    <a:pt x="245186" y="323850"/>
                  </a:lnTo>
                  <a:lnTo>
                    <a:pt x="243293" y="326618"/>
                  </a:lnTo>
                  <a:lnTo>
                    <a:pt x="244360" y="328574"/>
                  </a:lnTo>
                  <a:lnTo>
                    <a:pt x="245262" y="328866"/>
                  </a:lnTo>
                  <a:lnTo>
                    <a:pt x="245897" y="329069"/>
                  </a:lnTo>
                  <a:lnTo>
                    <a:pt x="246380" y="329222"/>
                  </a:lnTo>
                  <a:lnTo>
                    <a:pt x="247205" y="329399"/>
                  </a:lnTo>
                  <a:lnTo>
                    <a:pt x="247802" y="329336"/>
                  </a:lnTo>
                  <a:lnTo>
                    <a:pt x="248932" y="328917"/>
                  </a:lnTo>
                  <a:lnTo>
                    <a:pt x="249301" y="328790"/>
                  </a:lnTo>
                  <a:lnTo>
                    <a:pt x="250012" y="328066"/>
                  </a:lnTo>
                  <a:lnTo>
                    <a:pt x="250342" y="326199"/>
                  </a:lnTo>
                  <a:lnTo>
                    <a:pt x="250456" y="325882"/>
                  </a:lnTo>
                  <a:lnTo>
                    <a:pt x="250469" y="325450"/>
                  </a:lnTo>
                  <a:lnTo>
                    <a:pt x="250558" y="324904"/>
                  </a:lnTo>
                  <a:close/>
                </a:path>
                <a:path w="374015" h="391159">
                  <a:moveTo>
                    <a:pt x="257454" y="331330"/>
                  </a:moveTo>
                  <a:lnTo>
                    <a:pt x="256933" y="331330"/>
                  </a:lnTo>
                  <a:lnTo>
                    <a:pt x="256933" y="331724"/>
                  </a:lnTo>
                  <a:lnTo>
                    <a:pt x="257200" y="331724"/>
                  </a:lnTo>
                  <a:lnTo>
                    <a:pt x="257454" y="331724"/>
                  </a:lnTo>
                  <a:lnTo>
                    <a:pt x="257454" y="331330"/>
                  </a:lnTo>
                  <a:close/>
                </a:path>
                <a:path w="374015" h="391159">
                  <a:moveTo>
                    <a:pt x="259918" y="388188"/>
                  </a:moveTo>
                  <a:lnTo>
                    <a:pt x="258483" y="388556"/>
                  </a:lnTo>
                  <a:lnTo>
                    <a:pt x="258165" y="388645"/>
                  </a:lnTo>
                  <a:lnTo>
                    <a:pt x="258013" y="388670"/>
                  </a:lnTo>
                  <a:lnTo>
                    <a:pt x="257289" y="388861"/>
                  </a:lnTo>
                  <a:lnTo>
                    <a:pt x="257289" y="389940"/>
                  </a:lnTo>
                  <a:lnTo>
                    <a:pt x="258483" y="390245"/>
                  </a:lnTo>
                  <a:lnTo>
                    <a:pt x="259905" y="390601"/>
                  </a:lnTo>
                  <a:lnTo>
                    <a:pt x="259918" y="388188"/>
                  </a:lnTo>
                  <a:close/>
                </a:path>
                <a:path w="374015" h="391159">
                  <a:moveTo>
                    <a:pt x="262953" y="349110"/>
                  </a:moveTo>
                  <a:lnTo>
                    <a:pt x="255485" y="349110"/>
                  </a:lnTo>
                  <a:lnTo>
                    <a:pt x="255485" y="354850"/>
                  </a:lnTo>
                  <a:lnTo>
                    <a:pt x="259219" y="354850"/>
                  </a:lnTo>
                  <a:lnTo>
                    <a:pt x="262953" y="354850"/>
                  </a:lnTo>
                  <a:lnTo>
                    <a:pt x="262953" y="349110"/>
                  </a:lnTo>
                  <a:close/>
                </a:path>
                <a:path w="374015" h="391159">
                  <a:moveTo>
                    <a:pt x="267373" y="305435"/>
                  </a:moveTo>
                  <a:lnTo>
                    <a:pt x="261937" y="304673"/>
                  </a:lnTo>
                  <a:lnTo>
                    <a:pt x="261937" y="308076"/>
                  </a:lnTo>
                  <a:lnTo>
                    <a:pt x="261937" y="310654"/>
                  </a:lnTo>
                  <a:lnTo>
                    <a:pt x="265849" y="311226"/>
                  </a:lnTo>
                  <a:lnTo>
                    <a:pt x="267373" y="305435"/>
                  </a:lnTo>
                  <a:close/>
                </a:path>
                <a:path w="374015" h="391159">
                  <a:moveTo>
                    <a:pt x="268084" y="320662"/>
                  </a:moveTo>
                  <a:lnTo>
                    <a:pt x="267855" y="318909"/>
                  </a:lnTo>
                  <a:lnTo>
                    <a:pt x="267741" y="318490"/>
                  </a:lnTo>
                  <a:lnTo>
                    <a:pt x="266611" y="316318"/>
                  </a:lnTo>
                  <a:lnTo>
                    <a:pt x="264223" y="317703"/>
                  </a:lnTo>
                  <a:lnTo>
                    <a:pt x="265036" y="319278"/>
                  </a:lnTo>
                  <a:lnTo>
                    <a:pt x="265303" y="319811"/>
                  </a:lnTo>
                  <a:lnTo>
                    <a:pt x="265468" y="320014"/>
                  </a:lnTo>
                  <a:lnTo>
                    <a:pt x="265887" y="320421"/>
                  </a:lnTo>
                  <a:lnTo>
                    <a:pt x="266573" y="321043"/>
                  </a:lnTo>
                  <a:lnTo>
                    <a:pt x="268084" y="320662"/>
                  </a:lnTo>
                  <a:close/>
                </a:path>
                <a:path w="374015" h="391159">
                  <a:moveTo>
                    <a:pt x="275297" y="368947"/>
                  </a:moveTo>
                  <a:lnTo>
                    <a:pt x="271411" y="368947"/>
                  </a:lnTo>
                  <a:lnTo>
                    <a:pt x="271411" y="371944"/>
                  </a:lnTo>
                  <a:lnTo>
                    <a:pt x="273354" y="371944"/>
                  </a:lnTo>
                  <a:lnTo>
                    <a:pt x="275297" y="371944"/>
                  </a:lnTo>
                  <a:lnTo>
                    <a:pt x="275297" y="368947"/>
                  </a:lnTo>
                  <a:close/>
                </a:path>
                <a:path w="374015" h="391159">
                  <a:moveTo>
                    <a:pt x="283438" y="337045"/>
                  </a:moveTo>
                  <a:lnTo>
                    <a:pt x="282663" y="336727"/>
                  </a:lnTo>
                  <a:lnTo>
                    <a:pt x="282359" y="336613"/>
                  </a:lnTo>
                  <a:lnTo>
                    <a:pt x="282206" y="336550"/>
                  </a:lnTo>
                  <a:lnTo>
                    <a:pt x="280593" y="335915"/>
                  </a:lnTo>
                  <a:lnTo>
                    <a:pt x="280581" y="339128"/>
                  </a:lnTo>
                  <a:lnTo>
                    <a:pt x="282206" y="338480"/>
                  </a:lnTo>
                  <a:lnTo>
                    <a:pt x="282359" y="338416"/>
                  </a:lnTo>
                  <a:lnTo>
                    <a:pt x="282511" y="338366"/>
                  </a:lnTo>
                  <a:lnTo>
                    <a:pt x="283438" y="337985"/>
                  </a:lnTo>
                  <a:lnTo>
                    <a:pt x="283438" y="337045"/>
                  </a:lnTo>
                  <a:close/>
                </a:path>
                <a:path w="374015" h="391159">
                  <a:moveTo>
                    <a:pt x="284289" y="334962"/>
                  </a:moveTo>
                  <a:lnTo>
                    <a:pt x="283387" y="334518"/>
                  </a:lnTo>
                  <a:lnTo>
                    <a:pt x="283044" y="334352"/>
                  </a:lnTo>
                  <a:lnTo>
                    <a:pt x="282816" y="334225"/>
                  </a:lnTo>
                  <a:lnTo>
                    <a:pt x="282613" y="334581"/>
                  </a:lnTo>
                  <a:lnTo>
                    <a:pt x="282854" y="334695"/>
                  </a:lnTo>
                  <a:lnTo>
                    <a:pt x="283857" y="335191"/>
                  </a:lnTo>
                  <a:lnTo>
                    <a:pt x="284099" y="335305"/>
                  </a:lnTo>
                  <a:lnTo>
                    <a:pt x="284289" y="334962"/>
                  </a:lnTo>
                  <a:close/>
                </a:path>
                <a:path w="374015" h="391159">
                  <a:moveTo>
                    <a:pt x="288137" y="371995"/>
                  </a:moveTo>
                  <a:lnTo>
                    <a:pt x="281800" y="371995"/>
                  </a:lnTo>
                  <a:lnTo>
                    <a:pt x="281800" y="376859"/>
                  </a:lnTo>
                  <a:lnTo>
                    <a:pt x="284975" y="376859"/>
                  </a:lnTo>
                  <a:lnTo>
                    <a:pt x="288137" y="376859"/>
                  </a:lnTo>
                  <a:lnTo>
                    <a:pt x="288137" y="371995"/>
                  </a:lnTo>
                  <a:close/>
                </a:path>
                <a:path w="374015" h="391159">
                  <a:moveTo>
                    <a:pt x="297967" y="283641"/>
                  </a:moveTo>
                  <a:lnTo>
                    <a:pt x="295325" y="279908"/>
                  </a:lnTo>
                  <a:lnTo>
                    <a:pt x="294157" y="278269"/>
                  </a:lnTo>
                  <a:lnTo>
                    <a:pt x="290360" y="278472"/>
                  </a:lnTo>
                  <a:lnTo>
                    <a:pt x="289153" y="282486"/>
                  </a:lnTo>
                  <a:lnTo>
                    <a:pt x="289433" y="283527"/>
                  </a:lnTo>
                  <a:lnTo>
                    <a:pt x="290741" y="284772"/>
                  </a:lnTo>
                  <a:lnTo>
                    <a:pt x="291973" y="285064"/>
                  </a:lnTo>
                  <a:lnTo>
                    <a:pt x="291134" y="283527"/>
                  </a:lnTo>
                  <a:lnTo>
                    <a:pt x="291287" y="283451"/>
                  </a:lnTo>
                  <a:lnTo>
                    <a:pt x="291198" y="283641"/>
                  </a:lnTo>
                  <a:lnTo>
                    <a:pt x="291922" y="284975"/>
                  </a:lnTo>
                  <a:lnTo>
                    <a:pt x="292061" y="285076"/>
                  </a:lnTo>
                  <a:lnTo>
                    <a:pt x="292849" y="286664"/>
                  </a:lnTo>
                  <a:lnTo>
                    <a:pt x="297967" y="283641"/>
                  </a:lnTo>
                  <a:close/>
                </a:path>
                <a:path w="374015" h="391159">
                  <a:moveTo>
                    <a:pt x="298411" y="310756"/>
                  </a:moveTo>
                  <a:lnTo>
                    <a:pt x="297357" y="309664"/>
                  </a:lnTo>
                  <a:lnTo>
                    <a:pt x="295503" y="310019"/>
                  </a:lnTo>
                  <a:lnTo>
                    <a:pt x="294970" y="310362"/>
                  </a:lnTo>
                  <a:lnTo>
                    <a:pt x="292328" y="311975"/>
                  </a:lnTo>
                  <a:lnTo>
                    <a:pt x="294386" y="314782"/>
                  </a:lnTo>
                  <a:lnTo>
                    <a:pt x="296291" y="313309"/>
                  </a:lnTo>
                  <a:lnTo>
                    <a:pt x="296926" y="312826"/>
                  </a:lnTo>
                  <a:lnTo>
                    <a:pt x="297357" y="312470"/>
                  </a:lnTo>
                  <a:lnTo>
                    <a:pt x="298411" y="310756"/>
                  </a:lnTo>
                  <a:close/>
                </a:path>
                <a:path w="374015" h="391159">
                  <a:moveTo>
                    <a:pt x="303491" y="352742"/>
                  </a:moveTo>
                  <a:lnTo>
                    <a:pt x="293700" y="352717"/>
                  </a:lnTo>
                  <a:lnTo>
                    <a:pt x="296697" y="361099"/>
                  </a:lnTo>
                  <a:lnTo>
                    <a:pt x="300507" y="361099"/>
                  </a:lnTo>
                  <a:lnTo>
                    <a:pt x="301523" y="358267"/>
                  </a:lnTo>
                  <a:lnTo>
                    <a:pt x="303491" y="352742"/>
                  </a:lnTo>
                  <a:close/>
                </a:path>
                <a:path w="374015" h="391159">
                  <a:moveTo>
                    <a:pt x="307340" y="336042"/>
                  </a:moveTo>
                  <a:lnTo>
                    <a:pt x="306870" y="334886"/>
                  </a:lnTo>
                  <a:lnTo>
                    <a:pt x="305663" y="334594"/>
                  </a:lnTo>
                  <a:lnTo>
                    <a:pt x="305346" y="334530"/>
                  </a:lnTo>
                  <a:lnTo>
                    <a:pt x="304723" y="334200"/>
                  </a:lnTo>
                  <a:lnTo>
                    <a:pt x="302514" y="331838"/>
                  </a:lnTo>
                  <a:lnTo>
                    <a:pt x="298462" y="336791"/>
                  </a:lnTo>
                  <a:lnTo>
                    <a:pt x="303707" y="339737"/>
                  </a:lnTo>
                  <a:lnTo>
                    <a:pt x="306679" y="339509"/>
                  </a:lnTo>
                  <a:lnTo>
                    <a:pt x="307340" y="336042"/>
                  </a:lnTo>
                  <a:close/>
                </a:path>
                <a:path w="374015" h="391159">
                  <a:moveTo>
                    <a:pt x="316166" y="302260"/>
                  </a:moveTo>
                  <a:lnTo>
                    <a:pt x="315595" y="301688"/>
                  </a:lnTo>
                  <a:lnTo>
                    <a:pt x="315061" y="301879"/>
                  </a:lnTo>
                  <a:lnTo>
                    <a:pt x="314477" y="302056"/>
                  </a:lnTo>
                  <a:lnTo>
                    <a:pt x="312356" y="302780"/>
                  </a:lnTo>
                  <a:lnTo>
                    <a:pt x="315074" y="305460"/>
                  </a:lnTo>
                  <a:lnTo>
                    <a:pt x="315798" y="303364"/>
                  </a:lnTo>
                  <a:lnTo>
                    <a:pt x="315861" y="303174"/>
                  </a:lnTo>
                  <a:lnTo>
                    <a:pt x="315925" y="302983"/>
                  </a:lnTo>
                  <a:lnTo>
                    <a:pt x="316166" y="302260"/>
                  </a:lnTo>
                  <a:close/>
                </a:path>
                <a:path w="374015" h="391159">
                  <a:moveTo>
                    <a:pt x="316865" y="273634"/>
                  </a:moveTo>
                  <a:lnTo>
                    <a:pt x="315772" y="270548"/>
                  </a:lnTo>
                  <a:lnTo>
                    <a:pt x="316179" y="268947"/>
                  </a:lnTo>
                  <a:lnTo>
                    <a:pt x="315328" y="267728"/>
                  </a:lnTo>
                  <a:lnTo>
                    <a:pt x="312534" y="266661"/>
                  </a:lnTo>
                  <a:lnTo>
                    <a:pt x="311048" y="267271"/>
                  </a:lnTo>
                  <a:lnTo>
                    <a:pt x="309105" y="269760"/>
                  </a:lnTo>
                  <a:lnTo>
                    <a:pt x="309372" y="271310"/>
                  </a:lnTo>
                  <a:lnTo>
                    <a:pt x="311556" y="275818"/>
                  </a:lnTo>
                  <a:lnTo>
                    <a:pt x="316865" y="273634"/>
                  </a:lnTo>
                  <a:close/>
                </a:path>
                <a:path w="374015" h="391159">
                  <a:moveTo>
                    <a:pt x="320675" y="241782"/>
                  </a:moveTo>
                  <a:lnTo>
                    <a:pt x="316941" y="241782"/>
                  </a:lnTo>
                  <a:lnTo>
                    <a:pt x="316928" y="244652"/>
                  </a:lnTo>
                  <a:lnTo>
                    <a:pt x="318795" y="244652"/>
                  </a:lnTo>
                  <a:lnTo>
                    <a:pt x="320662" y="244652"/>
                  </a:lnTo>
                  <a:lnTo>
                    <a:pt x="320675" y="241782"/>
                  </a:lnTo>
                  <a:close/>
                </a:path>
                <a:path w="374015" h="391159">
                  <a:moveTo>
                    <a:pt x="322287" y="363385"/>
                  </a:moveTo>
                  <a:lnTo>
                    <a:pt x="314312" y="363385"/>
                  </a:lnTo>
                  <a:lnTo>
                    <a:pt x="314299" y="369506"/>
                  </a:lnTo>
                  <a:lnTo>
                    <a:pt x="318300" y="369506"/>
                  </a:lnTo>
                  <a:lnTo>
                    <a:pt x="322275" y="369506"/>
                  </a:lnTo>
                  <a:lnTo>
                    <a:pt x="322287" y="363385"/>
                  </a:lnTo>
                  <a:close/>
                </a:path>
                <a:path w="374015" h="391159">
                  <a:moveTo>
                    <a:pt x="323303" y="258940"/>
                  </a:moveTo>
                  <a:lnTo>
                    <a:pt x="321360" y="258940"/>
                  </a:lnTo>
                  <a:lnTo>
                    <a:pt x="321360" y="260438"/>
                  </a:lnTo>
                  <a:lnTo>
                    <a:pt x="322338" y="260438"/>
                  </a:lnTo>
                  <a:lnTo>
                    <a:pt x="323303" y="260438"/>
                  </a:lnTo>
                  <a:lnTo>
                    <a:pt x="323303" y="258940"/>
                  </a:lnTo>
                  <a:close/>
                </a:path>
                <a:path w="374015" h="391159">
                  <a:moveTo>
                    <a:pt x="323392" y="383692"/>
                  </a:moveTo>
                  <a:lnTo>
                    <a:pt x="318389" y="378879"/>
                  </a:lnTo>
                  <a:lnTo>
                    <a:pt x="314591" y="383832"/>
                  </a:lnTo>
                  <a:lnTo>
                    <a:pt x="317969" y="385673"/>
                  </a:lnTo>
                  <a:lnTo>
                    <a:pt x="320548" y="387083"/>
                  </a:lnTo>
                  <a:lnTo>
                    <a:pt x="323392" y="383692"/>
                  </a:lnTo>
                  <a:close/>
                </a:path>
                <a:path w="374015" h="391159">
                  <a:moveTo>
                    <a:pt x="327672" y="342061"/>
                  </a:moveTo>
                  <a:lnTo>
                    <a:pt x="325755" y="337578"/>
                  </a:lnTo>
                  <a:lnTo>
                    <a:pt x="322465" y="336550"/>
                  </a:lnTo>
                  <a:lnTo>
                    <a:pt x="320827" y="338543"/>
                  </a:lnTo>
                  <a:lnTo>
                    <a:pt x="318770" y="341007"/>
                  </a:lnTo>
                  <a:lnTo>
                    <a:pt x="319697" y="344766"/>
                  </a:lnTo>
                  <a:lnTo>
                    <a:pt x="325907" y="344500"/>
                  </a:lnTo>
                  <a:lnTo>
                    <a:pt x="327672" y="342061"/>
                  </a:lnTo>
                  <a:close/>
                </a:path>
                <a:path w="374015" h="391159">
                  <a:moveTo>
                    <a:pt x="335280" y="266788"/>
                  </a:moveTo>
                  <a:lnTo>
                    <a:pt x="335102" y="265264"/>
                  </a:lnTo>
                  <a:lnTo>
                    <a:pt x="333095" y="264414"/>
                  </a:lnTo>
                  <a:lnTo>
                    <a:pt x="332409" y="264236"/>
                  </a:lnTo>
                  <a:lnTo>
                    <a:pt x="329285" y="264134"/>
                  </a:lnTo>
                  <a:lnTo>
                    <a:pt x="327914" y="266420"/>
                  </a:lnTo>
                  <a:lnTo>
                    <a:pt x="329565" y="270281"/>
                  </a:lnTo>
                  <a:lnTo>
                    <a:pt x="331927" y="270497"/>
                  </a:lnTo>
                  <a:lnTo>
                    <a:pt x="333514" y="269214"/>
                  </a:lnTo>
                  <a:lnTo>
                    <a:pt x="334098" y="268732"/>
                  </a:lnTo>
                  <a:lnTo>
                    <a:pt x="334403" y="268351"/>
                  </a:lnTo>
                  <a:lnTo>
                    <a:pt x="335280" y="266788"/>
                  </a:lnTo>
                  <a:close/>
                </a:path>
                <a:path w="374015" h="391159">
                  <a:moveTo>
                    <a:pt x="338747" y="355777"/>
                  </a:moveTo>
                  <a:lnTo>
                    <a:pt x="337223" y="355777"/>
                  </a:lnTo>
                  <a:lnTo>
                    <a:pt x="337223" y="356171"/>
                  </a:lnTo>
                  <a:lnTo>
                    <a:pt x="337477" y="356171"/>
                  </a:lnTo>
                  <a:lnTo>
                    <a:pt x="338747" y="356171"/>
                  </a:lnTo>
                  <a:lnTo>
                    <a:pt x="338747" y="355777"/>
                  </a:lnTo>
                  <a:close/>
                </a:path>
                <a:path w="374015" h="391159">
                  <a:moveTo>
                    <a:pt x="339839" y="297611"/>
                  </a:moveTo>
                  <a:lnTo>
                    <a:pt x="336308" y="295579"/>
                  </a:lnTo>
                  <a:lnTo>
                    <a:pt x="332740" y="301790"/>
                  </a:lnTo>
                  <a:lnTo>
                    <a:pt x="339001" y="303758"/>
                  </a:lnTo>
                  <a:lnTo>
                    <a:pt x="339471" y="300278"/>
                  </a:lnTo>
                  <a:lnTo>
                    <a:pt x="339839" y="297611"/>
                  </a:lnTo>
                  <a:close/>
                </a:path>
                <a:path w="374015" h="391159">
                  <a:moveTo>
                    <a:pt x="340512" y="230517"/>
                  </a:moveTo>
                  <a:lnTo>
                    <a:pt x="338302" y="229616"/>
                  </a:lnTo>
                  <a:lnTo>
                    <a:pt x="335826" y="232054"/>
                  </a:lnTo>
                  <a:lnTo>
                    <a:pt x="336727" y="234238"/>
                  </a:lnTo>
                  <a:lnTo>
                    <a:pt x="338493" y="234238"/>
                  </a:lnTo>
                  <a:lnTo>
                    <a:pt x="339813" y="234238"/>
                  </a:lnTo>
                  <a:lnTo>
                    <a:pt x="340512" y="233565"/>
                  </a:lnTo>
                  <a:lnTo>
                    <a:pt x="340512" y="230517"/>
                  </a:lnTo>
                  <a:close/>
                </a:path>
                <a:path w="374015" h="391159">
                  <a:moveTo>
                    <a:pt x="344970" y="348589"/>
                  </a:moveTo>
                  <a:lnTo>
                    <a:pt x="344195" y="346684"/>
                  </a:lnTo>
                  <a:lnTo>
                    <a:pt x="344068" y="346379"/>
                  </a:lnTo>
                  <a:lnTo>
                    <a:pt x="344017" y="346227"/>
                  </a:lnTo>
                  <a:lnTo>
                    <a:pt x="343623" y="345287"/>
                  </a:lnTo>
                  <a:lnTo>
                    <a:pt x="342442" y="345287"/>
                  </a:lnTo>
                  <a:lnTo>
                    <a:pt x="341109" y="348576"/>
                  </a:lnTo>
                  <a:lnTo>
                    <a:pt x="344970" y="348589"/>
                  </a:lnTo>
                  <a:close/>
                </a:path>
                <a:path w="374015" h="391159">
                  <a:moveTo>
                    <a:pt x="350888" y="384098"/>
                  </a:moveTo>
                  <a:lnTo>
                    <a:pt x="342265" y="384098"/>
                  </a:lnTo>
                  <a:lnTo>
                    <a:pt x="342252" y="390715"/>
                  </a:lnTo>
                  <a:lnTo>
                    <a:pt x="346570" y="390715"/>
                  </a:lnTo>
                  <a:lnTo>
                    <a:pt x="350875" y="390715"/>
                  </a:lnTo>
                  <a:lnTo>
                    <a:pt x="350888" y="384098"/>
                  </a:lnTo>
                  <a:close/>
                </a:path>
                <a:path w="374015" h="391159">
                  <a:moveTo>
                    <a:pt x="353237" y="310349"/>
                  </a:moveTo>
                  <a:lnTo>
                    <a:pt x="352996" y="309283"/>
                  </a:lnTo>
                  <a:lnTo>
                    <a:pt x="351167" y="308444"/>
                  </a:lnTo>
                  <a:lnTo>
                    <a:pt x="350494" y="308394"/>
                  </a:lnTo>
                  <a:lnTo>
                    <a:pt x="345592" y="309651"/>
                  </a:lnTo>
                  <a:lnTo>
                    <a:pt x="348475" y="315760"/>
                  </a:lnTo>
                  <a:lnTo>
                    <a:pt x="351955" y="312940"/>
                  </a:lnTo>
                  <a:lnTo>
                    <a:pt x="352577" y="312432"/>
                  </a:lnTo>
                  <a:lnTo>
                    <a:pt x="352933" y="311937"/>
                  </a:lnTo>
                  <a:lnTo>
                    <a:pt x="353237" y="310349"/>
                  </a:lnTo>
                  <a:close/>
                </a:path>
                <a:path w="374015" h="391159">
                  <a:moveTo>
                    <a:pt x="356425" y="347294"/>
                  </a:moveTo>
                  <a:lnTo>
                    <a:pt x="355904" y="347294"/>
                  </a:lnTo>
                  <a:lnTo>
                    <a:pt x="355904" y="347687"/>
                  </a:lnTo>
                  <a:lnTo>
                    <a:pt x="356158" y="347687"/>
                  </a:lnTo>
                  <a:lnTo>
                    <a:pt x="356425" y="347687"/>
                  </a:lnTo>
                  <a:lnTo>
                    <a:pt x="356425" y="347294"/>
                  </a:lnTo>
                  <a:close/>
                </a:path>
                <a:path w="374015" h="391159">
                  <a:moveTo>
                    <a:pt x="357898" y="235877"/>
                  </a:moveTo>
                  <a:lnTo>
                    <a:pt x="357606" y="234657"/>
                  </a:lnTo>
                  <a:lnTo>
                    <a:pt x="356489" y="234302"/>
                  </a:lnTo>
                  <a:lnTo>
                    <a:pt x="355739" y="234175"/>
                  </a:lnTo>
                  <a:lnTo>
                    <a:pt x="354431" y="233146"/>
                  </a:lnTo>
                  <a:lnTo>
                    <a:pt x="352196" y="234429"/>
                  </a:lnTo>
                  <a:lnTo>
                    <a:pt x="353250" y="236042"/>
                  </a:lnTo>
                  <a:lnTo>
                    <a:pt x="354139" y="237413"/>
                  </a:lnTo>
                  <a:lnTo>
                    <a:pt x="355930" y="238112"/>
                  </a:lnTo>
                  <a:lnTo>
                    <a:pt x="357898" y="235877"/>
                  </a:lnTo>
                  <a:close/>
                </a:path>
                <a:path w="374015" h="391159">
                  <a:moveTo>
                    <a:pt x="361365" y="337261"/>
                  </a:moveTo>
                  <a:lnTo>
                    <a:pt x="355434" y="331343"/>
                  </a:lnTo>
                  <a:lnTo>
                    <a:pt x="352209" y="335813"/>
                  </a:lnTo>
                  <a:lnTo>
                    <a:pt x="349923" y="338975"/>
                  </a:lnTo>
                  <a:lnTo>
                    <a:pt x="353669" y="342671"/>
                  </a:lnTo>
                  <a:lnTo>
                    <a:pt x="361365" y="337261"/>
                  </a:lnTo>
                  <a:close/>
                </a:path>
                <a:path w="374015" h="391159">
                  <a:moveTo>
                    <a:pt x="363461" y="273989"/>
                  </a:moveTo>
                  <a:lnTo>
                    <a:pt x="358495" y="272059"/>
                  </a:lnTo>
                  <a:lnTo>
                    <a:pt x="355371" y="270827"/>
                  </a:lnTo>
                  <a:lnTo>
                    <a:pt x="353136" y="275145"/>
                  </a:lnTo>
                  <a:lnTo>
                    <a:pt x="359054" y="280619"/>
                  </a:lnTo>
                  <a:lnTo>
                    <a:pt x="363461" y="273989"/>
                  </a:lnTo>
                  <a:close/>
                </a:path>
                <a:path w="374015" h="391159">
                  <a:moveTo>
                    <a:pt x="363486" y="370674"/>
                  </a:moveTo>
                  <a:lnTo>
                    <a:pt x="362381" y="368452"/>
                  </a:lnTo>
                  <a:lnTo>
                    <a:pt x="359041" y="368452"/>
                  </a:lnTo>
                  <a:lnTo>
                    <a:pt x="357936" y="370674"/>
                  </a:lnTo>
                  <a:lnTo>
                    <a:pt x="359283" y="371856"/>
                  </a:lnTo>
                  <a:lnTo>
                    <a:pt x="360235" y="372694"/>
                  </a:lnTo>
                  <a:lnTo>
                    <a:pt x="361175" y="372706"/>
                  </a:lnTo>
                  <a:lnTo>
                    <a:pt x="361861" y="372084"/>
                  </a:lnTo>
                  <a:lnTo>
                    <a:pt x="362038" y="371932"/>
                  </a:lnTo>
                  <a:lnTo>
                    <a:pt x="363486" y="370674"/>
                  </a:lnTo>
                  <a:close/>
                </a:path>
                <a:path w="374015" h="391159">
                  <a:moveTo>
                    <a:pt x="371094" y="243776"/>
                  </a:moveTo>
                  <a:lnTo>
                    <a:pt x="363448" y="243776"/>
                  </a:lnTo>
                  <a:lnTo>
                    <a:pt x="363448" y="249643"/>
                  </a:lnTo>
                  <a:lnTo>
                    <a:pt x="367271" y="249643"/>
                  </a:lnTo>
                  <a:lnTo>
                    <a:pt x="371094" y="249643"/>
                  </a:lnTo>
                  <a:lnTo>
                    <a:pt x="371094" y="243776"/>
                  </a:lnTo>
                  <a:close/>
                </a:path>
                <a:path w="374015" h="391159">
                  <a:moveTo>
                    <a:pt x="373621" y="204368"/>
                  </a:moveTo>
                  <a:lnTo>
                    <a:pt x="365975" y="204368"/>
                  </a:lnTo>
                  <a:lnTo>
                    <a:pt x="365975" y="210235"/>
                  </a:lnTo>
                  <a:lnTo>
                    <a:pt x="369798" y="210235"/>
                  </a:lnTo>
                  <a:lnTo>
                    <a:pt x="373621" y="210235"/>
                  </a:lnTo>
                  <a:lnTo>
                    <a:pt x="373621" y="20436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272260" y="7844821"/>
              <a:ext cx="218440" cy="260350"/>
            </a:xfrm>
            <a:custGeom>
              <a:avLst/>
              <a:gdLst/>
              <a:ahLst/>
              <a:cxnLst/>
              <a:rect l="l" t="t" r="r" b="b"/>
              <a:pathLst>
                <a:path w="218440" h="260350">
                  <a:moveTo>
                    <a:pt x="9766" y="14300"/>
                  </a:moveTo>
                  <a:lnTo>
                    <a:pt x="7962" y="14287"/>
                  </a:lnTo>
                  <a:lnTo>
                    <a:pt x="8140" y="15506"/>
                  </a:lnTo>
                  <a:lnTo>
                    <a:pt x="8229" y="16141"/>
                  </a:lnTo>
                  <a:lnTo>
                    <a:pt x="8318" y="16764"/>
                  </a:lnTo>
                  <a:lnTo>
                    <a:pt x="9410" y="16764"/>
                  </a:lnTo>
                  <a:lnTo>
                    <a:pt x="9575" y="15709"/>
                  </a:lnTo>
                  <a:lnTo>
                    <a:pt x="9588" y="15506"/>
                  </a:lnTo>
                  <a:lnTo>
                    <a:pt x="9766" y="14300"/>
                  </a:lnTo>
                  <a:close/>
                </a:path>
                <a:path w="218440" h="260350">
                  <a:moveTo>
                    <a:pt x="10883" y="73291"/>
                  </a:moveTo>
                  <a:lnTo>
                    <a:pt x="8991" y="70764"/>
                  </a:lnTo>
                  <a:lnTo>
                    <a:pt x="8216" y="69723"/>
                  </a:lnTo>
                  <a:lnTo>
                    <a:pt x="7391" y="68922"/>
                  </a:lnTo>
                  <a:lnTo>
                    <a:pt x="3086" y="67754"/>
                  </a:lnTo>
                  <a:lnTo>
                    <a:pt x="0" y="70078"/>
                  </a:lnTo>
                  <a:lnTo>
                    <a:pt x="0" y="76263"/>
                  </a:lnTo>
                  <a:lnTo>
                    <a:pt x="3086" y="78600"/>
                  </a:lnTo>
                  <a:lnTo>
                    <a:pt x="8877" y="77012"/>
                  </a:lnTo>
                  <a:lnTo>
                    <a:pt x="10883" y="73291"/>
                  </a:lnTo>
                  <a:close/>
                </a:path>
                <a:path w="218440" h="260350">
                  <a:moveTo>
                    <a:pt x="12865" y="234188"/>
                  </a:moveTo>
                  <a:lnTo>
                    <a:pt x="12204" y="233527"/>
                  </a:lnTo>
                  <a:lnTo>
                    <a:pt x="9690" y="233921"/>
                  </a:lnTo>
                  <a:lnTo>
                    <a:pt x="9461" y="235483"/>
                  </a:lnTo>
                  <a:lnTo>
                    <a:pt x="10185" y="236194"/>
                  </a:lnTo>
                  <a:lnTo>
                    <a:pt x="10896" y="236905"/>
                  </a:lnTo>
                  <a:lnTo>
                    <a:pt x="12471" y="236664"/>
                  </a:lnTo>
                  <a:lnTo>
                    <a:pt x="12649" y="235546"/>
                  </a:lnTo>
                  <a:lnTo>
                    <a:pt x="12865" y="234188"/>
                  </a:lnTo>
                  <a:close/>
                </a:path>
                <a:path w="218440" h="260350">
                  <a:moveTo>
                    <a:pt x="16065" y="178168"/>
                  </a:moveTo>
                  <a:lnTo>
                    <a:pt x="12280" y="177825"/>
                  </a:lnTo>
                  <a:lnTo>
                    <a:pt x="12280" y="180073"/>
                  </a:lnTo>
                  <a:lnTo>
                    <a:pt x="13576" y="179946"/>
                  </a:lnTo>
                  <a:lnTo>
                    <a:pt x="16065" y="179717"/>
                  </a:lnTo>
                  <a:lnTo>
                    <a:pt x="16065" y="178168"/>
                  </a:lnTo>
                  <a:close/>
                </a:path>
                <a:path w="218440" h="260350">
                  <a:moveTo>
                    <a:pt x="17716" y="144564"/>
                  </a:moveTo>
                  <a:lnTo>
                    <a:pt x="16586" y="142455"/>
                  </a:lnTo>
                  <a:lnTo>
                    <a:pt x="16484" y="142290"/>
                  </a:lnTo>
                  <a:lnTo>
                    <a:pt x="16408" y="142125"/>
                  </a:lnTo>
                  <a:lnTo>
                    <a:pt x="16027" y="141414"/>
                  </a:lnTo>
                  <a:lnTo>
                    <a:pt x="15176" y="141414"/>
                  </a:lnTo>
                  <a:lnTo>
                    <a:pt x="14706" y="142290"/>
                  </a:lnTo>
                  <a:lnTo>
                    <a:pt x="14617" y="142455"/>
                  </a:lnTo>
                  <a:lnTo>
                    <a:pt x="13487" y="144564"/>
                  </a:lnTo>
                  <a:lnTo>
                    <a:pt x="17716" y="144564"/>
                  </a:lnTo>
                  <a:close/>
                </a:path>
                <a:path w="218440" h="260350">
                  <a:moveTo>
                    <a:pt x="19608" y="101549"/>
                  </a:moveTo>
                  <a:lnTo>
                    <a:pt x="13335" y="98640"/>
                  </a:lnTo>
                  <a:lnTo>
                    <a:pt x="9855" y="106908"/>
                  </a:lnTo>
                  <a:lnTo>
                    <a:pt x="15201" y="108927"/>
                  </a:lnTo>
                  <a:lnTo>
                    <a:pt x="16954" y="105994"/>
                  </a:lnTo>
                  <a:lnTo>
                    <a:pt x="19608" y="101549"/>
                  </a:lnTo>
                  <a:close/>
                </a:path>
                <a:path w="218440" h="260350">
                  <a:moveTo>
                    <a:pt x="20015" y="209727"/>
                  </a:moveTo>
                  <a:lnTo>
                    <a:pt x="17526" y="207441"/>
                  </a:lnTo>
                  <a:lnTo>
                    <a:pt x="15024" y="208826"/>
                  </a:lnTo>
                  <a:lnTo>
                    <a:pt x="14211" y="212623"/>
                  </a:lnTo>
                  <a:lnTo>
                    <a:pt x="16281" y="214210"/>
                  </a:lnTo>
                  <a:lnTo>
                    <a:pt x="17500" y="212763"/>
                  </a:lnTo>
                  <a:lnTo>
                    <a:pt x="17995" y="212153"/>
                  </a:lnTo>
                  <a:lnTo>
                    <a:pt x="18821" y="211912"/>
                  </a:lnTo>
                  <a:lnTo>
                    <a:pt x="20002" y="210794"/>
                  </a:lnTo>
                  <a:lnTo>
                    <a:pt x="20015" y="209727"/>
                  </a:lnTo>
                  <a:close/>
                </a:path>
                <a:path w="218440" h="260350">
                  <a:moveTo>
                    <a:pt x="20980" y="252387"/>
                  </a:moveTo>
                  <a:lnTo>
                    <a:pt x="20675" y="252069"/>
                  </a:lnTo>
                  <a:lnTo>
                    <a:pt x="20421" y="252272"/>
                  </a:lnTo>
                  <a:lnTo>
                    <a:pt x="19545" y="252996"/>
                  </a:lnTo>
                  <a:lnTo>
                    <a:pt x="20053" y="253479"/>
                  </a:lnTo>
                  <a:lnTo>
                    <a:pt x="20320" y="253174"/>
                  </a:lnTo>
                  <a:lnTo>
                    <a:pt x="20472" y="252996"/>
                  </a:lnTo>
                  <a:lnTo>
                    <a:pt x="20624" y="252806"/>
                  </a:lnTo>
                  <a:lnTo>
                    <a:pt x="20980" y="252387"/>
                  </a:lnTo>
                  <a:close/>
                </a:path>
                <a:path w="218440" h="260350">
                  <a:moveTo>
                    <a:pt x="24180" y="195211"/>
                  </a:moveTo>
                  <a:lnTo>
                    <a:pt x="23901" y="194919"/>
                  </a:lnTo>
                  <a:lnTo>
                    <a:pt x="23596" y="194945"/>
                  </a:lnTo>
                  <a:lnTo>
                    <a:pt x="22415" y="194995"/>
                  </a:lnTo>
                  <a:lnTo>
                    <a:pt x="22263" y="195503"/>
                  </a:lnTo>
                  <a:lnTo>
                    <a:pt x="21221" y="197091"/>
                  </a:lnTo>
                  <a:lnTo>
                    <a:pt x="22034" y="197929"/>
                  </a:lnTo>
                  <a:lnTo>
                    <a:pt x="23609" y="196850"/>
                  </a:lnTo>
                  <a:lnTo>
                    <a:pt x="24142" y="196672"/>
                  </a:lnTo>
                  <a:lnTo>
                    <a:pt x="24168" y="195503"/>
                  </a:lnTo>
                  <a:lnTo>
                    <a:pt x="24180" y="195211"/>
                  </a:lnTo>
                  <a:close/>
                </a:path>
                <a:path w="218440" h="260350">
                  <a:moveTo>
                    <a:pt x="24345" y="5118"/>
                  </a:moveTo>
                  <a:lnTo>
                    <a:pt x="19177" y="0"/>
                  </a:lnTo>
                  <a:lnTo>
                    <a:pt x="17538" y="4089"/>
                  </a:lnTo>
                  <a:lnTo>
                    <a:pt x="16738" y="6057"/>
                  </a:lnTo>
                  <a:lnTo>
                    <a:pt x="18224" y="7518"/>
                  </a:lnTo>
                  <a:lnTo>
                    <a:pt x="19951" y="6832"/>
                  </a:lnTo>
                  <a:lnTo>
                    <a:pt x="20218" y="6731"/>
                  </a:lnTo>
                  <a:lnTo>
                    <a:pt x="24345" y="5118"/>
                  </a:lnTo>
                  <a:close/>
                </a:path>
                <a:path w="218440" h="260350">
                  <a:moveTo>
                    <a:pt x="27609" y="142748"/>
                  </a:moveTo>
                  <a:lnTo>
                    <a:pt x="27051" y="141605"/>
                  </a:lnTo>
                  <a:lnTo>
                    <a:pt x="26924" y="141338"/>
                  </a:lnTo>
                  <a:lnTo>
                    <a:pt x="25869" y="139166"/>
                  </a:lnTo>
                  <a:lnTo>
                    <a:pt x="23139" y="141846"/>
                  </a:lnTo>
                  <a:lnTo>
                    <a:pt x="25057" y="142773"/>
                  </a:lnTo>
                  <a:lnTo>
                    <a:pt x="26771" y="143573"/>
                  </a:lnTo>
                  <a:lnTo>
                    <a:pt x="27609" y="142748"/>
                  </a:lnTo>
                  <a:close/>
                </a:path>
                <a:path w="218440" h="260350">
                  <a:moveTo>
                    <a:pt x="29210" y="162191"/>
                  </a:moveTo>
                  <a:lnTo>
                    <a:pt x="26250" y="160502"/>
                  </a:lnTo>
                  <a:lnTo>
                    <a:pt x="26187" y="160274"/>
                  </a:lnTo>
                  <a:lnTo>
                    <a:pt x="25971" y="160350"/>
                  </a:lnTo>
                  <a:lnTo>
                    <a:pt x="25565" y="160121"/>
                  </a:lnTo>
                  <a:lnTo>
                    <a:pt x="25158" y="160629"/>
                  </a:lnTo>
                  <a:lnTo>
                    <a:pt x="22161" y="161671"/>
                  </a:lnTo>
                  <a:lnTo>
                    <a:pt x="22263" y="165862"/>
                  </a:lnTo>
                  <a:lnTo>
                    <a:pt x="24638" y="166230"/>
                  </a:lnTo>
                  <a:lnTo>
                    <a:pt x="24523" y="166471"/>
                  </a:lnTo>
                  <a:lnTo>
                    <a:pt x="25019" y="166789"/>
                  </a:lnTo>
                  <a:lnTo>
                    <a:pt x="25234" y="166433"/>
                  </a:lnTo>
                  <a:lnTo>
                    <a:pt x="28270" y="166763"/>
                  </a:lnTo>
                  <a:lnTo>
                    <a:pt x="29159" y="162953"/>
                  </a:lnTo>
                  <a:lnTo>
                    <a:pt x="29210" y="162191"/>
                  </a:lnTo>
                  <a:close/>
                </a:path>
                <a:path w="218440" h="260350">
                  <a:moveTo>
                    <a:pt x="29730" y="222123"/>
                  </a:moveTo>
                  <a:lnTo>
                    <a:pt x="24358" y="222123"/>
                  </a:lnTo>
                  <a:lnTo>
                    <a:pt x="24358" y="226237"/>
                  </a:lnTo>
                  <a:lnTo>
                    <a:pt x="27038" y="226237"/>
                  </a:lnTo>
                  <a:lnTo>
                    <a:pt x="29730" y="226237"/>
                  </a:lnTo>
                  <a:lnTo>
                    <a:pt x="29730" y="222123"/>
                  </a:lnTo>
                  <a:close/>
                </a:path>
                <a:path w="218440" h="260350">
                  <a:moveTo>
                    <a:pt x="32588" y="247332"/>
                  </a:moveTo>
                  <a:lnTo>
                    <a:pt x="25768" y="247332"/>
                  </a:lnTo>
                  <a:lnTo>
                    <a:pt x="25768" y="252577"/>
                  </a:lnTo>
                  <a:lnTo>
                    <a:pt x="29184" y="252577"/>
                  </a:lnTo>
                  <a:lnTo>
                    <a:pt x="32588" y="252577"/>
                  </a:lnTo>
                  <a:lnTo>
                    <a:pt x="32588" y="247332"/>
                  </a:lnTo>
                  <a:close/>
                </a:path>
                <a:path w="218440" h="260350">
                  <a:moveTo>
                    <a:pt x="34950" y="181673"/>
                  </a:moveTo>
                  <a:lnTo>
                    <a:pt x="29921" y="181673"/>
                  </a:lnTo>
                  <a:lnTo>
                    <a:pt x="29908" y="185534"/>
                  </a:lnTo>
                  <a:lnTo>
                    <a:pt x="32435" y="185534"/>
                  </a:lnTo>
                  <a:lnTo>
                    <a:pt x="34937" y="185534"/>
                  </a:lnTo>
                  <a:lnTo>
                    <a:pt x="34950" y="181673"/>
                  </a:lnTo>
                  <a:close/>
                </a:path>
                <a:path w="218440" h="260350">
                  <a:moveTo>
                    <a:pt x="38760" y="108585"/>
                  </a:moveTo>
                  <a:lnTo>
                    <a:pt x="35356" y="107746"/>
                  </a:lnTo>
                  <a:lnTo>
                    <a:pt x="34556" y="109893"/>
                  </a:lnTo>
                  <a:lnTo>
                    <a:pt x="34201" y="110794"/>
                  </a:lnTo>
                  <a:lnTo>
                    <a:pt x="33959" y="111404"/>
                  </a:lnTo>
                  <a:lnTo>
                    <a:pt x="34201" y="113626"/>
                  </a:lnTo>
                  <a:lnTo>
                    <a:pt x="35725" y="114541"/>
                  </a:lnTo>
                  <a:lnTo>
                    <a:pt x="36766" y="113474"/>
                  </a:lnTo>
                  <a:lnTo>
                    <a:pt x="37553" y="112649"/>
                  </a:lnTo>
                  <a:lnTo>
                    <a:pt x="38760" y="108585"/>
                  </a:lnTo>
                  <a:close/>
                </a:path>
                <a:path w="218440" h="260350">
                  <a:moveTo>
                    <a:pt x="40106" y="90716"/>
                  </a:moveTo>
                  <a:lnTo>
                    <a:pt x="39611" y="89865"/>
                  </a:lnTo>
                  <a:lnTo>
                    <a:pt x="39458" y="89598"/>
                  </a:lnTo>
                  <a:lnTo>
                    <a:pt x="38531" y="87985"/>
                  </a:lnTo>
                  <a:lnTo>
                    <a:pt x="36639" y="89852"/>
                  </a:lnTo>
                  <a:lnTo>
                    <a:pt x="38011" y="90614"/>
                  </a:lnTo>
                  <a:lnTo>
                    <a:pt x="38811" y="91059"/>
                  </a:lnTo>
                  <a:lnTo>
                    <a:pt x="39420" y="91401"/>
                  </a:lnTo>
                  <a:lnTo>
                    <a:pt x="40106" y="90716"/>
                  </a:lnTo>
                  <a:close/>
                </a:path>
                <a:path w="218440" h="260350">
                  <a:moveTo>
                    <a:pt x="56807" y="138709"/>
                  </a:moveTo>
                  <a:lnTo>
                    <a:pt x="56007" y="137985"/>
                  </a:lnTo>
                  <a:lnTo>
                    <a:pt x="55854" y="137845"/>
                  </a:lnTo>
                  <a:lnTo>
                    <a:pt x="55753" y="137985"/>
                  </a:lnTo>
                  <a:lnTo>
                    <a:pt x="55854" y="137795"/>
                  </a:lnTo>
                  <a:lnTo>
                    <a:pt x="55803" y="137414"/>
                  </a:lnTo>
                  <a:lnTo>
                    <a:pt x="54089" y="136639"/>
                  </a:lnTo>
                  <a:lnTo>
                    <a:pt x="53327" y="138379"/>
                  </a:lnTo>
                  <a:lnTo>
                    <a:pt x="54140" y="140093"/>
                  </a:lnTo>
                  <a:lnTo>
                    <a:pt x="54838" y="140271"/>
                  </a:lnTo>
                  <a:lnTo>
                    <a:pt x="56502" y="139928"/>
                  </a:lnTo>
                  <a:lnTo>
                    <a:pt x="56807" y="138709"/>
                  </a:lnTo>
                  <a:close/>
                </a:path>
                <a:path w="218440" h="260350">
                  <a:moveTo>
                    <a:pt x="56934" y="148805"/>
                  </a:moveTo>
                  <a:lnTo>
                    <a:pt x="56400" y="148805"/>
                  </a:lnTo>
                  <a:lnTo>
                    <a:pt x="56400" y="149212"/>
                  </a:lnTo>
                  <a:lnTo>
                    <a:pt x="56667" y="149212"/>
                  </a:lnTo>
                  <a:lnTo>
                    <a:pt x="56934" y="149212"/>
                  </a:lnTo>
                  <a:lnTo>
                    <a:pt x="56934" y="148805"/>
                  </a:lnTo>
                  <a:close/>
                </a:path>
                <a:path w="218440" h="260350">
                  <a:moveTo>
                    <a:pt x="58432" y="152539"/>
                  </a:moveTo>
                  <a:lnTo>
                    <a:pt x="57175" y="151930"/>
                  </a:lnTo>
                  <a:lnTo>
                    <a:pt x="55168" y="152323"/>
                  </a:lnTo>
                  <a:lnTo>
                    <a:pt x="54495" y="152654"/>
                  </a:lnTo>
                  <a:lnTo>
                    <a:pt x="51257" y="155613"/>
                  </a:lnTo>
                  <a:lnTo>
                    <a:pt x="55270" y="159080"/>
                  </a:lnTo>
                  <a:lnTo>
                    <a:pt x="57467" y="156260"/>
                  </a:lnTo>
                  <a:lnTo>
                    <a:pt x="58089" y="155448"/>
                  </a:lnTo>
                  <a:lnTo>
                    <a:pt x="58216" y="154660"/>
                  </a:lnTo>
                  <a:lnTo>
                    <a:pt x="58305" y="153670"/>
                  </a:lnTo>
                  <a:lnTo>
                    <a:pt x="58432" y="152539"/>
                  </a:lnTo>
                  <a:close/>
                </a:path>
                <a:path w="218440" h="260350">
                  <a:moveTo>
                    <a:pt x="59499" y="70256"/>
                  </a:moveTo>
                  <a:lnTo>
                    <a:pt x="56959" y="67716"/>
                  </a:lnTo>
                  <a:lnTo>
                    <a:pt x="55460" y="69316"/>
                  </a:lnTo>
                  <a:lnTo>
                    <a:pt x="53797" y="71107"/>
                  </a:lnTo>
                  <a:lnTo>
                    <a:pt x="54521" y="74549"/>
                  </a:lnTo>
                  <a:lnTo>
                    <a:pt x="58699" y="74409"/>
                  </a:lnTo>
                  <a:lnTo>
                    <a:pt x="59105" y="72732"/>
                  </a:lnTo>
                  <a:lnTo>
                    <a:pt x="58013" y="72009"/>
                  </a:lnTo>
                  <a:lnTo>
                    <a:pt x="57772" y="71894"/>
                  </a:lnTo>
                  <a:lnTo>
                    <a:pt x="57861" y="71691"/>
                  </a:lnTo>
                  <a:lnTo>
                    <a:pt x="59499" y="70256"/>
                  </a:lnTo>
                  <a:close/>
                </a:path>
                <a:path w="218440" h="260350">
                  <a:moveTo>
                    <a:pt x="60223" y="108813"/>
                  </a:moveTo>
                  <a:lnTo>
                    <a:pt x="58381" y="109347"/>
                  </a:lnTo>
                  <a:lnTo>
                    <a:pt x="58178" y="109410"/>
                  </a:lnTo>
                  <a:lnTo>
                    <a:pt x="57962" y="109461"/>
                  </a:lnTo>
                  <a:lnTo>
                    <a:pt x="56870" y="109778"/>
                  </a:lnTo>
                  <a:lnTo>
                    <a:pt x="56857" y="111074"/>
                  </a:lnTo>
                  <a:lnTo>
                    <a:pt x="57759" y="111328"/>
                  </a:lnTo>
                  <a:lnTo>
                    <a:pt x="58381" y="111506"/>
                  </a:lnTo>
                  <a:lnTo>
                    <a:pt x="60210" y="112039"/>
                  </a:lnTo>
                  <a:lnTo>
                    <a:pt x="60223" y="108813"/>
                  </a:lnTo>
                  <a:close/>
                </a:path>
                <a:path w="218440" h="260350">
                  <a:moveTo>
                    <a:pt x="69265" y="204050"/>
                  </a:moveTo>
                  <a:lnTo>
                    <a:pt x="69024" y="202857"/>
                  </a:lnTo>
                  <a:lnTo>
                    <a:pt x="65430" y="202184"/>
                  </a:lnTo>
                  <a:lnTo>
                    <a:pt x="63804" y="203708"/>
                  </a:lnTo>
                  <a:lnTo>
                    <a:pt x="65189" y="206946"/>
                  </a:lnTo>
                  <a:lnTo>
                    <a:pt x="67691" y="207365"/>
                  </a:lnTo>
                  <a:lnTo>
                    <a:pt x="68478" y="205714"/>
                  </a:lnTo>
                  <a:lnTo>
                    <a:pt x="69265" y="204050"/>
                  </a:lnTo>
                  <a:close/>
                </a:path>
                <a:path w="218440" h="260350">
                  <a:moveTo>
                    <a:pt x="75488" y="143192"/>
                  </a:moveTo>
                  <a:lnTo>
                    <a:pt x="74193" y="143192"/>
                  </a:lnTo>
                  <a:lnTo>
                    <a:pt x="74193" y="144183"/>
                  </a:lnTo>
                  <a:lnTo>
                    <a:pt x="74841" y="144183"/>
                  </a:lnTo>
                  <a:lnTo>
                    <a:pt x="75488" y="144183"/>
                  </a:lnTo>
                  <a:lnTo>
                    <a:pt x="75488" y="143192"/>
                  </a:lnTo>
                  <a:close/>
                </a:path>
                <a:path w="218440" h="260350">
                  <a:moveTo>
                    <a:pt x="78181" y="82816"/>
                  </a:moveTo>
                  <a:lnTo>
                    <a:pt x="77978" y="81826"/>
                  </a:lnTo>
                  <a:lnTo>
                    <a:pt x="77381" y="78778"/>
                  </a:lnTo>
                  <a:lnTo>
                    <a:pt x="73990" y="79908"/>
                  </a:lnTo>
                  <a:lnTo>
                    <a:pt x="73456" y="80556"/>
                  </a:lnTo>
                  <a:lnTo>
                    <a:pt x="73418" y="82029"/>
                  </a:lnTo>
                  <a:lnTo>
                    <a:pt x="73609" y="82588"/>
                  </a:lnTo>
                  <a:lnTo>
                    <a:pt x="75272" y="83896"/>
                  </a:lnTo>
                  <a:lnTo>
                    <a:pt x="76898" y="83350"/>
                  </a:lnTo>
                  <a:lnTo>
                    <a:pt x="76911" y="83159"/>
                  </a:lnTo>
                  <a:lnTo>
                    <a:pt x="76923" y="82956"/>
                  </a:lnTo>
                  <a:lnTo>
                    <a:pt x="78181" y="82816"/>
                  </a:lnTo>
                  <a:close/>
                </a:path>
                <a:path w="218440" h="260350">
                  <a:moveTo>
                    <a:pt x="78574" y="158419"/>
                  </a:moveTo>
                  <a:lnTo>
                    <a:pt x="77711" y="157213"/>
                  </a:lnTo>
                  <a:lnTo>
                    <a:pt x="75742" y="156667"/>
                  </a:lnTo>
                  <a:lnTo>
                    <a:pt x="75044" y="156730"/>
                  </a:lnTo>
                  <a:lnTo>
                    <a:pt x="69926" y="157848"/>
                  </a:lnTo>
                  <a:lnTo>
                    <a:pt x="73063" y="164719"/>
                  </a:lnTo>
                  <a:lnTo>
                    <a:pt x="76771" y="161531"/>
                  </a:lnTo>
                  <a:lnTo>
                    <a:pt x="77508" y="160896"/>
                  </a:lnTo>
                  <a:lnTo>
                    <a:pt x="77825" y="160362"/>
                  </a:lnTo>
                  <a:lnTo>
                    <a:pt x="78574" y="158419"/>
                  </a:lnTo>
                  <a:close/>
                </a:path>
                <a:path w="218440" h="260350">
                  <a:moveTo>
                    <a:pt x="83388" y="44742"/>
                  </a:moveTo>
                  <a:lnTo>
                    <a:pt x="78714" y="47193"/>
                  </a:lnTo>
                  <a:lnTo>
                    <a:pt x="78663" y="48564"/>
                  </a:lnTo>
                  <a:lnTo>
                    <a:pt x="80276" y="48933"/>
                  </a:lnTo>
                  <a:lnTo>
                    <a:pt x="81851" y="47688"/>
                  </a:lnTo>
                  <a:lnTo>
                    <a:pt x="81978" y="47498"/>
                  </a:lnTo>
                  <a:lnTo>
                    <a:pt x="82359" y="46748"/>
                  </a:lnTo>
                  <a:lnTo>
                    <a:pt x="83388" y="44742"/>
                  </a:lnTo>
                  <a:close/>
                </a:path>
                <a:path w="218440" h="260350">
                  <a:moveTo>
                    <a:pt x="86309" y="201714"/>
                  </a:moveTo>
                  <a:lnTo>
                    <a:pt x="82854" y="199288"/>
                  </a:lnTo>
                  <a:lnTo>
                    <a:pt x="81572" y="201612"/>
                  </a:lnTo>
                  <a:lnTo>
                    <a:pt x="81026" y="202615"/>
                  </a:lnTo>
                  <a:lnTo>
                    <a:pt x="80594" y="203263"/>
                  </a:lnTo>
                  <a:lnTo>
                    <a:pt x="81127" y="205155"/>
                  </a:lnTo>
                  <a:lnTo>
                    <a:pt x="81838" y="205409"/>
                  </a:lnTo>
                  <a:lnTo>
                    <a:pt x="83362" y="205219"/>
                  </a:lnTo>
                  <a:lnTo>
                    <a:pt x="83362" y="206667"/>
                  </a:lnTo>
                  <a:lnTo>
                    <a:pt x="84988" y="206019"/>
                  </a:lnTo>
                  <a:lnTo>
                    <a:pt x="85140" y="205955"/>
                  </a:lnTo>
                  <a:lnTo>
                    <a:pt x="85293" y="205905"/>
                  </a:lnTo>
                  <a:lnTo>
                    <a:pt x="86220" y="205524"/>
                  </a:lnTo>
                  <a:lnTo>
                    <a:pt x="86220" y="204584"/>
                  </a:lnTo>
                  <a:lnTo>
                    <a:pt x="85445" y="204266"/>
                  </a:lnTo>
                  <a:lnTo>
                    <a:pt x="85140" y="204152"/>
                  </a:lnTo>
                  <a:lnTo>
                    <a:pt x="84988" y="204089"/>
                  </a:lnTo>
                  <a:lnTo>
                    <a:pt x="84518" y="203911"/>
                  </a:lnTo>
                  <a:lnTo>
                    <a:pt x="86309" y="201714"/>
                  </a:lnTo>
                  <a:close/>
                </a:path>
                <a:path w="218440" h="260350">
                  <a:moveTo>
                    <a:pt x="94767" y="118351"/>
                  </a:moveTo>
                  <a:lnTo>
                    <a:pt x="93078" y="115620"/>
                  </a:lnTo>
                  <a:lnTo>
                    <a:pt x="93078" y="117779"/>
                  </a:lnTo>
                  <a:lnTo>
                    <a:pt x="93052" y="118071"/>
                  </a:lnTo>
                  <a:lnTo>
                    <a:pt x="92875" y="117665"/>
                  </a:lnTo>
                  <a:lnTo>
                    <a:pt x="93002" y="117957"/>
                  </a:lnTo>
                  <a:lnTo>
                    <a:pt x="93078" y="117779"/>
                  </a:lnTo>
                  <a:lnTo>
                    <a:pt x="93078" y="115620"/>
                  </a:lnTo>
                  <a:lnTo>
                    <a:pt x="92138" y="115760"/>
                  </a:lnTo>
                  <a:lnTo>
                    <a:pt x="90906" y="115570"/>
                  </a:lnTo>
                  <a:lnTo>
                    <a:pt x="90195" y="115519"/>
                  </a:lnTo>
                  <a:lnTo>
                    <a:pt x="88671" y="116636"/>
                  </a:lnTo>
                  <a:lnTo>
                    <a:pt x="88011" y="117665"/>
                  </a:lnTo>
                  <a:lnTo>
                    <a:pt x="88874" y="120053"/>
                  </a:lnTo>
                  <a:lnTo>
                    <a:pt x="89712" y="120713"/>
                  </a:lnTo>
                  <a:lnTo>
                    <a:pt x="91795" y="120815"/>
                  </a:lnTo>
                  <a:lnTo>
                    <a:pt x="92417" y="120497"/>
                  </a:lnTo>
                  <a:lnTo>
                    <a:pt x="93687" y="119341"/>
                  </a:lnTo>
                  <a:lnTo>
                    <a:pt x="94767" y="118351"/>
                  </a:lnTo>
                  <a:close/>
                </a:path>
                <a:path w="218440" h="260350">
                  <a:moveTo>
                    <a:pt x="106794" y="62522"/>
                  </a:moveTo>
                  <a:close/>
                </a:path>
                <a:path w="218440" h="260350">
                  <a:moveTo>
                    <a:pt x="108369" y="59664"/>
                  </a:moveTo>
                  <a:lnTo>
                    <a:pt x="103911" y="57073"/>
                  </a:lnTo>
                  <a:lnTo>
                    <a:pt x="101600" y="61112"/>
                  </a:lnTo>
                  <a:lnTo>
                    <a:pt x="101574" y="62395"/>
                  </a:lnTo>
                  <a:lnTo>
                    <a:pt x="101892" y="64617"/>
                  </a:lnTo>
                  <a:lnTo>
                    <a:pt x="103187" y="65163"/>
                  </a:lnTo>
                  <a:lnTo>
                    <a:pt x="105168" y="65405"/>
                  </a:lnTo>
                  <a:lnTo>
                    <a:pt x="105981" y="64858"/>
                  </a:lnTo>
                  <a:lnTo>
                    <a:pt x="106527" y="63893"/>
                  </a:lnTo>
                  <a:lnTo>
                    <a:pt x="106705" y="63512"/>
                  </a:lnTo>
                  <a:lnTo>
                    <a:pt x="106743" y="62522"/>
                  </a:lnTo>
                  <a:lnTo>
                    <a:pt x="106705" y="61887"/>
                  </a:lnTo>
                  <a:lnTo>
                    <a:pt x="106781" y="62458"/>
                  </a:lnTo>
                  <a:lnTo>
                    <a:pt x="107099" y="61887"/>
                  </a:lnTo>
                  <a:lnTo>
                    <a:pt x="108369" y="59664"/>
                  </a:lnTo>
                  <a:close/>
                </a:path>
                <a:path w="218440" h="260350">
                  <a:moveTo>
                    <a:pt x="160388" y="85178"/>
                  </a:moveTo>
                  <a:lnTo>
                    <a:pt x="159689" y="83972"/>
                  </a:lnTo>
                  <a:lnTo>
                    <a:pt x="160197" y="83261"/>
                  </a:lnTo>
                  <a:lnTo>
                    <a:pt x="158394" y="82029"/>
                  </a:lnTo>
                  <a:lnTo>
                    <a:pt x="156006" y="83032"/>
                  </a:lnTo>
                  <a:lnTo>
                    <a:pt x="155244" y="83718"/>
                  </a:lnTo>
                  <a:lnTo>
                    <a:pt x="153454" y="86093"/>
                  </a:lnTo>
                  <a:lnTo>
                    <a:pt x="154889" y="87934"/>
                  </a:lnTo>
                  <a:lnTo>
                    <a:pt x="157873" y="87998"/>
                  </a:lnTo>
                  <a:lnTo>
                    <a:pt x="158686" y="87376"/>
                  </a:lnTo>
                  <a:lnTo>
                    <a:pt x="159448" y="86385"/>
                  </a:lnTo>
                  <a:lnTo>
                    <a:pt x="160388" y="85178"/>
                  </a:lnTo>
                  <a:close/>
                </a:path>
                <a:path w="218440" h="260350">
                  <a:moveTo>
                    <a:pt x="173824" y="95631"/>
                  </a:moveTo>
                  <a:lnTo>
                    <a:pt x="173583" y="95605"/>
                  </a:lnTo>
                  <a:lnTo>
                    <a:pt x="171081" y="95377"/>
                  </a:lnTo>
                  <a:lnTo>
                    <a:pt x="171069" y="96215"/>
                  </a:lnTo>
                  <a:lnTo>
                    <a:pt x="173824" y="95961"/>
                  </a:lnTo>
                  <a:lnTo>
                    <a:pt x="173824" y="95631"/>
                  </a:lnTo>
                  <a:close/>
                </a:path>
                <a:path w="218440" h="260350">
                  <a:moveTo>
                    <a:pt x="174891" y="91186"/>
                  </a:moveTo>
                  <a:lnTo>
                    <a:pt x="169252" y="91186"/>
                  </a:lnTo>
                  <a:lnTo>
                    <a:pt x="171221" y="93637"/>
                  </a:lnTo>
                  <a:lnTo>
                    <a:pt x="171716" y="94259"/>
                  </a:lnTo>
                  <a:lnTo>
                    <a:pt x="172427" y="94259"/>
                  </a:lnTo>
                  <a:lnTo>
                    <a:pt x="174891" y="91186"/>
                  </a:lnTo>
                  <a:close/>
                </a:path>
                <a:path w="218440" h="260350">
                  <a:moveTo>
                    <a:pt x="176174" y="170751"/>
                  </a:moveTo>
                  <a:lnTo>
                    <a:pt x="171259" y="169722"/>
                  </a:lnTo>
                  <a:lnTo>
                    <a:pt x="171221" y="173621"/>
                  </a:lnTo>
                  <a:lnTo>
                    <a:pt x="171615" y="174193"/>
                  </a:lnTo>
                  <a:lnTo>
                    <a:pt x="173596" y="175399"/>
                  </a:lnTo>
                  <a:lnTo>
                    <a:pt x="174993" y="174434"/>
                  </a:lnTo>
                  <a:lnTo>
                    <a:pt x="175018" y="173863"/>
                  </a:lnTo>
                  <a:lnTo>
                    <a:pt x="175069" y="173012"/>
                  </a:lnTo>
                  <a:lnTo>
                    <a:pt x="175539" y="172034"/>
                  </a:lnTo>
                  <a:lnTo>
                    <a:pt x="176174" y="170751"/>
                  </a:lnTo>
                  <a:close/>
                </a:path>
                <a:path w="218440" h="260350">
                  <a:moveTo>
                    <a:pt x="177368" y="137007"/>
                  </a:moveTo>
                  <a:lnTo>
                    <a:pt x="173177" y="133946"/>
                  </a:lnTo>
                  <a:lnTo>
                    <a:pt x="171754" y="136652"/>
                  </a:lnTo>
                  <a:lnTo>
                    <a:pt x="171323" y="137477"/>
                  </a:lnTo>
                  <a:lnTo>
                    <a:pt x="171284" y="138023"/>
                  </a:lnTo>
                  <a:lnTo>
                    <a:pt x="171602" y="140068"/>
                  </a:lnTo>
                  <a:lnTo>
                    <a:pt x="172961" y="140474"/>
                  </a:lnTo>
                  <a:lnTo>
                    <a:pt x="174358" y="140246"/>
                  </a:lnTo>
                  <a:lnTo>
                    <a:pt x="174675" y="140017"/>
                  </a:lnTo>
                  <a:lnTo>
                    <a:pt x="175107" y="139496"/>
                  </a:lnTo>
                  <a:lnTo>
                    <a:pt x="175806" y="138557"/>
                  </a:lnTo>
                  <a:lnTo>
                    <a:pt x="175120" y="139217"/>
                  </a:lnTo>
                  <a:lnTo>
                    <a:pt x="177368" y="137007"/>
                  </a:lnTo>
                  <a:close/>
                </a:path>
                <a:path w="218440" h="260350">
                  <a:moveTo>
                    <a:pt x="177368" y="63169"/>
                  </a:moveTo>
                  <a:lnTo>
                    <a:pt x="176885" y="63169"/>
                  </a:lnTo>
                  <a:lnTo>
                    <a:pt x="176885" y="63550"/>
                  </a:lnTo>
                  <a:lnTo>
                    <a:pt x="177126" y="63550"/>
                  </a:lnTo>
                  <a:lnTo>
                    <a:pt x="177368" y="63550"/>
                  </a:lnTo>
                  <a:lnTo>
                    <a:pt x="177368" y="63169"/>
                  </a:lnTo>
                  <a:close/>
                </a:path>
                <a:path w="218440" h="260350">
                  <a:moveTo>
                    <a:pt x="178752" y="191706"/>
                  </a:moveTo>
                  <a:lnTo>
                    <a:pt x="178663" y="189801"/>
                  </a:lnTo>
                  <a:lnTo>
                    <a:pt x="178612" y="189496"/>
                  </a:lnTo>
                  <a:lnTo>
                    <a:pt x="177927" y="187096"/>
                  </a:lnTo>
                  <a:lnTo>
                    <a:pt x="175234" y="187883"/>
                  </a:lnTo>
                  <a:lnTo>
                    <a:pt x="175844" y="189433"/>
                  </a:lnTo>
                  <a:lnTo>
                    <a:pt x="176250" y="190461"/>
                  </a:lnTo>
                  <a:lnTo>
                    <a:pt x="177253" y="191922"/>
                  </a:lnTo>
                  <a:lnTo>
                    <a:pt x="178752" y="191706"/>
                  </a:lnTo>
                  <a:close/>
                </a:path>
                <a:path w="218440" h="260350">
                  <a:moveTo>
                    <a:pt x="179412" y="156006"/>
                  </a:moveTo>
                  <a:lnTo>
                    <a:pt x="178600" y="154597"/>
                  </a:lnTo>
                  <a:lnTo>
                    <a:pt x="177685" y="152984"/>
                  </a:lnTo>
                  <a:lnTo>
                    <a:pt x="175412" y="155206"/>
                  </a:lnTo>
                  <a:lnTo>
                    <a:pt x="177050" y="156133"/>
                  </a:lnTo>
                  <a:lnTo>
                    <a:pt x="177253" y="156248"/>
                  </a:lnTo>
                  <a:lnTo>
                    <a:pt x="177444" y="156349"/>
                  </a:lnTo>
                  <a:lnTo>
                    <a:pt x="178473" y="156933"/>
                  </a:lnTo>
                  <a:lnTo>
                    <a:pt x="179412" y="156006"/>
                  </a:lnTo>
                  <a:close/>
                </a:path>
                <a:path w="218440" h="260350">
                  <a:moveTo>
                    <a:pt x="182930" y="247256"/>
                  </a:moveTo>
                  <a:lnTo>
                    <a:pt x="182410" y="247256"/>
                  </a:lnTo>
                  <a:lnTo>
                    <a:pt x="182410" y="247662"/>
                  </a:lnTo>
                  <a:lnTo>
                    <a:pt x="182676" y="247662"/>
                  </a:lnTo>
                  <a:lnTo>
                    <a:pt x="182930" y="247662"/>
                  </a:lnTo>
                  <a:lnTo>
                    <a:pt x="182930" y="247256"/>
                  </a:lnTo>
                  <a:close/>
                </a:path>
                <a:path w="218440" h="260350">
                  <a:moveTo>
                    <a:pt x="183095" y="84137"/>
                  </a:moveTo>
                  <a:lnTo>
                    <a:pt x="182333" y="83413"/>
                  </a:lnTo>
                  <a:lnTo>
                    <a:pt x="181851" y="83781"/>
                  </a:lnTo>
                  <a:lnTo>
                    <a:pt x="181483" y="84061"/>
                  </a:lnTo>
                  <a:lnTo>
                    <a:pt x="181114" y="84328"/>
                  </a:lnTo>
                  <a:lnTo>
                    <a:pt x="180746" y="84620"/>
                  </a:lnTo>
                  <a:lnTo>
                    <a:pt x="179692" y="85407"/>
                  </a:lnTo>
                  <a:lnTo>
                    <a:pt x="181063" y="86766"/>
                  </a:lnTo>
                  <a:lnTo>
                    <a:pt x="181864" y="85725"/>
                  </a:lnTo>
                  <a:lnTo>
                    <a:pt x="182435" y="84988"/>
                  </a:lnTo>
                  <a:lnTo>
                    <a:pt x="182714" y="84632"/>
                  </a:lnTo>
                  <a:lnTo>
                    <a:pt x="183095" y="84137"/>
                  </a:lnTo>
                  <a:close/>
                </a:path>
                <a:path w="218440" h="260350">
                  <a:moveTo>
                    <a:pt x="183438" y="210337"/>
                  </a:moveTo>
                  <a:lnTo>
                    <a:pt x="182918" y="210337"/>
                  </a:lnTo>
                  <a:lnTo>
                    <a:pt x="182918" y="210743"/>
                  </a:lnTo>
                  <a:lnTo>
                    <a:pt x="183184" y="210743"/>
                  </a:lnTo>
                  <a:lnTo>
                    <a:pt x="183438" y="210743"/>
                  </a:lnTo>
                  <a:lnTo>
                    <a:pt x="183438" y="210337"/>
                  </a:lnTo>
                  <a:close/>
                </a:path>
                <a:path w="218440" h="260350">
                  <a:moveTo>
                    <a:pt x="183654" y="249135"/>
                  </a:moveTo>
                  <a:lnTo>
                    <a:pt x="183007" y="248488"/>
                  </a:lnTo>
                  <a:lnTo>
                    <a:pt x="181660" y="249097"/>
                  </a:lnTo>
                  <a:lnTo>
                    <a:pt x="180098" y="249783"/>
                  </a:lnTo>
                  <a:lnTo>
                    <a:pt x="182333" y="252006"/>
                  </a:lnTo>
                  <a:lnTo>
                    <a:pt x="183045" y="250456"/>
                  </a:lnTo>
                  <a:lnTo>
                    <a:pt x="183324" y="249834"/>
                  </a:lnTo>
                  <a:lnTo>
                    <a:pt x="183654" y="249135"/>
                  </a:lnTo>
                  <a:close/>
                </a:path>
                <a:path w="218440" h="260350">
                  <a:moveTo>
                    <a:pt x="186385" y="104432"/>
                  </a:moveTo>
                  <a:lnTo>
                    <a:pt x="185496" y="102146"/>
                  </a:lnTo>
                  <a:lnTo>
                    <a:pt x="184188" y="102920"/>
                  </a:lnTo>
                  <a:lnTo>
                    <a:pt x="183934" y="102958"/>
                  </a:lnTo>
                  <a:lnTo>
                    <a:pt x="183654" y="102997"/>
                  </a:lnTo>
                  <a:lnTo>
                    <a:pt x="183400" y="103035"/>
                  </a:lnTo>
                  <a:lnTo>
                    <a:pt x="182549" y="102793"/>
                  </a:lnTo>
                  <a:lnTo>
                    <a:pt x="182105" y="103936"/>
                  </a:lnTo>
                  <a:lnTo>
                    <a:pt x="183553" y="104876"/>
                  </a:lnTo>
                  <a:lnTo>
                    <a:pt x="184124" y="104940"/>
                  </a:lnTo>
                  <a:lnTo>
                    <a:pt x="186385" y="104432"/>
                  </a:lnTo>
                  <a:close/>
                </a:path>
                <a:path w="218440" h="260350">
                  <a:moveTo>
                    <a:pt x="189064" y="221462"/>
                  </a:moveTo>
                  <a:lnTo>
                    <a:pt x="188874" y="219748"/>
                  </a:lnTo>
                  <a:lnTo>
                    <a:pt x="188709" y="218401"/>
                  </a:lnTo>
                  <a:lnTo>
                    <a:pt x="186004" y="218401"/>
                  </a:lnTo>
                  <a:lnTo>
                    <a:pt x="185826" y="218401"/>
                  </a:lnTo>
                  <a:lnTo>
                    <a:pt x="185851" y="218262"/>
                  </a:lnTo>
                  <a:lnTo>
                    <a:pt x="186093" y="218186"/>
                  </a:lnTo>
                  <a:lnTo>
                    <a:pt x="186029" y="218325"/>
                  </a:lnTo>
                  <a:lnTo>
                    <a:pt x="188709" y="218325"/>
                  </a:lnTo>
                  <a:lnTo>
                    <a:pt x="188696" y="218186"/>
                  </a:lnTo>
                  <a:lnTo>
                    <a:pt x="188645" y="217830"/>
                  </a:lnTo>
                  <a:lnTo>
                    <a:pt x="188531" y="216839"/>
                  </a:lnTo>
                  <a:lnTo>
                    <a:pt x="185648" y="217424"/>
                  </a:lnTo>
                  <a:lnTo>
                    <a:pt x="185648" y="218084"/>
                  </a:lnTo>
                  <a:lnTo>
                    <a:pt x="185394" y="218046"/>
                  </a:lnTo>
                  <a:lnTo>
                    <a:pt x="185381" y="217830"/>
                  </a:lnTo>
                  <a:lnTo>
                    <a:pt x="185648" y="218084"/>
                  </a:lnTo>
                  <a:lnTo>
                    <a:pt x="185648" y="217424"/>
                  </a:lnTo>
                  <a:lnTo>
                    <a:pt x="184251" y="217690"/>
                  </a:lnTo>
                  <a:lnTo>
                    <a:pt x="184289" y="218846"/>
                  </a:lnTo>
                  <a:lnTo>
                    <a:pt x="184302" y="219468"/>
                  </a:lnTo>
                  <a:lnTo>
                    <a:pt x="184289" y="218846"/>
                  </a:lnTo>
                  <a:lnTo>
                    <a:pt x="184175" y="218973"/>
                  </a:lnTo>
                  <a:lnTo>
                    <a:pt x="184086" y="219748"/>
                  </a:lnTo>
                  <a:lnTo>
                    <a:pt x="184505" y="220967"/>
                  </a:lnTo>
                  <a:lnTo>
                    <a:pt x="185115" y="221475"/>
                  </a:lnTo>
                  <a:lnTo>
                    <a:pt x="189064" y="221462"/>
                  </a:lnTo>
                  <a:close/>
                </a:path>
                <a:path w="218440" h="260350">
                  <a:moveTo>
                    <a:pt x="189217" y="56845"/>
                  </a:moveTo>
                  <a:lnTo>
                    <a:pt x="188531" y="56286"/>
                  </a:lnTo>
                  <a:lnTo>
                    <a:pt x="187807" y="56629"/>
                  </a:lnTo>
                  <a:lnTo>
                    <a:pt x="187642" y="56781"/>
                  </a:lnTo>
                  <a:lnTo>
                    <a:pt x="187452" y="56819"/>
                  </a:lnTo>
                  <a:lnTo>
                    <a:pt x="187236" y="56781"/>
                  </a:lnTo>
                  <a:lnTo>
                    <a:pt x="185864" y="56654"/>
                  </a:lnTo>
                  <a:lnTo>
                    <a:pt x="185864" y="58775"/>
                  </a:lnTo>
                  <a:lnTo>
                    <a:pt x="187236" y="58889"/>
                  </a:lnTo>
                  <a:lnTo>
                    <a:pt x="188175" y="58978"/>
                  </a:lnTo>
                  <a:lnTo>
                    <a:pt x="188950" y="58572"/>
                  </a:lnTo>
                  <a:lnTo>
                    <a:pt x="189217" y="56845"/>
                  </a:lnTo>
                  <a:close/>
                </a:path>
                <a:path w="218440" h="260350">
                  <a:moveTo>
                    <a:pt x="189242" y="70916"/>
                  </a:moveTo>
                  <a:lnTo>
                    <a:pt x="184200" y="70916"/>
                  </a:lnTo>
                  <a:lnTo>
                    <a:pt x="184188" y="74777"/>
                  </a:lnTo>
                  <a:lnTo>
                    <a:pt x="186715" y="74777"/>
                  </a:lnTo>
                  <a:lnTo>
                    <a:pt x="189230" y="74777"/>
                  </a:lnTo>
                  <a:lnTo>
                    <a:pt x="189242" y="70916"/>
                  </a:lnTo>
                  <a:close/>
                </a:path>
                <a:path w="218440" h="260350">
                  <a:moveTo>
                    <a:pt x="189826" y="190093"/>
                  </a:moveTo>
                  <a:lnTo>
                    <a:pt x="184619" y="190093"/>
                  </a:lnTo>
                  <a:lnTo>
                    <a:pt x="184607" y="194081"/>
                  </a:lnTo>
                  <a:lnTo>
                    <a:pt x="187223" y="194081"/>
                  </a:lnTo>
                  <a:lnTo>
                    <a:pt x="189814" y="194081"/>
                  </a:lnTo>
                  <a:lnTo>
                    <a:pt x="189826" y="190093"/>
                  </a:lnTo>
                  <a:close/>
                </a:path>
                <a:path w="218440" h="260350">
                  <a:moveTo>
                    <a:pt x="189915" y="95161"/>
                  </a:moveTo>
                  <a:lnTo>
                    <a:pt x="189572" y="95161"/>
                  </a:lnTo>
                  <a:lnTo>
                    <a:pt x="189572" y="95415"/>
                  </a:lnTo>
                  <a:lnTo>
                    <a:pt x="189738" y="95415"/>
                  </a:lnTo>
                  <a:lnTo>
                    <a:pt x="189915" y="95415"/>
                  </a:lnTo>
                  <a:lnTo>
                    <a:pt x="189915" y="95161"/>
                  </a:lnTo>
                  <a:close/>
                </a:path>
                <a:path w="218440" h="260350">
                  <a:moveTo>
                    <a:pt x="190423" y="239102"/>
                  </a:moveTo>
                  <a:lnTo>
                    <a:pt x="190373" y="238950"/>
                  </a:lnTo>
                  <a:lnTo>
                    <a:pt x="190030" y="238137"/>
                  </a:lnTo>
                  <a:lnTo>
                    <a:pt x="190004" y="237324"/>
                  </a:lnTo>
                  <a:lnTo>
                    <a:pt x="190309" y="236499"/>
                  </a:lnTo>
                  <a:lnTo>
                    <a:pt x="189890" y="237363"/>
                  </a:lnTo>
                  <a:lnTo>
                    <a:pt x="189877" y="238099"/>
                  </a:lnTo>
                  <a:lnTo>
                    <a:pt x="190169" y="239166"/>
                  </a:lnTo>
                  <a:lnTo>
                    <a:pt x="190423" y="239102"/>
                  </a:lnTo>
                  <a:close/>
                </a:path>
                <a:path w="218440" h="260350">
                  <a:moveTo>
                    <a:pt x="190741" y="61976"/>
                  </a:moveTo>
                  <a:lnTo>
                    <a:pt x="189318" y="61556"/>
                  </a:lnTo>
                  <a:lnTo>
                    <a:pt x="187185" y="66179"/>
                  </a:lnTo>
                  <a:lnTo>
                    <a:pt x="190423" y="66967"/>
                  </a:lnTo>
                  <a:lnTo>
                    <a:pt x="190563" y="64858"/>
                  </a:lnTo>
                  <a:lnTo>
                    <a:pt x="190741" y="61976"/>
                  </a:lnTo>
                  <a:close/>
                </a:path>
                <a:path w="218440" h="260350">
                  <a:moveTo>
                    <a:pt x="192633" y="163372"/>
                  </a:moveTo>
                  <a:lnTo>
                    <a:pt x="189369" y="162128"/>
                  </a:lnTo>
                  <a:lnTo>
                    <a:pt x="188798" y="164274"/>
                  </a:lnTo>
                  <a:lnTo>
                    <a:pt x="188379" y="165811"/>
                  </a:lnTo>
                  <a:lnTo>
                    <a:pt x="189014" y="167271"/>
                  </a:lnTo>
                  <a:lnTo>
                    <a:pt x="190703" y="167398"/>
                  </a:lnTo>
                  <a:lnTo>
                    <a:pt x="191566" y="167474"/>
                  </a:lnTo>
                  <a:lnTo>
                    <a:pt x="191973" y="166611"/>
                  </a:lnTo>
                  <a:lnTo>
                    <a:pt x="191871" y="165900"/>
                  </a:lnTo>
                  <a:lnTo>
                    <a:pt x="191922" y="165684"/>
                  </a:lnTo>
                  <a:lnTo>
                    <a:pt x="191871" y="165544"/>
                  </a:lnTo>
                  <a:lnTo>
                    <a:pt x="191681" y="165481"/>
                  </a:lnTo>
                  <a:lnTo>
                    <a:pt x="192633" y="163372"/>
                  </a:lnTo>
                  <a:close/>
                </a:path>
                <a:path w="218440" h="260350">
                  <a:moveTo>
                    <a:pt x="194525" y="147459"/>
                  </a:moveTo>
                  <a:lnTo>
                    <a:pt x="192062" y="144995"/>
                  </a:lnTo>
                  <a:lnTo>
                    <a:pt x="190627" y="146558"/>
                  </a:lnTo>
                  <a:lnTo>
                    <a:pt x="190080" y="147167"/>
                  </a:lnTo>
                  <a:lnTo>
                    <a:pt x="189814" y="147599"/>
                  </a:lnTo>
                  <a:lnTo>
                    <a:pt x="189141" y="149237"/>
                  </a:lnTo>
                  <a:lnTo>
                    <a:pt x="190246" y="150317"/>
                  </a:lnTo>
                  <a:lnTo>
                    <a:pt x="191897" y="149656"/>
                  </a:lnTo>
                  <a:lnTo>
                    <a:pt x="192328" y="149402"/>
                  </a:lnTo>
                  <a:lnTo>
                    <a:pt x="192963" y="148856"/>
                  </a:lnTo>
                  <a:lnTo>
                    <a:pt x="194525" y="147459"/>
                  </a:lnTo>
                  <a:close/>
                </a:path>
                <a:path w="218440" h="260350">
                  <a:moveTo>
                    <a:pt x="194551" y="52692"/>
                  </a:moveTo>
                  <a:lnTo>
                    <a:pt x="194030" y="52692"/>
                  </a:lnTo>
                  <a:lnTo>
                    <a:pt x="194030" y="53086"/>
                  </a:lnTo>
                  <a:lnTo>
                    <a:pt x="194284" y="53086"/>
                  </a:lnTo>
                  <a:lnTo>
                    <a:pt x="194551" y="53086"/>
                  </a:lnTo>
                  <a:lnTo>
                    <a:pt x="194551" y="52692"/>
                  </a:lnTo>
                  <a:close/>
                </a:path>
                <a:path w="218440" h="260350">
                  <a:moveTo>
                    <a:pt x="197446" y="118592"/>
                  </a:moveTo>
                  <a:lnTo>
                    <a:pt x="195605" y="115989"/>
                  </a:lnTo>
                  <a:lnTo>
                    <a:pt x="194691" y="114693"/>
                  </a:lnTo>
                  <a:lnTo>
                    <a:pt x="189623" y="116230"/>
                  </a:lnTo>
                  <a:lnTo>
                    <a:pt x="190068" y="117817"/>
                  </a:lnTo>
                  <a:lnTo>
                    <a:pt x="188861" y="119659"/>
                  </a:lnTo>
                  <a:lnTo>
                    <a:pt x="192608" y="122580"/>
                  </a:lnTo>
                  <a:lnTo>
                    <a:pt x="196138" y="119672"/>
                  </a:lnTo>
                  <a:lnTo>
                    <a:pt x="197446" y="118592"/>
                  </a:lnTo>
                  <a:close/>
                </a:path>
                <a:path w="218440" h="260350">
                  <a:moveTo>
                    <a:pt x="200444" y="259232"/>
                  </a:moveTo>
                  <a:lnTo>
                    <a:pt x="199936" y="258318"/>
                  </a:lnTo>
                  <a:lnTo>
                    <a:pt x="199707" y="257937"/>
                  </a:lnTo>
                  <a:lnTo>
                    <a:pt x="198882" y="256501"/>
                  </a:lnTo>
                  <a:lnTo>
                    <a:pt x="196862" y="258483"/>
                  </a:lnTo>
                  <a:lnTo>
                    <a:pt x="198323" y="259295"/>
                  </a:lnTo>
                  <a:lnTo>
                    <a:pt x="199644" y="260045"/>
                  </a:lnTo>
                  <a:lnTo>
                    <a:pt x="200444" y="259232"/>
                  </a:lnTo>
                  <a:close/>
                </a:path>
                <a:path w="218440" h="260350">
                  <a:moveTo>
                    <a:pt x="200761" y="206235"/>
                  </a:moveTo>
                  <a:lnTo>
                    <a:pt x="199936" y="206235"/>
                  </a:lnTo>
                  <a:lnTo>
                    <a:pt x="199936" y="206857"/>
                  </a:lnTo>
                  <a:lnTo>
                    <a:pt x="200342" y="206857"/>
                  </a:lnTo>
                  <a:lnTo>
                    <a:pt x="200761" y="206857"/>
                  </a:lnTo>
                  <a:lnTo>
                    <a:pt x="200761" y="206235"/>
                  </a:lnTo>
                  <a:close/>
                </a:path>
                <a:path w="218440" h="260350">
                  <a:moveTo>
                    <a:pt x="201079" y="81394"/>
                  </a:moveTo>
                  <a:lnTo>
                    <a:pt x="199771" y="80086"/>
                  </a:lnTo>
                  <a:lnTo>
                    <a:pt x="197726" y="81330"/>
                  </a:lnTo>
                  <a:lnTo>
                    <a:pt x="197434" y="81686"/>
                  </a:lnTo>
                  <a:lnTo>
                    <a:pt x="197383" y="82829"/>
                  </a:lnTo>
                  <a:lnTo>
                    <a:pt x="197358" y="83312"/>
                  </a:lnTo>
                  <a:lnTo>
                    <a:pt x="197840" y="83781"/>
                  </a:lnTo>
                  <a:lnTo>
                    <a:pt x="198323" y="83756"/>
                  </a:lnTo>
                  <a:lnTo>
                    <a:pt x="199466" y="83705"/>
                  </a:lnTo>
                  <a:lnTo>
                    <a:pt x="199821" y="83426"/>
                  </a:lnTo>
                  <a:lnTo>
                    <a:pt x="200431" y="82448"/>
                  </a:lnTo>
                  <a:lnTo>
                    <a:pt x="201079" y="81394"/>
                  </a:lnTo>
                  <a:close/>
                </a:path>
                <a:path w="218440" h="260350">
                  <a:moveTo>
                    <a:pt x="202069" y="159677"/>
                  </a:moveTo>
                  <a:lnTo>
                    <a:pt x="201333" y="158953"/>
                  </a:lnTo>
                  <a:lnTo>
                    <a:pt x="201155" y="159131"/>
                  </a:lnTo>
                  <a:lnTo>
                    <a:pt x="201891" y="159854"/>
                  </a:lnTo>
                  <a:lnTo>
                    <a:pt x="202069" y="159677"/>
                  </a:lnTo>
                  <a:close/>
                </a:path>
                <a:path w="218440" h="260350">
                  <a:moveTo>
                    <a:pt x="202171" y="65862"/>
                  </a:moveTo>
                  <a:lnTo>
                    <a:pt x="198513" y="65836"/>
                  </a:lnTo>
                  <a:lnTo>
                    <a:pt x="199250" y="67652"/>
                  </a:lnTo>
                  <a:lnTo>
                    <a:pt x="199377" y="67957"/>
                  </a:lnTo>
                  <a:lnTo>
                    <a:pt x="199428" y="68110"/>
                  </a:lnTo>
                  <a:lnTo>
                    <a:pt x="199796" y="68986"/>
                  </a:lnTo>
                  <a:lnTo>
                    <a:pt x="200901" y="68986"/>
                  </a:lnTo>
                  <a:lnTo>
                    <a:pt x="201320" y="67957"/>
                  </a:lnTo>
                  <a:lnTo>
                    <a:pt x="201371" y="67805"/>
                  </a:lnTo>
                  <a:lnTo>
                    <a:pt x="202171" y="65862"/>
                  </a:lnTo>
                  <a:close/>
                </a:path>
                <a:path w="218440" h="260350">
                  <a:moveTo>
                    <a:pt x="203339" y="47472"/>
                  </a:moveTo>
                  <a:lnTo>
                    <a:pt x="200037" y="44424"/>
                  </a:lnTo>
                  <a:lnTo>
                    <a:pt x="198462" y="47840"/>
                  </a:lnTo>
                  <a:lnTo>
                    <a:pt x="200469" y="48209"/>
                  </a:lnTo>
                  <a:lnTo>
                    <a:pt x="200837" y="48272"/>
                  </a:lnTo>
                  <a:lnTo>
                    <a:pt x="202501" y="48577"/>
                  </a:lnTo>
                  <a:lnTo>
                    <a:pt x="203339" y="47472"/>
                  </a:lnTo>
                  <a:close/>
                </a:path>
                <a:path w="218440" h="260350">
                  <a:moveTo>
                    <a:pt x="204038" y="222364"/>
                  </a:moveTo>
                  <a:lnTo>
                    <a:pt x="203479" y="222135"/>
                  </a:lnTo>
                  <a:lnTo>
                    <a:pt x="201650" y="221373"/>
                  </a:lnTo>
                  <a:lnTo>
                    <a:pt x="201549" y="221208"/>
                  </a:lnTo>
                  <a:lnTo>
                    <a:pt x="201142" y="220484"/>
                  </a:lnTo>
                  <a:lnTo>
                    <a:pt x="199237" y="220789"/>
                  </a:lnTo>
                  <a:lnTo>
                    <a:pt x="198704" y="222567"/>
                  </a:lnTo>
                  <a:lnTo>
                    <a:pt x="198462" y="224637"/>
                  </a:lnTo>
                  <a:lnTo>
                    <a:pt x="199745" y="225666"/>
                  </a:lnTo>
                  <a:lnTo>
                    <a:pt x="203962" y="225653"/>
                  </a:lnTo>
                  <a:lnTo>
                    <a:pt x="204038" y="222364"/>
                  </a:lnTo>
                  <a:close/>
                </a:path>
                <a:path w="218440" h="260350">
                  <a:moveTo>
                    <a:pt x="205625" y="56870"/>
                  </a:moveTo>
                  <a:lnTo>
                    <a:pt x="203949" y="53467"/>
                  </a:lnTo>
                  <a:lnTo>
                    <a:pt x="203136" y="51790"/>
                  </a:lnTo>
                  <a:lnTo>
                    <a:pt x="201612" y="51790"/>
                  </a:lnTo>
                  <a:lnTo>
                    <a:pt x="201168" y="52692"/>
                  </a:lnTo>
                  <a:lnTo>
                    <a:pt x="201041" y="52946"/>
                  </a:lnTo>
                  <a:lnTo>
                    <a:pt x="199123" y="56870"/>
                  </a:lnTo>
                  <a:lnTo>
                    <a:pt x="205625" y="56870"/>
                  </a:lnTo>
                  <a:close/>
                </a:path>
                <a:path w="218440" h="260350">
                  <a:moveTo>
                    <a:pt x="205689" y="145859"/>
                  </a:moveTo>
                  <a:lnTo>
                    <a:pt x="205054" y="143065"/>
                  </a:lnTo>
                  <a:lnTo>
                    <a:pt x="204470" y="140449"/>
                  </a:lnTo>
                  <a:lnTo>
                    <a:pt x="202285" y="140449"/>
                  </a:lnTo>
                  <a:lnTo>
                    <a:pt x="201066" y="145834"/>
                  </a:lnTo>
                  <a:lnTo>
                    <a:pt x="205689" y="145859"/>
                  </a:lnTo>
                  <a:close/>
                </a:path>
                <a:path w="218440" h="260350">
                  <a:moveTo>
                    <a:pt x="206679" y="105930"/>
                  </a:moveTo>
                  <a:lnTo>
                    <a:pt x="202857" y="103847"/>
                  </a:lnTo>
                  <a:lnTo>
                    <a:pt x="202653" y="105359"/>
                  </a:lnTo>
                  <a:lnTo>
                    <a:pt x="202323" y="105562"/>
                  </a:lnTo>
                  <a:lnTo>
                    <a:pt x="202425" y="107315"/>
                  </a:lnTo>
                  <a:lnTo>
                    <a:pt x="203479" y="107962"/>
                  </a:lnTo>
                  <a:lnTo>
                    <a:pt x="206679" y="105930"/>
                  </a:lnTo>
                  <a:close/>
                </a:path>
                <a:path w="218440" h="260350">
                  <a:moveTo>
                    <a:pt x="206692" y="233641"/>
                  </a:moveTo>
                  <a:lnTo>
                    <a:pt x="202717" y="229717"/>
                  </a:lnTo>
                  <a:lnTo>
                    <a:pt x="202031" y="232625"/>
                  </a:lnTo>
                  <a:lnTo>
                    <a:pt x="201993" y="232829"/>
                  </a:lnTo>
                  <a:lnTo>
                    <a:pt x="201942" y="233019"/>
                  </a:lnTo>
                  <a:lnTo>
                    <a:pt x="201726" y="233972"/>
                  </a:lnTo>
                  <a:lnTo>
                    <a:pt x="202374" y="234632"/>
                  </a:lnTo>
                  <a:lnTo>
                    <a:pt x="203136" y="234454"/>
                  </a:lnTo>
                  <a:lnTo>
                    <a:pt x="203542" y="234365"/>
                  </a:lnTo>
                  <a:lnTo>
                    <a:pt x="203746" y="234315"/>
                  </a:lnTo>
                  <a:lnTo>
                    <a:pt x="206692" y="233641"/>
                  </a:lnTo>
                  <a:close/>
                </a:path>
                <a:path w="218440" h="260350">
                  <a:moveTo>
                    <a:pt x="206743" y="197840"/>
                  </a:moveTo>
                  <a:lnTo>
                    <a:pt x="205397" y="197751"/>
                  </a:lnTo>
                  <a:lnTo>
                    <a:pt x="204990" y="197726"/>
                  </a:lnTo>
                  <a:lnTo>
                    <a:pt x="204990" y="198399"/>
                  </a:lnTo>
                  <a:lnTo>
                    <a:pt x="205397" y="198386"/>
                  </a:lnTo>
                  <a:lnTo>
                    <a:pt x="206730" y="198297"/>
                  </a:lnTo>
                  <a:lnTo>
                    <a:pt x="206743" y="197840"/>
                  </a:lnTo>
                  <a:close/>
                </a:path>
                <a:path w="218440" h="260350">
                  <a:moveTo>
                    <a:pt x="208991" y="137579"/>
                  </a:moveTo>
                  <a:lnTo>
                    <a:pt x="207352" y="134772"/>
                  </a:lnTo>
                  <a:lnTo>
                    <a:pt x="204597" y="136499"/>
                  </a:lnTo>
                  <a:lnTo>
                    <a:pt x="204520" y="137579"/>
                  </a:lnTo>
                  <a:lnTo>
                    <a:pt x="205498" y="139712"/>
                  </a:lnTo>
                  <a:lnTo>
                    <a:pt x="207327" y="139128"/>
                  </a:lnTo>
                  <a:lnTo>
                    <a:pt x="207441" y="138785"/>
                  </a:lnTo>
                  <a:lnTo>
                    <a:pt x="207568" y="138468"/>
                  </a:lnTo>
                  <a:lnTo>
                    <a:pt x="208610" y="137820"/>
                  </a:lnTo>
                  <a:lnTo>
                    <a:pt x="208991" y="137579"/>
                  </a:lnTo>
                  <a:close/>
                </a:path>
                <a:path w="218440" h="260350">
                  <a:moveTo>
                    <a:pt x="213474" y="61937"/>
                  </a:moveTo>
                  <a:lnTo>
                    <a:pt x="212686" y="61150"/>
                  </a:lnTo>
                  <a:lnTo>
                    <a:pt x="212394" y="60871"/>
                  </a:lnTo>
                  <a:lnTo>
                    <a:pt x="211963" y="61302"/>
                  </a:lnTo>
                  <a:lnTo>
                    <a:pt x="212242" y="61595"/>
                  </a:lnTo>
                  <a:lnTo>
                    <a:pt x="212750" y="62090"/>
                  </a:lnTo>
                  <a:lnTo>
                    <a:pt x="213042" y="62369"/>
                  </a:lnTo>
                  <a:lnTo>
                    <a:pt x="213474" y="61937"/>
                  </a:lnTo>
                  <a:close/>
                </a:path>
                <a:path w="218440" h="260350">
                  <a:moveTo>
                    <a:pt x="218147" y="190271"/>
                  </a:moveTo>
                  <a:lnTo>
                    <a:pt x="216852" y="189674"/>
                  </a:lnTo>
                  <a:lnTo>
                    <a:pt x="216496" y="189496"/>
                  </a:lnTo>
                  <a:lnTo>
                    <a:pt x="216344" y="189382"/>
                  </a:lnTo>
                  <a:lnTo>
                    <a:pt x="216547" y="188874"/>
                  </a:lnTo>
                  <a:lnTo>
                    <a:pt x="216750" y="188341"/>
                  </a:lnTo>
                  <a:lnTo>
                    <a:pt x="214909" y="186931"/>
                  </a:lnTo>
                  <a:lnTo>
                    <a:pt x="211175" y="189611"/>
                  </a:lnTo>
                  <a:lnTo>
                    <a:pt x="212547" y="194297"/>
                  </a:lnTo>
                  <a:lnTo>
                    <a:pt x="217462" y="192519"/>
                  </a:lnTo>
                  <a:lnTo>
                    <a:pt x="218147" y="190271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286179" y="7759032"/>
              <a:ext cx="200025" cy="186055"/>
            </a:xfrm>
            <a:custGeom>
              <a:avLst/>
              <a:gdLst/>
              <a:ahLst/>
              <a:cxnLst/>
              <a:rect l="l" t="t" r="r" b="b"/>
              <a:pathLst>
                <a:path w="200025" h="186054">
                  <a:moveTo>
                    <a:pt x="10426" y="90906"/>
                  </a:moveTo>
                  <a:lnTo>
                    <a:pt x="5257" y="85788"/>
                  </a:lnTo>
                  <a:lnTo>
                    <a:pt x="3619" y="89877"/>
                  </a:lnTo>
                  <a:lnTo>
                    <a:pt x="2819" y="91846"/>
                  </a:lnTo>
                  <a:lnTo>
                    <a:pt x="4305" y="93306"/>
                  </a:lnTo>
                  <a:lnTo>
                    <a:pt x="6032" y="92621"/>
                  </a:lnTo>
                  <a:lnTo>
                    <a:pt x="6299" y="92519"/>
                  </a:lnTo>
                  <a:lnTo>
                    <a:pt x="10426" y="90906"/>
                  </a:lnTo>
                  <a:close/>
                </a:path>
                <a:path w="200025" h="186054">
                  <a:moveTo>
                    <a:pt x="11391" y="130289"/>
                  </a:moveTo>
                  <a:lnTo>
                    <a:pt x="8915" y="127393"/>
                  </a:lnTo>
                  <a:lnTo>
                    <a:pt x="2641" y="128231"/>
                  </a:lnTo>
                  <a:lnTo>
                    <a:pt x="0" y="132359"/>
                  </a:lnTo>
                  <a:lnTo>
                    <a:pt x="2413" y="136398"/>
                  </a:lnTo>
                  <a:lnTo>
                    <a:pt x="3340" y="136601"/>
                  </a:lnTo>
                  <a:lnTo>
                    <a:pt x="4064" y="136220"/>
                  </a:lnTo>
                  <a:lnTo>
                    <a:pt x="5981" y="135191"/>
                  </a:lnTo>
                  <a:lnTo>
                    <a:pt x="7518" y="133908"/>
                  </a:lnTo>
                  <a:lnTo>
                    <a:pt x="11391" y="130289"/>
                  </a:lnTo>
                  <a:close/>
                </a:path>
                <a:path w="200025" h="186054">
                  <a:moveTo>
                    <a:pt x="22059" y="112712"/>
                  </a:moveTo>
                  <a:lnTo>
                    <a:pt x="17665" y="112712"/>
                  </a:lnTo>
                  <a:lnTo>
                    <a:pt x="17653" y="116078"/>
                  </a:lnTo>
                  <a:lnTo>
                    <a:pt x="19862" y="116078"/>
                  </a:lnTo>
                  <a:lnTo>
                    <a:pt x="22047" y="116078"/>
                  </a:lnTo>
                  <a:lnTo>
                    <a:pt x="22059" y="112712"/>
                  </a:lnTo>
                  <a:close/>
                </a:path>
                <a:path w="200025" h="186054">
                  <a:moveTo>
                    <a:pt x="24549" y="102336"/>
                  </a:moveTo>
                  <a:lnTo>
                    <a:pt x="21958" y="99796"/>
                  </a:lnTo>
                  <a:lnTo>
                    <a:pt x="13716" y="105194"/>
                  </a:lnTo>
                  <a:lnTo>
                    <a:pt x="19062" y="110515"/>
                  </a:lnTo>
                  <a:lnTo>
                    <a:pt x="21717" y="106540"/>
                  </a:lnTo>
                  <a:lnTo>
                    <a:pt x="24549" y="102336"/>
                  </a:lnTo>
                  <a:close/>
                </a:path>
                <a:path w="200025" h="186054">
                  <a:moveTo>
                    <a:pt x="26454" y="143840"/>
                  </a:moveTo>
                  <a:lnTo>
                    <a:pt x="24244" y="142379"/>
                  </a:lnTo>
                  <a:lnTo>
                    <a:pt x="22606" y="143484"/>
                  </a:lnTo>
                  <a:lnTo>
                    <a:pt x="20726" y="144741"/>
                  </a:lnTo>
                  <a:lnTo>
                    <a:pt x="20726" y="146583"/>
                  </a:lnTo>
                  <a:lnTo>
                    <a:pt x="22453" y="147726"/>
                  </a:lnTo>
                  <a:lnTo>
                    <a:pt x="22606" y="147840"/>
                  </a:lnTo>
                  <a:lnTo>
                    <a:pt x="19634" y="147866"/>
                  </a:lnTo>
                  <a:lnTo>
                    <a:pt x="18834" y="149809"/>
                  </a:lnTo>
                  <a:lnTo>
                    <a:pt x="19926" y="150914"/>
                  </a:lnTo>
                  <a:lnTo>
                    <a:pt x="20764" y="151739"/>
                  </a:lnTo>
                  <a:lnTo>
                    <a:pt x="21640" y="151739"/>
                  </a:lnTo>
                  <a:lnTo>
                    <a:pt x="23571" y="149809"/>
                  </a:lnTo>
                  <a:lnTo>
                    <a:pt x="22809" y="147993"/>
                  </a:lnTo>
                  <a:lnTo>
                    <a:pt x="24244" y="148932"/>
                  </a:lnTo>
                  <a:lnTo>
                    <a:pt x="26454" y="147485"/>
                  </a:lnTo>
                  <a:lnTo>
                    <a:pt x="26454" y="143840"/>
                  </a:lnTo>
                  <a:close/>
                </a:path>
                <a:path w="200025" h="186054">
                  <a:moveTo>
                    <a:pt x="31153" y="98475"/>
                  </a:moveTo>
                  <a:lnTo>
                    <a:pt x="29895" y="97256"/>
                  </a:lnTo>
                  <a:lnTo>
                    <a:pt x="24523" y="99364"/>
                  </a:lnTo>
                  <a:lnTo>
                    <a:pt x="29006" y="103809"/>
                  </a:lnTo>
                  <a:lnTo>
                    <a:pt x="30429" y="100253"/>
                  </a:lnTo>
                  <a:lnTo>
                    <a:pt x="31153" y="98475"/>
                  </a:lnTo>
                  <a:close/>
                </a:path>
                <a:path w="200025" h="186054">
                  <a:moveTo>
                    <a:pt x="40309" y="72948"/>
                  </a:moveTo>
                  <a:lnTo>
                    <a:pt x="39789" y="72948"/>
                  </a:lnTo>
                  <a:lnTo>
                    <a:pt x="39789" y="73355"/>
                  </a:lnTo>
                  <a:lnTo>
                    <a:pt x="40055" y="73355"/>
                  </a:lnTo>
                  <a:lnTo>
                    <a:pt x="40309" y="73355"/>
                  </a:lnTo>
                  <a:lnTo>
                    <a:pt x="40309" y="72948"/>
                  </a:lnTo>
                  <a:close/>
                </a:path>
                <a:path w="200025" h="186054">
                  <a:moveTo>
                    <a:pt x="47180" y="81965"/>
                  </a:moveTo>
                  <a:lnTo>
                    <a:pt x="45707" y="78371"/>
                  </a:lnTo>
                  <a:lnTo>
                    <a:pt x="41681" y="77076"/>
                  </a:lnTo>
                  <a:lnTo>
                    <a:pt x="40246" y="76936"/>
                  </a:lnTo>
                  <a:lnTo>
                    <a:pt x="35382" y="76682"/>
                  </a:lnTo>
                  <a:lnTo>
                    <a:pt x="32956" y="80225"/>
                  </a:lnTo>
                  <a:lnTo>
                    <a:pt x="33185" y="81076"/>
                  </a:lnTo>
                  <a:lnTo>
                    <a:pt x="32664" y="81076"/>
                  </a:lnTo>
                  <a:lnTo>
                    <a:pt x="32664" y="85191"/>
                  </a:lnTo>
                  <a:lnTo>
                    <a:pt x="34328" y="85191"/>
                  </a:lnTo>
                  <a:lnTo>
                    <a:pt x="34709" y="86537"/>
                  </a:lnTo>
                  <a:lnTo>
                    <a:pt x="38366" y="87680"/>
                  </a:lnTo>
                  <a:lnTo>
                    <a:pt x="41313" y="86271"/>
                  </a:lnTo>
                  <a:lnTo>
                    <a:pt x="42646" y="85636"/>
                  </a:lnTo>
                  <a:lnTo>
                    <a:pt x="43713" y="84899"/>
                  </a:lnTo>
                  <a:lnTo>
                    <a:pt x="47180" y="81965"/>
                  </a:lnTo>
                  <a:close/>
                </a:path>
                <a:path w="200025" h="186054">
                  <a:moveTo>
                    <a:pt x="49072" y="67119"/>
                  </a:moveTo>
                  <a:lnTo>
                    <a:pt x="46850" y="64884"/>
                  </a:lnTo>
                  <a:lnTo>
                    <a:pt x="45720" y="66548"/>
                  </a:lnTo>
                  <a:lnTo>
                    <a:pt x="44640" y="68160"/>
                  </a:lnTo>
                  <a:lnTo>
                    <a:pt x="45770" y="69278"/>
                  </a:lnTo>
                  <a:lnTo>
                    <a:pt x="47409" y="68211"/>
                  </a:lnTo>
                  <a:lnTo>
                    <a:pt x="49072" y="67119"/>
                  </a:lnTo>
                  <a:close/>
                </a:path>
                <a:path w="200025" h="186054">
                  <a:moveTo>
                    <a:pt x="50457" y="117843"/>
                  </a:moveTo>
                  <a:lnTo>
                    <a:pt x="49466" y="114515"/>
                  </a:lnTo>
                  <a:lnTo>
                    <a:pt x="49276" y="113880"/>
                  </a:lnTo>
                  <a:lnTo>
                    <a:pt x="49136" y="113512"/>
                  </a:lnTo>
                  <a:lnTo>
                    <a:pt x="48120" y="112014"/>
                  </a:lnTo>
                  <a:lnTo>
                    <a:pt x="46812" y="112014"/>
                  </a:lnTo>
                  <a:lnTo>
                    <a:pt x="45796" y="113512"/>
                  </a:lnTo>
                  <a:lnTo>
                    <a:pt x="45643" y="113880"/>
                  </a:lnTo>
                  <a:lnTo>
                    <a:pt x="44462" y="117817"/>
                  </a:lnTo>
                  <a:lnTo>
                    <a:pt x="50457" y="117843"/>
                  </a:lnTo>
                  <a:close/>
                </a:path>
                <a:path w="200025" h="186054">
                  <a:moveTo>
                    <a:pt x="51739" y="69367"/>
                  </a:moveTo>
                  <a:lnTo>
                    <a:pt x="48806" y="69570"/>
                  </a:lnTo>
                  <a:lnTo>
                    <a:pt x="47663" y="69659"/>
                  </a:lnTo>
                  <a:lnTo>
                    <a:pt x="47066" y="69875"/>
                  </a:lnTo>
                  <a:lnTo>
                    <a:pt x="45491" y="71120"/>
                  </a:lnTo>
                  <a:lnTo>
                    <a:pt x="45491" y="72529"/>
                  </a:lnTo>
                  <a:lnTo>
                    <a:pt x="46189" y="73075"/>
                  </a:lnTo>
                  <a:lnTo>
                    <a:pt x="47091" y="73799"/>
                  </a:lnTo>
                  <a:lnTo>
                    <a:pt x="47663" y="73990"/>
                  </a:lnTo>
                  <a:lnTo>
                    <a:pt x="51727" y="74282"/>
                  </a:lnTo>
                  <a:lnTo>
                    <a:pt x="51739" y="69367"/>
                  </a:lnTo>
                  <a:close/>
                </a:path>
                <a:path w="200025" h="186054">
                  <a:moveTo>
                    <a:pt x="56007" y="80378"/>
                  </a:moveTo>
                  <a:lnTo>
                    <a:pt x="52387" y="80378"/>
                  </a:lnTo>
                  <a:lnTo>
                    <a:pt x="53289" y="82321"/>
                  </a:lnTo>
                  <a:lnTo>
                    <a:pt x="53454" y="82664"/>
                  </a:lnTo>
                  <a:lnTo>
                    <a:pt x="53530" y="82842"/>
                  </a:lnTo>
                  <a:lnTo>
                    <a:pt x="53759" y="83337"/>
                  </a:lnTo>
                  <a:lnTo>
                    <a:pt x="54610" y="83337"/>
                  </a:lnTo>
                  <a:lnTo>
                    <a:pt x="54927" y="82664"/>
                  </a:lnTo>
                  <a:lnTo>
                    <a:pt x="55092" y="82321"/>
                  </a:lnTo>
                  <a:lnTo>
                    <a:pt x="56007" y="80378"/>
                  </a:lnTo>
                  <a:close/>
                </a:path>
                <a:path w="200025" h="186054">
                  <a:moveTo>
                    <a:pt x="58953" y="92494"/>
                  </a:moveTo>
                  <a:lnTo>
                    <a:pt x="52120" y="92494"/>
                  </a:lnTo>
                  <a:lnTo>
                    <a:pt x="52120" y="97726"/>
                  </a:lnTo>
                  <a:lnTo>
                    <a:pt x="55537" y="97726"/>
                  </a:lnTo>
                  <a:lnTo>
                    <a:pt x="58953" y="97726"/>
                  </a:lnTo>
                  <a:lnTo>
                    <a:pt x="58953" y="92494"/>
                  </a:lnTo>
                  <a:close/>
                </a:path>
                <a:path w="200025" h="186054">
                  <a:moveTo>
                    <a:pt x="59740" y="72263"/>
                  </a:moveTo>
                  <a:lnTo>
                    <a:pt x="57543" y="70891"/>
                  </a:lnTo>
                  <a:lnTo>
                    <a:pt x="56654" y="70319"/>
                  </a:lnTo>
                  <a:lnTo>
                    <a:pt x="55765" y="70319"/>
                  </a:lnTo>
                  <a:lnTo>
                    <a:pt x="52705" y="72263"/>
                  </a:lnTo>
                  <a:lnTo>
                    <a:pt x="53517" y="75768"/>
                  </a:lnTo>
                  <a:lnTo>
                    <a:pt x="58902" y="75768"/>
                  </a:lnTo>
                  <a:lnTo>
                    <a:pt x="59740" y="72263"/>
                  </a:lnTo>
                  <a:close/>
                </a:path>
                <a:path w="200025" h="186054">
                  <a:moveTo>
                    <a:pt x="67221" y="175742"/>
                  </a:moveTo>
                  <a:lnTo>
                    <a:pt x="64020" y="174434"/>
                  </a:lnTo>
                  <a:lnTo>
                    <a:pt x="62217" y="176199"/>
                  </a:lnTo>
                  <a:lnTo>
                    <a:pt x="60934" y="177457"/>
                  </a:lnTo>
                  <a:lnTo>
                    <a:pt x="60934" y="179057"/>
                  </a:lnTo>
                  <a:lnTo>
                    <a:pt x="61874" y="179971"/>
                  </a:lnTo>
                  <a:lnTo>
                    <a:pt x="64020" y="182079"/>
                  </a:lnTo>
                  <a:lnTo>
                    <a:pt x="67221" y="180784"/>
                  </a:lnTo>
                  <a:lnTo>
                    <a:pt x="67221" y="175742"/>
                  </a:lnTo>
                  <a:close/>
                </a:path>
                <a:path w="200025" h="186054">
                  <a:moveTo>
                    <a:pt x="69265" y="66306"/>
                  </a:moveTo>
                  <a:lnTo>
                    <a:pt x="68745" y="66306"/>
                  </a:lnTo>
                  <a:lnTo>
                    <a:pt x="68745" y="66700"/>
                  </a:lnTo>
                  <a:lnTo>
                    <a:pt x="68999" y="66700"/>
                  </a:lnTo>
                  <a:lnTo>
                    <a:pt x="69265" y="66700"/>
                  </a:lnTo>
                  <a:lnTo>
                    <a:pt x="69265" y="66306"/>
                  </a:lnTo>
                  <a:close/>
                </a:path>
                <a:path w="200025" h="186054">
                  <a:moveTo>
                    <a:pt x="74752" y="89077"/>
                  </a:moveTo>
                  <a:lnTo>
                    <a:pt x="65963" y="89077"/>
                  </a:lnTo>
                  <a:lnTo>
                    <a:pt x="65951" y="95808"/>
                  </a:lnTo>
                  <a:lnTo>
                    <a:pt x="70345" y="95808"/>
                  </a:lnTo>
                  <a:lnTo>
                    <a:pt x="74739" y="95808"/>
                  </a:lnTo>
                  <a:lnTo>
                    <a:pt x="74752" y="89077"/>
                  </a:lnTo>
                  <a:close/>
                </a:path>
                <a:path w="200025" h="186054">
                  <a:moveTo>
                    <a:pt x="77012" y="183616"/>
                  </a:moveTo>
                  <a:lnTo>
                    <a:pt x="75590" y="182689"/>
                  </a:lnTo>
                  <a:lnTo>
                    <a:pt x="74104" y="181724"/>
                  </a:lnTo>
                  <a:lnTo>
                    <a:pt x="73190" y="182651"/>
                  </a:lnTo>
                  <a:lnTo>
                    <a:pt x="73812" y="183591"/>
                  </a:lnTo>
                  <a:lnTo>
                    <a:pt x="73990" y="183845"/>
                  </a:lnTo>
                  <a:lnTo>
                    <a:pt x="75095" y="185496"/>
                  </a:lnTo>
                  <a:lnTo>
                    <a:pt x="77012" y="183616"/>
                  </a:lnTo>
                  <a:close/>
                </a:path>
                <a:path w="200025" h="186054">
                  <a:moveTo>
                    <a:pt x="77101" y="118287"/>
                  </a:moveTo>
                  <a:lnTo>
                    <a:pt x="76428" y="116014"/>
                  </a:lnTo>
                  <a:lnTo>
                    <a:pt x="76301" y="115608"/>
                  </a:lnTo>
                  <a:lnTo>
                    <a:pt x="76250" y="115404"/>
                  </a:lnTo>
                  <a:lnTo>
                    <a:pt x="75907" y="114249"/>
                  </a:lnTo>
                  <a:lnTo>
                    <a:pt x="74218" y="114249"/>
                  </a:lnTo>
                  <a:lnTo>
                    <a:pt x="73685" y="116014"/>
                  </a:lnTo>
                  <a:lnTo>
                    <a:pt x="73025" y="118262"/>
                  </a:lnTo>
                  <a:lnTo>
                    <a:pt x="77101" y="118287"/>
                  </a:lnTo>
                  <a:close/>
                </a:path>
                <a:path w="200025" h="186054">
                  <a:moveTo>
                    <a:pt x="79349" y="67348"/>
                  </a:moveTo>
                  <a:lnTo>
                    <a:pt x="79197" y="66497"/>
                  </a:lnTo>
                  <a:lnTo>
                    <a:pt x="78549" y="63868"/>
                  </a:lnTo>
                  <a:lnTo>
                    <a:pt x="76784" y="63652"/>
                  </a:lnTo>
                  <a:lnTo>
                    <a:pt x="74739" y="65328"/>
                  </a:lnTo>
                  <a:lnTo>
                    <a:pt x="74269" y="65913"/>
                  </a:lnTo>
                  <a:lnTo>
                    <a:pt x="72758" y="70332"/>
                  </a:lnTo>
                  <a:lnTo>
                    <a:pt x="77901" y="71729"/>
                  </a:lnTo>
                  <a:lnTo>
                    <a:pt x="78968" y="68529"/>
                  </a:lnTo>
                  <a:lnTo>
                    <a:pt x="79349" y="67348"/>
                  </a:lnTo>
                  <a:close/>
                </a:path>
                <a:path w="200025" h="186054">
                  <a:moveTo>
                    <a:pt x="82054" y="104216"/>
                  </a:moveTo>
                  <a:lnTo>
                    <a:pt x="81534" y="104216"/>
                  </a:lnTo>
                  <a:lnTo>
                    <a:pt x="81534" y="104622"/>
                  </a:lnTo>
                  <a:lnTo>
                    <a:pt x="81788" y="104622"/>
                  </a:lnTo>
                  <a:lnTo>
                    <a:pt x="82054" y="104622"/>
                  </a:lnTo>
                  <a:lnTo>
                    <a:pt x="82054" y="104216"/>
                  </a:lnTo>
                  <a:close/>
                </a:path>
                <a:path w="200025" h="186054">
                  <a:moveTo>
                    <a:pt x="86766" y="65887"/>
                  </a:moveTo>
                  <a:lnTo>
                    <a:pt x="84455" y="62001"/>
                  </a:lnTo>
                  <a:lnTo>
                    <a:pt x="81813" y="62115"/>
                  </a:lnTo>
                  <a:lnTo>
                    <a:pt x="80670" y="63868"/>
                  </a:lnTo>
                  <a:lnTo>
                    <a:pt x="79527" y="65633"/>
                  </a:lnTo>
                  <a:lnTo>
                    <a:pt x="80835" y="68389"/>
                  </a:lnTo>
                  <a:lnTo>
                    <a:pt x="85166" y="67830"/>
                  </a:lnTo>
                  <a:lnTo>
                    <a:pt x="86766" y="65887"/>
                  </a:lnTo>
                  <a:close/>
                </a:path>
                <a:path w="200025" h="186054">
                  <a:moveTo>
                    <a:pt x="89293" y="164325"/>
                  </a:moveTo>
                  <a:lnTo>
                    <a:pt x="88785" y="161023"/>
                  </a:lnTo>
                  <a:lnTo>
                    <a:pt x="86766" y="160731"/>
                  </a:lnTo>
                  <a:lnTo>
                    <a:pt x="85839" y="161632"/>
                  </a:lnTo>
                  <a:lnTo>
                    <a:pt x="84924" y="162534"/>
                  </a:lnTo>
                  <a:lnTo>
                    <a:pt x="85217" y="164541"/>
                  </a:lnTo>
                  <a:lnTo>
                    <a:pt x="86677" y="164757"/>
                  </a:lnTo>
                  <a:lnTo>
                    <a:pt x="88557" y="165036"/>
                  </a:lnTo>
                  <a:lnTo>
                    <a:pt x="89293" y="164325"/>
                  </a:lnTo>
                  <a:close/>
                </a:path>
                <a:path w="200025" h="186054">
                  <a:moveTo>
                    <a:pt x="89750" y="99593"/>
                  </a:moveTo>
                  <a:lnTo>
                    <a:pt x="89611" y="96431"/>
                  </a:lnTo>
                  <a:lnTo>
                    <a:pt x="89395" y="91579"/>
                  </a:lnTo>
                  <a:lnTo>
                    <a:pt x="85382" y="89242"/>
                  </a:lnTo>
                  <a:lnTo>
                    <a:pt x="80073" y="95681"/>
                  </a:lnTo>
                  <a:lnTo>
                    <a:pt x="80378" y="99174"/>
                  </a:lnTo>
                  <a:lnTo>
                    <a:pt x="86233" y="101612"/>
                  </a:lnTo>
                  <a:lnTo>
                    <a:pt x="89750" y="99593"/>
                  </a:lnTo>
                  <a:close/>
                </a:path>
                <a:path w="200025" h="186054">
                  <a:moveTo>
                    <a:pt x="95935" y="116154"/>
                  </a:moveTo>
                  <a:lnTo>
                    <a:pt x="94869" y="112306"/>
                  </a:lnTo>
                  <a:lnTo>
                    <a:pt x="92824" y="111150"/>
                  </a:lnTo>
                  <a:lnTo>
                    <a:pt x="90944" y="111671"/>
                  </a:lnTo>
                  <a:lnTo>
                    <a:pt x="87858" y="112534"/>
                  </a:lnTo>
                  <a:lnTo>
                    <a:pt x="87109" y="113919"/>
                  </a:lnTo>
                  <a:lnTo>
                    <a:pt x="86766" y="116560"/>
                  </a:lnTo>
                  <a:lnTo>
                    <a:pt x="87287" y="117424"/>
                  </a:lnTo>
                  <a:lnTo>
                    <a:pt x="88785" y="118973"/>
                  </a:lnTo>
                  <a:lnTo>
                    <a:pt x="90373" y="119519"/>
                  </a:lnTo>
                  <a:lnTo>
                    <a:pt x="94665" y="117817"/>
                  </a:lnTo>
                  <a:lnTo>
                    <a:pt x="95935" y="116154"/>
                  </a:lnTo>
                  <a:close/>
                </a:path>
                <a:path w="200025" h="186054">
                  <a:moveTo>
                    <a:pt x="96367" y="76682"/>
                  </a:moveTo>
                  <a:lnTo>
                    <a:pt x="95288" y="74142"/>
                  </a:lnTo>
                  <a:lnTo>
                    <a:pt x="91186" y="74142"/>
                  </a:lnTo>
                  <a:lnTo>
                    <a:pt x="90119" y="76682"/>
                  </a:lnTo>
                  <a:lnTo>
                    <a:pt x="91567" y="78130"/>
                  </a:lnTo>
                  <a:lnTo>
                    <a:pt x="92608" y="79184"/>
                  </a:lnTo>
                  <a:lnTo>
                    <a:pt x="93853" y="79184"/>
                  </a:lnTo>
                  <a:lnTo>
                    <a:pt x="94576" y="78473"/>
                  </a:lnTo>
                  <a:lnTo>
                    <a:pt x="94691" y="78346"/>
                  </a:lnTo>
                  <a:lnTo>
                    <a:pt x="94919" y="78130"/>
                  </a:lnTo>
                  <a:lnTo>
                    <a:pt x="96367" y="76682"/>
                  </a:lnTo>
                  <a:close/>
                </a:path>
                <a:path w="200025" h="186054">
                  <a:moveTo>
                    <a:pt x="98920" y="47129"/>
                  </a:moveTo>
                  <a:lnTo>
                    <a:pt x="96977" y="47129"/>
                  </a:lnTo>
                  <a:lnTo>
                    <a:pt x="96977" y="48628"/>
                  </a:lnTo>
                  <a:lnTo>
                    <a:pt x="97955" y="48628"/>
                  </a:lnTo>
                  <a:lnTo>
                    <a:pt x="98920" y="48628"/>
                  </a:lnTo>
                  <a:lnTo>
                    <a:pt x="98920" y="47129"/>
                  </a:lnTo>
                  <a:close/>
                </a:path>
                <a:path w="200025" h="186054">
                  <a:moveTo>
                    <a:pt x="103149" y="157556"/>
                  </a:moveTo>
                  <a:lnTo>
                    <a:pt x="99479" y="157556"/>
                  </a:lnTo>
                  <a:lnTo>
                    <a:pt x="99479" y="160362"/>
                  </a:lnTo>
                  <a:lnTo>
                    <a:pt x="101320" y="160362"/>
                  </a:lnTo>
                  <a:lnTo>
                    <a:pt x="103149" y="160362"/>
                  </a:lnTo>
                  <a:lnTo>
                    <a:pt x="103149" y="157556"/>
                  </a:lnTo>
                  <a:close/>
                </a:path>
                <a:path w="200025" h="186054">
                  <a:moveTo>
                    <a:pt x="106057" y="64033"/>
                  </a:moveTo>
                  <a:lnTo>
                    <a:pt x="105257" y="60655"/>
                  </a:lnTo>
                  <a:lnTo>
                    <a:pt x="100063" y="60655"/>
                  </a:lnTo>
                  <a:lnTo>
                    <a:pt x="99263" y="64020"/>
                  </a:lnTo>
                  <a:lnTo>
                    <a:pt x="101371" y="65354"/>
                  </a:lnTo>
                  <a:lnTo>
                    <a:pt x="102235" y="65900"/>
                  </a:lnTo>
                  <a:lnTo>
                    <a:pt x="103085" y="65900"/>
                  </a:lnTo>
                  <a:lnTo>
                    <a:pt x="106057" y="64033"/>
                  </a:lnTo>
                  <a:close/>
                </a:path>
                <a:path w="200025" h="186054">
                  <a:moveTo>
                    <a:pt x="106959" y="140144"/>
                  </a:moveTo>
                  <a:lnTo>
                    <a:pt x="106438" y="140144"/>
                  </a:lnTo>
                  <a:lnTo>
                    <a:pt x="106438" y="140538"/>
                  </a:lnTo>
                  <a:lnTo>
                    <a:pt x="106705" y="140538"/>
                  </a:lnTo>
                  <a:lnTo>
                    <a:pt x="106959" y="140538"/>
                  </a:lnTo>
                  <a:lnTo>
                    <a:pt x="106959" y="140144"/>
                  </a:lnTo>
                  <a:close/>
                </a:path>
                <a:path w="200025" h="186054">
                  <a:moveTo>
                    <a:pt x="112699" y="42570"/>
                  </a:moveTo>
                  <a:lnTo>
                    <a:pt x="110718" y="40627"/>
                  </a:lnTo>
                  <a:lnTo>
                    <a:pt x="108140" y="42202"/>
                  </a:lnTo>
                  <a:lnTo>
                    <a:pt x="106375" y="43561"/>
                  </a:lnTo>
                  <a:lnTo>
                    <a:pt x="103974" y="45440"/>
                  </a:lnTo>
                  <a:lnTo>
                    <a:pt x="107823" y="49237"/>
                  </a:lnTo>
                  <a:lnTo>
                    <a:pt x="109728" y="46863"/>
                  </a:lnTo>
                  <a:lnTo>
                    <a:pt x="110439" y="45986"/>
                  </a:lnTo>
                  <a:lnTo>
                    <a:pt x="111099" y="45123"/>
                  </a:lnTo>
                  <a:lnTo>
                    <a:pt x="112699" y="42570"/>
                  </a:lnTo>
                  <a:close/>
                </a:path>
                <a:path w="200025" h="186054">
                  <a:moveTo>
                    <a:pt x="113703" y="166751"/>
                  </a:moveTo>
                  <a:lnTo>
                    <a:pt x="113169" y="166751"/>
                  </a:lnTo>
                  <a:lnTo>
                    <a:pt x="113169" y="167144"/>
                  </a:lnTo>
                  <a:lnTo>
                    <a:pt x="113436" y="167144"/>
                  </a:lnTo>
                  <a:lnTo>
                    <a:pt x="113703" y="167144"/>
                  </a:lnTo>
                  <a:lnTo>
                    <a:pt x="113703" y="166751"/>
                  </a:lnTo>
                  <a:close/>
                </a:path>
                <a:path w="200025" h="186054">
                  <a:moveTo>
                    <a:pt x="119761" y="45008"/>
                  </a:moveTo>
                  <a:lnTo>
                    <a:pt x="119227" y="45008"/>
                  </a:lnTo>
                  <a:lnTo>
                    <a:pt x="119227" y="45415"/>
                  </a:lnTo>
                  <a:lnTo>
                    <a:pt x="119494" y="45415"/>
                  </a:lnTo>
                  <a:lnTo>
                    <a:pt x="119761" y="45415"/>
                  </a:lnTo>
                  <a:lnTo>
                    <a:pt x="119761" y="45008"/>
                  </a:lnTo>
                  <a:close/>
                </a:path>
                <a:path w="200025" h="186054">
                  <a:moveTo>
                    <a:pt x="123609" y="159854"/>
                  </a:moveTo>
                  <a:lnTo>
                    <a:pt x="123329" y="157035"/>
                  </a:lnTo>
                  <a:lnTo>
                    <a:pt x="119049" y="154571"/>
                  </a:lnTo>
                  <a:lnTo>
                    <a:pt x="116674" y="155854"/>
                  </a:lnTo>
                  <a:lnTo>
                    <a:pt x="116395" y="156527"/>
                  </a:lnTo>
                  <a:lnTo>
                    <a:pt x="114744" y="157264"/>
                  </a:lnTo>
                  <a:lnTo>
                    <a:pt x="115011" y="161036"/>
                  </a:lnTo>
                  <a:lnTo>
                    <a:pt x="118783" y="163055"/>
                  </a:lnTo>
                  <a:lnTo>
                    <a:pt x="120700" y="162928"/>
                  </a:lnTo>
                  <a:lnTo>
                    <a:pt x="123609" y="159854"/>
                  </a:lnTo>
                  <a:close/>
                </a:path>
                <a:path w="200025" h="186054">
                  <a:moveTo>
                    <a:pt x="124091" y="94970"/>
                  </a:moveTo>
                  <a:lnTo>
                    <a:pt x="122732" y="93370"/>
                  </a:lnTo>
                  <a:lnTo>
                    <a:pt x="120230" y="94716"/>
                  </a:lnTo>
                  <a:lnTo>
                    <a:pt x="118579" y="95084"/>
                  </a:lnTo>
                  <a:lnTo>
                    <a:pt x="116027" y="95732"/>
                  </a:lnTo>
                  <a:lnTo>
                    <a:pt x="115925" y="97574"/>
                  </a:lnTo>
                  <a:lnTo>
                    <a:pt x="117144" y="97790"/>
                  </a:lnTo>
                  <a:lnTo>
                    <a:pt x="119570" y="98234"/>
                  </a:lnTo>
                  <a:lnTo>
                    <a:pt x="121221" y="97536"/>
                  </a:lnTo>
                  <a:lnTo>
                    <a:pt x="124091" y="94970"/>
                  </a:lnTo>
                  <a:close/>
                </a:path>
                <a:path w="200025" h="186054">
                  <a:moveTo>
                    <a:pt x="127127" y="107797"/>
                  </a:moveTo>
                  <a:lnTo>
                    <a:pt x="118605" y="107797"/>
                  </a:lnTo>
                  <a:lnTo>
                    <a:pt x="118592" y="114338"/>
                  </a:lnTo>
                  <a:lnTo>
                    <a:pt x="122859" y="114338"/>
                  </a:lnTo>
                  <a:lnTo>
                    <a:pt x="127127" y="114338"/>
                  </a:lnTo>
                  <a:lnTo>
                    <a:pt x="127127" y="107797"/>
                  </a:lnTo>
                  <a:close/>
                </a:path>
                <a:path w="200025" h="186054">
                  <a:moveTo>
                    <a:pt x="129705" y="69507"/>
                  </a:moveTo>
                  <a:lnTo>
                    <a:pt x="123583" y="67741"/>
                  </a:lnTo>
                  <a:lnTo>
                    <a:pt x="121285" y="69557"/>
                  </a:lnTo>
                  <a:lnTo>
                    <a:pt x="121285" y="74091"/>
                  </a:lnTo>
                  <a:lnTo>
                    <a:pt x="123583" y="75895"/>
                  </a:lnTo>
                  <a:lnTo>
                    <a:pt x="125831" y="75247"/>
                  </a:lnTo>
                  <a:lnTo>
                    <a:pt x="129705" y="74129"/>
                  </a:lnTo>
                  <a:lnTo>
                    <a:pt x="129705" y="69507"/>
                  </a:lnTo>
                  <a:close/>
                </a:path>
                <a:path w="200025" h="186054">
                  <a:moveTo>
                    <a:pt x="132651" y="119507"/>
                  </a:moveTo>
                  <a:lnTo>
                    <a:pt x="126644" y="118351"/>
                  </a:lnTo>
                  <a:lnTo>
                    <a:pt x="126923" y="124104"/>
                  </a:lnTo>
                  <a:lnTo>
                    <a:pt x="130314" y="125641"/>
                  </a:lnTo>
                  <a:lnTo>
                    <a:pt x="131584" y="123088"/>
                  </a:lnTo>
                  <a:lnTo>
                    <a:pt x="132257" y="121754"/>
                  </a:lnTo>
                  <a:lnTo>
                    <a:pt x="131775" y="121145"/>
                  </a:lnTo>
                  <a:lnTo>
                    <a:pt x="132461" y="119862"/>
                  </a:lnTo>
                  <a:lnTo>
                    <a:pt x="132651" y="119507"/>
                  </a:lnTo>
                  <a:close/>
                </a:path>
                <a:path w="200025" h="186054">
                  <a:moveTo>
                    <a:pt x="136867" y="29781"/>
                  </a:moveTo>
                  <a:lnTo>
                    <a:pt x="131711" y="21513"/>
                  </a:lnTo>
                  <a:lnTo>
                    <a:pt x="123532" y="24930"/>
                  </a:lnTo>
                  <a:lnTo>
                    <a:pt x="124320" y="32080"/>
                  </a:lnTo>
                  <a:lnTo>
                    <a:pt x="125793" y="34099"/>
                  </a:lnTo>
                  <a:lnTo>
                    <a:pt x="128244" y="34036"/>
                  </a:lnTo>
                  <a:lnTo>
                    <a:pt x="131584" y="33947"/>
                  </a:lnTo>
                  <a:lnTo>
                    <a:pt x="136867" y="29781"/>
                  </a:lnTo>
                  <a:close/>
                </a:path>
                <a:path w="200025" h="186054">
                  <a:moveTo>
                    <a:pt x="141490" y="114261"/>
                  </a:moveTo>
                  <a:lnTo>
                    <a:pt x="139534" y="113042"/>
                  </a:lnTo>
                  <a:lnTo>
                    <a:pt x="138734" y="112522"/>
                  </a:lnTo>
                  <a:lnTo>
                    <a:pt x="137960" y="112522"/>
                  </a:lnTo>
                  <a:lnTo>
                    <a:pt x="135204" y="114261"/>
                  </a:lnTo>
                  <a:lnTo>
                    <a:pt x="135940" y="117398"/>
                  </a:lnTo>
                  <a:lnTo>
                    <a:pt x="140741" y="117398"/>
                  </a:lnTo>
                  <a:lnTo>
                    <a:pt x="141490" y="114261"/>
                  </a:lnTo>
                  <a:close/>
                </a:path>
                <a:path w="200025" h="186054">
                  <a:moveTo>
                    <a:pt x="143903" y="85598"/>
                  </a:moveTo>
                  <a:lnTo>
                    <a:pt x="138747" y="83019"/>
                  </a:lnTo>
                  <a:lnTo>
                    <a:pt x="133845" y="91287"/>
                  </a:lnTo>
                  <a:lnTo>
                    <a:pt x="142176" y="94386"/>
                  </a:lnTo>
                  <a:lnTo>
                    <a:pt x="143154" y="89395"/>
                  </a:lnTo>
                  <a:lnTo>
                    <a:pt x="143903" y="85598"/>
                  </a:lnTo>
                  <a:close/>
                </a:path>
                <a:path w="200025" h="186054">
                  <a:moveTo>
                    <a:pt x="143992" y="67627"/>
                  </a:moveTo>
                  <a:lnTo>
                    <a:pt x="143471" y="67627"/>
                  </a:lnTo>
                  <a:lnTo>
                    <a:pt x="143471" y="68033"/>
                  </a:lnTo>
                  <a:lnTo>
                    <a:pt x="143725" y="68033"/>
                  </a:lnTo>
                  <a:lnTo>
                    <a:pt x="143992" y="68033"/>
                  </a:lnTo>
                  <a:lnTo>
                    <a:pt x="143992" y="67627"/>
                  </a:lnTo>
                  <a:close/>
                </a:path>
                <a:path w="200025" h="186054">
                  <a:moveTo>
                    <a:pt x="145808" y="144437"/>
                  </a:moveTo>
                  <a:lnTo>
                    <a:pt x="144348" y="144437"/>
                  </a:lnTo>
                  <a:lnTo>
                    <a:pt x="144348" y="145554"/>
                  </a:lnTo>
                  <a:lnTo>
                    <a:pt x="145072" y="145554"/>
                  </a:lnTo>
                  <a:lnTo>
                    <a:pt x="145808" y="145554"/>
                  </a:lnTo>
                  <a:lnTo>
                    <a:pt x="145808" y="144437"/>
                  </a:lnTo>
                  <a:close/>
                </a:path>
                <a:path w="200025" h="186054">
                  <a:moveTo>
                    <a:pt x="153479" y="50952"/>
                  </a:moveTo>
                  <a:lnTo>
                    <a:pt x="151726" y="48514"/>
                  </a:lnTo>
                  <a:lnTo>
                    <a:pt x="145910" y="48615"/>
                  </a:lnTo>
                  <a:lnTo>
                    <a:pt x="144221" y="51409"/>
                  </a:lnTo>
                  <a:lnTo>
                    <a:pt x="146939" y="56019"/>
                  </a:lnTo>
                  <a:lnTo>
                    <a:pt x="149936" y="55587"/>
                  </a:lnTo>
                  <a:lnTo>
                    <a:pt x="151422" y="53632"/>
                  </a:lnTo>
                  <a:lnTo>
                    <a:pt x="153479" y="50952"/>
                  </a:lnTo>
                  <a:close/>
                </a:path>
                <a:path w="200025" h="186054">
                  <a:moveTo>
                    <a:pt x="154190" y="117436"/>
                  </a:moveTo>
                  <a:lnTo>
                    <a:pt x="153466" y="117436"/>
                  </a:lnTo>
                  <a:lnTo>
                    <a:pt x="153466" y="117995"/>
                  </a:lnTo>
                  <a:lnTo>
                    <a:pt x="153822" y="117995"/>
                  </a:lnTo>
                  <a:lnTo>
                    <a:pt x="154190" y="117995"/>
                  </a:lnTo>
                  <a:lnTo>
                    <a:pt x="154190" y="117436"/>
                  </a:lnTo>
                  <a:close/>
                </a:path>
                <a:path w="200025" h="186054">
                  <a:moveTo>
                    <a:pt x="157670" y="21488"/>
                  </a:moveTo>
                  <a:lnTo>
                    <a:pt x="151333" y="21488"/>
                  </a:lnTo>
                  <a:lnTo>
                    <a:pt x="151333" y="26352"/>
                  </a:lnTo>
                  <a:lnTo>
                    <a:pt x="154508" y="26352"/>
                  </a:lnTo>
                  <a:lnTo>
                    <a:pt x="157670" y="26352"/>
                  </a:lnTo>
                  <a:lnTo>
                    <a:pt x="157670" y="21488"/>
                  </a:lnTo>
                  <a:close/>
                </a:path>
                <a:path w="200025" h="186054">
                  <a:moveTo>
                    <a:pt x="159626" y="38735"/>
                  </a:moveTo>
                  <a:lnTo>
                    <a:pt x="155219" y="33172"/>
                  </a:lnTo>
                  <a:lnTo>
                    <a:pt x="152793" y="33070"/>
                  </a:lnTo>
                  <a:lnTo>
                    <a:pt x="152793" y="40716"/>
                  </a:lnTo>
                  <a:lnTo>
                    <a:pt x="152654" y="40754"/>
                  </a:lnTo>
                  <a:lnTo>
                    <a:pt x="152527" y="40449"/>
                  </a:lnTo>
                  <a:lnTo>
                    <a:pt x="152463" y="40297"/>
                  </a:lnTo>
                  <a:lnTo>
                    <a:pt x="152755" y="40068"/>
                  </a:lnTo>
                  <a:lnTo>
                    <a:pt x="152793" y="40716"/>
                  </a:lnTo>
                  <a:lnTo>
                    <a:pt x="152793" y="33070"/>
                  </a:lnTo>
                  <a:lnTo>
                    <a:pt x="151028" y="32994"/>
                  </a:lnTo>
                  <a:lnTo>
                    <a:pt x="145529" y="37553"/>
                  </a:lnTo>
                  <a:lnTo>
                    <a:pt x="144767" y="41643"/>
                  </a:lnTo>
                  <a:lnTo>
                    <a:pt x="149415" y="46685"/>
                  </a:lnTo>
                  <a:lnTo>
                    <a:pt x="153187" y="47371"/>
                  </a:lnTo>
                  <a:lnTo>
                    <a:pt x="154279" y="46647"/>
                  </a:lnTo>
                  <a:lnTo>
                    <a:pt x="155181" y="47345"/>
                  </a:lnTo>
                  <a:lnTo>
                    <a:pt x="157353" y="44627"/>
                  </a:lnTo>
                  <a:lnTo>
                    <a:pt x="159004" y="43535"/>
                  </a:lnTo>
                  <a:lnTo>
                    <a:pt x="158661" y="42989"/>
                  </a:lnTo>
                  <a:lnTo>
                    <a:pt x="159359" y="42113"/>
                  </a:lnTo>
                  <a:lnTo>
                    <a:pt x="159575" y="39319"/>
                  </a:lnTo>
                  <a:lnTo>
                    <a:pt x="159626" y="38735"/>
                  </a:lnTo>
                  <a:close/>
                </a:path>
                <a:path w="200025" h="186054">
                  <a:moveTo>
                    <a:pt x="161455" y="123393"/>
                  </a:moveTo>
                  <a:lnTo>
                    <a:pt x="150241" y="123393"/>
                  </a:lnTo>
                  <a:lnTo>
                    <a:pt x="150241" y="132003"/>
                  </a:lnTo>
                  <a:lnTo>
                    <a:pt x="155854" y="132003"/>
                  </a:lnTo>
                  <a:lnTo>
                    <a:pt x="161455" y="132003"/>
                  </a:lnTo>
                  <a:lnTo>
                    <a:pt x="161455" y="123393"/>
                  </a:lnTo>
                  <a:close/>
                </a:path>
                <a:path w="200025" h="186054">
                  <a:moveTo>
                    <a:pt x="162483" y="109016"/>
                  </a:moveTo>
                  <a:lnTo>
                    <a:pt x="162140" y="107492"/>
                  </a:lnTo>
                  <a:lnTo>
                    <a:pt x="162052" y="107073"/>
                  </a:lnTo>
                  <a:lnTo>
                    <a:pt x="161963" y="106654"/>
                  </a:lnTo>
                  <a:lnTo>
                    <a:pt x="161734" y="105613"/>
                  </a:lnTo>
                  <a:lnTo>
                    <a:pt x="160731" y="105613"/>
                  </a:lnTo>
                  <a:lnTo>
                    <a:pt x="160413" y="107073"/>
                  </a:lnTo>
                  <a:lnTo>
                    <a:pt x="160324" y="107492"/>
                  </a:lnTo>
                  <a:lnTo>
                    <a:pt x="159994" y="109004"/>
                  </a:lnTo>
                  <a:lnTo>
                    <a:pt x="162483" y="109016"/>
                  </a:lnTo>
                  <a:close/>
                </a:path>
                <a:path w="200025" h="186054">
                  <a:moveTo>
                    <a:pt x="164858" y="94246"/>
                  </a:moveTo>
                  <a:lnTo>
                    <a:pt x="164338" y="94246"/>
                  </a:lnTo>
                  <a:lnTo>
                    <a:pt x="164338" y="94640"/>
                  </a:lnTo>
                  <a:lnTo>
                    <a:pt x="164604" y="94640"/>
                  </a:lnTo>
                  <a:lnTo>
                    <a:pt x="164858" y="94640"/>
                  </a:lnTo>
                  <a:lnTo>
                    <a:pt x="164858" y="94246"/>
                  </a:lnTo>
                  <a:close/>
                </a:path>
                <a:path w="200025" h="186054">
                  <a:moveTo>
                    <a:pt x="166192" y="17322"/>
                  </a:moveTo>
                  <a:lnTo>
                    <a:pt x="165252" y="17195"/>
                  </a:lnTo>
                  <a:lnTo>
                    <a:pt x="164820" y="17132"/>
                  </a:lnTo>
                  <a:lnTo>
                    <a:pt x="163449" y="16941"/>
                  </a:lnTo>
                  <a:lnTo>
                    <a:pt x="163449" y="18935"/>
                  </a:lnTo>
                  <a:lnTo>
                    <a:pt x="164820" y="18745"/>
                  </a:lnTo>
                  <a:lnTo>
                    <a:pt x="165481" y="18656"/>
                  </a:lnTo>
                  <a:lnTo>
                    <a:pt x="166192" y="18567"/>
                  </a:lnTo>
                  <a:lnTo>
                    <a:pt x="166192" y="17322"/>
                  </a:lnTo>
                  <a:close/>
                </a:path>
                <a:path w="200025" h="186054">
                  <a:moveTo>
                    <a:pt x="168249" y="69926"/>
                  </a:moveTo>
                  <a:lnTo>
                    <a:pt x="165442" y="68808"/>
                  </a:lnTo>
                  <a:lnTo>
                    <a:pt x="164592" y="70370"/>
                  </a:lnTo>
                  <a:lnTo>
                    <a:pt x="163283" y="72732"/>
                  </a:lnTo>
                  <a:lnTo>
                    <a:pt x="162661" y="76187"/>
                  </a:lnTo>
                  <a:lnTo>
                    <a:pt x="165671" y="79260"/>
                  </a:lnTo>
                  <a:lnTo>
                    <a:pt x="167563" y="78574"/>
                  </a:lnTo>
                  <a:lnTo>
                    <a:pt x="167360" y="75120"/>
                  </a:lnTo>
                  <a:lnTo>
                    <a:pt x="166674" y="73621"/>
                  </a:lnTo>
                  <a:lnTo>
                    <a:pt x="168249" y="69926"/>
                  </a:lnTo>
                  <a:close/>
                </a:path>
                <a:path w="200025" h="186054">
                  <a:moveTo>
                    <a:pt x="174828" y="50444"/>
                  </a:moveTo>
                  <a:lnTo>
                    <a:pt x="174574" y="50444"/>
                  </a:lnTo>
                  <a:lnTo>
                    <a:pt x="174574" y="50622"/>
                  </a:lnTo>
                  <a:lnTo>
                    <a:pt x="174701" y="50622"/>
                  </a:lnTo>
                  <a:lnTo>
                    <a:pt x="174828" y="50622"/>
                  </a:lnTo>
                  <a:lnTo>
                    <a:pt x="174828" y="50444"/>
                  </a:lnTo>
                  <a:close/>
                </a:path>
                <a:path w="200025" h="186054">
                  <a:moveTo>
                    <a:pt x="178993" y="60312"/>
                  </a:moveTo>
                  <a:lnTo>
                    <a:pt x="178473" y="60312"/>
                  </a:lnTo>
                  <a:lnTo>
                    <a:pt x="178473" y="60718"/>
                  </a:lnTo>
                  <a:lnTo>
                    <a:pt x="178739" y="60718"/>
                  </a:lnTo>
                  <a:lnTo>
                    <a:pt x="178993" y="60718"/>
                  </a:lnTo>
                  <a:lnTo>
                    <a:pt x="178993" y="60312"/>
                  </a:lnTo>
                  <a:close/>
                </a:path>
                <a:path w="200025" h="186054">
                  <a:moveTo>
                    <a:pt x="178993" y="56984"/>
                  </a:moveTo>
                  <a:lnTo>
                    <a:pt x="178473" y="56984"/>
                  </a:lnTo>
                  <a:lnTo>
                    <a:pt x="178473" y="57391"/>
                  </a:lnTo>
                  <a:lnTo>
                    <a:pt x="178739" y="57391"/>
                  </a:lnTo>
                  <a:lnTo>
                    <a:pt x="178993" y="57391"/>
                  </a:lnTo>
                  <a:lnTo>
                    <a:pt x="178993" y="56984"/>
                  </a:lnTo>
                  <a:close/>
                </a:path>
                <a:path w="200025" h="186054">
                  <a:moveTo>
                    <a:pt x="180136" y="12661"/>
                  </a:moveTo>
                  <a:lnTo>
                    <a:pt x="179400" y="11963"/>
                  </a:lnTo>
                  <a:lnTo>
                    <a:pt x="177609" y="10198"/>
                  </a:lnTo>
                  <a:lnTo>
                    <a:pt x="175018" y="11252"/>
                  </a:lnTo>
                  <a:lnTo>
                    <a:pt x="175018" y="15316"/>
                  </a:lnTo>
                  <a:lnTo>
                    <a:pt x="177609" y="16357"/>
                  </a:lnTo>
                  <a:lnTo>
                    <a:pt x="179070" y="14935"/>
                  </a:lnTo>
                  <a:lnTo>
                    <a:pt x="179298" y="14719"/>
                  </a:lnTo>
                  <a:lnTo>
                    <a:pt x="180136" y="13893"/>
                  </a:lnTo>
                  <a:lnTo>
                    <a:pt x="180136" y="12661"/>
                  </a:lnTo>
                  <a:close/>
                </a:path>
                <a:path w="200025" h="186054">
                  <a:moveTo>
                    <a:pt x="181610" y="36334"/>
                  </a:moveTo>
                  <a:lnTo>
                    <a:pt x="178308" y="33045"/>
                  </a:lnTo>
                  <a:lnTo>
                    <a:pt x="176352" y="35572"/>
                  </a:lnTo>
                  <a:lnTo>
                    <a:pt x="175933" y="36118"/>
                  </a:lnTo>
                  <a:lnTo>
                    <a:pt x="175818" y="36563"/>
                  </a:lnTo>
                  <a:lnTo>
                    <a:pt x="175729" y="38049"/>
                  </a:lnTo>
                  <a:lnTo>
                    <a:pt x="176568" y="38874"/>
                  </a:lnTo>
                  <a:lnTo>
                    <a:pt x="178066" y="38773"/>
                  </a:lnTo>
                  <a:lnTo>
                    <a:pt x="178523" y="38671"/>
                  </a:lnTo>
                  <a:lnTo>
                    <a:pt x="181610" y="36334"/>
                  </a:lnTo>
                  <a:close/>
                </a:path>
                <a:path w="200025" h="186054">
                  <a:moveTo>
                    <a:pt x="182435" y="95961"/>
                  </a:moveTo>
                  <a:lnTo>
                    <a:pt x="180416" y="95948"/>
                  </a:lnTo>
                  <a:lnTo>
                    <a:pt x="180606" y="97320"/>
                  </a:lnTo>
                  <a:lnTo>
                    <a:pt x="180708" y="97967"/>
                  </a:lnTo>
                  <a:lnTo>
                    <a:pt x="180797" y="98679"/>
                  </a:lnTo>
                  <a:lnTo>
                    <a:pt x="182054" y="98679"/>
                  </a:lnTo>
                  <a:lnTo>
                    <a:pt x="182257" y="97320"/>
                  </a:lnTo>
                  <a:lnTo>
                    <a:pt x="182435" y="95961"/>
                  </a:lnTo>
                  <a:close/>
                </a:path>
                <a:path w="200025" h="186054">
                  <a:moveTo>
                    <a:pt x="183375" y="91592"/>
                  </a:moveTo>
                  <a:lnTo>
                    <a:pt x="182384" y="91452"/>
                  </a:lnTo>
                  <a:lnTo>
                    <a:pt x="181737" y="91351"/>
                  </a:lnTo>
                  <a:lnTo>
                    <a:pt x="179895" y="91109"/>
                  </a:lnTo>
                  <a:lnTo>
                    <a:pt x="179882" y="93789"/>
                  </a:lnTo>
                  <a:lnTo>
                    <a:pt x="182156" y="93459"/>
                  </a:lnTo>
                  <a:lnTo>
                    <a:pt x="182384" y="93433"/>
                  </a:lnTo>
                  <a:lnTo>
                    <a:pt x="183375" y="93294"/>
                  </a:lnTo>
                  <a:lnTo>
                    <a:pt x="183375" y="91592"/>
                  </a:lnTo>
                  <a:close/>
                </a:path>
                <a:path w="200025" h="186054">
                  <a:moveTo>
                    <a:pt x="186956" y="120916"/>
                  </a:moveTo>
                  <a:lnTo>
                    <a:pt x="186905" y="120357"/>
                  </a:lnTo>
                  <a:lnTo>
                    <a:pt x="186055" y="118300"/>
                  </a:lnTo>
                  <a:lnTo>
                    <a:pt x="184899" y="117475"/>
                  </a:lnTo>
                  <a:lnTo>
                    <a:pt x="182321" y="118059"/>
                  </a:lnTo>
                  <a:lnTo>
                    <a:pt x="181673" y="118541"/>
                  </a:lnTo>
                  <a:lnTo>
                    <a:pt x="179031" y="120878"/>
                  </a:lnTo>
                  <a:lnTo>
                    <a:pt x="179882" y="123952"/>
                  </a:lnTo>
                  <a:lnTo>
                    <a:pt x="184467" y="125857"/>
                  </a:lnTo>
                  <a:lnTo>
                    <a:pt x="186639" y="124066"/>
                  </a:lnTo>
                  <a:lnTo>
                    <a:pt x="186880" y="121678"/>
                  </a:lnTo>
                  <a:lnTo>
                    <a:pt x="186956" y="120916"/>
                  </a:lnTo>
                  <a:close/>
                </a:path>
                <a:path w="200025" h="186054">
                  <a:moveTo>
                    <a:pt x="187693" y="114808"/>
                  </a:moveTo>
                  <a:lnTo>
                    <a:pt x="187286" y="114808"/>
                  </a:lnTo>
                  <a:lnTo>
                    <a:pt x="187286" y="115989"/>
                  </a:lnTo>
                  <a:lnTo>
                    <a:pt x="187693" y="115989"/>
                  </a:lnTo>
                  <a:lnTo>
                    <a:pt x="187693" y="115722"/>
                  </a:lnTo>
                  <a:lnTo>
                    <a:pt x="187693" y="114808"/>
                  </a:lnTo>
                  <a:close/>
                </a:path>
                <a:path w="200025" h="186054">
                  <a:moveTo>
                    <a:pt x="190525" y="78943"/>
                  </a:moveTo>
                  <a:lnTo>
                    <a:pt x="190334" y="77584"/>
                  </a:lnTo>
                  <a:lnTo>
                    <a:pt x="190233" y="76949"/>
                  </a:lnTo>
                  <a:lnTo>
                    <a:pt x="190144" y="76238"/>
                  </a:lnTo>
                  <a:lnTo>
                    <a:pt x="189369" y="76238"/>
                  </a:lnTo>
                  <a:lnTo>
                    <a:pt x="189953" y="75476"/>
                  </a:lnTo>
                  <a:lnTo>
                    <a:pt x="189598" y="74396"/>
                  </a:lnTo>
                  <a:lnTo>
                    <a:pt x="189052" y="72682"/>
                  </a:lnTo>
                  <a:lnTo>
                    <a:pt x="185216" y="70751"/>
                  </a:lnTo>
                  <a:lnTo>
                    <a:pt x="182600" y="70726"/>
                  </a:lnTo>
                  <a:lnTo>
                    <a:pt x="178930" y="75184"/>
                  </a:lnTo>
                  <a:lnTo>
                    <a:pt x="179184" y="78308"/>
                  </a:lnTo>
                  <a:lnTo>
                    <a:pt x="185686" y="82689"/>
                  </a:lnTo>
                  <a:lnTo>
                    <a:pt x="189738" y="78943"/>
                  </a:lnTo>
                  <a:lnTo>
                    <a:pt x="190525" y="78943"/>
                  </a:lnTo>
                  <a:close/>
                </a:path>
                <a:path w="200025" h="186054">
                  <a:moveTo>
                    <a:pt x="195389" y="14909"/>
                  </a:moveTo>
                  <a:lnTo>
                    <a:pt x="194398" y="14909"/>
                  </a:lnTo>
                  <a:lnTo>
                    <a:pt x="194398" y="15646"/>
                  </a:lnTo>
                  <a:lnTo>
                    <a:pt x="194894" y="15646"/>
                  </a:lnTo>
                  <a:lnTo>
                    <a:pt x="195389" y="15646"/>
                  </a:lnTo>
                  <a:lnTo>
                    <a:pt x="195389" y="14909"/>
                  </a:lnTo>
                  <a:close/>
                </a:path>
                <a:path w="200025" h="186054">
                  <a:moveTo>
                    <a:pt x="196430" y="47066"/>
                  </a:moveTo>
                  <a:lnTo>
                    <a:pt x="193154" y="45859"/>
                  </a:lnTo>
                  <a:lnTo>
                    <a:pt x="189318" y="50279"/>
                  </a:lnTo>
                  <a:lnTo>
                    <a:pt x="187718" y="53809"/>
                  </a:lnTo>
                  <a:lnTo>
                    <a:pt x="187985" y="55816"/>
                  </a:lnTo>
                  <a:lnTo>
                    <a:pt x="191236" y="57708"/>
                  </a:lnTo>
                  <a:lnTo>
                    <a:pt x="193763" y="57315"/>
                  </a:lnTo>
                  <a:lnTo>
                    <a:pt x="194538" y="55600"/>
                  </a:lnTo>
                  <a:lnTo>
                    <a:pt x="195491" y="53479"/>
                  </a:lnTo>
                  <a:lnTo>
                    <a:pt x="195859" y="51511"/>
                  </a:lnTo>
                  <a:lnTo>
                    <a:pt x="196430" y="47066"/>
                  </a:lnTo>
                  <a:close/>
                </a:path>
                <a:path w="200025" h="186054">
                  <a:moveTo>
                    <a:pt x="197827" y="26720"/>
                  </a:moveTo>
                  <a:lnTo>
                    <a:pt x="194627" y="25425"/>
                  </a:lnTo>
                  <a:lnTo>
                    <a:pt x="192824" y="27203"/>
                  </a:lnTo>
                  <a:lnTo>
                    <a:pt x="191541" y="28448"/>
                  </a:lnTo>
                  <a:lnTo>
                    <a:pt x="191541" y="30048"/>
                  </a:lnTo>
                  <a:lnTo>
                    <a:pt x="192481" y="30962"/>
                  </a:lnTo>
                  <a:lnTo>
                    <a:pt x="194627" y="33070"/>
                  </a:lnTo>
                  <a:lnTo>
                    <a:pt x="197827" y="31775"/>
                  </a:lnTo>
                  <a:lnTo>
                    <a:pt x="197827" y="26720"/>
                  </a:lnTo>
                  <a:close/>
                </a:path>
                <a:path w="200025" h="186054">
                  <a:moveTo>
                    <a:pt x="199999" y="6108"/>
                  </a:moveTo>
                  <a:lnTo>
                    <a:pt x="199110" y="3556"/>
                  </a:lnTo>
                  <a:lnTo>
                    <a:pt x="196888" y="2120"/>
                  </a:lnTo>
                  <a:lnTo>
                    <a:pt x="193573" y="0"/>
                  </a:lnTo>
                  <a:lnTo>
                    <a:pt x="189915" y="1473"/>
                  </a:lnTo>
                  <a:lnTo>
                    <a:pt x="187452" y="7264"/>
                  </a:lnTo>
                  <a:lnTo>
                    <a:pt x="189204" y="10185"/>
                  </a:lnTo>
                  <a:lnTo>
                    <a:pt x="195275" y="12407"/>
                  </a:lnTo>
                  <a:lnTo>
                    <a:pt x="198120" y="10744"/>
                  </a:lnTo>
                  <a:lnTo>
                    <a:pt x="199999" y="610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274178" y="7697831"/>
              <a:ext cx="960119" cy="411480"/>
            </a:xfrm>
            <a:custGeom>
              <a:avLst/>
              <a:gdLst/>
              <a:ahLst/>
              <a:cxnLst/>
              <a:rect l="l" t="t" r="r" b="b"/>
              <a:pathLst>
                <a:path w="960119" h="411479">
                  <a:moveTo>
                    <a:pt x="14274" y="132105"/>
                  </a:moveTo>
                  <a:lnTo>
                    <a:pt x="13436" y="129247"/>
                  </a:lnTo>
                  <a:lnTo>
                    <a:pt x="8902" y="128016"/>
                  </a:lnTo>
                  <a:lnTo>
                    <a:pt x="7162" y="130162"/>
                  </a:lnTo>
                  <a:lnTo>
                    <a:pt x="7556" y="132346"/>
                  </a:lnTo>
                  <a:lnTo>
                    <a:pt x="8115" y="135382"/>
                  </a:lnTo>
                  <a:lnTo>
                    <a:pt x="10439" y="135712"/>
                  </a:lnTo>
                  <a:lnTo>
                    <a:pt x="14274" y="132105"/>
                  </a:lnTo>
                  <a:close/>
                </a:path>
                <a:path w="960119" h="411479">
                  <a:moveTo>
                    <a:pt x="14516" y="109093"/>
                  </a:moveTo>
                  <a:lnTo>
                    <a:pt x="13652" y="108788"/>
                  </a:lnTo>
                  <a:lnTo>
                    <a:pt x="12636" y="107746"/>
                  </a:lnTo>
                  <a:lnTo>
                    <a:pt x="12065" y="106006"/>
                  </a:lnTo>
                  <a:lnTo>
                    <a:pt x="9410" y="107264"/>
                  </a:lnTo>
                  <a:lnTo>
                    <a:pt x="10375" y="108686"/>
                  </a:lnTo>
                  <a:lnTo>
                    <a:pt x="11137" y="109804"/>
                  </a:lnTo>
                  <a:lnTo>
                    <a:pt x="12065" y="110363"/>
                  </a:lnTo>
                  <a:lnTo>
                    <a:pt x="14439" y="110502"/>
                  </a:lnTo>
                  <a:lnTo>
                    <a:pt x="14516" y="109093"/>
                  </a:lnTo>
                  <a:close/>
                </a:path>
                <a:path w="960119" h="411479">
                  <a:moveTo>
                    <a:pt x="15684" y="89509"/>
                  </a:moveTo>
                  <a:lnTo>
                    <a:pt x="6921" y="87134"/>
                  </a:lnTo>
                  <a:lnTo>
                    <a:pt x="3822" y="88861"/>
                  </a:lnTo>
                  <a:lnTo>
                    <a:pt x="2070" y="95186"/>
                  </a:lnTo>
                  <a:lnTo>
                    <a:pt x="4787" y="98412"/>
                  </a:lnTo>
                  <a:lnTo>
                    <a:pt x="8331" y="98564"/>
                  </a:lnTo>
                  <a:lnTo>
                    <a:pt x="14579" y="98831"/>
                  </a:lnTo>
                  <a:lnTo>
                    <a:pt x="15684" y="89509"/>
                  </a:lnTo>
                  <a:close/>
                </a:path>
                <a:path w="960119" h="411479">
                  <a:moveTo>
                    <a:pt x="17653" y="58305"/>
                  </a:moveTo>
                  <a:lnTo>
                    <a:pt x="15189" y="53060"/>
                  </a:lnTo>
                  <a:lnTo>
                    <a:pt x="12115" y="54978"/>
                  </a:lnTo>
                  <a:lnTo>
                    <a:pt x="11849" y="55168"/>
                  </a:lnTo>
                  <a:lnTo>
                    <a:pt x="11569" y="55333"/>
                  </a:lnTo>
                  <a:lnTo>
                    <a:pt x="11252" y="55460"/>
                  </a:lnTo>
                  <a:lnTo>
                    <a:pt x="9817" y="56146"/>
                  </a:lnTo>
                  <a:lnTo>
                    <a:pt x="9715" y="58686"/>
                  </a:lnTo>
                  <a:lnTo>
                    <a:pt x="12280" y="59778"/>
                  </a:lnTo>
                  <a:lnTo>
                    <a:pt x="13004" y="59982"/>
                  </a:lnTo>
                  <a:lnTo>
                    <a:pt x="17653" y="58305"/>
                  </a:lnTo>
                  <a:close/>
                </a:path>
                <a:path w="960119" h="411479">
                  <a:moveTo>
                    <a:pt x="26809" y="72821"/>
                  </a:moveTo>
                  <a:lnTo>
                    <a:pt x="19837" y="72821"/>
                  </a:lnTo>
                  <a:lnTo>
                    <a:pt x="20332" y="68999"/>
                  </a:lnTo>
                  <a:lnTo>
                    <a:pt x="14147" y="64998"/>
                  </a:lnTo>
                  <a:lnTo>
                    <a:pt x="4330" y="66306"/>
                  </a:lnTo>
                  <a:lnTo>
                    <a:pt x="0" y="71653"/>
                  </a:lnTo>
                  <a:lnTo>
                    <a:pt x="3530" y="81584"/>
                  </a:lnTo>
                  <a:lnTo>
                    <a:pt x="7264" y="84328"/>
                  </a:lnTo>
                  <a:lnTo>
                    <a:pt x="16573" y="83096"/>
                  </a:lnTo>
                  <a:lnTo>
                    <a:pt x="19011" y="79502"/>
                  </a:lnTo>
                  <a:lnTo>
                    <a:pt x="19253" y="77546"/>
                  </a:lnTo>
                  <a:lnTo>
                    <a:pt x="19253" y="78613"/>
                  </a:lnTo>
                  <a:lnTo>
                    <a:pt x="23025" y="78613"/>
                  </a:lnTo>
                  <a:lnTo>
                    <a:pt x="26809" y="78613"/>
                  </a:lnTo>
                  <a:lnTo>
                    <a:pt x="26809" y="72821"/>
                  </a:lnTo>
                  <a:close/>
                </a:path>
                <a:path w="960119" h="411479">
                  <a:moveTo>
                    <a:pt x="27012" y="122275"/>
                  </a:moveTo>
                  <a:lnTo>
                    <a:pt x="26835" y="119468"/>
                  </a:lnTo>
                  <a:lnTo>
                    <a:pt x="24917" y="118516"/>
                  </a:lnTo>
                  <a:lnTo>
                    <a:pt x="22504" y="120916"/>
                  </a:lnTo>
                  <a:lnTo>
                    <a:pt x="23444" y="122821"/>
                  </a:lnTo>
                  <a:lnTo>
                    <a:pt x="25044" y="122923"/>
                  </a:lnTo>
                  <a:lnTo>
                    <a:pt x="26276" y="122986"/>
                  </a:lnTo>
                  <a:lnTo>
                    <a:pt x="27012" y="122275"/>
                  </a:lnTo>
                  <a:close/>
                </a:path>
                <a:path w="960119" h="411479">
                  <a:moveTo>
                    <a:pt x="27889" y="27241"/>
                  </a:moveTo>
                  <a:lnTo>
                    <a:pt x="27089" y="26873"/>
                  </a:lnTo>
                  <a:lnTo>
                    <a:pt x="23710" y="25323"/>
                  </a:lnTo>
                  <a:lnTo>
                    <a:pt x="23710" y="30518"/>
                  </a:lnTo>
                  <a:lnTo>
                    <a:pt x="26911" y="29044"/>
                  </a:lnTo>
                  <a:lnTo>
                    <a:pt x="27089" y="28968"/>
                  </a:lnTo>
                  <a:lnTo>
                    <a:pt x="27889" y="28600"/>
                  </a:lnTo>
                  <a:lnTo>
                    <a:pt x="27889" y="27241"/>
                  </a:lnTo>
                  <a:close/>
                </a:path>
                <a:path w="960119" h="411479">
                  <a:moveTo>
                    <a:pt x="31457" y="95821"/>
                  </a:moveTo>
                  <a:lnTo>
                    <a:pt x="29413" y="91033"/>
                  </a:lnTo>
                  <a:lnTo>
                    <a:pt x="26327" y="90335"/>
                  </a:lnTo>
                  <a:lnTo>
                    <a:pt x="24549" y="92138"/>
                  </a:lnTo>
                  <a:lnTo>
                    <a:pt x="22326" y="94399"/>
                  </a:lnTo>
                  <a:lnTo>
                    <a:pt x="23495" y="98691"/>
                  </a:lnTo>
                  <a:lnTo>
                    <a:pt x="29552" y="97878"/>
                  </a:lnTo>
                  <a:lnTo>
                    <a:pt x="31457" y="95821"/>
                  </a:lnTo>
                  <a:close/>
                </a:path>
                <a:path w="960119" h="411479">
                  <a:moveTo>
                    <a:pt x="33451" y="16954"/>
                  </a:moveTo>
                  <a:lnTo>
                    <a:pt x="31470" y="15951"/>
                  </a:lnTo>
                  <a:lnTo>
                    <a:pt x="31013" y="15735"/>
                  </a:lnTo>
                  <a:lnTo>
                    <a:pt x="29933" y="15189"/>
                  </a:lnTo>
                  <a:lnTo>
                    <a:pt x="28981" y="16802"/>
                  </a:lnTo>
                  <a:lnTo>
                    <a:pt x="30060" y="17348"/>
                  </a:lnTo>
                  <a:lnTo>
                    <a:pt x="30518" y="17564"/>
                  </a:lnTo>
                  <a:lnTo>
                    <a:pt x="30949" y="17792"/>
                  </a:lnTo>
                  <a:lnTo>
                    <a:pt x="31407" y="18021"/>
                  </a:lnTo>
                  <a:lnTo>
                    <a:pt x="32499" y="18567"/>
                  </a:lnTo>
                  <a:lnTo>
                    <a:pt x="33451" y="16954"/>
                  </a:lnTo>
                  <a:close/>
                </a:path>
                <a:path w="960119" h="411479">
                  <a:moveTo>
                    <a:pt x="38493" y="49580"/>
                  </a:moveTo>
                  <a:lnTo>
                    <a:pt x="27762" y="49580"/>
                  </a:lnTo>
                  <a:lnTo>
                    <a:pt x="27749" y="57810"/>
                  </a:lnTo>
                  <a:lnTo>
                    <a:pt x="33121" y="57810"/>
                  </a:lnTo>
                  <a:lnTo>
                    <a:pt x="38481" y="57810"/>
                  </a:lnTo>
                  <a:lnTo>
                    <a:pt x="38493" y="49580"/>
                  </a:lnTo>
                  <a:close/>
                </a:path>
                <a:path w="960119" h="411479">
                  <a:moveTo>
                    <a:pt x="39751" y="131965"/>
                  </a:moveTo>
                  <a:lnTo>
                    <a:pt x="37884" y="128536"/>
                  </a:lnTo>
                  <a:lnTo>
                    <a:pt x="37490" y="127825"/>
                  </a:lnTo>
                  <a:lnTo>
                    <a:pt x="37338" y="127635"/>
                  </a:lnTo>
                  <a:lnTo>
                    <a:pt x="37033" y="126860"/>
                  </a:lnTo>
                  <a:lnTo>
                    <a:pt x="36944" y="126657"/>
                  </a:lnTo>
                  <a:lnTo>
                    <a:pt x="35991" y="125717"/>
                  </a:lnTo>
                  <a:lnTo>
                    <a:pt x="32702" y="125768"/>
                  </a:lnTo>
                  <a:lnTo>
                    <a:pt x="30911" y="125945"/>
                  </a:lnTo>
                  <a:lnTo>
                    <a:pt x="28702" y="129692"/>
                  </a:lnTo>
                  <a:lnTo>
                    <a:pt x="29197" y="132207"/>
                  </a:lnTo>
                  <a:lnTo>
                    <a:pt x="34785" y="136321"/>
                  </a:lnTo>
                  <a:lnTo>
                    <a:pt x="39751" y="131965"/>
                  </a:lnTo>
                  <a:close/>
                </a:path>
                <a:path w="960119" h="411479">
                  <a:moveTo>
                    <a:pt x="41465" y="50012"/>
                  </a:moveTo>
                  <a:lnTo>
                    <a:pt x="40944" y="50012"/>
                  </a:lnTo>
                  <a:lnTo>
                    <a:pt x="40944" y="50406"/>
                  </a:lnTo>
                  <a:lnTo>
                    <a:pt x="41198" y="50406"/>
                  </a:lnTo>
                  <a:lnTo>
                    <a:pt x="41465" y="50406"/>
                  </a:lnTo>
                  <a:lnTo>
                    <a:pt x="41465" y="50012"/>
                  </a:lnTo>
                  <a:close/>
                </a:path>
                <a:path w="960119" h="411479">
                  <a:moveTo>
                    <a:pt x="41719" y="76644"/>
                  </a:moveTo>
                  <a:lnTo>
                    <a:pt x="38150" y="76517"/>
                  </a:lnTo>
                  <a:lnTo>
                    <a:pt x="35966" y="76428"/>
                  </a:lnTo>
                  <a:lnTo>
                    <a:pt x="35648" y="77787"/>
                  </a:lnTo>
                  <a:lnTo>
                    <a:pt x="38785" y="81686"/>
                  </a:lnTo>
                  <a:lnTo>
                    <a:pt x="41719" y="76644"/>
                  </a:lnTo>
                  <a:close/>
                </a:path>
                <a:path w="960119" h="411479">
                  <a:moveTo>
                    <a:pt x="47688" y="103847"/>
                  </a:moveTo>
                  <a:lnTo>
                    <a:pt x="47155" y="97409"/>
                  </a:lnTo>
                  <a:lnTo>
                    <a:pt x="40347" y="97370"/>
                  </a:lnTo>
                  <a:lnTo>
                    <a:pt x="40551" y="99860"/>
                  </a:lnTo>
                  <a:lnTo>
                    <a:pt x="40513" y="103517"/>
                  </a:lnTo>
                  <a:lnTo>
                    <a:pt x="42075" y="105473"/>
                  </a:lnTo>
                  <a:lnTo>
                    <a:pt x="43916" y="105244"/>
                  </a:lnTo>
                  <a:lnTo>
                    <a:pt x="45834" y="105003"/>
                  </a:lnTo>
                  <a:lnTo>
                    <a:pt x="47688" y="103847"/>
                  </a:lnTo>
                  <a:close/>
                </a:path>
                <a:path w="960119" h="411479">
                  <a:moveTo>
                    <a:pt x="52679" y="94322"/>
                  </a:moveTo>
                  <a:lnTo>
                    <a:pt x="51943" y="94322"/>
                  </a:lnTo>
                  <a:lnTo>
                    <a:pt x="51943" y="94881"/>
                  </a:lnTo>
                  <a:lnTo>
                    <a:pt x="52311" y="94881"/>
                  </a:lnTo>
                  <a:lnTo>
                    <a:pt x="52679" y="94881"/>
                  </a:lnTo>
                  <a:lnTo>
                    <a:pt x="52679" y="94322"/>
                  </a:lnTo>
                  <a:close/>
                </a:path>
                <a:path w="960119" h="411479">
                  <a:moveTo>
                    <a:pt x="53035" y="120319"/>
                  </a:moveTo>
                  <a:lnTo>
                    <a:pt x="51930" y="117614"/>
                  </a:lnTo>
                  <a:lnTo>
                    <a:pt x="51066" y="115468"/>
                  </a:lnTo>
                  <a:lnTo>
                    <a:pt x="49517" y="115468"/>
                  </a:lnTo>
                  <a:lnTo>
                    <a:pt x="47561" y="120294"/>
                  </a:lnTo>
                  <a:lnTo>
                    <a:pt x="53035" y="120319"/>
                  </a:lnTo>
                  <a:close/>
                </a:path>
                <a:path w="960119" h="411479">
                  <a:moveTo>
                    <a:pt x="54127" y="18338"/>
                  </a:moveTo>
                  <a:lnTo>
                    <a:pt x="49974" y="18338"/>
                  </a:lnTo>
                  <a:lnTo>
                    <a:pt x="49974" y="21526"/>
                  </a:lnTo>
                  <a:lnTo>
                    <a:pt x="52044" y="21526"/>
                  </a:lnTo>
                  <a:lnTo>
                    <a:pt x="54127" y="21526"/>
                  </a:lnTo>
                  <a:lnTo>
                    <a:pt x="54127" y="18338"/>
                  </a:lnTo>
                  <a:close/>
                </a:path>
                <a:path w="960119" h="411479">
                  <a:moveTo>
                    <a:pt x="54267" y="79578"/>
                  </a:moveTo>
                  <a:lnTo>
                    <a:pt x="53416" y="78384"/>
                  </a:lnTo>
                  <a:lnTo>
                    <a:pt x="48285" y="75463"/>
                  </a:lnTo>
                  <a:lnTo>
                    <a:pt x="43980" y="79667"/>
                  </a:lnTo>
                  <a:lnTo>
                    <a:pt x="47002" y="84797"/>
                  </a:lnTo>
                  <a:lnTo>
                    <a:pt x="48704" y="85521"/>
                  </a:lnTo>
                  <a:lnTo>
                    <a:pt x="52641" y="85051"/>
                  </a:lnTo>
                  <a:lnTo>
                    <a:pt x="53835" y="83286"/>
                  </a:lnTo>
                  <a:lnTo>
                    <a:pt x="54076" y="81191"/>
                  </a:lnTo>
                  <a:lnTo>
                    <a:pt x="54267" y="79578"/>
                  </a:lnTo>
                  <a:close/>
                </a:path>
                <a:path w="960119" h="411479">
                  <a:moveTo>
                    <a:pt x="54800" y="40487"/>
                  </a:moveTo>
                  <a:lnTo>
                    <a:pt x="50761" y="36461"/>
                  </a:lnTo>
                  <a:lnTo>
                    <a:pt x="47739" y="37122"/>
                  </a:lnTo>
                  <a:lnTo>
                    <a:pt x="45402" y="40398"/>
                  </a:lnTo>
                  <a:lnTo>
                    <a:pt x="45377" y="42633"/>
                  </a:lnTo>
                  <a:lnTo>
                    <a:pt x="47459" y="45313"/>
                  </a:lnTo>
                  <a:lnTo>
                    <a:pt x="49923" y="46659"/>
                  </a:lnTo>
                  <a:lnTo>
                    <a:pt x="52108" y="45008"/>
                  </a:lnTo>
                  <a:lnTo>
                    <a:pt x="53403" y="44043"/>
                  </a:lnTo>
                  <a:lnTo>
                    <a:pt x="53670" y="43561"/>
                  </a:lnTo>
                  <a:lnTo>
                    <a:pt x="54000" y="43319"/>
                  </a:lnTo>
                  <a:lnTo>
                    <a:pt x="54190" y="42633"/>
                  </a:lnTo>
                  <a:lnTo>
                    <a:pt x="54267" y="42494"/>
                  </a:lnTo>
                  <a:lnTo>
                    <a:pt x="54305" y="42214"/>
                  </a:lnTo>
                  <a:lnTo>
                    <a:pt x="54800" y="40487"/>
                  </a:lnTo>
                  <a:close/>
                </a:path>
                <a:path w="960119" h="411479">
                  <a:moveTo>
                    <a:pt x="61074" y="128320"/>
                  </a:moveTo>
                  <a:lnTo>
                    <a:pt x="58851" y="126085"/>
                  </a:lnTo>
                  <a:lnTo>
                    <a:pt x="57721" y="127749"/>
                  </a:lnTo>
                  <a:lnTo>
                    <a:pt x="56642" y="129362"/>
                  </a:lnTo>
                  <a:lnTo>
                    <a:pt x="57772" y="130479"/>
                  </a:lnTo>
                  <a:lnTo>
                    <a:pt x="59410" y="129413"/>
                  </a:lnTo>
                  <a:lnTo>
                    <a:pt x="61074" y="128320"/>
                  </a:lnTo>
                  <a:close/>
                </a:path>
                <a:path w="960119" h="411479">
                  <a:moveTo>
                    <a:pt x="62509" y="61290"/>
                  </a:moveTo>
                  <a:lnTo>
                    <a:pt x="57213" y="57772"/>
                  </a:lnTo>
                  <a:lnTo>
                    <a:pt x="55308" y="61493"/>
                  </a:lnTo>
                  <a:lnTo>
                    <a:pt x="57899" y="62395"/>
                  </a:lnTo>
                  <a:lnTo>
                    <a:pt x="61683" y="63715"/>
                  </a:lnTo>
                  <a:lnTo>
                    <a:pt x="62509" y="61290"/>
                  </a:lnTo>
                  <a:close/>
                </a:path>
                <a:path w="960119" h="411479">
                  <a:moveTo>
                    <a:pt x="63906" y="8445"/>
                  </a:moveTo>
                  <a:lnTo>
                    <a:pt x="62738" y="7912"/>
                  </a:lnTo>
                  <a:lnTo>
                    <a:pt x="58991" y="6210"/>
                  </a:lnTo>
                  <a:lnTo>
                    <a:pt x="58991" y="12382"/>
                  </a:lnTo>
                  <a:lnTo>
                    <a:pt x="62382" y="10833"/>
                  </a:lnTo>
                  <a:lnTo>
                    <a:pt x="63906" y="10134"/>
                  </a:lnTo>
                  <a:lnTo>
                    <a:pt x="63906" y="8445"/>
                  </a:lnTo>
                  <a:close/>
                </a:path>
                <a:path w="960119" h="411479">
                  <a:moveTo>
                    <a:pt x="77495" y="99377"/>
                  </a:moveTo>
                  <a:lnTo>
                    <a:pt x="66522" y="99377"/>
                  </a:lnTo>
                  <a:lnTo>
                    <a:pt x="66522" y="107657"/>
                  </a:lnTo>
                  <a:lnTo>
                    <a:pt x="60147" y="103212"/>
                  </a:lnTo>
                  <a:lnTo>
                    <a:pt x="55219" y="106591"/>
                  </a:lnTo>
                  <a:lnTo>
                    <a:pt x="55219" y="114554"/>
                  </a:lnTo>
                  <a:lnTo>
                    <a:pt x="60147" y="117944"/>
                  </a:lnTo>
                  <a:lnTo>
                    <a:pt x="63766" y="115417"/>
                  </a:lnTo>
                  <a:lnTo>
                    <a:pt x="67576" y="112763"/>
                  </a:lnTo>
                  <a:lnTo>
                    <a:pt x="67576" y="108381"/>
                  </a:lnTo>
                  <a:lnTo>
                    <a:pt x="66725" y="107797"/>
                  </a:lnTo>
                  <a:lnTo>
                    <a:pt x="72009" y="107797"/>
                  </a:lnTo>
                  <a:lnTo>
                    <a:pt x="77495" y="107797"/>
                  </a:lnTo>
                  <a:lnTo>
                    <a:pt x="77495" y="99377"/>
                  </a:lnTo>
                  <a:close/>
                </a:path>
                <a:path w="960119" h="411479">
                  <a:moveTo>
                    <a:pt x="78867" y="35369"/>
                  </a:moveTo>
                  <a:lnTo>
                    <a:pt x="73774" y="31953"/>
                  </a:lnTo>
                  <a:lnTo>
                    <a:pt x="70662" y="34010"/>
                  </a:lnTo>
                  <a:lnTo>
                    <a:pt x="70662" y="39128"/>
                  </a:lnTo>
                  <a:lnTo>
                    <a:pt x="73774" y="41186"/>
                  </a:lnTo>
                  <a:lnTo>
                    <a:pt x="76085" y="39636"/>
                  </a:lnTo>
                  <a:lnTo>
                    <a:pt x="78867" y="37769"/>
                  </a:lnTo>
                  <a:lnTo>
                    <a:pt x="78867" y="35369"/>
                  </a:lnTo>
                  <a:close/>
                </a:path>
                <a:path w="960119" h="411479">
                  <a:moveTo>
                    <a:pt x="79209" y="24320"/>
                  </a:moveTo>
                  <a:lnTo>
                    <a:pt x="70726" y="15938"/>
                  </a:lnTo>
                  <a:lnTo>
                    <a:pt x="64820" y="21755"/>
                  </a:lnTo>
                  <a:lnTo>
                    <a:pt x="68630" y="25514"/>
                  </a:lnTo>
                  <a:lnTo>
                    <a:pt x="73317" y="30149"/>
                  </a:lnTo>
                  <a:lnTo>
                    <a:pt x="79209" y="24320"/>
                  </a:lnTo>
                  <a:close/>
                </a:path>
                <a:path w="960119" h="411479">
                  <a:moveTo>
                    <a:pt x="80340" y="64973"/>
                  </a:moveTo>
                  <a:lnTo>
                    <a:pt x="79819" y="64973"/>
                  </a:lnTo>
                  <a:lnTo>
                    <a:pt x="79819" y="65366"/>
                  </a:lnTo>
                  <a:lnTo>
                    <a:pt x="80086" y="65366"/>
                  </a:lnTo>
                  <a:lnTo>
                    <a:pt x="80340" y="65366"/>
                  </a:lnTo>
                  <a:lnTo>
                    <a:pt x="80340" y="64973"/>
                  </a:lnTo>
                  <a:close/>
                </a:path>
                <a:path w="960119" h="411479">
                  <a:moveTo>
                    <a:pt x="86931" y="72504"/>
                  </a:moveTo>
                  <a:lnTo>
                    <a:pt x="86474" y="71666"/>
                  </a:lnTo>
                  <a:lnTo>
                    <a:pt x="86702" y="69380"/>
                  </a:lnTo>
                  <a:lnTo>
                    <a:pt x="86829" y="68033"/>
                  </a:lnTo>
                  <a:lnTo>
                    <a:pt x="82550" y="67551"/>
                  </a:lnTo>
                  <a:lnTo>
                    <a:pt x="80975" y="69811"/>
                  </a:lnTo>
                  <a:lnTo>
                    <a:pt x="80975" y="70256"/>
                  </a:lnTo>
                  <a:lnTo>
                    <a:pt x="80911" y="70573"/>
                  </a:lnTo>
                  <a:lnTo>
                    <a:pt x="80835" y="70281"/>
                  </a:lnTo>
                  <a:lnTo>
                    <a:pt x="80975" y="70256"/>
                  </a:lnTo>
                  <a:lnTo>
                    <a:pt x="80975" y="69811"/>
                  </a:lnTo>
                  <a:lnTo>
                    <a:pt x="80670" y="70243"/>
                  </a:lnTo>
                  <a:lnTo>
                    <a:pt x="79819" y="70573"/>
                  </a:lnTo>
                  <a:lnTo>
                    <a:pt x="78155" y="72529"/>
                  </a:lnTo>
                  <a:lnTo>
                    <a:pt x="77952" y="74536"/>
                  </a:lnTo>
                  <a:lnTo>
                    <a:pt x="80505" y="77038"/>
                  </a:lnTo>
                  <a:lnTo>
                    <a:pt x="83007" y="77330"/>
                  </a:lnTo>
                  <a:lnTo>
                    <a:pt x="83451" y="76746"/>
                  </a:lnTo>
                  <a:lnTo>
                    <a:pt x="83743" y="76390"/>
                  </a:lnTo>
                  <a:lnTo>
                    <a:pt x="85293" y="75882"/>
                  </a:lnTo>
                  <a:lnTo>
                    <a:pt x="86283" y="73774"/>
                  </a:lnTo>
                  <a:lnTo>
                    <a:pt x="86334" y="73228"/>
                  </a:lnTo>
                  <a:lnTo>
                    <a:pt x="86931" y="72504"/>
                  </a:lnTo>
                  <a:close/>
                </a:path>
                <a:path w="960119" h="411479">
                  <a:moveTo>
                    <a:pt x="93916" y="37147"/>
                  </a:moveTo>
                  <a:lnTo>
                    <a:pt x="90754" y="34963"/>
                  </a:lnTo>
                  <a:lnTo>
                    <a:pt x="89750" y="37350"/>
                  </a:lnTo>
                  <a:lnTo>
                    <a:pt x="89306" y="38366"/>
                  </a:lnTo>
                  <a:lnTo>
                    <a:pt x="89052" y="39789"/>
                  </a:lnTo>
                  <a:lnTo>
                    <a:pt x="89903" y="40665"/>
                  </a:lnTo>
                  <a:lnTo>
                    <a:pt x="90728" y="40132"/>
                  </a:lnTo>
                  <a:lnTo>
                    <a:pt x="91338" y="39751"/>
                  </a:lnTo>
                  <a:lnTo>
                    <a:pt x="93916" y="37147"/>
                  </a:lnTo>
                  <a:close/>
                </a:path>
                <a:path w="960119" h="411479">
                  <a:moveTo>
                    <a:pt x="97409" y="22263"/>
                  </a:moveTo>
                  <a:lnTo>
                    <a:pt x="94754" y="18097"/>
                  </a:lnTo>
                  <a:lnTo>
                    <a:pt x="92760" y="14973"/>
                  </a:lnTo>
                  <a:lnTo>
                    <a:pt x="88836" y="14338"/>
                  </a:lnTo>
                  <a:lnTo>
                    <a:pt x="84099" y="19037"/>
                  </a:lnTo>
                  <a:lnTo>
                    <a:pt x="84721" y="22910"/>
                  </a:lnTo>
                  <a:lnTo>
                    <a:pt x="92100" y="27508"/>
                  </a:lnTo>
                  <a:lnTo>
                    <a:pt x="97409" y="22263"/>
                  </a:lnTo>
                  <a:close/>
                </a:path>
                <a:path w="960119" h="411479">
                  <a:moveTo>
                    <a:pt x="99021" y="45021"/>
                  </a:moveTo>
                  <a:lnTo>
                    <a:pt x="98501" y="45021"/>
                  </a:lnTo>
                  <a:lnTo>
                    <a:pt x="98501" y="45415"/>
                  </a:lnTo>
                  <a:lnTo>
                    <a:pt x="98767" y="45415"/>
                  </a:lnTo>
                  <a:lnTo>
                    <a:pt x="99021" y="45415"/>
                  </a:lnTo>
                  <a:lnTo>
                    <a:pt x="99021" y="45021"/>
                  </a:lnTo>
                  <a:close/>
                </a:path>
                <a:path w="960119" h="411479">
                  <a:moveTo>
                    <a:pt x="100482" y="11823"/>
                  </a:moveTo>
                  <a:lnTo>
                    <a:pt x="98894" y="7924"/>
                  </a:lnTo>
                  <a:lnTo>
                    <a:pt x="98158" y="7048"/>
                  </a:lnTo>
                  <a:lnTo>
                    <a:pt x="92176" y="3111"/>
                  </a:lnTo>
                  <a:lnTo>
                    <a:pt x="88201" y="9918"/>
                  </a:lnTo>
                  <a:lnTo>
                    <a:pt x="92430" y="12712"/>
                  </a:lnTo>
                  <a:lnTo>
                    <a:pt x="93738" y="13576"/>
                  </a:lnTo>
                  <a:lnTo>
                    <a:pt x="94881" y="13944"/>
                  </a:lnTo>
                  <a:lnTo>
                    <a:pt x="98399" y="13893"/>
                  </a:lnTo>
                  <a:lnTo>
                    <a:pt x="100482" y="11823"/>
                  </a:lnTo>
                  <a:close/>
                </a:path>
                <a:path w="960119" h="411479">
                  <a:moveTo>
                    <a:pt x="105206" y="62560"/>
                  </a:moveTo>
                  <a:lnTo>
                    <a:pt x="98386" y="62560"/>
                  </a:lnTo>
                  <a:lnTo>
                    <a:pt x="98386" y="67792"/>
                  </a:lnTo>
                  <a:lnTo>
                    <a:pt x="101790" y="67792"/>
                  </a:lnTo>
                  <a:lnTo>
                    <a:pt x="105206" y="67792"/>
                  </a:lnTo>
                  <a:lnTo>
                    <a:pt x="105206" y="62560"/>
                  </a:lnTo>
                  <a:close/>
                </a:path>
                <a:path w="960119" h="411479">
                  <a:moveTo>
                    <a:pt x="107899" y="89154"/>
                  </a:moveTo>
                  <a:lnTo>
                    <a:pt x="102768" y="89154"/>
                  </a:lnTo>
                  <a:lnTo>
                    <a:pt x="102768" y="93078"/>
                  </a:lnTo>
                  <a:lnTo>
                    <a:pt x="105333" y="93078"/>
                  </a:lnTo>
                  <a:lnTo>
                    <a:pt x="107886" y="93078"/>
                  </a:lnTo>
                  <a:lnTo>
                    <a:pt x="107899" y="89154"/>
                  </a:lnTo>
                  <a:close/>
                </a:path>
                <a:path w="960119" h="411479">
                  <a:moveTo>
                    <a:pt x="114604" y="27508"/>
                  </a:moveTo>
                  <a:lnTo>
                    <a:pt x="113258" y="25311"/>
                  </a:lnTo>
                  <a:lnTo>
                    <a:pt x="107772" y="24752"/>
                  </a:lnTo>
                  <a:lnTo>
                    <a:pt x="106489" y="27254"/>
                  </a:lnTo>
                  <a:lnTo>
                    <a:pt x="108038" y="30886"/>
                  </a:lnTo>
                  <a:lnTo>
                    <a:pt x="110477" y="31305"/>
                  </a:lnTo>
                  <a:lnTo>
                    <a:pt x="111988" y="29921"/>
                  </a:lnTo>
                  <a:lnTo>
                    <a:pt x="114604" y="27508"/>
                  </a:lnTo>
                  <a:close/>
                </a:path>
                <a:path w="960119" h="411479">
                  <a:moveTo>
                    <a:pt x="123393" y="38468"/>
                  </a:moveTo>
                  <a:lnTo>
                    <a:pt x="122313" y="37198"/>
                  </a:lnTo>
                  <a:lnTo>
                    <a:pt x="121348" y="36080"/>
                  </a:lnTo>
                  <a:lnTo>
                    <a:pt x="118948" y="36283"/>
                  </a:lnTo>
                  <a:lnTo>
                    <a:pt x="119888" y="36195"/>
                  </a:lnTo>
                  <a:lnTo>
                    <a:pt x="118630" y="36118"/>
                  </a:lnTo>
                  <a:lnTo>
                    <a:pt x="118859" y="36283"/>
                  </a:lnTo>
                  <a:lnTo>
                    <a:pt x="120015" y="37198"/>
                  </a:lnTo>
                  <a:lnTo>
                    <a:pt x="118630" y="36118"/>
                  </a:lnTo>
                  <a:lnTo>
                    <a:pt x="118211" y="35991"/>
                  </a:lnTo>
                  <a:lnTo>
                    <a:pt x="117233" y="35775"/>
                  </a:lnTo>
                  <a:lnTo>
                    <a:pt x="114211" y="37363"/>
                  </a:lnTo>
                  <a:lnTo>
                    <a:pt x="113753" y="38811"/>
                  </a:lnTo>
                  <a:lnTo>
                    <a:pt x="113296" y="42608"/>
                  </a:lnTo>
                  <a:lnTo>
                    <a:pt x="115138" y="44081"/>
                  </a:lnTo>
                  <a:lnTo>
                    <a:pt x="117487" y="45059"/>
                  </a:lnTo>
                  <a:lnTo>
                    <a:pt x="118211" y="45148"/>
                  </a:lnTo>
                  <a:lnTo>
                    <a:pt x="121348" y="44869"/>
                  </a:lnTo>
                  <a:lnTo>
                    <a:pt x="123393" y="43205"/>
                  </a:lnTo>
                  <a:lnTo>
                    <a:pt x="123393" y="38468"/>
                  </a:lnTo>
                  <a:close/>
                </a:path>
                <a:path w="960119" h="411479">
                  <a:moveTo>
                    <a:pt x="129501" y="12471"/>
                  </a:moveTo>
                  <a:lnTo>
                    <a:pt x="126961" y="11163"/>
                  </a:lnTo>
                  <a:lnTo>
                    <a:pt x="124879" y="10083"/>
                  </a:lnTo>
                  <a:lnTo>
                    <a:pt x="123545" y="11404"/>
                  </a:lnTo>
                  <a:lnTo>
                    <a:pt x="124345" y="12941"/>
                  </a:lnTo>
                  <a:lnTo>
                    <a:pt x="124498" y="13195"/>
                  </a:lnTo>
                  <a:lnTo>
                    <a:pt x="124625" y="13474"/>
                  </a:lnTo>
                  <a:lnTo>
                    <a:pt x="125945" y="15963"/>
                  </a:lnTo>
                  <a:lnTo>
                    <a:pt x="129501" y="12471"/>
                  </a:lnTo>
                  <a:close/>
                </a:path>
                <a:path w="960119" h="411479">
                  <a:moveTo>
                    <a:pt x="131178" y="9677"/>
                  </a:moveTo>
                  <a:lnTo>
                    <a:pt x="130454" y="9677"/>
                  </a:lnTo>
                  <a:lnTo>
                    <a:pt x="130454" y="10236"/>
                  </a:lnTo>
                  <a:lnTo>
                    <a:pt x="130810" y="10236"/>
                  </a:lnTo>
                  <a:lnTo>
                    <a:pt x="131178" y="10236"/>
                  </a:lnTo>
                  <a:lnTo>
                    <a:pt x="131178" y="9677"/>
                  </a:lnTo>
                  <a:close/>
                </a:path>
                <a:path w="960119" h="411479">
                  <a:moveTo>
                    <a:pt x="132549" y="76873"/>
                  </a:moveTo>
                  <a:lnTo>
                    <a:pt x="129882" y="74218"/>
                  </a:lnTo>
                  <a:lnTo>
                    <a:pt x="129679" y="74015"/>
                  </a:lnTo>
                  <a:lnTo>
                    <a:pt x="129679" y="78422"/>
                  </a:lnTo>
                  <a:lnTo>
                    <a:pt x="129552" y="79273"/>
                  </a:lnTo>
                  <a:lnTo>
                    <a:pt x="129489" y="78752"/>
                  </a:lnTo>
                  <a:lnTo>
                    <a:pt x="129362" y="77812"/>
                  </a:lnTo>
                  <a:lnTo>
                    <a:pt x="129260" y="77101"/>
                  </a:lnTo>
                  <a:lnTo>
                    <a:pt x="129387" y="78003"/>
                  </a:lnTo>
                  <a:lnTo>
                    <a:pt x="129489" y="78752"/>
                  </a:lnTo>
                  <a:lnTo>
                    <a:pt x="129679" y="78422"/>
                  </a:lnTo>
                  <a:lnTo>
                    <a:pt x="129679" y="74015"/>
                  </a:lnTo>
                  <a:lnTo>
                    <a:pt x="127050" y="71386"/>
                  </a:lnTo>
                  <a:lnTo>
                    <a:pt x="122745" y="76428"/>
                  </a:lnTo>
                  <a:lnTo>
                    <a:pt x="122529" y="78003"/>
                  </a:lnTo>
                  <a:lnTo>
                    <a:pt x="124129" y="81229"/>
                  </a:lnTo>
                  <a:lnTo>
                    <a:pt x="125895" y="81737"/>
                  </a:lnTo>
                  <a:lnTo>
                    <a:pt x="130644" y="80632"/>
                  </a:lnTo>
                  <a:lnTo>
                    <a:pt x="130695" y="79933"/>
                  </a:lnTo>
                  <a:lnTo>
                    <a:pt x="130822" y="78295"/>
                  </a:lnTo>
                  <a:lnTo>
                    <a:pt x="132549" y="76873"/>
                  </a:lnTo>
                  <a:close/>
                </a:path>
                <a:path w="960119" h="411479">
                  <a:moveTo>
                    <a:pt x="136982" y="46050"/>
                  </a:moveTo>
                  <a:lnTo>
                    <a:pt x="135178" y="43268"/>
                  </a:lnTo>
                  <a:lnTo>
                    <a:pt x="130136" y="41897"/>
                  </a:lnTo>
                  <a:lnTo>
                    <a:pt x="127673" y="43497"/>
                  </a:lnTo>
                  <a:lnTo>
                    <a:pt x="127622" y="43649"/>
                  </a:lnTo>
                  <a:lnTo>
                    <a:pt x="127406" y="43700"/>
                  </a:lnTo>
                  <a:lnTo>
                    <a:pt x="125755" y="47536"/>
                  </a:lnTo>
                  <a:lnTo>
                    <a:pt x="126123" y="49987"/>
                  </a:lnTo>
                  <a:lnTo>
                    <a:pt x="131508" y="53441"/>
                  </a:lnTo>
                  <a:lnTo>
                    <a:pt x="135077" y="51612"/>
                  </a:lnTo>
                  <a:lnTo>
                    <a:pt x="136982" y="46050"/>
                  </a:lnTo>
                  <a:close/>
                </a:path>
                <a:path w="960119" h="411479">
                  <a:moveTo>
                    <a:pt x="143459" y="76454"/>
                  </a:moveTo>
                  <a:lnTo>
                    <a:pt x="142938" y="76454"/>
                  </a:lnTo>
                  <a:lnTo>
                    <a:pt x="142938" y="76847"/>
                  </a:lnTo>
                  <a:lnTo>
                    <a:pt x="143192" y="76847"/>
                  </a:lnTo>
                  <a:lnTo>
                    <a:pt x="143459" y="76847"/>
                  </a:lnTo>
                  <a:lnTo>
                    <a:pt x="143459" y="76454"/>
                  </a:lnTo>
                  <a:close/>
                </a:path>
                <a:path w="960119" h="411479">
                  <a:moveTo>
                    <a:pt x="146050" y="24142"/>
                  </a:moveTo>
                  <a:lnTo>
                    <a:pt x="135305" y="24142"/>
                  </a:lnTo>
                  <a:lnTo>
                    <a:pt x="135305" y="27851"/>
                  </a:lnTo>
                  <a:lnTo>
                    <a:pt x="132930" y="27851"/>
                  </a:lnTo>
                  <a:lnTo>
                    <a:pt x="132918" y="36639"/>
                  </a:lnTo>
                  <a:lnTo>
                    <a:pt x="138658" y="36639"/>
                  </a:lnTo>
                  <a:lnTo>
                    <a:pt x="144386" y="36639"/>
                  </a:lnTo>
                  <a:lnTo>
                    <a:pt x="144386" y="32372"/>
                  </a:lnTo>
                  <a:lnTo>
                    <a:pt x="146037" y="32372"/>
                  </a:lnTo>
                  <a:lnTo>
                    <a:pt x="146050" y="24142"/>
                  </a:lnTo>
                  <a:close/>
                </a:path>
                <a:path w="960119" h="411479">
                  <a:moveTo>
                    <a:pt x="149974" y="12611"/>
                  </a:moveTo>
                  <a:lnTo>
                    <a:pt x="147294" y="8089"/>
                  </a:lnTo>
                  <a:lnTo>
                    <a:pt x="144246" y="9626"/>
                  </a:lnTo>
                  <a:lnTo>
                    <a:pt x="143319" y="10096"/>
                  </a:lnTo>
                  <a:lnTo>
                    <a:pt x="142811" y="10515"/>
                  </a:lnTo>
                  <a:lnTo>
                    <a:pt x="141833" y="12649"/>
                  </a:lnTo>
                  <a:lnTo>
                    <a:pt x="142163" y="14325"/>
                  </a:lnTo>
                  <a:lnTo>
                    <a:pt x="145008" y="14909"/>
                  </a:lnTo>
                  <a:lnTo>
                    <a:pt x="145732" y="14744"/>
                  </a:lnTo>
                  <a:lnTo>
                    <a:pt x="149974" y="12611"/>
                  </a:lnTo>
                  <a:close/>
                </a:path>
                <a:path w="960119" h="411479">
                  <a:moveTo>
                    <a:pt x="150964" y="55841"/>
                  </a:moveTo>
                  <a:lnTo>
                    <a:pt x="149110" y="54000"/>
                  </a:lnTo>
                  <a:lnTo>
                    <a:pt x="140093" y="58293"/>
                  </a:lnTo>
                  <a:lnTo>
                    <a:pt x="146608" y="64770"/>
                  </a:lnTo>
                  <a:lnTo>
                    <a:pt x="148844" y="60198"/>
                  </a:lnTo>
                  <a:lnTo>
                    <a:pt x="150964" y="55841"/>
                  </a:lnTo>
                  <a:close/>
                </a:path>
                <a:path w="960119" h="411479">
                  <a:moveTo>
                    <a:pt x="151523" y="4838"/>
                  </a:moveTo>
                  <a:lnTo>
                    <a:pt x="150901" y="4343"/>
                  </a:lnTo>
                  <a:lnTo>
                    <a:pt x="150393" y="3975"/>
                  </a:lnTo>
                  <a:lnTo>
                    <a:pt x="150469" y="2654"/>
                  </a:lnTo>
                  <a:lnTo>
                    <a:pt x="150736" y="266"/>
                  </a:lnTo>
                  <a:lnTo>
                    <a:pt x="146088" y="0"/>
                  </a:lnTo>
                  <a:lnTo>
                    <a:pt x="144183" y="5575"/>
                  </a:lnTo>
                  <a:lnTo>
                    <a:pt x="146697" y="7721"/>
                  </a:lnTo>
                  <a:lnTo>
                    <a:pt x="150914" y="7010"/>
                  </a:lnTo>
                  <a:lnTo>
                    <a:pt x="151523" y="4838"/>
                  </a:lnTo>
                  <a:close/>
                </a:path>
                <a:path w="960119" h="411479">
                  <a:moveTo>
                    <a:pt x="153047" y="21069"/>
                  </a:moveTo>
                  <a:lnTo>
                    <a:pt x="152527" y="21069"/>
                  </a:lnTo>
                  <a:lnTo>
                    <a:pt x="152527" y="21463"/>
                  </a:lnTo>
                  <a:lnTo>
                    <a:pt x="152793" y="21463"/>
                  </a:lnTo>
                  <a:lnTo>
                    <a:pt x="153047" y="21463"/>
                  </a:lnTo>
                  <a:lnTo>
                    <a:pt x="153047" y="21069"/>
                  </a:lnTo>
                  <a:close/>
                </a:path>
                <a:path w="960119" h="411479">
                  <a:moveTo>
                    <a:pt x="161810" y="33235"/>
                  </a:moveTo>
                  <a:lnTo>
                    <a:pt x="157911" y="33235"/>
                  </a:lnTo>
                  <a:lnTo>
                    <a:pt x="157911" y="36233"/>
                  </a:lnTo>
                  <a:lnTo>
                    <a:pt x="159854" y="36233"/>
                  </a:lnTo>
                  <a:lnTo>
                    <a:pt x="161810" y="36233"/>
                  </a:lnTo>
                  <a:lnTo>
                    <a:pt x="161810" y="33235"/>
                  </a:lnTo>
                  <a:close/>
                </a:path>
                <a:path w="960119" h="411479">
                  <a:moveTo>
                    <a:pt x="161823" y="10414"/>
                  </a:moveTo>
                  <a:lnTo>
                    <a:pt x="161772" y="7797"/>
                  </a:lnTo>
                  <a:lnTo>
                    <a:pt x="161759" y="6438"/>
                  </a:lnTo>
                  <a:lnTo>
                    <a:pt x="161747" y="6210"/>
                  </a:lnTo>
                  <a:lnTo>
                    <a:pt x="161747" y="5854"/>
                  </a:lnTo>
                  <a:lnTo>
                    <a:pt x="158750" y="5448"/>
                  </a:lnTo>
                  <a:lnTo>
                    <a:pt x="158750" y="6438"/>
                  </a:lnTo>
                  <a:lnTo>
                    <a:pt x="158292" y="6286"/>
                  </a:lnTo>
                  <a:lnTo>
                    <a:pt x="158508" y="6210"/>
                  </a:lnTo>
                  <a:lnTo>
                    <a:pt x="158750" y="6438"/>
                  </a:lnTo>
                  <a:lnTo>
                    <a:pt x="158750" y="5448"/>
                  </a:lnTo>
                  <a:lnTo>
                    <a:pt x="158000" y="5346"/>
                  </a:lnTo>
                  <a:lnTo>
                    <a:pt x="157480" y="6007"/>
                  </a:lnTo>
                  <a:lnTo>
                    <a:pt x="157327" y="6197"/>
                  </a:lnTo>
                  <a:lnTo>
                    <a:pt x="157441" y="5994"/>
                  </a:lnTo>
                  <a:lnTo>
                    <a:pt x="156895" y="5969"/>
                  </a:lnTo>
                  <a:lnTo>
                    <a:pt x="155016" y="5791"/>
                  </a:lnTo>
                  <a:lnTo>
                    <a:pt x="153771" y="6756"/>
                  </a:lnTo>
                  <a:lnTo>
                    <a:pt x="152755" y="8255"/>
                  </a:lnTo>
                  <a:lnTo>
                    <a:pt x="152514" y="8763"/>
                  </a:lnTo>
                  <a:lnTo>
                    <a:pt x="152044" y="12217"/>
                  </a:lnTo>
                  <a:lnTo>
                    <a:pt x="154749" y="15011"/>
                  </a:lnTo>
                  <a:lnTo>
                    <a:pt x="156705" y="13893"/>
                  </a:lnTo>
                  <a:lnTo>
                    <a:pt x="157861" y="13309"/>
                  </a:lnTo>
                  <a:lnTo>
                    <a:pt x="158292" y="13093"/>
                  </a:lnTo>
                  <a:lnTo>
                    <a:pt x="158826" y="12827"/>
                  </a:lnTo>
                  <a:lnTo>
                    <a:pt x="158127" y="13093"/>
                  </a:lnTo>
                  <a:lnTo>
                    <a:pt x="158953" y="12763"/>
                  </a:lnTo>
                  <a:lnTo>
                    <a:pt x="158826" y="12827"/>
                  </a:lnTo>
                  <a:lnTo>
                    <a:pt x="159067" y="12763"/>
                  </a:lnTo>
                  <a:lnTo>
                    <a:pt x="159359" y="12674"/>
                  </a:lnTo>
                  <a:lnTo>
                    <a:pt x="161150" y="11569"/>
                  </a:lnTo>
                  <a:lnTo>
                    <a:pt x="161823" y="10414"/>
                  </a:lnTo>
                  <a:close/>
                </a:path>
                <a:path w="960119" h="411479">
                  <a:moveTo>
                    <a:pt x="170243" y="25133"/>
                  </a:moveTo>
                  <a:lnTo>
                    <a:pt x="170116" y="24752"/>
                  </a:lnTo>
                  <a:lnTo>
                    <a:pt x="169379" y="24193"/>
                  </a:lnTo>
                  <a:lnTo>
                    <a:pt x="165836" y="21450"/>
                  </a:lnTo>
                  <a:lnTo>
                    <a:pt x="162090" y="24841"/>
                  </a:lnTo>
                  <a:lnTo>
                    <a:pt x="161899" y="25133"/>
                  </a:lnTo>
                  <a:lnTo>
                    <a:pt x="161759" y="25260"/>
                  </a:lnTo>
                  <a:lnTo>
                    <a:pt x="161683" y="25450"/>
                  </a:lnTo>
                  <a:lnTo>
                    <a:pt x="161340" y="26238"/>
                  </a:lnTo>
                  <a:lnTo>
                    <a:pt x="161340" y="22796"/>
                  </a:lnTo>
                  <a:lnTo>
                    <a:pt x="152323" y="22796"/>
                  </a:lnTo>
                  <a:lnTo>
                    <a:pt x="152323" y="29718"/>
                  </a:lnTo>
                  <a:lnTo>
                    <a:pt x="156832" y="29718"/>
                  </a:lnTo>
                  <a:lnTo>
                    <a:pt x="161340" y="29718"/>
                  </a:lnTo>
                  <a:lnTo>
                    <a:pt x="161340" y="28143"/>
                  </a:lnTo>
                  <a:lnTo>
                    <a:pt x="162204" y="29908"/>
                  </a:lnTo>
                  <a:lnTo>
                    <a:pt x="163652" y="30784"/>
                  </a:lnTo>
                  <a:lnTo>
                    <a:pt x="166395" y="30454"/>
                  </a:lnTo>
                  <a:lnTo>
                    <a:pt x="167640" y="30010"/>
                  </a:lnTo>
                  <a:lnTo>
                    <a:pt x="170243" y="25133"/>
                  </a:lnTo>
                  <a:close/>
                </a:path>
                <a:path w="960119" h="411479">
                  <a:moveTo>
                    <a:pt x="172237" y="24066"/>
                  </a:moveTo>
                  <a:lnTo>
                    <a:pt x="171716" y="24066"/>
                  </a:lnTo>
                  <a:lnTo>
                    <a:pt x="171716" y="24460"/>
                  </a:lnTo>
                  <a:lnTo>
                    <a:pt x="171983" y="24460"/>
                  </a:lnTo>
                  <a:lnTo>
                    <a:pt x="172237" y="24460"/>
                  </a:lnTo>
                  <a:lnTo>
                    <a:pt x="172237" y="24066"/>
                  </a:lnTo>
                  <a:close/>
                </a:path>
                <a:path w="960119" h="411479">
                  <a:moveTo>
                    <a:pt x="173494" y="7759"/>
                  </a:moveTo>
                  <a:lnTo>
                    <a:pt x="172961" y="7759"/>
                  </a:lnTo>
                  <a:lnTo>
                    <a:pt x="172961" y="8166"/>
                  </a:lnTo>
                  <a:lnTo>
                    <a:pt x="173228" y="8166"/>
                  </a:lnTo>
                  <a:lnTo>
                    <a:pt x="173494" y="8166"/>
                  </a:lnTo>
                  <a:lnTo>
                    <a:pt x="173494" y="7759"/>
                  </a:lnTo>
                  <a:close/>
                </a:path>
                <a:path w="960119" h="411479">
                  <a:moveTo>
                    <a:pt x="174637" y="52717"/>
                  </a:moveTo>
                  <a:lnTo>
                    <a:pt x="166624" y="53644"/>
                  </a:lnTo>
                  <a:lnTo>
                    <a:pt x="168986" y="58166"/>
                  </a:lnTo>
                  <a:lnTo>
                    <a:pt x="170484" y="61074"/>
                  </a:lnTo>
                  <a:lnTo>
                    <a:pt x="173824" y="59524"/>
                  </a:lnTo>
                  <a:lnTo>
                    <a:pt x="174637" y="52717"/>
                  </a:lnTo>
                  <a:close/>
                </a:path>
                <a:path w="960119" h="411479">
                  <a:moveTo>
                    <a:pt x="187096" y="16167"/>
                  </a:moveTo>
                  <a:lnTo>
                    <a:pt x="186524" y="14185"/>
                  </a:lnTo>
                  <a:lnTo>
                    <a:pt x="181152" y="15684"/>
                  </a:lnTo>
                  <a:lnTo>
                    <a:pt x="183007" y="19265"/>
                  </a:lnTo>
                  <a:lnTo>
                    <a:pt x="184785" y="17919"/>
                  </a:lnTo>
                  <a:lnTo>
                    <a:pt x="187096" y="16167"/>
                  </a:lnTo>
                  <a:close/>
                </a:path>
                <a:path w="960119" h="411479">
                  <a:moveTo>
                    <a:pt x="189357" y="47205"/>
                  </a:moveTo>
                  <a:lnTo>
                    <a:pt x="187642" y="45504"/>
                  </a:lnTo>
                  <a:lnTo>
                    <a:pt x="180327" y="46799"/>
                  </a:lnTo>
                  <a:lnTo>
                    <a:pt x="179590" y="51079"/>
                  </a:lnTo>
                  <a:lnTo>
                    <a:pt x="183718" y="55156"/>
                  </a:lnTo>
                  <a:lnTo>
                    <a:pt x="188048" y="54432"/>
                  </a:lnTo>
                  <a:lnTo>
                    <a:pt x="188620" y="51295"/>
                  </a:lnTo>
                  <a:lnTo>
                    <a:pt x="189357" y="47205"/>
                  </a:lnTo>
                  <a:close/>
                </a:path>
                <a:path w="960119" h="411479">
                  <a:moveTo>
                    <a:pt x="192506" y="26847"/>
                  </a:moveTo>
                  <a:lnTo>
                    <a:pt x="191719" y="22313"/>
                  </a:lnTo>
                  <a:lnTo>
                    <a:pt x="191439" y="20701"/>
                  </a:lnTo>
                  <a:lnTo>
                    <a:pt x="185597" y="21297"/>
                  </a:lnTo>
                  <a:lnTo>
                    <a:pt x="185178" y="20866"/>
                  </a:lnTo>
                  <a:lnTo>
                    <a:pt x="183134" y="21170"/>
                  </a:lnTo>
                  <a:lnTo>
                    <a:pt x="180848" y="22948"/>
                  </a:lnTo>
                  <a:lnTo>
                    <a:pt x="180314" y="23926"/>
                  </a:lnTo>
                  <a:lnTo>
                    <a:pt x="179336" y="28143"/>
                  </a:lnTo>
                  <a:lnTo>
                    <a:pt x="182245" y="31610"/>
                  </a:lnTo>
                  <a:lnTo>
                    <a:pt x="187032" y="30111"/>
                  </a:lnTo>
                  <a:lnTo>
                    <a:pt x="189230" y="28816"/>
                  </a:lnTo>
                  <a:lnTo>
                    <a:pt x="192506" y="26847"/>
                  </a:lnTo>
                  <a:close/>
                </a:path>
                <a:path w="960119" h="411479">
                  <a:moveTo>
                    <a:pt x="203657" y="54127"/>
                  </a:moveTo>
                  <a:lnTo>
                    <a:pt x="203390" y="51244"/>
                  </a:lnTo>
                  <a:lnTo>
                    <a:pt x="203238" y="49657"/>
                  </a:lnTo>
                  <a:lnTo>
                    <a:pt x="200914" y="49403"/>
                  </a:lnTo>
                  <a:lnTo>
                    <a:pt x="199834" y="47891"/>
                  </a:lnTo>
                  <a:lnTo>
                    <a:pt x="195961" y="52603"/>
                  </a:lnTo>
                  <a:lnTo>
                    <a:pt x="200914" y="55143"/>
                  </a:lnTo>
                  <a:lnTo>
                    <a:pt x="203657" y="54127"/>
                  </a:lnTo>
                  <a:close/>
                </a:path>
                <a:path w="960119" h="411479">
                  <a:moveTo>
                    <a:pt x="205752" y="48729"/>
                  </a:moveTo>
                  <a:lnTo>
                    <a:pt x="205524" y="47510"/>
                  </a:lnTo>
                  <a:lnTo>
                    <a:pt x="205435" y="47040"/>
                  </a:lnTo>
                  <a:lnTo>
                    <a:pt x="205320" y="46405"/>
                  </a:lnTo>
                  <a:lnTo>
                    <a:pt x="204279" y="46405"/>
                  </a:lnTo>
                  <a:lnTo>
                    <a:pt x="204089" y="47358"/>
                  </a:lnTo>
                  <a:lnTo>
                    <a:pt x="204076" y="47510"/>
                  </a:lnTo>
                  <a:lnTo>
                    <a:pt x="203835" y="48717"/>
                  </a:lnTo>
                  <a:lnTo>
                    <a:pt x="205752" y="48729"/>
                  </a:lnTo>
                  <a:close/>
                </a:path>
                <a:path w="960119" h="411479">
                  <a:moveTo>
                    <a:pt x="207429" y="36830"/>
                  </a:moveTo>
                  <a:lnTo>
                    <a:pt x="203009" y="31635"/>
                  </a:lnTo>
                  <a:lnTo>
                    <a:pt x="198069" y="37261"/>
                  </a:lnTo>
                  <a:lnTo>
                    <a:pt x="200545" y="40995"/>
                  </a:lnTo>
                  <a:lnTo>
                    <a:pt x="203339" y="39293"/>
                  </a:lnTo>
                  <a:lnTo>
                    <a:pt x="207429" y="36830"/>
                  </a:lnTo>
                  <a:close/>
                </a:path>
                <a:path w="960119" h="411479">
                  <a:moveTo>
                    <a:pt x="209626" y="28105"/>
                  </a:moveTo>
                  <a:lnTo>
                    <a:pt x="208521" y="26479"/>
                  </a:lnTo>
                  <a:lnTo>
                    <a:pt x="208191" y="25996"/>
                  </a:lnTo>
                  <a:lnTo>
                    <a:pt x="207162" y="24498"/>
                  </a:lnTo>
                  <a:lnTo>
                    <a:pt x="205460" y="24498"/>
                  </a:lnTo>
                  <a:lnTo>
                    <a:pt x="202984" y="28105"/>
                  </a:lnTo>
                  <a:lnTo>
                    <a:pt x="204482" y="30276"/>
                  </a:lnTo>
                  <a:lnTo>
                    <a:pt x="208153" y="30276"/>
                  </a:lnTo>
                  <a:lnTo>
                    <a:pt x="209626" y="28105"/>
                  </a:lnTo>
                  <a:close/>
                </a:path>
                <a:path w="960119" h="411479">
                  <a:moveTo>
                    <a:pt x="211188" y="14528"/>
                  </a:moveTo>
                  <a:lnTo>
                    <a:pt x="201447" y="14528"/>
                  </a:lnTo>
                  <a:lnTo>
                    <a:pt x="201434" y="22021"/>
                  </a:lnTo>
                  <a:lnTo>
                    <a:pt x="206311" y="22021"/>
                  </a:lnTo>
                  <a:lnTo>
                    <a:pt x="211175" y="22021"/>
                  </a:lnTo>
                  <a:lnTo>
                    <a:pt x="211188" y="14528"/>
                  </a:lnTo>
                  <a:close/>
                </a:path>
                <a:path w="960119" h="411479">
                  <a:moveTo>
                    <a:pt x="918806" y="391985"/>
                  </a:moveTo>
                  <a:lnTo>
                    <a:pt x="917575" y="389724"/>
                  </a:lnTo>
                  <a:lnTo>
                    <a:pt x="914336" y="389724"/>
                  </a:lnTo>
                  <a:lnTo>
                    <a:pt x="913117" y="391998"/>
                  </a:lnTo>
                  <a:lnTo>
                    <a:pt x="914527" y="393128"/>
                  </a:lnTo>
                  <a:lnTo>
                    <a:pt x="915543" y="393941"/>
                  </a:lnTo>
                  <a:lnTo>
                    <a:pt x="916368" y="393941"/>
                  </a:lnTo>
                  <a:lnTo>
                    <a:pt x="918806" y="391985"/>
                  </a:lnTo>
                  <a:close/>
                </a:path>
                <a:path w="960119" h="411479">
                  <a:moveTo>
                    <a:pt x="920597" y="369443"/>
                  </a:moveTo>
                  <a:lnTo>
                    <a:pt x="920064" y="369443"/>
                  </a:lnTo>
                  <a:lnTo>
                    <a:pt x="920064" y="369836"/>
                  </a:lnTo>
                  <a:lnTo>
                    <a:pt x="920330" y="369836"/>
                  </a:lnTo>
                  <a:lnTo>
                    <a:pt x="920597" y="369836"/>
                  </a:lnTo>
                  <a:lnTo>
                    <a:pt x="920597" y="369443"/>
                  </a:lnTo>
                  <a:close/>
                </a:path>
                <a:path w="960119" h="411479">
                  <a:moveTo>
                    <a:pt x="926490" y="361505"/>
                  </a:moveTo>
                  <a:lnTo>
                    <a:pt x="921067" y="353872"/>
                  </a:lnTo>
                  <a:lnTo>
                    <a:pt x="915022" y="359791"/>
                  </a:lnTo>
                  <a:lnTo>
                    <a:pt x="919581" y="362953"/>
                  </a:lnTo>
                  <a:lnTo>
                    <a:pt x="922769" y="365175"/>
                  </a:lnTo>
                  <a:lnTo>
                    <a:pt x="926490" y="361505"/>
                  </a:lnTo>
                  <a:close/>
                </a:path>
                <a:path w="960119" h="411479">
                  <a:moveTo>
                    <a:pt x="930706" y="333171"/>
                  </a:moveTo>
                  <a:lnTo>
                    <a:pt x="926820" y="332206"/>
                  </a:lnTo>
                  <a:lnTo>
                    <a:pt x="925804" y="331952"/>
                  </a:lnTo>
                  <a:lnTo>
                    <a:pt x="925055" y="331978"/>
                  </a:lnTo>
                  <a:lnTo>
                    <a:pt x="923277" y="332917"/>
                  </a:lnTo>
                  <a:lnTo>
                    <a:pt x="923086" y="333844"/>
                  </a:lnTo>
                  <a:lnTo>
                    <a:pt x="923328" y="335495"/>
                  </a:lnTo>
                  <a:lnTo>
                    <a:pt x="923696" y="335991"/>
                  </a:lnTo>
                  <a:lnTo>
                    <a:pt x="927747" y="339331"/>
                  </a:lnTo>
                  <a:lnTo>
                    <a:pt x="930706" y="333171"/>
                  </a:lnTo>
                  <a:close/>
                </a:path>
                <a:path w="960119" h="411479">
                  <a:moveTo>
                    <a:pt x="933869" y="404723"/>
                  </a:moveTo>
                  <a:lnTo>
                    <a:pt x="925245" y="404723"/>
                  </a:lnTo>
                  <a:lnTo>
                    <a:pt x="925245" y="411327"/>
                  </a:lnTo>
                  <a:lnTo>
                    <a:pt x="929551" y="411327"/>
                  </a:lnTo>
                  <a:lnTo>
                    <a:pt x="933856" y="411327"/>
                  </a:lnTo>
                  <a:lnTo>
                    <a:pt x="933869" y="404723"/>
                  </a:lnTo>
                  <a:close/>
                </a:path>
                <a:path w="960119" h="411479">
                  <a:moveTo>
                    <a:pt x="938555" y="377596"/>
                  </a:moveTo>
                  <a:lnTo>
                    <a:pt x="938301" y="377596"/>
                  </a:lnTo>
                  <a:lnTo>
                    <a:pt x="937056" y="377596"/>
                  </a:lnTo>
                  <a:lnTo>
                    <a:pt x="937056" y="378002"/>
                  </a:lnTo>
                  <a:lnTo>
                    <a:pt x="938555" y="378002"/>
                  </a:lnTo>
                  <a:lnTo>
                    <a:pt x="938555" y="377596"/>
                  </a:lnTo>
                  <a:close/>
                </a:path>
                <a:path w="960119" h="411479">
                  <a:moveTo>
                    <a:pt x="956424" y="363448"/>
                  </a:moveTo>
                  <a:lnTo>
                    <a:pt x="952792" y="358914"/>
                  </a:lnTo>
                  <a:lnTo>
                    <a:pt x="949464" y="359994"/>
                  </a:lnTo>
                  <a:lnTo>
                    <a:pt x="947585" y="364426"/>
                  </a:lnTo>
                  <a:lnTo>
                    <a:pt x="949325" y="366941"/>
                  </a:lnTo>
                  <a:lnTo>
                    <a:pt x="951865" y="367004"/>
                  </a:lnTo>
                  <a:lnTo>
                    <a:pt x="955548" y="367093"/>
                  </a:lnTo>
                  <a:lnTo>
                    <a:pt x="956424" y="363448"/>
                  </a:lnTo>
                  <a:close/>
                </a:path>
                <a:path w="960119" h="411479">
                  <a:moveTo>
                    <a:pt x="959942" y="404545"/>
                  </a:moveTo>
                  <a:lnTo>
                    <a:pt x="954760" y="399542"/>
                  </a:lnTo>
                  <a:lnTo>
                    <a:pt x="951052" y="404888"/>
                  </a:lnTo>
                  <a:lnTo>
                    <a:pt x="954443" y="406450"/>
                  </a:lnTo>
                  <a:lnTo>
                    <a:pt x="957021" y="407644"/>
                  </a:lnTo>
                  <a:lnTo>
                    <a:pt x="959942" y="404545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919224" y="7929720"/>
              <a:ext cx="316230" cy="179705"/>
            </a:xfrm>
            <a:custGeom>
              <a:avLst/>
              <a:gdLst/>
              <a:ahLst/>
              <a:cxnLst/>
              <a:rect l="l" t="t" r="r" b="b"/>
              <a:pathLst>
                <a:path w="316230" h="179704">
                  <a:moveTo>
                    <a:pt x="8102" y="74510"/>
                  </a:moveTo>
                  <a:lnTo>
                    <a:pt x="7454" y="72885"/>
                  </a:lnTo>
                  <a:lnTo>
                    <a:pt x="7200" y="72466"/>
                  </a:lnTo>
                  <a:lnTo>
                    <a:pt x="5232" y="70307"/>
                  </a:lnTo>
                  <a:lnTo>
                    <a:pt x="2755" y="72771"/>
                  </a:lnTo>
                  <a:lnTo>
                    <a:pt x="7010" y="75565"/>
                  </a:lnTo>
                  <a:lnTo>
                    <a:pt x="8102" y="74510"/>
                  </a:lnTo>
                  <a:close/>
                </a:path>
                <a:path w="316230" h="179704">
                  <a:moveTo>
                    <a:pt x="8420" y="46050"/>
                  </a:moveTo>
                  <a:lnTo>
                    <a:pt x="7239" y="44284"/>
                  </a:lnTo>
                  <a:lnTo>
                    <a:pt x="7099" y="44767"/>
                  </a:lnTo>
                  <a:lnTo>
                    <a:pt x="7175" y="44208"/>
                  </a:lnTo>
                  <a:lnTo>
                    <a:pt x="7696" y="42697"/>
                  </a:lnTo>
                  <a:lnTo>
                    <a:pt x="6858" y="42443"/>
                  </a:lnTo>
                  <a:lnTo>
                    <a:pt x="2654" y="41160"/>
                  </a:lnTo>
                  <a:lnTo>
                    <a:pt x="0" y="45008"/>
                  </a:lnTo>
                  <a:lnTo>
                    <a:pt x="4711" y="48971"/>
                  </a:lnTo>
                  <a:lnTo>
                    <a:pt x="8293" y="46151"/>
                  </a:lnTo>
                  <a:lnTo>
                    <a:pt x="8420" y="46050"/>
                  </a:lnTo>
                  <a:close/>
                </a:path>
                <a:path w="316230" h="179704">
                  <a:moveTo>
                    <a:pt x="8826" y="90411"/>
                  </a:moveTo>
                  <a:lnTo>
                    <a:pt x="7874" y="86817"/>
                  </a:lnTo>
                  <a:lnTo>
                    <a:pt x="4572" y="87985"/>
                  </a:lnTo>
                  <a:lnTo>
                    <a:pt x="5473" y="89966"/>
                  </a:lnTo>
                  <a:lnTo>
                    <a:pt x="5448" y="90119"/>
                  </a:lnTo>
                  <a:lnTo>
                    <a:pt x="5257" y="91427"/>
                  </a:lnTo>
                  <a:lnTo>
                    <a:pt x="5956" y="92024"/>
                  </a:lnTo>
                  <a:lnTo>
                    <a:pt x="8229" y="91922"/>
                  </a:lnTo>
                  <a:lnTo>
                    <a:pt x="8826" y="90411"/>
                  </a:lnTo>
                  <a:close/>
                </a:path>
                <a:path w="316230" h="179704">
                  <a:moveTo>
                    <a:pt x="12496" y="113690"/>
                  </a:moveTo>
                  <a:lnTo>
                    <a:pt x="7302" y="113690"/>
                  </a:lnTo>
                  <a:lnTo>
                    <a:pt x="7289" y="117678"/>
                  </a:lnTo>
                  <a:lnTo>
                    <a:pt x="9893" y="117678"/>
                  </a:lnTo>
                  <a:lnTo>
                    <a:pt x="12496" y="117678"/>
                  </a:lnTo>
                  <a:lnTo>
                    <a:pt x="12496" y="113690"/>
                  </a:lnTo>
                  <a:close/>
                </a:path>
                <a:path w="316230" h="179704">
                  <a:moveTo>
                    <a:pt x="13208" y="142049"/>
                  </a:moveTo>
                  <a:lnTo>
                    <a:pt x="12776" y="141478"/>
                  </a:lnTo>
                  <a:lnTo>
                    <a:pt x="12750" y="142049"/>
                  </a:lnTo>
                  <a:lnTo>
                    <a:pt x="12750" y="141452"/>
                  </a:lnTo>
                  <a:lnTo>
                    <a:pt x="12801" y="140487"/>
                  </a:lnTo>
                  <a:lnTo>
                    <a:pt x="12814" y="140284"/>
                  </a:lnTo>
                  <a:lnTo>
                    <a:pt x="9563" y="139611"/>
                  </a:lnTo>
                  <a:lnTo>
                    <a:pt x="7937" y="142049"/>
                  </a:lnTo>
                  <a:lnTo>
                    <a:pt x="10350" y="144018"/>
                  </a:lnTo>
                  <a:lnTo>
                    <a:pt x="11087" y="144208"/>
                  </a:lnTo>
                  <a:lnTo>
                    <a:pt x="12776" y="143243"/>
                  </a:lnTo>
                  <a:lnTo>
                    <a:pt x="13208" y="142328"/>
                  </a:lnTo>
                  <a:lnTo>
                    <a:pt x="13208" y="142049"/>
                  </a:lnTo>
                  <a:close/>
                </a:path>
                <a:path w="316230" h="179704">
                  <a:moveTo>
                    <a:pt x="14528" y="168744"/>
                  </a:moveTo>
                  <a:lnTo>
                    <a:pt x="14008" y="168744"/>
                  </a:lnTo>
                  <a:lnTo>
                    <a:pt x="14008" y="169138"/>
                  </a:lnTo>
                  <a:lnTo>
                    <a:pt x="14262" y="169138"/>
                  </a:lnTo>
                  <a:lnTo>
                    <a:pt x="14528" y="169138"/>
                  </a:lnTo>
                  <a:lnTo>
                    <a:pt x="14528" y="168744"/>
                  </a:lnTo>
                  <a:close/>
                </a:path>
                <a:path w="316230" h="179704">
                  <a:moveTo>
                    <a:pt x="27800" y="0"/>
                  </a:moveTo>
                  <a:lnTo>
                    <a:pt x="20154" y="0"/>
                  </a:lnTo>
                  <a:lnTo>
                    <a:pt x="20154" y="5867"/>
                  </a:lnTo>
                  <a:lnTo>
                    <a:pt x="23977" y="5867"/>
                  </a:lnTo>
                  <a:lnTo>
                    <a:pt x="27800" y="5867"/>
                  </a:lnTo>
                  <a:lnTo>
                    <a:pt x="27800" y="0"/>
                  </a:lnTo>
                  <a:close/>
                </a:path>
                <a:path w="316230" h="179704">
                  <a:moveTo>
                    <a:pt x="30226" y="37909"/>
                  </a:moveTo>
                  <a:lnTo>
                    <a:pt x="22580" y="37909"/>
                  </a:lnTo>
                  <a:lnTo>
                    <a:pt x="22580" y="43764"/>
                  </a:lnTo>
                  <a:lnTo>
                    <a:pt x="26403" y="43764"/>
                  </a:lnTo>
                  <a:lnTo>
                    <a:pt x="30226" y="43764"/>
                  </a:lnTo>
                  <a:lnTo>
                    <a:pt x="30226" y="37909"/>
                  </a:lnTo>
                  <a:close/>
                </a:path>
                <a:path w="316230" h="179704">
                  <a:moveTo>
                    <a:pt x="35560" y="160096"/>
                  </a:moveTo>
                  <a:lnTo>
                    <a:pt x="34328" y="157835"/>
                  </a:lnTo>
                  <a:lnTo>
                    <a:pt x="31089" y="157835"/>
                  </a:lnTo>
                  <a:lnTo>
                    <a:pt x="29870" y="160108"/>
                  </a:lnTo>
                  <a:lnTo>
                    <a:pt x="31292" y="161239"/>
                  </a:lnTo>
                  <a:lnTo>
                    <a:pt x="32308" y="162052"/>
                  </a:lnTo>
                  <a:lnTo>
                    <a:pt x="33134" y="162052"/>
                  </a:lnTo>
                  <a:lnTo>
                    <a:pt x="35560" y="160096"/>
                  </a:lnTo>
                  <a:close/>
                </a:path>
                <a:path w="316230" h="179704">
                  <a:moveTo>
                    <a:pt x="37350" y="137553"/>
                  </a:moveTo>
                  <a:lnTo>
                    <a:pt x="36817" y="137553"/>
                  </a:lnTo>
                  <a:lnTo>
                    <a:pt x="36817" y="137947"/>
                  </a:lnTo>
                  <a:lnTo>
                    <a:pt x="37084" y="137947"/>
                  </a:lnTo>
                  <a:lnTo>
                    <a:pt x="37350" y="137947"/>
                  </a:lnTo>
                  <a:lnTo>
                    <a:pt x="37350" y="137553"/>
                  </a:lnTo>
                  <a:close/>
                </a:path>
                <a:path w="316230" h="179704">
                  <a:moveTo>
                    <a:pt x="40144" y="68173"/>
                  </a:moveTo>
                  <a:lnTo>
                    <a:pt x="37947" y="63893"/>
                  </a:lnTo>
                  <a:lnTo>
                    <a:pt x="29845" y="66979"/>
                  </a:lnTo>
                  <a:lnTo>
                    <a:pt x="34251" y="73710"/>
                  </a:lnTo>
                  <a:lnTo>
                    <a:pt x="37871" y="70307"/>
                  </a:lnTo>
                  <a:lnTo>
                    <a:pt x="40144" y="68173"/>
                  </a:lnTo>
                  <a:close/>
                </a:path>
                <a:path w="316230" h="179704">
                  <a:moveTo>
                    <a:pt x="40982" y="28994"/>
                  </a:moveTo>
                  <a:lnTo>
                    <a:pt x="38773" y="27698"/>
                  </a:lnTo>
                  <a:lnTo>
                    <a:pt x="37528" y="28663"/>
                  </a:lnTo>
                  <a:lnTo>
                    <a:pt x="36715" y="28854"/>
                  </a:lnTo>
                  <a:lnTo>
                    <a:pt x="35636" y="29235"/>
                  </a:lnTo>
                  <a:lnTo>
                    <a:pt x="35369" y="30391"/>
                  </a:lnTo>
                  <a:lnTo>
                    <a:pt x="37261" y="32664"/>
                  </a:lnTo>
                  <a:lnTo>
                    <a:pt x="39077" y="31940"/>
                  </a:lnTo>
                  <a:lnTo>
                    <a:pt x="40982" y="28994"/>
                  </a:lnTo>
                  <a:close/>
                </a:path>
                <a:path w="316230" h="179704">
                  <a:moveTo>
                    <a:pt x="43243" y="129616"/>
                  </a:moveTo>
                  <a:lnTo>
                    <a:pt x="37820" y="121983"/>
                  </a:lnTo>
                  <a:lnTo>
                    <a:pt x="31775" y="127901"/>
                  </a:lnTo>
                  <a:lnTo>
                    <a:pt x="36334" y="131064"/>
                  </a:lnTo>
                  <a:lnTo>
                    <a:pt x="39535" y="133286"/>
                  </a:lnTo>
                  <a:lnTo>
                    <a:pt x="43243" y="129616"/>
                  </a:lnTo>
                  <a:close/>
                </a:path>
                <a:path w="316230" h="179704">
                  <a:moveTo>
                    <a:pt x="47459" y="101282"/>
                  </a:moveTo>
                  <a:lnTo>
                    <a:pt x="43573" y="100317"/>
                  </a:lnTo>
                  <a:lnTo>
                    <a:pt x="42557" y="100063"/>
                  </a:lnTo>
                  <a:lnTo>
                    <a:pt x="41808" y="100088"/>
                  </a:lnTo>
                  <a:lnTo>
                    <a:pt x="40030" y="101028"/>
                  </a:lnTo>
                  <a:lnTo>
                    <a:pt x="39839" y="101955"/>
                  </a:lnTo>
                  <a:lnTo>
                    <a:pt x="40081" y="103606"/>
                  </a:lnTo>
                  <a:lnTo>
                    <a:pt x="40449" y="104101"/>
                  </a:lnTo>
                  <a:lnTo>
                    <a:pt x="44500" y="107442"/>
                  </a:lnTo>
                  <a:lnTo>
                    <a:pt x="47459" y="101282"/>
                  </a:lnTo>
                  <a:close/>
                </a:path>
                <a:path w="316230" h="179704">
                  <a:moveTo>
                    <a:pt x="50622" y="172834"/>
                  </a:moveTo>
                  <a:lnTo>
                    <a:pt x="42011" y="172834"/>
                  </a:lnTo>
                  <a:lnTo>
                    <a:pt x="41998" y="179438"/>
                  </a:lnTo>
                  <a:lnTo>
                    <a:pt x="46316" y="179438"/>
                  </a:lnTo>
                  <a:lnTo>
                    <a:pt x="50609" y="179438"/>
                  </a:lnTo>
                  <a:lnTo>
                    <a:pt x="50622" y="172834"/>
                  </a:lnTo>
                  <a:close/>
                </a:path>
                <a:path w="316230" h="179704">
                  <a:moveTo>
                    <a:pt x="51676" y="138861"/>
                  </a:moveTo>
                  <a:lnTo>
                    <a:pt x="50863" y="136956"/>
                  </a:lnTo>
                  <a:lnTo>
                    <a:pt x="50736" y="136677"/>
                  </a:lnTo>
                  <a:lnTo>
                    <a:pt x="50685" y="136525"/>
                  </a:lnTo>
                  <a:lnTo>
                    <a:pt x="50279" y="135585"/>
                  </a:lnTo>
                  <a:lnTo>
                    <a:pt x="49136" y="135585"/>
                  </a:lnTo>
                  <a:lnTo>
                    <a:pt x="48679" y="136677"/>
                  </a:lnTo>
                  <a:lnTo>
                    <a:pt x="48552" y="136956"/>
                  </a:lnTo>
                  <a:lnTo>
                    <a:pt x="47752" y="138849"/>
                  </a:lnTo>
                  <a:lnTo>
                    <a:pt x="51676" y="138861"/>
                  </a:lnTo>
                  <a:close/>
                </a:path>
                <a:path w="316230" h="179704">
                  <a:moveTo>
                    <a:pt x="55308" y="145707"/>
                  </a:moveTo>
                  <a:lnTo>
                    <a:pt x="55054" y="145707"/>
                  </a:lnTo>
                  <a:lnTo>
                    <a:pt x="53822" y="145707"/>
                  </a:lnTo>
                  <a:lnTo>
                    <a:pt x="53822" y="146113"/>
                  </a:lnTo>
                  <a:lnTo>
                    <a:pt x="55308" y="146113"/>
                  </a:lnTo>
                  <a:lnTo>
                    <a:pt x="55308" y="145707"/>
                  </a:lnTo>
                  <a:close/>
                </a:path>
                <a:path w="316230" h="179704">
                  <a:moveTo>
                    <a:pt x="56705" y="26708"/>
                  </a:moveTo>
                  <a:lnTo>
                    <a:pt x="54317" y="24320"/>
                  </a:lnTo>
                  <a:lnTo>
                    <a:pt x="51981" y="25158"/>
                  </a:lnTo>
                  <a:lnTo>
                    <a:pt x="52057" y="26924"/>
                  </a:lnTo>
                  <a:lnTo>
                    <a:pt x="52070" y="27076"/>
                  </a:lnTo>
                  <a:lnTo>
                    <a:pt x="52070" y="27254"/>
                  </a:lnTo>
                  <a:lnTo>
                    <a:pt x="52108" y="28232"/>
                  </a:lnTo>
                  <a:lnTo>
                    <a:pt x="52755" y="28867"/>
                  </a:lnTo>
                  <a:lnTo>
                    <a:pt x="53594" y="28905"/>
                  </a:lnTo>
                  <a:lnTo>
                    <a:pt x="53759" y="28905"/>
                  </a:lnTo>
                  <a:lnTo>
                    <a:pt x="54076" y="28917"/>
                  </a:lnTo>
                  <a:lnTo>
                    <a:pt x="55867" y="28981"/>
                  </a:lnTo>
                  <a:lnTo>
                    <a:pt x="56705" y="26708"/>
                  </a:lnTo>
                  <a:close/>
                </a:path>
                <a:path w="316230" h="179704">
                  <a:moveTo>
                    <a:pt x="58877" y="89141"/>
                  </a:moveTo>
                  <a:lnTo>
                    <a:pt x="52209" y="89141"/>
                  </a:lnTo>
                  <a:lnTo>
                    <a:pt x="52197" y="94246"/>
                  </a:lnTo>
                  <a:lnTo>
                    <a:pt x="55537" y="94246"/>
                  </a:lnTo>
                  <a:lnTo>
                    <a:pt x="58864" y="94246"/>
                  </a:lnTo>
                  <a:lnTo>
                    <a:pt x="58877" y="89141"/>
                  </a:lnTo>
                  <a:close/>
                </a:path>
                <a:path w="316230" h="179704">
                  <a:moveTo>
                    <a:pt x="64376" y="59791"/>
                  </a:moveTo>
                  <a:lnTo>
                    <a:pt x="63017" y="57442"/>
                  </a:lnTo>
                  <a:lnTo>
                    <a:pt x="60883" y="57543"/>
                  </a:lnTo>
                  <a:lnTo>
                    <a:pt x="59918" y="57594"/>
                  </a:lnTo>
                  <a:lnTo>
                    <a:pt x="59220" y="57746"/>
                  </a:lnTo>
                  <a:lnTo>
                    <a:pt x="57264" y="58674"/>
                  </a:lnTo>
                  <a:lnTo>
                    <a:pt x="57099" y="60109"/>
                  </a:lnTo>
                  <a:lnTo>
                    <a:pt x="57912" y="61709"/>
                  </a:lnTo>
                  <a:lnTo>
                    <a:pt x="58229" y="62077"/>
                  </a:lnTo>
                  <a:lnTo>
                    <a:pt x="60363" y="63868"/>
                  </a:lnTo>
                  <a:lnTo>
                    <a:pt x="62750" y="63601"/>
                  </a:lnTo>
                  <a:lnTo>
                    <a:pt x="64376" y="59791"/>
                  </a:lnTo>
                  <a:close/>
                </a:path>
                <a:path w="316230" h="179704">
                  <a:moveTo>
                    <a:pt x="70586" y="52565"/>
                  </a:moveTo>
                  <a:lnTo>
                    <a:pt x="68643" y="52565"/>
                  </a:lnTo>
                  <a:lnTo>
                    <a:pt x="68643" y="54063"/>
                  </a:lnTo>
                  <a:lnTo>
                    <a:pt x="69621" y="54063"/>
                  </a:lnTo>
                  <a:lnTo>
                    <a:pt x="70586" y="54063"/>
                  </a:lnTo>
                  <a:lnTo>
                    <a:pt x="70586" y="52565"/>
                  </a:lnTo>
                  <a:close/>
                </a:path>
                <a:path w="316230" h="179704">
                  <a:moveTo>
                    <a:pt x="73177" y="131559"/>
                  </a:moveTo>
                  <a:lnTo>
                    <a:pt x="69545" y="127025"/>
                  </a:lnTo>
                  <a:lnTo>
                    <a:pt x="66230" y="128104"/>
                  </a:lnTo>
                  <a:lnTo>
                    <a:pt x="64338" y="132537"/>
                  </a:lnTo>
                  <a:lnTo>
                    <a:pt x="66078" y="135051"/>
                  </a:lnTo>
                  <a:lnTo>
                    <a:pt x="68618" y="135115"/>
                  </a:lnTo>
                  <a:lnTo>
                    <a:pt x="72313" y="135204"/>
                  </a:lnTo>
                  <a:lnTo>
                    <a:pt x="73177" y="131559"/>
                  </a:lnTo>
                  <a:close/>
                </a:path>
                <a:path w="316230" h="179704">
                  <a:moveTo>
                    <a:pt x="74891" y="36042"/>
                  </a:moveTo>
                  <a:lnTo>
                    <a:pt x="71158" y="36042"/>
                  </a:lnTo>
                  <a:lnTo>
                    <a:pt x="71145" y="38912"/>
                  </a:lnTo>
                  <a:lnTo>
                    <a:pt x="73012" y="38912"/>
                  </a:lnTo>
                  <a:lnTo>
                    <a:pt x="74879" y="38912"/>
                  </a:lnTo>
                  <a:lnTo>
                    <a:pt x="74891" y="36042"/>
                  </a:lnTo>
                  <a:close/>
                </a:path>
                <a:path w="316230" h="179704">
                  <a:moveTo>
                    <a:pt x="76695" y="172656"/>
                  </a:moveTo>
                  <a:lnTo>
                    <a:pt x="71513" y="167652"/>
                  </a:lnTo>
                  <a:lnTo>
                    <a:pt x="67818" y="172999"/>
                  </a:lnTo>
                  <a:lnTo>
                    <a:pt x="71196" y="174561"/>
                  </a:lnTo>
                  <a:lnTo>
                    <a:pt x="73774" y="175755"/>
                  </a:lnTo>
                  <a:lnTo>
                    <a:pt x="76695" y="172656"/>
                  </a:lnTo>
                  <a:close/>
                </a:path>
                <a:path w="316230" h="179704">
                  <a:moveTo>
                    <a:pt x="77495" y="152920"/>
                  </a:moveTo>
                  <a:lnTo>
                    <a:pt x="69519" y="152920"/>
                  </a:lnTo>
                  <a:lnTo>
                    <a:pt x="69507" y="159042"/>
                  </a:lnTo>
                  <a:lnTo>
                    <a:pt x="73507" y="159042"/>
                  </a:lnTo>
                  <a:lnTo>
                    <a:pt x="77482" y="159042"/>
                  </a:lnTo>
                  <a:lnTo>
                    <a:pt x="77495" y="152920"/>
                  </a:lnTo>
                  <a:close/>
                </a:path>
                <a:path w="316230" h="179704">
                  <a:moveTo>
                    <a:pt x="79336" y="94703"/>
                  </a:moveTo>
                  <a:lnTo>
                    <a:pt x="77190" y="94030"/>
                  </a:lnTo>
                  <a:lnTo>
                    <a:pt x="77000" y="93967"/>
                  </a:lnTo>
                  <a:lnTo>
                    <a:pt x="76809" y="93916"/>
                  </a:lnTo>
                  <a:lnTo>
                    <a:pt x="76073" y="93687"/>
                  </a:lnTo>
                  <a:lnTo>
                    <a:pt x="75514" y="94234"/>
                  </a:lnTo>
                  <a:lnTo>
                    <a:pt x="75692" y="94780"/>
                  </a:lnTo>
                  <a:lnTo>
                    <a:pt x="75742" y="94957"/>
                  </a:lnTo>
                  <a:lnTo>
                    <a:pt x="76542" y="97459"/>
                  </a:lnTo>
                  <a:lnTo>
                    <a:pt x="79336" y="94703"/>
                  </a:lnTo>
                  <a:close/>
                </a:path>
                <a:path w="316230" h="179704">
                  <a:moveTo>
                    <a:pt x="82562" y="63779"/>
                  </a:moveTo>
                  <a:lnTo>
                    <a:pt x="82410" y="63144"/>
                  </a:lnTo>
                  <a:lnTo>
                    <a:pt x="82130" y="62014"/>
                  </a:lnTo>
                  <a:lnTo>
                    <a:pt x="79349" y="59956"/>
                  </a:lnTo>
                  <a:lnTo>
                    <a:pt x="78143" y="60223"/>
                  </a:lnTo>
                  <a:lnTo>
                    <a:pt x="75895" y="61188"/>
                  </a:lnTo>
                  <a:lnTo>
                    <a:pt x="75717" y="62014"/>
                  </a:lnTo>
                  <a:lnTo>
                    <a:pt x="75679" y="63144"/>
                  </a:lnTo>
                  <a:lnTo>
                    <a:pt x="75806" y="63754"/>
                  </a:lnTo>
                  <a:lnTo>
                    <a:pt x="76022" y="63144"/>
                  </a:lnTo>
                  <a:lnTo>
                    <a:pt x="75819" y="63779"/>
                  </a:lnTo>
                  <a:lnTo>
                    <a:pt x="76022" y="64782"/>
                  </a:lnTo>
                  <a:lnTo>
                    <a:pt x="75806" y="63754"/>
                  </a:lnTo>
                  <a:lnTo>
                    <a:pt x="74739" y="66789"/>
                  </a:lnTo>
                  <a:lnTo>
                    <a:pt x="79997" y="69037"/>
                  </a:lnTo>
                  <a:lnTo>
                    <a:pt x="82080" y="64782"/>
                  </a:lnTo>
                  <a:lnTo>
                    <a:pt x="82562" y="63779"/>
                  </a:lnTo>
                  <a:close/>
                </a:path>
                <a:path w="316230" h="179704">
                  <a:moveTo>
                    <a:pt x="92684" y="127723"/>
                  </a:moveTo>
                  <a:lnTo>
                    <a:pt x="88938" y="122491"/>
                  </a:lnTo>
                  <a:lnTo>
                    <a:pt x="86245" y="125158"/>
                  </a:lnTo>
                  <a:lnTo>
                    <a:pt x="86004" y="125171"/>
                  </a:lnTo>
                  <a:lnTo>
                    <a:pt x="85775" y="125222"/>
                  </a:lnTo>
                  <a:lnTo>
                    <a:pt x="84480" y="125615"/>
                  </a:lnTo>
                  <a:lnTo>
                    <a:pt x="83921" y="126682"/>
                  </a:lnTo>
                  <a:lnTo>
                    <a:pt x="84404" y="128930"/>
                  </a:lnTo>
                  <a:lnTo>
                    <a:pt x="85140" y="129540"/>
                  </a:lnTo>
                  <a:lnTo>
                    <a:pt x="87160" y="130149"/>
                  </a:lnTo>
                  <a:lnTo>
                    <a:pt x="88176" y="129971"/>
                  </a:lnTo>
                  <a:lnTo>
                    <a:pt x="92684" y="127723"/>
                  </a:lnTo>
                  <a:close/>
                </a:path>
                <a:path w="316230" h="179704">
                  <a:moveTo>
                    <a:pt x="97409" y="142646"/>
                  </a:moveTo>
                  <a:lnTo>
                    <a:pt x="87452" y="142621"/>
                  </a:lnTo>
                  <a:lnTo>
                    <a:pt x="90576" y="150977"/>
                  </a:lnTo>
                  <a:lnTo>
                    <a:pt x="94297" y="150977"/>
                  </a:lnTo>
                  <a:lnTo>
                    <a:pt x="95364" y="148145"/>
                  </a:lnTo>
                  <a:lnTo>
                    <a:pt x="97409" y="142646"/>
                  </a:lnTo>
                  <a:close/>
                </a:path>
                <a:path w="316230" h="179704">
                  <a:moveTo>
                    <a:pt x="98615" y="103606"/>
                  </a:moveTo>
                  <a:lnTo>
                    <a:pt x="96608" y="102374"/>
                  </a:lnTo>
                  <a:lnTo>
                    <a:pt x="95948" y="101981"/>
                  </a:lnTo>
                  <a:lnTo>
                    <a:pt x="95453" y="101650"/>
                  </a:lnTo>
                  <a:lnTo>
                    <a:pt x="93599" y="101346"/>
                  </a:lnTo>
                  <a:lnTo>
                    <a:pt x="92570" y="102400"/>
                  </a:lnTo>
                  <a:lnTo>
                    <a:pt x="93573" y="104114"/>
                  </a:lnTo>
                  <a:lnTo>
                    <a:pt x="94005" y="104457"/>
                  </a:lnTo>
                  <a:lnTo>
                    <a:pt x="96494" y="106362"/>
                  </a:lnTo>
                  <a:lnTo>
                    <a:pt x="98615" y="103606"/>
                  </a:lnTo>
                  <a:close/>
                </a:path>
                <a:path w="316230" h="179704">
                  <a:moveTo>
                    <a:pt x="99822" y="77914"/>
                  </a:moveTo>
                  <a:lnTo>
                    <a:pt x="98856" y="77863"/>
                  </a:lnTo>
                  <a:lnTo>
                    <a:pt x="99822" y="77914"/>
                  </a:lnTo>
                  <a:close/>
                </a:path>
                <a:path w="316230" h="179704">
                  <a:moveTo>
                    <a:pt x="101625" y="75234"/>
                  </a:moveTo>
                  <a:lnTo>
                    <a:pt x="101269" y="74041"/>
                  </a:lnTo>
                  <a:lnTo>
                    <a:pt x="98679" y="74041"/>
                  </a:lnTo>
                  <a:lnTo>
                    <a:pt x="97256" y="74041"/>
                  </a:lnTo>
                  <a:lnTo>
                    <a:pt x="97383" y="73723"/>
                  </a:lnTo>
                  <a:lnTo>
                    <a:pt x="98272" y="73723"/>
                  </a:lnTo>
                  <a:lnTo>
                    <a:pt x="98679" y="74041"/>
                  </a:lnTo>
                  <a:lnTo>
                    <a:pt x="98285" y="73723"/>
                  </a:lnTo>
                  <a:lnTo>
                    <a:pt x="101180" y="73723"/>
                  </a:lnTo>
                  <a:lnTo>
                    <a:pt x="100863" y="72682"/>
                  </a:lnTo>
                  <a:lnTo>
                    <a:pt x="100444" y="71259"/>
                  </a:lnTo>
                  <a:lnTo>
                    <a:pt x="96672" y="71069"/>
                  </a:lnTo>
                  <a:lnTo>
                    <a:pt x="92875" y="76403"/>
                  </a:lnTo>
                  <a:lnTo>
                    <a:pt x="97993" y="79438"/>
                  </a:lnTo>
                  <a:lnTo>
                    <a:pt x="98767" y="78028"/>
                  </a:lnTo>
                  <a:lnTo>
                    <a:pt x="96850" y="78028"/>
                  </a:lnTo>
                  <a:lnTo>
                    <a:pt x="98577" y="77838"/>
                  </a:lnTo>
                  <a:lnTo>
                    <a:pt x="98856" y="77863"/>
                  </a:lnTo>
                  <a:lnTo>
                    <a:pt x="99555" y="77736"/>
                  </a:lnTo>
                  <a:lnTo>
                    <a:pt x="100063" y="77470"/>
                  </a:lnTo>
                  <a:lnTo>
                    <a:pt x="101371" y="76288"/>
                  </a:lnTo>
                  <a:lnTo>
                    <a:pt x="101625" y="75234"/>
                  </a:lnTo>
                  <a:close/>
                </a:path>
                <a:path w="316230" h="179704">
                  <a:moveTo>
                    <a:pt x="107835" y="125336"/>
                  </a:moveTo>
                  <a:lnTo>
                    <a:pt x="107619" y="124993"/>
                  </a:lnTo>
                  <a:lnTo>
                    <a:pt x="107391" y="125107"/>
                  </a:lnTo>
                  <a:lnTo>
                    <a:pt x="107061" y="125260"/>
                  </a:lnTo>
                  <a:lnTo>
                    <a:pt x="106743" y="125425"/>
                  </a:lnTo>
                  <a:lnTo>
                    <a:pt x="106413" y="125590"/>
                  </a:lnTo>
                  <a:lnTo>
                    <a:pt x="106184" y="125704"/>
                  </a:lnTo>
                  <a:lnTo>
                    <a:pt x="106400" y="126047"/>
                  </a:lnTo>
                  <a:lnTo>
                    <a:pt x="106629" y="125933"/>
                  </a:lnTo>
                  <a:lnTo>
                    <a:pt x="106946" y="125768"/>
                  </a:lnTo>
                  <a:lnTo>
                    <a:pt x="107276" y="125615"/>
                  </a:lnTo>
                  <a:lnTo>
                    <a:pt x="107594" y="125450"/>
                  </a:lnTo>
                  <a:lnTo>
                    <a:pt x="107835" y="125336"/>
                  </a:lnTo>
                  <a:close/>
                </a:path>
                <a:path w="316230" h="179704">
                  <a:moveTo>
                    <a:pt x="108724" y="161226"/>
                  </a:moveTo>
                  <a:lnTo>
                    <a:pt x="102374" y="161226"/>
                  </a:lnTo>
                  <a:lnTo>
                    <a:pt x="102374" y="166090"/>
                  </a:lnTo>
                  <a:lnTo>
                    <a:pt x="105549" y="166090"/>
                  </a:lnTo>
                  <a:lnTo>
                    <a:pt x="108724" y="166090"/>
                  </a:lnTo>
                  <a:lnTo>
                    <a:pt x="108724" y="161226"/>
                  </a:lnTo>
                  <a:close/>
                </a:path>
                <a:path w="316230" h="179704">
                  <a:moveTo>
                    <a:pt x="109816" y="126530"/>
                  </a:moveTo>
                  <a:lnTo>
                    <a:pt x="108191" y="127190"/>
                  </a:lnTo>
                  <a:lnTo>
                    <a:pt x="107899" y="127317"/>
                  </a:lnTo>
                  <a:lnTo>
                    <a:pt x="107759" y="127368"/>
                  </a:lnTo>
                  <a:lnTo>
                    <a:pt x="106984" y="127698"/>
                  </a:lnTo>
                  <a:lnTo>
                    <a:pt x="106984" y="128612"/>
                  </a:lnTo>
                  <a:lnTo>
                    <a:pt x="107759" y="128943"/>
                  </a:lnTo>
                  <a:lnTo>
                    <a:pt x="107899" y="128993"/>
                  </a:lnTo>
                  <a:lnTo>
                    <a:pt x="109804" y="129794"/>
                  </a:lnTo>
                  <a:lnTo>
                    <a:pt x="109816" y="126530"/>
                  </a:lnTo>
                  <a:close/>
                </a:path>
                <a:path w="316230" h="179704">
                  <a:moveTo>
                    <a:pt x="118668" y="158330"/>
                  </a:moveTo>
                  <a:lnTo>
                    <a:pt x="114769" y="158330"/>
                  </a:lnTo>
                  <a:lnTo>
                    <a:pt x="114769" y="161315"/>
                  </a:lnTo>
                  <a:lnTo>
                    <a:pt x="116713" y="161315"/>
                  </a:lnTo>
                  <a:lnTo>
                    <a:pt x="118668" y="161315"/>
                  </a:lnTo>
                  <a:lnTo>
                    <a:pt x="118668" y="158330"/>
                  </a:lnTo>
                  <a:close/>
                </a:path>
                <a:path w="316230" h="179704">
                  <a:moveTo>
                    <a:pt x="125577" y="109067"/>
                  </a:moveTo>
                  <a:lnTo>
                    <a:pt x="121742" y="112001"/>
                  </a:lnTo>
                  <a:lnTo>
                    <a:pt x="123240" y="112369"/>
                  </a:lnTo>
                  <a:lnTo>
                    <a:pt x="124345" y="111353"/>
                  </a:lnTo>
                  <a:lnTo>
                    <a:pt x="124510" y="111150"/>
                  </a:lnTo>
                  <a:lnTo>
                    <a:pt x="125577" y="109067"/>
                  </a:lnTo>
                  <a:close/>
                </a:path>
                <a:path w="316230" h="179704">
                  <a:moveTo>
                    <a:pt x="128460" y="97536"/>
                  </a:moveTo>
                  <a:lnTo>
                    <a:pt x="122453" y="97536"/>
                  </a:lnTo>
                  <a:lnTo>
                    <a:pt x="122453" y="102158"/>
                  </a:lnTo>
                  <a:lnTo>
                    <a:pt x="125463" y="102158"/>
                  </a:lnTo>
                  <a:lnTo>
                    <a:pt x="128460" y="102158"/>
                  </a:lnTo>
                  <a:lnTo>
                    <a:pt x="128460" y="97536"/>
                  </a:lnTo>
                  <a:close/>
                </a:path>
                <a:path w="316230" h="179704">
                  <a:moveTo>
                    <a:pt x="132207" y="177520"/>
                  </a:moveTo>
                  <a:lnTo>
                    <a:pt x="131483" y="177342"/>
                  </a:lnTo>
                  <a:lnTo>
                    <a:pt x="131038" y="177215"/>
                  </a:lnTo>
                  <a:lnTo>
                    <a:pt x="129616" y="176834"/>
                  </a:lnTo>
                  <a:lnTo>
                    <a:pt x="129603" y="179273"/>
                  </a:lnTo>
                  <a:lnTo>
                    <a:pt x="131038" y="178892"/>
                  </a:lnTo>
                  <a:lnTo>
                    <a:pt x="131343" y="178816"/>
                  </a:lnTo>
                  <a:lnTo>
                    <a:pt x="131483" y="178777"/>
                  </a:lnTo>
                  <a:lnTo>
                    <a:pt x="132207" y="178587"/>
                  </a:lnTo>
                  <a:lnTo>
                    <a:pt x="132207" y="177520"/>
                  </a:lnTo>
                  <a:close/>
                </a:path>
                <a:path w="316230" h="179704">
                  <a:moveTo>
                    <a:pt x="132511" y="122199"/>
                  </a:moveTo>
                  <a:lnTo>
                    <a:pt x="131991" y="122199"/>
                  </a:lnTo>
                  <a:lnTo>
                    <a:pt x="131991" y="122593"/>
                  </a:lnTo>
                  <a:lnTo>
                    <a:pt x="132257" y="122593"/>
                  </a:lnTo>
                  <a:lnTo>
                    <a:pt x="132511" y="122593"/>
                  </a:lnTo>
                  <a:lnTo>
                    <a:pt x="132511" y="122199"/>
                  </a:lnTo>
                  <a:close/>
                </a:path>
                <a:path w="316230" h="179704">
                  <a:moveTo>
                    <a:pt x="134048" y="139204"/>
                  </a:moveTo>
                  <a:lnTo>
                    <a:pt x="126580" y="139204"/>
                  </a:lnTo>
                  <a:lnTo>
                    <a:pt x="126580" y="144945"/>
                  </a:lnTo>
                  <a:lnTo>
                    <a:pt x="130314" y="144945"/>
                  </a:lnTo>
                  <a:lnTo>
                    <a:pt x="134048" y="144945"/>
                  </a:lnTo>
                  <a:lnTo>
                    <a:pt x="134048" y="139204"/>
                  </a:lnTo>
                  <a:close/>
                </a:path>
                <a:path w="316230" h="179704">
                  <a:moveTo>
                    <a:pt x="139369" y="115417"/>
                  </a:moveTo>
                  <a:lnTo>
                    <a:pt x="138430" y="115862"/>
                  </a:lnTo>
                  <a:lnTo>
                    <a:pt x="138607" y="116713"/>
                  </a:lnTo>
                  <a:lnTo>
                    <a:pt x="139369" y="115417"/>
                  </a:lnTo>
                  <a:close/>
                </a:path>
                <a:path w="316230" h="179704">
                  <a:moveTo>
                    <a:pt x="145757" y="117513"/>
                  </a:moveTo>
                  <a:lnTo>
                    <a:pt x="144995" y="116535"/>
                  </a:lnTo>
                  <a:lnTo>
                    <a:pt x="143738" y="114896"/>
                  </a:lnTo>
                  <a:lnTo>
                    <a:pt x="142379" y="114198"/>
                  </a:lnTo>
                  <a:lnTo>
                    <a:pt x="141643" y="114477"/>
                  </a:lnTo>
                  <a:lnTo>
                    <a:pt x="140665" y="114833"/>
                  </a:lnTo>
                  <a:lnTo>
                    <a:pt x="140665" y="119278"/>
                  </a:lnTo>
                  <a:lnTo>
                    <a:pt x="140576" y="119545"/>
                  </a:lnTo>
                  <a:lnTo>
                    <a:pt x="140512" y="119164"/>
                  </a:lnTo>
                  <a:lnTo>
                    <a:pt x="140576" y="117259"/>
                  </a:lnTo>
                  <a:lnTo>
                    <a:pt x="140576" y="116154"/>
                  </a:lnTo>
                  <a:lnTo>
                    <a:pt x="140665" y="119278"/>
                  </a:lnTo>
                  <a:lnTo>
                    <a:pt x="140665" y="114833"/>
                  </a:lnTo>
                  <a:lnTo>
                    <a:pt x="140144" y="115062"/>
                  </a:lnTo>
                  <a:lnTo>
                    <a:pt x="139420" y="115354"/>
                  </a:lnTo>
                  <a:lnTo>
                    <a:pt x="138722" y="116535"/>
                  </a:lnTo>
                  <a:lnTo>
                    <a:pt x="138658" y="116916"/>
                  </a:lnTo>
                  <a:lnTo>
                    <a:pt x="139141" y="119151"/>
                  </a:lnTo>
                  <a:lnTo>
                    <a:pt x="139827" y="119875"/>
                  </a:lnTo>
                  <a:lnTo>
                    <a:pt x="141617" y="120510"/>
                  </a:lnTo>
                  <a:lnTo>
                    <a:pt x="142760" y="120192"/>
                  </a:lnTo>
                  <a:lnTo>
                    <a:pt x="143383" y="120078"/>
                  </a:lnTo>
                  <a:lnTo>
                    <a:pt x="144691" y="119837"/>
                  </a:lnTo>
                  <a:lnTo>
                    <a:pt x="144957" y="119278"/>
                  </a:lnTo>
                  <a:lnTo>
                    <a:pt x="145757" y="117513"/>
                  </a:lnTo>
                  <a:close/>
                </a:path>
                <a:path w="316230" h="179704">
                  <a:moveTo>
                    <a:pt x="148361" y="135013"/>
                  </a:moveTo>
                  <a:lnTo>
                    <a:pt x="146926" y="133057"/>
                  </a:lnTo>
                  <a:lnTo>
                    <a:pt x="144881" y="132969"/>
                  </a:lnTo>
                  <a:lnTo>
                    <a:pt x="141592" y="132816"/>
                  </a:lnTo>
                  <a:lnTo>
                    <a:pt x="140906" y="135559"/>
                  </a:lnTo>
                  <a:lnTo>
                    <a:pt x="144157" y="139458"/>
                  </a:lnTo>
                  <a:lnTo>
                    <a:pt x="146812" y="138645"/>
                  </a:lnTo>
                  <a:lnTo>
                    <a:pt x="148361" y="135013"/>
                  </a:lnTo>
                  <a:close/>
                </a:path>
                <a:path w="316230" h="179704">
                  <a:moveTo>
                    <a:pt x="152946" y="166865"/>
                  </a:moveTo>
                  <a:lnTo>
                    <a:pt x="151853" y="165404"/>
                  </a:lnTo>
                  <a:lnTo>
                    <a:pt x="150495" y="163576"/>
                  </a:lnTo>
                  <a:lnTo>
                    <a:pt x="148729" y="164084"/>
                  </a:lnTo>
                  <a:lnTo>
                    <a:pt x="149123" y="165404"/>
                  </a:lnTo>
                  <a:lnTo>
                    <a:pt x="149225" y="165735"/>
                  </a:lnTo>
                  <a:lnTo>
                    <a:pt x="149428" y="166408"/>
                  </a:lnTo>
                  <a:lnTo>
                    <a:pt x="150012" y="168338"/>
                  </a:lnTo>
                  <a:lnTo>
                    <a:pt x="152946" y="166865"/>
                  </a:lnTo>
                  <a:close/>
                </a:path>
                <a:path w="316230" h="179704">
                  <a:moveTo>
                    <a:pt x="158940" y="148234"/>
                  </a:moveTo>
                  <a:lnTo>
                    <a:pt x="154381" y="147459"/>
                  </a:lnTo>
                  <a:lnTo>
                    <a:pt x="153009" y="147218"/>
                  </a:lnTo>
                  <a:lnTo>
                    <a:pt x="151396" y="147269"/>
                  </a:lnTo>
                  <a:lnTo>
                    <a:pt x="149860" y="149936"/>
                  </a:lnTo>
                  <a:lnTo>
                    <a:pt x="150495" y="151396"/>
                  </a:lnTo>
                  <a:lnTo>
                    <a:pt x="155282" y="155981"/>
                  </a:lnTo>
                  <a:lnTo>
                    <a:pt x="158940" y="148234"/>
                  </a:lnTo>
                  <a:close/>
                </a:path>
                <a:path w="316230" h="179704">
                  <a:moveTo>
                    <a:pt x="165290" y="168719"/>
                  </a:moveTo>
                  <a:lnTo>
                    <a:pt x="158457" y="168719"/>
                  </a:lnTo>
                  <a:lnTo>
                    <a:pt x="158457" y="173951"/>
                  </a:lnTo>
                  <a:lnTo>
                    <a:pt x="161874" y="173951"/>
                  </a:lnTo>
                  <a:lnTo>
                    <a:pt x="165290" y="173951"/>
                  </a:lnTo>
                  <a:lnTo>
                    <a:pt x="165290" y="168719"/>
                  </a:lnTo>
                  <a:close/>
                </a:path>
                <a:path w="316230" h="179704">
                  <a:moveTo>
                    <a:pt x="171157" y="174256"/>
                  </a:moveTo>
                  <a:lnTo>
                    <a:pt x="170840" y="173990"/>
                  </a:lnTo>
                  <a:lnTo>
                    <a:pt x="170307" y="173558"/>
                  </a:lnTo>
                  <a:lnTo>
                    <a:pt x="170053" y="173355"/>
                  </a:lnTo>
                  <a:lnTo>
                    <a:pt x="169735" y="173659"/>
                  </a:lnTo>
                  <a:lnTo>
                    <a:pt x="170091" y="174091"/>
                  </a:lnTo>
                  <a:lnTo>
                    <a:pt x="170243" y="174256"/>
                  </a:lnTo>
                  <a:lnTo>
                    <a:pt x="170649" y="174752"/>
                  </a:lnTo>
                  <a:lnTo>
                    <a:pt x="171157" y="174256"/>
                  </a:lnTo>
                  <a:close/>
                </a:path>
                <a:path w="316230" h="179704">
                  <a:moveTo>
                    <a:pt x="225196" y="113284"/>
                  </a:moveTo>
                  <a:lnTo>
                    <a:pt x="224091" y="112509"/>
                  </a:lnTo>
                  <a:lnTo>
                    <a:pt x="221449" y="110655"/>
                  </a:lnTo>
                  <a:lnTo>
                    <a:pt x="219621" y="112026"/>
                  </a:lnTo>
                  <a:lnTo>
                    <a:pt x="219989" y="113030"/>
                  </a:lnTo>
                  <a:lnTo>
                    <a:pt x="218249" y="113944"/>
                  </a:lnTo>
                  <a:lnTo>
                    <a:pt x="218935" y="116128"/>
                  </a:lnTo>
                  <a:lnTo>
                    <a:pt x="223774" y="117970"/>
                  </a:lnTo>
                  <a:lnTo>
                    <a:pt x="225158" y="113385"/>
                  </a:lnTo>
                  <a:close/>
                </a:path>
                <a:path w="316230" h="179704">
                  <a:moveTo>
                    <a:pt x="231025" y="121094"/>
                  </a:moveTo>
                  <a:lnTo>
                    <a:pt x="230619" y="121132"/>
                  </a:lnTo>
                  <a:lnTo>
                    <a:pt x="229311" y="121208"/>
                  </a:lnTo>
                  <a:lnTo>
                    <a:pt x="229311" y="121678"/>
                  </a:lnTo>
                  <a:lnTo>
                    <a:pt x="230619" y="121754"/>
                  </a:lnTo>
                  <a:lnTo>
                    <a:pt x="231025" y="121780"/>
                  </a:lnTo>
                  <a:lnTo>
                    <a:pt x="231025" y="121094"/>
                  </a:lnTo>
                  <a:close/>
                </a:path>
                <a:path w="316230" h="179704">
                  <a:moveTo>
                    <a:pt x="231609" y="63093"/>
                  </a:moveTo>
                  <a:lnTo>
                    <a:pt x="231432" y="62191"/>
                  </a:lnTo>
                  <a:lnTo>
                    <a:pt x="228688" y="60477"/>
                  </a:lnTo>
                  <a:lnTo>
                    <a:pt x="227050" y="63284"/>
                  </a:lnTo>
                  <a:lnTo>
                    <a:pt x="228485" y="64185"/>
                  </a:lnTo>
                  <a:lnTo>
                    <a:pt x="228739" y="64808"/>
                  </a:lnTo>
                  <a:lnTo>
                    <a:pt x="230517" y="65392"/>
                  </a:lnTo>
                  <a:lnTo>
                    <a:pt x="231190" y="63957"/>
                  </a:lnTo>
                  <a:lnTo>
                    <a:pt x="231609" y="63093"/>
                  </a:lnTo>
                  <a:close/>
                </a:path>
                <a:path w="316230" h="179704">
                  <a:moveTo>
                    <a:pt x="233553" y="33324"/>
                  </a:moveTo>
                  <a:lnTo>
                    <a:pt x="233489" y="32385"/>
                  </a:lnTo>
                  <a:lnTo>
                    <a:pt x="233311" y="32270"/>
                  </a:lnTo>
                  <a:lnTo>
                    <a:pt x="233260" y="31851"/>
                  </a:lnTo>
                  <a:lnTo>
                    <a:pt x="233095" y="30467"/>
                  </a:lnTo>
                  <a:lnTo>
                    <a:pt x="229387" y="32956"/>
                  </a:lnTo>
                  <a:lnTo>
                    <a:pt x="232460" y="34823"/>
                  </a:lnTo>
                  <a:lnTo>
                    <a:pt x="233464" y="34251"/>
                  </a:lnTo>
                  <a:lnTo>
                    <a:pt x="233438" y="33324"/>
                  </a:lnTo>
                  <a:lnTo>
                    <a:pt x="232892" y="32385"/>
                  </a:lnTo>
                  <a:lnTo>
                    <a:pt x="233019" y="32385"/>
                  </a:lnTo>
                  <a:lnTo>
                    <a:pt x="233438" y="33324"/>
                  </a:lnTo>
                  <a:close/>
                </a:path>
                <a:path w="316230" h="179704">
                  <a:moveTo>
                    <a:pt x="234175" y="156019"/>
                  </a:moveTo>
                  <a:lnTo>
                    <a:pt x="233273" y="151701"/>
                  </a:lnTo>
                  <a:lnTo>
                    <a:pt x="229196" y="155740"/>
                  </a:lnTo>
                  <a:lnTo>
                    <a:pt x="232181" y="156349"/>
                  </a:lnTo>
                  <a:lnTo>
                    <a:pt x="232575" y="156438"/>
                  </a:lnTo>
                  <a:lnTo>
                    <a:pt x="232778" y="156464"/>
                  </a:lnTo>
                  <a:lnTo>
                    <a:pt x="233553" y="156616"/>
                  </a:lnTo>
                  <a:lnTo>
                    <a:pt x="234175" y="156019"/>
                  </a:lnTo>
                  <a:close/>
                </a:path>
                <a:path w="316230" h="179704">
                  <a:moveTo>
                    <a:pt x="234696" y="83997"/>
                  </a:moveTo>
                  <a:lnTo>
                    <a:pt x="234518" y="83820"/>
                  </a:lnTo>
                  <a:lnTo>
                    <a:pt x="233807" y="84531"/>
                  </a:lnTo>
                  <a:lnTo>
                    <a:pt x="233984" y="84709"/>
                  </a:lnTo>
                  <a:lnTo>
                    <a:pt x="234264" y="84416"/>
                  </a:lnTo>
                  <a:lnTo>
                    <a:pt x="234429" y="84264"/>
                  </a:lnTo>
                  <a:lnTo>
                    <a:pt x="234696" y="83997"/>
                  </a:lnTo>
                  <a:close/>
                </a:path>
                <a:path w="316230" h="179704">
                  <a:moveTo>
                    <a:pt x="234886" y="71323"/>
                  </a:moveTo>
                  <a:lnTo>
                    <a:pt x="234238" y="68529"/>
                  </a:lnTo>
                  <a:lnTo>
                    <a:pt x="233641" y="65963"/>
                  </a:lnTo>
                  <a:lnTo>
                    <a:pt x="231470" y="65963"/>
                  </a:lnTo>
                  <a:lnTo>
                    <a:pt x="230225" y="71297"/>
                  </a:lnTo>
                  <a:lnTo>
                    <a:pt x="234886" y="71323"/>
                  </a:lnTo>
                  <a:close/>
                </a:path>
                <a:path w="316230" h="179704">
                  <a:moveTo>
                    <a:pt x="235877" y="129286"/>
                  </a:moveTo>
                  <a:lnTo>
                    <a:pt x="235064" y="129286"/>
                  </a:lnTo>
                  <a:lnTo>
                    <a:pt x="235064" y="129908"/>
                  </a:lnTo>
                  <a:lnTo>
                    <a:pt x="235470" y="129908"/>
                  </a:lnTo>
                  <a:lnTo>
                    <a:pt x="235877" y="129908"/>
                  </a:lnTo>
                  <a:lnTo>
                    <a:pt x="235877" y="129286"/>
                  </a:lnTo>
                  <a:close/>
                </a:path>
                <a:path w="316230" h="179704">
                  <a:moveTo>
                    <a:pt x="237388" y="146634"/>
                  </a:moveTo>
                  <a:lnTo>
                    <a:pt x="237070" y="144767"/>
                  </a:lnTo>
                  <a:lnTo>
                    <a:pt x="236982" y="144551"/>
                  </a:lnTo>
                  <a:lnTo>
                    <a:pt x="236664" y="143586"/>
                  </a:lnTo>
                  <a:lnTo>
                    <a:pt x="236550" y="143230"/>
                  </a:lnTo>
                  <a:lnTo>
                    <a:pt x="234696" y="142913"/>
                  </a:lnTo>
                  <a:lnTo>
                    <a:pt x="234200" y="143764"/>
                  </a:lnTo>
                  <a:lnTo>
                    <a:pt x="231355" y="144983"/>
                  </a:lnTo>
                  <a:lnTo>
                    <a:pt x="232537" y="148031"/>
                  </a:lnTo>
                  <a:lnTo>
                    <a:pt x="236575" y="148082"/>
                  </a:lnTo>
                  <a:lnTo>
                    <a:pt x="237388" y="146634"/>
                  </a:lnTo>
                  <a:close/>
                </a:path>
                <a:path w="316230" h="179704">
                  <a:moveTo>
                    <a:pt x="245541" y="159931"/>
                  </a:moveTo>
                  <a:lnTo>
                    <a:pt x="245516" y="159232"/>
                  </a:lnTo>
                  <a:lnTo>
                    <a:pt x="245211" y="158292"/>
                  </a:lnTo>
                  <a:lnTo>
                    <a:pt x="245084" y="158318"/>
                  </a:lnTo>
                  <a:lnTo>
                    <a:pt x="245402" y="159194"/>
                  </a:lnTo>
                  <a:lnTo>
                    <a:pt x="245389" y="159981"/>
                  </a:lnTo>
                  <a:lnTo>
                    <a:pt x="245059" y="160756"/>
                  </a:lnTo>
                  <a:lnTo>
                    <a:pt x="245008" y="160896"/>
                  </a:lnTo>
                  <a:lnTo>
                    <a:pt x="245262" y="160972"/>
                  </a:lnTo>
                  <a:lnTo>
                    <a:pt x="245300" y="160820"/>
                  </a:lnTo>
                  <a:lnTo>
                    <a:pt x="245541" y="159931"/>
                  </a:lnTo>
                  <a:close/>
                </a:path>
                <a:path w="316230" h="179704">
                  <a:moveTo>
                    <a:pt x="246303" y="74510"/>
                  </a:moveTo>
                  <a:lnTo>
                    <a:pt x="245656" y="72885"/>
                  </a:lnTo>
                  <a:lnTo>
                    <a:pt x="245402" y="72466"/>
                  </a:lnTo>
                  <a:lnTo>
                    <a:pt x="243433" y="70307"/>
                  </a:lnTo>
                  <a:lnTo>
                    <a:pt x="240957" y="72771"/>
                  </a:lnTo>
                  <a:lnTo>
                    <a:pt x="245211" y="75565"/>
                  </a:lnTo>
                  <a:lnTo>
                    <a:pt x="246303" y="74510"/>
                  </a:lnTo>
                  <a:close/>
                </a:path>
                <a:path w="316230" h="179704">
                  <a:moveTo>
                    <a:pt x="247027" y="90411"/>
                  </a:moveTo>
                  <a:lnTo>
                    <a:pt x="246075" y="86817"/>
                  </a:lnTo>
                  <a:lnTo>
                    <a:pt x="242773" y="87985"/>
                  </a:lnTo>
                  <a:lnTo>
                    <a:pt x="243674" y="89966"/>
                  </a:lnTo>
                  <a:lnTo>
                    <a:pt x="243649" y="90119"/>
                  </a:lnTo>
                  <a:lnTo>
                    <a:pt x="243459" y="91427"/>
                  </a:lnTo>
                  <a:lnTo>
                    <a:pt x="244157" y="92024"/>
                  </a:lnTo>
                  <a:lnTo>
                    <a:pt x="246430" y="91922"/>
                  </a:lnTo>
                  <a:lnTo>
                    <a:pt x="247027" y="90411"/>
                  </a:lnTo>
                  <a:close/>
                </a:path>
                <a:path w="316230" h="179704">
                  <a:moveTo>
                    <a:pt x="250698" y="113690"/>
                  </a:moveTo>
                  <a:lnTo>
                    <a:pt x="245491" y="113690"/>
                  </a:lnTo>
                  <a:lnTo>
                    <a:pt x="245491" y="117678"/>
                  </a:lnTo>
                  <a:lnTo>
                    <a:pt x="248094" y="117678"/>
                  </a:lnTo>
                  <a:lnTo>
                    <a:pt x="250685" y="117678"/>
                  </a:lnTo>
                  <a:lnTo>
                    <a:pt x="250698" y="113690"/>
                  </a:lnTo>
                  <a:close/>
                </a:path>
                <a:path w="316230" h="179704">
                  <a:moveTo>
                    <a:pt x="251409" y="142049"/>
                  </a:moveTo>
                  <a:lnTo>
                    <a:pt x="250977" y="141478"/>
                  </a:lnTo>
                  <a:lnTo>
                    <a:pt x="250952" y="142049"/>
                  </a:lnTo>
                  <a:lnTo>
                    <a:pt x="250952" y="141452"/>
                  </a:lnTo>
                  <a:lnTo>
                    <a:pt x="251002" y="140487"/>
                  </a:lnTo>
                  <a:lnTo>
                    <a:pt x="251015" y="140284"/>
                  </a:lnTo>
                  <a:lnTo>
                    <a:pt x="247764" y="139611"/>
                  </a:lnTo>
                  <a:lnTo>
                    <a:pt x="246138" y="142049"/>
                  </a:lnTo>
                  <a:lnTo>
                    <a:pt x="248551" y="144018"/>
                  </a:lnTo>
                  <a:lnTo>
                    <a:pt x="249288" y="144208"/>
                  </a:lnTo>
                  <a:lnTo>
                    <a:pt x="250977" y="143243"/>
                  </a:lnTo>
                  <a:lnTo>
                    <a:pt x="251396" y="142328"/>
                  </a:lnTo>
                  <a:lnTo>
                    <a:pt x="251409" y="142049"/>
                  </a:lnTo>
                  <a:close/>
                </a:path>
                <a:path w="316230" h="179704">
                  <a:moveTo>
                    <a:pt x="252234" y="133235"/>
                  </a:moveTo>
                  <a:lnTo>
                    <a:pt x="251714" y="133235"/>
                  </a:lnTo>
                  <a:lnTo>
                    <a:pt x="251714" y="133629"/>
                  </a:lnTo>
                  <a:lnTo>
                    <a:pt x="251980" y="133629"/>
                  </a:lnTo>
                  <a:lnTo>
                    <a:pt x="252234" y="133629"/>
                  </a:lnTo>
                  <a:lnTo>
                    <a:pt x="252234" y="133235"/>
                  </a:lnTo>
                  <a:close/>
                </a:path>
                <a:path w="316230" h="179704">
                  <a:moveTo>
                    <a:pt x="252730" y="168744"/>
                  </a:moveTo>
                  <a:lnTo>
                    <a:pt x="252196" y="168744"/>
                  </a:lnTo>
                  <a:lnTo>
                    <a:pt x="252196" y="169138"/>
                  </a:lnTo>
                  <a:lnTo>
                    <a:pt x="252463" y="169138"/>
                  </a:lnTo>
                  <a:lnTo>
                    <a:pt x="252730" y="169138"/>
                  </a:lnTo>
                  <a:lnTo>
                    <a:pt x="252730" y="168744"/>
                  </a:lnTo>
                  <a:close/>
                </a:path>
                <a:path w="316230" h="179704">
                  <a:moveTo>
                    <a:pt x="255054" y="171157"/>
                  </a:moveTo>
                  <a:lnTo>
                    <a:pt x="253453" y="170472"/>
                  </a:lnTo>
                  <a:lnTo>
                    <a:pt x="253250" y="170395"/>
                  </a:lnTo>
                  <a:lnTo>
                    <a:pt x="253047" y="170294"/>
                  </a:lnTo>
                  <a:lnTo>
                    <a:pt x="252844" y="170218"/>
                  </a:lnTo>
                  <a:lnTo>
                    <a:pt x="252133" y="169900"/>
                  </a:lnTo>
                  <a:lnTo>
                    <a:pt x="251498" y="170522"/>
                  </a:lnTo>
                  <a:lnTo>
                    <a:pt x="251904" y="171437"/>
                  </a:lnTo>
                  <a:lnTo>
                    <a:pt x="251993" y="171640"/>
                  </a:lnTo>
                  <a:lnTo>
                    <a:pt x="252768" y="173393"/>
                  </a:lnTo>
                  <a:lnTo>
                    <a:pt x="255054" y="171157"/>
                  </a:lnTo>
                  <a:close/>
                </a:path>
                <a:path w="316230" h="179704">
                  <a:moveTo>
                    <a:pt x="259537" y="80238"/>
                  </a:moveTo>
                  <a:lnTo>
                    <a:pt x="257263" y="77965"/>
                  </a:lnTo>
                  <a:lnTo>
                    <a:pt x="256336" y="79616"/>
                  </a:lnTo>
                  <a:lnTo>
                    <a:pt x="256133" y="79997"/>
                  </a:lnTo>
                  <a:lnTo>
                    <a:pt x="256019" y="80187"/>
                  </a:lnTo>
                  <a:lnTo>
                    <a:pt x="255549" y="81000"/>
                  </a:lnTo>
                  <a:lnTo>
                    <a:pt x="256476" y="81927"/>
                  </a:lnTo>
                  <a:lnTo>
                    <a:pt x="259537" y="80238"/>
                  </a:lnTo>
                  <a:close/>
                </a:path>
                <a:path w="316230" h="179704">
                  <a:moveTo>
                    <a:pt x="259689" y="111607"/>
                  </a:moveTo>
                  <a:lnTo>
                    <a:pt x="256997" y="110807"/>
                  </a:lnTo>
                  <a:lnTo>
                    <a:pt x="256527" y="112458"/>
                  </a:lnTo>
                  <a:lnTo>
                    <a:pt x="256311" y="113195"/>
                  </a:lnTo>
                  <a:lnTo>
                    <a:pt x="256273" y="113487"/>
                  </a:lnTo>
                  <a:lnTo>
                    <a:pt x="256197" y="115366"/>
                  </a:lnTo>
                  <a:lnTo>
                    <a:pt x="257683" y="115582"/>
                  </a:lnTo>
                  <a:lnTo>
                    <a:pt x="258699" y="114147"/>
                  </a:lnTo>
                  <a:lnTo>
                    <a:pt x="259689" y="111607"/>
                  </a:lnTo>
                  <a:close/>
                </a:path>
                <a:path w="316230" h="179704">
                  <a:moveTo>
                    <a:pt x="263499" y="63690"/>
                  </a:moveTo>
                  <a:lnTo>
                    <a:pt x="263448" y="63144"/>
                  </a:lnTo>
                  <a:lnTo>
                    <a:pt x="261645" y="59651"/>
                  </a:lnTo>
                  <a:lnTo>
                    <a:pt x="257365" y="62687"/>
                  </a:lnTo>
                  <a:lnTo>
                    <a:pt x="258953" y="64223"/>
                  </a:lnTo>
                  <a:lnTo>
                    <a:pt x="259664" y="65125"/>
                  </a:lnTo>
                  <a:lnTo>
                    <a:pt x="260134" y="65671"/>
                  </a:lnTo>
                  <a:lnTo>
                    <a:pt x="260438" y="65862"/>
                  </a:lnTo>
                  <a:lnTo>
                    <a:pt x="261823" y="66243"/>
                  </a:lnTo>
                  <a:lnTo>
                    <a:pt x="263182" y="65659"/>
                  </a:lnTo>
                  <a:lnTo>
                    <a:pt x="263499" y="63690"/>
                  </a:lnTo>
                  <a:close/>
                </a:path>
                <a:path w="316230" h="179704">
                  <a:moveTo>
                    <a:pt x="263537" y="94068"/>
                  </a:moveTo>
                  <a:lnTo>
                    <a:pt x="258559" y="95084"/>
                  </a:lnTo>
                  <a:lnTo>
                    <a:pt x="259715" y="97421"/>
                  </a:lnTo>
                  <a:lnTo>
                    <a:pt x="259575" y="98831"/>
                  </a:lnTo>
                  <a:lnTo>
                    <a:pt x="261327" y="99631"/>
                  </a:lnTo>
                  <a:lnTo>
                    <a:pt x="263156" y="98526"/>
                  </a:lnTo>
                  <a:lnTo>
                    <a:pt x="263537" y="97955"/>
                  </a:lnTo>
                  <a:lnTo>
                    <a:pt x="263537" y="94068"/>
                  </a:lnTo>
                  <a:close/>
                </a:path>
                <a:path w="316230" h="179704">
                  <a:moveTo>
                    <a:pt x="289877" y="138861"/>
                  </a:moveTo>
                  <a:lnTo>
                    <a:pt x="289064" y="136956"/>
                  </a:lnTo>
                  <a:lnTo>
                    <a:pt x="288937" y="136677"/>
                  </a:lnTo>
                  <a:lnTo>
                    <a:pt x="288886" y="136525"/>
                  </a:lnTo>
                  <a:lnTo>
                    <a:pt x="288480" y="135585"/>
                  </a:lnTo>
                  <a:lnTo>
                    <a:pt x="287337" y="135585"/>
                  </a:lnTo>
                  <a:lnTo>
                    <a:pt x="286880" y="136677"/>
                  </a:lnTo>
                  <a:lnTo>
                    <a:pt x="286753" y="136956"/>
                  </a:lnTo>
                  <a:lnTo>
                    <a:pt x="285940" y="138849"/>
                  </a:lnTo>
                  <a:lnTo>
                    <a:pt x="289877" y="138861"/>
                  </a:lnTo>
                  <a:close/>
                </a:path>
                <a:path w="316230" h="179704">
                  <a:moveTo>
                    <a:pt x="293509" y="145707"/>
                  </a:moveTo>
                  <a:lnTo>
                    <a:pt x="293255" y="145707"/>
                  </a:lnTo>
                  <a:lnTo>
                    <a:pt x="292011" y="145707"/>
                  </a:lnTo>
                  <a:lnTo>
                    <a:pt x="292011" y="146113"/>
                  </a:lnTo>
                  <a:lnTo>
                    <a:pt x="293509" y="146113"/>
                  </a:lnTo>
                  <a:lnTo>
                    <a:pt x="293509" y="145707"/>
                  </a:lnTo>
                  <a:close/>
                </a:path>
                <a:path w="316230" h="179704">
                  <a:moveTo>
                    <a:pt x="297078" y="89141"/>
                  </a:moveTo>
                  <a:lnTo>
                    <a:pt x="290410" y="89141"/>
                  </a:lnTo>
                  <a:lnTo>
                    <a:pt x="290398" y="94246"/>
                  </a:lnTo>
                  <a:lnTo>
                    <a:pt x="293738" y="94246"/>
                  </a:lnTo>
                  <a:lnTo>
                    <a:pt x="297065" y="94246"/>
                  </a:lnTo>
                  <a:lnTo>
                    <a:pt x="297078" y="89141"/>
                  </a:lnTo>
                  <a:close/>
                </a:path>
                <a:path w="316230" h="179704">
                  <a:moveTo>
                    <a:pt x="315696" y="152920"/>
                  </a:moveTo>
                  <a:lnTo>
                    <a:pt x="307721" y="152920"/>
                  </a:lnTo>
                  <a:lnTo>
                    <a:pt x="307708" y="159042"/>
                  </a:lnTo>
                  <a:lnTo>
                    <a:pt x="311696" y="159042"/>
                  </a:lnTo>
                  <a:lnTo>
                    <a:pt x="315683" y="159042"/>
                  </a:lnTo>
                  <a:lnTo>
                    <a:pt x="315696" y="15292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899272" y="7901907"/>
              <a:ext cx="250190" cy="201295"/>
            </a:xfrm>
            <a:custGeom>
              <a:avLst/>
              <a:gdLst/>
              <a:ahLst/>
              <a:cxnLst/>
              <a:rect l="l" t="t" r="r" b="b"/>
              <a:pathLst>
                <a:path w="250189" h="201295">
                  <a:moveTo>
                    <a:pt x="6083" y="17729"/>
                  </a:moveTo>
                  <a:lnTo>
                    <a:pt x="5626" y="17284"/>
                  </a:lnTo>
                  <a:lnTo>
                    <a:pt x="5346" y="17576"/>
                  </a:lnTo>
                  <a:lnTo>
                    <a:pt x="4864" y="18059"/>
                  </a:lnTo>
                  <a:lnTo>
                    <a:pt x="4572" y="18338"/>
                  </a:lnTo>
                  <a:lnTo>
                    <a:pt x="5016" y="18783"/>
                  </a:lnTo>
                  <a:lnTo>
                    <a:pt x="5308" y="18491"/>
                  </a:lnTo>
                  <a:lnTo>
                    <a:pt x="5473" y="18338"/>
                  </a:lnTo>
                  <a:lnTo>
                    <a:pt x="5626" y="18173"/>
                  </a:lnTo>
                  <a:lnTo>
                    <a:pt x="5791" y="18008"/>
                  </a:lnTo>
                  <a:lnTo>
                    <a:pt x="6083" y="17729"/>
                  </a:lnTo>
                  <a:close/>
                </a:path>
                <a:path w="250189" h="201295">
                  <a:moveTo>
                    <a:pt x="6946" y="141097"/>
                  </a:moveTo>
                  <a:lnTo>
                    <a:pt x="5842" y="140322"/>
                  </a:lnTo>
                  <a:lnTo>
                    <a:pt x="3200" y="138468"/>
                  </a:lnTo>
                  <a:lnTo>
                    <a:pt x="1371" y="139839"/>
                  </a:lnTo>
                  <a:lnTo>
                    <a:pt x="1739" y="140843"/>
                  </a:lnTo>
                  <a:lnTo>
                    <a:pt x="0" y="141757"/>
                  </a:lnTo>
                  <a:lnTo>
                    <a:pt x="685" y="143941"/>
                  </a:lnTo>
                  <a:lnTo>
                    <a:pt x="5537" y="145783"/>
                  </a:lnTo>
                  <a:lnTo>
                    <a:pt x="6908" y="141198"/>
                  </a:lnTo>
                  <a:close/>
                </a:path>
                <a:path w="250189" h="201295">
                  <a:moveTo>
                    <a:pt x="12776" y="148907"/>
                  </a:moveTo>
                  <a:lnTo>
                    <a:pt x="12369" y="148945"/>
                  </a:lnTo>
                  <a:lnTo>
                    <a:pt x="11061" y="149021"/>
                  </a:lnTo>
                  <a:lnTo>
                    <a:pt x="11061" y="149491"/>
                  </a:lnTo>
                  <a:lnTo>
                    <a:pt x="12369" y="149567"/>
                  </a:lnTo>
                  <a:lnTo>
                    <a:pt x="12776" y="149593"/>
                  </a:lnTo>
                  <a:lnTo>
                    <a:pt x="12776" y="148907"/>
                  </a:lnTo>
                  <a:close/>
                </a:path>
                <a:path w="250189" h="201295">
                  <a:moveTo>
                    <a:pt x="13373" y="90906"/>
                  </a:moveTo>
                  <a:lnTo>
                    <a:pt x="13195" y="90004"/>
                  </a:lnTo>
                  <a:lnTo>
                    <a:pt x="10439" y="88290"/>
                  </a:lnTo>
                  <a:lnTo>
                    <a:pt x="8801" y="91097"/>
                  </a:lnTo>
                  <a:lnTo>
                    <a:pt x="10236" y="91998"/>
                  </a:lnTo>
                  <a:lnTo>
                    <a:pt x="10490" y="92621"/>
                  </a:lnTo>
                  <a:lnTo>
                    <a:pt x="12268" y="93205"/>
                  </a:lnTo>
                  <a:lnTo>
                    <a:pt x="12928" y="91833"/>
                  </a:lnTo>
                  <a:lnTo>
                    <a:pt x="13373" y="90906"/>
                  </a:lnTo>
                  <a:close/>
                </a:path>
                <a:path w="250189" h="201295">
                  <a:moveTo>
                    <a:pt x="15303" y="61137"/>
                  </a:moveTo>
                  <a:lnTo>
                    <a:pt x="15240" y="60198"/>
                  </a:lnTo>
                  <a:lnTo>
                    <a:pt x="15062" y="60083"/>
                  </a:lnTo>
                  <a:lnTo>
                    <a:pt x="15011" y="59664"/>
                  </a:lnTo>
                  <a:lnTo>
                    <a:pt x="14846" y="58280"/>
                  </a:lnTo>
                  <a:lnTo>
                    <a:pt x="11150" y="60769"/>
                  </a:lnTo>
                  <a:lnTo>
                    <a:pt x="14211" y="62636"/>
                  </a:lnTo>
                  <a:lnTo>
                    <a:pt x="15214" y="62064"/>
                  </a:lnTo>
                  <a:lnTo>
                    <a:pt x="15189" y="61137"/>
                  </a:lnTo>
                  <a:lnTo>
                    <a:pt x="14643" y="60198"/>
                  </a:lnTo>
                  <a:lnTo>
                    <a:pt x="14770" y="60198"/>
                  </a:lnTo>
                  <a:lnTo>
                    <a:pt x="15189" y="61137"/>
                  </a:lnTo>
                  <a:close/>
                </a:path>
                <a:path w="250189" h="201295">
                  <a:moveTo>
                    <a:pt x="15925" y="183832"/>
                  </a:moveTo>
                  <a:lnTo>
                    <a:pt x="15024" y="179514"/>
                  </a:lnTo>
                  <a:lnTo>
                    <a:pt x="10947" y="183553"/>
                  </a:lnTo>
                  <a:lnTo>
                    <a:pt x="13944" y="184162"/>
                  </a:lnTo>
                  <a:lnTo>
                    <a:pt x="14325" y="184251"/>
                  </a:lnTo>
                  <a:lnTo>
                    <a:pt x="14528" y="184277"/>
                  </a:lnTo>
                  <a:lnTo>
                    <a:pt x="15303" y="184429"/>
                  </a:lnTo>
                  <a:lnTo>
                    <a:pt x="15925" y="183832"/>
                  </a:lnTo>
                  <a:close/>
                </a:path>
                <a:path w="250189" h="201295">
                  <a:moveTo>
                    <a:pt x="16459" y="111810"/>
                  </a:moveTo>
                  <a:lnTo>
                    <a:pt x="16281" y="111633"/>
                  </a:lnTo>
                  <a:lnTo>
                    <a:pt x="15570" y="112344"/>
                  </a:lnTo>
                  <a:lnTo>
                    <a:pt x="15748" y="112522"/>
                  </a:lnTo>
                  <a:lnTo>
                    <a:pt x="16014" y="112229"/>
                  </a:lnTo>
                  <a:lnTo>
                    <a:pt x="16179" y="112077"/>
                  </a:lnTo>
                  <a:lnTo>
                    <a:pt x="16459" y="111810"/>
                  </a:lnTo>
                  <a:close/>
                </a:path>
                <a:path w="250189" h="201295">
                  <a:moveTo>
                    <a:pt x="16637" y="99136"/>
                  </a:moveTo>
                  <a:lnTo>
                    <a:pt x="15989" y="96342"/>
                  </a:lnTo>
                  <a:lnTo>
                    <a:pt x="15392" y="93776"/>
                  </a:lnTo>
                  <a:lnTo>
                    <a:pt x="13220" y="93776"/>
                  </a:lnTo>
                  <a:lnTo>
                    <a:pt x="11976" y="99110"/>
                  </a:lnTo>
                  <a:lnTo>
                    <a:pt x="16637" y="99136"/>
                  </a:lnTo>
                  <a:close/>
                </a:path>
                <a:path w="250189" h="201295">
                  <a:moveTo>
                    <a:pt x="17627" y="157099"/>
                  </a:moveTo>
                  <a:lnTo>
                    <a:pt x="16814" y="157099"/>
                  </a:lnTo>
                  <a:lnTo>
                    <a:pt x="16814" y="157721"/>
                  </a:lnTo>
                  <a:lnTo>
                    <a:pt x="17221" y="157721"/>
                  </a:lnTo>
                  <a:lnTo>
                    <a:pt x="17627" y="157721"/>
                  </a:lnTo>
                  <a:lnTo>
                    <a:pt x="17627" y="157099"/>
                  </a:lnTo>
                  <a:close/>
                </a:path>
                <a:path w="250189" h="201295">
                  <a:moveTo>
                    <a:pt x="18605" y="13563"/>
                  </a:moveTo>
                  <a:lnTo>
                    <a:pt x="16865" y="10160"/>
                  </a:lnTo>
                  <a:lnTo>
                    <a:pt x="16484" y="9423"/>
                  </a:lnTo>
                  <a:lnTo>
                    <a:pt x="16014" y="8534"/>
                  </a:lnTo>
                  <a:lnTo>
                    <a:pt x="14541" y="8534"/>
                  </a:lnTo>
                  <a:lnTo>
                    <a:pt x="11950" y="13563"/>
                  </a:lnTo>
                  <a:lnTo>
                    <a:pt x="18605" y="13563"/>
                  </a:lnTo>
                  <a:close/>
                </a:path>
                <a:path w="250189" h="201295">
                  <a:moveTo>
                    <a:pt x="19075" y="22059"/>
                  </a:moveTo>
                  <a:lnTo>
                    <a:pt x="15367" y="22047"/>
                  </a:lnTo>
                  <a:lnTo>
                    <a:pt x="16129" y="23850"/>
                  </a:lnTo>
                  <a:lnTo>
                    <a:pt x="16256" y="24130"/>
                  </a:lnTo>
                  <a:lnTo>
                    <a:pt x="16306" y="24282"/>
                  </a:lnTo>
                  <a:lnTo>
                    <a:pt x="16675" y="25158"/>
                  </a:lnTo>
                  <a:lnTo>
                    <a:pt x="17754" y="25158"/>
                  </a:lnTo>
                  <a:lnTo>
                    <a:pt x="18199" y="24130"/>
                  </a:lnTo>
                  <a:lnTo>
                    <a:pt x="18313" y="23850"/>
                  </a:lnTo>
                  <a:lnTo>
                    <a:pt x="19075" y="22059"/>
                  </a:lnTo>
                  <a:close/>
                </a:path>
                <a:path w="250189" h="201295">
                  <a:moveTo>
                    <a:pt x="19126" y="4838"/>
                  </a:moveTo>
                  <a:lnTo>
                    <a:pt x="17551" y="1371"/>
                  </a:lnTo>
                  <a:lnTo>
                    <a:pt x="15824" y="2997"/>
                  </a:lnTo>
                  <a:lnTo>
                    <a:pt x="14287" y="4445"/>
                  </a:lnTo>
                  <a:lnTo>
                    <a:pt x="15125" y="5537"/>
                  </a:lnTo>
                  <a:lnTo>
                    <a:pt x="16052" y="5359"/>
                  </a:lnTo>
                  <a:lnTo>
                    <a:pt x="16408" y="5308"/>
                  </a:lnTo>
                  <a:lnTo>
                    <a:pt x="19126" y="4838"/>
                  </a:lnTo>
                  <a:close/>
                </a:path>
                <a:path w="250189" h="201295">
                  <a:moveTo>
                    <a:pt x="19138" y="174447"/>
                  </a:moveTo>
                  <a:lnTo>
                    <a:pt x="18821" y="172580"/>
                  </a:lnTo>
                  <a:lnTo>
                    <a:pt x="18732" y="172364"/>
                  </a:lnTo>
                  <a:lnTo>
                    <a:pt x="18427" y="171399"/>
                  </a:lnTo>
                  <a:lnTo>
                    <a:pt x="18313" y="171043"/>
                  </a:lnTo>
                  <a:lnTo>
                    <a:pt x="16459" y="170726"/>
                  </a:lnTo>
                  <a:lnTo>
                    <a:pt x="15951" y="171577"/>
                  </a:lnTo>
                  <a:lnTo>
                    <a:pt x="13106" y="172796"/>
                  </a:lnTo>
                  <a:lnTo>
                    <a:pt x="14287" y="175844"/>
                  </a:lnTo>
                  <a:lnTo>
                    <a:pt x="18326" y="175895"/>
                  </a:lnTo>
                  <a:lnTo>
                    <a:pt x="19138" y="174447"/>
                  </a:lnTo>
                  <a:close/>
                </a:path>
                <a:path w="250189" h="201295">
                  <a:moveTo>
                    <a:pt x="20104" y="37325"/>
                  </a:moveTo>
                  <a:lnTo>
                    <a:pt x="19786" y="36944"/>
                  </a:lnTo>
                  <a:lnTo>
                    <a:pt x="17741" y="35737"/>
                  </a:lnTo>
                  <a:lnTo>
                    <a:pt x="16459" y="37020"/>
                  </a:lnTo>
                  <a:lnTo>
                    <a:pt x="17665" y="39014"/>
                  </a:lnTo>
                  <a:lnTo>
                    <a:pt x="18034" y="39357"/>
                  </a:lnTo>
                  <a:lnTo>
                    <a:pt x="19164" y="39357"/>
                  </a:lnTo>
                  <a:lnTo>
                    <a:pt x="19672" y="39370"/>
                  </a:lnTo>
                  <a:lnTo>
                    <a:pt x="20104" y="38925"/>
                  </a:lnTo>
                  <a:lnTo>
                    <a:pt x="20104" y="38430"/>
                  </a:lnTo>
                  <a:lnTo>
                    <a:pt x="20104" y="37325"/>
                  </a:lnTo>
                  <a:close/>
                </a:path>
                <a:path w="250189" h="201295">
                  <a:moveTo>
                    <a:pt x="23304" y="9436"/>
                  </a:moveTo>
                  <a:lnTo>
                    <a:pt x="22783" y="9436"/>
                  </a:lnTo>
                  <a:lnTo>
                    <a:pt x="22783" y="9842"/>
                  </a:lnTo>
                  <a:lnTo>
                    <a:pt x="23050" y="9842"/>
                  </a:lnTo>
                  <a:lnTo>
                    <a:pt x="23304" y="9842"/>
                  </a:lnTo>
                  <a:lnTo>
                    <a:pt x="23304" y="9436"/>
                  </a:lnTo>
                  <a:close/>
                </a:path>
                <a:path w="250189" h="201295">
                  <a:moveTo>
                    <a:pt x="27292" y="187744"/>
                  </a:moveTo>
                  <a:lnTo>
                    <a:pt x="27266" y="187045"/>
                  </a:lnTo>
                  <a:lnTo>
                    <a:pt x="26974" y="186105"/>
                  </a:lnTo>
                  <a:lnTo>
                    <a:pt x="26847" y="186131"/>
                  </a:lnTo>
                  <a:lnTo>
                    <a:pt x="27152" y="187007"/>
                  </a:lnTo>
                  <a:lnTo>
                    <a:pt x="27139" y="187794"/>
                  </a:lnTo>
                  <a:lnTo>
                    <a:pt x="26809" y="188569"/>
                  </a:lnTo>
                  <a:lnTo>
                    <a:pt x="26758" y="188709"/>
                  </a:lnTo>
                  <a:lnTo>
                    <a:pt x="27012" y="188785"/>
                  </a:lnTo>
                  <a:lnTo>
                    <a:pt x="27051" y="188633"/>
                  </a:lnTo>
                  <a:lnTo>
                    <a:pt x="27292" y="187744"/>
                  </a:lnTo>
                  <a:close/>
                </a:path>
                <a:path w="250189" h="201295">
                  <a:moveTo>
                    <a:pt x="27584" y="50292"/>
                  </a:moveTo>
                  <a:lnTo>
                    <a:pt x="27254" y="50292"/>
                  </a:lnTo>
                  <a:lnTo>
                    <a:pt x="27254" y="50546"/>
                  </a:lnTo>
                  <a:lnTo>
                    <a:pt x="27419" y="50546"/>
                  </a:lnTo>
                  <a:lnTo>
                    <a:pt x="27584" y="50546"/>
                  </a:lnTo>
                  <a:lnTo>
                    <a:pt x="27584" y="50292"/>
                  </a:lnTo>
                  <a:close/>
                </a:path>
                <a:path w="250189" h="201295">
                  <a:moveTo>
                    <a:pt x="28371" y="73863"/>
                  </a:moveTo>
                  <a:lnTo>
                    <a:pt x="27190" y="72097"/>
                  </a:lnTo>
                  <a:lnTo>
                    <a:pt x="27051" y="72580"/>
                  </a:lnTo>
                  <a:lnTo>
                    <a:pt x="27127" y="72021"/>
                  </a:lnTo>
                  <a:lnTo>
                    <a:pt x="27647" y="70510"/>
                  </a:lnTo>
                  <a:lnTo>
                    <a:pt x="26809" y="70256"/>
                  </a:lnTo>
                  <a:lnTo>
                    <a:pt x="22606" y="68973"/>
                  </a:lnTo>
                  <a:lnTo>
                    <a:pt x="19951" y="72821"/>
                  </a:lnTo>
                  <a:lnTo>
                    <a:pt x="24663" y="76784"/>
                  </a:lnTo>
                  <a:lnTo>
                    <a:pt x="28244" y="73964"/>
                  </a:lnTo>
                  <a:lnTo>
                    <a:pt x="28371" y="73863"/>
                  </a:lnTo>
                  <a:close/>
                </a:path>
                <a:path w="250189" h="201295">
                  <a:moveTo>
                    <a:pt x="29984" y="22479"/>
                  </a:moveTo>
                  <a:lnTo>
                    <a:pt x="29044" y="20485"/>
                  </a:lnTo>
                  <a:lnTo>
                    <a:pt x="28232" y="18757"/>
                  </a:lnTo>
                  <a:lnTo>
                    <a:pt x="27838" y="17919"/>
                  </a:lnTo>
                  <a:lnTo>
                    <a:pt x="26416" y="18338"/>
                  </a:lnTo>
                  <a:lnTo>
                    <a:pt x="26695" y="23241"/>
                  </a:lnTo>
                  <a:lnTo>
                    <a:pt x="29984" y="22479"/>
                  </a:lnTo>
                  <a:close/>
                </a:path>
                <a:path w="250189" h="201295">
                  <a:moveTo>
                    <a:pt x="31216" y="13220"/>
                  </a:moveTo>
                  <a:lnTo>
                    <a:pt x="29832" y="13335"/>
                  </a:lnTo>
                  <a:lnTo>
                    <a:pt x="29641" y="13385"/>
                  </a:lnTo>
                  <a:lnTo>
                    <a:pt x="29464" y="13347"/>
                  </a:lnTo>
                  <a:lnTo>
                    <a:pt x="29311" y="13208"/>
                  </a:lnTo>
                  <a:lnTo>
                    <a:pt x="28778" y="12979"/>
                  </a:lnTo>
                  <a:lnTo>
                    <a:pt x="27876" y="13220"/>
                  </a:lnTo>
                  <a:lnTo>
                    <a:pt x="28117" y="14998"/>
                  </a:lnTo>
                  <a:lnTo>
                    <a:pt x="28727" y="15557"/>
                  </a:lnTo>
                  <a:lnTo>
                    <a:pt x="29832" y="15443"/>
                  </a:lnTo>
                  <a:lnTo>
                    <a:pt x="31191" y="15328"/>
                  </a:lnTo>
                  <a:lnTo>
                    <a:pt x="31216" y="13220"/>
                  </a:lnTo>
                  <a:close/>
                </a:path>
                <a:path w="250189" h="201295">
                  <a:moveTo>
                    <a:pt x="32854" y="26898"/>
                  </a:moveTo>
                  <a:lnTo>
                    <a:pt x="27813" y="26898"/>
                  </a:lnTo>
                  <a:lnTo>
                    <a:pt x="27813" y="30759"/>
                  </a:lnTo>
                  <a:lnTo>
                    <a:pt x="30327" y="30759"/>
                  </a:lnTo>
                  <a:lnTo>
                    <a:pt x="32842" y="30759"/>
                  </a:lnTo>
                  <a:lnTo>
                    <a:pt x="32854" y="26898"/>
                  </a:lnTo>
                  <a:close/>
                </a:path>
                <a:path w="250189" h="201295">
                  <a:moveTo>
                    <a:pt x="33997" y="161048"/>
                  </a:moveTo>
                  <a:lnTo>
                    <a:pt x="33464" y="161048"/>
                  </a:lnTo>
                  <a:lnTo>
                    <a:pt x="33464" y="161442"/>
                  </a:lnTo>
                  <a:lnTo>
                    <a:pt x="33731" y="161442"/>
                  </a:lnTo>
                  <a:lnTo>
                    <a:pt x="33997" y="161442"/>
                  </a:lnTo>
                  <a:lnTo>
                    <a:pt x="33997" y="161048"/>
                  </a:lnTo>
                  <a:close/>
                </a:path>
                <a:path w="250189" h="201295">
                  <a:moveTo>
                    <a:pt x="34785" y="58737"/>
                  </a:moveTo>
                  <a:lnTo>
                    <a:pt x="34378" y="57594"/>
                  </a:lnTo>
                  <a:lnTo>
                    <a:pt x="33515" y="57835"/>
                  </a:lnTo>
                  <a:lnTo>
                    <a:pt x="33261" y="57797"/>
                  </a:lnTo>
                  <a:lnTo>
                    <a:pt x="33020" y="57759"/>
                  </a:lnTo>
                  <a:lnTo>
                    <a:pt x="32778" y="57721"/>
                  </a:lnTo>
                  <a:lnTo>
                    <a:pt x="31508" y="56946"/>
                  </a:lnTo>
                  <a:lnTo>
                    <a:pt x="30568" y="59232"/>
                  </a:lnTo>
                  <a:lnTo>
                    <a:pt x="31991" y="59550"/>
                  </a:lnTo>
                  <a:lnTo>
                    <a:pt x="32829" y="59728"/>
                  </a:lnTo>
                  <a:lnTo>
                    <a:pt x="33375" y="59677"/>
                  </a:lnTo>
                  <a:lnTo>
                    <a:pt x="34785" y="58737"/>
                  </a:lnTo>
                  <a:close/>
                </a:path>
                <a:path w="250189" h="201295">
                  <a:moveTo>
                    <a:pt x="36804" y="198970"/>
                  </a:moveTo>
                  <a:lnTo>
                    <a:pt x="35217" y="198285"/>
                  </a:lnTo>
                  <a:lnTo>
                    <a:pt x="35001" y="198208"/>
                  </a:lnTo>
                  <a:lnTo>
                    <a:pt x="34798" y="198107"/>
                  </a:lnTo>
                  <a:lnTo>
                    <a:pt x="34594" y="198031"/>
                  </a:lnTo>
                  <a:lnTo>
                    <a:pt x="33883" y="197713"/>
                  </a:lnTo>
                  <a:lnTo>
                    <a:pt x="33248" y="198335"/>
                  </a:lnTo>
                  <a:lnTo>
                    <a:pt x="33553" y="199059"/>
                  </a:lnTo>
                  <a:lnTo>
                    <a:pt x="33743" y="199453"/>
                  </a:lnTo>
                  <a:lnTo>
                    <a:pt x="34518" y="201206"/>
                  </a:lnTo>
                  <a:lnTo>
                    <a:pt x="36804" y="198970"/>
                  </a:lnTo>
                  <a:close/>
                </a:path>
                <a:path w="250189" h="201295">
                  <a:moveTo>
                    <a:pt x="37147" y="40919"/>
                  </a:moveTo>
                  <a:lnTo>
                    <a:pt x="36080" y="40119"/>
                  </a:lnTo>
                  <a:lnTo>
                    <a:pt x="35725" y="39865"/>
                  </a:lnTo>
                  <a:lnTo>
                    <a:pt x="35369" y="39585"/>
                  </a:lnTo>
                  <a:lnTo>
                    <a:pt x="34531" y="38963"/>
                  </a:lnTo>
                  <a:lnTo>
                    <a:pt x="33782" y="39700"/>
                  </a:lnTo>
                  <a:lnTo>
                    <a:pt x="34163" y="40170"/>
                  </a:lnTo>
                  <a:lnTo>
                    <a:pt x="34417" y="40525"/>
                  </a:lnTo>
                  <a:lnTo>
                    <a:pt x="34963" y="41236"/>
                  </a:lnTo>
                  <a:lnTo>
                    <a:pt x="35763" y="42278"/>
                  </a:lnTo>
                  <a:lnTo>
                    <a:pt x="37147" y="40919"/>
                  </a:lnTo>
                  <a:close/>
                </a:path>
                <a:path w="250189" h="201295">
                  <a:moveTo>
                    <a:pt x="39801" y="19519"/>
                  </a:moveTo>
                  <a:lnTo>
                    <a:pt x="39319" y="19519"/>
                  </a:lnTo>
                  <a:lnTo>
                    <a:pt x="39319" y="19900"/>
                  </a:lnTo>
                  <a:lnTo>
                    <a:pt x="39560" y="19900"/>
                  </a:lnTo>
                  <a:lnTo>
                    <a:pt x="39801" y="19900"/>
                  </a:lnTo>
                  <a:lnTo>
                    <a:pt x="39801" y="19519"/>
                  </a:lnTo>
                  <a:close/>
                </a:path>
                <a:path w="250189" h="201295">
                  <a:moveTo>
                    <a:pt x="41300" y="108051"/>
                  </a:moveTo>
                  <a:lnTo>
                    <a:pt x="39014" y="105778"/>
                  </a:lnTo>
                  <a:lnTo>
                    <a:pt x="38087" y="107429"/>
                  </a:lnTo>
                  <a:lnTo>
                    <a:pt x="37299" y="108813"/>
                  </a:lnTo>
                  <a:lnTo>
                    <a:pt x="38227" y="109740"/>
                  </a:lnTo>
                  <a:lnTo>
                    <a:pt x="41300" y="108051"/>
                  </a:lnTo>
                  <a:close/>
                </a:path>
                <a:path w="250189" h="201295">
                  <a:moveTo>
                    <a:pt x="41440" y="139420"/>
                  </a:moveTo>
                  <a:lnTo>
                    <a:pt x="37960" y="143179"/>
                  </a:lnTo>
                  <a:lnTo>
                    <a:pt x="39433" y="143395"/>
                  </a:lnTo>
                  <a:lnTo>
                    <a:pt x="40449" y="141960"/>
                  </a:lnTo>
                  <a:lnTo>
                    <a:pt x="41440" y="139420"/>
                  </a:lnTo>
                  <a:close/>
                </a:path>
                <a:path w="250189" h="201295">
                  <a:moveTo>
                    <a:pt x="45250" y="91503"/>
                  </a:moveTo>
                  <a:lnTo>
                    <a:pt x="45199" y="90957"/>
                  </a:lnTo>
                  <a:lnTo>
                    <a:pt x="43395" y="87464"/>
                  </a:lnTo>
                  <a:lnTo>
                    <a:pt x="39116" y="90500"/>
                  </a:lnTo>
                  <a:lnTo>
                    <a:pt x="40716" y="92049"/>
                  </a:lnTo>
                  <a:lnTo>
                    <a:pt x="41427" y="92938"/>
                  </a:lnTo>
                  <a:lnTo>
                    <a:pt x="41884" y="93484"/>
                  </a:lnTo>
                  <a:lnTo>
                    <a:pt x="42189" y="93675"/>
                  </a:lnTo>
                  <a:lnTo>
                    <a:pt x="43573" y="94056"/>
                  </a:lnTo>
                  <a:lnTo>
                    <a:pt x="44932" y="93472"/>
                  </a:lnTo>
                  <a:lnTo>
                    <a:pt x="45250" y="91503"/>
                  </a:lnTo>
                  <a:close/>
                </a:path>
                <a:path w="250189" h="201295">
                  <a:moveTo>
                    <a:pt x="45288" y="121881"/>
                  </a:moveTo>
                  <a:lnTo>
                    <a:pt x="40309" y="122897"/>
                  </a:lnTo>
                  <a:lnTo>
                    <a:pt x="41465" y="125234"/>
                  </a:lnTo>
                  <a:lnTo>
                    <a:pt x="41325" y="126644"/>
                  </a:lnTo>
                  <a:lnTo>
                    <a:pt x="43078" y="127444"/>
                  </a:lnTo>
                  <a:lnTo>
                    <a:pt x="44907" y="126339"/>
                  </a:lnTo>
                  <a:lnTo>
                    <a:pt x="45288" y="125768"/>
                  </a:lnTo>
                  <a:lnTo>
                    <a:pt x="45288" y="121881"/>
                  </a:lnTo>
                  <a:close/>
                </a:path>
                <a:path w="250189" h="201295">
                  <a:moveTo>
                    <a:pt x="45389" y="50482"/>
                  </a:moveTo>
                  <a:lnTo>
                    <a:pt x="44894" y="50520"/>
                  </a:lnTo>
                  <a:lnTo>
                    <a:pt x="42710" y="50723"/>
                  </a:lnTo>
                  <a:lnTo>
                    <a:pt x="42710" y="51066"/>
                  </a:lnTo>
                  <a:lnTo>
                    <a:pt x="42951" y="51079"/>
                  </a:lnTo>
                  <a:lnTo>
                    <a:pt x="44894" y="51269"/>
                  </a:lnTo>
                  <a:lnTo>
                    <a:pt x="45389" y="51320"/>
                  </a:lnTo>
                  <a:lnTo>
                    <a:pt x="45389" y="50482"/>
                  </a:lnTo>
                  <a:close/>
                </a:path>
                <a:path w="250189" h="201295">
                  <a:moveTo>
                    <a:pt x="45910" y="48107"/>
                  </a:moveTo>
                  <a:lnTo>
                    <a:pt x="45516" y="46837"/>
                  </a:lnTo>
                  <a:lnTo>
                    <a:pt x="43319" y="46837"/>
                  </a:lnTo>
                  <a:lnTo>
                    <a:pt x="42913" y="48107"/>
                  </a:lnTo>
                  <a:lnTo>
                    <a:pt x="43561" y="48856"/>
                  </a:lnTo>
                  <a:lnTo>
                    <a:pt x="43713" y="49034"/>
                  </a:lnTo>
                  <a:lnTo>
                    <a:pt x="44081" y="49453"/>
                  </a:lnTo>
                  <a:lnTo>
                    <a:pt x="44742" y="49453"/>
                  </a:lnTo>
                  <a:lnTo>
                    <a:pt x="45110" y="49034"/>
                  </a:lnTo>
                  <a:lnTo>
                    <a:pt x="45910" y="48107"/>
                  </a:lnTo>
                  <a:close/>
                </a:path>
                <a:path w="250189" h="201295">
                  <a:moveTo>
                    <a:pt x="62445" y="41579"/>
                  </a:moveTo>
                  <a:lnTo>
                    <a:pt x="60528" y="39090"/>
                  </a:lnTo>
                  <a:lnTo>
                    <a:pt x="59715" y="38481"/>
                  </a:lnTo>
                  <a:lnTo>
                    <a:pt x="57188" y="37465"/>
                  </a:lnTo>
                  <a:lnTo>
                    <a:pt x="55981" y="39128"/>
                  </a:lnTo>
                  <a:lnTo>
                    <a:pt x="56235" y="39509"/>
                  </a:lnTo>
                  <a:lnTo>
                    <a:pt x="55575" y="40665"/>
                  </a:lnTo>
                  <a:lnTo>
                    <a:pt x="57213" y="42875"/>
                  </a:lnTo>
                  <a:lnTo>
                    <a:pt x="58039" y="43497"/>
                  </a:lnTo>
                  <a:lnTo>
                    <a:pt x="60985" y="43421"/>
                  </a:lnTo>
                  <a:lnTo>
                    <a:pt x="62445" y="41579"/>
                  </a:lnTo>
                  <a:close/>
                </a:path>
                <a:path w="250189" h="201295">
                  <a:moveTo>
                    <a:pt x="112344" y="18491"/>
                  </a:moveTo>
                  <a:lnTo>
                    <a:pt x="112280" y="17526"/>
                  </a:lnTo>
                  <a:lnTo>
                    <a:pt x="109982" y="13512"/>
                  </a:lnTo>
                  <a:lnTo>
                    <a:pt x="105511" y="16090"/>
                  </a:lnTo>
                  <a:lnTo>
                    <a:pt x="107048" y="18808"/>
                  </a:lnTo>
                  <a:lnTo>
                    <a:pt x="107035" y="19100"/>
                  </a:lnTo>
                  <a:lnTo>
                    <a:pt x="107124" y="19443"/>
                  </a:lnTo>
                  <a:lnTo>
                    <a:pt x="107175" y="19875"/>
                  </a:lnTo>
                  <a:lnTo>
                    <a:pt x="107327" y="20256"/>
                  </a:lnTo>
                  <a:lnTo>
                    <a:pt x="107975" y="21221"/>
                  </a:lnTo>
                  <a:lnTo>
                    <a:pt x="108661" y="21717"/>
                  </a:lnTo>
                  <a:lnTo>
                    <a:pt x="110667" y="21602"/>
                  </a:lnTo>
                  <a:lnTo>
                    <a:pt x="112001" y="20916"/>
                  </a:lnTo>
                  <a:lnTo>
                    <a:pt x="112344" y="18491"/>
                  </a:lnTo>
                  <a:close/>
                </a:path>
                <a:path w="250189" h="201295">
                  <a:moveTo>
                    <a:pt x="125336" y="71907"/>
                  </a:moveTo>
                  <a:lnTo>
                    <a:pt x="124714" y="70866"/>
                  </a:lnTo>
                  <a:lnTo>
                    <a:pt x="123151" y="69786"/>
                  </a:lnTo>
                  <a:lnTo>
                    <a:pt x="122466" y="69811"/>
                  </a:lnTo>
                  <a:lnTo>
                    <a:pt x="121272" y="70027"/>
                  </a:lnTo>
                  <a:lnTo>
                    <a:pt x="121005" y="69964"/>
                  </a:lnTo>
                  <a:lnTo>
                    <a:pt x="121005" y="70688"/>
                  </a:lnTo>
                  <a:lnTo>
                    <a:pt x="120688" y="71424"/>
                  </a:lnTo>
                  <a:lnTo>
                    <a:pt x="120992" y="70688"/>
                  </a:lnTo>
                  <a:lnTo>
                    <a:pt x="121005" y="69964"/>
                  </a:lnTo>
                  <a:lnTo>
                    <a:pt x="120472" y="69811"/>
                  </a:lnTo>
                  <a:lnTo>
                    <a:pt x="120472" y="71945"/>
                  </a:lnTo>
                  <a:lnTo>
                    <a:pt x="120408" y="72326"/>
                  </a:lnTo>
                  <a:lnTo>
                    <a:pt x="120294" y="72047"/>
                  </a:lnTo>
                  <a:lnTo>
                    <a:pt x="120370" y="69773"/>
                  </a:lnTo>
                  <a:lnTo>
                    <a:pt x="118643" y="72580"/>
                  </a:lnTo>
                  <a:lnTo>
                    <a:pt x="120980" y="74739"/>
                  </a:lnTo>
                  <a:lnTo>
                    <a:pt x="121615" y="75031"/>
                  </a:lnTo>
                  <a:lnTo>
                    <a:pt x="123659" y="74968"/>
                  </a:lnTo>
                  <a:lnTo>
                    <a:pt x="124510" y="74282"/>
                  </a:lnTo>
                  <a:lnTo>
                    <a:pt x="124752" y="73609"/>
                  </a:lnTo>
                  <a:lnTo>
                    <a:pt x="125336" y="71907"/>
                  </a:lnTo>
                  <a:close/>
                </a:path>
                <a:path w="250189" h="201295">
                  <a:moveTo>
                    <a:pt x="132473" y="154266"/>
                  </a:moveTo>
                  <a:lnTo>
                    <a:pt x="132029" y="153581"/>
                  </a:lnTo>
                  <a:lnTo>
                    <a:pt x="130263" y="150342"/>
                  </a:lnTo>
                  <a:lnTo>
                    <a:pt x="126733" y="152704"/>
                  </a:lnTo>
                  <a:lnTo>
                    <a:pt x="128536" y="154889"/>
                  </a:lnTo>
                  <a:lnTo>
                    <a:pt x="129247" y="155765"/>
                  </a:lnTo>
                  <a:lnTo>
                    <a:pt x="129667" y="156222"/>
                  </a:lnTo>
                  <a:lnTo>
                    <a:pt x="131432" y="156375"/>
                  </a:lnTo>
                  <a:lnTo>
                    <a:pt x="131940" y="155879"/>
                  </a:lnTo>
                  <a:lnTo>
                    <a:pt x="132473" y="154266"/>
                  </a:lnTo>
                  <a:close/>
                </a:path>
                <a:path w="250189" h="201295">
                  <a:moveTo>
                    <a:pt x="134264" y="5524"/>
                  </a:moveTo>
                  <a:lnTo>
                    <a:pt x="134239" y="3276"/>
                  </a:lnTo>
                  <a:lnTo>
                    <a:pt x="134073" y="2806"/>
                  </a:lnTo>
                  <a:lnTo>
                    <a:pt x="132651" y="0"/>
                  </a:lnTo>
                  <a:lnTo>
                    <a:pt x="129603" y="1765"/>
                  </a:lnTo>
                  <a:lnTo>
                    <a:pt x="130619" y="3771"/>
                  </a:lnTo>
                  <a:lnTo>
                    <a:pt x="130987" y="4495"/>
                  </a:lnTo>
                  <a:lnTo>
                    <a:pt x="131127" y="4686"/>
                  </a:lnTo>
                  <a:lnTo>
                    <a:pt x="132702" y="5892"/>
                  </a:lnTo>
                  <a:lnTo>
                    <a:pt x="134264" y="5524"/>
                  </a:lnTo>
                  <a:close/>
                </a:path>
                <a:path w="250189" h="201295">
                  <a:moveTo>
                    <a:pt x="139357" y="37477"/>
                  </a:moveTo>
                  <a:lnTo>
                    <a:pt x="139319" y="36207"/>
                  </a:lnTo>
                  <a:lnTo>
                    <a:pt x="138785" y="35560"/>
                  </a:lnTo>
                  <a:lnTo>
                    <a:pt x="135445" y="34442"/>
                  </a:lnTo>
                  <a:lnTo>
                    <a:pt x="134556" y="38481"/>
                  </a:lnTo>
                  <a:lnTo>
                    <a:pt x="135953" y="38633"/>
                  </a:lnTo>
                  <a:lnTo>
                    <a:pt x="137210" y="39725"/>
                  </a:lnTo>
                  <a:lnTo>
                    <a:pt x="138417" y="38823"/>
                  </a:lnTo>
                  <a:lnTo>
                    <a:pt x="138988" y="38392"/>
                  </a:lnTo>
                  <a:lnTo>
                    <a:pt x="139357" y="37909"/>
                  </a:lnTo>
                  <a:lnTo>
                    <a:pt x="139357" y="37477"/>
                  </a:lnTo>
                  <a:close/>
                </a:path>
                <a:path w="250189" h="201295">
                  <a:moveTo>
                    <a:pt x="148602" y="154698"/>
                  </a:moveTo>
                  <a:lnTo>
                    <a:pt x="147027" y="153047"/>
                  </a:lnTo>
                  <a:lnTo>
                    <a:pt x="145275" y="153441"/>
                  </a:lnTo>
                  <a:lnTo>
                    <a:pt x="143446" y="153847"/>
                  </a:lnTo>
                  <a:lnTo>
                    <a:pt x="143230" y="154978"/>
                  </a:lnTo>
                  <a:lnTo>
                    <a:pt x="144703" y="158330"/>
                  </a:lnTo>
                  <a:lnTo>
                    <a:pt x="147256" y="157848"/>
                  </a:lnTo>
                  <a:lnTo>
                    <a:pt x="148602" y="154698"/>
                  </a:lnTo>
                  <a:close/>
                </a:path>
                <a:path w="250189" h="201295">
                  <a:moveTo>
                    <a:pt x="155257" y="64338"/>
                  </a:moveTo>
                  <a:lnTo>
                    <a:pt x="154355" y="64058"/>
                  </a:lnTo>
                  <a:lnTo>
                    <a:pt x="154152" y="64008"/>
                  </a:lnTo>
                  <a:lnTo>
                    <a:pt x="153758" y="63881"/>
                  </a:lnTo>
                  <a:lnTo>
                    <a:pt x="151930" y="63347"/>
                  </a:lnTo>
                  <a:lnTo>
                    <a:pt x="151917" y="66611"/>
                  </a:lnTo>
                  <a:lnTo>
                    <a:pt x="153758" y="66052"/>
                  </a:lnTo>
                  <a:lnTo>
                    <a:pt x="153949" y="65989"/>
                  </a:lnTo>
                  <a:lnTo>
                    <a:pt x="154152" y="65938"/>
                  </a:lnTo>
                  <a:lnTo>
                    <a:pt x="155257" y="65608"/>
                  </a:lnTo>
                  <a:lnTo>
                    <a:pt x="155257" y="64338"/>
                  </a:lnTo>
                  <a:close/>
                </a:path>
                <a:path w="250189" h="201295">
                  <a:moveTo>
                    <a:pt x="155651" y="101879"/>
                  </a:moveTo>
                  <a:lnTo>
                    <a:pt x="155130" y="101879"/>
                  </a:lnTo>
                  <a:lnTo>
                    <a:pt x="155130" y="102273"/>
                  </a:lnTo>
                  <a:lnTo>
                    <a:pt x="155397" y="102273"/>
                  </a:lnTo>
                  <a:lnTo>
                    <a:pt x="155651" y="102273"/>
                  </a:lnTo>
                  <a:lnTo>
                    <a:pt x="155651" y="101879"/>
                  </a:lnTo>
                  <a:close/>
                </a:path>
                <a:path w="250189" h="201295">
                  <a:moveTo>
                    <a:pt x="158203" y="27190"/>
                  </a:moveTo>
                  <a:lnTo>
                    <a:pt x="155155" y="23774"/>
                  </a:lnTo>
                  <a:lnTo>
                    <a:pt x="152565" y="26289"/>
                  </a:lnTo>
                  <a:lnTo>
                    <a:pt x="154190" y="27774"/>
                  </a:lnTo>
                  <a:lnTo>
                    <a:pt x="154139" y="27927"/>
                  </a:lnTo>
                  <a:lnTo>
                    <a:pt x="153035" y="28727"/>
                  </a:lnTo>
                  <a:lnTo>
                    <a:pt x="153352" y="30391"/>
                  </a:lnTo>
                  <a:lnTo>
                    <a:pt x="154749" y="30429"/>
                  </a:lnTo>
                  <a:lnTo>
                    <a:pt x="157543" y="30505"/>
                  </a:lnTo>
                  <a:lnTo>
                    <a:pt x="158203" y="27190"/>
                  </a:lnTo>
                  <a:close/>
                </a:path>
                <a:path w="250189" h="201295">
                  <a:moveTo>
                    <a:pt x="174726" y="45186"/>
                  </a:moveTo>
                  <a:lnTo>
                    <a:pt x="172821" y="43307"/>
                  </a:lnTo>
                  <a:lnTo>
                    <a:pt x="172059" y="44665"/>
                  </a:lnTo>
                  <a:lnTo>
                    <a:pt x="171907" y="44919"/>
                  </a:lnTo>
                  <a:lnTo>
                    <a:pt x="171780" y="45186"/>
                  </a:lnTo>
                  <a:lnTo>
                    <a:pt x="171627" y="45427"/>
                  </a:lnTo>
                  <a:lnTo>
                    <a:pt x="171297" y="46037"/>
                  </a:lnTo>
                  <a:lnTo>
                    <a:pt x="171958" y="46710"/>
                  </a:lnTo>
                  <a:lnTo>
                    <a:pt x="172580" y="46380"/>
                  </a:lnTo>
                  <a:lnTo>
                    <a:pt x="172834" y="46228"/>
                  </a:lnTo>
                  <a:lnTo>
                    <a:pt x="173088" y="46088"/>
                  </a:lnTo>
                  <a:lnTo>
                    <a:pt x="174726" y="45186"/>
                  </a:lnTo>
                  <a:close/>
                </a:path>
                <a:path w="250189" h="201295">
                  <a:moveTo>
                    <a:pt x="177317" y="65913"/>
                  </a:moveTo>
                  <a:lnTo>
                    <a:pt x="177063" y="65316"/>
                  </a:lnTo>
                  <a:lnTo>
                    <a:pt x="175920" y="62306"/>
                  </a:lnTo>
                  <a:lnTo>
                    <a:pt x="172516" y="63131"/>
                  </a:lnTo>
                  <a:lnTo>
                    <a:pt x="173202" y="65405"/>
                  </a:lnTo>
                  <a:lnTo>
                    <a:pt x="173710" y="67157"/>
                  </a:lnTo>
                  <a:lnTo>
                    <a:pt x="175552" y="69011"/>
                  </a:lnTo>
                  <a:lnTo>
                    <a:pt x="177025" y="68110"/>
                  </a:lnTo>
                  <a:lnTo>
                    <a:pt x="177317" y="65913"/>
                  </a:lnTo>
                  <a:close/>
                </a:path>
                <a:path w="250189" h="201295">
                  <a:moveTo>
                    <a:pt x="181229" y="133413"/>
                  </a:moveTo>
                  <a:lnTo>
                    <a:pt x="176187" y="133413"/>
                  </a:lnTo>
                  <a:lnTo>
                    <a:pt x="176174" y="137274"/>
                  </a:lnTo>
                  <a:lnTo>
                    <a:pt x="178701" y="137274"/>
                  </a:lnTo>
                  <a:lnTo>
                    <a:pt x="181216" y="137274"/>
                  </a:lnTo>
                  <a:lnTo>
                    <a:pt x="181229" y="133413"/>
                  </a:lnTo>
                  <a:close/>
                </a:path>
                <a:path w="250189" h="201295">
                  <a:moveTo>
                    <a:pt x="186563" y="172300"/>
                  </a:moveTo>
                  <a:lnTo>
                    <a:pt x="181203" y="172300"/>
                  </a:lnTo>
                  <a:lnTo>
                    <a:pt x="181203" y="176415"/>
                  </a:lnTo>
                  <a:lnTo>
                    <a:pt x="183883" y="176415"/>
                  </a:lnTo>
                  <a:lnTo>
                    <a:pt x="186563" y="176415"/>
                  </a:lnTo>
                  <a:lnTo>
                    <a:pt x="186563" y="172300"/>
                  </a:lnTo>
                  <a:close/>
                </a:path>
                <a:path w="250189" h="201295">
                  <a:moveTo>
                    <a:pt x="187744" y="95224"/>
                  </a:moveTo>
                  <a:lnTo>
                    <a:pt x="184988" y="92481"/>
                  </a:lnTo>
                  <a:lnTo>
                    <a:pt x="184086" y="94411"/>
                  </a:lnTo>
                  <a:lnTo>
                    <a:pt x="183299" y="96075"/>
                  </a:lnTo>
                  <a:lnTo>
                    <a:pt x="184124" y="96888"/>
                  </a:lnTo>
                  <a:lnTo>
                    <a:pt x="185000" y="96481"/>
                  </a:lnTo>
                  <a:lnTo>
                    <a:pt x="185280" y="96367"/>
                  </a:lnTo>
                  <a:lnTo>
                    <a:pt x="187744" y="95224"/>
                  </a:lnTo>
                  <a:close/>
                </a:path>
                <a:path w="250189" h="201295">
                  <a:moveTo>
                    <a:pt x="188645" y="118135"/>
                  </a:moveTo>
                  <a:lnTo>
                    <a:pt x="188556" y="115493"/>
                  </a:lnTo>
                  <a:lnTo>
                    <a:pt x="188506" y="114160"/>
                  </a:lnTo>
                  <a:lnTo>
                    <a:pt x="185788" y="113233"/>
                  </a:lnTo>
                  <a:lnTo>
                    <a:pt x="185343" y="112649"/>
                  </a:lnTo>
                  <a:lnTo>
                    <a:pt x="184873" y="112928"/>
                  </a:lnTo>
                  <a:lnTo>
                    <a:pt x="184670" y="112852"/>
                  </a:lnTo>
                  <a:lnTo>
                    <a:pt x="184607" y="113080"/>
                  </a:lnTo>
                  <a:lnTo>
                    <a:pt x="181508" y="114896"/>
                  </a:lnTo>
                  <a:lnTo>
                    <a:pt x="182791" y="119418"/>
                  </a:lnTo>
                  <a:lnTo>
                    <a:pt x="185585" y="118808"/>
                  </a:lnTo>
                  <a:lnTo>
                    <a:pt x="185826" y="119189"/>
                  </a:lnTo>
                  <a:lnTo>
                    <a:pt x="186321" y="118872"/>
                  </a:lnTo>
                  <a:lnTo>
                    <a:pt x="186220" y="118668"/>
                  </a:lnTo>
                  <a:lnTo>
                    <a:pt x="188645" y="118135"/>
                  </a:lnTo>
                  <a:close/>
                </a:path>
                <a:path w="250189" h="201295">
                  <a:moveTo>
                    <a:pt x="189509" y="148323"/>
                  </a:moveTo>
                  <a:lnTo>
                    <a:pt x="188518" y="146773"/>
                  </a:lnTo>
                  <a:lnTo>
                    <a:pt x="188341" y="146240"/>
                  </a:lnTo>
                  <a:lnTo>
                    <a:pt x="187185" y="146215"/>
                  </a:lnTo>
                  <a:lnTo>
                    <a:pt x="186880" y="146215"/>
                  </a:lnTo>
                  <a:lnTo>
                    <a:pt x="186639" y="146481"/>
                  </a:lnTo>
                  <a:lnTo>
                    <a:pt x="186626" y="146786"/>
                  </a:lnTo>
                  <a:lnTo>
                    <a:pt x="186601" y="147929"/>
                  </a:lnTo>
                  <a:lnTo>
                    <a:pt x="187172" y="148107"/>
                  </a:lnTo>
                  <a:lnTo>
                    <a:pt x="188709" y="149161"/>
                  </a:lnTo>
                  <a:lnTo>
                    <a:pt x="189509" y="148323"/>
                  </a:lnTo>
                  <a:close/>
                </a:path>
                <a:path w="250189" h="201295">
                  <a:moveTo>
                    <a:pt x="196291" y="163296"/>
                  </a:moveTo>
                  <a:lnTo>
                    <a:pt x="195961" y="161734"/>
                  </a:lnTo>
                  <a:lnTo>
                    <a:pt x="195516" y="159562"/>
                  </a:lnTo>
                  <a:lnTo>
                    <a:pt x="192976" y="158102"/>
                  </a:lnTo>
                  <a:lnTo>
                    <a:pt x="190588" y="160477"/>
                  </a:lnTo>
                  <a:lnTo>
                    <a:pt x="190588" y="161480"/>
                  </a:lnTo>
                  <a:lnTo>
                    <a:pt x="191731" y="162636"/>
                  </a:lnTo>
                  <a:lnTo>
                    <a:pt x="192519" y="162852"/>
                  </a:lnTo>
                  <a:lnTo>
                    <a:pt x="194233" y="164871"/>
                  </a:lnTo>
                  <a:lnTo>
                    <a:pt x="196291" y="163296"/>
                  </a:lnTo>
                  <a:close/>
                </a:path>
                <a:path w="250189" h="201295">
                  <a:moveTo>
                    <a:pt x="197053" y="97853"/>
                  </a:moveTo>
                  <a:lnTo>
                    <a:pt x="195872" y="95745"/>
                  </a:lnTo>
                  <a:lnTo>
                    <a:pt x="195770" y="95592"/>
                  </a:lnTo>
                  <a:lnTo>
                    <a:pt x="195694" y="95427"/>
                  </a:lnTo>
                  <a:lnTo>
                    <a:pt x="195300" y="94742"/>
                  </a:lnTo>
                  <a:lnTo>
                    <a:pt x="194475" y="94742"/>
                  </a:lnTo>
                  <a:lnTo>
                    <a:pt x="192722" y="97853"/>
                  </a:lnTo>
                  <a:lnTo>
                    <a:pt x="197053" y="97853"/>
                  </a:lnTo>
                  <a:close/>
                </a:path>
                <a:path w="250189" h="201295">
                  <a:moveTo>
                    <a:pt x="198132" y="129743"/>
                  </a:moveTo>
                  <a:lnTo>
                    <a:pt x="196824" y="129870"/>
                  </a:lnTo>
                  <a:lnTo>
                    <a:pt x="194398" y="130098"/>
                  </a:lnTo>
                  <a:lnTo>
                    <a:pt x="194398" y="131622"/>
                  </a:lnTo>
                  <a:lnTo>
                    <a:pt x="198132" y="131991"/>
                  </a:lnTo>
                  <a:lnTo>
                    <a:pt x="198132" y="129743"/>
                  </a:lnTo>
                  <a:close/>
                </a:path>
                <a:path w="250189" h="201295">
                  <a:moveTo>
                    <a:pt x="207365" y="123926"/>
                  </a:moveTo>
                  <a:lnTo>
                    <a:pt x="206311" y="123126"/>
                  </a:lnTo>
                  <a:lnTo>
                    <a:pt x="206070" y="122948"/>
                  </a:lnTo>
                  <a:lnTo>
                    <a:pt x="205841" y="122770"/>
                  </a:lnTo>
                  <a:lnTo>
                    <a:pt x="205054" y="122186"/>
                  </a:lnTo>
                  <a:lnTo>
                    <a:pt x="204228" y="122999"/>
                  </a:lnTo>
                  <a:lnTo>
                    <a:pt x="204647" y="123532"/>
                  </a:lnTo>
                  <a:lnTo>
                    <a:pt x="204825" y="123761"/>
                  </a:lnTo>
                  <a:lnTo>
                    <a:pt x="205003" y="124002"/>
                  </a:lnTo>
                  <a:lnTo>
                    <a:pt x="205981" y="125285"/>
                  </a:lnTo>
                  <a:lnTo>
                    <a:pt x="207365" y="123926"/>
                  </a:lnTo>
                  <a:close/>
                </a:path>
                <a:path w="250189" h="201295">
                  <a:moveTo>
                    <a:pt x="210680" y="142824"/>
                  </a:moveTo>
                  <a:lnTo>
                    <a:pt x="210159" y="142824"/>
                  </a:lnTo>
                  <a:lnTo>
                    <a:pt x="210159" y="143217"/>
                  </a:lnTo>
                  <a:lnTo>
                    <a:pt x="210426" y="143217"/>
                  </a:lnTo>
                  <a:lnTo>
                    <a:pt x="210680" y="143217"/>
                  </a:lnTo>
                  <a:lnTo>
                    <a:pt x="210680" y="142824"/>
                  </a:lnTo>
                  <a:close/>
                </a:path>
                <a:path w="250189" h="201295">
                  <a:moveTo>
                    <a:pt x="210934" y="110756"/>
                  </a:moveTo>
                  <a:lnTo>
                    <a:pt x="210540" y="110274"/>
                  </a:lnTo>
                  <a:lnTo>
                    <a:pt x="210337" y="110045"/>
                  </a:lnTo>
                  <a:lnTo>
                    <a:pt x="210248" y="109918"/>
                  </a:lnTo>
                  <a:lnTo>
                    <a:pt x="209346" y="108839"/>
                  </a:lnTo>
                  <a:lnTo>
                    <a:pt x="207556" y="109778"/>
                  </a:lnTo>
                  <a:lnTo>
                    <a:pt x="207556" y="112293"/>
                  </a:lnTo>
                  <a:lnTo>
                    <a:pt x="209346" y="113220"/>
                  </a:lnTo>
                  <a:lnTo>
                    <a:pt x="210248" y="112128"/>
                  </a:lnTo>
                  <a:lnTo>
                    <a:pt x="210921" y="111290"/>
                  </a:lnTo>
                  <a:lnTo>
                    <a:pt x="210934" y="110756"/>
                  </a:lnTo>
                  <a:close/>
                </a:path>
                <a:path w="250189" h="201295">
                  <a:moveTo>
                    <a:pt x="211213" y="159131"/>
                  </a:moveTo>
                  <a:lnTo>
                    <a:pt x="208330" y="159118"/>
                  </a:lnTo>
                  <a:lnTo>
                    <a:pt x="208927" y="160515"/>
                  </a:lnTo>
                  <a:lnTo>
                    <a:pt x="209092" y="160909"/>
                  </a:lnTo>
                  <a:lnTo>
                    <a:pt x="209169" y="161099"/>
                  </a:lnTo>
                  <a:lnTo>
                    <a:pt x="209423" y="161683"/>
                  </a:lnTo>
                  <a:lnTo>
                    <a:pt x="210134" y="161683"/>
                  </a:lnTo>
                  <a:lnTo>
                    <a:pt x="210375" y="161099"/>
                  </a:lnTo>
                  <a:lnTo>
                    <a:pt x="210629" y="160515"/>
                  </a:lnTo>
                  <a:lnTo>
                    <a:pt x="211213" y="159131"/>
                  </a:lnTo>
                  <a:close/>
                </a:path>
                <a:path w="250189" h="201295">
                  <a:moveTo>
                    <a:pt x="211645" y="176745"/>
                  </a:moveTo>
                  <a:lnTo>
                    <a:pt x="211531" y="172974"/>
                  </a:lnTo>
                  <a:lnTo>
                    <a:pt x="211328" y="172313"/>
                  </a:lnTo>
                  <a:lnTo>
                    <a:pt x="211264" y="172072"/>
                  </a:lnTo>
                  <a:lnTo>
                    <a:pt x="210540" y="171754"/>
                  </a:lnTo>
                  <a:lnTo>
                    <a:pt x="210032" y="171538"/>
                  </a:lnTo>
                  <a:lnTo>
                    <a:pt x="209219" y="171678"/>
                  </a:lnTo>
                  <a:lnTo>
                    <a:pt x="208610" y="171589"/>
                  </a:lnTo>
                  <a:lnTo>
                    <a:pt x="207340" y="171856"/>
                  </a:lnTo>
                  <a:lnTo>
                    <a:pt x="206756" y="172935"/>
                  </a:lnTo>
                  <a:lnTo>
                    <a:pt x="206489" y="173291"/>
                  </a:lnTo>
                  <a:lnTo>
                    <a:pt x="206375" y="173634"/>
                  </a:lnTo>
                  <a:lnTo>
                    <a:pt x="206286" y="174980"/>
                  </a:lnTo>
                  <a:lnTo>
                    <a:pt x="206578" y="175742"/>
                  </a:lnTo>
                  <a:lnTo>
                    <a:pt x="208953" y="177711"/>
                  </a:lnTo>
                  <a:lnTo>
                    <a:pt x="211645" y="176745"/>
                  </a:lnTo>
                  <a:close/>
                </a:path>
                <a:path w="250189" h="201295">
                  <a:moveTo>
                    <a:pt x="212115" y="83312"/>
                  </a:moveTo>
                  <a:lnTo>
                    <a:pt x="211201" y="82994"/>
                  </a:lnTo>
                  <a:lnTo>
                    <a:pt x="209867" y="82524"/>
                  </a:lnTo>
                  <a:lnTo>
                    <a:pt x="209359" y="82359"/>
                  </a:lnTo>
                  <a:lnTo>
                    <a:pt x="209130" y="83058"/>
                  </a:lnTo>
                  <a:lnTo>
                    <a:pt x="209524" y="83312"/>
                  </a:lnTo>
                  <a:lnTo>
                    <a:pt x="211429" y="84620"/>
                  </a:lnTo>
                  <a:lnTo>
                    <a:pt x="212115" y="83312"/>
                  </a:lnTo>
                  <a:close/>
                </a:path>
                <a:path w="250189" h="201295">
                  <a:moveTo>
                    <a:pt x="214033" y="192671"/>
                  </a:moveTo>
                  <a:lnTo>
                    <a:pt x="210858" y="194652"/>
                  </a:lnTo>
                  <a:lnTo>
                    <a:pt x="209270" y="195668"/>
                  </a:lnTo>
                  <a:lnTo>
                    <a:pt x="209270" y="196557"/>
                  </a:lnTo>
                  <a:lnTo>
                    <a:pt x="210858" y="197573"/>
                  </a:lnTo>
                  <a:lnTo>
                    <a:pt x="214033" y="199542"/>
                  </a:lnTo>
                  <a:lnTo>
                    <a:pt x="214033" y="192671"/>
                  </a:lnTo>
                  <a:close/>
                </a:path>
                <a:path w="250189" h="201295">
                  <a:moveTo>
                    <a:pt x="221691" y="170967"/>
                  </a:moveTo>
                  <a:lnTo>
                    <a:pt x="221170" y="170967"/>
                  </a:lnTo>
                  <a:lnTo>
                    <a:pt x="221170" y="171361"/>
                  </a:lnTo>
                  <a:lnTo>
                    <a:pt x="221424" y="171361"/>
                  </a:lnTo>
                  <a:lnTo>
                    <a:pt x="221691" y="171361"/>
                  </a:lnTo>
                  <a:lnTo>
                    <a:pt x="221691" y="170967"/>
                  </a:lnTo>
                  <a:close/>
                </a:path>
                <a:path w="250189" h="201295">
                  <a:moveTo>
                    <a:pt x="223278" y="123545"/>
                  </a:moveTo>
                  <a:lnTo>
                    <a:pt x="223202" y="123126"/>
                  </a:lnTo>
                  <a:lnTo>
                    <a:pt x="221792" y="121513"/>
                  </a:lnTo>
                  <a:lnTo>
                    <a:pt x="220205" y="123571"/>
                  </a:lnTo>
                  <a:lnTo>
                    <a:pt x="220764" y="123837"/>
                  </a:lnTo>
                  <a:lnTo>
                    <a:pt x="220980" y="124244"/>
                  </a:lnTo>
                  <a:lnTo>
                    <a:pt x="221056" y="124371"/>
                  </a:lnTo>
                  <a:lnTo>
                    <a:pt x="221170" y="124599"/>
                  </a:lnTo>
                  <a:lnTo>
                    <a:pt x="221475" y="124777"/>
                  </a:lnTo>
                  <a:lnTo>
                    <a:pt x="222351" y="124714"/>
                  </a:lnTo>
                  <a:lnTo>
                    <a:pt x="222783" y="124498"/>
                  </a:lnTo>
                  <a:lnTo>
                    <a:pt x="223062" y="123952"/>
                  </a:lnTo>
                  <a:lnTo>
                    <a:pt x="223278" y="123545"/>
                  </a:lnTo>
                  <a:close/>
                </a:path>
                <a:path w="250189" h="201295">
                  <a:moveTo>
                    <a:pt x="223697" y="188188"/>
                  </a:moveTo>
                  <a:lnTo>
                    <a:pt x="223050" y="188188"/>
                  </a:lnTo>
                  <a:lnTo>
                    <a:pt x="223050" y="188683"/>
                  </a:lnTo>
                  <a:lnTo>
                    <a:pt x="223367" y="188683"/>
                  </a:lnTo>
                  <a:lnTo>
                    <a:pt x="223697" y="188683"/>
                  </a:lnTo>
                  <a:lnTo>
                    <a:pt x="223697" y="188188"/>
                  </a:lnTo>
                  <a:close/>
                </a:path>
                <a:path w="250189" h="201295">
                  <a:moveTo>
                    <a:pt x="226301" y="152908"/>
                  </a:moveTo>
                  <a:lnTo>
                    <a:pt x="224345" y="153390"/>
                  </a:lnTo>
                  <a:lnTo>
                    <a:pt x="222300" y="153898"/>
                  </a:lnTo>
                  <a:lnTo>
                    <a:pt x="222300" y="155168"/>
                  </a:lnTo>
                  <a:lnTo>
                    <a:pt x="223139" y="155371"/>
                  </a:lnTo>
                  <a:lnTo>
                    <a:pt x="223939" y="155575"/>
                  </a:lnTo>
                  <a:lnTo>
                    <a:pt x="224345" y="155676"/>
                  </a:lnTo>
                  <a:lnTo>
                    <a:pt x="226275" y="156159"/>
                  </a:lnTo>
                  <a:lnTo>
                    <a:pt x="226301" y="152908"/>
                  </a:lnTo>
                  <a:close/>
                </a:path>
                <a:path w="250189" h="201295">
                  <a:moveTo>
                    <a:pt x="231482" y="104165"/>
                  </a:moveTo>
                  <a:lnTo>
                    <a:pt x="231241" y="102476"/>
                  </a:lnTo>
                  <a:lnTo>
                    <a:pt x="231101" y="102184"/>
                  </a:lnTo>
                  <a:lnTo>
                    <a:pt x="230835" y="101777"/>
                  </a:lnTo>
                  <a:lnTo>
                    <a:pt x="229184" y="99174"/>
                  </a:lnTo>
                  <a:lnTo>
                    <a:pt x="225602" y="102679"/>
                  </a:lnTo>
                  <a:lnTo>
                    <a:pt x="228244" y="104330"/>
                  </a:lnTo>
                  <a:lnTo>
                    <a:pt x="228663" y="104597"/>
                  </a:lnTo>
                  <a:lnTo>
                    <a:pt x="228955" y="104724"/>
                  </a:lnTo>
                  <a:lnTo>
                    <a:pt x="230657" y="104965"/>
                  </a:lnTo>
                  <a:lnTo>
                    <a:pt x="231482" y="104165"/>
                  </a:lnTo>
                  <a:close/>
                </a:path>
                <a:path w="250189" h="201295">
                  <a:moveTo>
                    <a:pt x="233997" y="89077"/>
                  </a:moveTo>
                  <a:lnTo>
                    <a:pt x="233464" y="89077"/>
                  </a:lnTo>
                  <a:lnTo>
                    <a:pt x="233464" y="89484"/>
                  </a:lnTo>
                  <a:lnTo>
                    <a:pt x="233730" y="89484"/>
                  </a:lnTo>
                  <a:lnTo>
                    <a:pt x="233997" y="89484"/>
                  </a:lnTo>
                  <a:lnTo>
                    <a:pt x="233997" y="89077"/>
                  </a:lnTo>
                  <a:close/>
                </a:path>
                <a:path w="250189" h="201295">
                  <a:moveTo>
                    <a:pt x="236651" y="76517"/>
                  </a:moveTo>
                  <a:lnTo>
                    <a:pt x="233400" y="76517"/>
                  </a:lnTo>
                  <a:lnTo>
                    <a:pt x="233400" y="79019"/>
                  </a:lnTo>
                  <a:lnTo>
                    <a:pt x="235026" y="79019"/>
                  </a:lnTo>
                  <a:lnTo>
                    <a:pt x="236651" y="79019"/>
                  </a:lnTo>
                  <a:lnTo>
                    <a:pt x="236651" y="76517"/>
                  </a:lnTo>
                  <a:close/>
                </a:path>
                <a:path w="250189" h="201295">
                  <a:moveTo>
                    <a:pt x="237883" y="99314"/>
                  </a:moveTo>
                  <a:lnTo>
                    <a:pt x="237350" y="99314"/>
                  </a:lnTo>
                  <a:lnTo>
                    <a:pt x="237350" y="99720"/>
                  </a:lnTo>
                  <a:lnTo>
                    <a:pt x="237617" y="99720"/>
                  </a:lnTo>
                  <a:lnTo>
                    <a:pt x="237883" y="99720"/>
                  </a:lnTo>
                  <a:lnTo>
                    <a:pt x="237883" y="99314"/>
                  </a:lnTo>
                  <a:close/>
                </a:path>
                <a:path w="250189" h="201295">
                  <a:moveTo>
                    <a:pt x="240550" y="179616"/>
                  </a:moveTo>
                  <a:lnTo>
                    <a:pt x="239115" y="178625"/>
                  </a:lnTo>
                  <a:lnTo>
                    <a:pt x="238086" y="179362"/>
                  </a:lnTo>
                  <a:lnTo>
                    <a:pt x="237921" y="179463"/>
                  </a:lnTo>
                  <a:lnTo>
                    <a:pt x="237782" y="179578"/>
                  </a:lnTo>
                  <a:lnTo>
                    <a:pt x="236816" y="180251"/>
                  </a:lnTo>
                  <a:lnTo>
                    <a:pt x="236816" y="181267"/>
                  </a:lnTo>
                  <a:lnTo>
                    <a:pt x="237617" y="181838"/>
                  </a:lnTo>
                  <a:lnTo>
                    <a:pt x="238086" y="182156"/>
                  </a:lnTo>
                  <a:lnTo>
                    <a:pt x="239115" y="182892"/>
                  </a:lnTo>
                  <a:lnTo>
                    <a:pt x="240550" y="181902"/>
                  </a:lnTo>
                  <a:lnTo>
                    <a:pt x="240550" y="179616"/>
                  </a:lnTo>
                  <a:close/>
                </a:path>
                <a:path w="250189" h="201295">
                  <a:moveTo>
                    <a:pt x="241363" y="69938"/>
                  </a:moveTo>
                  <a:lnTo>
                    <a:pt x="240106" y="69176"/>
                  </a:lnTo>
                  <a:lnTo>
                    <a:pt x="239179" y="68630"/>
                  </a:lnTo>
                  <a:lnTo>
                    <a:pt x="238277" y="68084"/>
                  </a:lnTo>
                  <a:lnTo>
                    <a:pt x="237350" y="67538"/>
                  </a:lnTo>
                  <a:lnTo>
                    <a:pt x="236689" y="67132"/>
                  </a:lnTo>
                  <a:lnTo>
                    <a:pt x="235927" y="68084"/>
                  </a:lnTo>
                  <a:lnTo>
                    <a:pt x="238874" y="70751"/>
                  </a:lnTo>
                  <a:lnTo>
                    <a:pt x="239966" y="71729"/>
                  </a:lnTo>
                  <a:lnTo>
                    <a:pt x="241363" y="69938"/>
                  </a:lnTo>
                  <a:close/>
                </a:path>
                <a:path w="250189" h="201295">
                  <a:moveTo>
                    <a:pt x="249821" y="115531"/>
                  </a:moveTo>
                  <a:lnTo>
                    <a:pt x="248424" y="114427"/>
                  </a:lnTo>
                  <a:lnTo>
                    <a:pt x="247891" y="114020"/>
                  </a:lnTo>
                  <a:lnTo>
                    <a:pt x="247497" y="113690"/>
                  </a:lnTo>
                  <a:lnTo>
                    <a:pt x="245973" y="112979"/>
                  </a:lnTo>
                  <a:lnTo>
                    <a:pt x="244627" y="113271"/>
                  </a:lnTo>
                  <a:lnTo>
                    <a:pt x="244259" y="115023"/>
                  </a:lnTo>
                  <a:lnTo>
                    <a:pt x="244195" y="115531"/>
                  </a:lnTo>
                  <a:lnTo>
                    <a:pt x="244259" y="117868"/>
                  </a:lnTo>
                  <a:lnTo>
                    <a:pt x="246011" y="119049"/>
                  </a:lnTo>
                  <a:lnTo>
                    <a:pt x="249072" y="117767"/>
                  </a:lnTo>
                  <a:lnTo>
                    <a:pt x="249821" y="115531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752523" y="7802390"/>
              <a:ext cx="387985" cy="306705"/>
            </a:xfrm>
            <a:custGeom>
              <a:avLst/>
              <a:gdLst/>
              <a:ahLst/>
              <a:cxnLst/>
              <a:rect l="l" t="t" r="r" b="b"/>
              <a:pathLst>
                <a:path w="387985" h="306704">
                  <a:moveTo>
                    <a:pt x="8839" y="258889"/>
                  </a:moveTo>
                  <a:lnTo>
                    <a:pt x="5207" y="254355"/>
                  </a:lnTo>
                  <a:lnTo>
                    <a:pt x="1879" y="255435"/>
                  </a:lnTo>
                  <a:lnTo>
                    <a:pt x="0" y="259867"/>
                  </a:lnTo>
                  <a:lnTo>
                    <a:pt x="1739" y="262382"/>
                  </a:lnTo>
                  <a:lnTo>
                    <a:pt x="4279" y="262445"/>
                  </a:lnTo>
                  <a:lnTo>
                    <a:pt x="7962" y="262534"/>
                  </a:lnTo>
                  <a:lnTo>
                    <a:pt x="8839" y="258889"/>
                  </a:lnTo>
                  <a:close/>
                </a:path>
                <a:path w="387985" h="306704">
                  <a:moveTo>
                    <a:pt x="12357" y="299986"/>
                  </a:moveTo>
                  <a:lnTo>
                    <a:pt x="7175" y="294982"/>
                  </a:lnTo>
                  <a:lnTo>
                    <a:pt x="3467" y="300329"/>
                  </a:lnTo>
                  <a:lnTo>
                    <a:pt x="6858" y="301891"/>
                  </a:lnTo>
                  <a:lnTo>
                    <a:pt x="9436" y="303085"/>
                  </a:lnTo>
                  <a:lnTo>
                    <a:pt x="12357" y="299986"/>
                  </a:lnTo>
                  <a:close/>
                </a:path>
                <a:path w="387985" h="306704">
                  <a:moveTo>
                    <a:pt x="14986" y="222034"/>
                  </a:moveTo>
                  <a:lnTo>
                    <a:pt x="12839" y="221361"/>
                  </a:lnTo>
                  <a:lnTo>
                    <a:pt x="12661" y="221297"/>
                  </a:lnTo>
                  <a:lnTo>
                    <a:pt x="12471" y="221246"/>
                  </a:lnTo>
                  <a:lnTo>
                    <a:pt x="11734" y="221018"/>
                  </a:lnTo>
                  <a:lnTo>
                    <a:pt x="11176" y="221564"/>
                  </a:lnTo>
                  <a:lnTo>
                    <a:pt x="11353" y="222110"/>
                  </a:lnTo>
                  <a:lnTo>
                    <a:pt x="12204" y="224790"/>
                  </a:lnTo>
                  <a:lnTo>
                    <a:pt x="14986" y="222034"/>
                  </a:lnTo>
                  <a:close/>
                </a:path>
                <a:path w="387985" h="306704">
                  <a:moveTo>
                    <a:pt x="18224" y="191109"/>
                  </a:moveTo>
                  <a:lnTo>
                    <a:pt x="18072" y="190474"/>
                  </a:lnTo>
                  <a:lnTo>
                    <a:pt x="17792" y="189344"/>
                  </a:lnTo>
                  <a:lnTo>
                    <a:pt x="14998" y="187286"/>
                  </a:lnTo>
                  <a:lnTo>
                    <a:pt x="13792" y="187553"/>
                  </a:lnTo>
                  <a:lnTo>
                    <a:pt x="11557" y="188518"/>
                  </a:lnTo>
                  <a:lnTo>
                    <a:pt x="11366" y="189344"/>
                  </a:lnTo>
                  <a:lnTo>
                    <a:pt x="11341" y="190474"/>
                  </a:lnTo>
                  <a:lnTo>
                    <a:pt x="11468" y="191084"/>
                  </a:lnTo>
                  <a:lnTo>
                    <a:pt x="10388" y="194119"/>
                  </a:lnTo>
                  <a:lnTo>
                    <a:pt x="15659" y="196367"/>
                  </a:lnTo>
                  <a:lnTo>
                    <a:pt x="17741" y="192112"/>
                  </a:lnTo>
                  <a:lnTo>
                    <a:pt x="18224" y="191109"/>
                  </a:lnTo>
                  <a:close/>
                </a:path>
                <a:path w="387985" h="306704">
                  <a:moveTo>
                    <a:pt x="28346" y="255054"/>
                  </a:moveTo>
                  <a:lnTo>
                    <a:pt x="24599" y="249821"/>
                  </a:lnTo>
                  <a:lnTo>
                    <a:pt x="21907" y="252488"/>
                  </a:lnTo>
                  <a:lnTo>
                    <a:pt x="21653" y="252501"/>
                  </a:lnTo>
                  <a:lnTo>
                    <a:pt x="21437" y="252552"/>
                  </a:lnTo>
                  <a:lnTo>
                    <a:pt x="21234" y="252628"/>
                  </a:lnTo>
                  <a:lnTo>
                    <a:pt x="20129" y="252945"/>
                  </a:lnTo>
                  <a:lnTo>
                    <a:pt x="19583" y="254012"/>
                  </a:lnTo>
                  <a:lnTo>
                    <a:pt x="20066" y="256260"/>
                  </a:lnTo>
                  <a:lnTo>
                    <a:pt x="20802" y="256870"/>
                  </a:lnTo>
                  <a:lnTo>
                    <a:pt x="22821" y="257479"/>
                  </a:lnTo>
                  <a:lnTo>
                    <a:pt x="23837" y="257302"/>
                  </a:lnTo>
                  <a:lnTo>
                    <a:pt x="28346" y="255054"/>
                  </a:lnTo>
                  <a:close/>
                </a:path>
                <a:path w="387985" h="306704">
                  <a:moveTo>
                    <a:pt x="34277" y="230936"/>
                  </a:moveTo>
                  <a:lnTo>
                    <a:pt x="32258" y="229704"/>
                  </a:lnTo>
                  <a:lnTo>
                    <a:pt x="31610" y="229311"/>
                  </a:lnTo>
                  <a:lnTo>
                    <a:pt x="31115" y="228981"/>
                  </a:lnTo>
                  <a:lnTo>
                    <a:pt x="29260" y="228676"/>
                  </a:lnTo>
                  <a:lnTo>
                    <a:pt x="28232" y="229730"/>
                  </a:lnTo>
                  <a:lnTo>
                    <a:pt x="29235" y="231444"/>
                  </a:lnTo>
                  <a:lnTo>
                    <a:pt x="29667" y="231787"/>
                  </a:lnTo>
                  <a:lnTo>
                    <a:pt x="32156" y="233692"/>
                  </a:lnTo>
                  <a:lnTo>
                    <a:pt x="34277" y="230936"/>
                  </a:lnTo>
                  <a:close/>
                </a:path>
                <a:path w="387985" h="306704">
                  <a:moveTo>
                    <a:pt x="35471" y="205244"/>
                  </a:moveTo>
                  <a:lnTo>
                    <a:pt x="34518" y="205193"/>
                  </a:lnTo>
                  <a:lnTo>
                    <a:pt x="35471" y="205244"/>
                  </a:lnTo>
                  <a:close/>
                </a:path>
                <a:path w="387985" h="306704">
                  <a:moveTo>
                    <a:pt x="37274" y="202565"/>
                  </a:moveTo>
                  <a:lnTo>
                    <a:pt x="36931" y="201371"/>
                  </a:lnTo>
                  <a:lnTo>
                    <a:pt x="34340" y="201371"/>
                  </a:lnTo>
                  <a:lnTo>
                    <a:pt x="32918" y="201371"/>
                  </a:lnTo>
                  <a:lnTo>
                    <a:pt x="33045" y="201053"/>
                  </a:lnTo>
                  <a:lnTo>
                    <a:pt x="33934" y="201053"/>
                  </a:lnTo>
                  <a:lnTo>
                    <a:pt x="34340" y="201371"/>
                  </a:lnTo>
                  <a:lnTo>
                    <a:pt x="33947" y="201053"/>
                  </a:lnTo>
                  <a:lnTo>
                    <a:pt x="36830" y="201053"/>
                  </a:lnTo>
                  <a:lnTo>
                    <a:pt x="36525" y="200012"/>
                  </a:lnTo>
                  <a:lnTo>
                    <a:pt x="36106" y="198589"/>
                  </a:lnTo>
                  <a:lnTo>
                    <a:pt x="32321" y="198399"/>
                  </a:lnTo>
                  <a:lnTo>
                    <a:pt x="28536" y="203733"/>
                  </a:lnTo>
                  <a:lnTo>
                    <a:pt x="33655" y="206768"/>
                  </a:lnTo>
                  <a:lnTo>
                    <a:pt x="34417" y="205359"/>
                  </a:lnTo>
                  <a:lnTo>
                    <a:pt x="32512" y="205359"/>
                  </a:lnTo>
                  <a:lnTo>
                    <a:pt x="34239" y="205168"/>
                  </a:lnTo>
                  <a:lnTo>
                    <a:pt x="34518" y="205193"/>
                  </a:lnTo>
                  <a:lnTo>
                    <a:pt x="35217" y="205066"/>
                  </a:lnTo>
                  <a:lnTo>
                    <a:pt x="35725" y="204800"/>
                  </a:lnTo>
                  <a:lnTo>
                    <a:pt x="37033" y="203619"/>
                  </a:lnTo>
                  <a:lnTo>
                    <a:pt x="37274" y="202565"/>
                  </a:lnTo>
                  <a:close/>
                </a:path>
                <a:path w="387985" h="306704">
                  <a:moveTo>
                    <a:pt x="43484" y="252666"/>
                  </a:moveTo>
                  <a:lnTo>
                    <a:pt x="43281" y="252323"/>
                  </a:lnTo>
                  <a:lnTo>
                    <a:pt x="43053" y="252437"/>
                  </a:lnTo>
                  <a:lnTo>
                    <a:pt x="42722" y="252590"/>
                  </a:lnTo>
                  <a:lnTo>
                    <a:pt x="42405" y="252755"/>
                  </a:lnTo>
                  <a:lnTo>
                    <a:pt x="42075" y="252920"/>
                  </a:lnTo>
                  <a:lnTo>
                    <a:pt x="41846" y="253034"/>
                  </a:lnTo>
                  <a:lnTo>
                    <a:pt x="42049" y="253377"/>
                  </a:lnTo>
                  <a:lnTo>
                    <a:pt x="42278" y="253263"/>
                  </a:lnTo>
                  <a:lnTo>
                    <a:pt x="42608" y="253098"/>
                  </a:lnTo>
                  <a:lnTo>
                    <a:pt x="42938" y="252945"/>
                  </a:lnTo>
                  <a:lnTo>
                    <a:pt x="43243" y="252780"/>
                  </a:lnTo>
                  <a:lnTo>
                    <a:pt x="43484" y="252666"/>
                  </a:lnTo>
                  <a:close/>
                </a:path>
                <a:path w="387985" h="306704">
                  <a:moveTo>
                    <a:pt x="44386" y="288556"/>
                  </a:moveTo>
                  <a:lnTo>
                    <a:pt x="38036" y="288556"/>
                  </a:lnTo>
                  <a:lnTo>
                    <a:pt x="38036" y="293420"/>
                  </a:lnTo>
                  <a:lnTo>
                    <a:pt x="41211" y="293420"/>
                  </a:lnTo>
                  <a:lnTo>
                    <a:pt x="44373" y="293420"/>
                  </a:lnTo>
                  <a:lnTo>
                    <a:pt x="44386" y="288556"/>
                  </a:lnTo>
                  <a:close/>
                </a:path>
                <a:path w="387985" h="306704">
                  <a:moveTo>
                    <a:pt x="54317" y="285661"/>
                  </a:moveTo>
                  <a:lnTo>
                    <a:pt x="50431" y="285661"/>
                  </a:lnTo>
                  <a:lnTo>
                    <a:pt x="50431" y="288645"/>
                  </a:lnTo>
                  <a:lnTo>
                    <a:pt x="52374" y="288645"/>
                  </a:lnTo>
                  <a:lnTo>
                    <a:pt x="54317" y="288645"/>
                  </a:lnTo>
                  <a:lnTo>
                    <a:pt x="54317" y="285661"/>
                  </a:lnTo>
                  <a:close/>
                </a:path>
                <a:path w="387985" h="306704">
                  <a:moveTo>
                    <a:pt x="61226" y="236397"/>
                  </a:moveTo>
                  <a:lnTo>
                    <a:pt x="58839" y="235013"/>
                  </a:lnTo>
                  <a:lnTo>
                    <a:pt x="58026" y="236588"/>
                  </a:lnTo>
                  <a:lnTo>
                    <a:pt x="57721" y="237172"/>
                  </a:lnTo>
                  <a:lnTo>
                    <a:pt x="57607" y="237578"/>
                  </a:lnTo>
                  <a:lnTo>
                    <a:pt x="57404" y="239331"/>
                  </a:lnTo>
                  <a:lnTo>
                    <a:pt x="58902" y="239699"/>
                  </a:lnTo>
                  <a:lnTo>
                    <a:pt x="60007" y="238683"/>
                  </a:lnTo>
                  <a:lnTo>
                    <a:pt x="60159" y="238480"/>
                  </a:lnTo>
                  <a:lnTo>
                    <a:pt x="61226" y="236397"/>
                  </a:lnTo>
                  <a:close/>
                </a:path>
                <a:path w="387985" h="306704">
                  <a:moveTo>
                    <a:pt x="64122" y="224866"/>
                  </a:moveTo>
                  <a:lnTo>
                    <a:pt x="58115" y="224866"/>
                  </a:lnTo>
                  <a:lnTo>
                    <a:pt x="58115" y="229489"/>
                  </a:lnTo>
                  <a:lnTo>
                    <a:pt x="61112" y="229489"/>
                  </a:lnTo>
                  <a:lnTo>
                    <a:pt x="64122" y="229489"/>
                  </a:lnTo>
                  <a:lnTo>
                    <a:pt x="64122" y="224866"/>
                  </a:lnTo>
                  <a:close/>
                </a:path>
                <a:path w="387985" h="306704">
                  <a:moveTo>
                    <a:pt x="67868" y="304850"/>
                  </a:moveTo>
                  <a:lnTo>
                    <a:pt x="67144" y="304673"/>
                  </a:lnTo>
                  <a:lnTo>
                    <a:pt x="66687" y="304546"/>
                  </a:lnTo>
                  <a:lnTo>
                    <a:pt x="65265" y="304165"/>
                  </a:lnTo>
                  <a:lnTo>
                    <a:pt x="65252" y="306603"/>
                  </a:lnTo>
                  <a:lnTo>
                    <a:pt x="66687" y="306222"/>
                  </a:lnTo>
                  <a:lnTo>
                    <a:pt x="66992" y="306146"/>
                  </a:lnTo>
                  <a:lnTo>
                    <a:pt x="67144" y="306108"/>
                  </a:lnTo>
                  <a:lnTo>
                    <a:pt x="67868" y="305917"/>
                  </a:lnTo>
                  <a:lnTo>
                    <a:pt x="67868" y="304850"/>
                  </a:lnTo>
                  <a:close/>
                </a:path>
                <a:path w="387985" h="306704">
                  <a:moveTo>
                    <a:pt x="68173" y="249529"/>
                  </a:moveTo>
                  <a:lnTo>
                    <a:pt x="67652" y="249529"/>
                  </a:lnTo>
                  <a:lnTo>
                    <a:pt x="67652" y="249923"/>
                  </a:lnTo>
                  <a:lnTo>
                    <a:pt x="67919" y="249923"/>
                  </a:lnTo>
                  <a:lnTo>
                    <a:pt x="68173" y="249923"/>
                  </a:lnTo>
                  <a:lnTo>
                    <a:pt x="68173" y="249529"/>
                  </a:lnTo>
                  <a:close/>
                </a:path>
                <a:path w="387985" h="306704">
                  <a:moveTo>
                    <a:pt x="69710" y="266534"/>
                  </a:moveTo>
                  <a:lnTo>
                    <a:pt x="62230" y="266534"/>
                  </a:lnTo>
                  <a:lnTo>
                    <a:pt x="62230" y="272275"/>
                  </a:lnTo>
                  <a:lnTo>
                    <a:pt x="65976" y="272275"/>
                  </a:lnTo>
                  <a:lnTo>
                    <a:pt x="69710" y="272275"/>
                  </a:lnTo>
                  <a:lnTo>
                    <a:pt x="69710" y="266534"/>
                  </a:lnTo>
                  <a:close/>
                </a:path>
                <a:path w="387985" h="306704">
                  <a:moveTo>
                    <a:pt x="75031" y="242747"/>
                  </a:moveTo>
                  <a:lnTo>
                    <a:pt x="74079" y="243192"/>
                  </a:lnTo>
                  <a:lnTo>
                    <a:pt x="74269" y="244043"/>
                  </a:lnTo>
                  <a:lnTo>
                    <a:pt x="75031" y="242747"/>
                  </a:lnTo>
                  <a:close/>
                </a:path>
                <a:path w="387985" h="306704">
                  <a:moveTo>
                    <a:pt x="81407" y="244843"/>
                  </a:moveTo>
                  <a:lnTo>
                    <a:pt x="80657" y="243865"/>
                  </a:lnTo>
                  <a:lnTo>
                    <a:pt x="79387" y="242227"/>
                  </a:lnTo>
                  <a:lnTo>
                    <a:pt x="78041" y="241528"/>
                  </a:lnTo>
                  <a:lnTo>
                    <a:pt x="77304" y="241808"/>
                  </a:lnTo>
                  <a:lnTo>
                    <a:pt x="77304" y="246862"/>
                  </a:lnTo>
                  <a:lnTo>
                    <a:pt x="76542" y="247408"/>
                  </a:lnTo>
                  <a:lnTo>
                    <a:pt x="77266" y="246875"/>
                  </a:lnTo>
                  <a:lnTo>
                    <a:pt x="77304" y="241808"/>
                  </a:lnTo>
                  <a:lnTo>
                    <a:pt x="76327" y="242163"/>
                  </a:lnTo>
                  <a:lnTo>
                    <a:pt x="76327" y="246608"/>
                  </a:lnTo>
                  <a:lnTo>
                    <a:pt x="76238" y="246875"/>
                  </a:lnTo>
                  <a:lnTo>
                    <a:pt x="76174" y="246494"/>
                  </a:lnTo>
                  <a:lnTo>
                    <a:pt x="76238" y="244589"/>
                  </a:lnTo>
                  <a:lnTo>
                    <a:pt x="76238" y="243484"/>
                  </a:lnTo>
                  <a:lnTo>
                    <a:pt x="76327" y="246608"/>
                  </a:lnTo>
                  <a:lnTo>
                    <a:pt x="76327" y="242163"/>
                  </a:lnTo>
                  <a:lnTo>
                    <a:pt x="75806" y="242392"/>
                  </a:lnTo>
                  <a:lnTo>
                    <a:pt x="75082" y="242684"/>
                  </a:lnTo>
                  <a:lnTo>
                    <a:pt x="74383" y="243865"/>
                  </a:lnTo>
                  <a:lnTo>
                    <a:pt x="74307" y="244246"/>
                  </a:lnTo>
                  <a:lnTo>
                    <a:pt x="74790" y="246481"/>
                  </a:lnTo>
                  <a:lnTo>
                    <a:pt x="75488" y="247205"/>
                  </a:lnTo>
                  <a:lnTo>
                    <a:pt x="77279" y="247840"/>
                  </a:lnTo>
                  <a:lnTo>
                    <a:pt x="78422" y="247523"/>
                  </a:lnTo>
                  <a:lnTo>
                    <a:pt x="79044" y="247408"/>
                  </a:lnTo>
                  <a:lnTo>
                    <a:pt x="80352" y="247167"/>
                  </a:lnTo>
                  <a:lnTo>
                    <a:pt x="80606" y="246608"/>
                  </a:lnTo>
                  <a:lnTo>
                    <a:pt x="81407" y="244843"/>
                  </a:lnTo>
                  <a:close/>
                </a:path>
                <a:path w="387985" h="306704">
                  <a:moveTo>
                    <a:pt x="84010" y="262343"/>
                  </a:moveTo>
                  <a:lnTo>
                    <a:pt x="82575" y="260388"/>
                  </a:lnTo>
                  <a:lnTo>
                    <a:pt x="80543" y="260299"/>
                  </a:lnTo>
                  <a:lnTo>
                    <a:pt x="77254" y="260146"/>
                  </a:lnTo>
                  <a:lnTo>
                    <a:pt x="76568" y="262890"/>
                  </a:lnTo>
                  <a:lnTo>
                    <a:pt x="79819" y="266788"/>
                  </a:lnTo>
                  <a:lnTo>
                    <a:pt x="82461" y="265976"/>
                  </a:lnTo>
                  <a:lnTo>
                    <a:pt x="84010" y="262343"/>
                  </a:lnTo>
                  <a:close/>
                </a:path>
                <a:path w="387985" h="306704">
                  <a:moveTo>
                    <a:pt x="88607" y="294195"/>
                  </a:moveTo>
                  <a:lnTo>
                    <a:pt x="87515" y="292735"/>
                  </a:lnTo>
                  <a:lnTo>
                    <a:pt x="86144" y="290906"/>
                  </a:lnTo>
                  <a:lnTo>
                    <a:pt x="84391" y="291414"/>
                  </a:lnTo>
                  <a:lnTo>
                    <a:pt x="84785" y="292735"/>
                  </a:lnTo>
                  <a:lnTo>
                    <a:pt x="84886" y="293065"/>
                  </a:lnTo>
                  <a:lnTo>
                    <a:pt x="85090" y="293738"/>
                  </a:lnTo>
                  <a:lnTo>
                    <a:pt x="85661" y="295668"/>
                  </a:lnTo>
                  <a:lnTo>
                    <a:pt x="88607" y="294195"/>
                  </a:lnTo>
                  <a:close/>
                </a:path>
                <a:path w="387985" h="306704">
                  <a:moveTo>
                    <a:pt x="94602" y="275564"/>
                  </a:moveTo>
                  <a:lnTo>
                    <a:pt x="90043" y="274789"/>
                  </a:lnTo>
                  <a:lnTo>
                    <a:pt x="88671" y="274548"/>
                  </a:lnTo>
                  <a:lnTo>
                    <a:pt x="87058" y="274599"/>
                  </a:lnTo>
                  <a:lnTo>
                    <a:pt x="85521" y="277266"/>
                  </a:lnTo>
                  <a:lnTo>
                    <a:pt x="86156" y="278726"/>
                  </a:lnTo>
                  <a:lnTo>
                    <a:pt x="90944" y="283311"/>
                  </a:lnTo>
                  <a:lnTo>
                    <a:pt x="94602" y="275564"/>
                  </a:lnTo>
                  <a:close/>
                </a:path>
                <a:path w="387985" h="306704">
                  <a:moveTo>
                    <a:pt x="159143" y="3187"/>
                  </a:moveTo>
                  <a:lnTo>
                    <a:pt x="156133" y="0"/>
                  </a:lnTo>
                  <a:lnTo>
                    <a:pt x="152895" y="1473"/>
                  </a:lnTo>
                  <a:lnTo>
                    <a:pt x="152895" y="6375"/>
                  </a:lnTo>
                  <a:lnTo>
                    <a:pt x="156146" y="7835"/>
                  </a:lnTo>
                  <a:lnTo>
                    <a:pt x="157899" y="5969"/>
                  </a:lnTo>
                  <a:lnTo>
                    <a:pt x="159143" y="4648"/>
                  </a:lnTo>
                  <a:lnTo>
                    <a:pt x="159143" y="3187"/>
                  </a:lnTo>
                  <a:close/>
                </a:path>
                <a:path w="387985" h="306704">
                  <a:moveTo>
                    <a:pt x="162877" y="27559"/>
                  </a:moveTo>
                  <a:lnTo>
                    <a:pt x="162102" y="25831"/>
                  </a:lnTo>
                  <a:lnTo>
                    <a:pt x="161302" y="24066"/>
                  </a:lnTo>
                  <a:lnTo>
                    <a:pt x="157505" y="19799"/>
                  </a:lnTo>
                  <a:lnTo>
                    <a:pt x="154266" y="20955"/>
                  </a:lnTo>
                  <a:lnTo>
                    <a:pt x="154787" y="25387"/>
                  </a:lnTo>
                  <a:lnTo>
                    <a:pt x="155117" y="27254"/>
                  </a:lnTo>
                  <a:lnTo>
                    <a:pt x="156832" y="31038"/>
                  </a:lnTo>
                  <a:lnTo>
                    <a:pt x="159334" y="31445"/>
                  </a:lnTo>
                  <a:lnTo>
                    <a:pt x="162623" y="29540"/>
                  </a:lnTo>
                  <a:lnTo>
                    <a:pt x="162877" y="27559"/>
                  </a:lnTo>
                  <a:close/>
                </a:path>
                <a:path w="387985" h="306704">
                  <a:moveTo>
                    <a:pt x="163156" y="86182"/>
                  </a:moveTo>
                  <a:lnTo>
                    <a:pt x="162737" y="86182"/>
                  </a:lnTo>
                  <a:lnTo>
                    <a:pt x="162737" y="87350"/>
                  </a:lnTo>
                  <a:lnTo>
                    <a:pt x="163156" y="87350"/>
                  </a:lnTo>
                  <a:lnTo>
                    <a:pt x="163156" y="87083"/>
                  </a:lnTo>
                  <a:lnTo>
                    <a:pt x="163156" y="86182"/>
                  </a:lnTo>
                  <a:close/>
                </a:path>
                <a:path w="387985" h="306704">
                  <a:moveTo>
                    <a:pt x="169799" y="68033"/>
                  </a:moveTo>
                  <a:lnTo>
                    <a:pt x="167754" y="68033"/>
                  </a:lnTo>
                  <a:lnTo>
                    <a:pt x="167957" y="69392"/>
                  </a:lnTo>
                  <a:lnTo>
                    <a:pt x="168148" y="70726"/>
                  </a:lnTo>
                  <a:lnTo>
                    <a:pt x="169392" y="70726"/>
                  </a:lnTo>
                  <a:lnTo>
                    <a:pt x="169799" y="68033"/>
                  </a:lnTo>
                  <a:close/>
                </a:path>
                <a:path w="387985" h="306704">
                  <a:moveTo>
                    <a:pt x="170319" y="63347"/>
                  </a:moveTo>
                  <a:lnTo>
                    <a:pt x="168059" y="63677"/>
                  </a:lnTo>
                  <a:lnTo>
                    <a:pt x="167855" y="63703"/>
                  </a:lnTo>
                  <a:lnTo>
                    <a:pt x="166852" y="63842"/>
                  </a:lnTo>
                  <a:lnTo>
                    <a:pt x="166852" y="65544"/>
                  </a:lnTo>
                  <a:lnTo>
                    <a:pt x="167855" y="65684"/>
                  </a:lnTo>
                  <a:lnTo>
                    <a:pt x="168465" y="65786"/>
                  </a:lnTo>
                  <a:lnTo>
                    <a:pt x="170307" y="66040"/>
                  </a:lnTo>
                  <a:lnTo>
                    <a:pt x="170319" y="63347"/>
                  </a:lnTo>
                  <a:close/>
                </a:path>
                <a:path w="387985" h="306704">
                  <a:moveTo>
                    <a:pt x="171284" y="91986"/>
                  </a:moveTo>
                  <a:lnTo>
                    <a:pt x="169379" y="90360"/>
                  </a:lnTo>
                  <a:lnTo>
                    <a:pt x="167982" y="89179"/>
                  </a:lnTo>
                  <a:lnTo>
                    <a:pt x="165862" y="88811"/>
                  </a:lnTo>
                  <a:lnTo>
                    <a:pt x="164490" y="89115"/>
                  </a:lnTo>
                  <a:lnTo>
                    <a:pt x="163525" y="91097"/>
                  </a:lnTo>
                  <a:lnTo>
                    <a:pt x="163322" y="91808"/>
                  </a:lnTo>
                  <a:lnTo>
                    <a:pt x="163601" y="95211"/>
                  </a:lnTo>
                  <a:lnTo>
                    <a:pt x="165836" y="96977"/>
                  </a:lnTo>
                  <a:lnTo>
                    <a:pt x="170370" y="95084"/>
                  </a:lnTo>
                  <a:lnTo>
                    <a:pt x="171284" y="91986"/>
                  </a:lnTo>
                  <a:close/>
                </a:path>
                <a:path w="387985" h="306704">
                  <a:moveTo>
                    <a:pt x="171424" y="47993"/>
                  </a:moveTo>
                  <a:lnTo>
                    <a:pt x="167728" y="43700"/>
                  </a:lnTo>
                  <a:lnTo>
                    <a:pt x="165112" y="43586"/>
                  </a:lnTo>
                  <a:lnTo>
                    <a:pt x="161290" y="45681"/>
                  </a:lnTo>
                  <a:lnTo>
                    <a:pt x="160439" y="48310"/>
                  </a:lnTo>
                  <a:lnTo>
                    <a:pt x="160972" y="49072"/>
                  </a:lnTo>
                  <a:lnTo>
                    <a:pt x="160388" y="49072"/>
                  </a:lnTo>
                  <a:lnTo>
                    <a:pt x="159981" y="51752"/>
                  </a:lnTo>
                  <a:lnTo>
                    <a:pt x="160528" y="51752"/>
                  </a:lnTo>
                  <a:lnTo>
                    <a:pt x="164592" y="55511"/>
                  </a:lnTo>
                  <a:lnTo>
                    <a:pt x="171119" y="51257"/>
                  </a:lnTo>
                  <a:lnTo>
                    <a:pt x="171424" y="47993"/>
                  </a:lnTo>
                  <a:close/>
                </a:path>
                <a:path w="387985" h="306704">
                  <a:moveTo>
                    <a:pt x="171627" y="33794"/>
                  </a:moveTo>
                  <a:lnTo>
                    <a:pt x="171107" y="33794"/>
                  </a:lnTo>
                  <a:lnTo>
                    <a:pt x="171107" y="34188"/>
                  </a:lnTo>
                  <a:lnTo>
                    <a:pt x="171361" y="34188"/>
                  </a:lnTo>
                  <a:lnTo>
                    <a:pt x="171627" y="34188"/>
                  </a:lnTo>
                  <a:lnTo>
                    <a:pt x="171627" y="33794"/>
                  </a:lnTo>
                  <a:close/>
                </a:path>
                <a:path w="387985" h="306704">
                  <a:moveTo>
                    <a:pt x="171627" y="30594"/>
                  </a:moveTo>
                  <a:lnTo>
                    <a:pt x="171107" y="30594"/>
                  </a:lnTo>
                  <a:lnTo>
                    <a:pt x="171107" y="30988"/>
                  </a:lnTo>
                  <a:lnTo>
                    <a:pt x="171361" y="30988"/>
                  </a:lnTo>
                  <a:lnTo>
                    <a:pt x="171627" y="30988"/>
                  </a:lnTo>
                  <a:lnTo>
                    <a:pt x="171627" y="30594"/>
                  </a:lnTo>
                  <a:close/>
                </a:path>
                <a:path w="387985" h="306704">
                  <a:moveTo>
                    <a:pt x="174294" y="12446"/>
                  </a:moveTo>
                  <a:lnTo>
                    <a:pt x="174269" y="11595"/>
                  </a:lnTo>
                  <a:lnTo>
                    <a:pt x="174256" y="10934"/>
                  </a:lnTo>
                  <a:lnTo>
                    <a:pt x="174129" y="10502"/>
                  </a:lnTo>
                  <a:lnTo>
                    <a:pt x="173736" y="9969"/>
                  </a:lnTo>
                  <a:lnTo>
                    <a:pt x="171792" y="7442"/>
                  </a:lnTo>
                  <a:lnTo>
                    <a:pt x="168427" y="10731"/>
                  </a:lnTo>
                  <a:lnTo>
                    <a:pt x="171005" y="12649"/>
                  </a:lnTo>
                  <a:lnTo>
                    <a:pt x="171538" y="13055"/>
                  </a:lnTo>
                  <a:lnTo>
                    <a:pt x="171996" y="13169"/>
                  </a:lnTo>
                  <a:lnTo>
                    <a:pt x="173507" y="13208"/>
                  </a:lnTo>
                  <a:lnTo>
                    <a:pt x="174294" y="12446"/>
                  </a:lnTo>
                  <a:close/>
                </a:path>
                <a:path w="387985" h="306704">
                  <a:moveTo>
                    <a:pt x="175374" y="24295"/>
                  </a:moveTo>
                  <a:lnTo>
                    <a:pt x="175120" y="24295"/>
                  </a:lnTo>
                  <a:lnTo>
                    <a:pt x="175120" y="24485"/>
                  </a:lnTo>
                  <a:lnTo>
                    <a:pt x="175247" y="24485"/>
                  </a:lnTo>
                  <a:lnTo>
                    <a:pt x="175374" y="24485"/>
                  </a:lnTo>
                  <a:lnTo>
                    <a:pt x="175374" y="24295"/>
                  </a:lnTo>
                  <a:close/>
                </a:path>
                <a:path w="387985" h="306704">
                  <a:moveTo>
                    <a:pt x="185229" y="66421"/>
                  </a:moveTo>
                  <a:lnTo>
                    <a:pt x="184696" y="66421"/>
                  </a:lnTo>
                  <a:lnTo>
                    <a:pt x="184696" y="66814"/>
                  </a:lnTo>
                  <a:lnTo>
                    <a:pt x="184962" y="66814"/>
                  </a:lnTo>
                  <a:lnTo>
                    <a:pt x="185229" y="66814"/>
                  </a:lnTo>
                  <a:lnTo>
                    <a:pt x="185229" y="66421"/>
                  </a:lnTo>
                  <a:close/>
                </a:path>
                <a:path w="387985" h="306704">
                  <a:moveTo>
                    <a:pt x="186918" y="49098"/>
                  </a:moveTo>
                  <a:lnTo>
                    <a:pt x="186296" y="45720"/>
                  </a:lnTo>
                  <a:lnTo>
                    <a:pt x="184162" y="41897"/>
                  </a:lnTo>
                  <a:lnTo>
                    <a:pt x="181368" y="42964"/>
                  </a:lnTo>
                  <a:lnTo>
                    <a:pt x="182079" y="44665"/>
                  </a:lnTo>
                  <a:lnTo>
                    <a:pt x="182892" y="46596"/>
                  </a:lnTo>
                  <a:lnTo>
                    <a:pt x="182219" y="48069"/>
                  </a:lnTo>
                  <a:lnTo>
                    <a:pt x="182067" y="51409"/>
                  </a:lnTo>
                  <a:lnTo>
                    <a:pt x="183921" y="52082"/>
                  </a:lnTo>
                  <a:lnTo>
                    <a:pt x="186918" y="49098"/>
                  </a:lnTo>
                  <a:close/>
                </a:path>
                <a:path w="387985" h="306704">
                  <a:moveTo>
                    <a:pt x="189458" y="80683"/>
                  </a:moveTo>
                  <a:lnTo>
                    <a:pt x="189115" y="79159"/>
                  </a:lnTo>
                  <a:lnTo>
                    <a:pt x="189014" y="78765"/>
                  </a:lnTo>
                  <a:lnTo>
                    <a:pt x="188937" y="78346"/>
                  </a:lnTo>
                  <a:lnTo>
                    <a:pt x="188696" y="77330"/>
                  </a:lnTo>
                  <a:lnTo>
                    <a:pt x="187693" y="77330"/>
                  </a:lnTo>
                  <a:lnTo>
                    <a:pt x="187566" y="77952"/>
                  </a:lnTo>
                  <a:lnTo>
                    <a:pt x="187375" y="78765"/>
                  </a:lnTo>
                  <a:lnTo>
                    <a:pt x="187286" y="79159"/>
                  </a:lnTo>
                  <a:lnTo>
                    <a:pt x="186944" y="80670"/>
                  </a:lnTo>
                  <a:lnTo>
                    <a:pt x="189458" y="80683"/>
                  </a:lnTo>
                  <a:close/>
                </a:path>
                <a:path w="387985" h="306704">
                  <a:moveTo>
                    <a:pt x="195681" y="88722"/>
                  </a:moveTo>
                  <a:lnTo>
                    <a:pt x="194957" y="88722"/>
                  </a:lnTo>
                  <a:lnTo>
                    <a:pt x="194957" y="89281"/>
                  </a:lnTo>
                  <a:lnTo>
                    <a:pt x="195313" y="89281"/>
                  </a:lnTo>
                  <a:lnTo>
                    <a:pt x="195681" y="89281"/>
                  </a:lnTo>
                  <a:lnTo>
                    <a:pt x="195681" y="88722"/>
                  </a:lnTo>
                  <a:close/>
                </a:path>
                <a:path w="387985" h="306704">
                  <a:moveTo>
                    <a:pt x="198983" y="94297"/>
                  </a:moveTo>
                  <a:lnTo>
                    <a:pt x="187769" y="94297"/>
                  </a:lnTo>
                  <a:lnTo>
                    <a:pt x="187769" y="102908"/>
                  </a:lnTo>
                  <a:lnTo>
                    <a:pt x="193382" y="102908"/>
                  </a:lnTo>
                  <a:lnTo>
                    <a:pt x="198983" y="102908"/>
                  </a:lnTo>
                  <a:lnTo>
                    <a:pt x="198983" y="94297"/>
                  </a:lnTo>
                  <a:close/>
                </a:path>
                <a:path w="387985" h="306704">
                  <a:moveTo>
                    <a:pt x="204470" y="114668"/>
                  </a:moveTo>
                  <a:lnTo>
                    <a:pt x="202996" y="114668"/>
                  </a:lnTo>
                  <a:lnTo>
                    <a:pt x="202996" y="115798"/>
                  </a:lnTo>
                  <a:lnTo>
                    <a:pt x="203733" y="115798"/>
                  </a:lnTo>
                  <a:lnTo>
                    <a:pt x="204470" y="115798"/>
                  </a:lnTo>
                  <a:lnTo>
                    <a:pt x="204470" y="114668"/>
                  </a:lnTo>
                  <a:close/>
                </a:path>
                <a:path w="387985" h="306704">
                  <a:moveTo>
                    <a:pt x="204698" y="25247"/>
                  </a:moveTo>
                  <a:lnTo>
                    <a:pt x="203047" y="22364"/>
                  </a:lnTo>
                  <a:lnTo>
                    <a:pt x="200456" y="22377"/>
                  </a:lnTo>
                  <a:lnTo>
                    <a:pt x="197243" y="22390"/>
                  </a:lnTo>
                  <a:lnTo>
                    <a:pt x="195541" y="24739"/>
                  </a:lnTo>
                  <a:lnTo>
                    <a:pt x="198970" y="29438"/>
                  </a:lnTo>
                  <a:lnTo>
                    <a:pt x="202018" y="29794"/>
                  </a:lnTo>
                  <a:lnTo>
                    <a:pt x="204698" y="25247"/>
                  </a:lnTo>
                  <a:close/>
                </a:path>
                <a:path w="387985" h="306704">
                  <a:moveTo>
                    <a:pt x="205295" y="40830"/>
                  </a:moveTo>
                  <a:lnTo>
                    <a:pt x="204774" y="40830"/>
                  </a:lnTo>
                  <a:lnTo>
                    <a:pt x="204774" y="41224"/>
                  </a:lnTo>
                  <a:lnTo>
                    <a:pt x="205028" y="41224"/>
                  </a:lnTo>
                  <a:lnTo>
                    <a:pt x="205295" y="41224"/>
                  </a:lnTo>
                  <a:lnTo>
                    <a:pt x="205295" y="40830"/>
                  </a:lnTo>
                  <a:close/>
                </a:path>
                <a:path w="387985" h="306704">
                  <a:moveTo>
                    <a:pt x="213550" y="57302"/>
                  </a:moveTo>
                  <a:lnTo>
                    <a:pt x="204292" y="57302"/>
                  </a:lnTo>
                  <a:lnTo>
                    <a:pt x="204279" y="64414"/>
                  </a:lnTo>
                  <a:lnTo>
                    <a:pt x="208915" y="64414"/>
                  </a:lnTo>
                  <a:lnTo>
                    <a:pt x="213537" y="64414"/>
                  </a:lnTo>
                  <a:lnTo>
                    <a:pt x="213550" y="57302"/>
                  </a:lnTo>
                  <a:close/>
                </a:path>
                <a:path w="387985" h="306704">
                  <a:moveTo>
                    <a:pt x="214414" y="86055"/>
                  </a:moveTo>
                  <a:lnTo>
                    <a:pt x="211404" y="84429"/>
                  </a:lnTo>
                  <a:lnTo>
                    <a:pt x="209105" y="83185"/>
                  </a:lnTo>
                  <a:lnTo>
                    <a:pt x="206540" y="86182"/>
                  </a:lnTo>
                  <a:lnTo>
                    <a:pt x="211023" y="90500"/>
                  </a:lnTo>
                  <a:lnTo>
                    <a:pt x="214414" y="86055"/>
                  </a:lnTo>
                  <a:close/>
                </a:path>
                <a:path w="387985" h="306704">
                  <a:moveTo>
                    <a:pt x="221792" y="89827"/>
                  </a:moveTo>
                  <a:lnTo>
                    <a:pt x="215620" y="90258"/>
                  </a:lnTo>
                  <a:lnTo>
                    <a:pt x="216484" y="92151"/>
                  </a:lnTo>
                  <a:lnTo>
                    <a:pt x="215836" y="92773"/>
                  </a:lnTo>
                  <a:lnTo>
                    <a:pt x="218109" y="96748"/>
                  </a:lnTo>
                  <a:lnTo>
                    <a:pt x="221094" y="95173"/>
                  </a:lnTo>
                  <a:lnTo>
                    <a:pt x="221386" y="92875"/>
                  </a:lnTo>
                  <a:lnTo>
                    <a:pt x="221792" y="89827"/>
                  </a:lnTo>
                  <a:close/>
                </a:path>
                <a:path w="387985" h="306704">
                  <a:moveTo>
                    <a:pt x="226758" y="42608"/>
                  </a:moveTo>
                  <a:lnTo>
                    <a:pt x="224459" y="40754"/>
                  </a:lnTo>
                  <a:lnTo>
                    <a:pt x="222199" y="41440"/>
                  </a:lnTo>
                  <a:lnTo>
                    <a:pt x="218363" y="42595"/>
                  </a:lnTo>
                  <a:lnTo>
                    <a:pt x="218363" y="47129"/>
                  </a:lnTo>
                  <a:lnTo>
                    <a:pt x="224459" y="48971"/>
                  </a:lnTo>
                  <a:lnTo>
                    <a:pt x="226758" y="47117"/>
                  </a:lnTo>
                  <a:lnTo>
                    <a:pt x="226758" y="42608"/>
                  </a:lnTo>
                  <a:close/>
                </a:path>
                <a:path w="387985" h="306704">
                  <a:moveTo>
                    <a:pt x="229374" y="79336"/>
                  </a:moveTo>
                  <a:lnTo>
                    <a:pt x="220840" y="79336"/>
                  </a:lnTo>
                  <a:lnTo>
                    <a:pt x="220827" y="85877"/>
                  </a:lnTo>
                  <a:lnTo>
                    <a:pt x="225094" y="85877"/>
                  </a:lnTo>
                  <a:lnTo>
                    <a:pt x="229362" y="85877"/>
                  </a:lnTo>
                  <a:lnTo>
                    <a:pt x="229374" y="79336"/>
                  </a:lnTo>
                  <a:close/>
                </a:path>
                <a:path w="387985" h="306704">
                  <a:moveTo>
                    <a:pt x="231838" y="69659"/>
                  </a:moveTo>
                  <a:lnTo>
                    <a:pt x="231724" y="67830"/>
                  </a:lnTo>
                  <a:lnTo>
                    <a:pt x="230606" y="67538"/>
                  </a:lnTo>
                  <a:lnTo>
                    <a:pt x="229235" y="67183"/>
                  </a:lnTo>
                  <a:lnTo>
                    <a:pt x="227647" y="66827"/>
                  </a:lnTo>
                  <a:lnTo>
                    <a:pt x="225221" y="65532"/>
                  </a:lnTo>
                  <a:lnTo>
                    <a:pt x="223837" y="67106"/>
                  </a:lnTo>
                  <a:lnTo>
                    <a:pt x="226656" y="69646"/>
                  </a:lnTo>
                  <a:lnTo>
                    <a:pt x="228257" y="70332"/>
                  </a:lnTo>
                  <a:lnTo>
                    <a:pt x="231838" y="69659"/>
                  </a:lnTo>
                  <a:close/>
                </a:path>
                <a:path w="387985" h="306704">
                  <a:moveTo>
                    <a:pt x="233057" y="127012"/>
                  </a:moveTo>
                  <a:lnTo>
                    <a:pt x="231444" y="126263"/>
                  </a:lnTo>
                  <a:lnTo>
                    <a:pt x="231254" y="125780"/>
                  </a:lnTo>
                  <a:lnTo>
                    <a:pt x="231165" y="125552"/>
                  </a:lnTo>
                  <a:lnTo>
                    <a:pt x="228777" y="124256"/>
                  </a:lnTo>
                  <a:lnTo>
                    <a:pt x="224510" y="126733"/>
                  </a:lnTo>
                  <a:lnTo>
                    <a:pt x="224205" y="129565"/>
                  </a:lnTo>
                  <a:lnTo>
                    <a:pt x="227126" y="132600"/>
                  </a:lnTo>
                  <a:lnTo>
                    <a:pt x="229031" y="132778"/>
                  </a:lnTo>
                  <a:lnTo>
                    <a:pt x="232791" y="130670"/>
                  </a:lnTo>
                  <a:lnTo>
                    <a:pt x="232994" y="127939"/>
                  </a:lnTo>
                  <a:lnTo>
                    <a:pt x="233057" y="127012"/>
                  </a:lnTo>
                  <a:close/>
                </a:path>
                <a:path w="387985" h="306704">
                  <a:moveTo>
                    <a:pt x="234429" y="136144"/>
                  </a:moveTo>
                  <a:lnTo>
                    <a:pt x="233908" y="136144"/>
                  </a:lnTo>
                  <a:lnTo>
                    <a:pt x="233908" y="136537"/>
                  </a:lnTo>
                  <a:lnTo>
                    <a:pt x="234162" y="136537"/>
                  </a:lnTo>
                  <a:lnTo>
                    <a:pt x="234429" y="136537"/>
                  </a:lnTo>
                  <a:lnTo>
                    <a:pt x="234429" y="136144"/>
                  </a:lnTo>
                  <a:close/>
                </a:path>
                <a:path w="387985" h="306704">
                  <a:moveTo>
                    <a:pt x="240906" y="110553"/>
                  </a:moveTo>
                  <a:lnTo>
                    <a:pt x="240372" y="110553"/>
                  </a:lnTo>
                  <a:lnTo>
                    <a:pt x="240372" y="110947"/>
                  </a:lnTo>
                  <a:lnTo>
                    <a:pt x="240639" y="110947"/>
                  </a:lnTo>
                  <a:lnTo>
                    <a:pt x="240906" y="110947"/>
                  </a:lnTo>
                  <a:lnTo>
                    <a:pt x="240906" y="110553"/>
                  </a:lnTo>
                  <a:close/>
                </a:path>
                <a:path w="387985" h="306704">
                  <a:moveTo>
                    <a:pt x="247650" y="127266"/>
                  </a:moveTo>
                  <a:lnTo>
                    <a:pt x="243979" y="127266"/>
                  </a:lnTo>
                  <a:lnTo>
                    <a:pt x="243979" y="130073"/>
                  </a:lnTo>
                  <a:lnTo>
                    <a:pt x="245821" y="130073"/>
                  </a:lnTo>
                  <a:lnTo>
                    <a:pt x="247650" y="130073"/>
                  </a:lnTo>
                  <a:lnTo>
                    <a:pt x="247650" y="127266"/>
                  </a:lnTo>
                  <a:close/>
                </a:path>
                <a:path w="387985" h="306704">
                  <a:moveTo>
                    <a:pt x="256781" y="49580"/>
                  </a:moveTo>
                  <a:lnTo>
                    <a:pt x="255587" y="47002"/>
                  </a:lnTo>
                  <a:lnTo>
                    <a:pt x="251587" y="47002"/>
                  </a:lnTo>
                  <a:lnTo>
                    <a:pt x="250393" y="49593"/>
                  </a:lnTo>
                  <a:lnTo>
                    <a:pt x="251917" y="50990"/>
                  </a:lnTo>
                  <a:lnTo>
                    <a:pt x="253009" y="52006"/>
                  </a:lnTo>
                  <a:lnTo>
                    <a:pt x="254152" y="52006"/>
                  </a:lnTo>
                  <a:lnTo>
                    <a:pt x="254927" y="51308"/>
                  </a:lnTo>
                  <a:lnTo>
                    <a:pt x="256781" y="49580"/>
                  </a:lnTo>
                  <a:close/>
                </a:path>
                <a:path w="387985" h="306704">
                  <a:moveTo>
                    <a:pt x="259854" y="87972"/>
                  </a:moveTo>
                  <a:lnTo>
                    <a:pt x="259803" y="85318"/>
                  </a:lnTo>
                  <a:lnTo>
                    <a:pt x="258711" y="83858"/>
                  </a:lnTo>
                  <a:lnTo>
                    <a:pt x="253949" y="82537"/>
                  </a:lnTo>
                  <a:lnTo>
                    <a:pt x="251917" y="83693"/>
                  </a:lnTo>
                  <a:lnTo>
                    <a:pt x="250837" y="87566"/>
                  </a:lnTo>
                  <a:lnTo>
                    <a:pt x="252107" y="89192"/>
                  </a:lnTo>
                  <a:lnTo>
                    <a:pt x="253911" y="89903"/>
                  </a:lnTo>
                  <a:lnTo>
                    <a:pt x="256286" y="90855"/>
                  </a:lnTo>
                  <a:lnTo>
                    <a:pt x="258013" y="90373"/>
                  </a:lnTo>
                  <a:lnTo>
                    <a:pt x="259422" y="88684"/>
                  </a:lnTo>
                  <a:lnTo>
                    <a:pt x="259854" y="87972"/>
                  </a:lnTo>
                  <a:close/>
                </a:path>
                <a:path w="387985" h="306704">
                  <a:moveTo>
                    <a:pt x="262026" y="132435"/>
                  </a:moveTo>
                  <a:lnTo>
                    <a:pt x="259486" y="129933"/>
                  </a:lnTo>
                  <a:lnTo>
                    <a:pt x="257708" y="130975"/>
                  </a:lnTo>
                  <a:lnTo>
                    <a:pt x="257517" y="132499"/>
                  </a:lnTo>
                  <a:lnTo>
                    <a:pt x="257492" y="132715"/>
                  </a:lnTo>
                  <a:lnTo>
                    <a:pt x="257467" y="132930"/>
                  </a:lnTo>
                  <a:lnTo>
                    <a:pt x="257441" y="133146"/>
                  </a:lnTo>
                  <a:lnTo>
                    <a:pt x="257365" y="133794"/>
                  </a:lnTo>
                  <a:lnTo>
                    <a:pt x="258114" y="134531"/>
                  </a:lnTo>
                  <a:lnTo>
                    <a:pt x="258762" y="134454"/>
                  </a:lnTo>
                  <a:lnTo>
                    <a:pt x="258991" y="134429"/>
                  </a:lnTo>
                  <a:lnTo>
                    <a:pt x="259194" y="134404"/>
                  </a:lnTo>
                  <a:lnTo>
                    <a:pt x="259410" y="134378"/>
                  </a:lnTo>
                  <a:lnTo>
                    <a:pt x="260959" y="134188"/>
                  </a:lnTo>
                  <a:lnTo>
                    <a:pt x="262026" y="132435"/>
                  </a:lnTo>
                  <a:close/>
                </a:path>
                <a:path w="387985" h="306704">
                  <a:moveTo>
                    <a:pt x="264858" y="76009"/>
                  </a:moveTo>
                  <a:lnTo>
                    <a:pt x="264325" y="76009"/>
                  </a:lnTo>
                  <a:lnTo>
                    <a:pt x="264325" y="76403"/>
                  </a:lnTo>
                  <a:lnTo>
                    <a:pt x="264591" y="76403"/>
                  </a:lnTo>
                  <a:lnTo>
                    <a:pt x="264858" y="76403"/>
                  </a:lnTo>
                  <a:lnTo>
                    <a:pt x="264858" y="76009"/>
                  </a:lnTo>
                  <a:close/>
                </a:path>
                <a:path w="387985" h="306704">
                  <a:moveTo>
                    <a:pt x="266496" y="67754"/>
                  </a:moveTo>
                  <a:lnTo>
                    <a:pt x="264502" y="65417"/>
                  </a:lnTo>
                  <a:lnTo>
                    <a:pt x="261112" y="61429"/>
                  </a:lnTo>
                  <a:lnTo>
                    <a:pt x="257187" y="63728"/>
                  </a:lnTo>
                  <a:lnTo>
                    <a:pt x="256717" y="71704"/>
                  </a:lnTo>
                  <a:lnTo>
                    <a:pt x="260324" y="73698"/>
                  </a:lnTo>
                  <a:lnTo>
                    <a:pt x="266103" y="71285"/>
                  </a:lnTo>
                  <a:lnTo>
                    <a:pt x="266496" y="67754"/>
                  </a:lnTo>
                  <a:close/>
                </a:path>
                <a:path w="387985" h="306704">
                  <a:moveTo>
                    <a:pt x="272910" y="151422"/>
                  </a:moveTo>
                  <a:lnTo>
                    <a:pt x="271983" y="150507"/>
                  </a:lnTo>
                  <a:lnTo>
                    <a:pt x="271284" y="150964"/>
                  </a:lnTo>
                  <a:lnTo>
                    <a:pt x="270789" y="151282"/>
                  </a:lnTo>
                  <a:lnTo>
                    <a:pt x="270548" y="151447"/>
                  </a:lnTo>
                  <a:lnTo>
                    <a:pt x="269113" y="152361"/>
                  </a:lnTo>
                  <a:lnTo>
                    <a:pt x="271030" y="154266"/>
                  </a:lnTo>
                  <a:lnTo>
                    <a:pt x="271970" y="152857"/>
                  </a:lnTo>
                  <a:lnTo>
                    <a:pt x="272910" y="151422"/>
                  </a:lnTo>
                  <a:close/>
                </a:path>
                <a:path w="387985" h="306704">
                  <a:moveTo>
                    <a:pt x="273138" y="89623"/>
                  </a:moveTo>
                  <a:lnTo>
                    <a:pt x="272440" y="87350"/>
                  </a:lnTo>
                  <a:lnTo>
                    <a:pt x="272313" y="86956"/>
                  </a:lnTo>
                  <a:lnTo>
                    <a:pt x="272262" y="86766"/>
                  </a:lnTo>
                  <a:lnTo>
                    <a:pt x="271894" y="85598"/>
                  </a:lnTo>
                  <a:lnTo>
                    <a:pt x="270243" y="85598"/>
                  </a:lnTo>
                  <a:lnTo>
                    <a:pt x="269887" y="86766"/>
                  </a:lnTo>
                  <a:lnTo>
                    <a:pt x="269697" y="87350"/>
                  </a:lnTo>
                  <a:lnTo>
                    <a:pt x="268998" y="89598"/>
                  </a:lnTo>
                  <a:lnTo>
                    <a:pt x="273138" y="89623"/>
                  </a:lnTo>
                  <a:close/>
                </a:path>
                <a:path w="387985" h="306704">
                  <a:moveTo>
                    <a:pt x="284746" y="146481"/>
                  </a:moveTo>
                  <a:lnTo>
                    <a:pt x="281736" y="143294"/>
                  </a:lnTo>
                  <a:lnTo>
                    <a:pt x="278498" y="144767"/>
                  </a:lnTo>
                  <a:lnTo>
                    <a:pt x="278498" y="149669"/>
                  </a:lnTo>
                  <a:lnTo>
                    <a:pt x="281736" y="151130"/>
                  </a:lnTo>
                  <a:lnTo>
                    <a:pt x="283502" y="149263"/>
                  </a:lnTo>
                  <a:lnTo>
                    <a:pt x="284746" y="147942"/>
                  </a:lnTo>
                  <a:lnTo>
                    <a:pt x="284746" y="146481"/>
                  </a:lnTo>
                  <a:close/>
                </a:path>
                <a:path w="387985" h="306704">
                  <a:moveTo>
                    <a:pt x="285305" y="195973"/>
                  </a:moveTo>
                  <a:lnTo>
                    <a:pt x="284010" y="195973"/>
                  </a:lnTo>
                  <a:lnTo>
                    <a:pt x="284010" y="196977"/>
                  </a:lnTo>
                  <a:lnTo>
                    <a:pt x="284657" y="196977"/>
                  </a:lnTo>
                  <a:lnTo>
                    <a:pt x="285305" y="196977"/>
                  </a:lnTo>
                  <a:lnTo>
                    <a:pt x="285305" y="195973"/>
                  </a:lnTo>
                  <a:close/>
                </a:path>
                <a:path w="387985" h="306704">
                  <a:moveTo>
                    <a:pt x="289623" y="209994"/>
                  </a:moveTo>
                  <a:lnTo>
                    <a:pt x="285432" y="209118"/>
                  </a:lnTo>
                  <a:lnTo>
                    <a:pt x="284480" y="208927"/>
                  </a:lnTo>
                  <a:lnTo>
                    <a:pt x="283794" y="208838"/>
                  </a:lnTo>
                  <a:lnTo>
                    <a:pt x="281825" y="209461"/>
                  </a:lnTo>
                  <a:lnTo>
                    <a:pt x="281012" y="210578"/>
                  </a:lnTo>
                  <a:lnTo>
                    <a:pt x="281698" y="212547"/>
                  </a:lnTo>
                  <a:lnTo>
                    <a:pt x="282016" y="213093"/>
                  </a:lnTo>
                  <a:lnTo>
                    <a:pt x="286410" y="216916"/>
                  </a:lnTo>
                  <a:lnTo>
                    <a:pt x="289623" y="209994"/>
                  </a:lnTo>
                  <a:close/>
                </a:path>
                <a:path w="387985" h="306704">
                  <a:moveTo>
                    <a:pt x="300659" y="89217"/>
                  </a:moveTo>
                  <a:lnTo>
                    <a:pt x="299618" y="85902"/>
                  </a:lnTo>
                  <a:lnTo>
                    <a:pt x="299427" y="85293"/>
                  </a:lnTo>
                  <a:lnTo>
                    <a:pt x="299288" y="84924"/>
                  </a:lnTo>
                  <a:lnTo>
                    <a:pt x="298234" y="83451"/>
                  </a:lnTo>
                  <a:lnTo>
                    <a:pt x="296989" y="83451"/>
                  </a:lnTo>
                  <a:lnTo>
                    <a:pt x="295935" y="84924"/>
                  </a:lnTo>
                  <a:lnTo>
                    <a:pt x="295795" y="85293"/>
                  </a:lnTo>
                  <a:lnTo>
                    <a:pt x="294576" y="89192"/>
                  </a:lnTo>
                  <a:lnTo>
                    <a:pt x="300659" y="89217"/>
                  </a:lnTo>
                  <a:close/>
                </a:path>
                <a:path w="387985" h="306704">
                  <a:moveTo>
                    <a:pt x="305396" y="191401"/>
                  </a:moveTo>
                  <a:lnTo>
                    <a:pt x="305231" y="191008"/>
                  </a:lnTo>
                  <a:lnTo>
                    <a:pt x="304647" y="189598"/>
                  </a:lnTo>
                  <a:lnTo>
                    <a:pt x="302958" y="190436"/>
                  </a:lnTo>
                  <a:lnTo>
                    <a:pt x="302945" y="190766"/>
                  </a:lnTo>
                  <a:lnTo>
                    <a:pt x="303009" y="191008"/>
                  </a:lnTo>
                  <a:lnTo>
                    <a:pt x="302882" y="190817"/>
                  </a:lnTo>
                  <a:lnTo>
                    <a:pt x="301955" y="191693"/>
                  </a:lnTo>
                  <a:lnTo>
                    <a:pt x="302247" y="192862"/>
                  </a:lnTo>
                  <a:lnTo>
                    <a:pt x="303898" y="193255"/>
                  </a:lnTo>
                  <a:lnTo>
                    <a:pt x="304622" y="193052"/>
                  </a:lnTo>
                  <a:lnTo>
                    <a:pt x="305396" y="191401"/>
                  </a:lnTo>
                  <a:close/>
                </a:path>
                <a:path w="387985" h="306704">
                  <a:moveTo>
                    <a:pt x="307543" y="207987"/>
                  </a:moveTo>
                  <a:lnTo>
                    <a:pt x="305066" y="205740"/>
                  </a:lnTo>
                  <a:lnTo>
                    <a:pt x="304279" y="205028"/>
                  </a:lnTo>
                  <a:lnTo>
                    <a:pt x="303606" y="204673"/>
                  </a:lnTo>
                  <a:lnTo>
                    <a:pt x="301599" y="204355"/>
                  </a:lnTo>
                  <a:lnTo>
                    <a:pt x="300418" y="204927"/>
                  </a:lnTo>
                  <a:lnTo>
                    <a:pt x="300558" y="207060"/>
                  </a:lnTo>
                  <a:lnTo>
                    <a:pt x="300685" y="207822"/>
                  </a:lnTo>
                  <a:lnTo>
                    <a:pt x="303466" y="211416"/>
                  </a:lnTo>
                  <a:lnTo>
                    <a:pt x="307543" y="207987"/>
                  </a:lnTo>
                  <a:close/>
                </a:path>
                <a:path w="387985" h="306704">
                  <a:moveTo>
                    <a:pt x="325297" y="119900"/>
                  </a:moveTo>
                  <a:lnTo>
                    <a:pt x="324383" y="117932"/>
                  </a:lnTo>
                  <a:lnTo>
                    <a:pt x="321729" y="117932"/>
                  </a:lnTo>
                  <a:lnTo>
                    <a:pt x="321868" y="117830"/>
                  </a:lnTo>
                  <a:lnTo>
                    <a:pt x="323418" y="116738"/>
                  </a:lnTo>
                  <a:lnTo>
                    <a:pt x="323418" y="114998"/>
                  </a:lnTo>
                  <a:lnTo>
                    <a:pt x="319938" y="112547"/>
                  </a:lnTo>
                  <a:lnTo>
                    <a:pt x="317715" y="114096"/>
                  </a:lnTo>
                  <a:lnTo>
                    <a:pt x="317715" y="117652"/>
                  </a:lnTo>
                  <a:lnTo>
                    <a:pt x="319938" y="119202"/>
                  </a:lnTo>
                  <a:lnTo>
                    <a:pt x="321144" y="118351"/>
                  </a:lnTo>
                  <a:lnTo>
                    <a:pt x="320433" y="119900"/>
                  </a:lnTo>
                  <a:lnTo>
                    <a:pt x="321589" y="120967"/>
                  </a:lnTo>
                  <a:lnTo>
                    <a:pt x="322453" y="121767"/>
                  </a:lnTo>
                  <a:lnTo>
                    <a:pt x="323265" y="121767"/>
                  </a:lnTo>
                  <a:lnTo>
                    <a:pt x="323913" y="121170"/>
                  </a:lnTo>
                  <a:lnTo>
                    <a:pt x="325297" y="119900"/>
                  </a:lnTo>
                  <a:close/>
                </a:path>
                <a:path w="387985" h="306704">
                  <a:moveTo>
                    <a:pt x="347332" y="161239"/>
                  </a:moveTo>
                  <a:lnTo>
                    <a:pt x="345948" y="157911"/>
                  </a:lnTo>
                  <a:lnTo>
                    <a:pt x="343890" y="153009"/>
                  </a:lnTo>
                  <a:lnTo>
                    <a:pt x="337540" y="155816"/>
                  </a:lnTo>
                  <a:lnTo>
                    <a:pt x="341960" y="163182"/>
                  </a:lnTo>
                  <a:lnTo>
                    <a:pt x="347332" y="161239"/>
                  </a:lnTo>
                  <a:close/>
                </a:path>
                <a:path w="387985" h="306704">
                  <a:moveTo>
                    <a:pt x="347878" y="284492"/>
                  </a:moveTo>
                  <a:lnTo>
                    <a:pt x="347052" y="283121"/>
                  </a:lnTo>
                  <a:lnTo>
                    <a:pt x="345846" y="282968"/>
                  </a:lnTo>
                  <a:lnTo>
                    <a:pt x="345617" y="282943"/>
                  </a:lnTo>
                  <a:lnTo>
                    <a:pt x="344932" y="282854"/>
                  </a:lnTo>
                  <a:lnTo>
                    <a:pt x="344246" y="283540"/>
                  </a:lnTo>
                  <a:lnTo>
                    <a:pt x="344322" y="284111"/>
                  </a:lnTo>
                  <a:lnTo>
                    <a:pt x="344360" y="284441"/>
                  </a:lnTo>
                  <a:lnTo>
                    <a:pt x="344512" y="285635"/>
                  </a:lnTo>
                  <a:lnTo>
                    <a:pt x="345897" y="286448"/>
                  </a:lnTo>
                  <a:lnTo>
                    <a:pt x="346887" y="285470"/>
                  </a:lnTo>
                  <a:lnTo>
                    <a:pt x="347878" y="284492"/>
                  </a:lnTo>
                  <a:close/>
                </a:path>
                <a:path w="387985" h="306704">
                  <a:moveTo>
                    <a:pt x="358394" y="276263"/>
                  </a:moveTo>
                  <a:lnTo>
                    <a:pt x="358279" y="272491"/>
                  </a:lnTo>
                  <a:lnTo>
                    <a:pt x="358076" y="271830"/>
                  </a:lnTo>
                  <a:lnTo>
                    <a:pt x="358013" y="271589"/>
                  </a:lnTo>
                  <a:lnTo>
                    <a:pt x="357289" y="271272"/>
                  </a:lnTo>
                  <a:lnTo>
                    <a:pt x="356781" y="271056"/>
                  </a:lnTo>
                  <a:lnTo>
                    <a:pt x="355968" y="271195"/>
                  </a:lnTo>
                  <a:lnTo>
                    <a:pt x="355358" y="271106"/>
                  </a:lnTo>
                  <a:lnTo>
                    <a:pt x="354088" y="271373"/>
                  </a:lnTo>
                  <a:lnTo>
                    <a:pt x="353504" y="272453"/>
                  </a:lnTo>
                  <a:lnTo>
                    <a:pt x="353237" y="272808"/>
                  </a:lnTo>
                  <a:lnTo>
                    <a:pt x="353123" y="273151"/>
                  </a:lnTo>
                  <a:lnTo>
                    <a:pt x="353034" y="274497"/>
                  </a:lnTo>
                  <a:lnTo>
                    <a:pt x="353326" y="275259"/>
                  </a:lnTo>
                  <a:lnTo>
                    <a:pt x="355701" y="277228"/>
                  </a:lnTo>
                  <a:lnTo>
                    <a:pt x="358394" y="276263"/>
                  </a:lnTo>
                  <a:close/>
                </a:path>
                <a:path w="387985" h="306704">
                  <a:moveTo>
                    <a:pt x="362381" y="142011"/>
                  </a:moveTo>
                  <a:lnTo>
                    <a:pt x="360997" y="140220"/>
                  </a:lnTo>
                  <a:lnTo>
                    <a:pt x="359079" y="140093"/>
                  </a:lnTo>
                  <a:lnTo>
                    <a:pt x="355739" y="139865"/>
                  </a:lnTo>
                  <a:lnTo>
                    <a:pt x="355142" y="142379"/>
                  </a:lnTo>
                  <a:lnTo>
                    <a:pt x="358406" y="146227"/>
                  </a:lnTo>
                  <a:lnTo>
                    <a:pt x="360895" y="145478"/>
                  </a:lnTo>
                  <a:lnTo>
                    <a:pt x="362381" y="142011"/>
                  </a:lnTo>
                  <a:close/>
                </a:path>
                <a:path w="387985" h="306704">
                  <a:moveTo>
                    <a:pt x="365709" y="175336"/>
                  </a:moveTo>
                  <a:lnTo>
                    <a:pt x="364794" y="175463"/>
                  </a:lnTo>
                  <a:lnTo>
                    <a:pt x="363537" y="175641"/>
                  </a:lnTo>
                  <a:lnTo>
                    <a:pt x="362927" y="175729"/>
                  </a:lnTo>
                  <a:lnTo>
                    <a:pt x="362648" y="175768"/>
                  </a:lnTo>
                  <a:lnTo>
                    <a:pt x="362648" y="176237"/>
                  </a:lnTo>
                  <a:lnTo>
                    <a:pt x="362927" y="176276"/>
                  </a:lnTo>
                  <a:lnTo>
                    <a:pt x="363537" y="176364"/>
                  </a:lnTo>
                  <a:lnTo>
                    <a:pt x="364172" y="176453"/>
                  </a:lnTo>
                  <a:lnTo>
                    <a:pt x="365709" y="176682"/>
                  </a:lnTo>
                  <a:lnTo>
                    <a:pt x="365709" y="175336"/>
                  </a:lnTo>
                  <a:close/>
                </a:path>
                <a:path w="387985" h="306704">
                  <a:moveTo>
                    <a:pt x="384454" y="155321"/>
                  </a:moveTo>
                  <a:lnTo>
                    <a:pt x="383184" y="154139"/>
                  </a:lnTo>
                  <a:lnTo>
                    <a:pt x="382231" y="153263"/>
                  </a:lnTo>
                  <a:lnTo>
                    <a:pt x="381317" y="153263"/>
                  </a:lnTo>
                  <a:lnTo>
                    <a:pt x="380695" y="153835"/>
                  </a:lnTo>
                  <a:lnTo>
                    <a:pt x="380377" y="154139"/>
                  </a:lnTo>
                  <a:lnTo>
                    <a:pt x="379082" y="155321"/>
                  </a:lnTo>
                  <a:lnTo>
                    <a:pt x="380085" y="157492"/>
                  </a:lnTo>
                  <a:lnTo>
                    <a:pt x="383451" y="157492"/>
                  </a:lnTo>
                  <a:lnTo>
                    <a:pt x="384454" y="155321"/>
                  </a:lnTo>
                  <a:close/>
                </a:path>
                <a:path w="387985" h="306704">
                  <a:moveTo>
                    <a:pt x="387743" y="291807"/>
                  </a:moveTo>
                  <a:lnTo>
                    <a:pt x="386003" y="288290"/>
                  </a:lnTo>
                  <a:lnTo>
                    <a:pt x="385241" y="286753"/>
                  </a:lnTo>
                  <a:lnTo>
                    <a:pt x="383489" y="286753"/>
                  </a:lnTo>
                  <a:lnTo>
                    <a:pt x="382892" y="287947"/>
                  </a:lnTo>
                  <a:lnTo>
                    <a:pt x="382727" y="288290"/>
                  </a:lnTo>
                  <a:lnTo>
                    <a:pt x="381000" y="291807"/>
                  </a:lnTo>
                  <a:lnTo>
                    <a:pt x="387743" y="29180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668234" y="7901907"/>
              <a:ext cx="191135" cy="207645"/>
            </a:xfrm>
            <a:custGeom>
              <a:avLst/>
              <a:gdLst/>
              <a:ahLst/>
              <a:cxnLst/>
              <a:rect l="l" t="t" r="r" b="b"/>
              <a:pathLst>
                <a:path w="191135" h="207645">
                  <a:moveTo>
                    <a:pt x="6070" y="17729"/>
                  </a:moveTo>
                  <a:lnTo>
                    <a:pt x="5626" y="17284"/>
                  </a:lnTo>
                  <a:lnTo>
                    <a:pt x="5346" y="17576"/>
                  </a:lnTo>
                  <a:lnTo>
                    <a:pt x="4864" y="18059"/>
                  </a:lnTo>
                  <a:lnTo>
                    <a:pt x="4572" y="18338"/>
                  </a:lnTo>
                  <a:lnTo>
                    <a:pt x="5016" y="18783"/>
                  </a:lnTo>
                  <a:lnTo>
                    <a:pt x="5295" y="18491"/>
                  </a:lnTo>
                  <a:lnTo>
                    <a:pt x="5461" y="18338"/>
                  </a:lnTo>
                  <a:lnTo>
                    <a:pt x="5626" y="18173"/>
                  </a:lnTo>
                  <a:lnTo>
                    <a:pt x="5791" y="18008"/>
                  </a:lnTo>
                  <a:lnTo>
                    <a:pt x="6070" y="17729"/>
                  </a:lnTo>
                  <a:close/>
                </a:path>
                <a:path w="191135" h="207645">
                  <a:moveTo>
                    <a:pt x="6946" y="141097"/>
                  </a:moveTo>
                  <a:lnTo>
                    <a:pt x="5842" y="140322"/>
                  </a:lnTo>
                  <a:lnTo>
                    <a:pt x="3187" y="138468"/>
                  </a:lnTo>
                  <a:lnTo>
                    <a:pt x="1371" y="139839"/>
                  </a:lnTo>
                  <a:lnTo>
                    <a:pt x="1739" y="140843"/>
                  </a:lnTo>
                  <a:lnTo>
                    <a:pt x="0" y="141757"/>
                  </a:lnTo>
                  <a:lnTo>
                    <a:pt x="685" y="143941"/>
                  </a:lnTo>
                  <a:lnTo>
                    <a:pt x="5524" y="145783"/>
                  </a:lnTo>
                  <a:lnTo>
                    <a:pt x="6908" y="141198"/>
                  </a:lnTo>
                  <a:close/>
                </a:path>
                <a:path w="191135" h="207645">
                  <a:moveTo>
                    <a:pt x="12776" y="148907"/>
                  </a:moveTo>
                  <a:lnTo>
                    <a:pt x="12357" y="148945"/>
                  </a:lnTo>
                  <a:lnTo>
                    <a:pt x="11061" y="149021"/>
                  </a:lnTo>
                  <a:lnTo>
                    <a:pt x="11061" y="149491"/>
                  </a:lnTo>
                  <a:lnTo>
                    <a:pt x="12357" y="149567"/>
                  </a:lnTo>
                  <a:lnTo>
                    <a:pt x="12776" y="149593"/>
                  </a:lnTo>
                  <a:lnTo>
                    <a:pt x="12776" y="148907"/>
                  </a:lnTo>
                  <a:close/>
                </a:path>
                <a:path w="191135" h="207645">
                  <a:moveTo>
                    <a:pt x="13360" y="90906"/>
                  </a:moveTo>
                  <a:lnTo>
                    <a:pt x="13182" y="90004"/>
                  </a:lnTo>
                  <a:lnTo>
                    <a:pt x="10439" y="88290"/>
                  </a:lnTo>
                  <a:lnTo>
                    <a:pt x="8801" y="91097"/>
                  </a:lnTo>
                  <a:lnTo>
                    <a:pt x="10223" y="91998"/>
                  </a:lnTo>
                  <a:lnTo>
                    <a:pt x="10477" y="92621"/>
                  </a:lnTo>
                  <a:lnTo>
                    <a:pt x="12268" y="93205"/>
                  </a:lnTo>
                  <a:lnTo>
                    <a:pt x="12941" y="91770"/>
                  </a:lnTo>
                  <a:lnTo>
                    <a:pt x="13360" y="90906"/>
                  </a:lnTo>
                  <a:close/>
                </a:path>
                <a:path w="191135" h="207645">
                  <a:moveTo>
                    <a:pt x="15303" y="61137"/>
                  </a:moveTo>
                  <a:lnTo>
                    <a:pt x="15240" y="60198"/>
                  </a:lnTo>
                  <a:lnTo>
                    <a:pt x="15062" y="60083"/>
                  </a:lnTo>
                  <a:lnTo>
                    <a:pt x="15011" y="59664"/>
                  </a:lnTo>
                  <a:lnTo>
                    <a:pt x="14846" y="58280"/>
                  </a:lnTo>
                  <a:lnTo>
                    <a:pt x="11137" y="60769"/>
                  </a:lnTo>
                  <a:lnTo>
                    <a:pt x="14211" y="62636"/>
                  </a:lnTo>
                  <a:lnTo>
                    <a:pt x="15214" y="62064"/>
                  </a:lnTo>
                  <a:lnTo>
                    <a:pt x="15189" y="61137"/>
                  </a:lnTo>
                  <a:lnTo>
                    <a:pt x="14643" y="60198"/>
                  </a:lnTo>
                  <a:lnTo>
                    <a:pt x="14770" y="60198"/>
                  </a:lnTo>
                  <a:lnTo>
                    <a:pt x="15189" y="61137"/>
                  </a:lnTo>
                  <a:close/>
                </a:path>
                <a:path w="191135" h="207645">
                  <a:moveTo>
                    <a:pt x="15925" y="183832"/>
                  </a:moveTo>
                  <a:lnTo>
                    <a:pt x="15024" y="179514"/>
                  </a:lnTo>
                  <a:lnTo>
                    <a:pt x="10934" y="183553"/>
                  </a:lnTo>
                  <a:lnTo>
                    <a:pt x="13931" y="184162"/>
                  </a:lnTo>
                  <a:lnTo>
                    <a:pt x="14325" y="184251"/>
                  </a:lnTo>
                  <a:lnTo>
                    <a:pt x="14516" y="184277"/>
                  </a:lnTo>
                  <a:lnTo>
                    <a:pt x="15290" y="184429"/>
                  </a:lnTo>
                  <a:lnTo>
                    <a:pt x="15925" y="183832"/>
                  </a:lnTo>
                  <a:close/>
                </a:path>
                <a:path w="191135" h="207645">
                  <a:moveTo>
                    <a:pt x="16446" y="111810"/>
                  </a:moveTo>
                  <a:lnTo>
                    <a:pt x="16268" y="111633"/>
                  </a:lnTo>
                  <a:lnTo>
                    <a:pt x="15557" y="112344"/>
                  </a:lnTo>
                  <a:lnTo>
                    <a:pt x="15735" y="112522"/>
                  </a:lnTo>
                  <a:lnTo>
                    <a:pt x="16014" y="112229"/>
                  </a:lnTo>
                  <a:lnTo>
                    <a:pt x="16179" y="112077"/>
                  </a:lnTo>
                  <a:lnTo>
                    <a:pt x="16446" y="111810"/>
                  </a:lnTo>
                  <a:close/>
                </a:path>
                <a:path w="191135" h="207645">
                  <a:moveTo>
                    <a:pt x="16637" y="99136"/>
                  </a:moveTo>
                  <a:lnTo>
                    <a:pt x="15989" y="96342"/>
                  </a:lnTo>
                  <a:lnTo>
                    <a:pt x="15392" y="93776"/>
                  </a:lnTo>
                  <a:lnTo>
                    <a:pt x="13220" y="93776"/>
                  </a:lnTo>
                  <a:lnTo>
                    <a:pt x="11976" y="99110"/>
                  </a:lnTo>
                  <a:lnTo>
                    <a:pt x="16637" y="99136"/>
                  </a:lnTo>
                  <a:close/>
                </a:path>
                <a:path w="191135" h="207645">
                  <a:moveTo>
                    <a:pt x="17627" y="157099"/>
                  </a:moveTo>
                  <a:lnTo>
                    <a:pt x="16814" y="157099"/>
                  </a:lnTo>
                  <a:lnTo>
                    <a:pt x="16814" y="157721"/>
                  </a:lnTo>
                  <a:lnTo>
                    <a:pt x="17221" y="157721"/>
                  </a:lnTo>
                  <a:lnTo>
                    <a:pt x="17627" y="157721"/>
                  </a:lnTo>
                  <a:lnTo>
                    <a:pt x="17627" y="157099"/>
                  </a:lnTo>
                  <a:close/>
                </a:path>
                <a:path w="191135" h="207645">
                  <a:moveTo>
                    <a:pt x="18605" y="13563"/>
                  </a:moveTo>
                  <a:lnTo>
                    <a:pt x="16852" y="10160"/>
                  </a:lnTo>
                  <a:lnTo>
                    <a:pt x="16484" y="9423"/>
                  </a:lnTo>
                  <a:lnTo>
                    <a:pt x="16002" y="8534"/>
                  </a:lnTo>
                  <a:lnTo>
                    <a:pt x="14541" y="8534"/>
                  </a:lnTo>
                  <a:lnTo>
                    <a:pt x="11950" y="13563"/>
                  </a:lnTo>
                  <a:lnTo>
                    <a:pt x="18605" y="13563"/>
                  </a:lnTo>
                  <a:close/>
                </a:path>
                <a:path w="191135" h="207645">
                  <a:moveTo>
                    <a:pt x="19075" y="22059"/>
                  </a:moveTo>
                  <a:lnTo>
                    <a:pt x="15354" y="22047"/>
                  </a:lnTo>
                  <a:lnTo>
                    <a:pt x="16116" y="23850"/>
                  </a:lnTo>
                  <a:lnTo>
                    <a:pt x="16243" y="24130"/>
                  </a:lnTo>
                  <a:lnTo>
                    <a:pt x="16294" y="24282"/>
                  </a:lnTo>
                  <a:lnTo>
                    <a:pt x="16675" y="25158"/>
                  </a:lnTo>
                  <a:lnTo>
                    <a:pt x="17754" y="25158"/>
                  </a:lnTo>
                  <a:lnTo>
                    <a:pt x="18199" y="24130"/>
                  </a:lnTo>
                  <a:lnTo>
                    <a:pt x="18313" y="23850"/>
                  </a:lnTo>
                  <a:lnTo>
                    <a:pt x="19075" y="22059"/>
                  </a:lnTo>
                  <a:close/>
                </a:path>
                <a:path w="191135" h="207645">
                  <a:moveTo>
                    <a:pt x="19113" y="4838"/>
                  </a:moveTo>
                  <a:lnTo>
                    <a:pt x="17551" y="1371"/>
                  </a:lnTo>
                  <a:lnTo>
                    <a:pt x="15824" y="2997"/>
                  </a:lnTo>
                  <a:lnTo>
                    <a:pt x="14274" y="4445"/>
                  </a:lnTo>
                  <a:lnTo>
                    <a:pt x="15125" y="5537"/>
                  </a:lnTo>
                  <a:lnTo>
                    <a:pt x="16065" y="5359"/>
                  </a:lnTo>
                  <a:lnTo>
                    <a:pt x="19113" y="4838"/>
                  </a:lnTo>
                  <a:close/>
                </a:path>
                <a:path w="191135" h="207645">
                  <a:moveTo>
                    <a:pt x="19126" y="174447"/>
                  </a:moveTo>
                  <a:lnTo>
                    <a:pt x="18821" y="172580"/>
                  </a:lnTo>
                  <a:lnTo>
                    <a:pt x="18732" y="172364"/>
                  </a:lnTo>
                  <a:lnTo>
                    <a:pt x="18415" y="171399"/>
                  </a:lnTo>
                  <a:lnTo>
                    <a:pt x="18300" y="171043"/>
                  </a:lnTo>
                  <a:lnTo>
                    <a:pt x="16446" y="170726"/>
                  </a:lnTo>
                  <a:lnTo>
                    <a:pt x="15951" y="171577"/>
                  </a:lnTo>
                  <a:lnTo>
                    <a:pt x="13106" y="172796"/>
                  </a:lnTo>
                  <a:lnTo>
                    <a:pt x="14287" y="175844"/>
                  </a:lnTo>
                  <a:lnTo>
                    <a:pt x="18326" y="175895"/>
                  </a:lnTo>
                  <a:lnTo>
                    <a:pt x="19126" y="174447"/>
                  </a:lnTo>
                  <a:close/>
                </a:path>
                <a:path w="191135" h="207645">
                  <a:moveTo>
                    <a:pt x="20104" y="38430"/>
                  </a:moveTo>
                  <a:lnTo>
                    <a:pt x="20091" y="37325"/>
                  </a:lnTo>
                  <a:lnTo>
                    <a:pt x="19786" y="36944"/>
                  </a:lnTo>
                  <a:lnTo>
                    <a:pt x="17741" y="35737"/>
                  </a:lnTo>
                  <a:lnTo>
                    <a:pt x="16459" y="37020"/>
                  </a:lnTo>
                  <a:lnTo>
                    <a:pt x="17665" y="39014"/>
                  </a:lnTo>
                  <a:lnTo>
                    <a:pt x="18034" y="39357"/>
                  </a:lnTo>
                  <a:lnTo>
                    <a:pt x="19164" y="39357"/>
                  </a:lnTo>
                  <a:lnTo>
                    <a:pt x="19672" y="39370"/>
                  </a:lnTo>
                  <a:lnTo>
                    <a:pt x="20104" y="38925"/>
                  </a:lnTo>
                  <a:lnTo>
                    <a:pt x="20104" y="38430"/>
                  </a:lnTo>
                  <a:close/>
                </a:path>
                <a:path w="191135" h="207645">
                  <a:moveTo>
                    <a:pt x="23304" y="9436"/>
                  </a:moveTo>
                  <a:lnTo>
                    <a:pt x="22783" y="9436"/>
                  </a:lnTo>
                  <a:lnTo>
                    <a:pt x="22783" y="9842"/>
                  </a:lnTo>
                  <a:lnTo>
                    <a:pt x="23050" y="9842"/>
                  </a:lnTo>
                  <a:lnTo>
                    <a:pt x="23304" y="9842"/>
                  </a:lnTo>
                  <a:lnTo>
                    <a:pt x="23304" y="9436"/>
                  </a:lnTo>
                  <a:close/>
                </a:path>
                <a:path w="191135" h="207645">
                  <a:moveTo>
                    <a:pt x="27292" y="187744"/>
                  </a:moveTo>
                  <a:lnTo>
                    <a:pt x="27266" y="187045"/>
                  </a:lnTo>
                  <a:lnTo>
                    <a:pt x="26962" y="186105"/>
                  </a:lnTo>
                  <a:lnTo>
                    <a:pt x="26835" y="186131"/>
                  </a:lnTo>
                  <a:lnTo>
                    <a:pt x="27152" y="187007"/>
                  </a:lnTo>
                  <a:lnTo>
                    <a:pt x="27127" y="187794"/>
                  </a:lnTo>
                  <a:lnTo>
                    <a:pt x="26809" y="188569"/>
                  </a:lnTo>
                  <a:lnTo>
                    <a:pt x="26758" y="188709"/>
                  </a:lnTo>
                  <a:lnTo>
                    <a:pt x="27012" y="188785"/>
                  </a:lnTo>
                  <a:lnTo>
                    <a:pt x="27051" y="188633"/>
                  </a:lnTo>
                  <a:lnTo>
                    <a:pt x="27292" y="187744"/>
                  </a:lnTo>
                  <a:close/>
                </a:path>
                <a:path w="191135" h="207645">
                  <a:moveTo>
                    <a:pt x="27584" y="50292"/>
                  </a:moveTo>
                  <a:lnTo>
                    <a:pt x="27241" y="50292"/>
                  </a:lnTo>
                  <a:lnTo>
                    <a:pt x="27241" y="50546"/>
                  </a:lnTo>
                  <a:lnTo>
                    <a:pt x="27419" y="50546"/>
                  </a:lnTo>
                  <a:lnTo>
                    <a:pt x="27584" y="50546"/>
                  </a:lnTo>
                  <a:lnTo>
                    <a:pt x="27584" y="50292"/>
                  </a:lnTo>
                  <a:close/>
                </a:path>
                <a:path w="191135" h="207645">
                  <a:moveTo>
                    <a:pt x="28054" y="102323"/>
                  </a:moveTo>
                  <a:lnTo>
                    <a:pt x="27406" y="100698"/>
                  </a:lnTo>
                  <a:lnTo>
                    <a:pt x="27152" y="100279"/>
                  </a:lnTo>
                  <a:lnTo>
                    <a:pt x="25184" y="98120"/>
                  </a:lnTo>
                  <a:lnTo>
                    <a:pt x="22707" y="100584"/>
                  </a:lnTo>
                  <a:lnTo>
                    <a:pt x="26962" y="103378"/>
                  </a:lnTo>
                  <a:lnTo>
                    <a:pt x="28054" y="102323"/>
                  </a:lnTo>
                  <a:close/>
                </a:path>
                <a:path w="191135" h="207645">
                  <a:moveTo>
                    <a:pt x="28371" y="73863"/>
                  </a:moveTo>
                  <a:lnTo>
                    <a:pt x="27190" y="72097"/>
                  </a:lnTo>
                  <a:lnTo>
                    <a:pt x="27051" y="72567"/>
                  </a:lnTo>
                  <a:lnTo>
                    <a:pt x="27127" y="72009"/>
                  </a:lnTo>
                  <a:lnTo>
                    <a:pt x="27647" y="70510"/>
                  </a:lnTo>
                  <a:lnTo>
                    <a:pt x="26809" y="70256"/>
                  </a:lnTo>
                  <a:lnTo>
                    <a:pt x="22593" y="68973"/>
                  </a:lnTo>
                  <a:lnTo>
                    <a:pt x="19951" y="72821"/>
                  </a:lnTo>
                  <a:lnTo>
                    <a:pt x="24663" y="76784"/>
                  </a:lnTo>
                  <a:lnTo>
                    <a:pt x="28244" y="73964"/>
                  </a:lnTo>
                  <a:lnTo>
                    <a:pt x="28371" y="73863"/>
                  </a:lnTo>
                  <a:close/>
                </a:path>
                <a:path w="191135" h="207645">
                  <a:moveTo>
                    <a:pt x="28778" y="118224"/>
                  </a:moveTo>
                  <a:lnTo>
                    <a:pt x="27825" y="114630"/>
                  </a:lnTo>
                  <a:lnTo>
                    <a:pt x="24523" y="115798"/>
                  </a:lnTo>
                  <a:lnTo>
                    <a:pt x="25425" y="117779"/>
                  </a:lnTo>
                  <a:lnTo>
                    <a:pt x="25400" y="117932"/>
                  </a:lnTo>
                  <a:lnTo>
                    <a:pt x="25209" y="119240"/>
                  </a:lnTo>
                  <a:lnTo>
                    <a:pt x="25908" y="119837"/>
                  </a:lnTo>
                  <a:lnTo>
                    <a:pt x="28181" y="119735"/>
                  </a:lnTo>
                  <a:lnTo>
                    <a:pt x="28778" y="118224"/>
                  </a:lnTo>
                  <a:close/>
                </a:path>
                <a:path w="191135" h="207645">
                  <a:moveTo>
                    <a:pt x="29972" y="22479"/>
                  </a:moveTo>
                  <a:lnTo>
                    <a:pt x="29044" y="20485"/>
                  </a:lnTo>
                  <a:lnTo>
                    <a:pt x="28232" y="18757"/>
                  </a:lnTo>
                  <a:lnTo>
                    <a:pt x="27838" y="17919"/>
                  </a:lnTo>
                  <a:lnTo>
                    <a:pt x="26416" y="18338"/>
                  </a:lnTo>
                  <a:lnTo>
                    <a:pt x="26682" y="23241"/>
                  </a:lnTo>
                  <a:lnTo>
                    <a:pt x="29972" y="22479"/>
                  </a:lnTo>
                  <a:close/>
                </a:path>
                <a:path w="191135" h="207645">
                  <a:moveTo>
                    <a:pt x="31203" y="13220"/>
                  </a:moveTo>
                  <a:lnTo>
                    <a:pt x="29819" y="13335"/>
                  </a:lnTo>
                  <a:lnTo>
                    <a:pt x="29641" y="13385"/>
                  </a:lnTo>
                  <a:lnTo>
                    <a:pt x="29464" y="13347"/>
                  </a:lnTo>
                  <a:lnTo>
                    <a:pt x="29298" y="13208"/>
                  </a:lnTo>
                  <a:lnTo>
                    <a:pt x="28778" y="12979"/>
                  </a:lnTo>
                  <a:lnTo>
                    <a:pt x="27876" y="13220"/>
                  </a:lnTo>
                  <a:lnTo>
                    <a:pt x="28105" y="14998"/>
                  </a:lnTo>
                  <a:lnTo>
                    <a:pt x="28727" y="15557"/>
                  </a:lnTo>
                  <a:lnTo>
                    <a:pt x="29819" y="15443"/>
                  </a:lnTo>
                  <a:lnTo>
                    <a:pt x="31191" y="15328"/>
                  </a:lnTo>
                  <a:lnTo>
                    <a:pt x="31203" y="13220"/>
                  </a:lnTo>
                  <a:close/>
                </a:path>
                <a:path w="191135" h="207645">
                  <a:moveTo>
                    <a:pt x="32448" y="141503"/>
                  </a:moveTo>
                  <a:lnTo>
                    <a:pt x="27241" y="141503"/>
                  </a:lnTo>
                  <a:lnTo>
                    <a:pt x="27228" y="145491"/>
                  </a:lnTo>
                  <a:lnTo>
                    <a:pt x="29845" y="145491"/>
                  </a:lnTo>
                  <a:lnTo>
                    <a:pt x="32435" y="145491"/>
                  </a:lnTo>
                  <a:lnTo>
                    <a:pt x="32448" y="141503"/>
                  </a:lnTo>
                  <a:close/>
                </a:path>
                <a:path w="191135" h="207645">
                  <a:moveTo>
                    <a:pt x="32854" y="26898"/>
                  </a:moveTo>
                  <a:lnTo>
                    <a:pt x="27813" y="26898"/>
                  </a:lnTo>
                  <a:lnTo>
                    <a:pt x="27800" y="30759"/>
                  </a:lnTo>
                  <a:lnTo>
                    <a:pt x="30327" y="30759"/>
                  </a:lnTo>
                  <a:lnTo>
                    <a:pt x="32842" y="30759"/>
                  </a:lnTo>
                  <a:lnTo>
                    <a:pt x="32854" y="26898"/>
                  </a:lnTo>
                  <a:close/>
                </a:path>
                <a:path w="191135" h="207645">
                  <a:moveTo>
                    <a:pt x="33159" y="169862"/>
                  </a:moveTo>
                  <a:lnTo>
                    <a:pt x="32715" y="169291"/>
                  </a:lnTo>
                  <a:lnTo>
                    <a:pt x="32702" y="169862"/>
                  </a:lnTo>
                  <a:lnTo>
                    <a:pt x="32702" y="169278"/>
                  </a:lnTo>
                  <a:lnTo>
                    <a:pt x="32753" y="168300"/>
                  </a:lnTo>
                  <a:lnTo>
                    <a:pt x="32766" y="168097"/>
                  </a:lnTo>
                  <a:lnTo>
                    <a:pt x="29514" y="167424"/>
                  </a:lnTo>
                  <a:lnTo>
                    <a:pt x="27889" y="169862"/>
                  </a:lnTo>
                  <a:lnTo>
                    <a:pt x="30302" y="171831"/>
                  </a:lnTo>
                  <a:lnTo>
                    <a:pt x="31038" y="172021"/>
                  </a:lnTo>
                  <a:lnTo>
                    <a:pt x="32715" y="171056"/>
                  </a:lnTo>
                  <a:lnTo>
                    <a:pt x="33147" y="170141"/>
                  </a:lnTo>
                  <a:lnTo>
                    <a:pt x="33159" y="169862"/>
                  </a:lnTo>
                  <a:close/>
                </a:path>
                <a:path w="191135" h="207645">
                  <a:moveTo>
                    <a:pt x="33985" y="161048"/>
                  </a:moveTo>
                  <a:lnTo>
                    <a:pt x="33464" y="161048"/>
                  </a:lnTo>
                  <a:lnTo>
                    <a:pt x="33464" y="161442"/>
                  </a:lnTo>
                  <a:lnTo>
                    <a:pt x="33731" y="161442"/>
                  </a:lnTo>
                  <a:lnTo>
                    <a:pt x="33985" y="161442"/>
                  </a:lnTo>
                  <a:lnTo>
                    <a:pt x="33985" y="161048"/>
                  </a:lnTo>
                  <a:close/>
                </a:path>
                <a:path w="191135" h="207645">
                  <a:moveTo>
                    <a:pt x="34480" y="196557"/>
                  </a:moveTo>
                  <a:lnTo>
                    <a:pt x="33947" y="196557"/>
                  </a:lnTo>
                  <a:lnTo>
                    <a:pt x="33947" y="196951"/>
                  </a:lnTo>
                  <a:lnTo>
                    <a:pt x="34213" y="196951"/>
                  </a:lnTo>
                  <a:lnTo>
                    <a:pt x="34480" y="196951"/>
                  </a:lnTo>
                  <a:lnTo>
                    <a:pt x="34480" y="196557"/>
                  </a:lnTo>
                  <a:close/>
                </a:path>
                <a:path w="191135" h="207645">
                  <a:moveTo>
                    <a:pt x="34785" y="58737"/>
                  </a:moveTo>
                  <a:lnTo>
                    <a:pt x="34366" y="57594"/>
                  </a:lnTo>
                  <a:lnTo>
                    <a:pt x="33515" y="57835"/>
                  </a:lnTo>
                  <a:lnTo>
                    <a:pt x="33261" y="57797"/>
                  </a:lnTo>
                  <a:lnTo>
                    <a:pt x="33020" y="57759"/>
                  </a:lnTo>
                  <a:lnTo>
                    <a:pt x="32766" y="57721"/>
                  </a:lnTo>
                  <a:lnTo>
                    <a:pt x="31496" y="56946"/>
                  </a:lnTo>
                  <a:lnTo>
                    <a:pt x="30556" y="59232"/>
                  </a:lnTo>
                  <a:lnTo>
                    <a:pt x="31991" y="59550"/>
                  </a:lnTo>
                  <a:lnTo>
                    <a:pt x="32816" y="59728"/>
                  </a:lnTo>
                  <a:lnTo>
                    <a:pt x="33375" y="59677"/>
                  </a:lnTo>
                  <a:lnTo>
                    <a:pt x="34785" y="58737"/>
                  </a:lnTo>
                  <a:close/>
                </a:path>
                <a:path w="191135" h="207645">
                  <a:moveTo>
                    <a:pt x="36804" y="198970"/>
                  </a:moveTo>
                  <a:lnTo>
                    <a:pt x="35204" y="198285"/>
                  </a:lnTo>
                  <a:lnTo>
                    <a:pt x="35001" y="198208"/>
                  </a:lnTo>
                  <a:lnTo>
                    <a:pt x="34798" y="198107"/>
                  </a:lnTo>
                  <a:lnTo>
                    <a:pt x="34594" y="198031"/>
                  </a:lnTo>
                  <a:lnTo>
                    <a:pt x="33883" y="197713"/>
                  </a:lnTo>
                  <a:lnTo>
                    <a:pt x="33248" y="198335"/>
                  </a:lnTo>
                  <a:lnTo>
                    <a:pt x="33553" y="199059"/>
                  </a:lnTo>
                  <a:lnTo>
                    <a:pt x="33743" y="199453"/>
                  </a:lnTo>
                  <a:lnTo>
                    <a:pt x="34518" y="201206"/>
                  </a:lnTo>
                  <a:lnTo>
                    <a:pt x="36804" y="198970"/>
                  </a:lnTo>
                  <a:close/>
                </a:path>
                <a:path w="191135" h="207645">
                  <a:moveTo>
                    <a:pt x="37147" y="40919"/>
                  </a:moveTo>
                  <a:lnTo>
                    <a:pt x="36080" y="40119"/>
                  </a:lnTo>
                  <a:lnTo>
                    <a:pt x="35725" y="39865"/>
                  </a:lnTo>
                  <a:lnTo>
                    <a:pt x="35369" y="39585"/>
                  </a:lnTo>
                  <a:lnTo>
                    <a:pt x="34518" y="38963"/>
                  </a:lnTo>
                  <a:lnTo>
                    <a:pt x="33782" y="39700"/>
                  </a:lnTo>
                  <a:lnTo>
                    <a:pt x="34163" y="40170"/>
                  </a:lnTo>
                  <a:lnTo>
                    <a:pt x="34417" y="40525"/>
                  </a:lnTo>
                  <a:lnTo>
                    <a:pt x="34963" y="41236"/>
                  </a:lnTo>
                  <a:lnTo>
                    <a:pt x="35763" y="42278"/>
                  </a:lnTo>
                  <a:lnTo>
                    <a:pt x="37147" y="40919"/>
                  </a:lnTo>
                  <a:close/>
                </a:path>
                <a:path w="191135" h="207645">
                  <a:moveTo>
                    <a:pt x="39789" y="19519"/>
                  </a:moveTo>
                  <a:lnTo>
                    <a:pt x="39319" y="19519"/>
                  </a:lnTo>
                  <a:lnTo>
                    <a:pt x="39319" y="19900"/>
                  </a:lnTo>
                  <a:lnTo>
                    <a:pt x="39547" y="19900"/>
                  </a:lnTo>
                  <a:lnTo>
                    <a:pt x="39789" y="19900"/>
                  </a:lnTo>
                  <a:lnTo>
                    <a:pt x="39789" y="19519"/>
                  </a:lnTo>
                  <a:close/>
                </a:path>
                <a:path w="191135" h="207645">
                  <a:moveTo>
                    <a:pt x="41287" y="108051"/>
                  </a:moveTo>
                  <a:lnTo>
                    <a:pt x="39014" y="105778"/>
                  </a:lnTo>
                  <a:lnTo>
                    <a:pt x="38087" y="107429"/>
                  </a:lnTo>
                  <a:lnTo>
                    <a:pt x="37871" y="107810"/>
                  </a:lnTo>
                  <a:lnTo>
                    <a:pt x="37757" y="108000"/>
                  </a:lnTo>
                  <a:lnTo>
                    <a:pt x="37299" y="108813"/>
                  </a:lnTo>
                  <a:lnTo>
                    <a:pt x="38227" y="109740"/>
                  </a:lnTo>
                  <a:lnTo>
                    <a:pt x="41287" y="108051"/>
                  </a:lnTo>
                  <a:close/>
                </a:path>
                <a:path w="191135" h="207645">
                  <a:moveTo>
                    <a:pt x="41440" y="139420"/>
                  </a:moveTo>
                  <a:lnTo>
                    <a:pt x="38747" y="138620"/>
                  </a:lnTo>
                  <a:lnTo>
                    <a:pt x="38277" y="140271"/>
                  </a:lnTo>
                  <a:lnTo>
                    <a:pt x="38061" y="141008"/>
                  </a:lnTo>
                  <a:lnTo>
                    <a:pt x="38023" y="141300"/>
                  </a:lnTo>
                  <a:lnTo>
                    <a:pt x="37947" y="143179"/>
                  </a:lnTo>
                  <a:lnTo>
                    <a:pt x="39420" y="143395"/>
                  </a:lnTo>
                  <a:lnTo>
                    <a:pt x="40436" y="141960"/>
                  </a:lnTo>
                  <a:lnTo>
                    <a:pt x="41440" y="139420"/>
                  </a:lnTo>
                  <a:close/>
                </a:path>
                <a:path w="191135" h="207645">
                  <a:moveTo>
                    <a:pt x="45250" y="91503"/>
                  </a:moveTo>
                  <a:lnTo>
                    <a:pt x="45199" y="90957"/>
                  </a:lnTo>
                  <a:lnTo>
                    <a:pt x="43395" y="87464"/>
                  </a:lnTo>
                  <a:lnTo>
                    <a:pt x="39116" y="90500"/>
                  </a:lnTo>
                  <a:lnTo>
                    <a:pt x="40703" y="92036"/>
                  </a:lnTo>
                  <a:lnTo>
                    <a:pt x="41414" y="92938"/>
                  </a:lnTo>
                  <a:lnTo>
                    <a:pt x="41884" y="93484"/>
                  </a:lnTo>
                  <a:lnTo>
                    <a:pt x="42189" y="93675"/>
                  </a:lnTo>
                  <a:lnTo>
                    <a:pt x="43573" y="94056"/>
                  </a:lnTo>
                  <a:lnTo>
                    <a:pt x="44932" y="93472"/>
                  </a:lnTo>
                  <a:lnTo>
                    <a:pt x="45250" y="91503"/>
                  </a:lnTo>
                  <a:close/>
                </a:path>
                <a:path w="191135" h="207645">
                  <a:moveTo>
                    <a:pt x="45288" y="121881"/>
                  </a:moveTo>
                  <a:lnTo>
                    <a:pt x="40309" y="122897"/>
                  </a:lnTo>
                  <a:lnTo>
                    <a:pt x="41465" y="125234"/>
                  </a:lnTo>
                  <a:lnTo>
                    <a:pt x="41325" y="126644"/>
                  </a:lnTo>
                  <a:lnTo>
                    <a:pt x="43078" y="127444"/>
                  </a:lnTo>
                  <a:lnTo>
                    <a:pt x="44907" y="126339"/>
                  </a:lnTo>
                  <a:lnTo>
                    <a:pt x="45288" y="125768"/>
                  </a:lnTo>
                  <a:lnTo>
                    <a:pt x="45288" y="121881"/>
                  </a:lnTo>
                  <a:close/>
                </a:path>
                <a:path w="191135" h="207645">
                  <a:moveTo>
                    <a:pt x="45377" y="50482"/>
                  </a:moveTo>
                  <a:lnTo>
                    <a:pt x="44894" y="50520"/>
                  </a:lnTo>
                  <a:lnTo>
                    <a:pt x="42710" y="50723"/>
                  </a:lnTo>
                  <a:lnTo>
                    <a:pt x="42710" y="51066"/>
                  </a:lnTo>
                  <a:lnTo>
                    <a:pt x="42951" y="51079"/>
                  </a:lnTo>
                  <a:lnTo>
                    <a:pt x="44894" y="51269"/>
                  </a:lnTo>
                  <a:lnTo>
                    <a:pt x="45377" y="51320"/>
                  </a:lnTo>
                  <a:lnTo>
                    <a:pt x="45377" y="50482"/>
                  </a:lnTo>
                  <a:close/>
                </a:path>
                <a:path w="191135" h="207645">
                  <a:moveTo>
                    <a:pt x="45910" y="48107"/>
                  </a:moveTo>
                  <a:lnTo>
                    <a:pt x="45504" y="46837"/>
                  </a:lnTo>
                  <a:lnTo>
                    <a:pt x="43307" y="46837"/>
                  </a:lnTo>
                  <a:lnTo>
                    <a:pt x="42913" y="48107"/>
                  </a:lnTo>
                  <a:lnTo>
                    <a:pt x="43561" y="48856"/>
                  </a:lnTo>
                  <a:lnTo>
                    <a:pt x="43713" y="49034"/>
                  </a:lnTo>
                  <a:lnTo>
                    <a:pt x="44069" y="49453"/>
                  </a:lnTo>
                  <a:lnTo>
                    <a:pt x="44742" y="49453"/>
                  </a:lnTo>
                  <a:lnTo>
                    <a:pt x="45110" y="49034"/>
                  </a:lnTo>
                  <a:lnTo>
                    <a:pt x="45910" y="48107"/>
                  </a:lnTo>
                  <a:close/>
                </a:path>
                <a:path w="191135" h="207645">
                  <a:moveTo>
                    <a:pt x="47739" y="27813"/>
                  </a:moveTo>
                  <a:lnTo>
                    <a:pt x="40106" y="27813"/>
                  </a:lnTo>
                  <a:lnTo>
                    <a:pt x="40106" y="33680"/>
                  </a:lnTo>
                  <a:lnTo>
                    <a:pt x="43929" y="33680"/>
                  </a:lnTo>
                  <a:lnTo>
                    <a:pt x="47739" y="33680"/>
                  </a:lnTo>
                  <a:lnTo>
                    <a:pt x="47739" y="27813"/>
                  </a:lnTo>
                  <a:close/>
                </a:path>
                <a:path w="191135" h="207645">
                  <a:moveTo>
                    <a:pt x="50177" y="65722"/>
                  </a:moveTo>
                  <a:lnTo>
                    <a:pt x="42532" y="65722"/>
                  </a:lnTo>
                  <a:lnTo>
                    <a:pt x="42532" y="71577"/>
                  </a:lnTo>
                  <a:lnTo>
                    <a:pt x="46355" y="71577"/>
                  </a:lnTo>
                  <a:lnTo>
                    <a:pt x="50177" y="71577"/>
                  </a:lnTo>
                  <a:lnTo>
                    <a:pt x="50177" y="65722"/>
                  </a:lnTo>
                  <a:close/>
                </a:path>
                <a:path w="191135" h="207645">
                  <a:moveTo>
                    <a:pt x="55511" y="187909"/>
                  </a:moveTo>
                  <a:lnTo>
                    <a:pt x="54279" y="185648"/>
                  </a:lnTo>
                  <a:lnTo>
                    <a:pt x="51041" y="185648"/>
                  </a:lnTo>
                  <a:lnTo>
                    <a:pt x="49822" y="187921"/>
                  </a:lnTo>
                  <a:lnTo>
                    <a:pt x="51231" y="189052"/>
                  </a:lnTo>
                  <a:lnTo>
                    <a:pt x="52247" y="189865"/>
                  </a:lnTo>
                  <a:lnTo>
                    <a:pt x="53073" y="189865"/>
                  </a:lnTo>
                  <a:lnTo>
                    <a:pt x="55511" y="187909"/>
                  </a:lnTo>
                  <a:close/>
                </a:path>
                <a:path w="191135" h="207645">
                  <a:moveTo>
                    <a:pt x="57289" y="165366"/>
                  </a:moveTo>
                  <a:lnTo>
                    <a:pt x="56769" y="165366"/>
                  </a:lnTo>
                  <a:lnTo>
                    <a:pt x="56769" y="165760"/>
                  </a:lnTo>
                  <a:lnTo>
                    <a:pt x="57035" y="165760"/>
                  </a:lnTo>
                  <a:lnTo>
                    <a:pt x="57289" y="165760"/>
                  </a:lnTo>
                  <a:lnTo>
                    <a:pt x="57289" y="165366"/>
                  </a:lnTo>
                  <a:close/>
                </a:path>
                <a:path w="191135" h="207645">
                  <a:moveTo>
                    <a:pt x="60096" y="95986"/>
                  </a:moveTo>
                  <a:lnTo>
                    <a:pt x="57899" y="91706"/>
                  </a:lnTo>
                  <a:lnTo>
                    <a:pt x="49796" y="94792"/>
                  </a:lnTo>
                  <a:lnTo>
                    <a:pt x="54203" y="101523"/>
                  </a:lnTo>
                  <a:lnTo>
                    <a:pt x="57823" y="98120"/>
                  </a:lnTo>
                  <a:lnTo>
                    <a:pt x="60096" y="95986"/>
                  </a:lnTo>
                  <a:close/>
                </a:path>
                <a:path w="191135" h="207645">
                  <a:moveTo>
                    <a:pt x="60921" y="56807"/>
                  </a:moveTo>
                  <a:lnTo>
                    <a:pt x="58724" y="55511"/>
                  </a:lnTo>
                  <a:lnTo>
                    <a:pt x="57480" y="56476"/>
                  </a:lnTo>
                  <a:lnTo>
                    <a:pt x="56667" y="56667"/>
                  </a:lnTo>
                  <a:lnTo>
                    <a:pt x="55587" y="57048"/>
                  </a:lnTo>
                  <a:lnTo>
                    <a:pt x="55321" y="58204"/>
                  </a:lnTo>
                  <a:lnTo>
                    <a:pt x="57213" y="60477"/>
                  </a:lnTo>
                  <a:lnTo>
                    <a:pt x="59029" y="59753"/>
                  </a:lnTo>
                  <a:lnTo>
                    <a:pt x="60921" y="56807"/>
                  </a:lnTo>
                  <a:close/>
                </a:path>
                <a:path w="191135" h="207645">
                  <a:moveTo>
                    <a:pt x="62445" y="41579"/>
                  </a:moveTo>
                  <a:lnTo>
                    <a:pt x="60515" y="39090"/>
                  </a:lnTo>
                  <a:lnTo>
                    <a:pt x="59715" y="38481"/>
                  </a:lnTo>
                  <a:lnTo>
                    <a:pt x="57175" y="37465"/>
                  </a:lnTo>
                  <a:lnTo>
                    <a:pt x="55981" y="39128"/>
                  </a:lnTo>
                  <a:lnTo>
                    <a:pt x="56222" y="39497"/>
                  </a:lnTo>
                  <a:lnTo>
                    <a:pt x="55562" y="40665"/>
                  </a:lnTo>
                  <a:lnTo>
                    <a:pt x="57213" y="42875"/>
                  </a:lnTo>
                  <a:lnTo>
                    <a:pt x="58039" y="43497"/>
                  </a:lnTo>
                  <a:lnTo>
                    <a:pt x="60985" y="43421"/>
                  </a:lnTo>
                  <a:lnTo>
                    <a:pt x="62445" y="41579"/>
                  </a:lnTo>
                  <a:close/>
                </a:path>
                <a:path w="191135" h="207645">
                  <a:moveTo>
                    <a:pt x="63195" y="157429"/>
                  </a:moveTo>
                  <a:lnTo>
                    <a:pt x="57772" y="149796"/>
                  </a:lnTo>
                  <a:lnTo>
                    <a:pt x="51727" y="155714"/>
                  </a:lnTo>
                  <a:lnTo>
                    <a:pt x="56286" y="158877"/>
                  </a:lnTo>
                  <a:lnTo>
                    <a:pt x="59474" y="161099"/>
                  </a:lnTo>
                  <a:lnTo>
                    <a:pt x="63195" y="157429"/>
                  </a:lnTo>
                  <a:close/>
                </a:path>
                <a:path w="191135" h="207645">
                  <a:moveTo>
                    <a:pt x="67411" y="129095"/>
                  </a:moveTo>
                  <a:lnTo>
                    <a:pt x="63525" y="128130"/>
                  </a:lnTo>
                  <a:lnTo>
                    <a:pt x="62509" y="127876"/>
                  </a:lnTo>
                  <a:lnTo>
                    <a:pt x="61760" y="127901"/>
                  </a:lnTo>
                  <a:lnTo>
                    <a:pt x="59982" y="128841"/>
                  </a:lnTo>
                  <a:lnTo>
                    <a:pt x="59791" y="129768"/>
                  </a:lnTo>
                  <a:lnTo>
                    <a:pt x="60032" y="131419"/>
                  </a:lnTo>
                  <a:lnTo>
                    <a:pt x="60401" y="131914"/>
                  </a:lnTo>
                  <a:lnTo>
                    <a:pt x="64452" y="135255"/>
                  </a:lnTo>
                  <a:lnTo>
                    <a:pt x="67411" y="129095"/>
                  </a:lnTo>
                  <a:close/>
                </a:path>
                <a:path w="191135" h="207645">
                  <a:moveTo>
                    <a:pt x="70573" y="200647"/>
                  </a:moveTo>
                  <a:lnTo>
                    <a:pt x="61950" y="200647"/>
                  </a:lnTo>
                  <a:lnTo>
                    <a:pt x="61950" y="207251"/>
                  </a:lnTo>
                  <a:lnTo>
                    <a:pt x="66255" y="207251"/>
                  </a:lnTo>
                  <a:lnTo>
                    <a:pt x="70561" y="207251"/>
                  </a:lnTo>
                  <a:lnTo>
                    <a:pt x="70573" y="200647"/>
                  </a:lnTo>
                  <a:close/>
                </a:path>
                <a:path w="191135" h="207645">
                  <a:moveTo>
                    <a:pt x="71615" y="166674"/>
                  </a:moveTo>
                  <a:lnTo>
                    <a:pt x="70815" y="164769"/>
                  </a:lnTo>
                  <a:lnTo>
                    <a:pt x="70688" y="164490"/>
                  </a:lnTo>
                  <a:lnTo>
                    <a:pt x="70637" y="164338"/>
                  </a:lnTo>
                  <a:lnTo>
                    <a:pt x="70231" y="163398"/>
                  </a:lnTo>
                  <a:lnTo>
                    <a:pt x="69088" y="163398"/>
                  </a:lnTo>
                  <a:lnTo>
                    <a:pt x="68630" y="164490"/>
                  </a:lnTo>
                  <a:lnTo>
                    <a:pt x="68503" y="164769"/>
                  </a:lnTo>
                  <a:lnTo>
                    <a:pt x="67691" y="166662"/>
                  </a:lnTo>
                  <a:lnTo>
                    <a:pt x="71615" y="166674"/>
                  </a:lnTo>
                  <a:close/>
                </a:path>
                <a:path w="191135" h="207645">
                  <a:moveTo>
                    <a:pt x="75260" y="173520"/>
                  </a:moveTo>
                  <a:lnTo>
                    <a:pt x="75006" y="173520"/>
                  </a:lnTo>
                  <a:lnTo>
                    <a:pt x="73761" y="173520"/>
                  </a:lnTo>
                  <a:lnTo>
                    <a:pt x="73761" y="173926"/>
                  </a:lnTo>
                  <a:lnTo>
                    <a:pt x="75260" y="173926"/>
                  </a:lnTo>
                  <a:lnTo>
                    <a:pt x="75260" y="173520"/>
                  </a:lnTo>
                  <a:close/>
                </a:path>
                <a:path w="191135" h="207645">
                  <a:moveTo>
                    <a:pt x="76657" y="54521"/>
                  </a:moveTo>
                  <a:lnTo>
                    <a:pt x="74256" y="52133"/>
                  </a:lnTo>
                  <a:lnTo>
                    <a:pt x="71932" y="52971"/>
                  </a:lnTo>
                  <a:lnTo>
                    <a:pt x="72009" y="54737"/>
                  </a:lnTo>
                  <a:lnTo>
                    <a:pt x="72021" y="54889"/>
                  </a:lnTo>
                  <a:lnTo>
                    <a:pt x="72021" y="55067"/>
                  </a:lnTo>
                  <a:lnTo>
                    <a:pt x="72059" y="56045"/>
                  </a:lnTo>
                  <a:lnTo>
                    <a:pt x="72694" y="56680"/>
                  </a:lnTo>
                  <a:lnTo>
                    <a:pt x="73545" y="56718"/>
                  </a:lnTo>
                  <a:lnTo>
                    <a:pt x="73710" y="56718"/>
                  </a:lnTo>
                  <a:lnTo>
                    <a:pt x="74028" y="56730"/>
                  </a:lnTo>
                  <a:lnTo>
                    <a:pt x="75806" y="56794"/>
                  </a:lnTo>
                  <a:lnTo>
                    <a:pt x="76657" y="54521"/>
                  </a:lnTo>
                  <a:close/>
                </a:path>
                <a:path w="191135" h="207645">
                  <a:moveTo>
                    <a:pt x="78828" y="116954"/>
                  </a:moveTo>
                  <a:lnTo>
                    <a:pt x="72148" y="116954"/>
                  </a:lnTo>
                  <a:lnTo>
                    <a:pt x="72148" y="122059"/>
                  </a:lnTo>
                  <a:lnTo>
                    <a:pt x="75488" y="122059"/>
                  </a:lnTo>
                  <a:lnTo>
                    <a:pt x="78816" y="122059"/>
                  </a:lnTo>
                  <a:lnTo>
                    <a:pt x="78828" y="116954"/>
                  </a:lnTo>
                  <a:close/>
                </a:path>
                <a:path w="191135" h="207645">
                  <a:moveTo>
                    <a:pt x="84328" y="87604"/>
                  </a:moveTo>
                  <a:lnTo>
                    <a:pt x="82969" y="85255"/>
                  </a:lnTo>
                  <a:lnTo>
                    <a:pt x="80835" y="85356"/>
                  </a:lnTo>
                  <a:lnTo>
                    <a:pt x="79857" y="85407"/>
                  </a:lnTo>
                  <a:lnTo>
                    <a:pt x="79171" y="85559"/>
                  </a:lnTo>
                  <a:lnTo>
                    <a:pt x="77216" y="86487"/>
                  </a:lnTo>
                  <a:lnTo>
                    <a:pt x="77050" y="87922"/>
                  </a:lnTo>
                  <a:lnTo>
                    <a:pt x="77863" y="89522"/>
                  </a:lnTo>
                  <a:lnTo>
                    <a:pt x="78181" y="89890"/>
                  </a:lnTo>
                  <a:lnTo>
                    <a:pt x="80314" y="91681"/>
                  </a:lnTo>
                  <a:lnTo>
                    <a:pt x="82702" y="91414"/>
                  </a:lnTo>
                  <a:lnTo>
                    <a:pt x="84328" y="87604"/>
                  </a:lnTo>
                  <a:close/>
                </a:path>
                <a:path w="191135" h="207645">
                  <a:moveTo>
                    <a:pt x="90538" y="80378"/>
                  </a:moveTo>
                  <a:lnTo>
                    <a:pt x="88595" y="80378"/>
                  </a:lnTo>
                  <a:lnTo>
                    <a:pt x="88595" y="81876"/>
                  </a:lnTo>
                  <a:lnTo>
                    <a:pt x="89560" y="81876"/>
                  </a:lnTo>
                  <a:lnTo>
                    <a:pt x="90538" y="81876"/>
                  </a:lnTo>
                  <a:lnTo>
                    <a:pt x="90538" y="80378"/>
                  </a:lnTo>
                  <a:close/>
                </a:path>
                <a:path w="191135" h="207645">
                  <a:moveTo>
                    <a:pt x="94843" y="63855"/>
                  </a:moveTo>
                  <a:lnTo>
                    <a:pt x="91097" y="63855"/>
                  </a:lnTo>
                  <a:lnTo>
                    <a:pt x="91084" y="66725"/>
                  </a:lnTo>
                  <a:lnTo>
                    <a:pt x="92964" y="66725"/>
                  </a:lnTo>
                  <a:lnTo>
                    <a:pt x="94830" y="66725"/>
                  </a:lnTo>
                  <a:lnTo>
                    <a:pt x="94843" y="63855"/>
                  </a:lnTo>
                  <a:close/>
                </a:path>
                <a:path w="191135" h="207645">
                  <a:moveTo>
                    <a:pt x="97434" y="180733"/>
                  </a:moveTo>
                  <a:lnTo>
                    <a:pt x="89471" y="180733"/>
                  </a:lnTo>
                  <a:lnTo>
                    <a:pt x="89458" y="186855"/>
                  </a:lnTo>
                  <a:lnTo>
                    <a:pt x="93446" y="186855"/>
                  </a:lnTo>
                  <a:lnTo>
                    <a:pt x="97434" y="186855"/>
                  </a:lnTo>
                  <a:lnTo>
                    <a:pt x="97434" y="180733"/>
                  </a:lnTo>
                  <a:close/>
                </a:path>
                <a:path w="191135" h="207645">
                  <a:moveTo>
                    <a:pt x="112331" y="18491"/>
                  </a:moveTo>
                  <a:lnTo>
                    <a:pt x="112280" y="17526"/>
                  </a:lnTo>
                  <a:lnTo>
                    <a:pt x="109982" y="13512"/>
                  </a:lnTo>
                  <a:lnTo>
                    <a:pt x="105511" y="16090"/>
                  </a:lnTo>
                  <a:lnTo>
                    <a:pt x="107048" y="18808"/>
                  </a:lnTo>
                  <a:lnTo>
                    <a:pt x="107035" y="19100"/>
                  </a:lnTo>
                  <a:lnTo>
                    <a:pt x="107124" y="19443"/>
                  </a:lnTo>
                  <a:lnTo>
                    <a:pt x="107188" y="19875"/>
                  </a:lnTo>
                  <a:lnTo>
                    <a:pt x="107327" y="20256"/>
                  </a:lnTo>
                  <a:lnTo>
                    <a:pt x="107962" y="21221"/>
                  </a:lnTo>
                  <a:lnTo>
                    <a:pt x="108661" y="21717"/>
                  </a:lnTo>
                  <a:lnTo>
                    <a:pt x="110667" y="21602"/>
                  </a:lnTo>
                  <a:lnTo>
                    <a:pt x="112001" y="20916"/>
                  </a:lnTo>
                  <a:lnTo>
                    <a:pt x="112331" y="18491"/>
                  </a:lnTo>
                  <a:close/>
                </a:path>
                <a:path w="191135" h="207645">
                  <a:moveTo>
                    <a:pt x="117360" y="170459"/>
                  </a:moveTo>
                  <a:lnTo>
                    <a:pt x="107403" y="170434"/>
                  </a:lnTo>
                  <a:lnTo>
                    <a:pt x="110528" y="178790"/>
                  </a:lnTo>
                  <a:lnTo>
                    <a:pt x="114249" y="178790"/>
                  </a:lnTo>
                  <a:lnTo>
                    <a:pt x="115303" y="175958"/>
                  </a:lnTo>
                  <a:lnTo>
                    <a:pt x="117360" y="170459"/>
                  </a:lnTo>
                  <a:close/>
                </a:path>
                <a:path w="191135" h="207645">
                  <a:moveTo>
                    <a:pt x="119761" y="105727"/>
                  </a:moveTo>
                  <a:lnTo>
                    <a:pt x="118808" y="105676"/>
                  </a:lnTo>
                  <a:lnTo>
                    <a:pt x="119761" y="105727"/>
                  </a:lnTo>
                  <a:close/>
                </a:path>
                <a:path w="191135" h="207645">
                  <a:moveTo>
                    <a:pt x="121564" y="103047"/>
                  </a:moveTo>
                  <a:lnTo>
                    <a:pt x="121221" y="101854"/>
                  </a:lnTo>
                  <a:lnTo>
                    <a:pt x="118630" y="101854"/>
                  </a:lnTo>
                  <a:lnTo>
                    <a:pt x="117208" y="101854"/>
                  </a:lnTo>
                  <a:lnTo>
                    <a:pt x="117335" y="101536"/>
                  </a:lnTo>
                  <a:lnTo>
                    <a:pt x="118224" y="101536"/>
                  </a:lnTo>
                  <a:lnTo>
                    <a:pt x="118630" y="101854"/>
                  </a:lnTo>
                  <a:lnTo>
                    <a:pt x="118237" y="101536"/>
                  </a:lnTo>
                  <a:lnTo>
                    <a:pt x="121119" y="101536"/>
                  </a:lnTo>
                  <a:lnTo>
                    <a:pt x="120815" y="100495"/>
                  </a:lnTo>
                  <a:lnTo>
                    <a:pt x="120396" y="99072"/>
                  </a:lnTo>
                  <a:lnTo>
                    <a:pt x="116611" y="98882"/>
                  </a:lnTo>
                  <a:lnTo>
                    <a:pt x="112826" y="104216"/>
                  </a:lnTo>
                  <a:lnTo>
                    <a:pt x="117944" y="107251"/>
                  </a:lnTo>
                  <a:lnTo>
                    <a:pt x="118706" y="105841"/>
                  </a:lnTo>
                  <a:lnTo>
                    <a:pt x="116801" y="105841"/>
                  </a:lnTo>
                  <a:lnTo>
                    <a:pt x="118529" y="105651"/>
                  </a:lnTo>
                  <a:lnTo>
                    <a:pt x="118808" y="105676"/>
                  </a:lnTo>
                  <a:lnTo>
                    <a:pt x="119507" y="105549"/>
                  </a:lnTo>
                  <a:lnTo>
                    <a:pt x="120015" y="105283"/>
                  </a:lnTo>
                  <a:lnTo>
                    <a:pt x="121323" y="104101"/>
                  </a:lnTo>
                  <a:lnTo>
                    <a:pt x="121564" y="103047"/>
                  </a:lnTo>
                  <a:close/>
                </a:path>
                <a:path w="191135" h="207645">
                  <a:moveTo>
                    <a:pt x="125336" y="71907"/>
                  </a:moveTo>
                  <a:lnTo>
                    <a:pt x="124714" y="70866"/>
                  </a:lnTo>
                  <a:lnTo>
                    <a:pt x="123151" y="69786"/>
                  </a:lnTo>
                  <a:lnTo>
                    <a:pt x="122466" y="69811"/>
                  </a:lnTo>
                  <a:lnTo>
                    <a:pt x="121272" y="70027"/>
                  </a:lnTo>
                  <a:lnTo>
                    <a:pt x="121005" y="69964"/>
                  </a:lnTo>
                  <a:lnTo>
                    <a:pt x="121005" y="70688"/>
                  </a:lnTo>
                  <a:lnTo>
                    <a:pt x="120688" y="71424"/>
                  </a:lnTo>
                  <a:lnTo>
                    <a:pt x="120992" y="70688"/>
                  </a:lnTo>
                  <a:lnTo>
                    <a:pt x="121005" y="69964"/>
                  </a:lnTo>
                  <a:lnTo>
                    <a:pt x="120472" y="69811"/>
                  </a:lnTo>
                  <a:lnTo>
                    <a:pt x="120472" y="71945"/>
                  </a:lnTo>
                  <a:lnTo>
                    <a:pt x="120408" y="72326"/>
                  </a:lnTo>
                  <a:lnTo>
                    <a:pt x="120294" y="72047"/>
                  </a:lnTo>
                  <a:lnTo>
                    <a:pt x="120357" y="69773"/>
                  </a:lnTo>
                  <a:lnTo>
                    <a:pt x="118630" y="72580"/>
                  </a:lnTo>
                  <a:lnTo>
                    <a:pt x="120967" y="74739"/>
                  </a:lnTo>
                  <a:lnTo>
                    <a:pt x="121615" y="75031"/>
                  </a:lnTo>
                  <a:lnTo>
                    <a:pt x="123659" y="74968"/>
                  </a:lnTo>
                  <a:lnTo>
                    <a:pt x="124498" y="74282"/>
                  </a:lnTo>
                  <a:lnTo>
                    <a:pt x="124739" y="73609"/>
                  </a:lnTo>
                  <a:lnTo>
                    <a:pt x="125336" y="71907"/>
                  </a:lnTo>
                  <a:close/>
                </a:path>
                <a:path w="191135" h="207645">
                  <a:moveTo>
                    <a:pt x="132473" y="154266"/>
                  </a:moveTo>
                  <a:lnTo>
                    <a:pt x="132029" y="153581"/>
                  </a:lnTo>
                  <a:lnTo>
                    <a:pt x="130251" y="150342"/>
                  </a:lnTo>
                  <a:lnTo>
                    <a:pt x="126733" y="152704"/>
                  </a:lnTo>
                  <a:lnTo>
                    <a:pt x="128498" y="154863"/>
                  </a:lnTo>
                  <a:lnTo>
                    <a:pt x="128143" y="155003"/>
                  </a:lnTo>
                  <a:lnTo>
                    <a:pt x="127850" y="155130"/>
                  </a:lnTo>
                  <a:lnTo>
                    <a:pt x="127698" y="155181"/>
                  </a:lnTo>
                  <a:lnTo>
                    <a:pt x="126936" y="155511"/>
                  </a:lnTo>
                  <a:lnTo>
                    <a:pt x="126923" y="156425"/>
                  </a:lnTo>
                  <a:lnTo>
                    <a:pt x="127698" y="156756"/>
                  </a:lnTo>
                  <a:lnTo>
                    <a:pt x="127850" y="156806"/>
                  </a:lnTo>
                  <a:lnTo>
                    <a:pt x="129755" y="157607"/>
                  </a:lnTo>
                  <a:lnTo>
                    <a:pt x="129755" y="156235"/>
                  </a:lnTo>
                  <a:lnTo>
                    <a:pt x="131432" y="156375"/>
                  </a:lnTo>
                  <a:lnTo>
                    <a:pt x="131940" y="155879"/>
                  </a:lnTo>
                  <a:lnTo>
                    <a:pt x="132473" y="154266"/>
                  </a:lnTo>
                  <a:close/>
                </a:path>
                <a:path w="191135" h="207645">
                  <a:moveTo>
                    <a:pt x="134264" y="5524"/>
                  </a:moveTo>
                  <a:lnTo>
                    <a:pt x="134226" y="3276"/>
                  </a:lnTo>
                  <a:lnTo>
                    <a:pt x="134073" y="2806"/>
                  </a:lnTo>
                  <a:lnTo>
                    <a:pt x="132651" y="0"/>
                  </a:lnTo>
                  <a:lnTo>
                    <a:pt x="129603" y="1765"/>
                  </a:lnTo>
                  <a:lnTo>
                    <a:pt x="130619" y="3771"/>
                  </a:lnTo>
                  <a:lnTo>
                    <a:pt x="130987" y="4495"/>
                  </a:lnTo>
                  <a:lnTo>
                    <a:pt x="131127" y="4686"/>
                  </a:lnTo>
                  <a:lnTo>
                    <a:pt x="132702" y="5892"/>
                  </a:lnTo>
                  <a:lnTo>
                    <a:pt x="134264" y="5524"/>
                  </a:lnTo>
                  <a:close/>
                </a:path>
                <a:path w="191135" h="207645">
                  <a:moveTo>
                    <a:pt x="139357" y="37909"/>
                  </a:moveTo>
                  <a:lnTo>
                    <a:pt x="139344" y="37477"/>
                  </a:lnTo>
                  <a:lnTo>
                    <a:pt x="139319" y="36207"/>
                  </a:lnTo>
                  <a:lnTo>
                    <a:pt x="138785" y="35560"/>
                  </a:lnTo>
                  <a:lnTo>
                    <a:pt x="135445" y="34442"/>
                  </a:lnTo>
                  <a:lnTo>
                    <a:pt x="134556" y="38481"/>
                  </a:lnTo>
                  <a:lnTo>
                    <a:pt x="135953" y="38633"/>
                  </a:lnTo>
                  <a:lnTo>
                    <a:pt x="137198" y="39725"/>
                  </a:lnTo>
                  <a:lnTo>
                    <a:pt x="138417" y="38823"/>
                  </a:lnTo>
                  <a:lnTo>
                    <a:pt x="138976" y="38392"/>
                  </a:lnTo>
                  <a:lnTo>
                    <a:pt x="139357" y="37909"/>
                  </a:lnTo>
                  <a:close/>
                </a:path>
                <a:path w="191135" h="207645">
                  <a:moveTo>
                    <a:pt x="148602" y="154698"/>
                  </a:moveTo>
                  <a:lnTo>
                    <a:pt x="147027" y="153047"/>
                  </a:lnTo>
                  <a:lnTo>
                    <a:pt x="145275" y="153441"/>
                  </a:lnTo>
                  <a:lnTo>
                    <a:pt x="143446" y="153847"/>
                  </a:lnTo>
                  <a:lnTo>
                    <a:pt x="143230" y="154978"/>
                  </a:lnTo>
                  <a:lnTo>
                    <a:pt x="144703" y="158330"/>
                  </a:lnTo>
                  <a:lnTo>
                    <a:pt x="147256" y="157848"/>
                  </a:lnTo>
                  <a:lnTo>
                    <a:pt x="148602" y="154698"/>
                  </a:lnTo>
                  <a:close/>
                </a:path>
                <a:path w="191135" h="207645">
                  <a:moveTo>
                    <a:pt x="155244" y="64338"/>
                  </a:moveTo>
                  <a:lnTo>
                    <a:pt x="154343" y="64058"/>
                  </a:lnTo>
                  <a:lnTo>
                    <a:pt x="154152" y="64008"/>
                  </a:lnTo>
                  <a:lnTo>
                    <a:pt x="153746" y="63881"/>
                  </a:lnTo>
                  <a:lnTo>
                    <a:pt x="151930" y="63347"/>
                  </a:lnTo>
                  <a:lnTo>
                    <a:pt x="151917" y="66611"/>
                  </a:lnTo>
                  <a:lnTo>
                    <a:pt x="153746" y="66052"/>
                  </a:lnTo>
                  <a:lnTo>
                    <a:pt x="153949" y="65989"/>
                  </a:lnTo>
                  <a:lnTo>
                    <a:pt x="154152" y="65938"/>
                  </a:lnTo>
                  <a:lnTo>
                    <a:pt x="155244" y="65608"/>
                  </a:lnTo>
                  <a:lnTo>
                    <a:pt x="155244" y="64338"/>
                  </a:lnTo>
                  <a:close/>
                </a:path>
                <a:path w="191135" h="207645">
                  <a:moveTo>
                    <a:pt x="155651" y="101879"/>
                  </a:moveTo>
                  <a:lnTo>
                    <a:pt x="155130" y="101879"/>
                  </a:lnTo>
                  <a:lnTo>
                    <a:pt x="155130" y="102273"/>
                  </a:lnTo>
                  <a:lnTo>
                    <a:pt x="155397" y="102273"/>
                  </a:lnTo>
                  <a:lnTo>
                    <a:pt x="155651" y="102273"/>
                  </a:lnTo>
                  <a:lnTo>
                    <a:pt x="155651" y="101879"/>
                  </a:lnTo>
                  <a:close/>
                </a:path>
                <a:path w="191135" h="207645">
                  <a:moveTo>
                    <a:pt x="158203" y="27190"/>
                  </a:moveTo>
                  <a:lnTo>
                    <a:pt x="155155" y="23774"/>
                  </a:lnTo>
                  <a:lnTo>
                    <a:pt x="152565" y="26289"/>
                  </a:lnTo>
                  <a:lnTo>
                    <a:pt x="154190" y="27774"/>
                  </a:lnTo>
                  <a:lnTo>
                    <a:pt x="154139" y="27927"/>
                  </a:lnTo>
                  <a:lnTo>
                    <a:pt x="153035" y="28727"/>
                  </a:lnTo>
                  <a:lnTo>
                    <a:pt x="153352" y="30391"/>
                  </a:lnTo>
                  <a:lnTo>
                    <a:pt x="154749" y="30429"/>
                  </a:lnTo>
                  <a:lnTo>
                    <a:pt x="157543" y="30505"/>
                  </a:lnTo>
                  <a:lnTo>
                    <a:pt x="158203" y="27190"/>
                  </a:lnTo>
                  <a:close/>
                </a:path>
                <a:path w="191135" h="207645">
                  <a:moveTo>
                    <a:pt x="174726" y="45186"/>
                  </a:moveTo>
                  <a:lnTo>
                    <a:pt x="172821" y="43307"/>
                  </a:lnTo>
                  <a:lnTo>
                    <a:pt x="172059" y="44665"/>
                  </a:lnTo>
                  <a:lnTo>
                    <a:pt x="171907" y="44919"/>
                  </a:lnTo>
                  <a:lnTo>
                    <a:pt x="171767" y="45186"/>
                  </a:lnTo>
                  <a:lnTo>
                    <a:pt x="171627" y="45427"/>
                  </a:lnTo>
                  <a:lnTo>
                    <a:pt x="171284" y="46037"/>
                  </a:lnTo>
                  <a:lnTo>
                    <a:pt x="171958" y="46710"/>
                  </a:lnTo>
                  <a:lnTo>
                    <a:pt x="172580" y="46380"/>
                  </a:lnTo>
                  <a:lnTo>
                    <a:pt x="172834" y="46228"/>
                  </a:lnTo>
                  <a:lnTo>
                    <a:pt x="173088" y="46088"/>
                  </a:lnTo>
                  <a:lnTo>
                    <a:pt x="174726" y="45186"/>
                  </a:lnTo>
                  <a:close/>
                </a:path>
                <a:path w="191135" h="207645">
                  <a:moveTo>
                    <a:pt x="177304" y="65913"/>
                  </a:moveTo>
                  <a:lnTo>
                    <a:pt x="177063" y="65316"/>
                  </a:lnTo>
                  <a:lnTo>
                    <a:pt x="175920" y="62306"/>
                  </a:lnTo>
                  <a:lnTo>
                    <a:pt x="172516" y="63131"/>
                  </a:lnTo>
                  <a:lnTo>
                    <a:pt x="173189" y="65405"/>
                  </a:lnTo>
                  <a:lnTo>
                    <a:pt x="173710" y="67157"/>
                  </a:lnTo>
                  <a:lnTo>
                    <a:pt x="175552" y="69011"/>
                  </a:lnTo>
                  <a:lnTo>
                    <a:pt x="177012" y="68110"/>
                  </a:lnTo>
                  <a:lnTo>
                    <a:pt x="177304" y="65913"/>
                  </a:lnTo>
                  <a:close/>
                </a:path>
                <a:path w="191135" h="207645">
                  <a:moveTo>
                    <a:pt x="185242" y="196532"/>
                  </a:moveTo>
                  <a:lnTo>
                    <a:pt x="178409" y="196532"/>
                  </a:lnTo>
                  <a:lnTo>
                    <a:pt x="178409" y="201764"/>
                  </a:lnTo>
                  <a:lnTo>
                    <a:pt x="181825" y="201764"/>
                  </a:lnTo>
                  <a:lnTo>
                    <a:pt x="185242" y="201764"/>
                  </a:lnTo>
                  <a:lnTo>
                    <a:pt x="185242" y="196532"/>
                  </a:lnTo>
                  <a:close/>
                </a:path>
                <a:path w="191135" h="207645">
                  <a:moveTo>
                    <a:pt x="191096" y="202069"/>
                  </a:moveTo>
                  <a:lnTo>
                    <a:pt x="190792" y="201803"/>
                  </a:lnTo>
                  <a:lnTo>
                    <a:pt x="190246" y="201371"/>
                  </a:lnTo>
                  <a:lnTo>
                    <a:pt x="190004" y="201168"/>
                  </a:lnTo>
                  <a:lnTo>
                    <a:pt x="189687" y="201472"/>
                  </a:lnTo>
                  <a:lnTo>
                    <a:pt x="190042" y="201904"/>
                  </a:lnTo>
                  <a:lnTo>
                    <a:pt x="190195" y="202069"/>
                  </a:lnTo>
                  <a:lnTo>
                    <a:pt x="190601" y="202565"/>
                  </a:lnTo>
                  <a:lnTo>
                    <a:pt x="191096" y="20206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704860" y="7794427"/>
              <a:ext cx="205104" cy="307340"/>
            </a:xfrm>
            <a:custGeom>
              <a:avLst/>
              <a:gdLst/>
              <a:ahLst/>
              <a:cxnLst/>
              <a:rect l="l" t="t" r="r" b="b"/>
              <a:pathLst>
                <a:path w="205105" h="307340">
                  <a:moveTo>
                    <a:pt x="2743" y="0"/>
                  </a:moveTo>
                  <a:lnTo>
                    <a:pt x="1358" y="203"/>
                  </a:lnTo>
                  <a:lnTo>
                    <a:pt x="12" y="393"/>
                  </a:lnTo>
                  <a:lnTo>
                    <a:pt x="0" y="1625"/>
                  </a:lnTo>
                  <a:lnTo>
                    <a:pt x="2730" y="2019"/>
                  </a:lnTo>
                  <a:lnTo>
                    <a:pt x="2743" y="0"/>
                  </a:lnTo>
                  <a:close/>
                </a:path>
                <a:path w="205105" h="307340">
                  <a:moveTo>
                    <a:pt x="14465" y="4330"/>
                  </a:moveTo>
                  <a:lnTo>
                    <a:pt x="8115" y="4330"/>
                  </a:lnTo>
                  <a:lnTo>
                    <a:pt x="8115" y="9194"/>
                  </a:lnTo>
                  <a:lnTo>
                    <a:pt x="11290" y="9194"/>
                  </a:lnTo>
                  <a:lnTo>
                    <a:pt x="14465" y="9194"/>
                  </a:lnTo>
                  <a:lnTo>
                    <a:pt x="14465" y="4330"/>
                  </a:lnTo>
                  <a:close/>
                </a:path>
                <a:path w="205105" h="307340">
                  <a:moveTo>
                    <a:pt x="40957" y="10998"/>
                  </a:moveTo>
                  <a:lnTo>
                    <a:pt x="40055" y="8839"/>
                  </a:lnTo>
                  <a:lnTo>
                    <a:pt x="35534" y="6223"/>
                  </a:lnTo>
                  <a:lnTo>
                    <a:pt x="32283" y="6235"/>
                  </a:lnTo>
                  <a:lnTo>
                    <a:pt x="27889" y="11912"/>
                  </a:lnTo>
                  <a:lnTo>
                    <a:pt x="32804" y="16713"/>
                  </a:lnTo>
                  <a:lnTo>
                    <a:pt x="38188" y="16611"/>
                  </a:lnTo>
                  <a:lnTo>
                    <a:pt x="40284" y="15405"/>
                  </a:lnTo>
                  <a:lnTo>
                    <a:pt x="40551" y="13627"/>
                  </a:lnTo>
                  <a:lnTo>
                    <a:pt x="40957" y="10998"/>
                  </a:lnTo>
                  <a:close/>
                </a:path>
                <a:path w="205105" h="307340">
                  <a:moveTo>
                    <a:pt x="45224" y="27038"/>
                  </a:moveTo>
                  <a:lnTo>
                    <a:pt x="44691" y="27038"/>
                  </a:lnTo>
                  <a:lnTo>
                    <a:pt x="44691" y="27432"/>
                  </a:lnTo>
                  <a:lnTo>
                    <a:pt x="44958" y="27432"/>
                  </a:lnTo>
                  <a:lnTo>
                    <a:pt x="45224" y="27432"/>
                  </a:lnTo>
                  <a:lnTo>
                    <a:pt x="45224" y="27038"/>
                  </a:lnTo>
                  <a:close/>
                </a:path>
                <a:path w="205105" h="307340">
                  <a:moveTo>
                    <a:pt x="60058" y="27457"/>
                  </a:moveTo>
                  <a:lnTo>
                    <a:pt x="57632" y="25577"/>
                  </a:lnTo>
                  <a:lnTo>
                    <a:pt x="55918" y="24269"/>
                  </a:lnTo>
                  <a:lnTo>
                    <a:pt x="53352" y="22733"/>
                  </a:lnTo>
                  <a:lnTo>
                    <a:pt x="51409" y="24663"/>
                  </a:lnTo>
                  <a:lnTo>
                    <a:pt x="52959" y="27190"/>
                  </a:lnTo>
                  <a:lnTo>
                    <a:pt x="56184" y="31280"/>
                  </a:lnTo>
                  <a:lnTo>
                    <a:pt x="60058" y="27457"/>
                  </a:lnTo>
                  <a:close/>
                </a:path>
                <a:path w="205105" h="307340">
                  <a:moveTo>
                    <a:pt x="66649" y="29044"/>
                  </a:moveTo>
                  <a:lnTo>
                    <a:pt x="64706" y="29044"/>
                  </a:lnTo>
                  <a:lnTo>
                    <a:pt x="64706" y="30543"/>
                  </a:lnTo>
                  <a:lnTo>
                    <a:pt x="65671" y="30543"/>
                  </a:lnTo>
                  <a:lnTo>
                    <a:pt x="66649" y="30543"/>
                  </a:lnTo>
                  <a:lnTo>
                    <a:pt x="66649" y="29044"/>
                  </a:lnTo>
                  <a:close/>
                </a:path>
                <a:path w="205105" h="307340">
                  <a:moveTo>
                    <a:pt x="81470" y="83972"/>
                  </a:moveTo>
                  <a:lnTo>
                    <a:pt x="80949" y="83972"/>
                  </a:lnTo>
                  <a:lnTo>
                    <a:pt x="80949" y="84366"/>
                  </a:lnTo>
                  <a:lnTo>
                    <a:pt x="81216" y="84366"/>
                  </a:lnTo>
                  <a:lnTo>
                    <a:pt x="81470" y="84366"/>
                  </a:lnTo>
                  <a:lnTo>
                    <a:pt x="81470" y="83972"/>
                  </a:lnTo>
                  <a:close/>
                </a:path>
                <a:path w="205105" h="307340">
                  <a:moveTo>
                    <a:pt x="89763" y="97586"/>
                  </a:moveTo>
                  <a:lnTo>
                    <a:pt x="89052" y="95313"/>
                  </a:lnTo>
                  <a:lnTo>
                    <a:pt x="88925" y="94919"/>
                  </a:lnTo>
                  <a:lnTo>
                    <a:pt x="88874" y="94729"/>
                  </a:lnTo>
                  <a:lnTo>
                    <a:pt x="88519" y="93560"/>
                  </a:lnTo>
                  <a:lnTo>
                    <a:pt x="86855" y="93560"/>
                  </a:lnTo>
                  <a:lnTo>
                    <a:pt x="86499" y="94729"/>
                  </a:lnTo>
                  <a:lnTo>
                    <a:pt x="86309" y="95313"/>
                  </a:lnTo>
                  <a:lnTo>
                    <a:pt x="85623" y="97561"/>
                  </a:lnTo>
                  <a:lnTo>
                    <a:pt x="89763" y="97586"/>
                  </a:lnTo>
                  <a:close/>
                </a:path>
                <a:path w="205105" h="307340">
                  <a:moveTo>
                    <a:pt x="90043" y="51485"/>
                  </a:moveTo>
                  <a:lnTo>
                    <a:pt x="88950" y="48298"/>
                  </a:lnTo>
                  <a:lnTo>
                    <a:pt x="88531" y="47091"/>
                  </a:lnTo>
                  <a:lnTo>
                    <a:pt x="88074" y="46520"/>
                  </a:lnTo>
                  <a:lnTo>
                    <a:pt x="86004" y="44907"/>
                  </a:lnTo>
                  <a:lnTo>
                    <a:pt x="84315" y="45085"/>
                  </a:lnTo>
                  <a:lnTo>
                    <a:pt x="83604" y="47726"/>
                  </a:lnTo>
                  <a:lnTo>
                    <a:pt x="83451" y="48526"/>
                  </a:lnTo>
                  <a:lnTo>
                    <a:pt x="84899" y="52882"/>
                  </a:lnTo>
                  <a:lnTo>
                    <a:pt x="90043" y="51485"/>
                  </a:lnTo>
                  <a:close/>
                </a:path>
                <a:path w="205105" h="307340">
                  <a:moveTo>
                    <a:pt x="96621" y="69291"/>
                  </a:moveTo>
                  <a:lnTo>
                    <a:pt x="87833" y="69291"/>
                  </a:lnTo>
                  <a:lnTo>
                    <a:pt x="87820" y="76022"/>
                  </a:lnTo>
                  <a:lnTo>
                    <a:pt x="92214" y="76022"/>
                  </a:lnTo>
                  <a:lnTo>
                    <a:pt x="96608" y="76022"/>
                  </a:lnTo>
                  <a:lnTo>
                    <a:pt x="96621" y="69291"/>
                  </a:lnTo>
                  <a:close/>
                </a:path>
                <a:path w="205105" h="307340">
                  <a:moveTo>
                    <a:pt x="101930" y="203936"/>
                  </a:moveTo>
                  <a:lnTo>
                    <a:pt x="100634" y="203936"/>
                  </a:lnTo>
                  <a:lnTo>
                    <a:pt x="100634" y="204939"/>
                  </a:lnTo>
                  <a:lnTo>
                    <a:pt x="101282" y="204939"/>
                  </a:lnTo>
                  <a:lnTo>
                    <a:pt x="101930" y="204939"/>
                  </a:lnTo>
                  <a:lnTo>
                    <a:pt x="101930" y="203936"/>
                  </a:lnTo>
                  <a:close/>
                </a:path>
                <a:path w="205105" h="307340">
                  <a:moveTo>
                    <a:pt x="106248" y="217957"/>
                  </a:moveTo>
                  <a:lnTo>
                    <a:pt x="102057" y="217081"/>
                  </a:lnTo>
                  <a:lnTo>
                    <a:pt x="101104" y="216890"/>
                  </a:lnTo>
                  <a:lnTo>
                    <a:pt x="100393" y="216801"/>
                  </a:lnTo>
                  <a:lnTo>
                    <a:pt x="98437" y="217424"/>
                  </a:lnTo>
                  <a:lnTo>
                    <a:pt x="97637" y="218541"/>
                  </a:lnTo>
                  <a:lnTo>
                    <a:pt x="98310" y="220510"/>
                  </a:lnTo>
                  <a:lnTo>
                    <a:pt x="98640" y="221056"/>
                  </a:lnTo>
                  <a:lnTo>
                    <a:pt x="103022" y="224878"/>
                  </a:lnTo>
                  <a:lnTo>
                    <a:pt x="106248" y="217957"/>
                  </a:lnTo>
                  <a:close/>
                </a:path>
                <a:path w="205105" h="307340">
                  <a:moveTo>
                    <a:pt x="109613" y="60998"/>
                  </a:moveTo>
                  <a:lnTo>
                    <a:pt x="105905" y="60998"/>
                  </a:lnTo>
                  <a:lnTo>
                    <a:pt x="106857" y="62941"/>
                  </a:lnTo>
                  <a:lnTo>
                    <a:pt x="107022" y="63271"/>
                  </a:lnTo>
                  <a:lnTo>
                    <a:pt x="107099" y="63449"/>
                  </a:lnTo>
                  <a:lnTo>
                    <a:pt x="107340" y="63919"/>
                  </a:lnTo>
                  <a:lnTo>
                    <a:pt x="108165" y="63919"/>
                  </a:lnTo>
                  <a:lnTo>
                    <a:pt x="108661" y="62941"/>
                  </a:lnTo>
                  <a:lnTo>
                    <a:pt x="109613" y="60998"/>
                  </a:lnTo>
                  <a:close/>
                </a:path>
                <a:path w="205105" h="307340">
                  <a:moveTo>
                    <a:pt x="109880" y="72605"/>
                  </a:moveTo>
                  <a:lnTo>
                    <a:pt x="103047" y="72605"/>
                  </a:lnTo>
                  <a:lnTo>
                    <a:pt x="103047" y="77838"/>
                  </a:lnTo>
                  <a:lnTo>
                    <a:pt x="106464" y="77838"/>
                  </a:lnTo>
                  <a:lnTo>
                    <a:pt x="109880" y="77838"/>
                  </a:lnTo>
                  <a:lnTo>
                    <a:pt x="109880" y="72605"/>
                  </a:lnTo>
                  <a:close/>
                </a:path>
                <a:path w="205105" h="307340">
                  <a:moveTo>
                    <a:pt x="117284" y="97180"/>
                  </a:moveTo>
                  <a:lnTo>
                    <a:pt x="116243" y="93865"/>
                  </a:lnTo>
                  <a:lnTo>
                    <a:pt x="116052" y="93256"/>
                  </a:lnTo>
                  <a:lnTo>
                    <a:pt x="115900" y="92887"/>
                  </a:lnTo>
                  <a:lnTo>
                    <a:pt x="114858" y="91414"/>
                  </a:lnTo>
                  <a:lnTo>
                    <a:pt x="113614" y="91414"/>
                  </a:lnTo>
                  <a:lnTo>
                    <a:pt x="112547" y="92887"/>
                  </a:lnTo>
                  <a:lnTo>
                    <a:pt x="112420" y="93256"/>
                  </a:lnTo>
                  <a:lnTo>
                    <a:pt x="111188" y="97155"/>
                  </a:lnTo>
                  <a:lnTo>
                    <a:pt x="117284" y="97180"/>
                  </a:lnTo>
                  <a:close/>
                </a:path>
                <a:path w="205105" h="307340">
                  <a:moveTo>
                    <a:pt x="119024" y="209359"/>
                  </a:moveTo>
                  <a:lnTo>
                    <a:pt x="118503" y="209359"/>
                  </a:lnTo>
                  <a:lnTo>
                    <a:pt x="118503" y="209753"/>
                  </a:lnTo>
                  <a:lnTo>
                    <a:pt x="118770" y="209753"/>
                  </a:lnTo>
                  <a:lnTo>
                    <a:pt x="119024" y="209753"/>
                  </a:lnTo>
                  <a:lnTo>
                    <a:pt x="119024" y="209359"/>
                  </a:lnTo>
                  <a:close/>
                </a:path>
                <a:path w="205105" h="307340">
                  <a:moveTo>
                    <a:pt x="121615" y="53911"/>
                  </a:moveTo>
                  <a:lnTo>
                    <a:pt x="121094" y="53911"/>
                  </a:lnTo>
                  <a:lnTo>
                    <a:pt x="121094" y="54305"/>
                  </a:lnTo>
                  <a:lnTo>
                    <a:pt x="121348" y="54305"/>
                  </a:lnTo>
                  <a:lnTo>
                    <a:pt x="121615" y="54305"/>
                  </a:lnTo>
                  <a:lnTo>
                    <a:pt x="121615" y="53911"/>
                  </a:lnTo>
                  <a:close/>
                </a:path>
                <a:path w="205105" h="307340">
                  <a:moveTo>
                    <a:pt x="122021" y="199364"/>
                  </a:moveTo>
                  <a:lnTo>
                    <a:pt x="121856" y="198970"/>
                  </a:lnTo>
                  <a:lnTo>
                    <a:pt x="121272" y="197561"/>
                  </a:lnTo>
                  <a:lnTo>
                    <a:pt x="119570" y="198399"/>
                  </a:lnTo>
                  <a:lnTo>
                    <a:pt x="119557" y="198729"/>
                  </a:lnTo>
                  <a:lnTo>
                    <a:pt x="119621" y="198970"/>
                  </a:lnTo>
                  <a:lnTo>
                    <a:pt x="119494" y="198780"/>
                  </a:lnTo>
                  <a:lnTo>
                    <a:pt x="118579" y="199656"/>
                  </a:lnTo>
                  <a:lnTo>
                    <a:pt x="118872" y="200825"/>
                  </a:lnTo>
                  <a:lnTo>
                    <a:pt x="120510" y="201218"/>
                  </a:lnTo>
                  <a:lnTo>
                    <a:pt x="121234" y="201015"/>
                  </a:lnTo>
                  <a:lnTo>
                    <a:pt x="122021" y="199364"/>
                  </a:lnTo>
                  <a:close/>
                </a:path>
                <a:path w="205105" h="307340">
                  <a:moveTo>
                    <a:pt x="124167" y="215950"/>
                  </a:moveTo>
                  <a:lnTo>
                    <a:pt x="121678" y="213702"/>
                  </a:lnTo>
                  <a:lnTo>
                    <a:pt x="120904" y="212991"/>
                  </a:lnTo>
                  <a:lnTo>
                    <a:pt x="120230" y="212636"/>
                  </a:lnTo>
                  <a:lnTo>
                    <a:pt x="118224" y="212318"/>
                  </a:lnTo>
                  <a:lnTo>
                    <a:pt x="117030" y="212890"/>
                  </a:lnTo>
                  <a:lnTo>
                    <a:pt x="117182" y="215023"/>
                  </a:lnTo>
                  <a:lnTo>
                    <a:pt x="117309" y="215785"/>
                  </a:lnTo>
                  <a:lnTo>
                    <a:pt x="120078" y="219379"/>
                  </a:lnTo>
                  <a:lnTo>
                    <a:pt x="124167" y="215950"/>
                  </a:lnTo>
                  <a:close/>
                </a:path>
                <a:path w="205105" h="307340">
                  <a:moveTo>
                    <a:pt x="128562" y="61645"/>
                  </a:moveTo>
                  <a:lnTo>
                    <a:pt x="128168" y="61645"/>
                  </a:lnTo>
                  <a:lnTo>
                    <a:pt x="128397" y="60858"/>
                  </a:lnTo>
                  <a:lnTo>
                    <a:pt x="125984" y="57264"/>
                  </a:lnTo>
                  <a:lnTo>
                    <a:pt x="122631" y="57480"/>
                  </a:lnTo>
                  <a:lnTo>
                    <a:pt x="121145" y="57569"/>
                  </a:lnTo>
                  <a:lnTo>
                    <a:pt x="119761" y="57708"/>
                  </a:lnTo>
                  <a:lnTo>
                    <a:pt x="115773" y="59080"/>
                  </a:lnTo>
                  <a:lnTo>
                    <a:pt x="114338" y="62534"/>
                  </a:lnTo>
                  <a:lnTo>
                    <a:pt x="117703" y="65544"/>
                  </a:lnTo>
                  <a:lnTo>
                    <a:pt x="118757" y="66268"/>
                  </a:lnTo>
                  <a:lnTo>
                    <a:pt x="122974" y="68338"/>
                  </a:lnTo>
                  <a:lnTo>
                    <a:pt x="126644" y="67157"/>
                  </a:lnTo>
                  <a:lnTo>
                    <a:pt x="127025" y="65760"/>
                  </a:lnTo>
                  <a:lnTo>
                    <a:pt x="128562" y="65760"/>
                  </a:lnTo>
                  <a:lnTo>
                    <a:pt x="128562" y="61645"/>
                  </a:lnTo>
                  <a:close/>
                </a:path>
                <a:path w="205105" h="307340">
                  <a:moveTo>
                    <a:pt x="136512" y="79248"/>
                  </a:moveTo>
                  <a:lnTo>
                    <a:pt x="132867" y="77889"/>
                  </a:lnTo>
                  <a:lnTo>
                    <a:pt x="131076" y="77216"/>
                  </a:lnTo>
                  <a:lnTo>
                    <a:pt x="129857" y="78422"/>
                  </a:lnTo>
                  <a:lnTo>
                    <a:pt x="131914" y="83781"/>
                  </a:lnTo>
                  <a:lnTo>
                    <a:pt x="136512" y="79248"/>
                  </a:lnTo>
                  <a:close/>
                </a:path>
                <a:path w="205105" h="307340">
                  <a:moveTo>
                    <a:pt x="141922" y="127863"/>
                  </a:moveTo>
                  <a:lnTo>
                    <a:pt x="141008" y="125895"/>
                  </a:lnTo>
                  <a:lnTo>
                    <a:pt x="138353" y="125895"/>
                  </a:lnTo>
                  <a:lnTo>
                    <a:pt x="138480" y="125793"/>
                  </a:lnTo>
                  <a:lnTo>
                    <a:pt x="140030" y="124701"/>
                  </a:lnTo>
                  <a:lnTo>
                    <a:pt x="140030" y="122961"/>
                  </a:lnTo>
                  <a:lnTo>
                    <a:pt x="136563" y="120510"/>
                  </a:lnTo>
                  <a:lnTo>
                    <a:pt x="134340" y="122059"/>
                  </a:lnTo>
                  <a:lnTo>
                    <a:pt x="134340" y="125615"/>
                  </a:lnTo>
                  <a:lnTo>
                    <a:pt x="136563" y="127165"/>
                  </a:lnTo>
                  <a:lnTo>
                    <a:pt x="137769" y="126301"/>
                  </a:lnTo>
                  <a:lnTo>
                    <a:pt x="137058" y="127863"/>
                  </a:lnTo>
                  <a:lnTo>
                    <a:pt x="138214" y="128930"/>
                  </a:lnTo>
                  <a:lnTo>
                    <a:pt x="139077" y="129730"/>
                  </a:lnTo>
                  <a:lnTo>
                    <a:pt x="139890" y="129730"/>
                  </a:lnTo>
                  <a:lnTo>
                    <a:pt x="140538" y="129133"/>
                  </a:lnTo>
                  <a:lnTo>
                    <a:pt x="141922" y="127863"/>
                  </a:lnTo>
                  <a:close/>
                </a:path>
                <a:path w="205105" h="307340">
                  <a:moveTo>
                    <a:pt x="142976" y="92075"/>
                  </a:moveTo>
                  <a:lnTo>
                    <a:pt x="138582" y="92075"/>
                  </a:lnTo>
                  <a:lnTo>
                    <a:pt x="138582" y="95453"/>
                  </a:lnTo>
                  <a:lnTo>
                    <a:pt x="140779" y="95453"/>
                  </a:lnTo>
                  <a:lnTo>
                    <a:pt x="142963" y="95453"/>
                  </a:lnTo>
                  <a:lnTo>
                    <a:pt x="142976" y="92075"/>
                  </a:lnTo>
                  <a:close/>
                </a:path>
                <a:path w="205105" h="307340">
                  <a:moveTo>
                    <a:pt x="144589" y="240893"/>
                  </a:moveTo>
                  <a:lnTo>
                    <a:pt x="139560" y="240893"/>
                  </a:lnTo>
                  <a:lnTo>
                    <a:pt x="139547" y="244754"/>
                  </a:lnTo>
                  <a:lnTo>
                    <a:pt x="142074" y="244754"/>
                  </a:lnTo>
                  <a:lnTo>
                    <a:pt x="144589" y="244754"/>
                  </a:lnTo>
                  <a:lnTo>
                    <a:pt x="144589" y="240893"/>
                  </a:lnTo>
                  <a:close/>
                </a:path>
                <a:path w="205105" h="307340">
                  <a:moveTo>
                    <a:pt x="146951" y="84899"/>
                  </a:moveTo>
                  <a:lnTo>
                    <a:pt x="142900" y="82308"/>
                  </a:lnTo>
                  <a:lnTo>
                    <a:pt x="138709" y="79603"/>
                  </a:lnTo>
                  <a:lnTo>
                    <a:pt x="136156" y="82130"/>
                  </a:lnTo>
                  <a:lnTo>
                    <a:pt x="141503" y="90246"/>
                  </a:lnTo>
                  <a:lnTo>
                    <a:pt x="146951" y="84899"/>
                  </a:lnTo>
                  <a:close/>
                </a:path>
                <a:path w="205105" h="307340">
                  <a:moveTo>
                    <a:pt x="149936" y="279781"/>
                  </a:moveTo>
                  <a:lnTo>
                    <a:pt x="144564" y="279781"/>
                  </a:lnTo>
                  <a:lnTo>
                    <a:pt x="144564" y="283895"/>
                  </a:lnTo>
                  <a:lnTo>
                    <a:pt x="147256" y="283895"/>
                  </a:lnTo>
                  <a:lnTo>
                    <a:pt x="149936" y="283895"/>
                  </a:lnTo>
                  <a:lnTo>
                    <a:pt x="149936" y="279781"/>
                  </a:lnTo>
                  <a:close/>
                </a:path>
                <a:path w="205105" h="307340">
                  <a:moveTo>
                    <a:pt x="151117" y="202704"/>
                  </a:moveTo>
                  <a:lnTo>
                    <a:pt x="148361" y="199961"/>
                  </a:lnTo>
                  <a:lnTo>
                    <a:pt x="147459" y="201891"/>
                  </a:lnTo>
                  <a:lnTo>
                    <a:pt x="146672" y="203555"/>
                  </a:lnTo>
                  <a:lnTo>
                    <a:pt x="147497" y="204368"/>
                  </a:lnTo>
                  <a:lnTo>
                    <a:pt x="148374" y="203962"/>
                  </a:lnTo>
                  <a:lnTo>
                    <a:pt x="148653" y="203847"/>
                  </a:lnTo>
                  <a:lnTo>
                    <a:pt x="151117" y="202704"/>
                  </a:lnTo>
                  <a:close/>
                </a:path>
                <a:path w="205105" h="307340">
                  <a:moveTo>
                    <a:pt x="152019" y="225615"/>
                  </a:moveTo>
                  <a:lnTo>
                    <a:pt x="151930" y="222973"/>
                  </a:lnTo>
                  <a:lnTo>
                    <a:pt x="151879" y="221640"/>
                  </a:lnTo>
                  <a:lnTo>
                    <a:pt x="149148" y="220713"/>
                  </a:lnTo>
                  <a:lnTo>
                    <a:pt x="148717" y="220129"/>
                  </a:lnTo>
                  <a:lnTo>
                    <a:pt x="148399" y="220319"/>
                  </a:lnTo>
                  <a:lnTo>
                    <a:pt x="148399" y="222910"/>
                  </a:lnTo>
                  <a:lnTo>
                    <a:pt x="148145" y="222719"/>
                  </a:lnTo>
                  <a:lnTo>
                    <a:pt x="148399" y="222910"/>
                  </a:lnTo>
                  <a:lnTo>
                    <a:pt x="148399" y="220319"/>
                  </a:lnTo>
                  <a:lnTo>
                    <a:pt x="148247" y="220408"/>
                  </a:lnTo>
                  <a:lnTo>
                    <a:pt x="148031" y="220332"/>
                  </a:lnTo>
                  <a:lnTo>
                    <a:pt x="147967" y="220560"/>
                  </a:lnTo>
                  <a:lnTo>
                    <a:pt x="144881" y="222377"/>
                  </a:lnTo>
                  <a:lnTo>
                    <a:pt x="146164" y="226898"/>
                  </a:lnTo>
                  <a:lnTo>
                    <a:pt x="148958" y="226288"/>
                  </a:lnTo>
                  <a:lnTo>
                    <a:pt x="149186" y="226669"/>
                  </a:lnTo>
                  <a:lnTo>
                    <a:pt x="149694" y="226352"/>
                  </a:lnTo>
                  <a:lnTo>
                    <a:pt x="149593" y="226148"/>
                  </a:lnTo>
                  <a:lnTo>
                    <a:pt x="152019" y="225615"/>
                  </a:lnTo>
                  <a:close/>
                </a:path>
                <a:path w="205105" h="307340">
                  <a:moveTo>
                    <a:pt x="152882" y="255803"/>
                  </a:moveTo>
                  <a:lnTo>
                    <a:pt x="151892" y="254254"/>
                  </a:lnTo>
                  <a:lnTo>
                    <a:pt x="151714" y="253720"/>
                  </a:lnTo>
                  <a:lnTo>
                    <a:pt x="150558" y="253695"/>
                  </a:lnTo>
                  <a:lnTo>
                    <a:pt x="150241" y="253695"/>
                  </a:lnTo>
                  <a:lnTo>
                    <a:pt x="149999" y="253961"/>
                  </a:lnTo>
                  <a:lnTo>
                    <a:pt x="149999" y="254266"/>
                  </a:lnTo>
                  <a:lnTo>
                    <a:pt x="149974" y="255409"/>
                  </a:lnTo>
                  <a:lnTo>
                    <a:pt x="150533" y="255587"/>
                  </a:lnTo>
                  <a:lnTo>
                    <a:pt x="152082" y="256641"/>
                  </a:lnTo>
                  <a:lnTo>
                    <a:pt x="152882" y="255803"/>
                  </a:lnTo>
                  <a:close/>
                </a:path>
                <a:path w="205105" h="307340">
                  <a:moveTo>
                    <a:pt x="157213" y="72123"/>
                  </a:moveTo>
                  <a:lnTo>
                    <a:pt x="155905" y="68681"/>
                  </a:lnTo>
                  <a:lnTo>
                    <a:pt x="154076" y="67995"/>
                  </a:lnTo>
                  <a:lnTo>
                    <a:pt x="151599" y="70446"/>
                  </a:lnTo>
                  <a:lnTo>
                    <a:pt x="152311" y="72263"/>
                  </a:lnTo>
                  <a:lnTo>
                    <a:pt x="153797" y="72809"/>
                  </a:lnTo>
                  <a:lnTo>
                    <a:pt x="155765" y="73558"/>
                  </a:lnTo>
                  <a:lnTo>
                    <a:pt x="157213" y="72123"/>
                  </a:lnTo>
                  <a:close/>
                </a:path>
                <a:path w="205105" h="307340">
                  <a:moveTo>
                    <a:pt x="159092" y="112585"/>
                  </a:moveTo>
                  <a:lnTo>
                    <a:pt x="159016" y="111112"/>
                  </a:lnTo>
                  <a:lnTo>
                    <a:pt x="156857" y="107416"/>
                  </a:lnTo>
                  <a:lnTo>
                    <a:pt x="155282" y="106680"/>
                  </a:lnTo>
                  <a:lnTo>
                    <a:pt x="150507" y="106083"/>
                  </a:lnTo>
                  <a:lnTo>
                    <a:pt x="149428" y="109613"/>
                  </a:lnTo>
                  <a:lnTo>
                    <a:pt x="151841" y="111963"/>
                  </a:lnTo>
                  <a:lnTo>
                    <a:pt x="154355" y="113982"/>
                  </a:lnTo>
                  <a:lnTo>
                    <a:pt x="154978" y="114350"/>
                  </a:lnTo>
                  <a:lnTo>
                    <a:pt x="156705" y="115163"/>
                  </a:lnTo>
                  <a:lnTo>
                    <a:pt x="157543" y="114985"/>
                  </a:lnTo>
                  <a:lnTo>
                    <a:pt x="158013" y="114261"/>
                  </a:lnTo>
                  <a:lnTo>
                    <a:pt x="159092" y="112585"/>
                  </a:lnTo>
                  <a:close/>
                </a:path>
                <a:path w="205105" h="307340">
                  <a:moveTo>
                    <a:pt x="159664" y="270776"/>
                  </a:moveTo>
                  <a:lnTo>
                    <a:pt x="159334" y="269214"/>
                  </a:lnTo>
                  <a:lnTo>
                    <a:pt x="158889" y="267042"/>
                  </a:lnTo>
                  <a:lnTo>
                    <a:pt x="156337" y="265582"/>
                  </a:lnTo>
                  <a:lnTo>
                    <a:pt x="153949" y="267957"/>
                  </a:lnTo>
                  <a:lnTo>
                    <a:pt x="153962" y="268960"/>
                  </a:lnTo>
                  <a:lnTo>
                    <a:pt x="155092" y="270116"/>
                  </a:lnTo>
                  <a:lnTo>
                    <a:pt x="155892" y="270332"/>
                  </a:lnTo>
                  <a:lnTo>
                    <a:pt x="157607" y="272351"/>
                  </a:lnTo>
                  <a:lnTo>
                    <a:pt x="159664" y="270776"/>
                  </a:lnTo>
                  <a:close/>
                </a:path>
                <a:path w="205105" h="307340">
                  <a:moveTo>
                    <a:pt x="160426" y="205333"/>
                  </a:moveTo>
                  <a:lnTo>
                    <a:pt x="159232" y="203225"/>
                  </a:lnTo>
                  <a:lnTo>
                    <a:pt x="159143" y="203073"/>
                  </a:lnTo>
                  <a:lnTo>
                    <a:pt x="159054" y="202907"/>
                  </a:lnTo>
                  <a:lnTo>
                    <a:pt x="158673" y="202222"/>
                  </a:lnTo>
                  <a:lnTo>
                    <a:pt x="157848" y="202222"/>
                  </a:lnTo>
                  <a:lnTo>
                    <a:pt x="156083" y="205333"/>
                  </a:lnTo>
                  <a:lnTo>
                    <a:pt x="160426" y="205333"/>
                  </a:lnTo>
                  <a:close/>
                </a:path>
                <a:path w="205105" h="307340">
                  <a:moveTo>
                    <a:pt x="161493" y="237223"/>
                  </a:moveTo>
                  <a:lnTo>
                    <a:pt x="160197" y="237350"/>
                  </a:lnTo>
                  <a:lnTo>
                    <a:pt x="157772" y="237578"/>
                  </a:lnTo>
                  <a:lnTo>
                    <a:pt x="157772" y="239102"/>
                  </a:lnTo>
                  <a:lnTo>
                    <a:pt x="161493" y="239471"/>
                  </a:lnTo>
                  <a:lnTo>
                    <a:pt x="161493" y="237223"/>
                  </a:lnTo>
                  <a:close/>
                </a:path>
                <a:path w="205105" h="307340">
                  <a:moveTo>
                    <a:pt x="163957" y="169202"/>
                  </a:moveTo>
                  <a:lnTo>
                    <a:pt x="162560" y="165874"/>
                  </a:lnTo>
                  <a:lnTo>
                    <a:pt x="160515" y="160972"/>
                  </a:lnTo>
                  <a:lnTo>
                    <a:pt x="154165" y="163779"/>
                  </a:lnTo>
                  <a:lnTo>
                    <a:pt x="158584" y="171145"/>
                  </a:lnTo>
                  <a:lnTo>
                    <a:pt x="163957" y="169202"/>
                  </a:lnTo>
                  <a:close/>
                </a:path>
                <a:path w="205105" h="307340">
                  <a:moveTo>
                    <a:pt x="164490" y="292455"/>
                  </a:moveTo>
                  <a:lnTo>
                    <a:pt x="163677" y="291084"/>
                  </a:lnTo>
                  <a:lnTo>
                    <a:pt x="162458" y="290931"/>
                  </a:lnTo>
                  <a:lnTo>
                    <a:pt x="162242" y="290906"/>
                  </a:lnTo>
                  <a:lnTo>
                    <a:pt x="161556" y="290817"/>
                  </a:lnTo>
                  <a:lnTo>
                    <a:pt x="160858" y="291503"/>
                  </a:lnTo>
                  <a:lnTo>
                    <a:pt x="160947" y="292074"/>
                  </a:lnTo>
                  <a:lnTo>
                    <a:pt x="160972" y="292404"/>
                  </a:lnTo>
                  <a:lnTo>
                    <a:pt x="161137" y="293598"/>
                  </a:lnTo>
                  <a:lnTo>
                    <a:pt x="162521" y="294411"/>
                  </a:lnTo>
                  <a:lnTo>
                    <a:pt x="163512" y="293433"/>
                  </a:lnTo>
                  <a:lnTo>
                    <a:pt x="164490" y="292455"/>
                  </a:lnTo>
                  <a:close/>
                </a:path>
                <a:path w="205105" h="307340">
                  <a:moveTo>
                    <a:pt x="165646" y="79971"/>
                  </a:moveTo>
                  <a:lnTo>
                    <a:pt x="163817" y="79959"/>
                  </a:lnTo>
                  <a:lnTo>
                    <a:pt x="163995" y="81165"/>
                  </a:lnTo>
                  <a:lnTo>
                    <a:pt x="164185" y="82410"/>
                  </a:lnTo>
                  <a:lnTo>
                    <a:pt x="165277" y="82410"/>
                  </a:lnTo>
                  <a:lnTo>
                    <a:pt x="165430" y="81381"/>
                  </a:lnTo>
                  <a:lnTo>
                    <a:pt x="165455" y="81165"/>
                  </a:lnTo>
                  <a:lnTo>
                    <a:pt x="165646" y="79971"/>
                  </a:lnTo>
                  <a:close/>
                </a:path>
                <a:path w="205105" h="307340">
                  <a:moveTo>
                    <a:pt x="170738" y="231406"/>
                  </a:moveTo>
                  <a:lnTo>
                    <a:pt x="169672" y="230606"/>
                  </a:lnTo>
                  <a:lnTo>
                    <a:pt x="169430" y="230428"/>
                  </a:lnTo>
                  <a:lnTo>
                    <a:pt x="169202" y="230251"/>
                  </a:lnTo>
                  <a:lnTo>
                    <a:pt x="168414" y="229666"/>
                  </a:lnTo>
                  <a:lnTo>
                    <a:pt x="167601" y="230479"/>
                  </a:lnTo>
                  <a:lnTo>
                    <a:pt x="168554" y="231711"/>
                  </a:lnTo>
                  <a:lnTo>
                    <a:pt x="169354" y="232765"/>
                  </a:lnTo>
                  <a:lnTo>
                    <a:pt x="170738" y="231406"/>
                  </a:lnTo>
                  <a:close/>
                </a:path>
                <a:path w="205105" h="307340">
                  <a:moveTo>
                    <a:pt x="174053" y="250304"/>
                  </a:moveTo>
                  <a:lnTo>
                    <a:pt x="173532" y="250304"/>
                  </a:lnTo>
                  <a:lnTo>
                    <a:pt x="173532" y="250698"/>
                  </a:lnTo>
                  <a:lnTo>
                    <a:pt x="173799" y="250698"/>
                  </a:lnTo>
                  <a:lnTo>
                    <a:pt x="174053" y="250698"/>
                  </a:lnTo>
                  <a:lnTo>
                    <a:pt x="174053" y="250304"/>
                  </a:lnTo>
                  <a:close/>
                </a:path>
                <a:path w="205105" h="307340">
                  <a:moveTo>
                    <a:pt x="174307" y="218236"/>
                  </a:moveTo>
                  <a:lnTo>
                    <a:pt x="173812" y="217639"/>
                  </a:lnTo>
                  <a:lnTo>
                    <a:pt x="173609" y="217398"/>
                  </a:lnTo>
                  <a:lnTo>
                    <a:pt x="172720" y="216319"/>
                  </a:lnTo>
                  <a:lnTo>
                    <a:pt x="170929" y="217258"/>
                  </a:lnTo>
                  <a:lnTo>
                    <a:pt x="170929" y="219773"/>
                  </a:lnTo>
                  <a:lnTo>
                    <a:pt x="172720" y="220700"/>
                  </a:lnTo>
                  <a:lnTo>
                    <a:pt x="173609" y="219608"/>
                  </a:lnTo>
                  <a:lnTo>
                    <a:pt x="173812" y="219379"/>
                  </a:lnTo>
                  <a:lnTo>
                    <a:pt x="173913" y="219252"/>
                  </a:lnTo>
                  <a:lnTo>
                    <a:pt x="174307" y="218770"/>
                  </a:lnTo>
                  <a:lnTo>
                    <a:pt x="174307" y="218236"/>
                  </a:lnTo>
                  <a:close/>
                </a:path>
                <a:path w="205105" h="307340">
                  <a:moveTo>
                    <a:pt x="174586" y="266611"/>
                  </a:moveTo>
                  <a:lnTo>
                    <a:pt x="171704" y="266598"/>
                  </a:lnTo>
                  <a:lnTo>
                    <a:pt x="172300" y="267995"/>
                  </a:lnTo>
                  <a:lnTo>
                    <a:pt x="172466" y="268389"/>
                  </a:lnTo>
                  <a:lnTo>
                    <a:pt x="172529" y="268579"/>
                  </a:lnTo>
                  <a:lnTo>
                    <a:pt x="172783" y="269163"/>
                  </a:lnTo>
                  <a:lnTo>
                    <a:pt x="173507" y="269163"/>
                  </a:lnTo>
                  <a:lnTo>
                    <a:pt x="173748" y="268579"/>
                  </a:lnTo>
                  <a:lnTo>
                    <a:pt x="174002" y="267995"/>
                  </a:lnTo>
                  <a:lnTo>
                    <a:pt x="174586" y="266611"/>
                  </a:lnTo>
                  <a:close/>
                </a:path>
                <a:path w="205105" h="307340">
                  <a:moveTo>
                    <a:pt x="174840" y="131864"/>
                  </a:moveTo>
                  <a:lnTo>
                    <a:pt x="162407" y="131864"/>
                  </a:lnTo>
                  <a:lnTo>
                    <a:pt x="162394" y="141401"/>
                  </a:lnTo>
                  <a:lnTo>
                    <a:pt x="168617" y="141401"/>
                  </a:lnTo>
                  <a:lnTo>
                    <a:pt x="174828" y="141401"/>
                  </a:lnTo>
                  <a:lnTo>
                    <a:pt x="174840" y="131864"/>
                  </a:lnTo>
                  <a:close/>
                </a:path>
                <a:path w="205105" h="307340">
                  <a:moveTo>
                    <a:pt x="175018" y="284226"/>
                  </a:moveTo>
                  <a:lnTo>
                    <a:pt x="173405" y="279019"/>
                  </a:lnTo>
                  <a:lnTo>
                    <a:pt x="172593" y="279158"/>
                  </a:lnTo>
                  <a:lnTo>
                    <a:pt x="171983" y="279069"/>
                  </a:lnTo>
                  <a:lnTo>
                    <a:pt x="170713" y="279336"/>
                  </a:lnTo>
                  <a:lnTo>
                    <a:pt x="170116" y="280416"/>
                  </a:lnTo>
                  <a:lnTo>
                    <a:pt x="169849" y="280771"/>
                  </a:lnTo>
                  <a:lnTo>
                    <a:pt x="169735" y="281114"/>
                  </a:lnTo>
                  <a:lnTo>
                    <a:pt x="169659" y="282460"/>
                  </a:lnTo>
                  <a:lnTo>
                    <a:pt x="169951" y="283222"/>
                  </a:lnTo>
                  <a:lnTo>
                    <a:pt x="172313" y="285191"/>
                  </a:lnTo>
                  <a:lnTo>
                    <a:pt x="175018" y="284226"/>
                  </a:lnTo>
                  <a:close/>
                </a:path>
                <a:path w="205105" h="307340">
                  <a:moveTo>
                    <a:pt x="175488" y="190792"/>
                  </a:moveTo>
                  <a:lnTo>
                    <a:pt x="174574" y="190474"/>
                  </a:lnTo>
                  <a:lnTo>
                    <a:pt x="173228" y="190004"/>
                  </a:lnTo>
                  <a:lnTo>
                    <a:pt x="172745" y="189839"/>
                  </a:lnTo>
                  <a:lnTo>
                    <a:pt x="172504" y="190538"/>
                  </a:lnTo>
                  <a:lnTo>
                    <a:pt x="172897" y="190792"/>
                  </a:lnTo>
                  <a:lnTo>
                    <a:pt x="174802" y="192100"/>
                  </a:lnTo>
                  <a:lnTo>
                    <a:pt x="175488" y="190792"/>
                  </a:lnTo>
                  <a:close/>
                </a:path>
                <a:path w="205105" h="307340">
                  <a:moveTo>
                    <a:pt x="177393" y="300151"/>
                  </a:moveTo>
                  <a:lnTo>
                    <a:pt x="174231" y="302133"/>
                  </a:lnTo>
                  <a:lnTo>
                    <a:pt x="172643" y="303149"/>
                  </a:lnTo>
                  <a:lnTo>
                    <a:pt x="172643" y="304038"/>
                  </a:lnTo>
                  <a:lnTo>
                    <a:pt x="177393" y="307022"/>
                  </a:lnTo>
                  <a:lnTo>
                    <a:pt x="177393" y="300151"/>
                  </a:lnTo>
                  <a:close/>
                </a:path>
                <a:path w="205105" h="307340">
                  <a:moveTo>
                    <a:pt x="178676" y="87922"/>
                  </a:moveTo>
                  <a:lnTo>
                    <a:pt x="176415" y="89522"/>
                  </a:lnTo>
                  <a:lnTo>
                    <a:pt x="176250" y="89623"/>
                  </a:lnTo>
                  <a:lnTo>
                    <a:pt x="176110" y="89738"/>
                  </a:lnTo>
                  <a:lnTo>
                    <a:pt x="175399" y="90233"/>
                  </a:lnTo>
                  <a:lnTo>
                    <a:pt x="175399" y="90906"/>
                  </a:lnTo>
                  <a:lnTo>
                    <a:pt x="178676" y="93230"/>
                  </a:lnTo>
                  <a:lnTo>
                    <a:pt x="178676" y="87922"/>
                  </a:lnTo>
                  <a:close/>
                </a:path>
                <a:path w="205105" h="307340">
                  <a:moveTo>
                    <a:pt x="178993" y="149974"/>
                  </a:moveTo>
                  <a:lnTo>
                    <a:pt x="177622" y="148183"/>
                  </a:lnTo>
                  <a:lnTo>
                    <a:pt x="175704" y="148056"/>
                  </a:lnTo>
                  <a:lnTo>
                    <a:pt x="172364" y="147828"/>
                  </a:lnTo>
                  <a:lnTo>
                    <a:pt x="171767" y="150342"/>
                  </a:lnTo>
                  <a:lnTo>
                    <a:pt x="175031" y="154190"/>
                  </a:lnTo>
                  <a:lnTo>
                    <a:pt x="177520" y="153441"/>
                  </a:lnTo>
                  <a:lnTo>
                    <a:pt x="178993" y="149974"/>
                  </a:lnTo>
                  <a:close/>
                </a:path>
                <a:path w="205105" h="307340">
                  <a:moveTo>
                    <a:pt x="180124" y="115519"/>
                  </a:moveTo>
                  <a:lnTo>
                    <a:pt x="179222" y="115265"/>
                  </a:lnTo>
                  <a:lnTo>
                    <a:pt x="178625" y="115074"/>
                  </a:lnTo>
                  <a:lnTo>
                    <a:pt x="176809" y="114528"/>
                  </a:lnTo>
                  <a:lnTo>
                    <a:pt x="176796" y="117792"/>
                  </a:lnTo>
                  <a:lnTo>
                    <a:pt x="178625" y="117233"/>
                  </a:lnTo>
                  <a:lnTo>
                    <a:pt x="178828" y="117182"/>
                  </a:lnTo>
                  <a:lnTo>
                    <a:pt x="179031" y="117119"/>
                  </a:lnTo>
                  <a:lnTo>
                    <a:pt x="180124" y="116789"/>
                  </a:lnTo>
                  <a:lnTo>
                    <a:pt x="180124" y="115519"/>
                  </a:lnTo>
                  <a:close/>
                </a:path>
                <a:path w="205105" h="307340">
                  <a:moveTo>
                    <a:pt x="182333" y="183299"/>
                  </a:moveTo>
                  <a:lnTo>
                    <a:pt x="181406" y="183426"/>
                  </a:lnTo>
                  <a:lnTo>
                    <a:pt x="180162" y="183603"/>
                  </a:lnTo>
                  <a:lnTo>
                    <a:pt x="179539" y="183692"/>
                  </a:lnTo>
                  <a:lnTo>
                    <a:pt x="179273" y="183730"/>
                  </a:lnTo>
                  <a:lnTo>
                    <a:pt x="179273" y="184200"/>
                  </a:lnTo>
                  <a:lnTo>
                    <a:pt x="179539" y="184238"/>
                  </a:lnTo>
                  <a:lnTo>
                    <a:pt x="180162" y="184327"/>
                  </a:lnTo>
                  <a:lnTo>
                    <a:pt x="180797" y="184416"/>
                  </a:lnTo>
                  <a:lnTo>
                    <a:pt x="182333" y="184645"/>
                  </a:lnTo>
                  <a:lnTo>
                    <a:pt x="182333" y="183299"/>
                  </a:lnTo>
                  <a:close/>
                </a:path>
                <a:path w="205105" h="307340">
                  <a:moveTo>
                    <a:pt x="185064" y="278447"/>
                  </a:moveTo>
                  <a:lnTo>
                    <a:pt x="184543" y="278447"/>
                  </a:lnTo>
                  <a:lnTo>
                    <a:pt x="184543" y="278841"/>
                  </a:lnTo>
                  <a:lnTo>
                    <a:pt x="184797" y="278841"/>
                  </a:lnTo>
                  <a:lnTo>
                    <a:pt x="185064" y="278841"/>
                  </a:lnTo>
                  <a:lnTo>
                    <a:pt x="185064" y="278447"/>
                  </a:lnTo>
                  <a:close/>
                </a:path>
                <a:path w="205105" h="307340">
                  <a:moveTo>
                    <a:pt x="186651" y="231025"/>
                  </a:moveTo>
                  <a:lnTo>
                    <a:pt x="186575" y="230606"/>
                  </a:lnTo>
                  <a:lnTo>
                    <a:pt x="185166" y="228993"/>
                  </a:lnTo>
                  <a:lnTo>
                    <a:pt x="183578" y="231051"/>
                  </a:lnTo>
                  <a:lnTo>
                    <a:pt x="184137" y="231317"/>
                  </a:lnTo>
                  <a:lnTo>
                    <a:pt x="184353" y="231724"/>
                  </a:lnTo>
                  <a:lnTo>
                    <a:pt x="184416" y="231851"/>
                  </a:lnTo>
                  <a:lnTo>
                    <a:pt x="184531" y="232079"/>
                  </a:lnTo>
                  <a:lnTo>
                    <a:pt x="184848" y="232257"/>
                  </a:lnTo>
                  <a:lnTo>
                    <a:pt x="185724" y="232194"/>
                  </a:lnTo>
                  <a:lnTo>
                    <a:pt x="186143" y="231978"/>
                  </a:lnTo>
                  <a:lnTo>
                    <a:pt x="186436" y="231432"/>
                  </a:lnTo>
                  <a:lnTo>
                    <a:pt x="186651" y="231025"/>
                  </a:lnTo>
                  <a:close/>
                </a:path>
                <a:path w="205105" h="307340">
                  <a:moveTo>
                    <a:pt x="187071" y="295668"/>
                  </a:moveTo>
                  <a:lnTo>
                    <a:pt x="186423" y="295668"/>
                  </a:lnTo>
                  <a:lnTo>
                    <a:pt x="186423" y="296164"/>
                  </a:lnTo>
                  <a:lnTo>
                    <a:pt x="186740" y="296164"/>
                  </a:lnTo>
                  <a:lnTo>
                    <a:pt x="187071" y="296164"/>
                  </a:lnTo>
                  <a:lnTo>
                    <a:pt x="187071" y="295668"/>
                  </a:lnTo>
                  <a:close/>
                </a:path>
                <a:path w="205105" h="307340">
                  <a:moveTo>
                    <a:pt x="187413" y="93332"/>
                  </a:moveTo>
                  <a:lnTo>
                    <a:pt x="179616" y="93332"/>
                  </a:lnTo>
                  <a:lnTo>
                    <a:pt x="179603" y="99314"/>
                  </a:lnTo>
                  <a:lnTo>
                    <a:pt x="183502" y="99314"/>
                  </a:lnTo>
                  <a:lnTo>
                    <a:pt x="187401" y="99314"/>
                  </a:lnTo>
                  <a:lnTo>
                    <a:pt x="187413" y="93332"/>
                  </a:lnTo>
                  <a:close/>
                </a:path>
                <a:path w="205105" h="307340">
                  <a:moveTo>
                    <a:pt x="189661" y="260388"/>
                  </a:moveTo>
                  <a:lnTo>
                    <a:pt x="187718" y="260870"/>
                  </a:lnTo>
                  <a:lnTo>
                    <a:pt x="185661" y="261378"/>
                  </a:lnTo>
                  <a:lnTo>
                    <a:pt x="185661" y="262648"/>
                  </a:lnTo>
                  <a:lnTo>
                    <a:pt x="186499" y="262851"/>
                  </a:lnTo>
                  <a:lnTo>
                    <a:pt x="187312" y="263055"/>
                  </a:lnTo>
                  <a:lnTo>
                    <a:pt x="187718" y="263156"/>
                  </a:lnTo>
                  <a:lnTo>
                    <a:pt x="189649" y="263639"/>
                  </a:lnTo>
                  <a:lnTo>
                    <a:pt x="189661" y="260388"/>
                  </a:lnTo>
                  <a:close/>
                </a:path>
                <a:path w="205105" h="307340">
                  <a:moveTo>
                    <a:pt x="190868" y="118529"/>
                  </a:moveTo>
                  <a:lnTo>
                    <a:pt x="188252" y="119100"/>
                  </a:lnTo>
                  <a:lnTo>
                    <a:pt x="187845" y="119202"/>
                  </a:lnTo>
                  <a:lnTo>
                    <a:pt x="187439" y="119278"/>
                  </a:lnTo>
                  <a:lnTo>
                    <a:pt x="185775" y="119659"/>
                  </a:lnTo>
                  <a:lnTo>
                    <a:pt x="185775" y="121615"/>
                  </a:lnTo>
                  <a:lnTo>
                    <a:pt x="187439" y="121996"/>
                  </a:lnTo>
                  <a:lnTo>
                    <a:pt x="187845" y="122072"/>
                  </a:lnTo>
                  <a:lnTo>
                    <a:pt x="190855" y="122745"/>
                  </a:lnTo>
                  <a:lnTo>
                    <a:pt x="190868" y="118529"/>
                  </a:lnTo>
                  <a:close/>
                </a:path>
                <a:path w="205105" h="307340">
                  <a:moveTo>
                    <a:pt x="193484" y="122351"/>
                  </a:moveTo>
                  <a:lnTo>
                    <a:pt x="192951" y="122351"/>
                  </a:lnTo>
                  <a:lnTo>
                    <a:pt x="192951" y="122758"/>
                  </a:lnTo>
                  <a:lnTo>
                    <a:pt x="193217" y="122758"/>
                  </a:lnTo>
                  <a:lnTo>
                    <a:pt x="193484" y="122758"/>
                  </a:lnTo>
                  <a:lnTo>
                    <a:pt x="193484" y="122351"/>
                  </a:lnTo>
                  <a:close/>
                </a:path>
                <a:path w="205105" h="307340">
                  <a:moveTo>
                    <a:pt x="194843" y="211645"/>
                  </a:moveTo>
                  <a:lnTo>
                    <a:pt x="194602" y="209956"/>
                  </a:lnTo>
                  <a:lnTo>
                    <a:pt x="194475" y="209664"/>
                  </a:lnTo>
                  <a:lnTo>
                    <a:pt x="194195" y="209257"/>
                  </a:lnTo>
                  <a:lnTo>
                    <a:pt x="192557" y="206654"/>
                  </a:lnTo>
                  <a:lnTo>
                    <a:pt x="188976" y="210159"/>
                  </a:lnTo>
                  <a:lnTo>
                    <a:pt x="191617" y="211810"/>
                  </a:lnTo>
                  <a:lnTo>
                    <a:pt x="192036" y="212077"/>
                  </a:lnTo>
                  <a:lnTo>
                    <a:pt x="192328" y="212204"/>
                  </a:lnTo>
                  <a:lnTo>
                    <a:pt x="194030" y="212445"/>
                  </a:lnTo>
                  <a:lnTo>
                    <a:pt x="194843" y="211645"/>
                  </a:lnTo>
                  <a:close/>
                </a:path>
                <a:path w="205105" h="307340">
                  <a:moveTo>
                    <a:pt x="197358" y="196557"/>
                  </a:moveTo>
                  <a:lnTo>
                    <a:pt x="196837" y="196557"/>
                  </a:lnTo>
                  <a:lnTo>
                    <a:pt x="196837" y="196964"/>
                  </a:lnTo>
                  <a:lnTo>
                    <a:pt x="197104" y="196964"/>
                  </a:lnTo>
                  <a:lnTo>
                    <a:pt x="197358" y="196964"/>
                  </a:lnTo>
                  <a:lnTo>
                    <a:pt x="197358" y="196557"/>
                  </a:lnTo>
                  <a:close/>
                </a:path>
                <a:path w="205105" h="307340">
                  <a:moveTo>
                    <a:pt x="198005" y="101879"/>
                  </a:moveTo>
                  <a:lnTo>
                    <a:pt x="197485" y="101879"/>
                  </a:lnTo>
                  <a:lnTo>
                    <a:pt x="197485" y="102285"/>
                  </a:lnTo>
                  <a:lnTo>
                    <a:pt x="197751" y="102285"/>
                  </a:lnTo>
                  <a:lnTo>
                    <a:pt x="198005" y="102285"/>
                  </a:lnTo>
                  <a:lnTo>
                    <a:pt x="198005" y="101879"/>
                  </a:lnTo>
                  <a:close/>
                </a:path>
                <a:path w="205105" h="307340">
                  <a:moveTo>
                    <a:pt x="199783" y="95554"/>
                  </a:moveTo>
                  <a:lnTo>
                    <a:pt x="194424" y="95554"/>
                  </a:lnTo>
                  <a:lnTo>
                    <a:pt x="194424" y="99669"/>
                  </a:lnTo>
                  <a:lnTo>
                    <a:pt x="197104" y="99669"/>
                  </a:lnTo>
                  <a:lnTo>
                    <a:pt x="199783" y="99669"/>
                  </a:lnTo>
                  <a:lnTo>
                    <a:pt x="199783" y="95554"/>
                  </a:lnTo>
                  <a:close/>
                </a:path>
                <a:path w="205105" h="307340">
                  <a:moveTo>
                    <a:pt x="200025" y="183997"/>
                  </a:moveTo>
                  <a:lnTo>
                    <a:pt x="196773" y="183997"/>
                  </a:lnTo>
                  <a:lnTo>
                    <a:pt x="196773" y="186499"/>
                  </a:lnTo>
                  <a:lnTo>
                    <a:pt x="198399" y="186499"/>
                  </a:lnTo>
                  <a:lnTo>
                    <a:pt x="200025" y="186499"/>
                  </a:lnTo>
                  <a:lnTo>
                    <a:pt x="200025" y="183997"/>
                  </a:lnTo>
                  <a:close/>
                </a:path>
                <a:path w="205105" h="307340">
                  <a:moveTo>
                    <a:pt x="200710" y="148285"/>
                  </a:moveTo>
                  <a:lnTo>
                    <a:pt x="196088" y="148285"/>
                  </a:lnTo>
                  <a:lnTo>
                    <a:pt x="196088" y="151841"/>
                  </a:lnTo>
                  <a:lnTo>
                    <a:pt x="198399" y="151841"/>
                  </a:lnTo>
                  <a:lnTo>
                    <a:pt x="200710" y="151841"/>
                  </a:lnTo>
                  <a:lnTo>
                    <a:pt x="200710" y="148285"/>
                  </a:lnTo>
                  <a:close/>
                </a:path>
                <a:path w="205105" h="307340">
                  <a:moveTo>
                    <a:pt x="201079" y="163283"/>
                  </a:moveTo>
                  <a:lnTo>
                    <a:pt x="199796" y="162102"/>
                  </a:lnTo>
                  <a:lnTo>
                    <a:pt x="198843" y="161226"/>
                  </a:lnTo>
                  <a:lnTo>
                    <a:pt x="197942" y="161226"/>
                  </a:lnTo>
                  <a:lnTo>
                    <a:pt x="197319" y="161798"/>
                  </a:lnTo>
                  <a:lnTo>
                    <a:pt x="195707" y="163283"/>
                  </a:lnTo>
                  <a:lnTo>
                    <a:pt x="196710" y="165455"/>
                  </a:lnTo>
                  <a:lnTo>
                    <a:pt x="200075" y="165455"/>
                  </a:lnTo>
                  <a:lnTo>
                    <a:pt x="201079" y="163283"/>
                  </a:lnTo>
                  <a:close/>
                </a:path>
                <a:path w="205105" h="307340">
                  <a:moveTo>
                    <a:pt x="201244" y="206794"/>
                  </a:moveTo>
                  <a:lnTo>
                    <a:pt x="200723" y="206794"/>
                  </a:lnTo>
                  <a:lnTo>
                    <a:pt x="200723" y="207200"/>
                  </a:lnTo>
                  <a:lnTo>
                    <a:pt x="200990" y="207200"/>
                  </a:lnTo>
                  <a:lnTo>
                    <a:pt x="201244" y="207200"/>
                  </a:lnTo>
                  <a:lnTo>
                    <a:pt x="201244" y="206794"/>
                  </a:lnTo>
                  <a:close/>
                </a:path>
                <a:path w="205105" h="307340">
                  <a:moveTo>
                    <a:pt x="203923" y="287096"/>
                  </a:moveTo>
                  <a:lnTo>
                    <a:pt x="202488" y="286105"/>
                  </a:lnTo>
                  <a:lnTo>
                    <a:pt x="201447" y="286842"/>
                  </a:lnTo>
                  <a:lnTo>
                    <a:pt x="201295" y="286943"/>
                  </a:lnTo>
                  <a:lnTo>
                    <a:pt x="201155" y="287058"/>
                  </a:lnTo>
                  <a:lnTo>
                    <a:pt x="200190" y="287731"/>
                  </a:lnTo>
                  <a:lnTo>
                    <a:pt x="200190" y="288747"/>
                  </a:lnTo>
                  <a:lnTo>
                    <a:pt x="200990" y="289318"/>
                  </a:lnTo>
                  <a:lnTo>
                    <a:pt x="201447" y="289636"/>
                  </a:lnTo>
                  <a:lnTo>
                    <a:pt x="202488" y="290372"/>
                  </a:lnTo>
                  <a:lnTo>
                    <a:pt x="203923" y="289382"/>
                  </a:lnTo>
                  <a:lnTo>
                    <a:pt x="203923" y="287096"/>
                  </a:lnTo>
                  <a:close/>
                </a:path>
                <a:path w="205105" h="307340">
                  <a:moveTo>
                    <a:pt x="204736" y="177419"/>
                  </a:moveTo>
                  <a:lnTo>
                    <a:pt x="203479" y="176657"/>
                  </a:lnTo>
                  <a:lnTo>
                    <a:pt x="202552" y="176110"/>
                  </a:lnTo>
                  <a:lnTo>
                    <a:pt x="201637" y="175564"/>
                  </a:lnTo>
                  <a:lnTo>
                    <a:pt x="200723" y="175018"/>
                  </a:lnTo>
                  <a:lnTo>
                    <a:pt x="200063" y="174612"/>
                  </a:lnTo>
                  <a:lnTo>
                    <a:pt x="199301" y="175564"/>
                  </a:lnTo>
                  <a:lnTo>
                    <a:pt x="202247" y="178231"/>
                  </a:lnTo>
                  <a:lnTo>
                    <a:pt x="203339" y="179209"/>
                  </a:lnTo>
                  <a:lnTo>
                    <a:pt x="204736" y="17741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672094" y="7762614"/>
              <a:ext cx="237490" cy="332105"/>
            </a:xfrm>
            <a:custGeom>
              <a:avLst/>
              <a:gdLst/>
              <a:ahLst/>
              <a:cxnLst/>
              <a:rect l="l" t="t" r="r" b="b"/>
              <a:pathLst>
                <a:path w="237489" h="332104">
                  <a:moveTo>
                    <a:pt x="5702" y="29895"/>
                  </a:moveTo>
                  <a:lnTo>
                    <a:pt x="4724" y="29895"/>
                  </a:lnTo>
                  <a:lnTo>
                    <a:pt x="4724" y="30632"/>
                  </a:lnTo>
                  <a:lnTo>
                    <a:pt x="5219" y="30632"/>
                  </a:lnTo>
                  <a:lnTo>
                    <a:pt x="5702" y="30632"/>
                  </a:lnTo>
                  <a:lnTo>
                    <a:pt x="5702" y="29895"/>
                  </a:lnTo>
                  <a:close/>
                </a:path>
                <a:path w="237489" h="332104">
                  <a:moveTo>
                    <a:pt x="8534" y="42964"/>
                  </a:moveTo>
                  <a:lnTo>
                    <a:pt x="5524" y="39776"/>
                  </a:lnTo>
                  <a:lnTo>
                    <a:pt x="2273" y="41249"/>
                  </a:lnTo>
                  <a:lnTo>
                    <a:pt x="2273" y="46151"/>
                  </a:lnTo>
                  <a:lnTo>
                    <a:pt x="5524" y="47612"/>
                  </a:lnTo>
                  <a:lnTo>
                    <a:pt x="7289" y="45745"/>
                  </a:lnTo>
                  <a:lnTo>
                    <a:pt x="8534" y="44424"/>
                  </a:lnTo>
                  <a:lnTo>
                    <a:pt x="8534" y="42964"/>
                  </a:lnTo>
                  <a:close/>
                </a:path>
                <a:path w="237489" h="332104">
                  <a:moveTo>
                    <a:pt x="12268" y="67335"/>
                  </a:moveTo>
                  <a:lnTo>
                    <a:pt x="11493" y="65608"/>
                  </a:lnTo>
                  <a:lnTo>
                    <a:pt x="10693" y="63842"/>
                  </a:lnTo>
                  <a:lnTo>
                    <a:pt x="6896" y="59575"/>
                  </a:lnTo>
                  <a:lnTo>
                    <a:pt x="3657" y="60731"/>
                  </a:lnTo>
                  <a:lnTo>
                    <a:pt x="4178" y="65163"/>
                  </a:lnTo>
                  <a:lnTo>
                    <a:pt x="4508" y="67030"/>
                  </a:lnTo>
                  <a:lnTo>
                    <a:pt x="6210" y="70815"/>
                  </a:lnTo>
                  <a:lnTo>
                    <a:pt x="8724" y="71221"/>
                  </a:lnTo>
                  <a:lnTo>
                    <a:pt x="12014" y="69316"/>
                  </a:lnTo>
                  <a:lnTo>
                    <a:pt x="12268" y="67335"/>
                  </a:lnTo>
                  <a:close/>
                </a:path>
                <a:path w="237489" h="332104">
                  <a:moveTo>
                    <a:pt x="12534" y="125958"/>
                  </a:moveTo>
                  <a:lnTo>
                    <a:pt x="12128" y="125958"/>
                  </a:lnTo>
                  <a:lnTo>
                    <a:pt x="12128" y="127127"/>
                  </a:lnTo>
                  <a:lnTo>
                    <a:pt x="12534" y="127127"/>
                  </a:lnTo>
                  <a:lnTo>
                    <a:pt x="12534" y="126860"/>
                  </a:lnTo>
                  <a:lnTo>
                    <a:pt x="12534" y="125958"/>
                  </a:lnTo>
                  <a:close/>
                </a:path>
                <a:path w="237489" h="332104">
                  <a:moveTo>
                    <a:pt x="12623" y="22618"/>
                  </a:moveTo>
                  <a:lnTo>
                    <a:pt x="10147" y="16814"/>
                  </a:lnTo>
                  <a:lnTo>
                    <a:pt x="6489" y="15316"/>
                  </a:lnTo>
                  <a:lnTo>
                    <a:pt x="1054" y="18834"/>
                  </a:lnTo>
                  <a:lnTo>
                    <a:pt x="0" y="21450"/>
                  </a:lnTo>
                  <a:lnTo>
                    <a:pt x="2044" y="26047"/>
                  </a:lnTo>
                  <a:lnTo>
                    <a:pt x="4749" y="27736"/>
                  </a:lnTo>
                  <a:lnTo>
                    <a:pt x="7213" y="26847"/>
                  </a:lnTo>
                  <a:lnTo>
                    <a:pt x="10845" y="25539"/>
                  </a:lnTo>
                  <a:lnTo>
                    <a:pt x="12623" y="22618"/>
                  </a:lnTo>
                  <a:close/>
                </a:path>
                <a:path w="237489" h="332104">
                  <a:moveTo>
                    <a:pt x="19189" y="107810"/>
                  </a:moveTo>
                  <a:lnTo>
                    <a:pt x="17145" y="107810"/>
                  </a:lnTo>
                  <a:lnTo>
                    <a:pt x="17335" y="109169"/>
                  </a:lnTo>
                  <a:lnTo>
                    <a:pt x="17538" y="110502"/>
                  </a:lnTo>
                  <a:lnTo>
                    <a:pt x="18783" y="110502"/>
                  </a:lnTo>
                  <a:lnTo>
                    <a:pt x="19189" y="107810"/>
                  </a:lnTo>
                  <a:close/>
                </a:path>
                <a:path w="237489" h="332104">
                  <a:moveTo>
                    <a:pt x="19710" y="103124"/>
                  </a:moveTo>
                  <a:lnTo>
                    <a:pt x="17449" y="103454"/>
                  </a:lnTo>
                  <a:lnTo>
                    <a:pt x="17233" y="103479"/>
                  </a:lnTo>
                  <a:lnTo>
                    <a:pt x="16243" y="103619"/>
                  </a:lnTo>
                  <a:lnTo>
                    <a:pt x="16243" y="105321"/>
                  </a:lnTo>
                  <a:lnTo>
                    <a:pt x="17233" y="105460"/>
                  </a:lnTo>
                  <a:lnTo>
                    <a:pt x="17856" y="105562"/>
                  </a:lnTo>
                  <a:lnTo>
                    <a:pt x="19685" y="105816"/>
                  </a:lnTo>
                  <a:lnTo>
                    <a:pt x="19710" y="103124"/>
                  </a:lnTo>
                  <a:close/>
                </a:path>
                <a:path w="237489" h="332104">
                  <a:moveTo>
                    <a:pt x="20675" y="131762"/>
                  </a:moveTo>
                  <a:lnTo>
                    <a:pt x="18770" y="130136"/>
                  </a:lnTo>
                  <a:lnTo>
                    <a:pt x="17360" y="128955"/>
                  </a:lnTo>
                  <a:lnTo>
                    <a:pt x="15252" y="128587"/>
                  </a:lnTo>
                  <a:lnTo>
                    <a:pt x="13881" y="128892"/>
                  </a:lnTo>
                  <a:lnTo>
                    <a:pt x="12915" y="130873"/>
                  </a:lnTo>
                  <a:lnTo>
                    <a:pt x="12700" y="131584"/>
                  </a:lnTo>
                  <a:lnTo>
                    <a:pt x="12992" y="134988"/>
                  </a:lnTo>
                  <a:lnTo>
                    <a:pt x="15227" y="136753"/>
                  </a:lnTo>
                  <a:lnTo>
                    <a:pt x="19761" y="134861"/>
                  </a:lnTo>
                  <a:lnTo>
                    <a:pt x="20675" y="131762"/>
                  </a:lnTo>
                  <a:close/>
                </a:path>
                <a:path w="237489" h="332104">
                  <a:moveTo>
                    <a:pt x="20815" y="87769"/>
                  </a:moveTo>
                  <a:lnTo>
                    <a:pt x="17119" y="83477"/>
                  </a:lnTo>
                  <a:lnTo>
                    <a:pt x="14503" y="83362"/>
                  </a:lnTo>
                  <a:lnTo>
                    <a:pt x="10680" y="85458"/>
                  </a:lnTo>
                  <a:lnTo>
                    <a:pt x="9829" y="88087"/>
                  </a:lnTo>
                  <a:lnTo>
                    <a:pt x="10363" y="88849"/>
                  </a:lnTo>
                  <a:lnTo>
                    <a:pt x="9766" y="88849"/>
                  </a:lnTo>
                  <a:lnTo>
                    <a:pt x="9372" y="91528"/>
                  </a:lnTo>
                  <a:lnTo>
                    <a:pt x="9918" y="91528"/>
                  </a:lnTo>
                  <a:lnTo>
                    <a:pt x="13970" y="95288"/>
                  </a:lnTo>
                  <a:lnTo>
                    <a:pt x="20510" y="91033"/>
                  </a:lnTo>
                  <a:lnTo>
                    <a:pt x="20815" y="87769"/>
                  </a:lnTo>
                  <a:close/>
                </a:path>
                <a:path w="237489" h="332104">
                  <a:moveTo>
                    <a:pt x="21018" y="73571"/>
                  </a:moveTo>
                  <a:lnTo>
                    <a:pt x="20485" y="73571"/>
                  </a:lnTo>
                  <a:lnTo>
                    <a:pt x="20485" y="73964"/>
                  </a:lnTo>
                  <a:lnTo>
                    <a:pt x="20751" y="73964"/>
                  </a:lnTo>
                  <a:lnTo>
                    <a:pt x="21018" y="73964"/>
                  </a:lnTo>
                  <a:lnTo>
                    <a:pt x="21018" y="73571"/>
                  </a:lnTo>
                  <a:close/>
                </a:path>
                <a:path w="237489" h="332104">
                  <a:moveTo>
                    <a:pt x="21018" y="70370"/>
                  </a:moveTo>
                  <a:lnTo>
                    <a:pt x="20485" y="70370"/>
                  </a:lnTo>
                  <a:lnTo>
                    <a:pt x="20485" y="70764"/>
                  </a:lnTo>
                  <a:lnTo>
                    <a:pt x="20751" y="70764"/>
                  </a:lnTo>
                  <a:lnTo>
                    <a:pt x="21018" y="70764"/>
                  </a:lnTo>
                  <a:lnTo>
                    <a:pt x="21018" y="70370"/>
                  </a:lnTo>
                  <a:close/>
                </a:path>
                <a:path w="237489" h="332104">
                  <a:moveTo>
                    <a:pt x="23685" y="52222"/>
                  </a:moveTo>
                  <a:lnTo>
                    <a:pt x="23647" y="51371"/>
                  </a:lnTo>
                  <a:lnTo>
                    <a:pt x="23647" y="50711"/>
                  </a:lnTo>
                  <a:lnTo>
                    <a:pt x="23520" y="50279"/>
                  </a:lnTo>
                  <a:lnTo>
                    <a:pt x="23114" y="49745"/>
                  </a:lnTo>
                  <a:lnTo>
                    <a:pt x="21183" y="47218"/>
                  </a:lnTo>
                  <a:lnTo>
                    <a:pt x="17818" y="50507"/>
                  </a:lnTo>
                  <a:lnTo>
                    <a:pt x="20396" y="52425"/>
                  </a:lnTo>
                  <a:lnTo>
                    <a:pt x="20929" y="52832"/>
                  </a:lnTo>
                  <a:lnTo>
                    <a:pt x="21374" y="52946"/>
                  </a:lnTo>
                  <a:lnTo>
                    <a:pt x="22898" y="52984"/>
                  </a:lnTo>
                  <a:lnTo>
                    <a:pt x="23685" y="52222"/>
                  </a:lnTo>
                  <a:close/>
                </a:path>
                <a:path w="237489" h="332104">
                  <a:moveTo>
                    <a:pt x="24422" y="26365"/>
                  </a:moveTo>
                  <a:lnTo>
                    <a:pt x="21793" y="25184"/>
                  </a:lnTo>
                  <a:lnTo>
                    <a:pt x="20370" y="26695"/>
                  </a:lnTo>
                  <a:lnTo>
                    <a:pt x="19342" y="27774"/>
                  </a:lnTo>
                  <a:lnTo>
                    <a:pt x="19342" y="28917"/>
                  </a:lnTo>
                  <a:lnTo>
                    <a:pt x="21793" y="31508"/>
                  </a:lnTo>
                  <a:lnTo>
                    <a:pt x="24422" y="30327"/>
                  </a:lnTo>
                  <a:lnTo>
                    <a:pt x="24422" y="26365"/>
                  </a:lnTo>
                  <a:close/>
                </a:path>
                <a:path w="237489" h="332104">
                  <a:moveTo>
                    <a:pt x="24765" y="64071"/>
                  </a:moveTo>
                  <a:lnTo>
                    <a:pt x="24511" y="64071"/>
                  </a:lnTo>
                  <a:lnTo>
                    <a:pt x="24511" y="64262"/>
                  </a:lnTo>
                  <a:lnTo>
                    <a:pt x="24638" y="64262"/>
                  </a:lnTo>
                  <a:lnTo>
                    <a:pt x="24765" y="64262"/>
                  </a:lnTo>
                  <a:lnTo>
                    <a:pt x="24765" y="64071"/>
                  </a:lnTo>
                  <a:close/>
                </a:path>
                <a:path w="237489" h="332104">
                  <a:moveTo>
                    <a:pt x="34607" y="106197"/>
                  </a:moveTo>
                  <a:lnTo>
                    <a:pt x="34086" y="106197"/>
                  </a:lnTo>
                  <a:lnTo>
                    <a:pt x="34086" y="106591"/>
                  </a:lnTo>
                  <a:lnTo>
                    <a:pt x="34353" y="106591"/>
                  </a:lnTo>
                  <a:lnTo>
                    <a:pt x="34607" y="106591"/>
                  </a:lnTo>
                  <a:lnTo>
                    <a:pt x="34607" y="106197"/>
                  </a:lnTo>
                  <a:close/>
                </a:path>
                <a:path w="237489" h="332104">
                  <a:moveTo>
                    <a:pt x="35509" y="31813"/>
                  </a:moveTo>
                  <a:lnTo>
                    <a:pt x="34124" y="32016"/>
                  </a:lnTo>
                  <a:lnTo>
                    <a:pt x="32778" y="32207"/>
                  </a:lnTo>
                  <a:lnTo>
                    <a:pt x="32766" y="33439"/>
                  </a:lnTo>
                  <a:lnTo>
                    <a:pt x="35496" y="33832"/>
                  </a:lnTo>
                  <a:lnTo>
                    <a:pt x="35509" y="31813"/>
                  </a:lnTo>
                  <a:close/>
                </a:path>
                <a:path w="237489" h="332104">
                  <a:moveTo>
                    <a:pt x="36309" y="88874"/>
                  </a:moveTo>
                  <a:lnTo>
                    <a:pt x="35674" y="85496"/>
                  </a:lnTo>
                  <a:lnTo>
                    <a:pt x="33553" y="81673"/>
                  </a:lnTo>
                  <a:lnTo>
                    <a:pt x="30759" y="82740"/>
                  </a:lnTo>
                  <a:lnTo>
                    <a:pt x="31470" y="84442"/>
                  </a:lnTo>
                  <a:lnTo>
                    <a:pt x="32283" y="86372"/>
                  </a:lnTo>
                  <a:lnTo>
                    <a:pt x="31610" y="87845"/>
                  </a:lnTo>
                  <a:lnTo>
                    <a:pt x="31445" y="91186"/>
                  </a:lnTo>
                  <a:lnTo>
                    <a:pt x="33312" y="91859"/>
                  </a:lnTo>
                  <a:lnTo>
                    <a:pt x="36309" y="88874"/>
                  </a:lnTo>
                  <a:close/>
                </a:path>
                <a:path w="237489" h="332104">
                  <a:moveTo>
                    <a:pt x="38849" y="120459"/>
                  </a:moveTo>
                  <a:lnTo>
                    <a:pt x="38493" y="118935"/>
                  </a:lnTo>
                  <a:lnTo>
                    <a:pt x="38404" y="118541"/>
                  </a:lnTo>
                  <a:lnTo>
                    <a:pt x="38315" y="118122"/>
                  </a:lnTo>
                  <a:lnTo>
                    <a:pt x="38074" y="117106"/>
                  </a:lnTo>
                  <a:lnTo>
                    <a:pt x="37084" y="117106"/>
                  </a:lnTo>
                  <a:lnTo>
                    <a:pt x="36944" y="117729"/>
                  </a:lnTo>
                  <a:lnTo>
                    <a:pt x="36753" y="118541"/>
                  </a:lnTo>
                  <a:lnTo>
                    <a:pt x="36677" y="118935"/>
                  </a:lnTo>
                  <a:lnTo>
                    <a:pt x="36334" y="120446"/>
                  </a:lnTo>
                  <a:lnTo>
                    <a:pt x="38849" y="120459"/>
                  </a:lnTo>
                  <a:close/>
                </a:path>
                <a:path w="237489" h="332104">
                  <a:moveTo>
                    <a:pt x="45072" y="128498"/>
                  </a:moveTo>
                  <a:lnTo>
                    <a:pt x="44335" y="128498"/>
                  </a:lnTo>
                  <a:lnTo>
                    <a:pt x="44335" y="129057"/>
                  </a:lnTo>
                  <a:lnTo>
                    <a:pt x="44704" y="129057"/>
                  </a:lnTo>
                  <a:lnTo>
                    <a:pt x="45072" y="129057"/>
                  </a:lnTo>
                  <a:lnTo>
                    <a:pt x="45072" y="128498"/>
                  </a:lnTo>
                  <a:close/>
                </a:path>
                <a:path w="237489" h="332104">
                  <a:moveTo>
                    <a:pt x="48374" y="134073"/>
                  </a:moveTo>
                  <a:lnTo>
                    <a:pt x="37160" y="134073"/>
                  </a:lnTo>
                  <a:lnTo>
                    <a:pt x="37147" y="142684"/>
                  </a:lnTo>
                  <a:lnTo>
                    <a:pt x="42760" y="142684"/>
                  </a:lnTo>
                  <a:lnTo>
                    <a:pt x="48361" y="142684"/>
                  </a:lnTo>
                  <a:lnTo>
                    <a:pt x="48374" y="134073"/>
                  </a:lnTo>
                  <a:close/>
                </a:path>
                <a:path w="237489" h="332104">
                  <a:moveTo>
                    <a:pt x="53682" y="55613"/>
                  </a:moveTo>
                  <a:lnTo>
                    <a:pt x="53365" y="54076"/>
                  </a:lnTo>
                  <a:lnTo>
                    <a:pt x="53187" y="53276"/>
                  </a:lnTo>
                  <a:lnTo>
                    <a:pt x="52781" y="51346"/>
                  </a:lnTo>
                  <a:lnTo>
                    <a:pt x="47091" y="47167"/>
                  </a:lnTo>
                  <a:lnTo>
                    <a:pt x="46101" y="47244"/>
                  </a:lnTo>
                  <a:lnTo>
                    <a:pt x="46101" y="54076"/>
                  </a:lnTo>
                  <a:lnTo>
                    <a:pt x="46012" y="54279"/>
                  </a:lnTo>
                  <a:lnTo>
                    <a:pt x="45897" y="54762"/>
                  </a:lnTo>
                  <a:lnTo>
                    <a:pt x="45770" y="54787"/>
                  </a:lnTo>
                  <a:lnTo>
                    <a:pt x="45770" y="54660"/>
                  </a:lnTo>
                  <a:lnTo>
                    <a:pt x="45707" y="54521"/>
                  </a:lnTo>
                  <a:lnTo>
                    <a:pt x="45758" y="54330"/>
                  </a:lnTo>
                  <a:lnTo>
                    <a:pt x="45758" y="54127"/>
                  </a:lnTo>
                  <a:lnTo>
                    <a:pt x="45796" y="54432"/>
                  </a:lnTo>
                  <a:lnTo>
                    <a:pt x="45935" y="54279"/>
                  </a:lnTo>
                  <a:lnTo>
                    <a:pt x="45847" y="54610"/>
                  </a:lnTo>
                  <a:lnTo>
                    <a:pt x="46101" y="54076"/>
                  </a:lnTo>
                  <a:lnTo>
                    <a:pt x="46101" y="47244"/>
                  </a:lnTo>
                  <a:lnTo>
                    <a:pt x="43218" y="47459"/>
                  </a:lnTo>
                  <a:lnTo>
                    <a:pt x="39014" y="52781"/>
                  </a:lnTo>
                  <a:lnTo>
                    <a:pt x="39268" y="56095"/>
                  </a:lnTo>
                  <a:lnTo>
                    <a:pt x="39890" y="56896"/>
                  </a:lnTo>
                  <a:lnTo>
                    <a:pt x="39535" y="57454"/>
                  </a:lnTo>
                  <a:lnTo>
                    <a:pt x="41224" y="58559"/>
                  </a:lnTo>
                  <a:lnTo>
                    <a:pt x="43383" y="61252"/>
                  </a:lnTo>
                  <a:lnTo>
                    <a:pt x="44284" y="60566"/>
                  </a:lnTo>
                  <a:lnTo>
                    <a:pt x="45275" y="61214"/>
                  </a:lnTo>
                  <a:lnTo>
                    <a:pt x="48945" y="60617"/>
                  </a:lnTo>
                  <a:lnTo>
                    <a:pt x="53682" y="55613"/>
                  </a:lnTo>
                  <a:close/>
                </a:path>
                <a:path w="237489" h="332104">
                  <a:moveTo>
                    <a:pt x="53860" y="154444"/>
                  </a:moveTo>
                  <a:lnTo>
                    <a:pt x="52387" y="154444"/>
                  </a:lnTo>
                  <a:lnTo>
                    <a:pt x="52387" y="155575"/>
                  </a:lnTo>
                  <a:lnTo>
                    <a:pt x="53124" y="155575"/>
                  </a:lnTo>
                  <a:lnTo>
                    <a:pt x="53860" y="155575"/>
                  </a:lnTo>
                  <a:lnTo>
                    <a:pt x="53860" y="154444"/>
                  </a:lnTo>
                  <a:close/>
                </a:path>
                <a:path w="237489" h="332104">
                  <a:moveTo>
                    <a:pt x="54089" y="65024"/>
                  </a:moveTo>
                  <a:lnTo>
                    <a:pt x="52438" y="62141"/>
                  </a:lnTo>
                  <a:lnTo>
                    <a:pt x="49847" y="62153"/>
                  </a:lnTo>
                  <a:lnTo>
                    <a:pt x="46634" y="62166"/>
                  </a:lnTo>
                  <a:lnTo>
                    <a:pt x="44932" y="64516"/>
                  </a:lnTo>
                  <a:lnTo>
                    <a:pt x="48361" y="69215"/>
                  </a:lnTo>
                  <a:lnTo>
                    <a:pt x="51409" y="69570"/>
                  </a:lnTo>
                  <a:lnTo>
                    <a:pt x="54089" y="65024"/>
                  </a:lnTo>
                  <a:close/>
                </a:path>
                <a:path w="237489" h="332104">
                  <a:moveTo>
                    <a:pt x="54686" y="80606"/>
                  </a:moveTo>
                  <a:lnTo>
                    <a:pt x="54152" y="80606"/>
                  </a:lnTo>
                  <a:lnTo>
                    <a:pt x="54152" y="81000"/>
                  </a:lnTo>
                  <a:lnTo>
                    <a:pt x="54419" y="81000"/>
                  </a:lnTo>
                  <a:lnTo>
                    <a:pt x="54686" y="81000"/>
                  </a:lnTo>
                  <a:lnTo>
                    <a:pt x="54686" y="80606"/>
                  </a:lnTo>
                  <a:close/>
                </a:path>
                <a:path w="237489" h="332104">
                  <a:moveTo>
                    <a:pt x="62941" y="97078"/>
                  </a:moveTo>
                  <a:lnTo>
                    <a:pt x="53670" y="97078"/>
                  </a:lnTo>
                  <a:lnTo>
                    <a:pt x="53670" y="104190"/>
                  </a:lnTo>
                  <a:lnTo>
                    <a:pt x="58305" y="104190"/>
                  </a:lnTo>
                  <a:lnTo>
                    <a:pt x="62928" y="104190"/>
                  </a:lnTo>
                  <a:lnTo>
                    <a:pt x="62941" y="97078"/>
                  </a:lnTo>
                  <a:close/>
                </a:path>
                <a:path w="237489" h="332104">
                  <a:moveTo>
                    <a:pt x="63804" y="125831"/>
                  </a:moveTo>
                  <a:lnTo>
                    <a:pt x="60794" y="124206"/>
                  </a:lnTo>
                  <a:lnTo>
                    <a:pt x="58483" y="122961"/>
                  </a:lnTo>
                  <a:lnTo>
                    <a:pt x="55930" y="125958"/>
                  </a:lnTo>
                  <a:lnTo>
                    <a:pt x="60413" y="130276"/>
                  </a:lnTo>
                  <a:lnTo>
                    <a:pt x="63804" y="125831"/>
                  </a:lnTo>
                  <a:close/>
                </a:path>
                <a:path w="237489" h="332104">
                  <a:moveTo>
                    <a:pt x="71183" y="129603"/>
                  </a:moveTo>
                  <a:lnTo>
                    <a:pt x="65011" y="130035"/>
                  </a:lnTo>
                  <a:lnTo>
                    <a:pt x="65874" y="131927"/>
                  </a:lnTo>
                  <a:lnTo>
                    <a:pt x="65227" y="132549"/>
                  </a:lnTo>
                  <a:lnTo>
                    <a:pt x="67487" y="136525"/>
                  </a:lnTo>
                  <a:lnTo>
                    <a:pt x="70472" y="134950"/>
                  </a:lnTo>
                  <a:lnTo>
                    <a:pt x="70764" y="132651"/>
                  </a:lnTo>
                  <a:lnTo>
                    <a:pt x="71183" y="129603"/>
                  </a:lnTo>
                  <a:close/>
                </a:path>
                <a:path w="237489" h="332104">
                  <a:moveTo>
                    <a:pt x="76149" y="82384"/>
                  </a:moveTo>
                  <a:lnTo>
                    <a:pt x="73837" y="80530"/>
                  </a:lnTo>
                  <a:lnTo>
                    <a:pt x="71589" y="81216"/>
                  </a:lnTo>
                  <a:lnTo>
                    <a:pt x="67754" y="82372"/>
                  </a:lnTo>
                  <a:lnTo>
                    <a:pt x="67741" y="86906"/>
                  </a:lnTo>
                  <a:lnTo>
                    <a:pt x="73837" y="88747"/>
                  </a:lnTo>
                  <a:lnTo>
                    <a:pt x="76149" y="86893"/>
                  </a:lnTo>
                  <a:lnTo>
                    <a:pt x="76149" y="82384"/>
                  </a:lnTo>
                  <a:close/>
                </a:path>
                <a:path w="237489" h="332104">
                  <a:moveTo>
                    <a:pt x="78765" y="119113"/>
                  </a:moveTo>
                  <a:lnTo>
                    <a:pt x="70231" y="119113"/>
                  </a:lnTo>
                  <a:lnTo>
                    <a:pt x="70218" y="125653"/>
                  </a:lnTo>
                  <a:lnTo>
                    <a:pt x="74485" y="125653"/>
                  </a:lnTo>
                  <a:lnTo>
                    <a:pt x="78752" y="125653"/>
                  </a:lnTo>
                  <a:lnTo>
                    <a:pt x="78765" y="119113"/>
                  </a:lnTo>
                  <a:close/>
                </a:path>
                <a:path w="237489" h="332104">
                  <a:moveTo>
                    <a:pt x="81216" y="109435"/>
                  </a:moveTo>
                  <a:lnTo>
                    <a:pt x="81114" y="107607"/>
                  </a:lnTo>
                  <a:lnTo>
                    <a:pt x="79997" y="107315"/>
                  </a:lnTo>
                  <a:lnTo>
                    <a:pt x="78625" y="106959"/>
                  </a:lnTo>
                  <a:lnTo>
                    <a:pt x="77038" y="106603"/>
                  </a:lnTo>
                  <a:lnTo>
                    <a:pt x="74599" y="105308"/>
                  </a:lnTo>
                  <a:lnTo>
                    <a:pt x="73215" y="106883"/>
                  </a:lnTo>
                  <a:lnTo>
                    <a:pt x="76047" y="109423"/>
                  </a:lnTo>
                  <a:lnTo>
                    <a:pt x="77647" y="110109"/>
                  </a:lnTo>
                  <a:lnTo>
                    <a:pt x="81216" y="109435"/>
                  </a:lnTo>
                  <a:close/>
                </a:path>
                <a:path w="237489" h="332104">
                  <a:moveTo>
                    <a:pt x="82448" y="166789"/>
                  </a:moveTo>
                  <a:lnTo>
                    <a:pt x="80835" y="166039"/>
                  </a:lnTo>
                  <a:lnTo>
                    <a:pt x="80645" y="165557"/>
                  </a:lnTo>
                  <a:lnTo>
                    <a:pt x="80556" y="165328"/>
                  </a:lnTo>
                  <a:lnTo>
                    <a:pt x="78168" y="164033"/>
                  </a:lnTo>
                  <a:lnTo>
                    <a:pt x="73914" y="166509"/>
                  </a:lnTo>
                  <a:lnTo>
                    <a:pt x="73596" y="169341"/>
                  </a:lnTo>
                  <a:lnTo>
                    <a:pt x="76517" y="172377"/>
                  </a:lnTo>
                  <a:lnTo>
                    <a:pt x="78422" y="172554"/>
                  </a:lnTo>
                  <a:lnTo>
                    <a:pt x="82181" y="170446"/>
                  </a:lnTo>
                  <a:lnTo>
                    <a:pt x="82372" y="167716"/>
                  </a:lnTo>
                  <a:lnTo>
                    <a:pt x="82448" y="166789"/>
                  </a:lnTo>
                  <a:close/>
                </a:path>
                <a:path w="237489" h="332104">
                  <a:moveTo>
                    <a:pt x="83807" y="175920"/>
                  </a:moveTo>
                  <a:lnTo>
                    <a:pt x="83286" y="175920"/>
                  </a:lnTo>
                  <a:lnTo>
                    <a:pt x="83286" y="176314"/>
                  </a:lnTo>
                  <a:lnTo>
                    <a:pt x="83553" y="176314"/>
                  </a:lnTo>
                  <a:lnTo>
                    <a:pt x="83807" y="176314"/>
                  </a:lnTo>
                  <a:lnTo>
                    <a:pt x="83807" y="175920"/>
                  </a:lnTo>
                  <a:close/>
                </a:path>
                <a:path w="237489" h="332104">
                  <a:moveTo>
                    <a:pt x="90284" y="150329"/>
                  </a:moveTo>
                  <a:lnTo>
                    <a:pt x="89763" y="150329"/>
                  </a:lnTo>
                  <a:lnTo>
                    <a:pt x="89763" y="150723"/>
                  </a:lnTo>
                  <a:lnTo>
                    <a:pt x="90030" y="150723"/>
                  </a:lnTo>
                  <a:lnTo>
                    <a:pt x="90284" y="150723"/>
                  </a:lnTo>
                  <a:lnTo>
                    <a:pt x="90284" y="150329"/>
                  </a:lnTo>
                  <a:close/>
                </a:path>
                <a:path w="237489" h="332104">
                  <a:moveTo>
                    <a:pt x="97040" y="167043"/>
                  </a:moveTo>
                  <a:lnTo>
                    <a:pt x="93370" y="167043"/>
                  </a:lnTo>
                  <a:lnTo>
                    <a:pt x="93370" y="169849"/>
                  </a:lnTo>
                  <a:lnTo>
                    <a:pt x="95199" y="169849"/>
                  </a:lnTo>
                  <a:lnTo>
                    <a:pt x="97040" y="169849"/>
                  </a:lnTo>
                  <a:lnTo>
                    <a:pt x="97040" y="167043"/>
                  </a:lnTo>
                  <a:close/>
                </a:path>
                <a:path w="237489" h="332104">
                  <a:moveTo>
                    <a:pt x="97866" y="76606"/>
                  </a:moveTo>
                  <a:lnTo>
                    <a:pt x="93027" y="71945"/>
                  </a:lnTo>
                  <a:lnTo>
                    <a:pt x="89369" y="76746"/>
                  </a:lnTo>
                  <a:lnTo>
                    <a:pt x="92621" y="78498"/>
                  </a:lnTo>
                  <a:lnTo>
                    <a:pt x="95110" y="79857"/>
                  </a:lnTo>
                  <a:lnTo>
                    <a:pt x="97866" y="76606"/>
                  </a:lnTo>
                  <a:close/>
                </a:path>
                <a:path w="237489" h="332104">
                  <a:moveTo>
                    <a:pt x="106172" y="89357"/>
                  </a:moveTo>
                  <a:lnTo>
                    <a:pt x="104978" y="86779"/>
                  </a:lnTo>
                  <a:lnTo>
                    <a:pt x="100977" y="86779"/>
                  </a:lnTo>
                  <a:lnTo>
                    <a:pt x="99783" y="89369"/>
                  </a:lnTo>
                  <a:lnTo>
                    <a:pt x="101295" y="90766"/>
                  </a:lnTo>
                  <a:lnTo>
                    <a:pt x="102400" y="91782"/>
                  </a:lnTo>
                  <a:lnTo>
                    <a:pt x="103543" y="91782"/>
                  </a:lnTo>
                  <a:lnTo>
                    <a:pt x="104317" y="91084"/>
                  </a:lnTo>
                  <a:lnTo>
                    <a:pt x="106172" y="89357"/>
                  </a:lnTo>
                  <a:close/>
                </a:path>
                <a:path w="237489" h="332104">
                  <a:moveTo>
                    <a:pt x="109232" y="127749"/>
                  </a:moveTo>
                  <a:lnTo>
                    <a:pt x="109194" y="125095"/>
                  </a:lnTo>
                  <a:lnTo>
                    <a:pt x="108102" y="123634"/>
                  </a:lnTo>
                  <a:lnTo>
                    <a:pt x="103339" y="122313"/>
                  </a:lnTo>
                  <a:lnTo>
                    <a:pt x="101295" y="123469"/>
                  </a:lnTo>
                  <a:lnTo>
                    <a:pt x="100215" y="127342"/>
                  </a:lnTo>
                  <a:lnTo>
                    <a:pt x="101485" y="128968"/>
                  </a:lnTo>
                  <a:lnTo>
                    <a:pt x="103301" y="129679"/>
                  </a:lnTo>
                  <a:lnTo>
                    <a:pt x="105664" y="130632"/>
                  </a:lnTo>
                  <a:lnTo>
                    <a:pt x="107403" y="130149"/>
                  </a:lnTo>
                  <a:lnTo>
                    <a:pt x="108813" y="128460"/>
                  </a:lnTo>
                  <a:lnTo>
                    <a:pt x="109232" y="127749"/>
                  </a:lnTo>
                  <a:close/>
                </a:path>
                <a:path w="237489" h="332104">
                  <a:moveTo>
                    <a:pt x="109461" y="0"/>
                  </a:moveTo>
                  <a:lnTo>
                    <a:pt x="108940" y="0"/>
                  </a:lnTo>
                  <a:lnTo>
                    <a:pt x="108940" y="393"/>
                  </a:lnTo>
                  <a:lnTo>
                    <a:pt x="109207" y="393"/>
                  </a:lnTo>
                  <a:lnTo>
                    <a:pt x="109461" y="393"/>
                  </a:lnTo>
                  <a:lnTo>
                    <a:pt x="109461" y="0"/>
                  </a:lnTo>
                  <a:close/>
                </a:path>
                <a:path w="237489" h="332104">
                  <a:moveTo>
                    <a:pt x="109702" y="16776"/>
                  </a:moveTo>
                  <a:lnTo>
                    <a:pt x="102870" y="16776"/>
                  </a:lnTo>
                  <a:lnTo>
                    <a:pt x="102870" y="22009"/>
                  </a:lnTo>
                  <a:lnTo>
                    <a:pt x="106286" y="22009"/>
                  </a:lnTo>
                  <a:lnTo>
                    <a:pt x="109702" y="22009"/>
                  </a:lnTo>
                  <a:lnTo>
                    <a:pt x="109702" y="16776"/>
                  </a:lnTo>
                  <a:close/>
                </a:path>
                <a:path w="237489" h="332104">
                  <a:moveTo>
                    <a:pt x="111404" y="172212"/>
                  </a:moveTo>
                  <a:lnTo>
                    <a:pt x="108889" y="169710"/>
                  </a:lnTo>
                  <a:lnTo>
                    <a:pt x="107099" y="170751"/>
                  </a:lnTo>
                  <a:lnTo>
                    <a:pt x="106908" y="172275"/>
                  </a:lnTo>
                  <a:lnTo>
                    <a:pt x="106819" y="172923"/>
                  </a:lnTo>
                  <a:lnTo>
                    <a:pt x="106756" y="173570"/>
                  </a:lnTo>
                  <a:lnTo>
                    <a:pt x="107505" y="174307"/>
                  </a:lnTo>
                  <a:lnTo>
                    <a:pt x="108153" y="174231"/>
                  </a:lnTo>
                  <a:lnTo>
                    <a:pt x="108369" y="174205"/>
                  </a:lnTo>
                  <a:lnTo>
                    <a:pt x="108585" y="174180"/>
                  </a:lnTo>
                  <a:lnTo>
                    <a:pt x="108800" y="174155"/>
                  </a:lnTo>
                  <a:lnTo>
                    <a:pt x="110350" y="173964"/>
                  </a:lnTo>
                  <a:lnTo>
                    <a:pt x="111404" y="172212"/>
                  </a:lnTo>
                  <a:close/>
                </a:path>
                <a:path w="237489" h="332104">
                  <a:moveTo>
                    <a:pt x="115874" y="107530"/>
                  </a:moveTo>
                  <a:lnTo>
                    <a:pt x="113893" y="105194"/>
                  </a:lnTo>
                  <a:lnTo>
                    <a:pt x="110502" y="101206"/>
                  </a:lnTo>
                  <a:lnTo>
                    <a:pt x="106565" y="103505"/>
                  </a:lnTo>
                  <a:lnTo>
                    <a:pt x="106108" y="111480"/>
                  </a:lnTo>
                  <a:lnTo>
                    <a:pt x="109715" y="113474"/>
                  </a:lnTo>
                  <a:lnTo>
                    <a:pt x="115493" y="111061"/>
                  </a:lnTo>
                  <a:lnTo>
                    <a:pt x="115874" y="107530"/>
                  </a:lnTo>
                  <a:close/>
                </a:path>
                <a:path w="237489" h="332104">
                  <a:moveTo>
                    <a:pt x="116281" y="78727"/>
                  </a:moveTo>
                  <a:lnTo>
                    <a:pt x="115201" y="77000"/>
                  </a:lnTo>
                  <a:lnTo>
                    <a:pt x="114046" y="75145"/>
                  </a:lnTo>
                  <a:lnTo>
                    <a:pt x="111340" y="75095"/>
                  </a:lnTo>
                  <a:lnTo>
                    <a:pt x="109067" y="78930"/>
                  </a:lnTo>
                  <a:lnTo>
                    <a:pt x="110642" y="80937"/>
                  </a:lnTo>
                  <a:lnTo>
                    <a:pt x="112699" y="81165"/>
                  </a:lnTo>
                  <a:lnTo>
                    <a:pt x="115011" y="81419"/>
                  </a:lnTo>
                  <a:lnTo>
                    <a:pt x="116281" y="78727"/>
                  </a:lnTo>
                  <a:close/>
                </a:path>
                <a:path w="237489" h="332104">
                  <a:moveTo>
                    <a:pt x="122301" y="191198"/>
                  </a:moveTo>
                  <a:lnTo>
                    <a:pt x="121373" y="190284"/>
                  </a:lnTo>
                  <a:lnTo>
                    <a:pt x="120675" y="190741"/>
                  </a:lnTo>
                  <a:lnTo>
                    <a:pt x="120180" y="191058"/>
                  </a:lnTo>
                  <a:lnTo>
                    <a:pt x="119926" y="191223"/>
                  </a:lnTo>
                  <a:lnTo>
                    <a:pt x="118503" y="192138"/>
                  </a:lnTo>
                  <a:lnTo>
                    <a:pt x="120421" y="194043"/>
                  </a:lnTo>
                  <a:lnTo>
                    <a:pt x="121348" y="192633"/>
                  </a:lnTo>
                  <a:lnTo>
                    <a:pt x="122301" y="191198"/>
                  </a:lnTo>
                  <a:close/>
                </a:path>
                <a:path w="237489" h="332104">
                  <a:moveTo>
                    <a:pt x="126542" y="79324"/>
                  </a:moveTo>
                  <a:lnTo>
                    <a:pt x="126022" y="79324"/>
                  </a:lnTo>
                  <a:lnTo>
                    <a:pt x="126022" y="79717"/>
                  </a:lnTo>
                  <a:lnTo>
                    <a:pt x="126276" y="79717"/>
                  </a:lnTo>
                  <a:lnTo>
                    <a:pt x="126542" y="79717"/>
                  </a:lnTo>
                  <a:lnTo>
                    <a:pt x="126542" y="79324"/>
                  </a:lnTo>
                  <a:close/>
                </a:path>
                <a:path w="237489" h="332104">
                  <a:moveTo>
                    <a:pt x="134137" y="186258"/>
                  </a:moveTo>
                  <a:lnTo>
                    <a:pt x="131114" y="183070"/>
                  </a:lnTo>
                  <a:lnTo>
                    <a:pt x="127889" y="184543"/>
                  </a:lnTo>
                  <a:lnTo>
                    <a:pt x="127889" y="189445"/>
                  </a:lnTo>
                  <a:lnTo>
                    <a:pt x="131127" y="190906"/>
                  </a:lnTo>
                  <a:lnTo>
                    <a:pt x="132892" y="189039"/>
                  </a:lnTo>
                  <a:lnTo>
                    <a:pt x="134137" y="187718"/>
                  </a:lnTo>
                  <a:lnTo>
                    <a:pt x="134137" y="186258"/>
                  </a:lnTo>
                  <a:close/>
                </a:path>
                <a:path w="237489" h="332104">
                  <a:moveTo>
                    <a:pt x="148971" y="83972"/>
                  </a:moveTo>
                  <a:lnTo>
                    <a:pt x="147408" y="82651"/>
                  </a:lnTo>
                  <a:lnTo>
                    <a:pt x="146824" y="82473"/>
                  </a:lnTo>
                  <a:lnTo>
                    <a:pt x="142786" y="82169"/>
                  </a:lnTo>
                  <a:lnTo>
                    <a:pt x="142773" y="85204"/>
                  </a:lnTo>
                  <a:lnTo>
                    <a:pt x="139915" y="83654"/>
                  </a:lnTo>
                  <a:lnTo>
                    <a:pt x="137350" y="82270"/>
                  </a:lnTo>
                  <a:lnTo>
                    <a:pt x="134480" y="85623"/>
                  </a:lnTo>
                  <a:lnTo>
                    <a:pt x="139496" y="90449"/>
                  </a:lnTo>
                  <a:lnTo>
                    <a:pt x="142773" y="86182"/>
                  </a:lnTo>
                  <a:lnTo>
                    <a:pt x="142773" y="87109"/>
                  </a:lnTo>
                  <a:lnTo>
                    <a:pt x="145707" y="86880"/>
                  </a:lnTo>
                  <a:lnTo>
                    <a:pt x="146812" y="86804"/>
                  </a:lnTo>
                  <a:lnTo>
                    <a:pt x="147434" y="86614"/>
                  </a:lnTo>
                  <a:lnTo>
                    <a:pt x="148971" y="85305"/>
                  </a:lnTo>
                  <a:lnTo>
                    <a:pt x="148971" y="83972"/>
                  </a:lnTo>
                  <a:close/>
                </a:path>
                <a:path w="237489" h="332104">
                  <a:moveTo>
                    <a:pt x="149758" y="81140"/>
                  </a:moveTo>
                  <a:lnTo>
                    <a:pt x="149034" y="80035"/>
                  </a:lnTo>
                  <a:lnTo>
                    <a:pt x="148869" y="79794"/>
                  </a:lnTo>
                  <a:lnTo>
                    <a:pt x="148704" y="79552"/>
                  </a:lnTo>
                  <a:lnTo>
                    <a:pt x="147612" y="77876"/>
                  </a:lnTo>
                  <a:lnTo>
                    <a:pt x="145326" y="80124"/>
                  </a:lnTo>
                  <a:lnTo>
                    <a:pt x="147027" y="81216"/>
                  </a:lnTo>
                  <a:lnTo>
                    <a:pt x="148640" y="82245"/>
                  </a:lnTo>
                  <a:lnTo>
                    <a:pt x="149758" y="81140"/>
                  </a:lnTo>
                  <a:close/>
                </a:path>
                <a:path w="237489" h="332104">
                  <a:moveTo>
                    <a:pt x="151079" y="15913"/>
                  </a:moveTo>
                  <a:lnTo>
                    <a:pt x="149237" y="12128"/>
                  </a:lnTo>
                  <a:lnTo>
                    <a:pt x="147142" y="13538"/>
                  </a:lnTo>
                  <a:lnTo>
                    <a:pt x="143992" y="15633"/>
                  </a:lnTo>
                  <a:lnTo>
                    <a:pt x="144792" y="18059"/>
                  </a:lnTo>
                  <a:lnTo>
                    <a:pt x="151079" y="15913"/>
                  </a:lnTo>
                  <a:close/>
                </a:path>
                <a:path w="237489" h="332104">
                  <a:moveTo>
                    <a:pt x="151295" y="59156"/>
                  </a:moveTo>
                  <a:lnTo>
                    <a:pt x="146316" y="55562"/>
                  </a:lnTo>
                  <a:lnTo>
                    <a:pt x="142748" y="58204"/>
                  </a:lnTo>
                  <a:lnTo>
                    <a:pt x="140423" y="59918"/>
                  </a:lnTo>
                  <a:lnTo>
                    <a:pt x="140423" y="52120"/>
                  </a:lnTo>
                  <a:lnTo>
                    <a:pt x="129451" y="52120"/>
                  </a:lnTo>
                  <a:lnTo>
                    <a:pt x="129451" y="60540"/>
                  </a:lnTo>
                  <a:lnTo>
                    <a:pt x="134937" y="60540"/>
                  </a:lnTo>
                  <a:lnTo>
                    <a:pt x="139573" y="60540"/>
                  </a:lnTo>
                  <a:lnTo>
                    <a:pt x="138976" y="60985"/>
                  </a:lnTo>
                  <a:lnTo>
                    <a:pt x="138976" y="65112"/>
                  </a:lnTo>
                  <a:lnTo>
                    <a:pt x="146316" y="70523"/>
                  </a:lnTo>
                  <a:lnTo>
                    <a:pt x="151295" y="66941"/>
                  </a:lnTo>
                  <a:lnTo>
                    <a:pt x="151295" y="59156"/>
                  </a:lnTo>
                  <a:close/>
                </a:path>
                <a:path w="237489" h="332104">
                  <a:moveTo>
                    <a:pt x="154241" y="47409"/>
                  </a:moveTo>
                  <a:lnTo>
                    <a:pt x="153504" y="47409"/>
                  </a:lnTo>
                  <a:lnTo>
                    <a:pt x="153504" y="47980"/>
                  </a:lnTo>
                  <a:lnTo>
                    <a:pt x="153873" y="47980"/>
                  </a:lnTo>
                  <a:lnTo>
                    <a:pt x="154241" y="47980"/>
                  </a:lnTo>
                  <a:lnTo>
                    <a:pt x="154241" y="47409"/>
                  </a:lnTo>
                  <a:close/>
                </a:path>
                <a:path w="237489" h="332104">
                  <a:moveTo>
                    <a:pt x="158610" y="72504"/>
                  </a:moveTo>
                  <a:lnTo>
                    <a:pt x="157454" y="69799"/>
                  </a:lnTo>
                  <a:lnTo>
                    <a:pt x="157327" y="69519"/>
                  </a:lnTo>
                  <a:lnTo>
                    <a:pt x="157213" y="69227"/>
                  </a:lnTo>
                  <a:lnTo>
                    <a:pt x="156565" y="67703"/>
                  </a:lnTo>
                  <a:lnTo>
                    <a:pt x="155067" y="67703"/>
                  </a:lnTo>
                  <a:lnTo>
                    <a:pt x="154406" y="69227"/>
                  </a:lnTo>
                  <a:lnTo>
                    <a:pt x="154292" y="69519"/>
                  </a:lnTo>
                  <a:lnTo>
                    <a:pt x="153035" y="72491"/>
                  </a:lnTo>
                  <a:lnTo>
                    <a:pt x="158610" y="72504"/>
                  </a:lnTo>
                  <a:close/>
                </a:path>
                <a:path w="237489" h="332104">
                  <a:moveTo>
                    <a:pt x="161112" y="36322"/>
                  </a:moveTo>
                  <a:lnTo>
                    <a:pt x="159677" y="31165"/>
                  </a:lnTo>
                  <a:lnTo>
                    <a:pt x="156438" y="29641"/>
                  </a:lnTo>
                  <a:lnTo>
                    <a:pt x="154127" y="31165"/>
                  </a:lnTo>
                  <a:lnTo>
                    <a:pt x="152819" y="32004"/>
                  </a:lnTo>
                  <a:lnTo>
                    <a:pt x="151993" y="32956"/>
                  </a:lnTo>
                  <a:lnTo>
                    <a:pt x="152006" y="36931"/>
                  </a:lnTo>
                  <a:lnTo>
                    <a:pt x="153771" y="39001"/>
                  </a:lnTo>
                  <a:lnTo>
                    <a:pt x="159029" y="39001"/>
                  </a:lnTo>
                  <a:lnTo>
                    <a:pt x="161112" y="36322"/>
                  </a:lnTo>
                  <a:close/>
                </a:path>
                <a:path w="237489" h="332104">
                  <a:moveTo>
                    <a:pt x="165531" y="50190"/>
                  </a:moveTo>
                  <a:lnTo>
                    <a:pt x="158711" y="50228"/>
                  </a:lnTo>
                  <a:lnTo>
                    <a:pt x="158178" y="56629"/>
                  </a:lnTo>
                  <a:lnTo>
                    <a:pt x="160058" y="57810"/>
                  </a:lnTo>
                  <a:lnTo>
                    <a:pt x="163779" y="58293"/>
                  </a:lnTo>
                  <a:lnTo>
                    <a:pt x="165354" y="56337"/>
                  </a:lnTo>
                  <a:lnTo>
                    <a:pt x="165354" y="54660"/>
                  </a:lnTo>
                  <a:lnTo>
                    <a:pt x="165328" y="52654"/>
                  </a:lnTo>
                  <a:lnTo>
                    <a:pt x="165442" y="51295"/>
                  </a:lnTo>
                  <a:lnTo>
                    <a:pt x="165531" y="50190"/>
                  </a:lnTo>
                  <a:close/>
                </a:path>
                <a:path w="237489" h="332104">
                  <a:moveTo>
                    <a:pt x="170103" y="31292"/>
                  </a:moveTo>
                  <a:lnTo>
                    <a:pt x="169316" y="30200"/>
                  </a:lnTo>
                  <a:lnTo>
                    <a:pt x="164160" y="30289"/>
                  </a:lnTo>
                  <a:lnTo>
                    <a:pt x="166700" y="35712"/>
                  </a:lnTo>
                  <a:lnTo>
                    <a:pt x="168973" y="32766"/>
                  </a:lnTo>
                  <a:lnTo>
                    <a:pt x="170103" y="31292"/>
                  </a:lnTo>
                  <a:close/>
                </a:path>
                <a:path w="237489" h="332104">
                  <a:moveTo>
                    <a:pt x="176263" y="78740"/>
                  </a:moveTo>
                  <a:lnTo>
                    <a:pt x="173443" y="77050"/>
                  </a:lnTo>
                  <a:lnTo>
                    <a:pt x="170637" y="77533"/>
                  </a:lnTo>
                  <a:lnTo>
                    <a:pt x="165722" y="78384"/>
                  </a:lnTo>
                  <a:lnTo>
                    <a:pt x="166839" y="86169"/>
                  </a:lnTo>
                  <a:lnTo>
                    <a:pt x="174231" y="86169"/>
                  </a:lnTo>
                  <a:lnTo>
                    <a:pt x="176263" y="84162"/>
                  </a:lnTo>
                  <a:lnTo>
                    <a:pt x="176263" y="78740"/>
                  </a:lnTo>
                  <a:close/>
                </a:path>
                <a:path w="237489" h="332104">
                  <a:moveTo>
                    <a:pt x="182613" y="72961"/>
                  </a:moveTo>
                  <a:lnTo>
                    <a:pt x="180251" y="70637"/>
                  </a:lnTo>
                  <a:lnTo>
                    <a:pt x="178244" y="71513"/>
                  </a:lnTo>
                  <a:lnTo>
                    <a:pt x="178193" y="73126"/>
                  </a:lnTo>
                  <a:lnTo>
                    <a:pt x="178193" y="73279"/>
                  </a:lnTo>
                  <a:lnTo>
                    <a:pt x="178193" y="73444"/>
                  </a:lnTo>
                  <a:lnTo>
                    <a:pt x="178168" y="74345"/>
                  </a:lnTo>
                  <a:lnTo>
                    <a:pt x="178854" y="75031"/>
                  </a:lnTo>
                  <a:lnTo>
                    <a:pt x="179603" y="75006"/>
                  </a:lnTo>
                  <a:lnTo>
                    <a:pt x="179768" y="74993"/>
                  </a:lnTo>
                  <a:lnTo>
                    <a:pt x="180098" y="74993"/>
                  </a:lnTo>
                  <a:lnTo>
                    <a:pt x="181711" y="74955"/>
                  </a:lnTo>
                  <a:lnTo>
                    <a:pt x="182613" y="72961"/>
                  </a:lnTo>
                  <a:close/>
                </a:path>
                <a:path w="237489" h="332104">
                  <a:moveTo>
                    <a:pt x="182854" y="47523"/>
                  </a:moveTo>
                  <a:lnTo>
                    <a:pt x="178917" y="43395"/>
                  </a:lnTo>
                  <a:lnTo>
                    <a:pt x="175793" y="44145"/>
                  </a:lnTo>
                  <a:lnTo>
                    <a:pt x="173774" y="48882"/>
                  </a:lnTo>
                  <a:lnTo>
                    <a:pt x="175653" y="51003"/>
                  </a:lnTo>
                  <a:lnTo>
                    <a:pt x="178130" y="51295"/>
                  </a:lnTo>
                  <a:lnTo>
                    <a:pt x="181724" y="51727"/>
                  </a:lnTo>
                  <a:lnTo>
                    <a:pt x="182854" y="47523"/>
                  </a:lnTo>
                  <a:close/>
                </a:path>
                <a:path w="237489" h="332104">
                  <a:moveTo>
                    <a:pt x="185813" y="26631"/>
                  </a:moveTo>
                  <a:lnTo>
                    <a:pt x="178257" y="26631"/>
                  </a:lnTo>
                  <a:lnTo>
                    <a:pt x="178257" y="32435"/>
                  </a:lnTo>
                  <a:lnTo>
                    <a:pt x="182029" y="32435"/>
                  </a:lnTo>
                  <a:lnTo>
                    <a:pt x="185813" y="32435"/>
                  </a:lnTo>
                  <a:lnTo>
                    <a:pt x="185813" y="26631"/>
                  </a:lnTo>
                  <a:close/>
                </a:path>
                <a:path w="237489" h="332104">
                  <a:moveTo>
                    <a:pt x="195199" y="59855"/>
                  </a:moveTo>
                  <a:lnTo>
                    <a:pt x="192557" y="58547"/>
                  </a:lnTo>
                  <a:lnTo>
                    <a:pt x="191985" y="60325"/>
                  </a:lnTo>
                  <a:lnTo>
                    <a:pt x="191350" y="60972"/>
                  </a:lnTo>
                  <a:lnTo>
                    <a:pt x="191033" y="61302"/>
                  </a:lnTo>
                  <a:lnTo>
                    <a:pt x="190195" y="61607"/>
                  </a:lnTo>
                  <a:lnTo>
                    <a:pt x="190246" y="63004"/>
                  </a:lnTo>
                  <a:lnTo>
                    <a:pt x="192595" y="62890"/>
                  </a:lnTo>
                  <a:lnTo>
                    <a:pt x="193484" y="62331"/>
                  </a:lnTo>
                  <a:lnTo>
                    <a:pt x="195199" y="59855"/>
                  </a:lnTo>
                  <a:close/>
                </a:path>
                <a:path w="237489" h="332104">
                  <a:moveTo>
                    <a:pt x="197485" y="81826"/>
                  </a:moveTo>
                  <a:lnTo>
                    <a:pt x="195643" y="79705"/>
                  </a:lnTo>
                  <a:lnTo>
                    <a:pt x="191173" y="80911"/>
                  </a:lnTo>
                  <a:lnTo>
                    <a:pt x="190271" y="83794"/>
                  </a:lnTo>
                  <a:lnTo>
                    <a:pt x="191960" y="85344"/>
                  </a:lnTo>
                  <a:lnTo>
                    <a:pt x="194144" y="87312"/>
                  </a:lnTo>
                  <a:lnTo>
                    <a:pt x="196418" y="87007"/>
                  </a:lnTo>
                  <a:lnTo>
                    <a:pt x="196938" y="84429"/>
                  </a:lnTo>
                  <a:lnTo>
                    <a:pt x="197027" y="84023"/>
                  </a:lnTo>
                  <a:lnTo>
                    <a:pt x="197485" y="81826"/>
                  </a:lnTo>
                  <a:close/>
                </a:path>
                <a:path w="237489" h="332104">
                  <a:moveTo>
                    <a:pt x="202349" y="48018"/>
                  </a:moveTo>
                  <a:lnTo>
                    <a:pt x="200672" y="42024"/>
                  </a:lnTo>
                  <a:lnTo>
                    <a:pt x="197586" y="40271"/>
                  </a:lnTo>
                  <a:lnTo>
                    <a:pt x="191592" y="41897"/>
                  </a:lnTo>
                  <a:lnTo>
                    <a:pt x="189242" y="46164"/>
                  </a:lnTo>
                  <a:lnTo>
                    <a:pt x="191427" y="49022"/>
                  </a:lnTo>
                  <a:lnTo>
                    <a:pt x="192849" y="50888"/>
                  </a:lnTo>
                  <a:lnTo>
                    <a:pt x="194462" y="51955"/>
                  </a:lnTo>
                  <a:lnTo>
                    <a:pt x="200126" y="51142"/>
                  </a:lnTo>
                  <a:lnTo>
                    <a:pt x="202349" y="48018"/>
                  </a:lnTo>
                  <a:close/>
                </a:path>
                <a:path w="237489" h="332104">
                  <a:moveTo>
                    <a:pt x="205587" y="86372"/>
                  </a:moveTo>
                  <a:lnTo>
                    <a:pt x="205105" y="86372"/>
                  </a:lnTo>
                  <a:lnTo>
                    <a:pt x="205105" y="86741"/>
                  </a:lnTo>
                  <a:lnTo>
                    <a:pt x="205346" y="86741"/>
                  </a:lnTo>
                  <a:lnTo>
                    <a:pt x="205587" y="86741"/>
                  </a:lnTo>
                  <a:lnTo>
                    <a:pt x="205587" y="86372"/>
                  </a:lnTo>
                  <a:close/>
                </a:path>
                <a:path w="237489" h="332104">
                  <a:moveTo>
                    <a:pt x="205600" y="58051"/>
                  </a:moveTo>
                  <a:lnTo>
                    <a:pt x="205079" y="58051"/>
                  </a:lnTo>
                  <a:lnTo>
                    <a:pt x="205079" y="58445"/>
                  </a:lnTo>
                  <a:lnTo>
                    <a:pt x="205346" y="58445"/>
                  </a:lnTo>
                  <a:lnTo>
                    <a:pt x="205600" y="58445"/>
                  </a:lnTo>
                  <a:lnTo>
                    <a:pt x="205600" y="58051"/>
                  </a:lnTo>
                  <a:close/>
                </a:path>
                <a:path w="237489" h="332104">
                  <a:moveTo>
                    <a:pt x="207175" y="58712"/>
                  </a:moveTo>
                  <a:lnTo>
                    <a:pt x="199618" y="58712"/>
                  </a:lnTo>
                  <a:lnTo>
                    <a:pt x="199618" y="64516"/>
                  </a:lnTo>
                  <a:lnTo>
                    <a:pt x="203403" y="64516"/>
                  </a:lnTo>
                  <a:lnTo>
                    <a:pt x="207175" y="64516"/>
                  </a:lnTo>
                  <a:lnTo>
                    <a:pt x="207175" y="58712"/>
                  </a:lnTo>
                  <a:close/>
                </a:path>
                <a:path w="237489" h="332104">
                  <a:moveTo>
                    <a:pt x="209384" y="28003"/>
                  </a:moveTo>
                  <a:lnTo>
                    <a:pt x="200355" y="28003"/>
                  </a:lnTo>
                  <a:lnTo>
                    <a:pt x="200355" y="34925"/>
                  </a:lnTo>
                  <a:lnTo>
                    <a:pt x="204876" y="34925"/>
                  </a:lnTo>
                  <a:lnTo>
                    <a:pt x="209384" y="34925"/>
                  </a:lnTo>
                  <a:lnTo>
                    <a:pt x="209384" y="28003"/>
                  </a:lnTo>
                  <a:close/>
                </a:path>
                <a:path w="237489" h="332104">
                  <a:moveTo>
                    <a:pt x="217385" y="65112"/>
                  </a:moveTo>
                  <a:lnTo>
                    <a:pt x="215480" y="60121"/>
                  </a:lnTo>
                  <a:lnTo>
                    <a:pt x="211124" y="64439"/>
                  </a:lnTo>
                  <a:lnTo>
                    <a:pt x="214579" y="65722"/>
                  </a:lnTo>
                  <a:lnTo>
                    <a:pt x="216179" y="66319"/>
                  </a:lnTo>
                  <a:lnTo>
                    <a:pt x="217385" y="65112"/>
                  </a:lnTo>
                  <a:close/>
                </a:path>
                <a:path w="237489" h="332104">
                  <a:moveTo>
                    <a:pt x="220649" y="82372"/>
                  </a:moveTo>
                  <a:lnTo>
                    <a:pt x="217233" y="82372"/>
                  </a:lnTo>
                  <a:lnTo>
                    <a:pt x="217233" y="84988"/>
                  </a:lnTo>
                  <a:lnTo>
                    <a:pt x="218935" y="84988"/>
                  </a:lnTo>
                  <a:lnTo>
                    <a:pt x="220649" y="84988"/>
                  </a:lnTo>
                  <a:lnTo>
                    <a:pt x="220649" y="82372"/>
                  </a:lnTo>
                  <a:close/>
                </a:path>
                <a:path w="237489" h="332104">
                  <a:moveTo>
                    <a:pt x="237121" y="331584"/>
                  </a:moveTo>
                  <a:lnTo>
                    <a:pt x="235381" y="328066"/>
                  </a:lnTo>
                  <a:lnTo>
                    <a:pt x="234632" y="326529"/>
                  </a:lnTo>
                  <a:lnTo>
                    <a:pt x="232867" y="326529"/>
                  </a:lnTo>
                  <a:lnTo>
                    <a:pt x="232270" y="327723"/>
                  </a:lnTo>
                  <a:lnTo>
                    <a:pt x="232117" y="328066"/>
                  </a:lnTo>
                  <a:lnTo>
                    <a:pt x="230378" y="331584"/>
                  </a:lnTo>
                  <a:lnTo>
                    <a:pt x="237121" y="33158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498396" y="7733162"/>
              <a:ext cx="325120" cy="376555"/>
            </a:xfrm>
            <a:custGeom>
              <a:avLst/>
              <a:gdLst/>
              <a:ahLst/>
              <a:cxnLst/>
              <a:rect l="l" t="t" r="r" b="b"/>
              <a:pathLst>
                <a:path w="325119" h="376554">
                  <a:moveTo>
                    <a:pt x="7632" y="219036"/>
                  </a:moveTo>
                  <a:lnTo>
                    <a:pt x="7302" y="219036"/>
                  </a:lnTo>
                  <a:lnTo>
                    <a:pt x="7302" y="219290"/>
                  </a:lnTo>
                  <a:lnTo>
                    <a:pt x="7467" y="219290"/>
                  </a:lnTo>
                  <a:lnTo>
                    <a:pt x="7632" y="219290"/>
                  </a:lnTo>
                  <a:lnTo>
                    <a:pt x="7632" y="219036"/>
                  </a:lnTo>
                  <a:close/>
                </a:path>
                <a:path w="325119" h="376554">
                  <a:moveTo>
                    <a:pt x="8102" y="271068"/>
                  </a:moveTo>
                  <a:lnTo>
                    <a:pt x="7454" y="269443"/>
                  </a:lnTo>
                  <a:lnTo>
                    <a:pt x="7200" y="269024"/>
                  </a:lnTo>
                  <a:lnTo>
                    <a:pt x="5232" y="266865"/>
                  </a:lnTo>
                  <a:lnTo>
                    <a:pt x="2755" y="269328"/>
                  </a:lnTo>
                  <a:lnTo>
                    <a:pt x="7023" y="272122"/>
                  </a:lnTo>
                  <a:lnTo>
                    <a:pt x="8102" y="271068"/>
                  </a:lnTo>
                  <a:close/>
                </a:path>
                <a:path w="325119" h="376554">
                  <a:moveTo>
                    <a:pt x="8420" y="242608"/>
                  </a:moveTo>
                  <a:lnTo>
                    <a:pt x="7239" y="240842"/>
                  </a:lnTo>
                  <a:lnTo>
                    <a:pt x="7099" y="241325"/>
                  </a:lnTo>
                  <a:lnTo>
                    <a:pt x="7175" y="240766"/>
                  </a:lnTo>
                  <a:lnTo>
                    <a:pt x="7696" y="239255"/>
                  </a:lnTo>
                  <a:lnTo>
                    <a:pt x="6858" y="239001"/>
                  </a:lnTo>
                  <a:lnTo>
                    <a:pt x="2654" y="237718"/>
                  </a:lnTo>
                  <a:lnTo>
                    <a:pt x="0" y="241566"/>
                  </a:lnTo>
                  <a:lnTo>
                    <a:pt x="4711" y="245529"/>
                  </a:lnTo>
                  <a:lnTo>
                    <a:pt x="8305" y="242709"/>
                  </a:lnTo>
                  <a:close/>
                </a:path>
                <a:path w="325119" h="376554">
                  <a:moveTo>
                    <a:pt x="8826" y="286969"/>
                  </a:moveTo>
                  <a:lnTo>
                    <a:pt x="7874" y="283375"/>
                  </a:lnTo>
                  <a:lnTo>
                    <a:pt x="4572" y="284543"/>
                  </a:lnTo>
                  <a:lnTo>
                    <a:pt x="5473" y="286524"/>
                  </a:lnTo>
                  <a:lnTo>
                    <a:pt x="5448" y="286677"/>
                  </a:lnTo>
                  <a:lnTo>
                    <a:pt x="5257" y="287985"/>
                  </a:lnTo>
                  <a:lnTo>
                    <a:pt x="5956" y="288582"/>
                  </a:lnTo>
                  <a:lnTo>
                    <a:pt x="8229" y="288480"/>
                  </a:lnTo>
                  <a:lnTo>
                    <a:pt x="8826" y="286969"/>
                  </a:lnTo>
                  <a:close/>
                </a:path>
                <a:path w="325119" h="376554">
                  <a:moveTo>
                    <a:pt x="10033" y="191223"/>
                  </a:moveTo>
                  <a:lnTo>
                    <a:pt x="9093" y="189230"/>
                  </a:lnTo>
                  <a:lnTo>
                    <a:pt x="8280" y="187502"/>
                  </a:lnTo>
                  <a:lnTo>
                    <a:pt x="7899" y="186664"/>
                  </a:lnTo>
                  <a:lnTo>
                    <a:pt x="6464" y="187083"/>
                  </a:lnTo>
                  <a:lnTo>
                    <a:pt x="6743" y="191985"/>
                  </a:lnTo>
                  <a:lnTo>
                    <a:pt x="10033" y="191223"/>
                  </a:lnTo>
                  <a:close/>
                </a:path>
                <a:path w="325119" h="376554">
                  <a:moveTo>
                    <a:pt x="12496" y="310248"/>
                  </a:moveTo>
                  <a:lnTo>
                    <a:pt x="7302" y="310248"/>
                  </a:lnTo>
                  <a:lnTo>
                    <a:pt x="7289" y="314236"/>
                  </a:lnTo>
                  <a:lnTo>
                    <a:pt x="9893" y="314236"/>
                  </a:lnTo>
                  <a:lnTo>
                    <a:pt x="12496" y="314236"/>
                  </a:lnTo>
                  <a:lnTo>
                    <a:pt x="12496" y="310248"/>
                  </a:lnTo>
                  <a:close/>
                </a:path>
                <a:path w="325119" h="376554">
                  <a:moveTo>
                    <a:pt x="12903" y="195643"/>
                  </a:moveTo>
                  <a:lnTo>
                    <a:pt x="7861" y="195643"/>
                  </a:lnTo>
                  <a:lnTo>
                    <a:pt x="7861" y="199504"/>
                  </a:lnTo>
                  <a:lnTo>
                    <a:pt x="10375" y="199504"/>
                  </a:lnTo>
                  <a:lnTo>
                    <a:pt x="12890" y="199504"/>
                  </a:lnTo>
                  <a:lnTo>
                    <a:pt x="12903" y="195643"/>
                  </a:lnTo>
                  <a:close/>
                </a:path>
                <a:path w="325119" h="376554">
                  <a:moveTo>
                    <a:pt x="13220" y="338607"/>
                  </a:moveTo>
                  <a:lnTo>
                    <a:pt x="12776" y="338035"/>
                  </a:lnTo>
                  <a:lnTo>
                    <a:pt x="12750" y="338607"/>
                  </a:lnTo>
                  <a:lnTo>
                    <a:pt x="12750" y="338010"/>
                  </a:lnTo>
                  <a:lnTo>
                    <a:pt x="12814" y="337045"/>
                  </a:lnTo>
                  <a:lnTo>
                    <a:pt x="12814" y="336842"/>
                  </a:lnTo>
                  <a:lnTo>
                    <a:pt x="9575" y="336169"/>
                  </a:lnTo>
                  <a:lnTo>
                    <a:pt x="7937" y="338607"/>
                  </a:lnTo>
                  <a:lnTo>
                    <a:pt x="10350" y="340575"/>
                  </a:lnTo>
                  <a:lnTo>
                    <a:pt x="11087" y="340766"/>
                  </a:lnTo>
                  <a:lnTo>
                    <a:pt x="12776" y="339801"/>
                  </a:lnTo>
                  <a:lnTo>
                    <a:pt x="13208" y="338886"/>
                  </a:lnTo>
                  <a:lnTo>
                    <a:pt x="13220" y="338607"/>
                  </a:lnTo>
                  <a:close/>
                </a:path>
                <a:path w="325119" h="376554">
                  <a:moveTo>
                    <a:pt x="14528" y="365302"/>
                  </a:moveTo>
                  <a:lnTo>
                    <a:pt x="14008" y="365302"/>
                  </a:lnTo>
                  <a:lnTo>
                    <a:pt x="14008" y="365696"/>
                  </a:lnTo>
                  <a:lnTo>
                    <a:pt x="14262" y="365696"/>
                  </a:lnTo>
                  <a:lnTo>
                    <a:pt x="14528" y="365696"/>
                  </a:lnTo>
                  <a:lnTo>
                    <a:pt x="14528" y="365302"/>
                  </a:lnTo>
                  <a:close/>
                </a:path>
                <a:path w="325119" h="376554">
                  <a:moveTo>
                    <a:pt x="17195" y="209664"/>
                  </a:moveTo>
                  <a:lnTo>
                    <a:pt x="16141" y="208864"/>
                  </a:lnTo>
                  <a:lnTo>
                    <a:pt x="15786" y="208610"/>
                  </a:lnTo>
                  <a:lnTo>
                    <a:pt x="15417" y="208330"/>
                  </a:lnTo>
                  <a:lnTo>
                    <a:pt x="14579" y="207708"/>
                  </a:lnTo>
                  <a:lnTo>
                    <a:pt x="13830" y="208445"/>
                  </a:lnTo>
                  <a:lnTo>
                    <a:pt x="14211" y="208915"/>
                  </a:lnTo>
                  <a:lnTo>
                    <a:pt x="14465" y="209270"/>
                  </a:lnTo>
                  <a:lnTo>
                    <a:pt x="15011" y="209981"/>
                  </a:lnTo>
                  <a:lnTo>
                    <a:pt x="15811" y="211023"/>
                  </a:lnTo>
                  <a:lnTo>
                    <a:pt x="17195" y="209664"/>
                  </a:lnTo>
                  <a:close/>
                </a:path>
                <a:path w="325119" h="376554">
                  <a:moveTo>
                    <a:pt x="27800" y="196557"/>
                  </a:moveTo>
                  <a:lnTo>
                    <a:pt x="20154" y="196557"/>
                  </a:lnTo>
                  <a:lnTo>
                    <a:pt x="20154" y="202425"/>
                  </a:lnTo>
                  <a:lnTo>
                    <a:pt x="23977" y="202425"/>
                  </a:lnTo>
                  <a:lnTo>
                    <a:pt x="27800" y="202425"/>
                  </a:lnTo>
                  <a:lnTo>
                    <a:pt x="27800" y="196557"/>
                  </a:lnTo>
                  <a:close/>
                </a:path>
                <a:path w="325119" h="376554">
                  <a:moveTo>
                    <a:pt x="30226" y="234467"/>
                  </a:moveTo>
                  <a:lnTo>
                    <a:pt x="22580" y="234467"/>
                  </a:lnTo>
                  <a:lnTo>
                    <a:pt x="22580" y="240322"/>
                  </a:lnTo>
                  <a:lnTo>
                    <a:pt x="26403" y="240322"/>
                  </a:lnTo>
                  <a:lnTo>
                    <a:pt x="30226" y="240322"/>
                  </a:lnTo>
                  <a:lnTo>
                    <a:pt x="30226" y="234467"/>
                  </a:lnTo>
                  <a:close/>
                </a:path>
                <a:path w="325119" h="376554">
                  <a:moveTo>
                    <a:pt x="35560" y="356654"/>
                  </a:moveTo>
                  <a:lnTo>
                    <a:pt x="34340" y="354393"/>
                  </a:lnTo>
                  <a:lnTo>
                    <a:pt x="31089" y="354393"/>
                  </a:lnTo>
                  <a:lnTo>
                    <a:pt x="29870" y="356666"/>
                  </a:lnTo>
                  <a:lnTo>
                    <a:pt x="31292" y="357797"/>
                  </a:lnTo>
                  <a:lnTo>
                    <a:pt x="32308" y="358609"/>
                  </a:lnTo>
                  <a:lnTo>
                    <a:pt x="33134" y="358609"/>
                  </a:lnTo>
                  <a:lnTo>
                    <a:pt x="35560" y="356654"/>
                  </a:lnTo>
                  <a:close/>
                </a:path>
                <a:path w="325119" h="376554">
                  <a:moveTo>
                    <a:pt x="37350" y="334111"/>
                  </a:moveTo>
                  <a:lnTo>
                    <a:pt x="36830" y="334111"/>
                  </a:lnTo>
                  <a:lnTo>
                    <a:pt x="36830" y="334505"/>
                  </a:lnTo>
                  <a:lnTo>
                    <a:pt x="37084" y="334505"/>
                  </a:lnTo>
                  <a:lnTo>
                    <a:pt x="37350" y="334505"/>
                  </a:lnTo>
                  <a:lnTo>
                    <a:pt x="37350" y="334111"/>
                  </a:lnTo>
                  <a:close/>
                </a:path>
                <a:path w="325119" h="376554">
                  <a:moveTo>
                    <a:pt x="40144" y="264731"/>
                  </a:moveTo>
                  <a:lnTo>
                    <a:pt x="37947" y="260451"/>
                  </a:lnTo>
                  <a:lnTo>
                    <a:pt x="29845" y="263537"/>
                  </a:lnTo>
                  <a:lnTo>
                    <a:pt x="34251" y="270268"/>
                  </a:lnTo>
                  <a:lnTo>
                    <a:pt x="37871" y="266865"/>
                  </a:lnTo>
                  <a:lnTo>
                    <a:pt x="40144" y="264731"/>
                  </a:lnTo>
                  <a:close/>
                </a:path>
                <a:path w="325119" h="376554">
                  <a:moveTo>
                    <a:pt x="40982" y="225552"/>
                  </a:moveTo>
                  <a:lnTo>
                    <a:pt x="38773" y="224256"/>
                  </a:lnTo>
                  <a:lnTo>
                    <a:pt x="37541" y="225221"/>
                  </a:lnTo>
                  <a:lnTo>
                    <a:pt x="36715" y="225412"/>
                  </a:lnTo>
                  <a:lnTo>
                    <a:pt x="35636" y="225793"/>
                  </a:lnTo>
                  <a:lnTo>
                    <a:pt x="35369" y="226949"/>
                  </a:lnTo>
                  <a:lnTo>
                    <a:pt x="37261" y="229222"/>
                  </a:lnTo>
                  <a:lnTo>
                    <a:pt x="39090" y="228498"/>
                  </a:lnTo>
                  <a:lnTo>
                    <a:pt x="40982" y="225552"/>
                  </a:lnTo>
                  <a:close/>
                </a:path>
                <a:path w="325119" h="376554">
                  <a:moveTo>
                    <a:pt x="43243" y="326174"/>
                  </a:moveTo>
                  <a:lnTo>
                    <a:pt x="37820" y="318541"/>
                  </a:lnTo>
                  <a:lnTo>
                    <a:pt x="31788" y="324459"/>
                  </a:lnTo>
                  <a:lnTo>
                    <a:pt x="36334" y="327621"/>
                  </a:lnTo>
                  <a:lnTo>
                    <a:pt x="39535" y="329844"/>
                  </a:lnTo>
                  <a:lnTo>
                    <a:pt x="43243" y="326174"/>
                  </a:lnTo>
                  <a:close/>
                </a:path>
                <a:path w="325119" h="376554">
                  <a:moveTo>
                    <a:pt x="47459" y="297840"/>
                  </a:moveTo>
                  <a:lnTo>
                    <a:pt x="43573" y="296875"/>
                  </a:lnTo>
                  <a:lnTo>
                    <a:pt x="42557" y="296621"/>
                  </a:lnTo>
                  <a:lnTo>
                    <a:pt x="41821" y="296646"/>
                  </a:lnTo>
                  <a:lnTo>
                    <a:pt x="40030" y="297586"/>
                  </a:lnTo>
                  <a:lnTo>
                    <a:pt x="39852" y="298513"/>
                  </a:lnTo>
                  <a:lnTo>
                    <a:pt x="40081" y="300164"/>
                  </a:lnTo>
                  <a:lnTo>
                    <a:pt x="40449" y="300659"/>
                  </a:lnTo>
                  <a:lnTo>
                    <a:pt x="44500" y="303999"/>
                  </a:lnTo>
                  <a:lnTo>
                    <a:pt x="47459" y="297840"/>
                  </a:lnTo>
                  <a:close/>
                </a:path>
                <a:path w="325119" h="376554">
                  <a:moveTo>
                    <a:pt x="50622" y="369392"/>
                  </a:moveTo>
                  <a:lnTo>
                    <a:pt x="42011" y="369392"/>
                  </a:lnTo>
                  <a:lnTo>
                    <a:pt x="41998" y="375996"/>
                  </a:lnTo>
                  <a:lnTo>
                    <a:pt x="46316" y="375996"/>
                  </a:lnTo>
                  <a:lnTo>
                    <a:pt x="50609" y="375996"/>
                  </a:lnTo>
                  <a:lnTo>
                    <a:pt x="50622" y="369392"/>
                  </a:lnTo>
                  <a:close/>
                </a:path>
                <a:path w="325119" h="376554">
                  <a:moveTo>
                    <a:pt x="51676" y="335419"/>
                  </a:moveTo>
                  <a:lnTo>
                    <a:pt x="50863" y="333514"/>
                  </a:lnTo>
                  <a:lnTo>
                    <a:pt x="50736" y="333235"/>
                  </a:lnTo>
                  <a:lnTo>
                    <a:pt x="50685" y="333082"/>
                  </a:lnTo>
                  <a:lnTo>
                    <a:pt x="50279" y="332143"/>
                  </a:lnTo>
                  <a:lnTo>
                    <a:pt x="49136" y="332143"/>
                  </a:lnTo>
                  <a:lnTo>
                    <a:pt x="48679" y="333235"/>
                  </a:lnTo>
                  <a:lnTo>
                    <a:pt x="48552" y="333514"/>
                  </a:lnTo>
                  <a:lnTo>
                    <a:pt x="47752" y="335407"/>
                  </a:lnTo>
                  <a:lnTo>
                    <a:pt x="51676" y="335419"/>
                  </a:lnTo>
                  <a:close/>
                </a:path>
                <a:path w="325119" h="376554">
                  <a:moveTo>
                    <a:pt x="55308" y="342265"/>
                  </a:moveTo>
                  <a:lnTo>
                    <a:pt x="55054" y="342265"/>
                  </a:lnTo>
                  <a:lnTo>
                    <a:pt x="53822" y="342265"/>
                  </a:lnTo>
                  <a:lnTo>
                    <a:pt x="53822" y="342671"/>
                  </a:lnTo>
                  <a:lnTo>
                    <a:pt x="55308" y="342671"/>
                  </a:lnTo>
                  <a:lnTo>
                    <a:pt x="55308" y="342265"/>
                  </a:lnTo>
                  <a:close/>
                </a:path>
                <a:path w="325119" h="376554">
                  <a:moveTo>
                    <a:pt x="56705" y="223266"/>
                  </a:moveTo>
                  <a:lnTo>
                    <a:pt x="54317" y="220878"/>
                  </a:lnTo>
                  <a:lnTo>
                    <a:pt x="51993" y="221716"/>
                  </a:lnTo>
                  <a:lnTo>
                    <a:pt x="52057" y="223481"/>
                  </a:lnTo>
                  <a:lnTo>
                    <a:pt x="52070" y="223634"/>
                  </a:lnTo>
                  <a:lnTo>
                    <a:pt x="52070" y="223812"/>
                  </a:lnTo>
                  <a:lnTo>
                    <a:pt x="52108" y="224790"/>
                  </a:lnTo>
                  <a:lnTo>
                    <a:pt x="52755" y="225425"/>
                  </a:lnTo>
                  <a:lnTo>
                    <a:pt x="53606" y="225463"/>
                  </a:lnTo>
                  <a:lnTo>
                    <a:pt x="53759" y="225463"/>
                  </a:lnTo>
                  <a:lnTo>
                    <a:pt x="54076" y="225475"/>
                  </a:lnTo>
                  <a:lnTo>
                    <a:pt x="55867" y="225539"/>
                  </a:lnTo>
                  <a:lnTo>
                    <a:pt x="56705" y="223266"/>
                  </a:lnTo>
                  <a:close/>
                </a:path>
                <a:path w="325119" h="376554">
                  <a:moveTo>
                    <a:pt x="58877" y="285699"/>
                  </a:moveTo>
                  <a:lnTo>
                    <a:pt x="52209" y="285699"/>
                  </a:lnTo>
                  <a:lnTo>
                    <a:pt x="52197" y="290804"/>
                  </a:lnTo>
                  <a:lnTo>
                    <a:pt x="55537" y="290804"/>
                  </a:lnTo>
                  <a:lnTo>
                    <a:pt x="58864" y="290804"/>
                  </a:lnTo>
                  <a:lnTo>
                    <a:pt x="58877" y="285699"/>
                  </a:lnTo>
                  <a:close/>
                </a:path>
                <a:path w="325119" h="376554">
                  <a:moveTo>
                    <a:pt x="64376" y="256349"/>
                  </a:moveTo>
                  <a:lnTo>
                    <a:pt x="63030" y="254000"/>
                  </a:lnTo>
                  <a:lnTo>
                    <a:pt x="60883" y="254101"/>
                  </a:lnTo>
                  <a:lnTo>
                    <a:pt x="59918" y="254152"/>
                  </a:lnTo>
                  <a:lnTo>
                    <a:pt x="59220" y="254304"/>
                  </a:lnTo>
                  <a:lnTo>
                    <a:pt x="57264" y="255231"/>
                  </a:lnTo>
                  <a:lnTo>
                    <a:pt x="57099" y="256667"/>
                  </a:lnTo>
                  <a:lnTo>
                    <a:pt x="57912" y="258267"/>
                  </a:lnTo>
                  <a:lnTo>
                    <a:pt x="58229" y="258635"/>
                  </a:lnTo>
                  <a:lnTo>
                    <a:pt x="60363" y="260426"/>
                  </a:lnTo>
                  <a:lnTo>
                    <a:pt x="62750" y="260159"/>
                  </a:lnTo>
                  <a:lnTo>
                    <a:pt x="64376" y="256349"/>
                  </a:lnTo>
                  <a:close/>
                </a:path>
                <a:path w="325119" h="376554">
                  <a:moveTo>
                    <a:pt x="70599" y="249123"/>
                  </a:moveTo>
                  <a:lnTo>
                    <a:pt x="68643" y="249123"/>
                  </a:lnTo>
                  <a:lnTo>
                    <a:pt x="68643" y="250621"/>
                  </a:lnTo>
                  <a:lnTo>
                    <a:pt x="69621" y="250621"/>
                  </a:lnTo>
                  <a:lnTo>
                    <a:pt x="70599" y="250621"/>
                  </a:lnTo>
                  <a:lnTo>
                    <a:pt x="70599" y="249123"/>
                  </a:lnTo>
                  <a:close/>
                </a:path>
                <a:path w="325119" h="376554">
                  <a:moveTo>
                    <a:pt x="73177" y="328117"/>
                  </a:moveTo>
                  <a:lnTo>
                    <a:pt x="69545" y="323583"/>
                  </a:lnTo>
                  <a:lnTo>
                    <a:pt x="66230" y="324662"/>
                  </a:lnTo>
                  <a:lnTo>
                    <a:pt x="64338" y="329095"/>
                  </a:lnTo>
                  <a:lnTo>
                    <a:pt x="66078" y="331609"/>
                  </a:lnTo>
                  <a:lnTo>
                    <a:pt x="68630" y="331673"/>
                  </a:lnTo>
                  <a:lnTo>
                    <a:pt x="72313" y="331762"/>
                  </a:lnTo>
                  <a:lnTo>
                    <a:pt x="73177" y="328117"/>
                  </a:lnTo>
                  <a:close/>
                </a:path>
                <a:path w="325119" h="376554">
                  <a:moveTo>
                    <a:pt x="74891" y="232600"/>
                  </a:moveTo>
                  <a:lnTo>
                    <a:pt x="71158" y="232600"/>
                  </a:lnTo>
                  <a:lnTo>
                    <a:pt x="71145" y="235470"/>
                  </a:lnTo>
                  <a:lnTo>
                    <a:pt x="73012" y="235470"/>
                  </a:lnTo>
                  <a:lnTo>
                    <a:pt x="74879" y="235470"/>
                  </a:lnTo>
                  <a:lnTo>
                    <a:pt x="74891" y="232600"/>
                  </a:lnTo>
                  <a:close/>
                </a:path>
                <a:path w="325119" h="376554">
                  <a:moveTo>
                    <a:pt x="76708" y="369214"/>
                  </a:moveTo>
                  <a:lnTo>
                    <a:pt x="71513" y="364210"/>
                  </a:lnTo>
                  <a:lnTo>
                    <a:pt x="67818" y="369557"/>
                  </a:lnTo>
                  <a:lnTo>
                    <a:pt x="71196" y="371119"/>
                  </a:lnTo>
                  <a:lnTo>
                    <a:pt x="73787" y="372313"/>
                  </a:lnTo>
                  <a:lnTo>
                    <a:pt x="76708" y="369214"/>
                  </a:lnTo>
                  <a:close/>
                </a:path>
                <a:path w="325119" h="376554">
                  <a:moveTo>
                    <a:pt x="77495" y="349478"/>
                  </a:moveTo>
                  <a:lnTo>
                    <a:pt x="69519" y="349478"/>
                  </a:lnTo>
                  <a:lnTo>
                    <a:pt x="69519" y="355600"/>
                  </a:lnTo>
                  <a:lnTo>
                    <a:pt x="73507" y="355600"/>
                  </a:lnTo>
                  <a:lnTo>
                    <a:pt x="77482" y="355600"/>
                  </a:lnTo>
                  <a:lnTo>
                    <a:pt x="77495" y="349478"/>
                  </a:lnTo>
                  <a:close/>
                </a:path>
                <a:path w="325119" h="376554">
                  <a:moveTo>
                    <a:pt x="79336" y="291261"/>
                  </a:moveTo>
                  <a:lnTo>
                    <a:pt x="77190" y="290588"/>
                  </a:lnTo>
                  <a:lnTo>
                    <a:pt x="77000" y="290525"/>
                  </a:lnTo>
                  <a:lnTo>
                    <a:pt x="76809" y="290474"/>
                  </a:lnTo>
                  <a:lnTo>
                    <a:pt x="76073" y="290245"/>
                  </a:lnTo>
                  <a:lnTo>
                    <a:pt x="75514" y="290791"/>
                  </a:lnTo>
                  <a:lnTo>
                    <a:pt x="75692" y="291338"/>
                  </a:lnTo>
                  <a:lnTo>
                    <a:pt x="75742" y="291515"/>
                  </a:lnTo>
                  <a:lnTo>
                    <a:pt x="76542" y="294017"/>
                  </a:lnTo>
                  <a:lnTo>
                    <a:pt x="79336" y="291261"/>
                  </a:lnTo>
                  <a:close/>
                </a:path>
                <a:path w="325119" h="376554">
                  <a:moveTo>
                    <a:pt x="82562" y="260337"/>
                  </a:moveTo>
                  <a:lnTo>
                    <a:pt x="82410" y="259702"/>
                  </a:lnTo>
                  <a:lnTo>
                    <a:pt x="82130" y="258572"/>
                  </a:lnTo>
                  <a:lnTo>
                    <a:pt x="79349" y="256514"/>
                  </a:lnTo>
                  <a:lnTo>
                    <a:pt x="78143" y="256781"/>
                  </a:lnTo>
                  <a:lnTo>
                    <a:pt x="75895" y="257746"/>
                  </a:lnTo>
                  <a:lnTo>
                    <a:pt x="75717" y="258572"/>
                  </a:lnTo>
                  <a:lnTo>
                    <a:pt x="75679" y="259702"/>
                  </a:lnTo>
                  <a:lnTo>
                    <a:pt x="75806" y="260311"/>
                  </a:lnTo>
                  <a:lnTo>
                    <a:pt x="76022" y="259702"/>
                  </a:lnTo>
                  <a:lnTo>
                    <a:pt x="75819" y="260337"/>
                  </a:lnTo>
                  <a:lnTo>
                    <a:pt x="76022" y="261340"/>
                  </a:lnTo>
                  <a:lnTo>
                    <a:pt x="75806" y="260311"/>
                  </a:lnTo>
                  <a:lnTo>
                    <a:pt x="74739" y="263347"/>
                  </a:lnTo>
                  <a:lnTo>
                    <a:pt x="79997" y="265595"/>
                  </a:lnTo>
                  <a:lnTo>
                    <a:pt x="82080" y="261340"/>
                  </a:lnTo>
                  <a:lnTo>
                    <a:pt x="82562" y="260337"/>
                  </a:lnTo>
                  <a:close/>
                </a:path>
                <a:path w="325119" h="376554">
                  <a:moveTo>
                    <a:pt x="92684" y="324281"/>
                  </a:moveTo>
                  <a:lnTo>
                    <a:pt x="88938" y="319049"/>
                  </a:lnTo>
                  <a:lnTo>
                    <a:pt x="86258" y="321716"/>
                  </a:lnTo>
                  <a:lnTo>
                    <a:pt x="86004" y="321729"/>
                  </a:lnTo>
                  <a:lnTo>
                    <a:pt x="85775" y="321779"/>
                  </a:lnTo>
                  <a:lnTo>
                    <a:pt x="85572" y="321856"/>
                  </a:lnTo>
                  <a:lnTo>
                    <a:pt x="84467" y="322173"/>
                  </a:lnTo>
                  <a:lnTo>
                    <a:pt x="83921" y="323240"/>
                  </a:lnTo>
                  <a:lnTo>
                    <a:pt x="84404" y="325488"/>
                  </a:lnTo>
                  <a:lnTo>
                    <a:pt x="85140" y="326097"/>
                  </a:lnTo>
                  <a:lnTo>
                    <a:pt x="87160" y="326707"/>
                  </a:lnTo>
                  <a:lnTo>
                    <a:pt x="88176" y="326529"/>
                  </a:lnTo>
                  <a:lnTo>
                    <a:pt x="92684" y="324281"/>
                  </a:lnTo>
                  <a:close/>
                </a:path>
                <a:path w="325119" h="376554">
                  <a:moveTo>
                    <a:pt x="97409" y="339204"/>
                  </a:moveTo>
                  <a:lnTo>
                    <a:pt x="87452" y="339178"/>
                  </a:lnTo>
                  <a:lnTo>
                    <a:pt x="90576" y="347535"/>
                  </a:lnTo>
                  <a:lnTo>
                    <a:pt x="94310" y="347535"/>
                  </a:lnTo>
                  <a:lnTo>
                    <a:pt x="95364" y="344703"/>
                  </a:lnTo>
                  <a:lnTo>
                    <a:pt x="97409" y="339204"/>
                  </a:lnTo>
                  <a:close/>
                </a:path>
                <a:path w="325119" h="376554">
                  <a:moveTo>
                    <a:pt x="98615" y="300164"/>
                  </a:moveTo>
                  <a:lnTo>
                    <a:pt x="96608" y="298932"/>
                  </a:lnTo>
                  <a:lnTo>
                    <a:pt x="95961" y="298538"/>
                  </a:lnTo>
                  <a:lnTo>
                    <a:pt x="95453" y="298208"/>
                  </a:lnTo>
                  <a:lnTo>
                    <a:pt x="93599" y="297903"/>
                  </a:lnTo>
                  <a:lnTo>
                    <a:pt x="92570" y="298958"/>
                  </a:lnTo>
                  <a:lnTo>
                    <a:pt x="93573" y="300672"/>
                  </a:lnTo>
                  <a:lnTo>
                    <a:pt x="94005" y="301015"/>
                  </a:lnTo>
                  <a:lnTo>
                    <a:pt x="96494" y="302920"/>
                  </a:lnTo>
                  <a:lnTo>
                    <a:pt x="98615" y="300164"/>
                  </a:lnTo>
                  <a:close/>
                </a:path>
                <a:path w="325119" h="376554">
                  <a:moveTo>
                    <a:pt x="99822" y="274472"/>
                  </a:moveTo>
                  <a:lnTo>
                    <a:pt x="98856" y="274421"/>
                  </a:lnTo>
                  <a:lnTo>
                    <a:pt x="99822" y="274472"/>
                  </a:lnTo>
                  <a:close/>
                </a:path>
                <a:path w="325119" h="376554">
                  <a:moveTo>
                    <a:pt x="101625" y="271792"/>
                  </a:moveTo>
                  <a:lnTo>
                    <a:pt x="101269" y="270598"/>
                  </a:lnTo>
                  <a:lnTo>
                    <a:pt x="98679" y="270598"/>
                  </a:lnTo>
                  <a:lnTo>
                    <a:pt x="97256" y="270598"/>
                  </a:lnTo>
                  <a:lnTo>
                    <a:pt x="97396" y="270281"/>
                  </a:lnTo>
                  <a:lnTo>
                    <a:pt x="98272" y="270281"/>
                  </a:lnTo>
                  <a:lnTo>
                    <a:pt x="98679" y="270598"/>
                  </a:lnTo>
                  <a:lnTo>
                    <a:pt x="98285" y="270281"/>
                  </a:lnTo>
                  <a:lnTo>
                    <a:pt x="101180" y="270281"/>
                  </a:lnTo>
                  <a:lnTo>
                    <a:pt x="100863" y="269240"/>
                  </a:lnTo>
                  <a:lnTo>
                    <a:pt x="100444" y="267817"/>
                  </a:lnTo>
                  <a:lnTo>
                    <a:pt x="96672" y="267627"/>
                  </a:lnTo>
                  <a:lnTo>
                    <a:pt x="92875" y="272961"/>
                  </a:lnTo>
                  <a:lnTo>
                    <a:pt x="97993" y="275996"/>
                  </a:lnTo>
                  <a:lnTo>
                    <a:pt x="98767" y="274586"/>
                  </a:lnTo>
                  <a:lnTo>
                    <a:pt x="96850" y="274586"/>
                  </a:lnTo>
                  <a:lnTo>
                    <a:pt x="98577" y="274396"/>
                  </a:lnTo>
                  <a:lnTo>
                    <a:pt x="98856" y="274421"/>
                  </a:lnTo>
                  <a:lnTo>
                    <a:pt x="99555" y="274294"/>
                  </a:lnTo>
                  <a:lnTo>
                    <a:pt x="100076" y="274027"/>
                  </a:lnTo>
                  <a:lnTo>
                    <a:pt x="101371" y="272846"/>
                  </a:lnTo>
                  <a:lnTo>
                    <a:pt x="101625" y="271792"/>
                  </a:lnTo>
                  <a:close/>
                </a:path>
                <a:path w="325119" h="376554">
                  <a:moveTo>
                    <a:pt x="107835" y="321894"/>
                  </a:moveTo>
                  <a:lnTo>
                    <a:pt x="107619" y="321551"/>
                  </a:lnTo>
                  <a:lnTo>
                    <a:pt x="107391" y="321665"/>
                  </a:lnTo>
                  <a:lnTo>
                    <a:pt x="107061" y="321818"/>
                  </a:lnTo>
                  <a:lnTo>
                    <a:pt x="106743" y="321983"/>
                  </a:lnTo>
                  <a:lnTo>
                    <a:pt x="106413" y="322148"/>
                  </a:lnTo>
                  <a:lnTo>
                    <a:pt x="106184" y="322262"/>
                  </a:lnTo>
                  <a:lnTo>
                    <a:pt x="106400" y="322605"/>
                  </a:lnTo>
                  <a:lnTo>
                    <a:pt x="106629" y="322491"/>
                  </a:lnTo>
                  <a:lnTo>
                    <a:pt x="106946" y="322326"/>
                  </a:lnTo>
                  <a:lnTo>
                    <a:pt x="107594" y="322008"/>
                  </a:lnTo>
                  <a:lnTo>
                    <a:pt x="107835" y="321894"/>
                  </a:lnTo>
                  <a:close/>
                </a:path>
                <a:path w="325119" h="376554">
                  <a:moveTo>
                    <a:pt x="108724" y="357784"/>
                  </a:moveTo>
                  <a:lnTo>
                    <a:pt x="102387" y="357784"/>
                  </a:lnTo>
                  <a:lnTo>
                    <a:pt x="102374" y="362648"/>
                  </a:lnTo>
                  <a:lnTo>
                    <a:pt x="105549" y="362648"/>
                  </a:lnTo>
                  <a:lnTo>
                    <a:pt x="108724" y="362648"/>
                  </a:lnTo>
                  <a:lnTo>
                    <a:pt x="108724" y="357784"/>
                  </a:lnTo>
                  <a:close/>
                </a:path>
                <a:path w="325119" h="376554">
                  <a:moveTo>
                    <a:pt x="109816" y="323088"/>
                  </a:moveTo>
                  <a:lnTo>
                    <a:pt x="108191" y="323748"/>
                  </a:lnTo>
                  <a:lnTo>
                    <a:pt x="107899" y="323875"/>
                  </a:lnTo>
                  <a:lnTo>
                    <a:pt x="107759" y="323926"/>
                  </a:lnTo>
                  <a:lnTo>
                    <a:pt x="106997" y="324256"/>
                  </a:lnTo>
                  <a:lnTo>
                    <a:pt x="106984" y="325170"/>
                  </a:lnTo>
                  <a:lnTo>
                    <a:pt x="107759" y="325501"/>
                  </a:lnTo>
                  <a:lnTo>
                    <a:pt x="107899" y="325551"/>
                  </a:lnTo>
                  <a:lnTo>
                    <a:pt x="109804" y="326351"/>
                  </a:lnTo>
                  <a:lnTo>
                    <a:pt x="109816" y="323088"/>
                  </a:lnTo>
                  <a:close/>
                </a:path>
                <a:path w="325119" h="376554">
                  <a:moveTo>
                    <a:pt x="118668" y="354888"/>
                  </a:moveTo>
                  <a:lnTo>
                    <a:pt x="114769" y="354888"/>
                  </a:lnTo>
                  <a:lnTo>
                    <a:pt x="114769" y="357873"/>
                  </a:lnTo>
                  <a:lnTo>
                    <a:pt x="116713" y="357873"/>
                  </a:lnTo>
                  <a:lnTo>
                    <a:pt x="118668" y="357873"/>
                  </a:lnTo>
                  <a:lnTo>
                    <a:pt x="118668" y="354888"/>
                  </a:lnTo>
                  <a:close/>
                </a:path>
                <a:path w="325119" h="376554">
                  <a:moveTo>
                    <a:pt x="125577" y="305625"/>
                  </a:moveTo>
                  <a:lnTo>
                    <a:pt x="123190" y="304241"/>
                  </a:lnTo>
                  <a:lnTo>
                    <a:pt x="122377" y="305816"/>
                  </a:lnTo>
                  <a:lnTo>
                    <a:pt x="122072" y="306400"/>
                  </a:lnTo>
                  <a:lnTo>
                    <a:pt x="121958" y="306806"/>
                  </a:lnTo>
                  <a:lnTo>
                    <a:pt x="121742" y="308559"/>
                  </a:lnTo>
                  <a:lnTo>
                    <a:pt x="123240" y="308927"/>
                  </a:lnTo>
                  <a:lnTo>
                    <a:pt x="124345" y="307911"/>
                  </a:lnTo>
                  <a:lnTo>
                    <a:pt x="124510" y="307708"/>
                  </a:lnTo>
                  <a:lnTo>
                    <a:pt x="125577" y="305625"/>
                  </a:lnTo>
                  <a:close/>
                </a:path>
                <a:path w="325119" h="376554">
                  <a:moveTo>
                    <a:pt x="128460" y="294093"/>
                  </a:moveTo>
                  <a:lnTo>
                    <a:pt x="122453" y="294093"/>
                  </a:lnTo>
                  <a:lnTo>
                    <a:pt x="122453" y="298716"/>
                  </a:lnTo>
                  <a:lnTo>
                    <a:pt x="125463" y="298716"/>
                  </a:lnTo>
                  <a:lnTo>
                    <a:pt x="128460" y="298716"/>
                  </a:lnTo>
                  <a:lnTo>
                    <a:pt x="128460" y="294093"/>
                  </a:lnTo>
                  <a:close/>
                </a:path>
                <a:path w="325119" h="376554">
                  <a:moveTo>
                    <a:pt x="132207" y="374078"/>
                  </a:moveTo>
                  <a:lnTo>
                    <a:pt x="131483" y="373900"/>
                  </a:lnTo>
                  <a:lnTo>
                    <a:pt x="131038" y="373773"/>
                  </a:lnTo>
                  <a:lnTo>
                    <a:pt x="129616" y="373392"/>
                  </a:lnTo>
                  <a:lnTo>
                    <a:pt x="129603" y="375831"/>
                  </a:lnTo>
                  <a:lnTo>
                    <a:pt x="131038" y="375450"/>
                  </a:lnTo>
                  <a:lnTo>
                    <a:pt x="131343" y="375373"/>
                  </a:lnTo>
                  <a:lnTo>
                    <a:pt x="131483" y="375335"/>
                  </a:lnTo>
                  <a:lnTo>
                    <a:pt x="132207" y="375145"/>
                  </a:lnTo>
                  <a:lnTo>
                    <a:pt x="132207" y="374078"/>
                  </a:lnTo>
                  <a:close/>
                </a:path>
                <a:path w="325119" h="376554">
                  <a:moveTo>
                    <a:pt x="132524" y="318757"/>
                  </a:moveTo>
                  <a:lnTo>
                    <a:pt x="131991" y="318757"/>
                  </a:lnTo>
                  <a:lnTo>
                    <a:pt x="131991" y="319151"/>
                  </a:lnTo>
                  <a:lnTo>
                    <a:pt x="132257" y="319151"/>
                  </a:lnTo>
                  <a:lnTo>
                    <a:pt x="132524" y="319151"/>
                  </a:lnTo>
                  <a:lnTo>
                    <a:pt x="132524" y="318757"/>
                  </a:lnTo>
                  <a:close/>
                </a:path>
                <a:path w="325119" h="376554">
                  <a:moveTo>
                    <a:pt x="134048" y="335762"/>
                  </a:moveTo>
                  <a:lnTo>
                    <a:pt x="126580" y="335762"/>
                  </a:lnTo>
                  <a:lnTo>
                    <a:pt x="126580" y="341503"/>
                  </a:lnTo>
                  <a:lnTo>
                    <a:pt x="130314" y="341503"/>
                  </a:lnTo>
                  <a:lnTo>
                    <a:pt x="134048" y="341503"/>
                  </a:lnTo>
                  <a:lnTo>
                    <a:pt x="134048" y="335762"/>
                  </a:lnTo>
                  <a:close/>
                </a:path>
                <a:path w="325119" h="376554">
                  <a:moveTo>
                    <a:pt x="139369" y="311975"/>
                  </a:moveTo>
                  <a:lnTo>
                    <a:pt x="138430" y="312420"/>
                  </a:lnTo>
                  <a:lnTo>
                    <a:pt x="138607" y="313270"/>
                  </a:lnTo>
                  <a:lnTo>
                    <a:pt x="139369" y="311975"/>
                  </a:lnTo>
                  <a:close/>
                </a:path>
                <a:path w="325119" h="376554">
                  <a:moveTo>
                    <a:pt x="145757" y="314071"/>
                  </a:moveTo>
                  <a:lnTo>
                    <a:pt x="144995" y="313093"/>
                  </a:lnTo>
                  <a:lnTo>
                    <a:pt x="143738" y="311454"/>
                  </a:lnTo>
                  <a:lnTo>
                    <a:pt x="142379" y="310756"/>
                  </a:lnTo>
                  <a:lnTo>
                    <a:pt x="141643" y="311035"/>
                  </a:lnTo>
                  <a:lnTo>
                    <a:pt x="140665" y="311391"/>
                  </a:lnTo>
                  <a:lnTo>
                    <a:pt x="140665" y="315836"/>
                  </a:lnTo>
                  <a:lnTo>
                    <a:pt x="140576" y="316103"/>
                  </a:lnTo>
                  <a:lnTo>
                    <a:pt x="140512" y="315722"/>
                  </a:lnTo>
                  <a:lnTo>
                    <a:pt x="140576" y="313817"/>
                  </a:lnTo>
                  <a:lnTo>
                    <a:pt x="140576" y="312712"/>
                  </a:lnTo>
                  <a:lnTo>
                    <a:pt x="140665" y="315836"/>
                  </a:lnTo>
                  <a:lnTo>
                    <a:pt x="140665" y="311391"/>
                  </a:lnTo>
                  <a:lnTo>
                    <a:pt x="140144" y="311619"/>
                  </a:lnTo>
                  <a:lnTo>
                    <a:pt x="139420" y="311912"/>
                  </a:lnTo>
                  <a:lnTo>
                    <a:pt x="138722" y="313093"/>
                  </a:lnTo>
                  <a:lnTo>
                    <a:pt x="138658" y="313474"/>
                  </a:lnTo>
                  <a:lnTo>
                    <a:pt x="139141" y="315709"/>
                  </a:lnTo>
                  <a:lnTo>
                    <a:pt x="139827" y="316433"/>
                  </a:lnTo>
                  <a:lnTo>
                    <a:pt x="141617" y="317068"/>
                  </a:lnTo>
                  <a:lnTo>
                    <a:pt x="142760" y="316750"/>
                  </a:lnTo>
                  <a:lnTo>
                    <a:pt x="143383" y="316636"/>
                  </a:lnTo>
                  <a:lnTo>
                    <a:pt x="144691" y="316395"/>
                  </a:lnTo>
                  <a:lnTo>
                    <a:pt x="144957" y="315836"/>
                  </a:lnTo>
                  <a:lnTo>
                    <a:pt x="145757" y="314071"/>
                  </a:lnTo>
                  <a:close/>
                </a:path>
                <a:path w="325119" h="376554">
                  <a:moveTo>
                    <a:pt x="148361" y="331571"/>
                  </a:moveTo>
                  <a:lnTo>
                    <a:pt x="146926" y="329615"/>
                  </a:lnTo>
                  <a:lnTo>
                    <a:pt x="144881" y="329526"/>
                  </a:lnTo>
                  <a:lnTo>
                    <a:pt x="141592" y="329374"/>
                  </a:lnTo>
                  <a:lnTo>
                    <a:pt x="140906" y="332117"/>
                  </a:lnTo>
                  <a:lnTo>
                    <a:pt x="144157" y="336016"/>
                  </a:lnTo>
                  <a:lnTo>
                    <a:pt x="146812" y="335203"/>
                  </a:lnTo>
                  <a:lnTo>
                    <a:pt x="148361" y="331571"/>
                  </a:lnTo>
                  <a:close/>
                </a:path>
                <a:path w="325119" h="376554">
                  <a:moveTo>
                    <a:pt x="152946" y="363423"/>
                  </a:moveTo>
                  <a:lnTo>
                    <a:pt x="151853" y="361962"/>
                  </a:lnTo>
                  <a:lnTo>
                    <a:pt x="150495" y="360133"/>
                  </a:lnTo>
                  <a:lnTo>
                    <a:pt x="148729" y="360641"/>
                  </a:lnTo>
                  <a:lnTo>
                    <a:pt x="149136" y="361962"/>
                  </a:lnTo>
                  <a:lnTo>
                    <a:pt x="149225" y="362292"/>
                  </a:lnTo>
                  <a:lnTo>
                    <a:pt x="149428" y="362966"/>
                  </a:lnTo>
                  <a:lnTo>
                    <a:pt x="150012" y="364896"/>
                  </a:lnTo>
                  <a:lnTo>
                    <a:pt x="152946" y="363423"/>
                  </a:lnTo>
                  <a:close/>
                </a:path>
                <a:path w="325119" h="376554">
                  <a:moveTo>
                    <a:pt x="158953" y="344792"/>
                  </a:moveTo>
                  <a:lnTo>
                    <a:pt x="154381" y="344017"/>
                  </a:lnTo>
                  <a:lnTo>
                    <a:pt x="153009" y="343776"/>
                  </a:lnTo>
                  <a:lnTo>
                    <a:pt x="151396" y="343827"/>
                  </a:lnTo>
                  <a:lnTo>
                    <a:pt x="149860" y="346494"/>
                  </a:lnTo>
                  <a:lnTo>
                    <a:pt x="150495" y="347954"/>
                  </a:lnTo>
                  <a:lnTo>
                    <a:pt x="155282" y="352539"/>
                  </a:lnTo>
                  <a:lnTo>
                    <a:pt x="158953" y="344792"/>
                  </a:lnTo>
                  <a:close/>
                </a:path>
                <a:path w="325119" h="376554">
                  <a:moveTo>
                    <a:pt x="165290" y="365277"/>
                  </a:moveTo>
                  <a:lnTo>
                    <a:pt x="158457" y="365277"/>
                  </a:lnTo>
                  <a:lnTo>
                    <a:pt x="158457" y="370509"/>
                  </a:lnTo>
                  <a:lnTo>
                    <a:pt x="161874" y="370509"/>
                  </a:lnTo>
                  <a:lnTo>
                    <a:pt x="165290" y="370509"/>
                  </a:lnTo>
                  <a:lnTo>
                    <a:pt x="165290" y="365277"/>
                  </a:lnTo>
                  <a:close/>
                </a:path>
                <a:path w="325119" h="376554">
                  <a:moveTo>
                    <a:pt x="171157" y="370814"/>
                  </a:moveTo>
                  <a:lnTo>
                    <a:pt x="170840" y="370547"/>
                  </a:lnTo>
                  <a:lnTo>
                    <a:pt x="170307" y="370116"/>
                  </a:lnTo>
                  <a:lnTo>
                    <a:pt x="170053" y="369912"/>
                  </a:lnTo>
                  <a:lnTo>
                    <a:pt x="169735" y="370217"/>
                  </a:lnTo>
                  <a:lnTo>
                    <a:pt x="170091" y="370649"/>
                  </a:lnTo>
                  <a:lnTo>
                    <a:pt x="170243" y="370814"/>
                  </a:lnTo>
                  <a:lnTo>
                    <a:pt x="170649" y="371309"/>
                  </a:lnTo>
                  <a:lnTo>
                    <a:pt x="171157" y="370814"/>
                  </a:lnTo>
                  <a:close/>
                </a:path>
                <a:path w="325119" h="376554">
                  <a:moveTo>
                    <a:pt x="181902" y="33058"/>
                  </a:moveTo>
                  <a:lnTo>
                    <a:pt x="181660" y="31851"/>
                  </a:lnTo>
                  <a:lnTo>
                    <a:pt x="181571" y="31394"/>
                  </a:lnTo>
                  <a:lnTo>
                    <a:pt x="181444" y="30772"/>
                  </a:lnTo>
                  <a:lnTo>
                    <a:pt x="180416" y="30772"/>
                  </a:lnTo>
                  <a:lnTo>
                    <a:pt x="180225" y="31699"/>
                  </a:lnTo>
                  <a:lnTo>
                    <a:pt x="180200" y="31851"/>
                  </a:lnTo>
                  <a:lnTo>
                    <a:pt x="179959" y="33058"/>
                  </a:lnTo>
                  <a:lnTo>
                    <a:pt x="181902" y="33058"/>
                  </a:lnTo>
                  <a:close/>
                </a:path>
                <a:path w="325119" h="376554">
                  <a:moveTo>
                    <a:pt x="182841" y="13182"/>
                  </a:moveTo>
                  <a:lnTo>
                    <a:pt x="181686" y="11582"/>
                  </a:lnTo>
                  <a:lnTo>
                    <a:pt x="180276" y="9639"/>
                  </a:lnTo>
                  <a:lnTo>
                    <a:pt x="178663" y="9639"/>
                  </a:lnTo>
                  <a:lnTo>
                    <a:pt x="177749" y="10896"/>
                  </a:lnTo>
                  <a:lnTo>
                    <a:pt x="177596" y="11137"/>
                  </a:lnTo>
                  <a:lnTo>
                    <a:pt x="176098" y="13182"/>
                  </a:lnTo>
                  <a:lnTo>
                    <a:pt x="177673" y="15379"/>
                  </a:lnTo>
                  <a:lnTo>
                    <a:pt x="181279" y="15379"/>
                  </a:lnTo>
                  <a:lnTo>
                    <a:pt x="182841" y="13182"/>
                  </a:lnTo>
                  <a:close/>
                </a:path>
                <a:path w="325119" h="376554">
                  <a:moveTo>
                    <a:pt x="184353" y="0"/>
                  </a:moveTo>
                  <a:lnTo>
                    <a:pt x="174599" y="0"/>
                  </a:lnTo>
                  <a:lnTo>
                    <a:pt x="174599" y="7480"/>
                  </a:lnTo>
                  <a:lnTo>
                    <a:pt x="179476" y="7480"/>
                  </a:lnTo>
                  <a:lnTo>
                    <a:pt x="184340" y="7480"/>
                  </a:lnTo>
                  <a:lnTo>
                    <a:pt x="184353" y="0"/>
                  </a:lnTo>
                  <a:close/>
                </a:path>
                <a:path w="325119" h="376554">
                  <a:moveTo>
                    <a:pt x="187566" y="22034"/>
                  </a:moveTo>
                  <a:lnTo>
                    <a:pt x="185597" y="19786"/>
                  </a:lnTo>
                  <a:lnTo>
                    <a:pt x="182676" y="16433"/>
                  </a:lnTo>
                  <a:lnTo>
                    <a:pt x="178142" y="21577"/>
                  </a:lnTo>
                  <a:lnTo>
                    <a:pt x="185064" y="25717"/>
                  </a:lnTo>
                  <a:lnTo>
                    <a:pt x="187566" y="22034"/>
                  </a:lnTo>
                  <a:close/>
                </a:path>
                <a:path w="325119" h="376554">
                  <a:moveTo>
                    <a:pt x="189611" y="37007"/>
                  </a:moveTo>
                  <a:lnTo>
                    <a:pt x="185826" y="32194"/>
                  </a:lnTo>
                  <a:lnTo>
                    <a:pt x="184785" y="33515"/>
                  </a:lnTo>
                  <a:lnTo>
                    <a:pt x="184696" y="33312"/>
                  </a:lnTo>
                  <a:lnTo>
                    <a:pt x="182245" y="34264"/>
                  </a:lnTo>
                  <a:lnTo>
                    <a:pt x="182054" y="38341"/>
                  </a:lnTo>
                  <a:lnTo>
                    <a:pt x="184569" y="39204"/>
                  </a:lnTo>
                  <a:lnTo>
                    <a:pt x="189611" y="37007"/>
                  </a:lnTo>
                  <a:close/>
                </a:path>
                <a:path w="325119" h="376554">
                  <a:moveTo>
                    <a:pt x="205320" y="35369"/>
                  </a:moveTo>
                  <a:lnTo>
                    <a:pt x="204660" y="30962"/>
                  </a:lnTo>
                  <a:lnTo>
                    <a:pt x="201460" y="30480"/>
                  </a:lnTo>
                  <a:lnTo>
                    <a:pt x="197319" y="29857"/>
                  </a:lnTo>
                  <a:lnTo>
                    <a:pt x="195707" y="31457"/>
                  </a:lnTo>
                  <a:lnTo>
                    <a:pt x="196824" y="38709"/>
                  </a:lnTo>
                  <a:lnTo>
                    <a:pt x="201282" y="39344"/>
                  </a:lnTo>
                  <a:lnTo>
                    <a:pt x="205320" y="35369"/>
                  </a:lnTo>
                  <a:close/>
                </a:path>
                <a:path w="325119" h="376554">
                  <a:moveTo>
                    <a:pt x="205778" y="13322"/>
                  </a:moveTo>
                  <a:lnTo>
                    <a:pt x="204495" y="8712"/>
                  </a:lnTo>
                  <a:lnTo>
                    <a:pt x="203720" y="7810"/>
                  </a:lnTo>
                  <a:lnTo>
                    <a:pt x="203327" y="7543"/>
                  </a:lnTo>
                  <a:lnTo>
                    <a:pt x="201282" y="6096"/>
                  </a:lnTo>
                  <a:lnTo>
                    <a:pt x="200698" y="6248"/>
                  </a:lnTo>
                  <a:lnTo>
                    <a:pt x="200698" y="6718"/>
                  </a:lnTo>
                  <a:lnTo>
                    <a:pt x="198602" y="7289"/>
                  </a:lnTo>
                  <a:lnTo>
                    <a:pt x="198323" y="7543"/>
                  </a:lnTo>
                  <a:lnTo>
                    <a:pt x="198564" y="7289"/>
                  </a:lnTo>
                  <a:lnTo>
                    <a:pt x="200698" y="6718"/>
                  </a:lnTo>
                  <a:lnTo>
                    <a:pt x="200698" y="6248"/>
                  </a:lnTo>
                  <a:lnTo>
                    <a:pt x="199605" y="6502"/>
                  </a:lnTo>
                  <a:lnTo>
                    <a:pt x="193598" y="5943"/>
                  </a:lnTo>
                  <a:lnTo>
                    <a:pt x="192557" y="12014"/>
                  </a:lnTo>
                  <a:lnTo>
                    <a:pt x="196938" y="14693"/>
                  </a:lnTo>
                  <a:lnTo>
                    <a:pt x="197954" y="15278"/>
                  </a:lnTo>
                  <a:lnTo>
                    <a:pt x="202590" y="16751"/>
                  </a:lnTo>
                  <a:lnTo>
                    <a:pt x="205778" y="13322"/>
                  </a:lnTo>
                  <a:close/>
                </a:path>
                <a:path w="325119" h="376554">
                  <a:moveTo>
                    <a:pt x="212750" y="9296"/>
                  </a:moveTo>
                  <a:lnTo>
                    <a:pt x="212229" y="9296"/>
                  </a:lnTo>
                  <a:lnTo>
                    <a:pt x="212229" y="9702"/>
                  </a:lnTo>
                  <a:lnTo>
                    <a:pt x="212496" y="9702"/>
                  </a:lnTo>
                  <a:lnTo>
                    <a:pt x="212750" y="9702"/>
                  </a:lnTo>
                  <a:lnTo>
                    <a:pt x="212750" y="9296"/>
                  </a:lnTo>
                  <a:close/>
                </a:path>
                <a:path w="325119" h="376554">
                  <a:moveTo>
                    <a:pt x="217868" y="37693"/>
                  </a:moveTo>
                  <a:lnTo>
                    <a:pt x="209765" y="36677"/>
                  </a:lnTo>
                  <a:lnTo>
                    <a:pt x="210299" y="40779"/>
                  </a:lnTo>
                  <a:lnTo>
                    <a:pt x="210654" y="43497"/>
                  </a:lnTo>
                  <a:lnTo>
                    <a:pt x="213918" y="45046"/>
                  </a:lnTo>
                  <a:lnTo>
                    <a:pt x="217868" y="37693"/>
                  </a:lnTo>
                  <a:close/>
                </a:path>
                <a:path w="325119" h="376554">
                  <a:moveTo>
                    <a:pt x="226098" y="18072"/>
                  </a:moveTo>
                  <a:lnTo>
                    <a:pt x="222199" y="18072"/>
                  </a:lnTo>
                  <a:lnTo>
                    <a:pt x="222199" y="21069"/>
                  </a:lnTo>
                  <a:lnTo>
                    <a:pt x="224142" y="21069"/>
                  </a:lnTo>
                  <a:lnTo>
                    <a:pt x="226098" y="21069"/>
                  </a:lnTo>
                  <a:lnTo>
                    <a:pt x="226098" y="18072"/>
                  </a:lnTo>
                  <a:close/>
                </a:path>
                <a:path w="325119" h="376554">
                  <a:moveTo>
                    <a:pt x="231571" y="7962"/>
                  </a:moveTo>
                  <a:lnTo>
                    <a:pt x="222542" y="7962"/>
                  </a:lnTo>
                  <a:lnTo>
                    <a:pt x="222542" y="10477"/>
                  </a:lnTo>
                  <a:lnTo>
                    <a:pt x="222084" y="9944"/>
                  </a:lnTo>
                  <a:lnTo>
                    <a:pt x="221602" y="9512"/>
                  </a:lnTo>
                  <a:lnTo>
                    <a:pt x="221792" y="9766"/>
                  </a:lnTo>
                  <a:lnTo>
                    <a:pt x="221589" y="9499"/>
                  </a:lnTo>
                  <a:lnTo>
                    <a:pt x="218389" y="6629"/>
                  </a:lnTo>
                  <a:lnTo>
                    <a:pt x="213880" y="10045"/>
                  </a:lnTo>
                  <a:lnTo>
                    <a:pt x="216560" y="15138"/>
                  </a:lnTo>
                  <a:lnTo>
                    <a:pt x="217817" y="15621"/>
                  </a:lnTo>
                  <a:lnTo>
                    <a:pt x="221030" y="15938"/>
                  </a:lnTo>
                  <a:lnTo>
                    <a:pt x="222338" y="14554"/>
                  </a:lnTo>
                  <a:lnTo>
                    <a:pt x="222542" y="13995"/>
                  </a:lnTo>
                  <a:lnTo>
                    <a:pt x="222542" y="14884"/>
                  </a:lnTo>
                  <a:lnTo>
                    <a:pt x="227063" y="14884"/>
                  </a:lnTo>
                  <a:lnTo>
                    <a:pt x="231571" y="14884"/>
                  </a:lnTo>
                  <a:lnTo>
                    <a:pt x="231571" y="7962"/>
                  </a:lnTo>
                  <a:close/>
                </a:path>
                <a:path w="325119" h="376554">
                  <a:moveTo>
                    <a:pt x="240436" y="59677"/>
                  </a:moveTo>
                  <a:lnTo>
                    <a:pt x="239903" y="59677"/>
                  </a:lnTo>
                  <a:lnTo>
                    <a:pt x="239903" y="60071"/>
                  </a:lnTo>
                  <a:lnTo>
                    <a:pt x="240169" y="60071"/>
                  </a:lnTo>
                  <a:lnTo>
                    <a:pt x="240436" y="60071"/>
                  </a:lnTo>
                  <a:lnTo>
                    <a:pt x="240436" y="59677"/>
                  </a:lnTo>
                  <a:close/>
                </a:path>
                <a:path w="325119" h="376554">
                  <a:moveTo>
                    <a:pt x="240665" y="43434"/>
                  </a:moveTo>
                  <a:lnTo>
                    <a:pt x="240601" y="40855"/>
                  </a:lnTo>
                  <a:lnTo>
                    <a:pt x="238785" y="40017"/>
                  </a:lnTo>
                  <a:lnTo>
                    <a:pt x="234429" y="38023"/>
                  </a:lnTo>
                  <a:lnTo>
                    <a:pt x="232613" y="39814"/>
                  </a:lnTo>
                  <a:lnTo>
                    <a:pt x="235470" y="45872"/>
                  </a:lnTo>
                  <a:lnTo>
                    <a:pt x="238125" y="46012"/>
                  </a:lnTo>
                  <a:lnTo>
                    <a:pt x="240665" y="43434"/>
                  </a:lnTo>
                  <a:close/>
                </a:path>
                <a:path w="325119" h="376554">
                  <a:moveTo>
                    <a:pt x="257429" y="31762"/>
                  </a:moveTo>
                  <a:lnTo>
                    <a:pt x="256717" y="30530"/>
                  </a:lnTo>
                  <a:lnTo>
                    <a:pt x="255333" y="28130"/>
                  </a:lnTo>
                  <a:lnTo>
                    <a:pt x="256146" y="30530"/>
                  </a:lnTo>
                  <a:lnTo>
                    <a:pt x="255320" y="28130"/>
                  </a:lnTo>
                  <a:lnTo>
                    <a:pt x="255244" y="27876"/>
                  </a:lnTo>
                  <a:lnTo>
                    <a:pt x="254774" y="27571"/>
                  </a:lnTo>
                  <a:lnTo>
                    <a:pt x="254774" y="27914"/>
                  </a:lnTo>
                  <a:lnTo>
                    <a:pt x="254063" y="27635"/>
                  </a:lnTo>
                  <a:lnTo>
                    <a:pt x="254774" y="27914"/>
                  </a:lnTo>
                  <a:lnTo>
                    <a:pt x="254774" y="27571"/>
                  </a:lnTo>
                  <a:lnTo>
                    <a:pt x="254190" y="27190"/>
                  </a:lnTo>
                  <a:lnTo>
                    <a:pt x="252755" y="26276"/>
                  </a:lnTo>
                  <a:lnTo>
                    <a:pt x="247726" y="27635"/>
                  </a:lnTo>
                  <a:lnTo>
                    <a:pt x="245935" y="30391"/>
                  </a:lnTo>
                  <a:lnTo>
                    <a:pt x="247815" y="35915"/>
                  </a:lnTo>
                  <a:lnTo>
                    <a:pt x="251396" y="37846"/>
                  </a:lnTo>
                  <a:lnTo>
                    <a:pt x="256540" y="34442"/>
                  </a:lnTo>
                  <a:lnTo>
                    <a:pt x="257429" y="31762"/>
                  </a:lnTo>
                  <a:close/>
                </a:path>
                <a:path w="325119" h="376554">
                  <a:moveTo>
                    <a:pt x="260197" y="61188"/>
                  </a:moveTo>
                  <a:lnTo>
                    <a:pt x="259969" y="59613"/>
                  </a:lnTo>
                  <a:lnTo>
                    <a:pt x="258140" y="57454"/>
                  </a:lnTo>
                  <a:lnTo>
                    <a:pt x="255701" y="54571"/>
                  </a:lnTo>
                  <a:lnTo>
                    <a:pt x="253492" y="56781"/>
                  </a:lnTo>
                  <a:lnTo>
                    <a:pt x="253492" y="60109"/>
                  </a:lnTo>
                  <a:lnTo>
                    <a:pt x="253492" y="60261"/>
                  </a:lnTo>
                  <a:lnTo>
                    <a:pt x="253365" y="60312"/>
                  </a:lnTo>
                  <a:lnTo>
                    <a:pt x="253492" y="60312"/>
                  </a:lnTo>
                  <a:lnTo>
                    <a:pt x="253492" y="60782"/>
                  </a:lnTo>
                  <a:lnTo>
                    <a:pt x="253492" y="62382"/>
                  </a:lnTo>
                  <a:lnTo>
                    <a:pt x="253492" y="62776"/>
                  </a:lnTo>
                  <a:lnTo>
                    <a:pt x="253453" y="62318"/>
                  </a:lnTo>
                  <a:lnTo>
                    <a:pt x="253492" y="60782"/>
                  </a:lnTo>
                  <a:lnTo>
                    <a:pt x="253365" y="60312"/>
                  </a:lnTo>
                  <a:lnTo>
                    <a:pt x="253492" y="60109"/>
                  </a:lnTo>
                  <a:lnTo>
                    <a:pt x="253492" y="56781"/>
                  </a:lnTo>
                  <a:lnTo>
                    <a:pt x="253339" y="56934"/>
                  </a:lnTo>
                  <a:lnTo>
                    <a:pt x="253339" y="62661"/>
                  </a:lnTo>
                  <a:lnTo>
                    <a:pt x="252806" y="60782"/>
                  </a:lnTo>
                  <a:lnTo>
                    <a:pt x="253060" y="61645"/>
                  </a:lnTo>
                  <a:lnTo>
                    <a:pt x="253339" y="62661"/>
                  </a:lnTo>
                  <a:lnTo>
                    <a:pt x="253339" y="56934"/>
                  </a:lnTo>
                  <a:lnTo>
                    <a:pt x="250164" y="60083"/>
                  </a:lnTo>
                  <a:lnTo>
                    <a:pt x="251993" y="61569"/>
                  </a:lnTo>
                  <a:lnTo>
                    <a:pt x="252310" y="63588"/>
                  </a:lnTo>
                  <a:lnTo>
                    <a:pt x="256781" y="65011"/>
                  </a:lnTo>
                  <a:lnTo>
                    <a:pt x="258622" y="64312"/>
                  </a:lnTo>
                  <a:lnTo>
                    <a:pt x="259207" y="63157"/>
                  </a:lnTo>
                  <a:lnTo>
                    <a:pt x="259626" y="62318"/>
                  </a:lnTo>
                  <a:lnTo>
                    <a:pt x="260197" y="61188"/>
                  </a:lnTo>
                  <a:close/>
                </a:path>
                <a:path w="325119" h="376554">
                  <a:moveTo>
                    <a:pt x="269163" y="26581"/>
                  </a:moveTo>
                  <a:lnTo>
                    <a:pt x="268274" y="21602"/>
                  </a:lnTo>
                  <a:lnTo>
                    <a:pt x="267741" y="21272"/>
                  </a:lnTo>
                  <a:lnTo>
                    <a:pt x="267233" y="20967"/>
                  </a:lnTo>
                  <a:lnTo>
                    <a:pt x="266915" y="20789"/>
                  </a:lnTo>
                  <a:lnTo>
                    <a:pt x="265988" y="20243"/>
                  </a:lnTo>
                  <a:lnTo>
                    <a:pt x="265988" y="20967"/>
                  </a:lnTo>
                  <a:lnTo>
                    <a:pt x="265811" y="20967"/>
                  </a:lnTo>
                  <a:lnTo>
                    <a:pt x="264820" y="20815"/>
                  </a:lnTo>
                  <a:lnTo>
                    <a:pt x="265988" y="20967"/>
                  </a:lnTo>
                  <a:lnTo>
                    <a:pt x="265988" y="20243"/>
                  </a:lnTo>
                  <a:lnTo>
                    <a:pt x="265277" y="19812"/>
                  </a:lnTo>
                  <a:lnTo>
                    <a:pt x="263791" y="20815"/>
                  </a:lnTo>
                  <a:lnTo>
                    <a:pt x="263296" y="20866"/>
                  </a:lnTo>
                  <a:lnTo>
                    <a:pt x="261099" y="20675"/>
                  </a:lnTo>
                  <a:lnTo>
                    <a:pt x="259041" y="23063"/>
                  </a:lnTo>
                  <a:lnTo>
                    <a:pt x="259041" y="27838"/>
                  </a:lnTo>
                  <a:lnTo>
                    <a:pt x="261086" y="29476"/>
                  </a:lnTo>
                  <a:lnTo>
                    <a:pt x="264210" y="29743"/>
                  </a:lnTo>
                  <a:lnTo>
                    <a:pt x="264922" y="29667"/>
                  </a:lnTo>
                  <a:lnTo>
                    <a:pt x="267982" y="28397"/>
                  </a:lnTo>
                  <a:lnTo>
                    <a:pt x="269163" y="26581"/>
                  </a:lnTo>
                  <a:close/>
                </a:path>
                <a:path w="325119" h="376554">
                  <a:moveTo>
                    <a:pt x="279146" y="71831"/>
                  </a:moveTo>
                  <a:lnTo>
                    <a:pt x="274027" y="71831"/>
                  </a:lnTo>
                  <a:lnTo>
                    <a:pt x="274015" y="75755"/>
                  </a:lnTo>
                  <a:lnTo>
                    <a:pt x="276580" y="75755"/>
                  </a:lnTo>
                  <a:lnTo>
                    <a:pt x="279146" y="75755"/>
                  </a:lnTo>
                  <a:lnTo>
                    <a:pt x="279146" y="71831"/>
                  </a:lnTo>
                  <a:close/>
                </a:path>
                <a:path w="325119" h="376554">
                  <a:moveTo>
                    <a:pt x="297281" y="59753"/>
                  </a:moveTo>
                  <a:lnTo>
                    <a:pt x="294716" y="56553"/>
                  </a:lnTo>
                  <a:lnTo>
                    <a:pt x="294767" y="57162"/>
                  </a:lnTo>
                  <a:lnTo>
                    <a:pt x="295744" y="59270"/>
                  </a:lnTo>
                  <a:lnTo>
                    <a:pt x="297281" y="59753"/>
                  </a:lnTo>
                  <a:close/>
                </a:path>
                <a:path w="325119" h="376554">
                  <a:moveTo>
                    <a:pt x="301129" y="48641"/>
                  </a:moveTo>
                  <a:lnTo>
                    <a:pt x="300609" y="48641"/>
                  </a:lnTo>
                  <a:lnTo>
                    <a:pt x="300609" y="49034"/>
                  </a:lnTo>
                  <a:lnTo>
                    <a:pt x="300863" y="49034"/>
                  </a:lnTo>
                  <a:lnTo>
                    <a:pt x="301129" y="49034"/>
                  </a:lnTo>
                  <a:lnTo>
                    <a:pt x="301129" y="48641"/>
                  </a:lnTo>
                  <a:close/>
                </a:path>
                <a:path w="325119" h="376554">
                  <a:moveTo>
                    <a:pt x="304812" y="58280"/>
                  </a:moveTo>
                  <a:lnTo>
                    <a:pt x="301231" y="53936"/>
                  </a:lnTo>
                  <a:lnTo>
                    <a:pt x="300380" y="53632"/>
                  </a:lnTo>
                  <a:lnTo>
                    <a:pt x="299783" y="52806"/>
                  </a:lnTo>
                  <a:lnTo>
                    <a:pt x="298500" y="51015"/>
                  </a:lnTo>
                  <a:lnTo>
                    <a:pt x="294297" y="51460"/>
                  </a:lnTo>
                  <a:lnTo>
                    <a:pt x="294589" y="55029"/>
                  </a:lnTo>
                  <a:lnTo>
                    <a:pt x="294144" y="55841"/>
                  </a:lnTo>
                  <a:lnTo>
                    <a:pt x="294716" y="56553"/>
                  </a:lnTo>
                  <a:lnTo>
                    <a:pt x="296341" y="58559"/>
                  </a:lnTo>
                  <a:lnTo>
                    <a:pt x="297281" y="59753"/>
                  </a:lnTo>
                  <a:lnTo>
                    <a:pt x="299313" y="62357"/>
                  </a:lnTo>
                  <a:lnTo>
                    <a:pt x="302361" y="60096"/>
                  </a:lnTo>
                  <a:lnTo>
                    <a:pt x="304812" y="58280"/>
                  </a:lnTo>
                  <a:close/>
                </a:path>
                <a:path w="325119" h="376554">
                  <a:moveTo>
                    <a:pt x="324777" y="45364"/>
                  </a:moveTo>
                  <a:lnTo>
                    <a:pt x="322935" y="41579"/>
                  </a:lnTo>
                  <a:lnTo>
                    <a:pt x="320840" y="42989"/>
                  </a:lnTo>
                  <a:lnTo>
                    <a:pt x="317690" y="45085"/>
                  </a:lnTo>
                  <a:lnTo>
                    <a:pt x="318490" y="47510"/>
                  </a:lnTo>
                  <a:lnTo>
                    <a:pt x="324777" y="4536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478445" y="7848339"/>
              <a:ext cx="212090" cy="255270"/>
            </a:xfrm>
            <a:custGeom>
              <a:avLst/>
              <a:gdLst/>
              <a:ahLst/>
              <a:cxnLst/>
              <a:rect l="l" t="t" r="r" b="b"/>
              <a:pathLst>
                <a:path w="212089" h="255270">
                  <a:moveTo>
                    <a:pt x="6083" y="71297"/>
                  </a:moveTo>
                  <a:lnTo>
                    <a:pt x="5626" y="70853"/>
                  </a:lnTo>
                  <a:lnTo>
                    <a:pt x="5346" y="71145"/>
                  </a:lnTo>
                  <a:lnTo>
                    <a:pt x="4864" y="71628"/>
                  </a:lnTo>
                  <a:lnTo>
                    <a:pt x="4572" y="71907"/>
                  </a:lnTo>
                  <a:lnTo>
                    <a:pt x="5016" y="72351"/>
                  </a:lnTo>
                  <a:lnTo>
                    <a:pt x="5308" y="72059"/>
                  </a:lnTo>
                  <a:lnTo>
                    <a:pt x="5473" y="71907"/>
                  </a:lnTo>
                  <a:lnTo>
                    <a:pt x="5626" y="71742"/>
                  </a:lnTo>
                  <a:lnTo>
                    <a:pt x="5791" y="71577"/>
                  </a:lnTo>
                  <a:lnTo>
                    <a:pt x="6083" y="71297"/>
                  </a:lnTo>
                  <a:close/>
                </a:path>
                <a:path w="212089" h="255270">
                  <a:moveTo>
                    <a:pt x="6946" y="194665"/>
                  </a:moveTo>
                  <a:lnTo>
                    <a:pt x="5842" y="193890"/>
                  </a:lnTo>
                  <a:lnTo>
                    <a:pt x="3200" y="192036"/>
                  </a:lnTo>
                  <a:lnTo>
                    <a:pt x="1371" y="193408"/>
                  </a:lnTo>
                  <a:lnTo>
                    <a:pt x="1739" y="194411"/>
                  </a:lnTo>
                  <a:lnTo>
                    <a:pt x="0" y="195326"/>
                  </a:lnTo>
                  <a:lnTo>
                    <a:pt x="685" y="197510"/>
                  </a:lnTo>
                  <a:lnTo>
                    <a:pt x="5537" y="199351"/>
                  </a:lnTo>
                  <a:lnTo>
                    <a:pt x="6908" y="194767"/>
                  </a:lnTo>
                  <a:close/>
                </a:path>
                <a:path w="212089" h="255270">
                  <a:moveTo>
                    <a:pt x="12776" y="202476"/>
                  </a:moveTo>
                  <a:lnTo>
                    <a:pt x="12369" y="202514"/>
                  </a:lnTo>
                  <a:lnTo>
                    <a:pt x="11074" y="202590"/>
                  </a:lnTo>
                  <a:lnTo>
                    <a:pt x="11074" y="203060"/>
                  </a:lnTo>
                  <a:lnTo>
                    <a:pt x="12369" y="203136"/>
                  </a:lnTo>
                  <a:lnTo>
                    <a:pt x="12776" y="203161"/>
                  </a:lnTo>
                  <a:lnTo>
                    <a:pt x="12776" y="202476"/>
                  </a:lnTo>
                  <a:close/>
                </a:path>
                <a:path w="212089" h="255270">
                  <a:moveTo>
                    <a:pt x="13373" y="144475"/>
                  </a:moveTo>
                  <a:lnTo>
                    <a:pt x="13195" y="143573"/>
                  </a:lnTo>
                  <a:lnTo>
                    <a:pt x="10452" y="141859"/>
                  </a:lnTo>
                  <a:lnTo>
                    <a:pt x="8801" y="144665"/>
                  </a:lnTo>
                  <a:lnTo>
                    <a:pt x="10236" y="145567"/>
                  </a:lnTo>
                  <a:lnTo>
                    <a:pt x="10490" y="146189"/>
                  </a:lnTo>
                  <a:lnTo>
                    <a:pt x="12268" y="146773"/>
                  </a:lnTo>
                  <a:lnTo>
                    <a:pt x="12954" y="145338"/>
                  </a:lnTo>
                  <a:lnTo>
                    <a:pt x="13373" y="144475"/>
                  </a:lnTo>
                  <a:close/>
                </a:path>
                <a:path w="212089" h="255270">
                  <a:moveTo>
                    <a:pt x="15303" y="114706"/>
                  </a:moveTo>
                  <a:lnTo>
                    <a:pt x="15252" y="113766"/>
                  </a:lnTo>
                  <a:lnTo>
                    <a:pt x="15062" y="113652"/>
                  </a:lnTo>
                  <a:lnTo>
                    <a:pt x="15011" y="113233"/>
                  </a:lnTo>
                  <a:lnTo>
                    <a:pt x="14859" y="111848"/>
                  </a:lnTo>
                  <a:lnTo>
                    <a:pt x="11150" y="114338"/>
                  </a:lnTo>
                  <a:lnTo>
                    <a:pt x="14211" y="116205"/>
                  </a:lnTo>
                  <a:lnTo>
                    <a:pt x="15214" y="115633"/>
                  </a:lnTo>
                  <a:lnTo>
                    <a:pt x="15189" y="114706"/>
                  </a:lnTo>
                  <a:lnTo>
                    <a:pt x="14643" y="113766"/>
                  </a:lnTo>
                  <a:lnTo>
                    <a:pt x="14770" y="113766"/>
                  </a:lnTo>
                  <a:lnTo>
                    <a:pt x="15189" y="114706"/>
                  </a:lnTo>
                  <a:close/>
                </a:path>
                <a:path w="212089" h="255270">
                  <a:moveTo>
                    <a:pt x="15925" y="237401"/>
                  </a:moveTo>
                  <a:lnTo>
                    <a:pt x="15024" y="233083"/>
                  </a:lnTo>
                  <a:lnTo>
                    <a:pt x="10947" y="237121"/>
                  </a:lnTo>
                  <a:lnTo>
                    <a:pt x="13944" y="237731"/>
                  </a:lnTo>
                  <a:lnTo>
                    <a:pt x="14325" y="237820"/>
                  </a:lnTo>
                  <a:lnTo>
                    <a:pt x="14528" y="237845"/>
                  </a:lnTo>
                  <a:lnTo>
                    <a:pt x="15303" y="237998"/>
                  </a:lnTo>
                  <a:lnTo>
                    <a:pt x="15925" y="237401"/>
                  </a:lnTo>
                  <a:close/>
                </a:path>
                <a:path w="212089" h="255270">
                  <a:moveTo>
                    <a:pt x="16459" y="165379"/>
                  </a:moveTo>
                  <a:lnTo>
                    <a:pt x="16281" y="165201"/>
                  </a:lnTo>
                  <a:lnTo>
                    <a:pt x="15570" y="165912"/>
                  </a:lnTo>
                  <a:lnTo>
                    <a:pt x="15748" y="166090"/>
                  </a:lnTo>
                  <a:lnTo>
                    <a:pt x="16014" y="165798"/>
                  </a:lnTo>
                  <a:lnTo>
                    <a:pt x="16179" y="165646"/>
                  </a:lnTo>
                  <a:lnTo>
                    <a:pt x="16459" y="165379"/>
                  </a:lnTo>
                  <a:close/>
                </a:path>
                <a:path w="212089" h="255270">
                  <a:moveTo>
                    <a:pt x="16637" y="152704"/>
                  </a:moveTo>
                  <a:lnTo>
                    <a:pt x="15989" y="149910"/>
                  </a:lnTo>
                  <a:lnTo>
                    <a:pt x="15392" y="147345"/>
                  </a:lnTo>
                  <a:lnTo>
                    <a:pt x="13220" y="147345"/>
                  </a:lnTo>
                  <a:lnTo>
                    <a:pt x="11976" y="152679"/>
                  </a:lnTo>
                  <a:lnTo>
                    <a:pt x="16637" y="152704"/>
                  </a:lnTo>
                  <a:close/>
                </a:path>
                <a:path w="212089" h="255270">
                  <a:moveTo>
                    <a:pt x="17627" y="210667"/>
                  </a:moveTo>
                  <a:lnTo>
                    <a:pt x="16814" y="210667"/>
                  </a:lnTo>
                  <a:lnTo>
                    <a:pt x="16814" y="211289"/>
                  </a:lnTo>
                  <a:lnTo>
                    <a:pt x="17221" y="211289"/>
                  </a:lnTo>
                  <a:lnTo>
                    <a:pt x="17627" y="211289"/>
                  </a:lnTo>
                  <a:lnTo>
                    <a:pt x="17627" y="210667"/>
                  </a:lnTo>
                  <a:close/>
                </a:path>
                <a:path w="212089" h="255270">
                  <a:moveTo>
                    <a:pt x="18605" y="67132"/>
                  </a:moveTo>
                  <a:lnTo>
                    <a:pt x="16865" y="63728"/>
                  </a:lnTo>
                  <a:lnTo>
                    <a:pt x="16484" y="62992"/>
                  </a:lnTo>
                  <a:lnTo>
                    <a:pt x="16014" y="62103"/>
                  </a:lnTo>
                  <a:lnTo>
                    <a:pt x="14541" y="62103"/>
                  </a:lnTo>
                  <a:lnTo>
                    <a:pt x="11950" y="67132"/>
                  </a:lnTo>
                  <a:lnTo>
                    <a:pt x="18605" y="67132"/>
                  </a:lnTo>
                  <a:close/>
                </a:path>
                <a:path w="212089" h="255270">
                  <a:moveTo>
                    <a:pt x="19075" y="75628"/>
                  </a:moveTo>
                  <a:lnTo>
                    <a:pt x="15367" y="75615"/>
                  </a:lnTo>
                  <a:lnTo>
                    <a:pt x="16129" y="77419"/>
                  </a:lnTo>
                  <a:lnTo>
                    <a:pt x="16256" y="77698"/>
                  </a:lnTo>
                  <a:lnTo>
                    <a:pt x="16306" y="77851"/>
                  </a:lnTo>
                  <a:lnTo>
                    <a:pt x="16687" y="78727"/>
                  </a:lnTo>
                  <a:lnTo>
                    <a:pt x="17754" y="78727"/>
                  </a:lnTo>
                  <a:lnTo>
                    <a:pt x="18199" y="77698"/>
                  </a:lnTo>
                  <a:lnTo>
                    <a:pt x="18313" y="77419"/>
                  </a:lnTo>
                  <a:lnTo>
                    <a:pt x="19075" y="75628"/>
                  </a:lnTo>
                  <a:close/>
                </a:path>
                <a:path w="212089" h="255270">
                  <a:moveTo>
                    <a:pt x="19126" y="58407"/>
                  </a:moveTo>
                  <a:lnTo>
                    <a:pt x="17551" y="54940"/>
                  </a:lnTo>
                  <a:lnTo>
                    <a:pt x="15824" y="56565"/>
                  </a:lnTo>
                  <a:lnTo>
                    <a:pt x="14287" y="58013"/>
                  </a:lnTo>
                  <a:lnTo>
                    <a:pt x="15138" y="59105"/>
                  </a:lnTo>
                  <a:lnTo>
                    <a:pt x="16052" y="58928"/>
                  </a:lnTo>
                  <a:lnTo>
                    <a:pt x="16408" y="58877"/>
                  </a:lnTo>
                  <a:lnTo>
                    <a:pt x="19126" y="58407"/>
                  </a:lnTo>
                  <a:close/>
                </a:path>
                <a:path w="212089" h="255270">
                  <a:moveTo>
                    <a:pt x="19138" y="228015"/>
                  </a:moveTo>
                  <a:lnTo>
                    <a:pt x="18821" y="226148"/>
                  </a:lnTo>
                  <a:lnTo>
                    <a:pt x="18732" y="225933"/>
                  </a:lnTo>
                  <a:lnTo>
                    <a:pt x="18427" y="224967"/>
                  </a:lnTo>
                  <a:lnTo>
                    <a:pt x="18313" y="224612"/>
                  </a:lnTo>
                  <a:lnTo>
                    <a:pt x="16459" y="224294"/>
                  </a:lnTo>
                  <a:lnTo>
                    <a:pt x="15963" y="225145"/>
                  </a:lnTo>
                  <a:lnTo>
                    <a:pt x="13106" y="226364"/>
                  </a:lnTo>
                  <a:lnTo>
                    <a:pt x="14287" y="229412"/>
                  </a:lnTo>
                  <a:lnTo>
                    <a:pt x="18326" y="229463"/>
                  </a:lnTo>
                  <a:lnTo>
                    <a:pt x="19138" y="228015"/>
                  </a:lnTo>
                  <a:close/>
                </a:path>
                <a:path w="212089" h="255270">
                  <a:moveTo>
                    <a:pt x="20116" y="91998"/>
                  </a:moveTo>
                  <a:lnTo>
                    <a:pt x="20104" y="90893"/>
                  </a:lnTo>
                  <a:lnTo>
                    <a:pt x="19786" y="90512"/>
                  </a:lnTo>
                  <a:lnTo>
                    <a:pt x="17741" y="89306"/>
                  </a:lnTo>
                  <a:lnTo>
                    <a:pt x="16459" y="90589"/>
                  </a:lnTo>
                  <a:lnTo>
                    <a:pt x="17665" y="92583"/>
                  </a:lnTo>
                  <a:lnTo>
                    <a:pt x="18034" y="92925"/>
                  </a:lnTo>
                  <a:lnTo>
                    <a:pt x="19164" y="92925"/>
                  </a:lnTo>
                  <a:lnTo>
                    <a:pt x="19672" y="92938"/>
                  </a:lnTo>
                  <a:lnTo>
                    <a:pt x="20116" y="92494"/>
                  </a:lnTo>
                  <a:lnTo>
                    <a:pt x="20116" y="91998"/>
                  </a:lnTo>
                  <a:close/>
                </a:path>
                <a:path w="212089" h="255270">
                  <a:moveTo>
                    <a:pt x="23317" y="63004"/>
                  </a:moveTo>
                  <a:lnTo>
                    <a:pt x="22783" y="63004"/>
                  </a:lnTo>
                  <a:lnTo>
                    <a:pt x="22783" y="63411"/>
                  </a:lnTo>
                  <a:lnTo>
                    <a:pt x="23050" y="63411"/>
                  </a:lnTo>
                  <a:lnTo>
                    <a:pt x="23317" y="63411"/>
                  </a:lnTo>
                  <a:lnTo>
                    <a:pt x="23317" y="63004"/>
                  </a:lnTo>
                  <a:close/>
                </a:path>
                <a:path w="212089" h="255270">
                  <a:moveTo>
                    <a:pt x="27292" y="241312"/>
                  </a:moveTo>
                  <a:lnTo>
                    <a:pt x="27279" y="240614"/>
                  </a:lnTo>
                  <a:lnTo>
                    <a:pt x="26974" y="239674"/>
                  </a:lnTo>
                  <a:lnTo>
                    <a:pt x="26847" y="239699"/>
                  </a:lnTo>
                  <a:lnTo>
                    <a:pt x="27152" y="240576"/>
                  </a:lnTo>
                  <a:lnTo>
                    <a:pt x="27139" y="241363"/>
                  </a:lnTo>
                  <a:lnTo>
                    <a:pt x="26809" y="242138"/>
                  </a:lnTo>
                  <a:lnTo>
                    <a:pt x="26758" y="242277"/>
                  </a:lnTo>
                  <a:lnTo>
                    <a:pt x="27012" y="242354"/>
                  </a:lnTo>
                  <a:lnTo>
                    <a:pt x="27051" y="242201"/>
                  </a:lnTo>
                  <a:lnTo>
                    <a:pt x="27292" y="241312"/>
                  </a:lnTo>
                  <a:close/>
                </a:path>
                <a:path w="212089" h="255270">
                  <a:moveTo>
                    <a:pt x="29984" y="76047"/>
                  </a:moveTo>
                  <a:lnTo>
                    <a:pt x="29044" y="74053"/>
                  </a:lnTo>
                  <a:lnTo>
                    <a:pt x="28232" y="72326"/>
                  </a:lnTo>
                  <a:lnTo>
                    <a:pt x="27851" y="71488"/>
                  </a:lnTo>
                  <a:lnTo>
                    <a:pt x="26416" y="71907"/>
                  </a:lnTo>
                  <a:lnTo>
                    <a:pt x="26695" y="76809"/>
                  </a:lnTo>
                  <a:lnTo>
                    <a:pt x="29984" y="76047"/>
                  </a:lnTo>
                  <a:close/>
                </a:path>
                <a:path w="212089" h="255270">
                  <a:moveTo>
                    <a:pt x="31216" y="66789"/>
                  </a:moveTo>
                  <a:lnTo>
                    <a:pt x="29832" y="66903"/>
                  </a:lnTo>
                  <a:lnTo>
                    <a:pt x="29641" y="66954"/>
                  </a:lnTo>
                  <a:lnTo>
                    <a:pt x="29464" y="66916"/>
                  </a:lnTo>
                  <a:lnTo>
                    <a:pt x="29311" y="66776"/>
                  </a:lnTo>
                  <a:lnTo>
                    <a:pt x="28778" y="66548"/>
                  </a:lnTo>
                  <a:lnTo>
                    <a:pt x="27876" y="66789"/>
                  </a:lnTo>
                  <a:lnTo>
                    <a:pt x="28117" y="68567"/>
                  </a:lnTo>
                  <a:lnTo>
                    <a:pt x="28727" y="69126"/>
                  </a:lnTo>
                  <a:lnTo>
                    <a:pt x="29832" y="69011"/>
                  </a:lnTo>
                  <a:lnTo>
                    <a:pt x="31191" y="68897"/>
                  </a:lnTo>
                  <a:lnTo>
                    <a:pt x="31216" y="66789"/>
                  </a:lnTo>
                  <a:close/>
                </a:path>
                <a:path w="212089" h="255270">
                  <a:moveTo>
                    <a:pt x="33997" y="214617"/>
                  </a:moveTo>
                  <a:lnTo>
                    <a:pt x="33464" y="214617"/>
                  </a:lnTo>
                  <a:lnTo>
                    <a:pt x="33464" y="215011"/>
                  </a:lnTo>
                  <a:lnTo>
                    <a:pt x="33731" y="215011"/>
                  </a:lnTo>
                  <a:lnTo>
                    <a:pt x="33997" y="215011"/>
                  </a:lnTo>
                  <a:lnTo>
                    <a:pt x="33997" y="214617"/>
                  </a:lnTo>
                  <a:close/>
                </a:path>
                <a:path w="212089" h="255270">
                  <a:moveTo>
                    <a:pt x="34785" y="112306"/>
                  </a:moveTo>
                  <a:lnTo>
                    <a:pt x="34378" y="111163"/>
                  </a:lnTo>
                  <a:lnTo>
                    <a:pt x="33515" y="111404"/>
                  </a:lnTo>
                  <a:lnTo>
                    <a:pt x="33261" y="111366"/>
                  </a:lnTo>
                  <a:lnTo>
                    <a:pt x="33020" y="111328"/>
                  </a:lnTo>
                  <a:lnTo>
                    <a:pt x="32778" y="111290"/>
                  </a:lnTo>
                  <a:lnTo>
                    <a:pt x="31496" y="110515"/>
                  </a:lnTo>
                  <a:lnTo>
                    <a:pt x="30568" y="112801"/>
                  </a:lnTo>
                  <a:lnTo>
                    <a:pt x="32004" y="113118"/>
                  </a:lnTo>
                  <a:lnTo>
                    <a:pt x="32829" y="113296"/>
                  </a:lnTo>
                  <a:lnTo>
                    <a:pt x="33375" y="113245"/>
                  </a:lnTo>
                  <a:lnTo>
                    <a:pt x="34785" y="112306"/>
                  </a:lnTo>
                  <a:close/>
                </a:path>
                <a:path w="212089" h="255270">
                  <a:moveTo>
                    <a:pt x="36804" y="252539"/>
                  </a:moveTo>
                  <a:lnTo>
                    <a:pt x="35217" y="251853"/>
                  </a:lnTo>
                  <a:lnTo>
                    <a:pt x="35001" y="251777"/>
                  </a:lnTo>
                  <a:lnTo>
                    <a:pt x="34798" y="251675"/>
                  </a:lnTo>
                  <a:lnTo>
                    <a:pt x="34594" y="251599"/>
                  </a:lnTo>
                  <a:lnTo>
                    <a:pt x="33883" y="251282"/>
                  </a:lnTo>
                  <a:lnTo>
                    <a:pt x="33248" y="251904"/>
                  </a:lnTo>
                  <a:lnTo>
                    <a:pt x="33553" y="252628"/>
                  </a:lnTo>
                  <a:lnTo>
                    <a:pt x="33743" y="253022"/>
                  </a:lnTo>
                  <a:lnTo>
                    <a:pt x="34518" y="254774"/>
                  </a:lnTo>
                  <a:lnTo>
                    <a:pt x="36804" y="252539"/>
                  </a:lnTo>
                  <a:close/>
                </a:path>
                <a:path w="212089" h="255270">
                  <a:moveTo>
                    <a:pt x="39801" y="73088"/>
                  </a:moveTo>
                  <a:lnTo>
                    <a:pt x="39319" y="73088"/>
                  </a:lnTo>
                  <a:lnTo>
                    <a:pt x="39319" y="73469"/>
                  </a:lnTo>
                  <a:lnTo>
                    <a:pt x="39560" y="73469"/>
                  </a:lnTo>
                  <a:lnTo>
                    <a:pt x="39801" y="73469"/>
                  </a:lnTo>
                  <a:lnTo>
                    <a:pt x="39801" y="73088"/>
                  </a:lnTo>
                  <a:close/>
                </a:path>
                <a:path w="212089" h="255270">
                  <a:moveTo>
                    <a:pt x="41300" y="161620"/>
                  </a:moveTo>
                  <a:lnTo>
                    <a:pt x="39014" y="159346"/>
                  </a:lnTo>
                  <a:lnTo>
                    <a:pt x="38087" y="160997"/>
                  </a:lnTo>
                  <a:lnTo>
                    <a:pt x="37884" y="161378"/>
                  </a:lnTo>
                  <a:lnTo>
                    <a:pt x="37769" y="161569"/>
                  </a:lnTo>
                  <a:lnTo>
                    <a:pt x="37312" y="162382"/>
                  </a:lnTo>
                  <a:lnTo>
                    <a:pt x="38227" y="163309"/>
                  </a:lnTo>
                  <a:lnTo>
                    <a:pt x="41300" y="161620"/>
                  </a:lnTo>
                  <a:close/>
                </a:path>
                <a:path w="212089" h="255270">
                  <a:moveTo>
                    <a:pt x="41440" y="192989"/>
                  </a:moveTo>
                  <a:lnTo>
                    <a:pt x="37960" y="196748"/>
                  </a:lnTo>
                  <a:lnTo>
                    <a:pt x="39433" y="196964"/>
                  </a:lnTo>
                  <a:lnTo>
                    <a:pt x="40449" y="195529"/>
                  </a:lnTo>
                  <a:lnTo>
                    <a:pt x="41440" y="192989"/>
                  </a:lnTo>
                  <a:close/>
                </a:path>
                <a:path w="212089" h="255270">
                  <a:moveTo>
                    <a:pt x="45250" y="145072"/>
                  </a:moveTo>
                  <a:lnTo>
                    <a:pt x="45199" y="144526"/>
                  </a:lnTo>
                  <a:lnTo>
                    <a:pt x="43408" y="141033"/>
                  </a:lnTo>
                  <a:lnTo>
                    <a:pt x="39116" y="144068"/>
                  </a:lnTo>
                  <a:lnTo>
                    <a:pt x="40716" y="145618"/>
                  </a:lnTo>
                  <a:lnTo>
                    <a:pt x="41427" y="146507"/>
                  </a:lnTo>
                  <a:lnTo>
                    <a:pt x="41884" y="147053"/>
                  </a:lnTo>
                  <a:lnTo>
                    <a:pt x="42189" y="147243"/>
                  </a:lnTo>
                  <a:lnTo>
                    <a:pt x="43586" y="147624"/>
                  </a:lnTo>
                  <a:lnTo>
                    <a:pt x="44932" y="147040"/>
                  </a:lnTo>
                  <a:lnTo>
                    <a:pt x="45250" y="145072"/>
                  </a:lnTo>
                  <a:close/>
                </a:path>
                <a:path w="212089" h="255270">
                  <a:moveTo>
                    <a:pt x="45288" y="175450"/>
                  </a:moveTo>
                  <a:lnTo>
                    <a:pt x="40309" y="176466"/>
                  </a:lnTo>
                  <a:lnTo>
                    <a:pt x="41465" y="178803"/>
                  </a:lnTo>
                  <a:lnTo>
                    <a:pt x="41325" y="180213"/>
                  </a:lnTo>
                  <a:lnTo>
                    <a:pt x="43078" y="181013"/>
                  </a:lnTo>
                  <a:lnTo>
                    <a:pt x="44907" y="179908"/>
                  </a:lnTo>
                  <a:lnTo>
                    <a:pt x="45288" y="179336"/>
                  </a:lnTo>
                  <a:lnTo>
                    <a:pt x="45288" y="175450"/>
                  </a:lnTo>
                  <a:close/>
                </a:path>
                <a:path w="212089" h="255270">
                  <a:moveTo>
                    <a:pt x="45389" y="104051"/>
                  </a:moveTo>
                  <a:lnTo>
                    <a:pt x="44894" y="104089"/>
                  </a:lnTo>
                  <a:lnTo>
                    <a:pt x="42722" y="104292"/>
                  </a:lnTo>
                  <a:lnTo>
                    <a:pt x="42722" y="104635"/>
                  </a:lnTo>
                  <a:lnTo>
                    <a:pt x="42951" y="104648"/>
                  </a:lnTo>
                  <a:lnTo>
                    <a:pt x="44894" y="104838"/>
                  </a:lnTo>
                  <a:lnTo>
                    <a:pt x="45389" y="104889"/>
                  </a:lnTo>
                  <a:lnTo>
                    <a:pt x="45389" y="104051"/>
                  </a:lnTo>
                  <a:close/>
                </a:path>
                <a:path w="212089" h="255270">
                  <a:moveTo>
                    <a:pt x="45910" y="101676"/>
                  </a:moveTo>
                  <a:lnTo>
                    <a:pt x="45516" y="100406"/>
                  </a:lnTo>
                  <a:lnTo>
                    <a:pt x="43319" y="100406"/>
                  </a:lnTo>
                  <a:lnTo>
                    <a:pt x="42913" y="101676"/>
                  </a:lnTo>
                  <a:lnTo>
                    <a:pt x="43561" y="102425"/>
                  </a:lnTo>
                  <a:lnTo>
                    <a:pt x="43713" y="102603"/>
                  </a:lnTo>
                  <a:lnTo>
                    <a:pt x="44081" y="103022"/>
                  </a:lnTo>
                  <a:lnTo>
                    <a:pt x="44754" y="103022"/>
                  </a:lnTo>
                  <a:lnTo>
                    <a:pt x="45110" y="102603"/>
                  </a:lnTo>
                  <a:lnTo>
                    <a:pt x="45910" y="101676"/>
                  </a:lnTo>
                  <a:close/>
                </a:path>
                <a:path w="212089" h="255270">
                  <a:moveTo>
                    <a:pt x="62458" y="95148"/>
                  </a:moveTo>
                  <a:lnTo>
                    <a:pt x="60528" y="92659"/>
                  </a:lnTo>
                  <a:lnTo>
                    <a:pt x="59715" y="92049"/>
                  </a:lnTo>
                  <a:lnTo>
                    <a:pt x="57188" y="91033"/>
                  </a:lnTo>
                  <a:lnTo>
                    <a:pt x="55981" y="92697"/>
                  </a:lnTo>
                  <a:lnTo>
                    <a:pt x="56235" y="93078"/>
                  </a:lnTo>
                  <a:lnTo>
                    <a:pt x="55575" y="94234"/>
                  </a:lnTo>
                  <a:lnTo>
                    <a:pt x="57213" y="96443"/>
                  </a:lnTo>
                  <a:lnTo>
                    <a:pt x="58039" y="97066"/>
                  </a:lnTo>
                  <a:lnTo>
                    <a:pt x="60985" y="96989"/>
                  </a:lnTo>
                  <a:lnTo>
                    <a:pt x="62458" y="95148"/>
                  </a:lnTo>
                  <a:close/>
                </a:path>
                <a:path w="212089" h="255270">
                  <a:moveTo>
                    <a:pt x="116674" y="58572"/>
                  </a:moveTo>
                  <a:lnTo>
                    <a:pt x="116624" y="57607"/>
                  </a:lnTo>
                  <a:lnTo>
                    <a:pt x="114312" y="53568"/>
                  </a:lnTo>
                  <a:lnTo>
                    <a:pt x="109842" y="56134"/>
                  </a:lnTo>
                  <a:lnTo>
                    <a:pt x="111404" y="58877"/>
                  </a:lnTo>
                  <a:lnTo>
                    <a:pt x="111391" y="59220"/>
                  </a:lnTo>
                  <a:lnTo>
                    <a:pt x="111467" y="59550"/>
                  </a:lnTo>
                  <a:lnTo>
                    <a:pt x="111531" y="59994"/>
                  </a:lnTo>
                  <a:lnTo>
                    <a:pt x="111696" y="60363"/>
                  </a:lnTo>
                  <a:lnTo>
                    <a:pt x="112242" y="61328"/>
                  </a:lnTo>
                  <a:lnTo>
                    <a:pt x="113055" y="61899"/>
                  </a:lnTo>
                  <a:lnTo>
                    <a:pt x="115011" y="61633"/>
                  </a:lnTo>
                  <a:lnTo>
                    <a:pt x="116332" y="61074"/>
                  </a:lnTo>
                  <a:lnTo>
                    <a:pt x="116674" y="58572"/>
                  </a:lnTo>
                  <a:close/>
                </a:path>
                <a:path w="212089" h="255270">
                  <a:moveTo>
                    <a:pt x="130213" y="114122"/>
                  </a:moveTo>
                  <a:lnTo>
                    <a:pt x="129565" y="113118"/>
                  </a:lnTo>
                  <a:lnTo>
                    <a:pt x="128016" y="112001"/>
                  </a:lnTo>
                  <a:lnTo>
                    <a:pt x="127317" y="112052"/>
                  </a:lnTo>
                  <a:lnTo>
                    <a:pt x="126085" y="112242"/>
                  </a:lnTo>
                  <a:lnTo>
                    <a:pt x="125336" y="112026"/>
                  </a:lnTo>
                  <a:lnTo>
                    <a:pt x="125336" y="114160"/>
                  </a:lnTo>
                  <a:lnTo>
                    <a:pt x="125272" y="114554"/>
                  </a:lnTo>
                  <a:lnTo>
                    <a:pt x="125145" y="114261"/>
                  </a:lnTo>
                  <a:lnTo>
                    <a:pt x="125222" y="114439"/>
                  </a:lnTo>
                  <a:lnTo>
                    <a:pt x="125298" y="114261"/>
                  </a:lnTo>
                  <a:lnTo>
                    <a:pt x="125336" y="112026"/>
                  </a:lnTo>
                  <a:lnTo>
                    <a:pt x="125209" y="111988"/>
                  </a:lnTo>
                  <a:lnTo>
                    <a:pt x="123456" y="114833"/>
                  </a:lnTo>
                  <a:lnTo>
                    <a:pt x="125818" y="116992"/>
                  </a:lnTo>
                  <a:lnTo>
                    <a:pt x="126453" y="117297"/>
                  </a:lnTo>
                  <a:lnTo>
                    <a:pt x="128524" y="117208"/>
                  </a:lnTo>
                  <a:lnTo>
                    <a:pt x="129349" y="116535"/>
                  </a:lnTo>
                  <a:lnTo>
                    <a:pt x="129603" y="115824"/>
                  </a:lnTo>
                  <a:lnTo>
                    <a:pt x="130213" y="114122"/>
                  </a:lnTo>
                  <a:close/>
                </a:path>
                <a:path w="212089" h="255270">
                  <a:moveTo>
                    <a:pt x="132486" y="207835"/>
                  </a:moveTo>
                  <a:lnTo>
                    <a:pt x="132029" y="207149"/>
                  </a:lnTo>
                  <a:lnTo>
                    <a:pt x="130263" y="203911"/>
                  </a:lnTo>
                  <a:lnTo>
                    <a:pt x="126733" y="206273"/>
                  </a:lnTo>
                  <a:lnTo>
                    <a:pt x="128536" y="208457"/>
                  </a:lnTo>
                  <a:lnTo>
                    <a:pt x="129247" y="209334"/>
                  </a:lnTo>
                  <a:lnTo>
                    <a:pt x="129679" y="209791"/>
                  </a:lnTo>
                  <a:lnTo>
                    <a:pt x="131432" y="209943"/>
                  </a:lnTo>
                  <a:lnTo>
                    <a:pt x="131953" y="209448"/>
                  </a:lnTo>
                  <a:lnTo>
                    <a:pt x="132486" y="207835"/>
                  </a:lnTo>
                  <a:close/>
                </a:path>
                <a:path w="212089" h="255270">
                  <a:moveTo>
                    <a:pt x="134264" y="59093"/>
                  </a:moveTo>
                  <a:lnTo>
                    <a:pt x="134239" y="56845"/>
                  </a:lnTo>
                  <a:lnTo>
                    <a:pt x="134073" y="56375"/>
                  </a:lnTo>
                  <a:lnTo>
                    <a:pt x="132651" y="53568"/>
                  </a:lnTo>
                  <a:lnTo>
                    <a:pt x="129603" y="55333"/>
                  </a:lnTo>
                  <a:lnTo>
                    <a:pt x="130619" y="57340"/>
                  </a:lnTo>
                  <a:lnTo>
                    <a:pt x="130987" y="58064"/>
                  </a:lnTo>
                  <a:lnTo>
                    <a:pt x="131127" y="58254"/>
                  </a:lnTo>
                  <a:lnTo>
                    <a:pt x="132702" y="59461"/>
                  </a:lnTo>
                  <a:lnTo>
                    <a:pt x="134264" y="59093"/>
                  </a:lnTo>
                  <a:close/>
                </a:path>
                <a:path w="212089" h="255270">
                  <a:moveTo>
                    <a:pt x="138569" y="150025"/>
                  </a:moveTo>
                  <a:lnTo>
                    <a:pt x="137261" y="150025"/>
                  </a:lnTo>
                  <a:lnTo>
                    <a:pt x="137261" y="151028"/>
                  </a:lnTo>
                  <a:lnTo>
                    <a:pt x="137922" y="151028"/>
                  </a:lnTo>
                  <a:lnTo>
                    <a:pt x="138569" y="151028"/>
                  </a:lnTo>
                  <a:lnTo>
                    <a:pt x="138569" y="150025"/>
                  </a:lnTo>
                  <a:close/>
                </a:path>
                <a:path w="212089" h="255270">
                  <a:moveTo>
                    <a:pt x="139357" y="91046"/>
                  </a:moveTo>
                  <a:lnTo>
                    <a:pt x="139319" y="89776"/>
                  </a:lnTo>
                  <a:lnTo>
                    <a:pt x="138785" y="89128"/>
                  </a:lnTo>
                  <a:lnTo>
                    <a:pt x="135864" y="88163"/>
                  </a:lnTo>
                  <a:lnTo>
                    <a:pt x="135864" y="91960"/>
                  </a:lnTo>
                  <a:lnTo>
                    <a:pt x="135788" y="91046"/>
                  </a:lnTo>
                  <a:lnTo>
                    <a:pt x="135864" y="91960"/>
                  </a:lnTo>
                  <a:lnTo>
                    <a:pt x="135864" y="88163"/>
                  </a:lnTo>
                  <a:lnTo>
                    <a:pt x="135445" y="88011"/>
                  </a:lnTo>
                  <a:lnTo>
                    <a:pt x="134556" y="92049"/>
                  </a:lnTo>
                  <a:lnTo>
                    <a:pt x="135953" y="92202"/>
                  </a:lnTo>
                  <a:lnTo>
                    <a:pt x="137210" y="93294"/>
                  </a:lnTo>
                  <a:lnTo>
                    <a:pt x="138417" y="92392"/>
                  </a:lnTo>
                  <a:lnTo>
                    <a:pt x="138988" y="91960"/>
                  </a:lnTo>
                  <a:lnTo>
                    <a:pt x="139357" y="91478"/>
                  </a:lnTo>
                  <a:lnTo>
                    <a:pt x="139357" y="91046"/>
                  </a:lnTo>
                  <a:close/>
                </a:path>
                <a:path w="212089" h="255270">
                  <a:moveTo>
                    <a:pt x="142875" y="164045"/>
                  </a:moveTo>
                  <a:lnTo>
                    <a:pt x="138684" y="163169"/>
                  </a:lnTo>
                  <a:lnTo>
                    <a:pt x="137731" y="162979"/>
                  </a:lnTo>
                  <a:lnTo>
                    <a:pt x="137033" y="162890"/>
                  </a:lnTo>
                  <a:lnTo>
                    <a:pt x="135077" y="163512"/>
                  </a:lnTo>
                  <a:lnTo>
                    <a:pt x="134264" y="164630"/>
                  </a:lnTo>
                  <a:lnTo>
                    <a:pt x="134950" y="166598"/>
                  </a:lnTo>
                  <a:lnTo>
                    <a:pt x="135267" y="167144"/>
                  </a:lnTo>
                  <a:lnTo>
                    <a:pt x="139661" y="170967"/>
                  </a:lnTo>
                  <a:lnTo>
                    <a:pt x="142875" y="164045"/>
                  </a:lnTo>
                  <a:close/>
                </a:path>
                <a:path w="212089" h="255270">
                  <a:moveTo>
                    <a:pt x="146240" y="7086"/>
                  </a:moveTo>
                  <a:lnTo>
                    <a:pt x="142532" y="7086"/>
                  </a:lnTo>
                  <a:lnTo>
                    <a:pt x="143484" y="9029"/>
                  </a:lnTo>
                  <a:lnTo>
                    <a:pt x="143662" y="9359"/>
                  </a:lnTo>
                  <a:lnTo>
                    <a:pt x="143725" y="9537"/>
                  </a:lnTo>
                  <a:lnTo>
                    <a:pt x="143967" y="10007"/>
                  </a:lnTo>
                  <a:lnTo>
                    <a:pt x="144805" y="10007"/>
                  </a:lnTo>
                  <a:lnTo>
                    <a:pt x="145288" y="9029"/>
                  </a:lnTo>
                  <a:lnTo>
                    <a:pt x="146240" y="7086"/>
                  </a:lnTo>
                  <a:close/>
                </a:path>
                <a:path w="212089" h="255270">
                  <a:moveTo>
                    <a:pt x="146507" y="18694"/>
                  </a:moveTo>
                  <a:lnTo>
                    <a:pt x="139687" y="18694"/>
                  </a:lnTo>
                  <a:lnTo>
                    <a:pt x="139687" y="23926"/>
                  </a:lnTo>
                  <a:lnTo>
                    <a:pt x="143090" y="23926"/>
                  </a:lnTo>
                  <a:lnTo>
                    <a:pt x="146507" y="23926"/>
                  </a:lnTo>
                  <a:lnTo>
                    <a:pt x="146507" y="18694"/>
                  </a:lnTo>
                  <a:close/>
                </a:path>
                <a:path w="212089" h="255270">
                  <a:moveTo>
                    <a:pt x="148615" y="208267"/>
                  </a:moveTo>
                  <a:lnTo>
                    <a:pt x="147027" y="206616"/>
                  </a:lnTo>
                  <a:lnTo>
                    <a:pt x="145275" y="207010"/>
                  </a:lnTo>
                  <a:lnTo>
                    <a:pt x="143446" y="207416"/>
                  </a:lnTo>
                  <a:lnTo>
                    <a:pt x="143230" y="208546"/>
                  </a:lnTo>
                  <a:lnTo>
                    <a:pt x="144703" y="211899"/>
                  </a:lnTo>
                  <a:lnTo>
                    <a:pt x="147256" y="211416"/>
                  </a:lnTo>
                  <a:lnTo>
                    <a:pt x="148615" y="208267"/>
                  </a:lnTo>
                  <a:close/>
                </a:path>
                <a:path w="212089" h="255270">
                  <a:moveTo>
                    <a:pt x="153911" y="43268"/>
                  </a:moveTo>
                  <a:lnTo>
                    <a:pt x="152869" y="39954"/>
                  </a:lnTo>
                  <a:lnTo>
                    <a:pt x="152679" y="39344"/>
                  </a:lnTo>
                  <a:lnTo>
                    <a:pt x="152539" y="38976"/>
                  </a:lnTo>
                  <a:lnTo>
                    <a:pt x="151485" y="37503"/>
                  </a:lnTo>
                  <a:lnTo>
                    <a:pt x="150241" y="37503"/>
                  </a:lnTo>
                  <a:lnTo>
                    <a:pt x="149186" y="38976"/>
                  </a:lnTo>
                  <a:lnTo>
                    <a:pt x="149047" y="39344"/>
                  </a:lnTo>
                  <a:lnTo>
                    <a:pt x="147828" y="43243"/>
                  </a:lnTo>
                  <a:lnTo>
                    <a:pt x="153911" y="43268"/>
                  </a:lnTo>
                  <a:close/>
                </a:path>
                <a:path w="212089" h="255270">
                  <a:moveTo>
                    <a:pt x="155257" y="117906"/>
                  </a:moveTo>
                  <a:lnTo>
                    <a:pt x="154355" y="117627"/>
                  </a:lnTo>
                  <a:lnTo>
                    <a:pt x="154152" y="117576"/>
                  </a:lnTo>
                  <a:lnTo>
                    <a:pt x="153758" y="117449"/>
                  </a:lnTo>
                  <a:lnTo>
                    <a:pt x="151930" y="116916"/>
                  </a:lnTo>
                  <a:lnTo>
                    <a:pt x="151917" y="120180"/>
                  </a:lnTo>
                  <a:lnTo>
                    <a:pt x="153758" y="119621"/>
                  </a:lnTo>
                  <a:lnTo>
                    <a:pt x="153949" y="119557"/>
                  </a:lnTo>
                  <a:lnTo>
                    <a:pt x="154152" y="119507"/>
                  </a:lnTo>
                  <a:lnTo>
                    <a:pt x="155257" y="119176"/>
                  </a:lnTo>
                  <a:lnTo>
                    <a:pt x="155257" y="117906"/>
                  </a:lnTo>
                  <a:close/>
                </a:path>
                <a:path w="212089" h="255270">
                  <a:moveTo>
                    <a:pt x="155651" y="155448"/>
                  </a:moveTo>
                  <a:lnTo>
                    <a:pt x="155130" y="155448"/>
                  </a:lnTo>
                  <a:lnTo>
                    <a:pt x="155130" y="155841"/>
                  </a:lnTo>
                  <a:lnTo>
                    <a:pt x="155397" y="155841"/>
                  </a:lnTo>
                  <a:lnTo>
                    <a:pt x="155651" y="155841"/>
                  </a:lnTo>
                  <a:lnTo>
                    <a:pt x="155651" y="155448"/>
                  </a:lnTo>
                  <a:close/>
                </a:path>
                <a:path w="212089" h="255270">
                  <a:moveTo>
                    <a:pt x="158203" y="80759"/>
                  </a:moveTo>
                  <a:lnTo>
                    <a:pt x="155155" y="77343"/>
                  </a:lnTo>
                  <a:lnTo>
                    <a:pt x="152565" y="79857"/>
                  </a:lnTo>
                  <a:lnTo>
                    <a:pt x="154190" y="81343"/>
                  </a:lnTo>
                  <a:lnTo>
                    <a:pt x="154139" y="81495"/>
                  </a:lnTo>
                  <a:lnTo>
                    <a:pt x="153047" y="82296"/>
                  </a:lnTo>
                  <a:lnTo>
                    <a:pt x="153352" y="83959"/>
                  </a:lnTo>
                  <a:lnTo>
                    <a:pt x="154749" y="83997"/>
                  </a:lnTo>
                  <a:lnTo>
                    <a:pt x="157543" y="84074"/>
                  </a:lnTo>
                  <a:lnTo>
                    <a:pt x="158203" y="80759"/>
                  </a:lnTo>
                  <a:close/>
                </a:path>
                <a:path w="212089" h="255270">
                  <a:moveTo>
                    <a:pt x="158242" y="0"/>
                  </a:moveTo>
                  <a:lnTo>
                    <a:pt x="157721" y="0"/>
                  </a:lnTo>
                  <a:lnTo>
                    <a:pt x="157721" y="393"/>
                  </a:lnTo>
                  <a:lnTo>
                    <a:pt x="157988" y="393"/>
                  </a:lnTo>
                  <a:lnTo>
                    <a:pt x="158242" y="393"/>
                  </a:lnTo>
                  <a:lnTo>
                    <a:pt x="158242" y="0"/>
                  </a:lnTo>
                  <a:close/>
                </a:path>
                <a:path w="212089" h="255270">
                  <a:moveTo>
                    <a:pt x="158648" y="145453"/>
                  </a:moveTo>
                  <a:lnTo>
                    <a:pt x="158483" y="145059"/>
                  </a:lnTo>
                  <a:lnTo>
                    <a:pt x="157899" y="143649"/>
                  </a:lnTo>
                  <a:lnTo>
                    <a:pt x="156210" y="144487"/>
                  </a:lnTo>
                  <a:lnTo>
                    <a:pt x="156197" y="144818"/>
                  </a:lnTo>
                  <a:lnTo>
                    <a:pt x="156260" y="145059"/>
                  </a:lnTo>
                  <a:lnTo>
                    <a:pt x="156133" y="144868"/>
                  </a:lnTo>
                  <a:lnTo>
                    <a:pt x="155206" y="145745"/>
                  </a:lnTo>
                  <a:lnTo>
                    <a:pt x="155498" y="146913"/>
                  </a:lnTo>
                  <a:lnTo>
                    <a:pt x="157149" y="147307"/>
                  </a:lnTo>
                  <a:lnTo>
                    <a:pt x="157873" y="147104"/>
                  </a:lnTo>
                  <a:lnTo>
                    <a:pt x="158648" y="145453"/>
                  </a:lnTo>
                  <a:close/>
                </a:path>
                <a:path w="212089" h="255270">
                  <a:moveTo>
                    <a:pt x="160794" y="162039"/>
                  </a:moveTo>
                  <a:lnTo>
                    <a:pt x="158318" y="159791"/>
                  </a:lnTo>
                  <a:lnTo>
                    <a:pt x="157530" y="159080"/>
                  </a:lnTo>
                  <a:lnTo>
                    <a:pt x="156857" y="158724"/>
                  </a:lnTo>
                  <a:lnTo>
                    <a:pt x="154851" y="158407"/>
                  </a:lnTo>
                  <a:lnTo>
                    <a:pt x="153670" y="158978"/>
                  </a:lnTo>
                  <a:lnTo>
                    <a:pt x="153809" y="161112"/>
                  </a:lnTo>
                  <a:lnTo>
                    <a:pt x="153936" y="161874"/>
                  </a:lnTo>
                  <a:lnTo>
                    <a:pt x="156718" y="165468"/>
                  </a:lnTo>
                  <a:lnTo>
                    <a:pt x="160794" y="162039"/>
                  </a:lnTo>
                  <a:close/>
                </a:path>
                <a:path w="212089" h="255270">
                  <a:moveTo>
                    <a:pt x="163423" y="7035"/>
                  </a:moveTo>
                  <a:lnTo>
                    <a:pt x="162902" y="7035"/>
                  </a:lnTo>
                  <a:lnTo>
                    <a:pt x="162902" y="7429"/>
                  </a:lnTo>
                  <a:lnTo>
                    <a:pt x="163169" y="7429"/>
                  </a:lnTo>
                  <a:lnTo>
                    <a:pt x="163423" y="7429"/>
                  </a:lnTo>
                  <a:lnTo>
                    <a:pt x="163423" y="7035"/>
                  </a:lnTo>
                  <a:close/>
                </a:path>
                <a:path w="212089" h="255270">
                  <a:moveTo>
                    <a:pt x="165201" y="7734"/>
                  </a:moveTo>
                  <a:lnTo>
                    <a:pt x="159842" y="7734"/>
                  </a:lnTo>
                  <a:lnTo>
                    <a:pt x="159842" y="11849"/>
                  </a:lnTo>
                  <a:lnTo>
                    <a:pt x="162521" y="11849"/>
                  </a:lnTo>
                  <a:lnTo>
                    <a:pt x="165201" y="11849"/>
                  </a:lnTo>
                  <a:lnTo>
                    <a:pt x="165201" y="7734"/>
                  </a:lnTo>
                  <a:close/>
                </a:path>
                <a:path w="212089" h="255270">
                  <a:moveTo>
                    <a:pt x="173139" y="25336"/>
                  </a:moveTo>
                  <a:lnTo>
                    <a:pt x="169494" y="23977"/>
                  </a:lnTo>
                  <a:lnTo>
                    <a:pt x="167703" y="23304"/>
                  </a:lnTo>
                  <a:lnTo>
                    <a:pt x="166484" y="24511"/>
                  </a:lnTo>
                  <a:lnTo>
                    <a:pt x="168541" y="29870"/>
                  </a:lnTo>
                  <a:lnTo>
                    <a:pt x="173139" y="25336"/>
                  </a:lnTo>
                  <a:close/>
                </a:path>
                <a:path w="212089" h="255270">
                  <a:moveTo>
                    <a:pt x="174726" y="98755"/>
                  </a:moveTo>
                  <a:lnTo>
                    <a:pt x="172821" y="96875"/>
                  </a:lnTo>
                  <a:lnTo>
                    <a:pt x="172059" y="98234"/>
                  </a:lnTo>
                  <a:lnTo>
                    <a:pt x="171907" y="98488"/>
                  </a:lnTo>
                  <a:lnTo>
                    <a:pt x="171780" y="98755"/>
                  </a:lnTo>
                  <a:lnTo>
                    <a:pt x="171627" y="98996"/>
                  </a:lnTo>
                  <a:lnTo>
                    <a:pt x="171297" y="99606"/>
                  </a:lnTo>
                  <a:lnTo>
                    <a:pt x="171958" y="100279"/>
                  </a:lnTo>
                  <a:lnTo>
                    <a:pt x="172580" y="99949"/>
                  </a:lnTo>
                  <a:lnTo>
                    <a:pt x="172834" y="99796"/>
                  </a:lnTo>
                  <a:lnTo>
                    <a:pt x="173101" y="99656"/>
                  </a:lnTo>
                  <a:lnTo>
                    <a:pt x="174726" y="98755"/>
                  </a:lnTo>
                  <a:close/>
                </a:path>
                <a:path w="212089" h="255270">
                  <a:moveTo>
                    <a:pt x="177317" y="119481"/>
                  </a:moveTo>
                  <a:lnTo>
                    <a:pt x="177063" y="118884"/>
                  </a:lnTo>
                  <a:lnTo>
                    <a:pt x="175920" y="115874"/>
                  </a:lnTo>
                  <a:lnTo>
                    <a:pt x="172516" y="116700"/>
                  </a:lnTo>
                  <a:lnTo>
                    <a:pt x="173202" y="118973"/>
                  </a:lnTo>
                  <a:lnTo>
                    <a:pt x="173710" y="120726"/>
                  </a:lnTo>
                  <a:lnTo>
                    <a:pt x="175552" y="122580"/>
                  </a:lnTo>
                  <a:lnTo>
                    <a:pt x="177025" y="121678"/>
                  </a:lnTo>
                  <a:lnTo>
                    <a:pt x="177317" y="119481"/>
                  </a:lnTo>
                  <a:close/>
                </a:path>
                <a:path w="212089" h="255270">
                  <a:moveTo>
                    <a:pt x="178549" y="73952"/>
                  </a:moveTo>
                  <a:lnTo>
                    <a:pt x="177634" y="71983"/>
                  </a:lnTo>
                  <a:lnTo>
                    <a:pt x="174980" y="71983"/>
                  </a:lnTo>
                  <a:lnTo>
                    <a:pt x="175120" y="71882"/>
                  </a:lnTo>
                  <a:lnTo>
                    <a:pt x="176669" y="70789"/>
                  </a:lnTo>
                  <a:lnTo>
                    <a:pt x="176669" y="69049"/>
                  </a:lnTo>
                  <a:lnTo>
                    <a:pt x="173189" y="66598"/>
                  </a:lnTo>
                  <a:lnTo>
                    <a:pt x="170967" y="68148"/>
                  </a:lnTo>
                  <a:lnTo>
                    <a:pt x="170967" y="71704"/>
                  </a:lnTo>
                  <a:lnTo>
                    <a:pt x="173189" y="73253"/>
                  </a:lnTo>
                  <a:lnTo>
                    <a:pt x="174396" y="72402"/>
                  </a:lnTo>
                  <a:lnTo>
                    <a:pt x="173685" y="73952"/>
                  </a:lnTo>
                  <a:lnTo>
                    <a:pt x="174840" y="75018"/>
                  </a:lnTo>
                  <a:lnTo>
                    <a:pt x="175704" y="75819"/>
                  </a:lnTo>
                  <a:lnTo>
                    <a:pt x="176517" y="75819"/>
                  </a:lnTo>
                  <a:lnTo>
                    <a:pt x="177165" y="75222"/>
                  </a:lnTo>
                  <a:lnTo>
                    <a:pt x="178549" y="73952"/>
                  </a:lnTo>
                  <a:close/>
                </a:path>
                <a:path w="212089" h="255270">
                  <a:moveTo>
                    <a:pt x="179603" y="38163"/>
                  </a:moveTo>
                  <a:lnTo>
                    <a:pt x="175221" y="38163"/>
                  </a:lnTo>
                  <a:lnTo>
                    <a:pt x="175209" y="41541"/>
                  </a:lnTo>
                  <a:lnTo>
                    <a:pt x="177406" y="41541"/>
                  </a:lnTo>
                  <a:lnTo>
                    <a:pt x="179590" y="41541"/>
                  </a:lnTo>
                  <a:lnTo>
                    <a:pt x="179603" y="38163"/>
                  </a:lnTo>
                  <a:close/>
                </a:path>
                <a:path w="212089" h="255270">
                  <a:moveTo>
                    <a:pt x="181229" y="186982"/>
                  </a:moveTo>
                  <a:lnTo>
                    <a:pt x="176187" y="186982"/>
                  </a:lnTo>
                  <a:lnTo>
                    <a:pt x="176174" y="190842"/>
                  </a:lnTo>
                  <a:lnTo>
                    <a:pt x="178701" y="190842"/>
                  </a:lnTo>
                  <a:lnTo>
                    <a:pt x="181216" y="190842"/>
                  </a:lnTo>
                  <a:lnTo>
                    <a:pt x="181229" y="186982"/>
                  </a:lnTo>
                  <a:close/>
                </a:path>
                <a:path w="212089" h="255270">
                  <a:moveTo>
                    <a:pt x="183578" y="30988"/>
                  </a:moveTo>
                  <a:lnTo>
                    <a:pt x="179539" y="28397"/>
                  </a:lnTo>
                  <a:lnTo>
                    <a:pt x="175336" y="25692"/>
                  </a:lnTo>
                  <a:lnTo>
                    <a:pt x="172796" y="28219"/>
                  </a:lnTo>
                  <a:lnTo>
                    <a:pt x="178130" y="36334"/>
                  </a:lnTo>
                  <a:lnTo>
                    <a:pt x="183578" y="30988"/>
                  </a:lnTo>
                  <a:close/>
                </a:path>
                <a:path w="212089" h="255270">
                  <a:moveTo>
                    <a:pt x="186563" y="225869"/>
                  </a:moveTo>
                  <a:lnTo>
                    <a:pt x="181203" y="225869"/>
                  </a:lnTo>
                  <a:lnTo>
                    <a:pt x="181203" y="229984"/>
                  </a:lnTo>
                  <a:lnTo>
                    <a:pt x="183883" y="229984"/>
                  </a:lnTo>
                  <a:lnTo>
                    <a:pt x="186563" y="229984"/>
                  </a:lnTo>
                  <a:lnTo>
                    <a:pt x="186563" y="225869"/>
                  </a:lnTo>
                  <a:close/>
                </a:path>
                <a:path w="212089" h="255270">
                  <a:moveTo>
                    <a:pt x="187756" y="148793"/>
                  </a:moveTo>
                  <a:lnTo>
                    <a:pt x="184988" y="146050"/>
                  </a:lnTo>
                  <a:lnTo>
                    <a:pt x="184086" y="147980"/>
                  </a:lnTo>
                  <a:lnTo>
                    <a:pt x="183299" y="149644"/>
                  </a:lnTo>
                  <a:lnTo>
                    <a:pt x="184124" y="150456"/>
                  </a:lnTo>
                  <a:lnTo>
                    <a:pt x="185013" y="150050"/>
                  </a:lnTo>
                  <a:lnTo>
                    <a:pt x="185280" y="149936"/>
                  </a:lnTo>
                  <a:lnTo>
                    <a:pt x="187756" y="148793"/>
                  </a:lnTo>
                  <a:close/>
                </a:path>
                <a:path w="212089" h="255270">
                  <a:moveTo>
                    <a:pt x="188645" y="171704"/>
                  </a:moveTo>
                  <a:lnTo>
                    <a:pt x="188556" y="169062"/>
                  </a:lnTo>
                  <a:lnTo>
                    <a:pt x="188506" y="167728"/>
                  </a:lnTo>
                  <a:lnTo>
                    <a:pt x="185788" y="166801"/>
                  </a:lnTo>
                  <a:lnTo>
                    <a:pt x="185343" y="166217"/>
                  </a:lnTo>
                  <a:lnTo>
                    <a:pt x="184873" y="166497"/>
                  </a:lnTo>
                  <a:lnTo>
                    <a:pt x="184670" y="166420"/>
                  </a:lnTo>
                  <a:lnTo>
                    <a:pt x="184607" y="166649"/>
                  </a:lnTo>
                  <a:lnTo>
                    <a:pt x="181521" y="168465"/>
                  </a:lnTo>
                  <a:lnTo>
                    <a:pt x="182791" y="172986"/>
                  </a:lnTo>
                  <a:lnTo>
                    <a:pt x="185585" y="172377"/>
                  </a:lnTo>
                  <a:lnTo>
                    <a:pt x="185826" y="172758"/>
                  </a:lnTo>
                  <a:lnTo>
                    <a:pt x="186321" y="172440"/>
                  </a:lnTo>
                  <a:lnTo>
                    <a:pt x="186220" y="172237"/>
                  </a:lnTo>
                  <a:lnTo>
                    <a:pt x="188645" y="171704"/>
                  </a:lnTo>
                  <a:close/>
                </a:path>
                <a:path w="212089" h="255270">
                  <a:moveTo>
                    <a:pt x="189509" y="201891"/>
                  </a:moveTo>
                  <a:lnTo>
                    <a:pt x="188518" y="200342"/>
                  </a:lnTo>
                  <a:lnTo>
                    <a:pt x="188341" y="199809"/>
                  </a:lnTo>
                  <a:lnTo>
                    <a:pt x="187185" y="199783"/>
                  </a:lnTo>
                  <a:lnTo>
                    <a:pt x="186880" y="199783"/>
                  </a:lnTo>
                  <a:lnTo>
                    <a:pt x="186639" y="200050"/>
                  </a:lnTo>
                  <a:lnTo>
                    <a:pt x="186626" y="200355"/>
                  </a:lnTo>
                  <a:lnTo>
                    <a:pt x="186601" y="201498"/>
                  </a:lnTo>
                  <a:lnTo>
                    <a:pt x="187172" y="201676"/>
                  </a:lnTo>
                  <a:lnTo>
                    <a:pt x="188709" y="202730"/>
                  </a:lnTo>
                  <a:lnTo>
                    <a:pt x="189509" y="201891"/>
                  </a:lnTo>
                  <a:close/>
                </a:path>
                <a:path w="212089" h="255270">
                  <a:moveTo>
                    <a:pt x="193852" y="18211"/>
                  </a:moveTo>
                  <a:lnTo>
                    <a:pt x="192544" y="14770"/>
                  </a:lnTo>
                  <a:lnTo>
                    <a:pt x="190703" y="14084"/>
                  </a:lnTo>
                  <a:lnTo>
                    <a:pt x="188226" y="16535"/>
                  </a:lnTo>
                  <a:lnTo>
                    <a:pt x="188937" y="18351"/>
                  </a:lnTo>
                  <a:lnTo>
                    <a:pt x="190423" y="18897"/>
                  </a:lnTo>
                  <a:lnTo>
                    <a:pt x="192405" y="19646"/>
                  </a:lnTo>
                  <a:lnTo>
                    <a:pt x="193852" y="18211"/>
                  </a:lnTo>
                  <a:close/>
                </a:path>
                <a:path w="212089" h="255270">
                  <a:moveTo>
                    <a:pt x="195732" y="58674"/>
                  </a:moveTo>
                  <a:lnTo>
                    <a:pt x="195643" y="57200"/>
                  </a:lnTo>
                  <a:lnTo>
                    <a:pt x="193484" y="53505"/>
                  </a:lnTo>
                  <a:lnTo>
                    <a:pt x="191922" y="52768"/>
                  </a:lnTo>
                  <a:lnTo>
                    <a:pt x="187147" y="52171"/>
                  </a:lnTo>
                  <a:lnTo>
                    <a:pt x="186055" y="55702"/>
                  </a:lnTo>
                  <a:lnTo>
                    <a:pt x="188480" y="58051"/>
                  </a:lnTo>
                  <a:lnTo>
                    <a:pt x="190982" y="60071"/>
                  </a:lnTo>
                  <a:lnTo>
                    <a:pt x="191617" y="60439"/>
                  </a:lnTo>
                  <a:lnTo>
                    <a:pt x="193332" y="61252"/>
                  </a:lnTo>
                  <a:lnTo>
                    <a:pt x="194170" y="61074"/>
                  </a:lnTo>
                  <a:lnTo>
                    <a:pt x="194640" y="60350"/>
                  </a:lnTo>
                  <a:lnTo>
                    <a:pt x="195732" y="58674"/>
                  </a:lnTo>
                  <a:close/>
                </a:path>
                <a:path w="212089" h="255270">
                  <a:moveTo>
                    <a:pt x="196291" y="216865"/>
                  </a:moveTo>
                  <a:lnTo>
                    <a:pt x="195973" y="215303"/>
                  </a:lnTo>
                  <a:lnTo>
                    <a:pt x="195516" y="213131"/>
                  </a:lnTo>
                  <a:lnTo>
                    <a:pt x="192976" y="211670"/>
                  </a:lnTo>
                  <a:lnTo>
                    <a:pt x="190588" y="214045"/>
                  </a:lnTo>
                  <a:lnTo>
                    <a:pt x="190601" y="215049"/>
                  </a:lnTo>
                  <a:lnTo>
                    <a:pt x="191731" y="216204"/>
                  </a:lnTo>
                  <a:lnTo>
                    <a:pt x="192519" y="216420"/>
                  </a:lnTo>
                  <a:lnTo>
                    <a:pt x="194233" y="218440"/>
                  </a:lnTo>
                  <a:lnTo>
                    <a:pt x="196291" y="216865"/>
                  </a:lnTo>
                  <a:close/>
                </a:path>
                <a:path w="212089" h="255270">
                  <a:moveTo>
                    <a:pt x="197053" y="151422"/>
                  </a:moveTo>
                  <a:lnTo>
                    <a:pt x="195872" y="149313"/>
                  </a:lnTo>
                  <a:lnTo>
                    <a:pt x="195770" y="149161"/>
                  </a:lnTo>
                  <a:lnTo>
                    <a:pt x="195694" y="148996"/>
                  </a:lnTo>
                  <a:lnTo>
                    <a:pt x="195300" y="148310"/>
                  </a:lnTo>
                  <a:lnTo>
                    <a:pt x="194475" y="148310"/>
                  </a:lnTo>
                  <a:lnTo>
                    <a:pt x="192722" y="151422"/>
                  </a:lnTo>
                  <a:lnTo>
                    <a:pt x="197053" y="151422"/>
                  </a:lnTo>
                  <a:close/>
                </a:path>
                <a:path w="212089" h="255270">
                  <a:moveTo>
                    <a:pt x="198132" y="183311"/>
                  </a:moveTo>
                  <a:lnTo>
                    <a:pt x="196824" y="183438"/>
                  </a:lnTo>
                  <a:lnTo>
                    <a:pt x="194398" y="183667"/>
                  </a:lnTo>
                  <a:lnTo>
                    <a:pt x="194398" y="185191"/>
                  </a:lnTo>
                  <a:lnTo>
                    <a:pt x="198132" y="185559"/>
                  </a:lnTo>
                  <a:lnTo>
                    <a:pt x="198132" y="183311"/>
                  </a:lnTo>
                  <a:close/>
                </a:path>
                <a:path w="212089" h="255270">
                  <a:moveTo>
                    <a:pt x="200583" y="115290"/>
                  </a:moveTo>
                  <a:lnTo>
                    <a:pt x="199199" y="111963"/>
                  </a:lnTo>
                  <a:lnTo>
                    <a:pt x="197142" y="107061"/>
                  </a:lnTo>
                  <a:lnTo>
                    <a:pt x="190792" y="109867"/>
                  </a:lnTo>
                  <a:lnTo>
                    <a:pt x="195211" y="117233"/>
                  </a:lnTo>
                  <a:lnTo>
                    <a:pt x="200583" y="115290"/>
                  </a:lnTo>
                  <a:close/>
                </a:path>
                <a:path w="212089" h="255270">
                  <a:moveTo>
                    <a:pt x="201129" y="238544"/>
                  </a:moveTo>
                  <a:lnTo>
                    <a:pt x="200317" y="237172"/>
                  </a:lnTo>
                  <a:lnTo>
                    <a:pt x="199097" y="237020"/>
                  </a:lnTo>
                  <a:lnTo>
                    <a:pt x="198882" y="236994"/>
                  </a:lnTo>
                  <a:lnTo>
                    <a:pt x="198183" y="236905"/>
                  </a:lnTo>
                  <a:lnTo>
                    <a:pt x="197497" y="237591"/>
                  </a:lnTo>
                  <a:lnTo>
                    <a:pt x="197573" y="238163"/>
                  </a:lnTo>
                  <a:lnTo>
                    <a:pt x="197612" y="238493"/>
                  </a:lnTo>
                  <a:lnTo>
                    <a:pt x="197764" y="239687"/>
                  </a:lnTo>
                  <a:lnTo>
                    <a:pt x="199148" y="240499"/>
                  </a:lnTo>
                  <a:lnTo>
                    <a:pt x="200139" y="239522"/>
                  </a:lnTo>
                  <a:lnTo>
                    <a:pt x="201129" y="238544"/>
                  </a:lnTo>
                  <a:close/>
                </a:path>
                <a:path w="212089" h="255270">
                  <a:moveTo>
                    <a:pt x="202272" y="26060"/>
                  </a:moveTo>
                  <a:lnTo>
                    <a:pt x="200456" y="26047"/>
                  </a:lnTo>
                  <a:lnTo>
                    <a:pt x="200634" y="27254"/>
                  </a:lnTo>
                  <a:lnTo>
                    <a:pt x="200825" y="28498"/>
                  </a:lnTo>
                  <a:lnTo>
                    <a:pt x="201904" y="28498"/>
                  </a:lnTo>
                  <a:lnTo>
                    <a:pt x="202069" y="27470"/>
                  </a:lnTo>
                  <a:lnTo>
                    <a:pt x="202082" y="27254"/>
                  </a:lnTo>
                  <a:lnTo>
                    <a:pt x="202272" y="26060"/>
                  </a:lnTo>
                  <a:close/>
                </a:path>
                <a:path w="212089" h="255270">
                  <a:moveTo>
                    <a:pt x="211467" y="77952"/>
                  </a:moveTo>
                  <a:lnTo>
                    <a:pt x="199034" y="77952"/>
                  </a:lnTo>
                  <a:lnTo>
                    <a:pt x="199021" y="87490"/>
                  </a:lnTo>
                  <a:lnTo>
                    <a:pt x="205244" y="87490"/>
                  </a:lnTo>
                  <a:lnTo>
                    <a:pt x="211455" y="87490"/>
                  </a:lnTo>
                  <a:lnTo>
                    <a:pt x="211467" y="77952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482661" y="7759020"/>
              <a:ext cx="204470" cy="194945"/>
            </a:xfrm>
            <a:custGeom>
              <a:avLst/>
              <a:gdLst/>
              <a:ahLst/>
              <a:cxnLst/>
              <a:rect l="l" t="t" r="r" b="b"/>
              <a:pathLst>
                <a:path w="204469" h="194945">
                  <a:moveTo>
                    <a:pt x="5689" y="14922"/>
                  </a:moveTo>
                  <a:lnTo>
                    <a:pt x="4699" y="14922"/>
                  </a:lnTo>
                  <a:lnTo>
                    <a:pt x="4699" y="15659"/>
                  </a:lnTo>
                  <a:lnTo>
                    <a:pt x="5194" y="15659"/>
                  </a:lnTo>
                  <a:lnTo>
                    <a:pt x="5689" y="15659"/>
                  </a:lnTo>
                  <a:lnTo>
                    <a:pt x="5689" y="14922"/>
                  </a:lnTo>
                  <a:close/>
                </a:path>
                <a:path w="204469" h="194945">
                  <a:moveTo>
                    <a:pt x="8547" y="28460"/>
                  </a:moveTo>
                  <a:lnTo>
                    <a:pt x="7607" y="27546"/>
                  </a:lnTo>
                  <a:lnTo>
                    <a:pt x="5461" y="25438"/>
                  </a:lnTo>
                  <a:lnTo>
                    <a:pt x="2260" y="26733"/>
                  </a:lnTo>
                  <a:lnTo>
                    <a:pt x="2260" y="31788"/>
                  </a:lnTo>
                  <a:lnTo>
                    <a:pt x="5461" y="33083"/>
                  </a:lnTo>
                  <a:lnTo>
                    <a:pt x="7264" y="31305"/>
                  </a:lnTo>
                  <a:lnTo>
                    <a:pt x="8547" y="30060"/>
                  </a:lnTo>
                  <a:lnTo>
                    <a:pt x="8547" y="28460"/>
                  </a:lnTo>
                  <a:close/>
                </a:path>
                <a:path w="204469" h="194945">
                  <a:moveTo>
                    <a:pt x="12369" y="53835"/>
                  </a:moveTo>
                  <a:lnTo>
                    <a:pt x="11595" y="52120"/>
                  </a:lnTo>
                  <a:lnTo>
                    <a:pt x="10782" y="50304"/>
                  </a:lnTo>
                  <a:lnTo>
                    <a:pt x="6946" y="45885"/>
                  </a:lnTo>
                  <a:lnTo>
                    <a:pt x="3657" y="47078"/>
                  </a:lnTo>
                  <a:lnTo>
                    <a:pt x="4241" y="51549"/>
                  </a:lnTo>
                  <a:lnTo>
                    <a:pt x="4597" y="53479"/>
                  </a:lnTo>
                  <a:lnTo>
                    <a:pt x="6324" y="57327"/>
                  </a:lnTo>
                  <a:lnTo>
                    <a:pt x="8839" y="57721"/>
                  </a:lnTo>
                  <a:lnTo>
                    <a:pt x="12128" y="55829"/>
                  </a:lnTo>
                  <a:lnTo>
                    <a:pt x="12369" y="53835"/>
                  </a:lnTo>
                  <a:close/>
                </a:path>
                <a:path w="204469" h="194945">
                  <a:moveTo>
                    <a:pt x="12649" y="7315"/>
                  </a:moveTo>
                  <a:lnTo>
                    <a:pt x="10172" y="1485"/>
                  </a:lnTo>
                  <a:lnTo>
                    <a:pt x="6527" y="0"/>
                  </a:lnTo>
                  <a:lnTo>
                    <a:pt x="1041" y="3530"/>
                  </a:lnTo>
                  <a:lnTo>
                    <a:pt x="0" y="6159"/>
                  </a:lnTo>
                  <a:lnTo>
                    <a:pt x="2044" y="10731"/>
                  </a:lnTo>
                  <a:lnTo>
                    <a:pt x="4749" y="12458"/>
                  </a:lnTo>
                  <a:lnTo>
                    <a:pt x="7213" y="11544"/>
                  </a:lnTo>
                  <a:lnTo>
                    <a:pt x="10871" y="10198"/>
                  </a:lnTo>
                  <a:lnTo>
                    <a:pt x="12649" y="7315"/>
                  </a:lnTo>
                  <a:close/>
                </a:path>
                <a:path w="204469" h="194945">
                  <a:moveTo>
                    <a:pt x="12801" y="114820"/>
                  </a:moveTo>
                  <a:lnTo>
                    <a:pt x="12395" y="114820"/>
                  </a:lnTo>
                  <a:lnTo>
                    <a:pt x="12395" y="116001"/>
                  </a:lnTo>
                  <a:lnTo>
                    <a:pt x="12801" y="116001"/>
                  </a:lnTo>
                  <a:lnTo>
                    <a:pt x="12801" y="115735"/>
                  </a:lnTo>
                  <a:lnTo>
                    <a:pt x="12801" y="114820"/>
                  </a:lnTo>
                  <a:close/>
                </a:path>
                <a:path w="204469" h="194945">
                  <a:moveTo>
                    <a:pt x="19672" y="95973"/>
                  </a:moveTo>
                  <a:lnTo>
                    <a:pt x="17640" y="95961"/>
                  </a:lnTo>
                  <a:lnTo>
                    <a:pt x="17843" y="97332"/>
                  </a:lnTo>
                  <a:lnTo>
                    <a:pt x="17932" y="97980"/>
                  </a:lnTo>
                  <a:lnTo>
                    <a:pt x="18021" y="98691"/>
                  </a:lnTo>
                  <a:lnTo>
                    <a:pt x="19291" y="98691"/>
                  </a:lnTo>
                  <a:lnTo>
                    <a:pt x="19392" y="97980"/>
                  </a:lnTo>
                  <a:lnTo>
                    <a:pt x="19481" y="97332"/>
                  </a:lnTo>
                  <a:lnTo>
                    <a:pt x="19672" y="95973"/>
                  </a:lnTo>
                  <a:close/>
                </a:path>
                <a:path w="204469" h="194945">
                  <a:moveTo>
                    <a:pt x="20205" y="91109"/>
                  </a:moveTo>
                  <a:lnTo>
                    <a:pt x="17932" y="91440"/>
                  </a:lnTo>
                  <a:lnTo>
                    <a:pt x="17703" y="91452"/>
                  </a:lnTo>
                  <a:lnTo>
                    <a:pt x="16713" y="91605"/>
                  </a:lnTo>
                  <a:lnTo>
                    <a:pt x="16713" y="93306"/>
                  </a:lnTo>
                  <a:lnTo>
                    <a:pt x="17703" y="93446"/>
                  </a:lnTo>
                  <a:lnTo>
                    <a:pt x="18351" y="93548"/>
                  </a:lnTo>
                  <a:lnTo>
                    <a:pt x="20193" y="93789"/>
                  </a:lnTo>
                  <a:lnTo>
                    <a:pt x="20205" y="91109"/>
                  </a:lnTo>
                  <a:close/>
                </a:path>
                <a:path w="204469" h="194945">
                  <a:moveTo>
                    <a:pt x="21069" y="120878"/>
                  </a:moveTo>
                  <a:lnTo>
                    <a:pt x="19189" y="119240"/>
                  </a:lnTo>
                  <a:lnTo>
                    <a:pt x="18415" y="118554"/>
                  </a:lnTo>
                  <a:lnTo>
                    <a:pt x="17767" y="118071"/>
                  </a:lnTo>
                  <a:lnTo>
                    <a:pt x="15201" y="117487"/>
                  </a:lnTo>
                  <a:lnTo>
                    <a:pt x="14046" y="118313"/>
                  </a:lnTo>
                  <a:lnTo>
                    <a:pt x="13182" y="120370"/>
                  </a:lnTo>
                  <a:lnTo>
                    <a:pt x="13131" y="120929"/>
                  </a:lnTo>
                  <a:lnTo>
                    <a:pt x="13449" y="124091"/>
                  </a:lnTo>
                  <a:lnTo>
                    <a:pt x="15633" y="125869"/>
                  </a:lnTo>
                  <a:lnTo>
                    <a:pt x="20205" y="123964"/>
                  </a:lnTo>
                  <a:lnTo>
                    <a:pt x="21069" y="120878"/>
                  </a:lnTo>
                  <a:close/>
                </a:path>
                <a:path w="204469" h="194945">
                  <a:moveTo>
                    <a:pt x="21158" y="75196"/>
                  </a:moveTo>
                  <a:lnTo>
                    <a:pt x="17500" y="70739"/>
                  </a:lnTo>
                  <a:lnTo>
                    <a:pt x="14871" y="70777"/>
                  </a:lnTo>
                  <a:lnTo>
                    <a:pt x="11036" y="72694"/>
                  </a:lnTo>
                  <a:lnTo>
                    <a:pt x="10147" y="75488"/>
                  </a:lnTo>
                  <a:lnTo>
                    <a:pt x="10718" y="76250"/>
                  </a:lnTo>
                  <a:lnTo>
                    <a:pt x="9956" y="76250"/>
                  </a:lnTo>
                  <a:lnTo>
                    <a:pt x="9753" y="77597"/>
                  </a:lnTo>
                  <a:lnTo>
                    <a:pt x="9563" y="78955"/>
                  </a:lnTo>
                  <a:lnTo>
                    <a:pt x="10363" y="78955"/>
                  </a:lnTo>
                  <a:lnTo>
                    <a:pt x="14401" y="82702"/>
                  </a:lnTo>
                  <a:lnTo>
                    <a:pt x="20904" y="78320"/>
                  </a:lnTo>
                  <a:lnTo>
                    <a:pt x="21158" y="75196"/>
                  </a:lnTo>
                  <a:close/>
                </a:path>
                <a:path w="204469" h="194945">
                  <a:moveTo>
                    <a:pt x="21615" y="60325"/>
                  </a:moveTo>
                  <a:lnTo>
                    <a:pt x="21094" y="60325"/>
                  </a:lnTo>
                  <a:lnTo>
                    <a:pt x="21094" y="60731"/>
                  </a:lnTo>
                  <a:lnTo>
                    <a:pt x="21348" y="60731"/>
                  </a:lnTo>
                  <a:lnTo>
                    <a:pt x="21615" y="60731"/>
                  </a:lnTo>
                  <a:lnTo>
                    <a:pt x="21615" y="60325"/>
                  </a:lnTo>
                  <a:close/>
                </a:path>
                <a:path w="204469" h="194945">
                  <a:moveTo>
                    <a:pt x="21615" y="56997"/>
                  </a:moveTo>
                  <a:lnTo>
                    <a:pt x="21094" y="56997"/>
                  </a:lnTo>
                  <a:lnTo>
                    <a:pt x="21094" y="57404"/>
                  </a:lnTo>
                  <a:lnTo>
                    <a:pt x="21348" y="57404"/>
                  </a:lnTo>
                  <a:lnTo>
                    <a:pt x="21615" y="57404"/>
                  </a:lnTo>
                  <a:lnTo>
                    <a:pt x="21615" y="56997"/>
                  </a:lnTo>
                  <a:close/>
                </a:path>
                <a:path w="204469" h="194945">
                  <a:moveTo>
                    <a:pt x="24358" y="38061"/>
                  </a:moveTo>
                  <a:lnTo>
                    <a:pt x="24269" y="36576"/>
                  </a:lnTo>
                  <a:lnTo>
                    <a:pt x="24168" y="36131"/>
                  </a:lnTo>
                  <a:lnTo>
                    <a:pt x="21793" y="33070"/>
                  </a:lnTo>
                  <a:lnTo>
                    <a:pt x="18453" y="36334"/>
                  </a:lnTo>
                  <a:lnTo>
                    <a:pt x="21018" y="38277"/>
                  </a:lnTo>
                  <a:lnTo>
                    <a:pt x="21564" y="38684"/>
                  </a:lnTo>
                  <a:lnTo>
                    <a:pt x="22021" y="38785"/>
                  </a:lnTo>
                  <a:lnTo>
                    <a:pt x="23520" y="38887"/>
                  </a:lnTo>
                  <a:lnTo>
                    <a:pt x="24358" y="38061"/>
                  </a:lnTo>
                  <a:close/>
                </a:path>
                <a:path w="204469" h="194945">
                  <a:moveTo>
                    <a:pt x="25069" y="11264"/>
                  </a:moveTo>
                  <a:lnTo>
                    <a:pt x="22479" y="10223"/>
                  </a:lnTo>
                  <a:lnTo>
                    <a:pt x="21018" y="11645"/>
                  </a:lnTo>
                  <a:lnTo>
                    <a:pt x="20789" y="11861"/>
                  </a:lnTo>
                  <a:lnTo>
                    <a:pt x="19964" y="12674"/>
                  </a:lnTo>
                  <a:lnTo>
                    <a:pt x="19951" y="13919"/>
                  </a:lnTo>
                  <a:lnTo>
                    <a:pt x="20688" y="14617"/>
                  </a:lnTo>
                  <a:lnTo>
                    <a:pt x="22479" y="16370"/>
                  </a:lnTo>
                  <a:lnTo>
                    <a:pt x="25069" y="15328"/>
                  </a:lnTo>
                  <a:lnTo>
                    <a:pt x="25069" y="11264"/>
                  </a:lnTo>
                  <a:close/>
                </a:path>
                <a:path w="204469" h="194945">
                  <a:moveTo>
                    <a:pt x="25514" y="50457"/>
                  </a:moveTo>
                  <a:lnTo>
                    <a:pt x="25260" y="50457"/>
                  </a:lnTo>
                  <a:lnTo>
                    <a:pt x="25260" y="50634"/>
                  </a:lnTo>
                  <a:lnTo>
                    <a:pt x="25387" y="50634"/>
                  </a:lnTo>
                  <a:lnTo>
                    <a:pt x="25514" y="50634"/>
                  </a:lnTo>
                  <a:lnTo>
                    <a:pt x="25514" y="50457"/>
                  </a:lnTo>
                  <a:close/>
                </a:path>
                <a:path w="204469" h="194945">
                  <a:moveTo>
                    <a:pt x="35750" y="94259"/>
                  </a:moveTo>
                  <a:lnTo>
                    <a:pt x="35229" y="94259"/>
                  </a:lnTo>
                  <a:lnTo>
                    <a:pt x="35229" y="94653"/>
                  </a:lnTo>
                  <a:lnTo>
                    <a:pt x="35483" y="94653"/>
                  </a:lnTo>
                  <a:lnTo>
                    <a:pt x="35750" y="94653"/>
                  </a:lnTo>
                  <a:lnTo>
                    <a:pt x="35750" y="94259"/>
                  </a:lnTo>
                  <a:close/>
                </a:path>
                <a:path w="204469" h="194945">
                  <a:moveTo>
                    <a:pt x="36639" y="16954"/>
                  </a:moveTo>
                  <a:lnTo>
                    <a:pt x="35267" y="17145"/>
                  </a:lnTo>
                  <a:lnTo>
                    <a:pt x="34607" y="17233"/>
                  </a:lnTo>
                  <a:lnTo>
                    <a:pt x="33896" y="17335"/>
                  </a:lnTo>
                  <a:lnTo>
                    <a:pt x="33896" y="18580"/>
                  </a:lnTo>
                  <a:lnTo>
                    <a:pt x="34836" y="18707"/>
                  </a:lnTo>
                  <a:lnTo>
                    <a:pt x="35267" y="18757"/>
                  </a:lnTo>
                  <a:lnTo>
                    <a:pt x="36639" y="18948"/>
                  </a:lnTo>
                  <a:lnTo>
                    <a:pt x="36639" y="16954"/>
                  </a:lnTo>
                  <a:close/>
                </a:path>
                <a:path w="204469" h="194945">
                  <a:moveTo>
                    <a:pt x="37426" y="76200"/>
                  </a:moveTo>
                  <a:lnTo>
                    <a:pt x="36804" y="72745"/>
                  </a:lnTo>
                  <a:lnTo>
                    <a:pt x="34645" y="68846"/>
                  </a:lnTo>
                  <a:lnTo>
                    <a:pt x="31838" y="69926"/>
                  </a:lnTo>
                  <a:lnTo>
                    <a:pt x="32562" y="71615"/>
                  </a:lnTo>
                  <a:lnTo>
                    <a:pt x="33413" y="73634"/>
                  </a:lnTo>
                  <a:lnTo>
                    <a:pt x="32740" y="75158"/>
                  </a:lnTo>
                  <a:lnTo>
                    <a:pt x="32524" y="78587"/>
                  </a:lnTo>
                  <a:lnTo>
                    <a:pt x="34417" y="79273"/>
                  </a:lnTo>
                  <a:lnTo>
                    <a:pt x="37426" y="76200"/>
                  </a:lnTo>
                  <a:close/>
                </a:path>
                <a:path w="204469" h="194945">
                  <a:moveTo>
                    <a:pt x="40106" y="109029"/>
                  </a:moveTo>
                  <a:lnTo>
                    <a:pt x="39763" y="107505"/>
                  </a:lnTo>
                  <a:lnTo>
                    <a:pt x="39674" y="107086"/>
                  </a:lnTo>
                  <a:lnTo>
                    <a:pt x="39585" y="106667"/>
                  </a:lnTo>
                  <a:lnTo>
                    <a:pt x="39357" y="105625"/>
                  </a:lnTo>
                  <a:lnTo>
                    <a:pt x="38354" y="105625"/>
                  </a:lnTo>
                  <a:lnTo>
                    <a:pt x="38036" y="107086"/>
                  </a:lnTo>
                  <a:lnTo>
                    <a:pt x="37947" y="107505"/>
                  </a:lnTo>
                  <a:lnTo>
                    <a:pt x="37617" y="109016"/>
                  </a:lnTo>
                  <a:lnTo>
                    <a:pt x="40106" y="109029"/>
                  </a:lnTo>
                  <a:close/>
                </a:path>
                <a:path w="204469" h="194945">
                  <a:moveTo>
                    <a:pt x="46621" y="117449"/>
                  </a:moveTo>
                  <a:lnTo>
                    <a:pt x="45897" y="117449"/>
                  </a:lnTo>
                  <a:lnTo>
                    <a:pt x="45897" y="118008"/>
                  </a:lnTo>
                  <a:lnTo>
                    <a:pt x="46266" y="118008"/>
                  </a:lnTo>
                  <a:lnTo>
                    <a:pt x="46621" y="118008"/>
                  </a:lnTo>
                  <a:lnTo>
                    <a:pt x="46621" y="117449"/>
                  </a:lnTo>
                  <a:close/>
                </a:path>
                <a:path w="204469" h="194945">
                  <a:moveTo>
                    <a:pt x="48755" y="21501"/>
                  </a:moveTo>
                  <a:lnTo>
                    <a:pt x="42418" y="21501"/>
                  </a:lnTo>
                  <a:lnTo>
                    <a:pt x="42418" y="26365"/>
                  </a:lnTo>
                  <a:lnTo>
                    <a:pt x="45593" y="26365"/>
                  </a:lnTo>
                  <a:lnTo>
                    <a:pt x="48755" y="26365"/>
                  </a:lnTo>
                  <a:lnTo>
                    <a:pt x="48755" y="21501"/>
                  </a:lnTo>
                  <a:close/>
                </a:path>
                <a:path w="204469" h="194945">
                  <a:moveTo>
                    <a:pt x="49847" y="123405"/>
                  </a:moveTo>
                  <a:lnTo>
                    <a:pt x="38633" y="123405"/>
                  </a:lnTo>
                  <a:lnTo>
                    <a:pt x="38633" y="132016"/>
                  </a:lnTo>
                  <a:lnTo>
                    <a:pt x="44246" y="132016"/>
                  </a:lnTo>
                  <a:lnTo>
                    <a:pt x="49847" y="132016"/>
                  </a:lnTo>
                  <a:lnTo>
                    <a:pt x="49847" y="123405"/>
                  </a:lnTo>
                  <a:close/>
                </a:path>
                <a:path w="204469" h="194945">
                  <a:moveTo>
                    <a:pt x="55333" y="41833"/>
                  </a:moveTo>
                  <a:lnTo>
                    <a:pt x="55016" y="39941"/>
                  </a:lnTo>
                  <a:lnTo>
                    <a:pt x="54914" y="39319"/>
                  </a:lnTo>
                  <a:lnTo>
                    <a:pt x="54635" y="37630"/>
                  </a:lnTo>
                  <a:lnTo>
                    <a:pt x="49199" y="33121"/>
                  </a:lnTo>
                  <a:lnTo>
                    <a:pt x="47853" y="33134"/>
                  </a:lnTo>
                  <a:lnTo>
                    <a:pt x="47853" y="40500"/>
                  </a:lnTo>
                  <a:lnTo>
                    <a:pt x="47320" y="40665"/>
                  </a:lnTo>
                  <a:lnTo>
                    <a:pt x="47066" y="40754"/>
                  </a:lnTo>
                  <a:lnTo>
                    <a:pt x="47231" y="40690"/>
                  </a:lnTo>
                  <a:lnTo>
                    <a:pt x="47282" y="40055"/>
                  </a:lnTo>
                  <a:lnTo>
                    <a:pt x="47853" y="40500"/>
                  </a:lnTo>
                  <a:lnTo>
                    <a:pt x="47853" y="33134"/>
                  </a:lnTo>
                  <a:lnTo>
                    <a:pt x="45186" y="33134"/>
                  </a:lnTo>
                  <a:lnTo>
                    <a:pt x="40449" y="38392"/>
                  </a:lnTo>
                  <a:lnTo>
                    <a:pt x="40665" y="42024"/>
                  </a:lnTo>
                  <a:lnTo>
                    <a:pt x="41427" y="42989"/>
                  </a:lnTo>
                  <a:lnTo>
                    <a:pt x="41084" y="43548"/>
                  </a:lnTo>
                  <a:lnTo>
                    <a:pt x="42748" y="44640"/>
                  </a:lnTo>
                  <a:lnTo>
                    <a:pt x="44881" y="47320"/>
                  </a:lnTo>
                  <a:lnTo>
                    <a:pt x="45783" y="46647"/>
                  </a:lnTo>
                  <a:lnTo>
                    <a:pt x="46824" y="47332"/>
                  </a:lnTo>
                  <a:lnTo>
                    <a:pt x="50507" y="46723"/>
                  </a:lnTo>
                  <a:lnTo>
                    <a:pt x="55333" y="41833"/>
                  </a:lnTo>
                  <a:close/>
                </a:path>
                <a:path w="204469" h="194945">
                  <a:moveTo>
                    <a:pt x="55740" y="144449"/>
                  </a:moveTo>
                  <a:lnTo>
                    <a:pt x="54279" y="144449"/>
                  </a:lnTo>
                  <a:lnTo>
                    <a:pt x="54279" y="145567"/>
                  </a:lnTo>
                  <a:lnTo>
                    <a:pt x="55016" y="145567"/>
                  </a:lnTo>
                  <a:lnTo>
                    <a:pt x="55740" y="145567"/>
                  </a:lnTo>
                  <a:lnTo>
                    <a:pt x="55740" y="144449"/>
                  </a:lnTo>
                  <a:close/>
                </a:path>
                <a:path w="204469" h="194945">
                  <a:moveTo>
                    <a:pt x="55867" y="51422"/>
                  </a:moveTo>
                  <a:lnTo>
                    <a:pt x="54178" y="48628"/>
                  </a:lnTo>
                  <a:lnTo>
                    <a:pt x="51612" y="48577"/>
                  </a:lnTo>
                  <a:lnTo>
                    <a:pt x="48361" y="48526"/>
                  </a:lnTo>
                  <a:lnTo>
                    <a:pt x="46609" y="50965"/>
                  </a:lnTo>
                  <a:lnTo>
                    <a:pt x="50152" y="55600"/>
                  </a:lnTo>
                  <a:lnTo>
                    <a:pt x="53149" y="56032"/>
                  </a:lnTo>
                  <a:lnTo>
                    <a:pt x="55867" y="51422"/>
                  </a:lnTo>
                  <a:close/>
                </a:path>
                <a:path w="204469" h="194945">
                  <a:moveTo>
                    <a:pt x="56616" y="67640"/>
                  </a:moveTo>
                  <a:lnTo>
                    <a:pt x="56095" y="67640"/>
                  </a:lnTo>
                  <a:lnTo>
                    <a:pt x="56095" y="68046"/>
                  </a:lnTo>
                  <a:lnTo>
                    <a:pt x="56362" y="68046"/>
                  </a:lnTo>
                  <a:lnTo>
                    <a:pt x="56616" y="68046"/>
                  </a:lnTo>
                  <a:lnTo>
                    <a:pt x="56616" y="67640"/>
                  </a:lnTo>
                  <a:close/>
                </a:path>
                <a:path w="204469" h="194945">
                  <a:moveTo>
                    <a:pt x="64884" y="114274"/>
                  </a:moveTo>
                  <a:lnTo>
                    <a:pt x="62941" y="113055"/>
                  </a:lnTo>
                  <a:lnTo>
                    <a:pt x="62128" y="112534"/>
                  </a:lnTo>
                  <a:lnTo>
                    <a:pt x="61353" y="112534"/>
                  </a:lnTo>
                  <a:lnTo>
                    <a:pt x="58610" y="114274"/>
                  </a:lnTo>
                  <a:lnTo>
                    <a:pt x="59334" y="117411"/>
                  </a:lnTo>
                  <a:lnTo>
                    <a:pt x="64147" y="117411"/>
                  </a:lnTo>
                  <a:lnTo>
                    <a:pt x="64884" y="114274"/>
                  </a:lnTo>
                  <a:close/>
                </a:path>
                <a:path w="204469" h="194945">
                  <a:moveTo>
                    <a:pt x="66243" y="85636"/>
                  </a:moveTo>
                  <a:lnTo>
                    <a:pt x="57912" y="82524"/>
                  </a:lnTo>
                  <a:lnTo>
                    <a:pt x="56934" y="87515"/>
                  </a:lnTo>
                  <a:lnTo>
                    <a:pt x="56184" y="91325"/>
                  </a:lnTo>
                  <a:lnTo>
                    <a:pt x="61353" y="93891"/>
                  </a:lnTo>
                  <a:lnTo>
                    <a:pt x="66243" y="85636"/>
                  </a:lnTo>
                  <a:close/>
                </a:path>
                <a:path w="204469" h="194945">
                  <a:moveTo>
                    <a:pt x="73444" y="118376"/>
                  </a:moveTo>
                  <a:lnTo>
                    <a:pt x="67437" y="119507"/>
                  </a:lnTo>
                  <a:lnTo>
                    <a:pt x="68313" y="121170"/>
                  </a:lnTo>
                  <a:lnTo>
                    <a:pt x="67843" y="121767"/>
                  </a:lnTo>
                  <a:lnTo>
                    <a:pt x="69773" y="125641"/>
                  </a:lnTo>
                  <a:lnTo>
                    <a:pt x="73177" y="124117"/>
                  </a:lnTo>
                  <a:lnTo>
                    <a:pt x="73444" y="118376"/>
                  </a:lnTo>
                  <a:close/>
                </a:path>
                <a:path w="204469" h="194945">
                  <a:moveTo>
                    <a:pt x="76555" y="24942"/>
                  </a:moveTo>
                  <a:lnTo>
                    <a:pt x="68376" y="21526"/>
                  </a:lnTo>
                  <a:lnTo>
                    <a:pt x="63220" y="29794"/>
                  </a:lnTo>
                  <a:lnTo>
                    <a:pt x="68503" y="33959"/>
                  </a:lnTo>
                  <a:lnTo>
                    <a:pt x="74269" y="34099"/>
                  </a:lnTo>
                  <a:lnTo>
                    <a:pt x="75768" y="32092"/>
                  </a:lnTo>
                  <a:lnTo>
                    <a:pt x="76009" y="29933"/>
                  </a:lnTo>
                  <a:lnTo>
                    <a:pt x="76555" y="24942"/>
                  </a:lnTo>
                  <a:close/>
                </a:path>
                <a:path w="204469" h="194945">
                  <a:moveTo>
                    <a:pt x="78803" y="69570"/>
                  </a:moveTo>
                  <a:lnTo>
                    <a:pt x="76504" y="67754"/>
                  </a:lnTo>
                  <a:lnTo>
                    <a:pt x="74256" y="68402"/>
                  </a:lnTo>
                  <a:lnTo>
                    <a:pt x="70383" y="69532"/>
                  </a:lnTo>
                  <a:lnTo>
                    <a:pt x="70383" y="74142"/>
                  </a:lnTo>
                  <a:lnTo>
                    <a:pt x="76504" y="75907"/>
                  </a:lnTo>
                  <a:lnTo>
                    <a:pt x="78803" y="74104"/>
                  </a:lnTo>
                  <a:lnTo>
                    <a:pt x="78803" y="69570"/>
                  </a:lnTo>
                  <a:close/>
                </a:path>
                <a:path w="204469" h="194945">
                  <a:moveTo>
                    <a:pt x="80860" y="45021"/>
                  </a:moveTo>
                  <a:lnTo>
                    <a:pt x="80327" y="45021"/>
                  </a:lnTo>
                  <a:lnTo>
                    <a:pt x="80327" y="45427"/>
                  </a:lnTo>
                  <a:lnTo>
                    <a:pt x="80594" y="45427"/>
                  </a:lnTo>
                  <a:lnTo>
                    <a:pt x="80860" y="45427"/>
                  </a:lnTo>
                  <a:lnTo>
                    <a:pt x="80860" y="45021"/>
                  </a:lnTo>
                  <a:close/>
                </a:path>
                <a:path w="204469" h="194945">
                  <a:moveTo>
                    <a:pt x="81495" y="107810"/>
                  </a:moveTo>
                  <a:lnTo>
                    <a:pt x="72961" y="107810"/>
                  </a:lnTo>
                  <a:lnTo>
                    <a:pt x="72961" y="114350"/>
                  </a:lnTo>
                  <a:lnTo>
                    <a:pt x="77228" y="114350"/>
                  </a:lnTo>
                  <a:lnTo>
                    <a:pt x="81495" y="114350"/>
                  </a:lnTo>
                  <a:lnTo>
                    <a:pt x="81495" y="107810"/>
                  </a:lnTo>
                  <a:close/>
                </a:path>
                <a:path w="204469" h="194945">
                  <a:moveTo>
                    <a:pt x="84162" y="97586"/>
                  </a:moveTo>
                  <a:lnTo>
                    <a:pt x="84061" y="95745"/>
                  </a:lnTo>
                  <a:lnTo>
                    <a:pt x="82943" y="95465"/>
                  </a:lnTo>
                  <a:lnTo>
                    <a:pt x="81508" y="95097"/>
                  </a:lnTo>
                  <a:lnTo>
                    <a:pt x="79857" y="94729"/>
                  </a:lnTo>
                  <a:lnTo>
                    <a:pt x="77368" y="93383"/>
                  </a:lnTo>
                  <a:lnTo>
                    <a:pt x="75996" y="94983"/>
                  </a:lnTo>
                  <a:lnTo>
                    <a:pt x="78867" y="97536"/>
                  </a:lnTo>
                  <a:lnTo>
                    <a:pt x="80530" y="98247"/>
                  </a:lnTo>
                  <a:lnTo>
                    <a:pt x="84162" y="97586"/>
                  </a:lnTo>
                  <a:close/>
                </a:path>
                <a:path w="204469" h="194945">
                  <a:moveTo>
                    <a:pt x="85344" y="157276"/>
                  </a:moveTo>
                  <a:lnTo>
                    <a:pt x="83680" y="156540"/>
                  </a:lnTo>
                  <a:lnTo>
                    <a:pt x="83502" y="156095"/>
                  </a:lnTo>
                  <a:lnTo>
                    <a:pt x="83413" y="155867"/>
                  </a:lnTo>
                  <a:lnTo>
                    <a:pt x="81051" y="154571"/>
                  </a:lnTo>
                  <a:lnTo>
                    <a:pt x="76758" y="157048"/>
                  </a:lnTo>
                  <a:lnTo>
                    <a:pt x="76479" y="159867"/>
                  </a:lnTo>
                  <a:lnTo>
                    <a:pt x="79400" y="162953"/>
                  </a:lnTo>
                  <a:lnTo>
                    <a:pt x="81292" y="163068"/>
                  </a:lnTo>
                  <a:lnTo>
                    <a:pt x="85077" y="161048"/>
                  </a:lnTo>
                  <a:lnTo>
                    <a:pt x="85267" y="158242"/>
                  </a:lnTo>
                  <a:lnTo>
                    <a:pt x="85344" y="157276"/>
                  </a:lnTo>
                  <a:close/>
                </a:path>
                <a:path w="204469" h="194945">
                  <a:moveTo>
                    <a:pt x="86918" y="166763"/>
                  </a:moveTo>
                  <a:lnTo>
                    <a:pt x="86398" y="166763"/>
                  </a:lnTo>
                  <a:lnTo>
                    <a:pt x="86398" y="167157"/>
                  </a:lnTo>
                  <a:lnTo>
                    <a:pt x="86652" y="167157"/>
                  </a:lnTo>
                  <a:lnTo>
                    <a:pt x="86918" y="167157"/>
                  </a:lnTo>
                  <a:lnTo>
                    <a:pt x="86918" y="166763"/>
                  </a:lnTo>
                  <a:close/>
                </a:path>
                <a:path w="204469" h="194945">
                  <a:moveTo>
                    <a:pt x="93649" y="140157"/>
                  </a:moveTo>
                  <a:lnTo>
                    <a:pt x="93129" y="140157"/>
                  </a:lnTo>
                  <a:lnTo>
                    <a:pt x="93129" y="140550"/>
                  </a:lnTo>
                  <a:lnTo>
                    <a:pt x="93383" y="140550"/>
                  </a:lnTo>
                  <a:lnTo>
                    <a:pt x="93649" y="140550"/>
                  </a:lnTo>
                  <a:lnTo>
                    <a:pt x="93649" y="140157"/>
                  </a:lnTo>
                  <a:close/>
                </a:path>
                <a:path w="204469" h="194945">
                  <a:moveTo>
                    <a:pt x="96126" y="45453"/>
                  </a:moveTo>
                  <a:lnTo>
                    <a:pt x="93713" y="43573"/>
                  </a:lnTo>
                  <a:lnTo>
                    <a:pt x="92824" y="42875"/>
                  </a:lnTo>
                  <a:lnTo>
                    <a:pt x="91948" y="42214"/>
                  </a:lnTo>
                  <a:lnTo>
                    <a:pt x="89369" y="40640"/>
                  </a:lnTo>
                  <a:lnTo>
                    <a:pt x="87401" y="42583"/>
                  </a:lnTo>
                  <a:lnTo>
                    <a:pt x="88976" y="45135"/>
                  </a:lnTo>
                  <a:lnTo>
                    <a:pt x="90360" y="46875"/>
                  </a:lnTo>
                  <a:lnTo>
                    <a:pt x="92265" y="49263"/>
                  </a:lnTo>
                  <a:lnTo>
                    <a:pt x="96126" y="45453"/>
                  </a:lnTo>
                  <a:close/>
                </a:path>
                <a:path w="204469" h="194945">
                  <a:moveTo>
                    <a:pt x="100609" y="157568"/>
                  </a:moveTo>
                  <a:lnTo>
                    <a:pt x="96951" y="157568"/>
                  </a:lnTo>
                  <a:lnTo>
                    <a:pt x="96939" y="160375"/>
                  </a:lnTo>
                  <a:lnTo>
                    <a:pt x="98767" y="160375"/>
                  </a:lnTo>
                  <a:lnTo>
                    <a:pt x="100609" y="160375"/>
                  </a:lnTo>
                  <a:lnTo>
                    <a:pt x="100609" y="157568"/>
                  </a:lnTo>
                  <a:close/>
                </a:path>
                <a:path w="204469" h="194945">
                  <a:moveTo>
                    <a:pt x="100812" y="64046"/>
                  </a:moveTo>
                  <a:lnTo>
                    <a:pt x="100025" y="60667"/>
                  </a:lnTo>
                  <a:lnTo>
                    <a:pt x="94830" y="60667"/>
                  </a:lnTo>
                  <a:lnTo>
                    <a:pt x="94030" y="64033"/>
                  </a:lnTo>
                  <a:lnTo>
                    <a:pt x="96139" y="65366"/>
                  </a:lnTo>
                  <a:lnTo>
                    <a:pt x="96989" y="65913"/>
                  </a:lnTo>
                  <a:lnTo>
                    <a:pt x="97853" y="65913"/>
                  </a:lnTo>
                  <a:lnTo>
                    <a:pt x="100812" y="64046"/>
                  </a:lnTo>
                  <a:close/>
                </a:path>
                <a:path w="204469" h="194945">
                  <a:moveTo>
                    <a:pt x="103111" y="47142"/>
                  </a:moveTo>
                  <a:lnTo>
                    <a:pt x="101168" y="47142"/>
                  </a:lnTo>
                  <a:lnTo>
                    <a:pt x="101168" y="48641"/>
                  </a:lnTo>
                  <a:lnTo>
                    <a:pt x="102133" y="48641"/>
                  </a:lnTo>
                  <a:lnTo>
                    <a:pt x="103111" y="48641"/>
                  </a:lnTo>
                  <a:lnTo>
                    <a:pt x="103111" y="47142"/>
                  </a:lnTo>
                  <a:close/>
                </a:path>
                <a:path w="204469" h="194945">
                  <a:moveTo>
                    <a:pt x="109969" y="76695"/>
                  </a:moveTo>
                  <a:lnTo>
                    <a:pt x="108902" y="74155"/>
                  </a:lnTo>
                  <a:lnTo>
                    <a:pt x="104800" y="74155"/>
                  </a:lnTo>
                  <a:lnTo>
                    <a:pt x="103733" y="76695"/>
                  </a:lnTo>
                  <a:lnTo>
                    <a:pt x="105181" y="78143"/>
                  </a:lnTo>
                  <a:lnTo>
                    <a:pt x="106222" y="79197"/>
                  </a:lnTo>
                  <a:lnTo>
                    <a:pt x="107467" y="79197"/>
                  </a:lnTo>
                  <a:lnTo>
                    <a:pt x="108191" y="78486"/>
                  </a:lnTo>
                  <a:lnTo>
                    <a:pt x="108292" y="78359"/>
                  </a:lnTo>
                  <a:lnTo>
                    <a:pt x="108521" y="78143"/>
                  </a:lnTo>
                  <a:lnTo>
                    <a:pt x="109969" y="76695"/>
                  </a:lnTo>
                  <a:close/>
                </a:path>
                <a:path w="204469" h="194945">
                  <a:moveTo>
                    <a:pt x="113334" y="116560"/>
                  </a:moveTo>
                  <a:lnTo>
                    <a:pt x="112991" y="113944"/>
                  </a:lnTo>
                  <a:lnTo>
                    <a:pt x="112204" y="112534"/>
                  </a:lnTo>
                  <a:lnTo>
                    <a:pt x="107264" y="111150"/>
                  </a:lnTo>
                  <a:lnTo>
                    <a:pt x="105232" y="112331"/>
                  </a:lnTo>
                  <a:lnTo>
                    <a:pt x="104152" y="116192"/>
                  </a:lnTo>
                  <a:lnTo>
                    <a:pt x="105410" y="117830"/>
                  </a:lnTo>
                  <a:lnTo>
                    <a:pt x="107226" y="118541"/>
                  </a:lnTo>
                  <a:lnTo>
                    <a:pt x="109715" y="119519"/>
                  </a:lnTo>
                  <a:lnTo>
                    <a:pt x="111302" y="118973"/>
                  </a:lnTo>
                  <a:lnTo>
                    <a:pt x="112801" y="117436"/>
                  </a:lnTo>
                  <a:lnTo>
                    <a:pt x="113334" y="116560"/>
                  </a:lnTo>
                  <a:close/>
                </a:path>
                <a:path w="204469" h="194945">
                  <a:moveTo>
                    <a:pt x="115163" y="162560"/>
                  </a:moveTo>
                  <a:lnTo>
                    <a:pt x="113334" y="160743"/>
                  </a:lnTo>
                  <a:lnTo>
                    <a:pt x="111302" y="161023"/>
                  </a:lnTo>
                  <a:lnTo>
                    <a:pt x="111086" y="162471"/>
                  </a:lnTo>
                  <a:lnTo>
                    <a:pt x="110794" y="164338"/>
                  </a:lnTo>
                  <a:lnTo>
                    <a:pt x="111518" y="165061"/>
                  </a:lnTo>
                  <a:lnTo>
                    <a:pt x="114871" y="164553"/>
                  </a:lnTo>
                  <a:lnTo>
                    <a:pt x="115163" y="162560"/>
                  </a:lnTo>
                  <a:close/>
                </a:path>
                <a:path w="204469" h="194945">
                  <a:moveTo>
                    <a:pt x="118554" y="104228"/>
                  </a:moveTo>
                  <a:lnTo>
                    <a:pt x="118033" y="104228"/>
                  </a:lnTo>
                  <a:lnTo>
                    <a:pt x="118033" y="104635"/>
                  </a:lnTo>
                  <a:lnTo>
                    <a:pt x="118300" y="104635"/>
                  </a:lnTo>
                  <a:lnTo>
                    <a:pt x="118554" y="104635"/>
                  </a:lnTo>
                  <a:lnTo>
                    <a:pt x="118554" y="104228"/>
                  </a:lnTo>
                  <a:close/>
                </a:path>
                <a:path w="204469" h="194945">
                  <a:moveTo>
                    <a:pt x="120027" y="95694"/>
                  </a:moveTo>
                  <a:lnTo>
                    <a:pt x="118071" y="93332"/>
                  </a:lnTo>
                  <a:lnTo>
                    <a:pt x="114719" y="89255"/>
                  </a:lnTo>
                  <a:lnTo>
                    <a:pt x="110680" y="91567"/>
                  </a:lnTo>
                  <a:lnTo>
                    <a:pt x="110350" y="99606"/>
                  </a:lnTo>
                  <a:lnTo>
                    <a:pt x="113868" y="101625"/>
                  </a:lnTo>
                  <a:lnTo>
                    <a:pt x="119710" y="99187"/>
                  </a:lnTo>
                  <a:lnTo>
                    <a:pt x="120027" y="95694"/>
                  </a:lnTo>
                  <a:close/>
                </a:path>
                <a:path w="204469" h="194945">
                  <a:moveTo>
                    <a:pt x="120561" y="65646"/>
                  </a:moveTo>
                  <a:lnTo>
                    <a:pt x="118287" y="62128"/>
                  </a:lnTo>
                  <a:lnTo>
                    <a:pt x="115633" y="62001"/>
                  </a:lnTo>
                  <a:lnTo>
                    <a:pt x="113322" y="65913"/>
                  </a:lnTo>
                  <a:lnTo>
                    <a:pt x="114922" y="67830"/>
                  </a:lnTo>
                  <a:lnTo>
                    <a:pt x="116967" y="68110"/>
                  </a:lnTo>
                  <a:lnTo>
                    <a:pt x="119265" y="68414"/>
                  </a:lnTo>
                  <a:lnTo>
                    <a:pt x="120561" y="65646"/>
                  </a:lnTo>
                  <a:close/>
                </a:path>
                <a:path w="204469" h="194945">
                  <a:moveTo>
                    <a:pt x="126187" y="82918"/>
                  </a:moveTo>
                  <a:lnTo>
                    <a:pt x="125666" y="82918"/>
                  </a:lnTo>
                  <a:lnTo>
                    <a:pt x="125666" y="83312"/>
                  </a:lnTo>
                  <a:lnTo>
                    <a:pt x="125933" y="83312"/>
                  </a:lnTo>
                  <a:lnTo>
                    <a:pt x="126187" y="83312"/>
                  </a:lnTo>
                  <a:lnTo>
                    <a:pt x="126187" y="82918"/>
                  </a:lnTo>
                  <a:close/>
                </a:path>
                <a:path w="204469" h="194945">
                  <a:moveTo>
                    <a:pt x="126898" y="182651"/>
                  </a:moveTo>
                  <a:lnTo>
                    <a:pt x="125984" y="181737"/>
                  </a:lnTo>
                  <a:lnTo>
                    <a:pt x="125018" y="182359"/>
                  </a:lnTo>
                  <a:lnTo>
                    <a:pt x="124498" y="182702"/>
                  </a:lnTo>
                  <a:lnTo>
                    <a:pt x="123088" y="183629"/>
                  </a:lnTo>
                  <a:lnTo>
                    <a:pt x="124980" y="185508"/>
                  </a:lnTo>
                  <a:lnTo>
                    <a:pt x="125933" y="184111"/>
                  </a:lnTo>
                  <a:lnTo>
                    <a:pt x="126898" y="182651"/>
                  </a:lnTo>
                  <a:close/>
                </a:path>
                <a:path w="204469" h="194945">
                  <a:moveTo>
                    <a:pt x="127063" y="118300"/>
                  </a:moveTo>
                  <a:lnTo>
                    <a:pt x="126403" y="116027"/>
                  </a:lnTo>
                  <a:lnTo>
                    <a:pt x="126276" y="115620"/>
                  </a:lnTo>
                  <a:lnTo>
                    <a:pt x="126225" y="115417"/>
                  </a:lnTo>
                  <a:lnTo>
                    <a:pt x="125869" y="114261"/>
                  </a:lnTo>
                  <a:lnTo>
                    <a:pt x="124193" y="114261"/>
                  </a:lnTo>
                  <a:lnTo>
                    <a:pt x="123659" y="116027"/>
                  </a:lnTo>
                  <a:lnTo>
                    <a:pt x="122999" y="118275"/>
                  </a:lnTo>
                  <a:lnTo>
                    <a:pt x="127063" y="118300"/>
                  </a:lnTo>
                  <a:close/>
                </a:path>
                <a:path w="204469" h="194945">
                  <a:moveTo>
                    <a:pt x="127330" y="70345"/>
                  </a:moveTo>
                  <a:lnTo>
                    <a:pt x="126238" y="67144"/>
                  </a:lnTo>
                  <a:lnTo>
                    <a:pt x="125818" y="65925"/>
                  </a:lnTo>
                  <a:lnTo>
                    <a:pt x="125336" y="65328"/>
                  </a:lnTo>
                  <a:lnTo>
                    <a:pt x="123304" y="63665"/>
                  </a:lnTo>
                  <a:lnTo>
                    <a:pt x="121551" y="63881"/>
                  </a:lnTo>
                  <a:lnTo>
                    <a:pt x="120891" y="66535"/>
                  </a:lnTo>
                  <a:lnTo>
                    <a:pt x="120726" y="67360"/>
                  </a:lnTo>
                  <a:lnTo>
                    <a:pt x="122186" y="71729"/>
                  </a:lnTo>
                  <a:lnTo>
                    <a:pt x="127330" y="70345"/>
                  </a:lnTo>
                  <a:close/>
                </a:path>
                <a:path w="204469" h="194945">
                  <a:moveTo>
                    <a:pt x="129032" y="104698"/>
                  </a:moveTo>
                  <a:lnTo>
                    <a:pt x="120243" y="104698"/>
                  </a:lnTo>
                  <a:lnTo>
                    <a:pt x="120243" y="111429"/>
                  </a:lnTo>
                  <a:lnTo>
                    <a:pt x="124637" y="111429"/>
                  </a:lnTo>
                  <a:lnTo>
                    <a:pt x="129019" y="111429"/>
                  </a:lnTo>
                  <a:lnTo>
                    <a:pt x="129032" y="104698"/>
                  </a:lnTo>
                  <a:close/>
                </a:path>
                <a:path w="204469" h="194945">
                  <a:moveTo>
                    <a:pt x="133781" y="189852"/>
                  </a:moveTo>
                  <a:lnTo>
                    <a:pt x="130771" y="186664"/>
                  </a:lnTo>
                  <a:lnTo>
                    <a:pt x="127520" y="188137"/>
                  </a:lnTo>
                  <a:lnTo>
                    <a:pt x="127520" y="193040"/>
                  </a:lnTo>
                  <a:lnTo>
                    <a:pt x="130784" y="194500"/>
                  </a:lnTo>
                  <a:lnTo>
                    <a:pt x="132537" y="192633"/>
                  </a:lnTo>
                  <a:lnTo>
                    <a:pt x="133781" y="191312"/>
                  </a:lnTo>
                  <a:lnTo>
                    <a:pt x="133781" y="189852"/>
                  </a:lnTo>
                  <a:close/>
                </a:path>
                <a:path w="204469" h="194945">
                  <a:moveTo>
                    <a:pt x="148615" y="87566"/>
                  </a:moveTo>
                  <a:lnTo>
                    <a:pt x="147053" y="86245"/>
                  </a:lnTo>
                  <a:lnTo>
                    <a:pt x="146469" y="86067"/>
                  </a:lnTo>
                  <a:lnTo>
                    <a:pt x="142430" y="85763"/>
                  </a:lnTo>
                  <a:lnTo>
                    <a:pt x="142417" y="88798"/>
                  </a:lnTo>
                  <a:lnTo>
                    <a:pt x="139573" y="87249"/>
                  </a:lnTo>
                  <a:lnTo>
                    <a:pt x="136994" y="85864"/>
                  </a:lnTo>
                  <a:lnTo>
                    <a:pt x="134137" y="89217"/>
                  </a:lnTo>
                  <a:lnTo>
                    <a:pt x="139153" y="94043"/>
                  </a:lnTo>
                  <a:lnTo>
                    <a:pt x="142417" y="89776"/>
                  </a:lnTo>
                  <a:lnTo>
                    <a:pt x="142417" y="90703"/>
                  </a:lnTo>
                  <a:lnTo>
                    <a:pt x="145351" y="90474"/>
                  </a:lnTo>
                  <a:lnTo>
                    <a:pt x="146456" y="90398"/>
                  </a:lnTo>
                  <a:lnTo>
                    <a:pt x="147078" y="90208"/>
                  </a:lnTo>
                  <a:lnTo>
                    <a:pt x="148615" y="88900"/>
                  </a:lnTo>
                  <a:lnTo>
                    <a:pt x="148615" y="87566"/>
                  </a:lnTo>
                  <a:close/>
                </a:path>
                <a:path w="204469" h="194945">
                  <a:moveTo>
                    <a:pt x="149402" y="84734"/>
                  </a:moveTo>
                  <a:lnTo>
                    <a:pt x="148678" y="83629"/>
                  </a:lnTo>
                  <a:lnTo>
                    <a:pt x="148513" y="83388"/>
                  </a:lnTo>
                  <a:lnTo>
                    <a:pt x="148361" y="83146"/>
                  </a:lnTo>
                  <a:lnTo>
                    <a:pt x="147256" y="81470"/>
                  </a:lnTo>
                  <a:lnTo>
                    <a:pt x="144970" y="83718"/>
                  </a:lnTo>
                  <a:lnTo>
                    <a:pt x="146672" y="84810"/>
                  </a:lnTo>
                  <a:lnTo>
                    <a:pt x="148285" y="85839"/>
                  </a:lnTo>
                  <a:lnTo>
                    <a:pt x="149402" y="84734"/>
                  </a:lnTo>
                  <a:close/>
                </a:path>
                <a:path w="204469" h="194945">
                  <a:moveTo>
                    <a:pt x="150939" y="62750"/>
                  </a:moveTo>
                  <a:lnTo>
                    <a:pt x="145973" y="59156"/>
                  </a:lnTo>
                  <a:lnTo>
                    <a:pt x="142405" y="61798"/>
                  </a:lnTo>
                  <a:lnTo>
                    <a:pt x="140068" y="63525"/>
                  </a:lnTo>
                  <a:lnTo>
                    <a:pt x="140068" y="55714"/>
                  </a:lnTo>
                  <a:lnTo>
                    <a:pt x="129095" y="55714"/>
                  </a:lnTo>
                  <a:lnTo>
                    <a:pt x="129095" y="64135"/>
                  </a:lnTo>
                  <a:lnTo>
                    <a:pt x="134581" y="64135"/>
                  </a:lnTo>
                  <a:lnTo>
                    <a:pt x="139230" y="64135"/>
                  </a:lnTo>
                  <a:lnTo>
                    <a:pt x="138633" y="64579"/>
                  </a:lnTo>
                  <a:lnTo>
                    <a:pt x="138633" y="68707"/>
                  </a:lnTo>
                  <a:lnTo>
                    <a:pt x="145973" y="74117"/>
                  </a:lnTo>
                  <a:lnTo>
                    <a:pt x="150939" y="70535"/>
                  </a:lnTo>
                  <a:lnTo>
                    <a:pt x="150939" y="62750"/>
                  </a:lnTo>
                  <a:close/>
                </a:path>
                <a:path w="204469" h="194945">
                  <a:moveTo>
                    <a:pt x="153885" y="51003"/>
                  </a:moveTo>
                  <a:lnTo>
                    <a:pt x="153149" y="51003"/>
                  </a:lnTo>
                  <a:lnTo>
                    <a:pt x="153149" y="51574"/>
                  </a:lnTo>
                  <a:lnTo>
                    <a:pt x="153517" y="51574"/>
                  </a:lnTo>
                  <a:lnTo>
                    <a:pt x="153885" y="51574"/>
                  </a:lnTo>
                  <a:lnTo>
                    <a:pt x="153885" y="51003"/>
                  </a:lnTo>
                  <a:close/>
                </a:path>
                <a:path w="204469" h="194945">
                  <a:moveTo>
                    <a:pt x="158254" y="76098"/>
                  </a:moveTo>
                  <a:lnTo>
                    <a:pt x="157111" y="73393"/>
                  </a:lnTo>
                  <a:lnTo>
                    <a:pt x="156984" y="73113"/>
                  </a:lnTo>
                  <a:lnTo>
                    <a:pt x="156870" y="72821"/>
                  </a:lnTo>
                  <a:lnTo>
                    <a:pt x="156222" y="71297"/>
                  </a:lnTo>
                  <a:lnTo>
                    <a:pt x="154711" y="71297"/>
                  </a:lnTo>
                  <a:lnTo>
                    <a:pt x="154063" y="72821"/>
                  </a:lnTo>
                  <a:lnTo>
                    <a:pt x="153949" y="73113"/>
                  </a:lnTo>
                  <a:lnTo>
                    <a:pt x="152679" y="76085"/>
                  </a:lnTo>
                  <a:lnTo>
                    <a:pt x="158254" y="76098"/>
                  </a:lnTo>
                  <a:close/>
                </a:path>
                <a:path w="204469" h="194945">
                  <a:moveTo>
                    <a:pt x="160769" y="39916"/>
                  </a:moveTo>
                  <a:lnTo>
                    <a:pt x="159334" y="34759"/>
                  </a:lnTo>
                  <a:lnTo>
                    <a:pt x="156083" y="33235"/>
                  </a:lnTo>
                  <a:lnTo>
                    <a:pt x="153771" y="34759"/>
                  </a:lnTo>
                  <a:lnTo>
                    <a:pt x="152476" y="35598"/>
                  </a:lnTo>
                  <a:lnTo>
                    <a:pt x="151650" y="36550"/>
                  </a:lnTo>
                  <a:lnTo>
                    <a:pt x="151650" y="40525"/>
                  </a:lnTo>
                  <a:lnTo>
                    <a:pt x="153416" y="42595"/>
                  </a:lnTo>
                  <a:lnTo>
                    <a:pt x="158686" y="42595"/>
                  </a:lnTo>
                  <a:lnTo>
                    <a:pt x="160769" y="39916"/>
                  </a:lnTo>
                  <a:close/>
                </a:path>
                <a:path w="204469" h="194945">
                  <a:moveTo>
                    <a:pt x="160985" y="97053"/>
                  </a:moveTo>
                  <a:lnTo>
                    <a:pt x="160578" y="97053"/>
                  </a:lnTo>
                  <a:lnTo>
                    <a:pt x="160807" y="96266"/>
                  </a:lnTo>
                  <a:lnTo>
                    <a:pt x="158394" y="92671"/>
                  </a:lnTo>
                  <a:lnTo>
                    <a:pt x="155041" y="92887"/>
                  </a:lnTo>
                  <a:lnTo>
                    <a:pt x="153568" y="92976"/>
                  </a:lnTo>
                  <a:lnTo>
                    <a:pt x="152171" y="93116"/>
                  </a:lnTo>
                  <a:lnTo>
                    <a:pt x="148183" y="94488"/>
                  </a:lnTo>
                  <a:lnTo>
                    <a:pt x="146748" y="97942"/>
                  </a:lnTo>
                  <a:lnTo>
                    <a:pt x="150114" y="100952"/>
                  </a:lnTo>
                  <a:lnTo>
                    <a:pt x="151180" y="101676"/>
                  </a:lnTo>
                  <a:lnTo>
                    <a:pt x="155384" y="103746"/>
                  </a:lnTo>
                  <a:lnTo>
                    <a:pt x="159067" y="102565"/>
                  </a:lnTo>
                  <a:lnTo>
                    <a:pt x="159448" y="101168"/>
                  </a:lnTo>
                  <a:lnTo>
                    <a:pt x="160985" y="101168"/>
                  </a:lnTo>
                  <a:lnTo>
                    <a:pt x="160985" y="97053"/>
                  </a:lnTo>
                  <a:close/>
                </a:path>
                <a:path w="204469" h="194945">
                  <a:moveTo>
                    <a:pt x="165176" y="53784"/>
                  </a:moveTo>
                  <a:lnTo>
                    <a:pt x="158356" y="53822"/>
                  </a:lnTo>
                  <a:lnTo>
                    <a:pt x="157822" y="60223"/>
                  </a:lnTo>
                  <a:lnTo>
                    <a:pt x="159702" y="61404"/>
                  </a:lnTo>
                  <a:lnTo>
                    <a:pt x="163423" y="61887"/>
                  </a:lnTo>
                  <a:lnTo>
                    <a:pt x="164998" y="59931"/>
                  </a:lnTo>
                  <a:lnTo>
                    <a:pt x="164998" y="58254"/>
                  </a:lnTo>
                  <a:lnTo>
                    <a:pt x="164973" y="56248"/>
                  </a:lnTo>
                  <a:lnTo>
                    <a:pt x="165087" y="54889"/>
                  </a:lnTo>
                  <a:lnTo>
                    <a:pt x="165176" y="53784"/>
                  </a:lnTo>
                  <a:close/>
                </a:path>
                <a:path w="204469" h="194945">
                  <a:moveTo>
                    <a:pt x="175920" y="82334"/>
                  </a:moveTo>
                  <a:lnTo>
                    <a:pt x="173088" y="80645"/>
                  </a:lnTo>
                  <a:lnTo>
                    <a:pt x="170281" y="81127"/>
                  </a:lnTo>
                  <a:lnTo>
                    <a:pt x="165379" y="81978"/>
                  </a:lnTo>
                  <a:lnTo>
                    <a:pt x="166484" y="89763"/>
                  </a:lnTo>
                  <a:lnTo>
                    <a:pt x="173875" y="89763"/>
                  </a:lnTo>
                  <a:lnTo>
                    <a:pt x="175920" y="87757"/>
                  </a:lnTo>
                  <a:lnTo>
                    <a:pt x="175920" y="82334"/>
                  </a:lnTo>
                  <a:close/>
                </a:path>
                <a:path w="204469" h="194945">
                  <a:moveTo>
                    <a:pt x="182270" y="76555"/>
                  </a:moveTo>
                  <a:lnTo>
                    <a:pt x="179895" y="74231"/>
                  </a:lnTo>
                  <a:lnTo>
                    <a:pt x="177888" y="75107"/>
                  </a:lnTo>
                  <a:lnTo>
                    <a:pt x="177850" y="76720"/>
                  </a:lnTo>
                  <a:lnTo>
                    <a:pt x="177850" y="76873"/>
                  </a:lnTo>
                  <a:lnTo>
                    <a:pt x="177838" y="77038"/>
                  </a:lnTo>
                  <a:lnTo>
                    <a:pt x="177812" y="77939"/>
                  </a:lnTo>
                  <a:lnTo>
                    <a:pt x="178498" y="78625"/>
                  </a:lnTo>
                  <a:lnTo>
                    <a:pt x="179247" y="78600"/>
                  </a:lnTo>
                  <a:lnTo>
                    <a:pt x="179425" y="78587"/>
                  </a:lnTo>
                  <a:lnTo>
                    <a:pt x="179743" y="78587"/>
                  </a:lnTo>
                  <a:lnTo>
                    <a:pt x="181368" y="78549"/>
                  </a:lnTo>
                  <a:lnTo>
                    <a:pt x="182270" y="76555"/>
                  </a:lnTo>
                  <a:close/>
                </a:path>
                <a:path w="204469" h="194945">
                  <a:moveTo>
                    <a:pt x="182511" y="51117"/>
                  </a:moveTo>
                  <a:lnTo>
                    <a:pt x="178562" y="46990"/>
                  </a:lnTo>
                  <a:lnTo>
                    <a:pt x="175437" y="47739"/>
                  </a:lnTo>
                  <a:lnTo>
                    <a:pt x="173418" y="52476"/>
                  </a:lnTo>
                  <a:lnTo>
                    <a:pt x="175310" y="54597"/>
                  </a:lnTo>
                  <a:lnTo>
                    <a:pt x="177774" y="54889"/>
                  </a:lnTo>
                  <a:lnTo>
                    <a:pt x="181381" y="55321"/>
                  </a:lnTo>
                  <a:lnTo>
                    <a:pt x="182511" y="51117"/>
                  </a:lnTo>
                  <a:close/>
                </a:path>
                <a:path w="204469" h="194945">
                  <a:moveTo>
                    <a:pt x="194856" y="63449"/>
                  </a:moveTo>
                  <a:lnTo>
                    <a:pt x="192201" y="62141"/>
                  </a:lnTo>
                  <a:lnTo>
                    <a:pt x="191643" y="63919"/>
                  </a:lnTo>
                  <a:lnTo>
                    <a:pt x="190995" y="64566"/>
                  </a:lnTo>
                  <a:lnTo>
                    <a:pt x="190690" y="64897"/>
                  </a:lnTo>
                  <a:lnTo>
                    <a:pt x="189839" y="65201"/>
                  </a:lnTo>
                  <a:lnTo>
                    <a:pt x="189890" y="66598"/>
                  </a:lnTo>
                  <a:lnTo>
                    <a:pt x="192239" y="66484"/>
                  </a:lnTo>
                  <a:lnTo>
                    <a:pt x="193141" y="65925"/>
                  </a:lnTo>
                  <a:lnTo>
                    <a:pt x="194856" y="63449"/>
                  </a:lnTo>
                  <a:close/>
                </a:path>
                <a:path w="204469" h="194945">
                  <a:moveTo>
                    <a:pt x="197129" y="85420"/>
                  </a:moveTo>
                  <a:lnTo>
                    <a:pt x="195287" y="83299"/>
                  </a:lnTo>
                  <a:lnTo>
                    <a:pt x="190817" y="84505"/>
                  </a:lnTo>
                  <a:lnTo>
                    <a:pt x="189915" y="87388"/>
                  </a:lnTo>
                  <a:lnTo>
                    <a:pt x="191617" y="88938"/>
                  </a:lnTo>
                  <a:lnTo>
                    <a:pt x="193802" y="90906"/>
                  </a:lnTo>
                  <a:lnTo>
                    <a:pt x="196062" y="90601"/>
                  </a:lnTo>
                  <a:lnTo>
                    <a:pt x="196583" y="88023"/>
                  </a:lnTo>
                  <a:lnTo>
                    <a:pt x="196684" y="87617"/>
                  </a:lnTo>
                  <a:lnTo>
                    <a:pt x="197129" y="85420"/>
                  </a:lnTo>
                  <a:close/>
                </a:path>
                <a:path w="204469" h="194945">
                  <a:moveTo>
                    <a:pt x="201993" y="51612"/>
                  </a:moveTo>
                  <a:lnTo>
                    <a:pt x="200329" y="45618"/>
                  </a:lnTo>
                  <a:lnTo>
                    <a:pt x="197218" y="43865"/>
                  </a:lnTo>
                  <a:lnTo>
                    <a:pt x="191249" y="45491"/>
                  </a:lnTo>
                  <a:lnTo>
                    <a:pt x="188887" y="49758"/>
                  </a:lnTo>
                  <a:lnTo>
                    <a:pt x="191084" y="52616"/>
                  </a:lnTo>
                  <a:lnTo>
                    <a:pt x="192506" y="54483"/>
                  </a:lnTo>
                  <a:lnTo>
                    <a:pt x="194119" y="55549"/>
                  </a:lnTo>
                  <a:lnTo>
                    <a:pt x="199783" y="54737"/>
                  </a:lnTo>
                  <a:lnTo>
                    <a:pt x="201993" y="51612"/>
                  </a:lnTo>
                  <a:close/>
                </a:path>
                <a:path w="204469" h="194945">
                  <a:moveTo>
                    <a:pt x="204266" y="29146"/>
                  </a:moveTo>
                  <a:lnTo>
                    <a:pt x="199847" y="23761"/>
                  </a:lnTo>
                  <a:lnTo>
                    <a:pt x="192366" y="22758"/>
                  </a:lnTo>
                  <a:lnTo>
                    <a:pt x="190169" y="23329"/>
                  </a:lnTo>
                  <a:lnTo>
                    <a:pt x="186143" y="26403"/>
                  </a:lnTo>
                  <a:lnTo>
                    <a:pt x="184226" y="29197"/>
                  </a:lnTo>
                  <a:lnTo>
                    <a:pt x="185267" y="36906"/>
                  </a:lnTo>
                  <a:lnTo>
                    <a:pt x="187617" y="40525"/>
                  </a:lnTo>
                  <a:lnTo>
                    <a:pt x="196989" y="41770"/>
                  </a:lnTo>
                  <a:lnTo>
                    <a:pt x="200660" y="39027"/>
                  </a:lnTo>
                  <a:lnTo>
                    <a:pt x="202184" y="34848"/>
                  </a:lnTo>
                  <a:lnTo>
                    <a:pt x="204266" y="2914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483563" y="7700942"/>
              <a:ext cx="3807460" cy="409575"/>
            </a:xfrm>
            <a:custGeom>
              <a:avLst/>
              <a:gdLst/>
              <a:ahLst/>
              <a:cxnLst/>
              <a:rect l="l" t="t" r="r" b="b"/>
              <a:pathLst>
                <a:path w="3807460" h="409575">
                  <a:moveTo>
                    <a:pt x="7353" y="45618"/>
                  </a:moveTo>
                  <a:lnTo>
                    <a:pt x="7124" y="44399"/>
                  </a:lnTo>
                  <a:lnTo>
                    <a:pt x="7023" y="43929"/>
                  </a:lnTo>
                  <a:lnTo>
                    <a:pt x="6908" y="43294"/>
                  </a:lnTo>
                  <a:lnTo>
                    <a:pt x="5880" y="43294"/>
                  </a:lnTo>
                  <a:lnTo>
                    <a:pt x="5689" y="44246"/>
                  </a:lnTo>
                  <a:lnTo>
                    <a:pt x="5664" y="44399"/>
                  </a:lnTo>
                  <a:lnTo>
                    <a:pt x="5422" y="45605"/>
                  </a:lnTo>
                  <a:lnTo>
                    <a:pt x="7353" y="45618"/>
                  </a:lnTo>
                  <a:close/>
                </a:path>
                <a:path w="3807460" h="409575">
                  <a:moveTo>
                    <a:pt x="8191" y="24993"/>
                  </a:moveTo>
                  <a:lnTo>
                    <a:pt x="7086" y="23368"/>
                  </a:lnTo>
                  <a:lnTo>
                    <a:pt x="6756" y="22885"/>
                  </a:lnTo>
                  <a:lnTo>
                    <a:pt x="5727" y="21386"/>
                  </a:lnTo>
                  <a:lnTo>
                    <a:pt x="4025" y="21386"/>
                  </a:lnTo>
                  <a:lnTo>
                    <a:pt x="1562" y="24993"/>
                  </a:lnTo>
                  <a:lnTo>
                    <a:pt x="3048" y="27165"/>
                  </a:lnTo>
                  <a:lnTo>
                    <a:pt x="6718" y="27165"/>
                  </a:lnTo>
                  <a:lnTo>
                    <a:pt x="8191" y="24993"/>
                  </a:lnTo>
                  <a:close/>
                </a:path>
                <a:path w="3807460" h="409575">
                  <a:moveTo>
                    <a:pt x="9753" y="11417"/>
                  </a:moveTo>
                  <a:lnTo>
                    <a:pt x="12" y="11417"/>
                  </a:lnTo>
                  <a:lnTo>
                    <a:pt x="0" y="18910"/>
                  </a:lnTo>
                  <a:lnTo>
                    <a:pt x="4876" y="18910"/>
                  </a:lnTo>
                  <a:lnTo>
                    <a:pt x="9740" y="18910"/>
                  </a:lnTo>
                  <a:lnTo>
                    <a:pt x="9753" y="11417"/>
                  </a:lnTo>
                  <a:close/>
                </a:path>
                <a:path w="3807460" h="409575">
                  <a:moveTo>
                    <a:pt x="13144" y="34163"/>
                  </a:moveTo>
                  <a:lnTo>
                    <a:pt x="11176" y="31927"/>
                  </a:lnTo>
                  <a:lnTo>
                    <a:pt x="8216" y="28562"/>
                  </a:lnTo>
                  <a:lnTo>
                    <a:pt x="3721" y="33680"/>
                  </a:lnTo>
                  <a:lnTo>
                    <a:pt x="10617" y="37858"/>
                  </a:lnTo>
                  <a:lnTo>
                    <a:pt x="13144" y="34163"/>
                  </a:lnTo>
                  <a:close/>
                </a:path>
                <a:path w="3807460" h="409575">
                  <a:moveTo>
                    <a:pt x="15214" y="49504"/>
                  </a:moveTo>
                  <a:lnTo>
                    <a:pt x="11366" y="44754"/>
                  </a:lnTo>
                  <a:lnTo>
                    <a:pt x="10248" y="46329"/>
                  </a:lnTo>
                  <a:lnTo>
                    <a:pt x="7950" y="46532"/>
                  </a:lnTo>
                  <a:lnTo>
                    <a:pt x="7543" y="51003"/>
                  </a:lnTo>
                  <a:lnTo>
                    <a:pt x="10274" y="52044"/>
                  </a:lnTo>
                  <a:lnTo>
                    <a:pt x="15214" y="49504"/>
                  </a:lnTo>
                  <a:close/>
                </a:path>
                <a:path w="3807460" h="409575">
                  <a:moveTo>
                    <a:pt x="30073" y="12585"/>
                  </a:moveTo>
                  <a:lnTo>
                    <a:pt x="27647" y="11899"/>
                  </a:lnTo>
                  <a:lnTo>
                    <a:pt x="24676" y="11074"/>
                  </a:lnTo>
                  <a:lnTo>
                    <a:pt x="24091" y="13055"/>
                  </a:lnTo>
                  <a:lnTo>
                    <a:pt x="28168" y="16129"/>
                  </a:lnTo>
                  <a:lnTo>
                    <a:pt x="30073" y="12585"/>
                  </a:lnTo>
                  <a:close/>
                </a:path>
                <a:path w="3807460" h="409575">
                  <a:moveTo>
                    <a:pt x="31584" y="47967"/>
                  </a:moveTo>
                  <a:lnTo>
                    <a:pt x="30873" y="43675"/>
                  </a:lnTo>
                  <a:lnTo>
                    <a:pt x="27698" y="43129"/>
                  </a:lnTo>
                  <a:lnTo>
                    <a:pt x="23545" y="42392"/>
                  </a:lnTo>
                  <a:lnTo>
                    <a:pt x="21831" y="44081"/>
                  </a:lnTo>
                  <a:lnTo>
                    <a:pt x="23139" y="51320"/>
                  </a:lnTo>
                  <a:lnTo>
                    <a:pt x="27470" y="52031"/>
                  </a:lnTo>
                  <a:lnTo>
                    <a:pt x="31584" y="47967"/>
                  </a:lnTo>
                  <a:close/>
                </a:path>
                <a:path w="3807460" h="409575">
                  <a:moveTo>
                    <a:pt x="31851" y="25031"/>
                  </a:moveTo>
                  <a:lnTo>
                    <a:pt x="30886" y="20828"/>
                  </a:lnTo>
                  <a:lnTo>
                    <a:pt x="30327" y="19837"/>
                  </a:lnTo>
                  <a:lnTo>
                    <a:pt x="29527" y="19215"/>
                  </a:lnTo>
                  <a:lnTo>
                    <a:pt x="28054" y="18059"/>
                  </a:lnTo>
                  <a:lnTo>
                    <a:pt x="26022" y="17741"/>
                  </a:lnTo>
                  <a:lnTo>
                    <a:pt x="25577" y="18199"/>
                  </a:lnTo>
                  <a:lnTo>
                    <a:pt x="19748" y="17602"/>
                  </a:lnTo>
                  <a:lnTo>
                    <a:pt x="18681" y="23736"/>
                  </a:lnTo>
                  <a:lnTo>
                    <a:pt x="24155" y="27000"/>
                  </a:lnTo>
                  <a:lnTo>
                    <a:pt x="28943" y="28511"/>
                  </a:lnTo>
                  <a:lnTo>
                    <a:pt x="31851" y="25031"/>
                  </a:lnTo>
                  <a:close/>
                </a:path>
                <a:path w="3807460" h="409575">
                  <a:moveTo>
                    <a:pt x="38227" y="4648"/>
                  </a:moveTo>
                  <a:lnTo>
                    <a:pt x="37693" y="4648"/>
                  </a:lnTo>
                  <a:lnTo>
                    <a:pt x="37693" y="5054"/>
                  </a:lnTo>
                  <a:lnTo>
                    <a:pt x="37960" y="5054"/>
                  </a:lnTo>
                  <a:lnTo>
                    <a:pt x="38227" y="5054"/>
                  </a:lnTo>
                  <a:lnTo>
                    <a:pt x="38227" y="4648"/>
                  </a:lnTo>
                  <a:close/>
                </a:path>
                <a:path w="3807460" h="409575">
                  <a:moveTo>
                    <a:pt x="39471" y="20955"/>
                  </a:moveTo>
                  <a:lnTo>
                    <a:pt x="38950" y="20955"/>
                  </a:lnTo>
                  <a:lnTo>
                    <a:pt x="38950" y="21348"/>
                  </a:lnTo>
                  <a:lnTo>
                    <a:pt x="39217" y="21348"/>
                  </a:lnTo>
                  <a:lnTo>
                    <a:pt x="39471" y="21348"/>
                  </a:lnTo>
                  <a:lnTo>
                    <a:pt x="39471" y="20955"/>
                  </a:lnTo>
                  <a:close/>
                </a:path>
                <a:path w="3807460" h="409575">
                  <a:moveTo>
                    <a:pt x="44538" y="50571"/>
                  </a:moveTo>
                  <a:lnTo>
                    <a:pt x="36550" y="49580"/>
                  </a:lnTo>
                  <a:lnTo>
                    <a:pt x="37033" y="53670"/>
                  </a:lnTo>
                  <a:lnTo>
                    <a:pt x="37363" y="56413"/>
                  </a:lnTo>
                  <a:lnTo>
                    <a:pt x="40690" y="57962"/>
                  </a:lnTo>
                  <a:lnTo>
                    <a:pt x="44538" y="50571"/>
                  </a:lnTo>
                  <a:close/>
                </a:path>
                <a:path w="3807460" h="409575">
                  <a:moveTo>
                    <a:pt x="53276" y="30124"/>
                  </a:moveTo>
                  <a:lnTo>
                    <a:pt x="49377" y="30124"/>
                  </a:lnTo>
                  <a:lnTo>
                    <a:pt x="49377" y="33121"/>
                  </a:lnTo>
                  <a:lnTo>
                    <a:pt x="51333" y="33121"/>
                  </a:lnTo>
                  <a:lnTo>
                    <a:pt x="53276" y="33121"/>
                  </a:lnTo>
                  <a:lnTo>
                    <a:pt x="53276" y="30124"/>
                  </a:lnTo>
                  <a:close/>
                </a:path>
                <a:path w="3807460" h="409575">
                  <a:moveTo>
                    <a:pt x="58661" y="17957"/>
                  </a:moveTo>
                  <a:lnTo>
                    <a:pt x="58140" y="17957"/>
                  </a:lnTo>
                  <a:lnTo>
                    <a:pt x="58140" y="18351"/>
                  </a:lnTo>
                  <a:lnTo>
                    <a:pt x="58394" y="18351"/>
                  </a:lnTo>
                  <a:lnTo>
                    <a:pt x="58661" y="18351"/>
                  </a:lnTo>
                  <a:lnTo>
                    <a:pt x="58661" y="17957"/>
                  </a:lnTo>
                  <a:close/>
                </a:path>
                <a:path w="3807460" h="409575">
                  <a:moveTo>
                    <a:pt x="58877" y="19685"/>
                  </a:moveTo>
                  <a:lnTo>
                    <a:pt x="49847" y="19685"/>
                  </a:lnTo>
                  <a:lnTo>
                    <a:pt x="49847" y="23088"/>
                  </a:lnTo>
                  <a:lnTo>
                    <a:pt x="49491" y="22237"/>
                  </a:lnTo>
                  <a:lnTo>
                    <a:pt x="49339" y="22072"/>
                  </a:lnTo>
                  <a:lnTo>
                    <a:pt x="49098" y="21729"/>
                  </a:lnTo>
                  <a:lnTo>
                    <a:pt x="48361" y="21056"/>
                  </a:lnTo>
                  <a:lnTo>
                    <a:pt x="45377" y="18351"/>
                  </a:lnTo>
                  <a:lnTo>
                    <a:pt x="40906" y="21729"/>
                  </a:lnTo>
                  <a:lnTo>
                    <a:pt x="40881" y="21882"/>
                  </a:lnTo>
                  <a:lnTo>
                    <a:pt x="43548" y="26898"/>
                  </a:lnTo>
                  <a:lnTo>
                    <a:pt x="44792" y="27355"/>
                  </a:lnTo>
                  <a:lnTo>
                    <a:pt x="47523" y="27673"/>
                  </a:lnTo>
                  <a:lnTo>
                    <a:pt x="48983" y="26797"/>
                  </a:lnTo>
                  <a:lnTo>
                    <a:pt x="49847" y="25031"/>
                  </a:lnTo>
                  <a:lnTo>
                    <a:pt x="49847" y="26606"/>
                  </a:lnTo>
                  <a:lnTo>
                    <a:pt x="54356" y="26606"/>
                  </a:lnTo>
                  <a:lnTo>
                    <a:pt x="58877" y="26606"/>
                  </a:lnTo>
                  <a:lnTo>
                    <a:pt x="58877" y="19685"/>
                  </a:lnTo>
                  <a:close/>
                </a:path>
                <a:path w="3807460" h="409575">
                  <a:moveTo>
                    <a:pt x="59143" y="9105"/>
                  </a:moveTo>
                  <a:lnTo>
                    <a:pt x="56184" y="2679"/>
                  </a:lnTo>
                  <a:lnTo>
                    <a:pt x="55079" y="2794"/>
                  </a:lnTo>
                  <a:lnTo>
                    <a:pt x="55079" y="4673"/>
                  </a:lnTo>
                  <a:lnTo>
                    <a:pt x="53225" y="3302"/>
                  </a:lnTo>
                  <a:lnTo>
                    <a:pt x="55079" y="4673"/>
                  </a:lnTo>
                  <a:lnTo>
                    <a:pt x="55079" y="2794"/>
                  </a:lnTo>
                  <a:lnTo>
                    <a:pt x="54279" y="2857"/>
                  </a:lnTo>
                  <a:lnTo>
                    <a:pt x="53759" y="2882"/>
                  </a:lnTo>
                  <a:lnTo>
                    <a:pt x="53809" y="3048"/>
                  </a:lnTo>
                  <a:lnTo>
                    <a:pt x="53708" y="2895"/>
                  </a:lnTo>
                  <a:lnTo>
                    <a:pt x="53187" y="2235"/>
                  </a:lnTo>
                  <a:lnTo>
                    <a:pt x="52895" y="2286"/>
                  </a:lnTo>
                  <a:lnTo>
                    <a:pt x="52895" y="3175"/>
                  </a:lnTo>
                  <a:lnTo>
                    <a:pt x="52590" y="3289"/>
                  </a:lnTo>
                  <a:lnTo>
                    <a:pt x="52501" y="3048"/>
                  </a:lnTo>
                  <a:lnTo>
                    <a:pt x="52895" y="3175"/>
                  </a:lnTo>
                  <a:lnTo>
                    <a:pt x="52895" y="2286"/>
                  </a:lnTo>
                  <a:lnTo>
                    <a:pt x="49441" y="2743"/>
                  </a:lnTo>
                  <a:lnTo>
                    <a:pt x="49377" y="7302"/>
                  </a:lnTo>
                  <a:lnTo>
                    <a:pt x="50038" y="8458"/>
                  </a:lnTo>
                  <a:lnTo>
                    <a:pt x="51765" y="9525"/>
                  </a:lnTo>
                  <a:lnTo>
                    <a:pt x="52324" y="9690"/>
                  </a:lnTo>
                  <a:lnTo>
                    <a:pt x="52857" y="9918"/>
                  </a:lnTo>
                  <a:lnTo>
                    <a:pt x="53098" y="10007"/>
                  </a:lnTo>
                  <a:lnTo>
                    <a:pt x="54089" y="10401"/>
                  </a:lnTo>
                  <a:lnTo>
                    <a:pt x="53454" y="10198"/>
                  </a:lnTo>
                  <a:lnTo>
                    <a:pt x="56451" y="11899"/>
                  </a:lnTo>
                  <a:lnTo>
                    <a:pt x="57886" y="10401"/>
                  </a:lnTo>
                  <a:lnTo>
                    <a:pt x="58356" y="9918"/>
                  </a:lnTo>
                  <a:lnTo>
                    <a:pt x="59143" y="9105"/>
                  </a:lnTo>
                  <a:close/>
                </a:path>
                <a:path w="3807460" h="409575">
                  <a:moveTo>
                    <a:pt x="68249" y="73342"/>
                  </a:moveTo>
                  <a:lnTo>
                    <a:pt x="67729" y="73342"/>
                  </a:lnTo>
                  <a:lnTo>
                    <a:pt x="67729" y="73736"/>
                  </a:lnTo>
                  <a:lnTo>
                    <a:pt x="67995" y="73736"/>
                  </a:lnTo>
                  <a:lnTo>
                    <a:pt x="68249" y="73736"/>
                  </a:lnTo>
                  <a:lnTo>
                    <a:pt x="68249" y="73342"/>
                  </a:lnTo>
                  <a:close/>
                </a:path>
                <a:path w="3807460" h="409575">
                  <a:moveTo>
                    <a:pt x="69367" y="9537"/>
                  </a:moveTo>
                  <a:lnTo>
                    <a:pt x="68389" y="7404"/>
                  </a:lnTo>
                  <a:lnTo>
                    <a:pt x="67868" y="6985"/>
                  </a:lnTo>
                  <a:lnTo>
                    <a:pt x="63906" y="4978"/>
                  </a:lnTo>
                  <a:lnTo>
                    <a:pt x="61214" y="9499"/>
                  </a:lnTo>
                  <a:lnTo>
                    <a:pt x="64262" y="11036"/>
                  </a:lnTo>
                  <a:lnTo>
                    <a:pt x="65455" y="11633"/>
                  </a:lnTo>
                  <a:lnTo>
                    <a:pt x="66217" y="11785"/>
                  </a:lnTo>
                  <a:lnTo>
                    <a:pt x="69011" y="11214"/>
                  </a:lnTo>
                  <a:lnTo>
                    <a:pt x="69367" y="9537"/>
                  </a:lnTo>
                  <a:close/>
                </a:path>
                <a:path w="3807460" h="409575">
                  <a:moveTo>
                    <a:pt x="71120" y="55194"/>
                  </a:moveTo>
                  <a:lnTo>
                    <a:pt x="66497" y="52984"/>
                  </a:lnTo>
                  <a:lnTo>
                    <a:pt x="62077" y="50888"/>
                  </a:lnTo>
                  <a:lnTo>
                    <a:pt x="60223" y="52730"/>
                  </a:lnTo>
                  <a:lnTo>
                    <a:pt x="64554" y="61633"/>
                  </a:lnTo>
                  <a:lnTo>
                    <a:pt x="71120" y="55194"/>
                  </a:lnTo>
                  <a:close/>
                </a:path>
                <a:path w="3807460" h="409575">
                  <a:moveTo>
                    <a:pt x="78270" y="24739"/>
                  </a:moveTo>
                  <a:lnTo>
                    <a:pt x="75882" y="24739"/>
                  </a:lnTo>
                  <a:lnTo>
                    <a:pt x="75882" y="21031"/>
                  </a:lnTo>
                  <a:lnTo>
                    <a:pt x="65151" y="21031"/>
                  </a:lnTo>
                  <a:lnTo>
                    <a:pt x="65138" y="29260"/>
                  </a:lnTo>
                  <a:lnTo>
                    <a:pt x="66802" y="29260"/>
                  </a:lnTo>
                  <a:lnTo>
                    <a:pt x="66802" y="33528"/>
                  </a:lnTo>
                  <a:lnTo>
                    <a:pt x="72529" y="33528"/>
                  </a:lnTo>
                  <a:lnTo>
                    <a:pt x="78257" y="33528"/>
                  </a:lnTo>
                  <a:lnTo>
                    <a:pt x="78270" y="24739"/>
                  </a:lnTo>
                  <a:close/>
                </a:path>
                <a:path w="3807460" h="409575">
                  <a:moveTo>
                    <a:pt x="80733" y="6565"/>
                  </a:moveTo>
                  <a:lnTo>
                    <a:pt x="80010" y="6565"/>
                  </a:lnTo>
                  <a:lnTo>
                    <a:pt x="80010" y="7124"/>
                  </a:lnTo>
                  <a:lnTo>
                    <a:pt x="80378" y="7124"/>
                  </a:lnTo>
                  <a:lnTo>
                    <a:pt x="80733" y="7124"/>
                  </a:lnTo>
                  <a:lnTo>
                    <a:pt x="80733" y="6565"/>
                  </a:lnTo>
                  <a:close/>
                </a:path>
                <a:path w="3807460" h="409575">
                  <a:moveTo>
                    <a:pt x="85432" y="44437"/>
                  </a:moveTo>
                  <a:lnTo>
                    <a:pt x="84848" y="43078"/>
                  </a:lnTo>
                  <a:lnTo>
                    <a:pt x="83781" y="40589"/>
                  </a:lnTo>
                  <a:lnTo>
                    <a:pt x="83553" y="40525"/>
                  </a:lnTo>
                  <a:lnTo>
                    <a:pt x="83515" y="40398"/>
                  </a:lnTo>
                  <a:lnTo>
                    <a:pt x="82473" y="39738"/>
                  </a:lnTo>
                  <a:lnTo>
                    <a:pt x="81026" y="38798"/>
                  </a:lnTo>
                  <a:lnTo>
                    <a:pt x="75996" y="40170"/>
                  </a:lnTo>
                  <a:lnTo>
                    <a:pt x="74206" y="42926"/>
                  </a:lnTo>
                  <a:lnTo>
                    <a:pt x="76111" y="48501"/>
                  </a:lnTo>
                  <a:lnTo>
                    <a:pt x="79654" y="50342"/>
                  </a:lnTo>
                  <a:lnTo>
                    <a:pt x="85039" y="46888"/>
                  </a:lnTo>
                  <a:lnTo>
                    <a:pt x="85432" y="44437"/>
                  </a:lnTo>
                  <a:close/>
                </a:path>
                <a:path w="3807460" h="409575">
                  <a:moveTo>
                    <a:pt x="87655" y="8293"/>
                  </a:moveTo>
                  <a:lnTo>
                    <a:pt x="86321" y="6972"/>
                  </a:lnTo>
                  <a:lnTo>
                    <a:pt x="81711" y="9347"/>
                  </a:lnTo>
                  <a:lnTo>
                    <a:pt x="85229" y="12865"/>
                  </a:lnTo>
                  <a:lnTo>
                    <a:pt x="86563" y="10363"/>
                  </a:lnTo>
                  <a:lnTo>
                    <a:pt x="87655" y="8293"/>
                  </a:lnTo>
                  <a:close/>
                </a:path>
                <a:path w="3807460" h="409575">
                  <a:moveTo>
                    <a:pt x="88506" y="75184"/>
                  </a:moveTo>
                  <a:lnTo>
                    <a:pt x="88442" y="73317"/>
                  </a:lnTo>
                  <a:lnTo>
                    <a:pt x="86563" y="71107"/>
                  </a:lnTo>
                  <a:lnTo>
                    <a:pt x="84150" y="68262"/>
                  </a:lnTo>
                  <a:lnTo>
                    <a:pt x="78638" y="73761"/>
                  </a:lnTo>
                  <a:lnTo>
                    <a:pt x="80378" y="75184"/>
                  </a:lnTo>
                  <a:lnTo>
                    <a:pt x="81584" y="76161"/>
                  </a:lnTo>
                  <a:lnTo>
                    <a:pt x="82397" y="76822"/>
                  </a:lnTo>
                  <a:lnTo>
                    <a:pt x="81699" y="75641"/>
                  </a:lnTo>
                  <a:lnTo>
                    <a:pt x="81826" y="74701"/>
                  </a:lnTo>
                  <a:lnTo>
                    <a:pt x="81813" y="74028"/>
                  </a:lnTo>
                  <a:lnTo>
                    <a:pt x="81826" y="74701"/>
                  </a:lnTo>
                  <a:lnTo>
                    <a:pt x="81775" y="75755"/>
                  </a:lnTo>
                  <a:lnTo>
                    <a:pt x="82397" y="76822"/>
                  </a:lnTo>
                  <a:lnTo>
                    <a:pt x="80378" y="75184"/>
                  </a:lnTo>
                  <a:lnTo>
                    <a:pt x="80556" y="77520"/>
                  </a:lnTo>
                  <a:lnTo>
                    <a:pt x="85280" y="78625"/>
                  </a:lnTo>
                  <a:lnTo>
                    <a:pt x="87058" y="78117"/>
                  </a:lnTo>
                  <a:lnTo>
                    <a:pt x="87693" y="76822"/>
                  </a:lnTo>
                  <a:lnTo>
                    <a:pt x="88214" y="75755"/>
                  </a:lnTo>
                  <a:lnTo>
                    <a:pt x="88506" y="75184"/>
                  </a:lnTo>
                  <a:close/>
                </a:path>
                <a:path w="3807460" h="409575">
                  <a:moveTo>
                    <a:pt x="97891" y="39471"/>
                  </a:moveTo>
                  <a:lnTo>
                    <a:pt x="94272" y="32842"/>
                  </a:lnTo>
                  <a:lnTo>
                    <a:pt x="92760" y="33172"/>
                  </a:lnTo>
                  <a:lnTo>
                    <a:pt x="94272" y="32893"/>
                  </a:lnTo>
                  <a:lnTo>
                    <a:pt x="93929" y="32651"/>
                  </a:lnTo>
                  <a:lnTo>
                    <a:pt x="92595" y="32956"/>
                  </a:lnTo>
                  <a:lnTo>
                    <a:pt x="91300" y="33083"/>
                  </a:lnTo>
                  <a:lnTo>
                    <a:pt x="89852" y="32956"/>
                  </a:lnTo>
                  <a:lnTo>
                    <a:pt x="87795" y="35331"/>
                  </a:lnTo>
                  <a:lnTo>
                    <a:pt x="87795" y="40119"/>
                  </a:lnTo>
                  <a:lnTo>
                    <a:pt x="89839" y="41757"/>
                  </a:lnTo>
                  <a:lnTo>
                    <a:pt x="92976" y="42024"/>
                  </a:lnTo>
                  <a:lnTo>
                    <a:pt x="93700" y="41948"/>
                  </a:lnTo>
                  <a:lnTo>
                    <a:pt x="96024" y="40982"/>
                  </a:lnTo>
                  <a:lnTo>
                    <a:pt x="97891" y="39471"/>
                  </a:lnTo>
                  <a:close/>
                </a:path>
                <a:path w="3807460" h="409575">
                  <a:moveTo>
                    <a:pt x="104686" y="24155"/>
                  </a:moveTo>
                  <a:lnTo>
                    <a:pt x="103403" y="21640"/>
                  </a:lnTo>
                  <a:lnTo>
                    <a:pt x="101282" y="21856"/>
                  </a:lnTo>
                  <a:lnTo>
                    <a:pt x="97942" y="22186"/>
                  </a:lnTo>
                  <a:lnTo>
                    <a:pt x="96596" y="24396"/>
                  </a:lnTo>
                  <a:lnTo>
                    <a:pt x="100711" y="28194"/>
                  </a:lnTo>
                  <a:lnTo>
                    <a:pt x="103136" y="27787"/>
                  </a:lnTo>
                  <a:lnTo>
                    <a:pt x="104686" y="24155"/>
                  </a:lnTo>
                  <a:close/>
                </a:path>
                <a:path w="3807460" h="409575">
                  <a:moveTo>
                    <a:pt x="108419" y="86042"/>
                  </a:moveTo>
                  <a:lnTo>
                    <a:pt x="103301" y="86042"/>
                  </a:lnTo>
                  <a:lnTo>
                    <a:pt x="103289" y="89966"/>
                  </a:lnTo>
                  <a:lnTo>
                    <a:pt x="105854" y="89966"/>
                  </a:lnTo>
                  <a:lnTo>
                    <a:pt x="108419" y="89966"/>
                  </a:lnTo>
                  <a:lnTo>
                    <a:pt x="108419" y="86042"/>
                  </a:lnTo>
                  <a:close/>
                </a:path>
                <a:path w="3807460" h="409575">
                  <a:moveTo>
                    <a:pt x="112687" y="41910"/>
                  </a:moveTo>
                  <a:lnTo>
                    <a:pt x="112166" y="41910"/>
                  </a:lnTo>
                  <a:lnTo>
                    <a:pt x="112166" y="42303"/>
                  </a:lnTo>
                  <a:lnTo>
                    <a:pt x="112420" y="42303"/>
                  </a:lnTo>
                  <a:lnTo>
                    <a:pt x="112687" y="42303"/>
                  </a:lnTo>
                  <a:lnTo>
                    <a:pt x="112687" y="41910"/>
                  </a:lnTo>
                  <a:close/>
                </a:path>
                <a:path w="3807460" h="409575">
                  <a:moveTo>
                    <a:pt x="112814" y="59448"/>
                  </a:moveTo>
                  <a:lnTo>
                    <a:pt x="105981" y="59448"/>
                  </a:lnTo>
                  <a:lnTo>
                    <a:pt x="105981" y="64681"/>
                  </a:lnTo>
                  <a:lnTo>
                    <a:pt x="109397" y="64681"/>
                  </a:lnTo>
                  <a:lnTo>
                    <a:pt x="112814" y="64681"/>
                  </a:lnTo>
                  <a:lnTo>
                    <a:pt x="112814" y="59448"/>
                  </a:lnTo>
                  <a:close/>
                </a:path>
                <a:path w="3807460" h="409575">
                  <a:moveTo>
                    <a:pt x="122123" y="36677"/>
                  </a:moveTo>
                  <a:lnTo>
                    <a:pt x="121881" y="35255"/>
                  </a:lnTo>
                  <a:lnTo>
                    <a:pt x="121437" y="34239"/>
                  </a:lnTo>
                  <a:lnTo>
                    <a:pt x="120446" y="31877"/>
                  </a:lnTo>
                  <a:lnTo>
                    <a:pt x="117259" y="34023"/>
                  </a:lnTo>
                  <a:lnTo>
                    <a:pt x="118910" y="35687"/>
                  </a:lnTo>
                  <a:lnTo>
                    <a:pt x="119405" y="36207"/>
                  </a:lnTo>
                  <a:lnTo>
                    <a:pt x="119849" y="36639"/>
                  </a:lnTo>
                  <a:lnTo>
                    <a:pt x="121285" y="37553"/>
                  </a:lnTo>
                  <a:lnTo>
                    <a:pt x="122123" y="36677"/>
                  </a:lnTo>
                  <a:close/>
                </a:path>
                <a:path w="3807460" h="409575">
                  <a:moveTo>
                    <a:pt x="122326" y="91973"/>
                  </a:moveTo>
                  <a:lnTo>
                    <a:pt x="119761" y="88773"/>
                  </a:lnTo>
                  <a:lnTo>
                    <a:pt x="119811" y="89382"/>
                  </a:lnTo>
                  <a:lnTo>
                    <a:pt x="120802" y="91490"/>
                  </a:lnTo>
                  <a:lnTo>
                    <a:pt x="122326" y="91973"/>
                  </a:lnTo>
                  <a:close/>
                </a:path>
                <a:path w="3807460" h="409575">
                  <a:moveTo>
                    <a:pt x="122986" y="6807"/>
                  </a:moveTo>
                  <a:lnTo>
                    <a:pt x="119011" y="0"/>
                  </a:lnTo>
                  <a:lnTo>
                    <a:pt x="114744" y="2819"/>
                  </a:lnTo>
                  <a:lnTo>
                    <a:pt x="113030" y="3937"/>
                  </a:lnTo>
                  <a:lnTo>
                    <a:pt x="112293" y="4813"/>
                  </a:lnTo>
                  <a:lnTo>
                    <a:pt x="110693" y="8712"/>
                  </a:lnTo>
                  <a:lnTo>
                    <a:pt x="112776" y="10782"/>
                  </a:lnTo>
                  <a:lnTo>
                    <a:pt x="116306" y="10833"/>
                  </a:lnTo>
                  <a:lnTo>
                    <a:pt x="117436" y="10464"/>
                  </a:lnTo>
                  <a:lnTo>
                    <a:pt x="122986" y="6807"/>
                  </a:lnTo>
                  <a:close/>
                </a:path>
                <a:path w="3807460" h="409575">
                  <a:moveTo>
                    <a:pt x="126174" y="80860"/>
                  </a:moveTo>
                  <a:lnTo>
                    <a:pt x="125653" y="80860"/>
                  </a:lnTo>
                  <a:lnTo>
                    <a:pt x="125653" y="81254"/>
                  </a:lnTo>
                  <a:lnTo>
                    <a:pt x="125920" y="81254"/>
                  </a:lnTo>
                  <a:lnTo>
                    <a:pt x="126174" y="81254"/>
                  </a:lnTo>
                  <a:lnTo>
                    <a:pt x="126174" y="80860"/>
                  </a:lnTo>
                  <a:close/>
                </a:path>
                <a:path w="3807460" h="409575">
                  <a:moveTo>
                    <a:pt x="127101" y="15925"/>
                  </a:moveTo>
                  <a:lnTo>
                    <a:pt x="122351" y="11239"/>
                  </a:lnTo>
                  <a:lnTo>
                    <a:pt x="118427" y="11861"/>
                  </a:lnTo>
                  <a:lnTo>
                    <a:pt x="113766" y="19151"/>
                  </a:lnTo>
                  <a:lnTo>
                    <a:pt x="119075" y="24396"/>
                  </a:lnTo>
                  <a:lnTo>
                    <a:pt x="123304" y="21767"/>
                  </a:lnTo>
                  <a:lnTo>
                    <a:pt x="126466" y="19799"/>
                  </a:lnTo>
                  <a:lnTo>
                    <a:pt x="127101" y="15925"/>
                  </a:lnTo>
                  <a:close/>
                </a:path>
                <a:path w="3807460" h="409575">
                  <a:moveTo>
                    <a:pt x="129870" y="90500"/>
                  </a:moveTo>
                  <a:lnTo>
                    <a:pt x="126276" y="86156"/>
                  </a:lnTo>
                  <a:lnTo>
                    <a:pt x="125425" y="85852"/>
                  </a:lnTo>
                  <a:lnTo>
                    <a:pt x="124841" y="85026"/>
                  </a:lnTo>
                  <a:lnTo>
                    <a:pt x="123558" y="83235"/>
                  </a:lnTo>
                  <a:lnTo>
                    <a:pt x="119341" y="83680"/>
                  </a:lnTo>
                  <a:lnTo>
                    <a:pt x="119634" y="87249"/>
                  </a:lnTo>
                  <a:lnTo>
                    <a:pt x="119202" y="88061"/>
                  </a:lnTo>
                  <a:lnTo>
                    <a:pt x="119761" y="88773"/>
                  </a:lnTo>
                  <a:lnTo>
                    <a:pt x="121399" y="90779"/>
                  </a:lnTo>
                  <a:lnTo>
                    <a:pt x="122326" y="91973"/>
                  </a:lnTo>
                  <a:lnTo>
                    <a:pt x="124358" y="94576"/>
                  </a:lnTo>
                  <a:lnTo>
                    <a:pt x="127406" y="92316"/>
                  </a:lnTo>
                  <a:lnTo>
                    <a:pt x="129870" y="90500"/>
                  </a:lnTo>
                  <a:close/>
                </a:path>
                <a:path w="3807460" h="409575">
                  <a:moveTo>
                    <a:pt x="135102" y="51054"/>
                  </a:moveTo>
                  <a:lnTo>
                    <a:pt x="131978" y="48869"/>
                  </a:lnTo>
                  <a:lnTo>
                    <a:pt x="129692" y="50482"/>
                  </a:lnTo>
                  <a:lnTo>
                    <a:pt x="126961" y="52425"/>
                  </a:lnTo>
                  <a:lnTo>
                    <a:pt x="126961" y="54698"/>
                  </a:lnTo>
                  <a:lnTo>
                    <a:pt x="131978" y="58242"/>
                  </a:lnTo>
                  <a:lnTo>
                    <a:pt x="135102" y="56057"/>
                  </a:lnTo>
                  <a:lnTo>
                    <a:pt x="135102" y="51054"/>
                  </a:lnTo>
                  <a:close/>
                </a:path>
                <a:path w="3807460" h="409575">
                  <a:moveTo>
                    <a:pt x="140843" y="39281"/>
                  </a:moveTo>
                  <a:lnTo>
                    <a:pt x="134950" y="33464"/>
                  </a:lnTo>
                  <a:lnTo>
                    <a:pt x="131152" y="37211"/>
                  </a:lnTo>
                  <a:lnTo>
                    <a:pt x="126492" y="41821"/>
                  </a:lnTo>
                  <a:lnTo>
                    <a:pt x="132372" y="47637"/>
                  </a:lnTo>
                  <a:lnTo>
                    <a:pt x="140843" y="39281"/>
                  </a:lnTo>
                  <a:close/>
                </a:path>
                <a:path w="3807460" h="409575">
                  <a:moveTo>
                    <a:pt x="146278" y="24168"/>
                  </a:moveTo>
                  <a:lnTo>
                    <a:pt x="142900" y="25793"/>
                  </a:lnTo>
                  <a:lnTo>
                    <a:pt x="141401" y="26517"/>
                  </a:lnTo>
                  <a:lnTo>
                    <a:pt x="141401" y="28143"/>
                  </a:lnTo>
                  <a:lnTo>
                    <a:pt x="142900" y="28854"/>
                  </a:lnTo>
                  <a:lnTo>
                    <a:pt x="146278" y="30492"/>
                  </a:lnTo>
                  <a:lnTo>
                    <a:pt x="146278" y="24168"/>
                  </a:lnTo>
                  <a:close/>
                </a:path>
                <a:path w="3807460" h="409575">
                  <a:moveTo>
                    <a:pt x="149834" y="77584"/>
                  </a:moveTo>
                  <a:lnTo>
                    <a:pt x="147980" y="73799"/>
                  </a:lnTo>
                  <a:lnTo>
                    <a:pt x="145884" y="75209"/>
                  </a:lnTo>
                  <a:lnTo>
                    <a:pt x="142748" y="77304"/>
                  </a:lnTo>
                  <a:lnTo>
                    <a:pt x="143535" y="79730"/>
                  </a:lnTo>
                  <a:lnTo>
                    <a:pt x="149834" y="77584"/>
                  </a:lnTo>
                  <a:close/>
                </a:path>
                <a:path w="3807460" h="409575">
                  <a:moveTo>
                    <a:pt x="154952" y="35966"/>
                  </a:moveTo>
                  <a:lnTo>
                    <a:pt x="150799" y="35966"/>
                  </a:lnTo>
                  <a:lnTo>
                    <a:pt x="150799" y="39154"/>
                  </a:lnTo>
                  <a:lnTo>
                    <a:pt x="152869" y="39154"/>
                  </a:lnTo>
                  <a:lnTo>
                    <a:pt x="154952" y="39154"/>
                  </a:lnTo>
                  <a:lnTo>
                    <a:pt x="154952" y="35966"/>
                  </a:lnTo>
                  <a:close/>
                </a:path>
                <a:path w="3807460" h="409575">
                  <a:moveTo>
                    <a:pt x="159550" y="59283"/>
                  </a:moveTo>
                  <a:lnTo>
                    <a:pt x="159486" y="57289"/>
                  </a:lnTo>
                  <a:lnTo>
                    <a:pt x="157111" y="53924"/>
                  </a:lnTo>
                  <a:lnTo>
                    <a:pt x="154076" y="53263"/>
                  </a:lnTo>
                  <a:lnTo>
                    <a:pt x="150063" y="57238"/>
                  </a:lnTo>
                  <a:lnTo>
                    <a:pt x="150825" y="60121"/>
                  </a:lnTo>
                  <a:lnTo>
                    <a:pt x="151168" y="60388"/>
                  </a:lnTo>
                  <a:lnTo>
                    <a:pt x="154203" y="63398"/>
                  </a:lnTo>
                  <a:lnTo>
                    <a:pt x="157010" y="62560"/>
                  </a:lnTo>
                  <a:lnTo>
                    <a:pt x="159550" y="59283"/>
                  </a:lnTo>
                  <a:close/>
                </a:path>
                <a:path w="3807460" h="409575">
                  <a:moveTo>
                    <a:pt x="159867" y="97993"/>
                  </a:moveTo>
                  <a:lnTo>
                    <a:pt x="158432" y="92837"/>
                  </a:lnTo>
                  <a:lnTo>
                    <a:pt x="155181" y="91313"/>
                  </a:lnTo>
                  <a:lnTo>
                    <a:pt x="152869" y="92837"/>
                  </a:lnTo>
                  <a:lnTo>
                    <a:pt x="151574" y="93675"/>
                  </a:lnTo>
                  <a:lnTo>
                    <a:pt x="150749" y="94627"/>
                  </a:lnTo>
                  <a:lnTo>
                    <a:pt x="150749" y="98602"/>
                  </a:lnTo>
                  <a:lnTo>
                    <a:pt x="152514" y="100672"/>
                  </a:lnTo>
                  <a:lnTo>
                    <a:pt x="157784" y="100672"/>
                  </a:lnTo>
                  <a:lnTo>
                    <a:pt x="159867" y="97993"/>
                  </a:lnTo>
                  <a:close/>
                </a:path>
                <a:path w="3807460" h="409575">
                  <a:moveTo>
                    <a:pt x="163563" y="66471"/>
                  </a:moveTo>
                  <a:lnTo>
                    <a:pt x="163042" y="66471"/>
                  </a:lnTo>
                  <a:lnTo>
                    <a:pt x="163042" y="66865"/>
                  </a:lnTo>
                  <a:lnTo>
                    <a:pt x="163296" y="66865"/>
                  </a:lnTo>
                  <a:lnTo>
                    <a:pt x="163563" y="66865"/>
                  </a:lnTo>
                  <a:lnTo>
                    <a:pt x="163563" y="66471"/>
                  </a:lnTo>
                  <a:close/>
                </a:path>
                <a:path w="3807460" h="409575">
                  <a:moveTo>
                    <a:pt x="168859" y="92964"/>
                  </a:moveTo>
                  <a:lnTo>
                    <a:pt x="168059" y="91871"/>
                  </a:lnTo>
                  <a:lnTo>
                    <a:pt x="162902" y="91960"/>
                  </a:lnTo>
                  <a:lnTo>
                    <a:pt x="165442" y="97383"/>
                  </a:lnTo>
                  <a:lnTo>
                    <a:pt x="167716" y="94437"/>
                  </a:lnTo>
                  <a:lnTo>
                    <a:pt x="168859" y="92964"/>
                  </a:lnTo>
                  <a:close/>
                </a:path>
                <a:path w="3807460" h="409575">
                  <a:moveTo>
                    <a:pt x="175120" y="34556"/>
                  </a:moveTo>
                  <a:lnTo>
                    <a:pt x="174167" y="32943"/>
                  </a:lnTo>
                  <a:lnTo>
                    <a:pt x="173075" y="33489"/>
                  </a:lnTo>
                  <a:lnTo>
                    <a:pt x="172643" y="33705"/>
                  </a:lnTo>
                  <a:lnTo>
                    <a:pt x="172224" y="33909"/>
                  </a:lnTo>
                  <a:lnTo>
                    <a:pt x="170700" y="34683"/>
                  </a:lnTo>
                  <a:lnTo>
                    <a:pt x="171665" y="36283"/>
                  </a:lnTo>
                  <a:lnTo>
                    <a:pt x="172745" y="35750"/>
                  </a:lnTo>
                  <a:lnTo>
                    <a:pt x="173177" y="35534"/>
                  </a:lnTo>
                  <a:lnTo>
                    <a:pt x="174028" y="35102"/>
                  </a:lnTo>
                  <a:lnTo>
                    <a:pt x="175120" y="34556"/>
                  </a:lnTo>
                  <a:close/>
                </a:path>
                <a:path w="3807460" h="409575">
                  <a:moveTo>
                    <a:pt x="176441" y="65913"/>
                  </a:moveTo>
                  <a:lnTo>
                    <a:pt x="165709" y="65913"/>
                  </a:lnTo>
                  <a:lnTo>
                    <a:pt x="165696" y="74142"/>
                  </a:lnTo>
                  <a:lnTo>
                    <a:pt x="171069" y="74142"/>
                  </a:lnTo>
                  <a:lnTo>
                    <a:pt x="176428" y="74142"/>
                  </a:lnTo>
                  <a:lnTo>
                    <a:pt x="176441" y="65913"/>
                  </a:lnTo>
                  <a:close/>
                </a:path>
                <a:path w="3807460" h="409575">
                  <a:moveTo>
                    <a:pt x="180200" y="42570"/>
                  </a:moveTo>
                  <a:lnTo>
                    <a:pt x="177025" y="44107"/>
                  </a:lnTo>
                  <a:lnTo>
                    <a:pt x="176860" y="44183"/>
                  </a:lnTo>
                  <a:lnTo>
                    <a:pt x="176047" y="44564"/>
                  </a:lnTo>
                  <a:lnTo>
                    <a:pt x="176047" y="45897"/>
                  </a:lnTo>
                  <a:lnTo>
                    <a:pt x="176860" y="46291"/>
                  </a:lnTo>
                  <a:lnTo>
                    <a:pt x="180200" y="47904"/>
                  </a:lnTo>
                  <a:lnTo>
                    <a:pt x="180200" y="42570"/>
                  </a:lnTo>
                  <a:close/>
                </a:path>
                <a:path w="3807460" h="409575">
                  <a:moveTo>
                    <a:pt x="184556" y="88303"/>
                  </a:moveTo>
                  <a:lnTo>
                    <a:pt x="176999" y="88303"/>
                  </a:lnTo>
                  <a:lnTo>
                    <a:pt x="176999" y="94107"/>
                  </a:lnTo>
                  <a:lnTo>
                    <a:pt x="180784" y="94107"/>
                  </a:lnTo>
                  <a:lnTo>
                    <a:pt x="184556" y="94107"/>
                  </a:lnTo>
                  <a:lnTo>
                    <a:pt x="184556" y="88303"/>
                  </a:lnTo>
                  <a:close/>
                </a:path>
                <a:path w="3807460" h="409575">
                  <a:moveTo>
                    <a:pt x="193687" y="74841"/>
                  </a:moveTo>
                  <a:lnTo>
                    <a:pt x="193586" y="72364"/>
                  </a:lnTo>
                  <a:lnTo>
                    <a:pt x="192151" y="71640"/>
                  </a:lnTo>
                  <a:lnTo>
                    <a:pt x="191858" y="71513"/>
                  </a:lnTo>
                  <a:lnTo>
                    <a:pt x="191579" y="71361"/>
                  </a:lnTo>
                  <a:lnTo>
                    <a:pt x="191325" y="71170"/>
                  </a:lnTo>
                  <a:lnTo>
                    <a:pt x="188315" y="69278"/>
                  </a:lnTo>
                  <a:lnTo>
                    <a:pt x="185724" y="74498"/>
                  </a:lnTo>
                  <a:lnTo>
                    <a:pt x="189357" y="75793"/>
                  </a:lnTo>
                  <a:lnTo>
                    <a:pt x="190436" y="76174"/>
                  </a:lnTo>
                  <a:lnTo>
                    <a:pt x="191147" y="75984"/>
                  </a:lnTo>
                  <a:lnTo>
                    <a:pt x="193687" y="74841"/>
                  </a:lnTo>
                  <a:close/>
                </a:path>
                <a:path w="3807460" h="409575">
                  <a:moveTo>
                    <a:pt x="3657396" y="386943"/>
                  </a:moveTo>
                  <a:lnTo>
                    <a:pt x="3656457" y="386397"/>
                  </a:lnTo>
                  <a:lnTo>
                    <a:pt x="3656203" y="386003"/>
                  </a:lnTo>
                  <a:lnTo>
                    <a:pt x="3655123" y="385635"/>
                  </a:lnTo>
                  <a:lnTo>
                    <a:pt x="3653612" y="384759"/>
                  </a:lnTo>
                  <a:lnTo>
                    <a:pt x="3653472" y="385025"/>
                  </a:lnTo>
                  <a:lnTo>
                    <a:pt x="3652647" y="384733"/>
                  </a:lnTo>
                  <a:lnTo>
                    <a:pt x="3650869" y="385622"/>
                  </a:lnTo>
                  <a:lnTo>
                    <a:pt x="3648570" y="389077"/>
                  </a:lnTo>
                  <a:lnTo>
                    <a:pt x="3649865" y="391553"/>
                  </a:lnTo>
                  <a:lnTo>
                    <a:pt x="3650958" y="391896"/>
                  </a:lnTo>
                  <a:lnTo>
                    <a:pt x="3651123" y="391947"/>
                  </a:lnTo>
                  <a:lnTo>
                    <a:pt x="3651732" y="392150"/>
                  </a:lnTo>
                  <a:lnTo>
                    <a:pt x="3652316" y="392353"/>
                  </a:lnTo>
                  <a:lnTo>
                    <a:pt x="3653332" y="392569"/>
                  </a:lnTo>
                  <a:lnTo>
                    <a:pt x="3654044" y="392506"/>
                  </a:lnTo>
                  <a:lnTo>
                    <a:pt x="3655453" y="391972"/>
                  </a:lnTo>
                  <a:lnTo>
                    <a:pt x="3655872" y="391807"/>
                  </a:lnTo>
                  <a:lnTo>
                    <a:pt x="3656736" y="390893"/>
                  </a:lnTo>
                  <a:lnTo>
                    <a:pt x="3657130" y="388518"/>
                  </a:lnTo>
                  <a:lnTo>
                    <a:pt x="3657269" y="388150"/>
                  </a:lnTo>
                  <a:lnTo>
                    <a:pt x="3657269" y="387756"/>
                  </a:lnTo>
                  <a:lnTo>
                    <a:pt x="3657396" y="386943"/>
                  </a:lnTo>
                  <a:close/>
                </a:path>
                <a:path w="3807460" h="409575">
                  <a:moveTo>
                    <a:pt x="3665778" y="394982"/>
                  </a:moveTo>
                  <a:lnTo>
                    <a:pt x="3665156" y="394982"/>
                  </a:lnTo>
                  <a:lnTo>
                    <a:pt x="3665156" y="395490"/>
                  </a:lnTo>
                  <a:lnTo>
                    <a:pt x="3665461" y="395490"/>
                  </a:lnTo>
                  <a:lnTo>
                    <a:pt x="3665778" y="395490"/>
                  </a:lnTo>
                  <a:lnTo>
                    <a:pt x="3665778" y="394982"/>
                  </a:lnTo>
                  <a:close/>
                </a:path>
                <a:path w="3807460" h="409575">
                  <a:moveTo>
                    <a:pt x="3677843" y="362534"/>
                  </a:moveTo>
                  <a:lnTo>
                    <a:pt x="3671214" y="361569"/>
                  </a:lnTo>
                  <a:lnTo>
                    <a:pt x="3671214" y="365848"/>
                  </a:lnTo>
                  <a:lnTo>
                    <a:pt x="3671214" y="369074"/>
                  </a:lnTo>
                  <a:lnTo>
                    <a:pt x="3675977" y="369798"/>
                  </a:lnTo>
                  <a:lnTo>
                    <a:pt x="3677843" y="362534"/>
                  </a:lnTo>
                  <a:close/>
                </a:path>
                <a:path w="3807460" h="409575">
                  <a:moveTo>
                    <a:pt x="3678707" y="381622"/>
                  </a:moveTo>
                  <a:lnTo>
                    <a:pt x="3678415" y="379425"/>
                  </a:lnTo>
                  <a:lnTo>
                    <a:pt x="3678275" y="378891"/>
                  </a:lnTo>
                  <a:lnTo>
                    <a:pt x="3676916" y="376174"/>
                  </a:lnTo>
                  <a:lnTo>
                    <a:pt x="3674008" y="377913"/>
                  </a:lnTo>
                  <a:lnTo>
                    <a:pt x="3674986" y="379882"/>
                  </a:lnTo>
                  <a:lnTo>
                    <a:pt x="3675316" y="380555"/>
                  </a:lnTo>
                  <a:lnTo>
                    <a:pt x="3675507" y="380809"/>
                  </a:lnTo>
                  <a:lnTo>
                    <a:pt x="3676853" y="382104"/>
                  </a:lnTo>
                  <a:lnTo>
                    <a:pt x="3678707" y="381622"/>
                  </a:lnTo>
                  <a:close/>
                </a:path>
                <a:path w="3807460" h="409575">
                  <a:moveTo>
                    <a:pt x="3697363" y="402145"/>
                  </a:moveTo>
                  <a:lnTo>
                    <a:pt x="3695865" y="401535"/>
                  </a:lnTo>
                  <a:lnTo>
                    <a:pt x="3693909" y="400735"/>
                  </a:lnTo>
                  <a:lnTo>
                    <a:pt x="3693884" y="404761"/>
                  </a:lnTo>
                  <a:lnTo>
                    <a:pt x="3695865" y="403948"/>
                  </a:lnTo>
                  <a:lnTo>
                    <a:pt x="3696233" y="403796"/>
                  </a:lnTo>
                  <a:lnTo>
                    <a:pt x="3696411" y="403720"/>
                  </a:lnTo>
                  <a:lnTo>
                    <a:pt x="3697363" y="403339"/>
                  </a:lnTo>
                  <a:lnTo>
                    <a:pt x="3697363" y="402145"/>
                  </a:lnTo>
                  <a:close/>
                </a:path>
                <a:path w="3807460" h="409575">
                  <a:moveTo>
                    <a:pt x="3698392" y="399542"/>
                  </a:moveTo>
                  <a:lnTo>
                    <a:pt x="3698113" y="399389"/>
                  </a:lnTo>
                  <a:lnTo>
                    <a:pt x="3697706" y="399199"/>
                  </a:lnTo>
                  <a:lnTo>
                    <a:pt x="3696601" y="398627"/>
                  </a:lnTo>
                  <a:lnTo>
                    <a:pt x="3696360" y="399059"/>
                  </a:lnTo>
                  <a:lnTo>
                    <a:pt x="3696639" y="399211"/>
                  </a:lnTo>
                  <a:lnTo>
                    <a:pt x="3697859" y="399834"/>
                  </a:lnTo>
                  <a:lnTo>
                    <a:pt x="3698151" y="399973"/>
                  </a:lnTo>
                  <a:lnTo>
                    <a:pt x="3698392" y="399542"/>
                  </a:lnTo>
                  <a:close/>
                </a:path>
                <a:path w="3807460" h="409575">
                  <a:moveTo>
                    <a:pt x="3715016" y="335203"/>
                  </a:moveTo>
                  <a:lnTo>
                    <a:pt x="3711803" y="330530"/>
                  </a:lnTo>
                  <a:lnTo>
                    <a:pt x="3710394" y="328472"/>
                  </a:lnTo>
                  <a:lnTo>
                    <a:pt x="3705758" y="328739"/>
                  </a:lnTo>
                  <a:lnTo>
                    <a:pt x="3704310" y="333768"/>
                  </a:lnTo>
                  <a:lnTo>
                    <a:pt x="3704653" y="335076"/>
                  </a:lnTo>
                  <a:lnTo>
                    <a:pt x="3706228" y="336626"/>
                  </a:lnTo>
                  <a:lnTo>
                    <a:pt x="3706838" y="336791"/>
                  </a:lnTo>
                  <a:lnTo>
                    <a:pt x="3707727" y="336981"/>
                  </a:lnTo>
                  <a:lnTo>
                    <a:pt x="3708095" y="336981"/>
                  </a:lnTo>
                  <a:lnTo>
                    <a:pt x="3707739" y="337019"/>
                  </a:lnTo>
                  <a:lnTo>
                    <a:pt x="3708806" y="339001"/>
                  </a:lnTo>
                  <a:lnTo>
                    <a:pt x="3712045" y="337019"/>
                  </a:lnTo>
                  <a:lnTo>
                    <a:pt x="3715016" y="335203"/>
                  </a:lnTo>
                  <a:close/>
                </a:path>
                <a:path w="3807460" h="409575">
                  <a:moveTo>
                    <a:pt x="3715562" y="369201"/>
                  </a:moveTo>
                  <a:lnTo>
                    <a:pt x="3714280" y="367842"/>
                  </a:lnTo>
                  <a:lnTo>
                    <a:pt x="3712006" y="368274"/>
                  </a:lnTo>
                  <a:lnTo>
                    <a:pt x="3711384" y="368693"/>
                  </a:lnTo>
                  <a:lnTo>
                    <a:pt x="3708158" y="370725"/>
                  </a:lnTo>
                  <a:lnTo>
                    <a:pt x="3710660" y="374230"/>
                  </a:lnTo>
                  <a:lnTo>
                    <a:pt x="3712984" y="372402"/>
                  </a:lnTo>
                  <a:lnTo>
                    <a:pt x="3713746" y="371792"/>
                  </a:lnTo>
                  <a:lnTo>
                    <a:pt x="3714280" y="371348"/>
                  </a:lnTo>
                  <a:lnTo>
                    <a:pt x="3715562" y="369201"/>
                  </a:lnTo>
                  <a:close/>
                </a:path>
                <a:path w="3807460" h="409575">
                  <a:moveTo>
                    <a:pt x="3726396" y="400900"/>
                  </a:moveTo>
                  <a:lnTo>
                    <a:pt x="3725824" y="399440"/>
                  </a:lnTo>
                  <a:lnTo>
                    <a:pt x="3724376" y="399097"/>
                  </a:lnTo>
                  <a:lnTo>
                    <a:pt x="3723983" y="398995"/>
                  </a:lnTo>
                  <a:lnTo>
                    <a:pt x="3723233" y="398602"/>
                  </a:lnTo>
                  <a:lnTo>
                    <a:pt x="3723678" y="399097"/>
                  </a:lnTo>
                  <a:lnTo>
                    <a:pt x="3720541" y="395630"/>
                  </a:lnTo>
                  <a:lnTo>
                    <a:pt x="3715613" y="401828"/>
                  </a:lnTo>
                  <a:lnTo>
                    <a:pt x="3721989" y="405523"/>
                  </a:lnTo>
                  <a:lnTo>
                    <a:pt x="3725608" y="405244"/>
                  </a:lnTo>
                  <a:lnTo>
                    <a:pt x="3726396" y="400900"/>
                  </a:lnTo>
                  <a:close/>
                </a:path>
                <a:path w="3807460" h="409575">
                  <a:moveTo>
                    <a:pt x="3737140" y="358546"/>
                  </a:moveTo>
                  <a:lnTo>
                    <a:pt x="3736441" y="357835"/>
                  </a:lnTo>
                  <a:lnTo>
                    <a:pt x="3732504" y="359206"/>
                  </a:lnTo>
                  <a:lnTo>
                    <a:pt x="3735806" y="362559"/>
                  </a:lnTo>
                  <a:lnTo>
                    <a:pt x="3736683" y="359943"/>
                  </a:lnTo>
                  <a:lnTo>
                    <a:pt x="3736848" y="359460"/>
                  </a:lnTo>
                  <a:lnTo>
                    <a:pt x="3736924" y="359206"/>
                  </a:lnTo>
                  <a:lnTo>
                    <a:pt x="3737140" y="358546"/>
                  </a:lnTo>
                  <a:close/>
                </a:path>
                <a:path w="3807460" h="409575">
                  <a:moveTo>
                    <a:pt x="3737991" y="322668"/>
                  </a:moveTo>
                  <a:lnTo>
                    <a:pt x="3736657" y="318858"/>
                  </a:lnTo>
                  <a:lnTo>
                    <a:pt x="3737165" y="316801"/>
                  </a:lnTo>
                  <a:lnTo>
                    <a:pt x="3736111" y="315264"/>
                  </a:lnTo>
                  <a:lnTo>
                    <a:pt x="3732720" y="313931"/>
                  </a:lnTo>
                  <a:lnTo>
                    <a:pt x="3730904" y="314693"/>
                  </a:lnTo>
                  <a:lnTo>
                    <a:pt x="3728555" y="317817"/>
                  </a:lnTo>
                  <a:lnTo>
                    <a:pt x="3728872" y="319773"/>
                  </a:lnTo>
                  <a:lnTo>
                    <a:pt x="3731539" y="325399"/>
                  </a:lnTo>
                  <a:lnTo>
                    <a:pt x="3737991" y="322668"/>
                  </a:lnTo>
                  <a:close/>
                </a:path>
                <a:path w="3807460" h="409575">
                  <a:moveTo>
                    <a:pt x="3742601" y="282752"/>
                  </a:moveTo>
                  <a:lnTo>
                    <a:pt x="3738067" y="282752"/>
                  </a:lnTo>
                  <a:lnTo>
                    <a:pt x="3738067" y="286346"/>
                  </a:lnTo>
                  <a:lnTo>
                    <a:pt x="3740340" y="286346"/>
                  </a:lnTo>
                  <a:lnTo>
                    <a:pt x="3742601" y="286346"/>
                  </a:lnTo>
                  <a:lnTo>
                    <a:pt x="3742601" y="282752"/>
                  </a:lnTo>
                  <a:close/>
                </a:path>
                <a:path w="3807460" h="409575">
                  <a:moveTo>
                    <a:pt x="3745814" y="304253"/>
                  </a:moveTo>
                  <a:lnTo>
                    <a:pt x="3743452" y="304253"/>
                  </a:lnTo>
                  <a:lnTo>
                    <a:pt x="3743452" y="306120"/>
                  </a:lnTo>
                  <a:lnTo>
                    <a:pt x="3744633" y="306120"/>
                  </a:lnTo>
                  <a:lnTo>
                    <a:pt x="3745814" y="306120"/>
                  </a:lnTo>
                  <a:lnTo>
                    <a:pt x="3745814" y="304253"/>
                  </a:lnTo>
                  <a:close/>
                </a:path>
                <a:path w="3807460" h="409575">
                  <a:moveTo>
                    <a:pt x="3760368" y="314096"/>
                  </a:moveTo>
                  <a:lnTo>
                    <a:pt x="3760139" y="312178"/>
                  </a:lnTo>
                  <a:lnTo>
                    <a:pt x="3757714" y="311111"/>
                  </a:lnTo>
                  <a:lnTo>
                    <a:pt x="3756876" y="310896"/>
                  </a:lnTo>
                  <a:lnTo>
                    <a:pt x="3753078" y="310769"/>
                  </a:lnTo>
                  <a:lnTo>
                    <a:pt x="3751415" y="313626"/>
                  </a:lnTo>
                  <a:lnTo>
                    <a:pt x="3753421" y="318465"/>
                  </a:lnTo>
                  <a:lnTo>
                    <a:pt x="3756291" y="318744"/>
                  </a:lnTo>
                  <a:lnTo>
                    <a:pt x="3758209" y="317131"/>
                  </a:lnTo>
                  <a:lnTo>
                    <a:pt x="3758920" y="316534"/>
                  </a:lnTo>
                  <a:lnTo>
                    <a:pt x="3759314" y="316064"/>
                  </a:lnTo>
                  <a:lnTo>
                    <a:pt x="3760368" y="314096"/>
                  </a:lnTo>
                  <a:close/>
                </a:path>
                <a:path w="3807460" h="409575">
                  <a:moveTo>
                    <a:pt x="3765905" y="352729"/>
                  </a:moveTo>
                  <a:lnTo>
                    <a:pt x="3761613" y="350177"/>
                  </a:lnTo>
                  <a:lnTo>
                    <a:pt x="3757282" y="357974"/>
                  </a:lnTo>
                  <a:lnTo>
                    <a:pt x="3764889" y="360426"/>
                  </a:lnTo>
                  <a:lnTo>
                    <a:pt x="3765461" y="356069"/>
                  </a:lnTo>
                  <a:lnTo>
                    <a:pt x="3765905" y="352729"/>
                  </a:lnTo>
                  <a:close/>
                </a:path>
                <a:path w="3807460" h="409575">
                  <a:moveTo>
                    <a:pt x="3766718" y="268605"/>
                  </a:moveTo>
                  <a:lnTo>
                    <a:pt x="3764038" y="267487"/>
                  </a:lnTo>
                  <a:lnTo>
                    <a:pt x="3761028" y="270548"/>
                  </a:lnTo>
                  <a:lnTo>
                    <a:pt x="3762133" y="273291"/>
                  </a:lnTo>
                  <a:lnTo>
                    <a:pt x="3764267" y="273291"/>
                  </a:lnTo>
                  <a:lnTo>
                    <a:pt x="3765880" y="273291"/>
                  </a:lnTo>
                  <a:lnTo>
                    <a:pt x="3766718" y="272427"/>
                  </a:lnTo>
                  <a:lnTo>
                    <a:pt x="3766718" y="268605"/>
                  </a:lnTo>
                  <a:close/>
                </a:path>
                <a:path w="3807460" h="409575">
                  <a:moveTo>
                    <a:pt x="3782199" y="368681"/>
                  </a:moveTo>
                  <a:lnTo>
                    <a:pt x="3781895" y="367360"/>
                  </a:lnTo>
                  <a:lnTo>
                    <a:pt x="3779672" y="366293"/>
                  </a:lnTo>
                  <a:lnTo>
                    <a:pt x="3778859" y="366229"/>
                  </a:lnTo>
                  <a:lnTo>
                    <a:pt x="3772903" y="367817"/>
                  </a:lnTo>
                  <a:lnTo>
                    <a:pt x="3776395" y="375475"/>
                  </a:lnTo>
                  <a:lnTo>
                    <a:pt x="3780637" y="371932"/>
                  </a:lnTo>
                  <a:lnTo>
                    <a:pt x="3781399" y="371309"/>
                  </a:lnTo>
                  <a:lnTo>
                    <a:pt x="3781818" y="370687"/>
                  </a:lnTo>
                  <a:lnTo>
                    <a:pt x="3781996" y="369697"/>
                  </a:lnTo>
                  <a:lnTo>
                    <a:pt x="3782199" y="368681"/>
                  </a:lnTo>
                  <a:close/>
                </a:path>
                <a:path w="3807460" h="409575">
                  <a:moveTo>
                    <a:pt x="3787851" y="275348"/>
                  </a:moveTo>
                  <a:lnTo>
                    <a:pt x="3787508" y="273812"/>
                  </a:lnTo>
                  <a:lnTo>
                    <a:pt x="3786136" y="273367"/>
                  </a:lnTo>
                  <a:lnTo>
                    <a:pt x="3785235" y="273202"/>
                  </a:lnTo>
                  <a:lnTo>
                    <a:pt x="3783647" y="271919"/>
                  </a:lnTo>
                  <a:lnTo>
                    <a:pt x="3780917" y="273532"/>
                  </a:lnTo>
                  <a:lnTo>
                    <a:pt x="3782212" y="275551"/>
                  </a:lnTo>
                  <a:lnTo>
                    <a:pt x="3783292" y="277253"/>
                  </a:lnTo>
                  <a:lnTo>
                    <a:pt x="3785463" y="278142"/>
                  </a:lnTo>
                  <a:lnTo>
                    <a:pt x="3787851" y="275348"/>
                  </a:lnTo>
                  <a:close/>
                </a:path>
                <a:path w="3807460" h="409575">
                  <a:moveTo>
                    <a:pt x="3792067" y="402424"/>
                  </a:moveTo>
                  <a:lnTo>
                    <a:pt x="3784854" y="394995"/>
                  </a:lnTo>
                  <a:lnTo>
                    <a:pt x="3780942" y="400608"/>
                  </a:lnTo>
                  <a:lnTo>
                    <a:pt x="3778173" y="404583"/>
                  </a:lnTo>
                  <a:lnTo>
                    <a:pt x="3782720" y="409206"/>
                  </a:lnTo>
                  <a:lnTo>
                    <a:pt x="3792067" y="402424"/>
                  </a:lnTo>
                  <a:close/>
                </a:path>
                <a:path w="3807460" h="409575">
                  <a:moveTo>
                    <a:pt x="3794620" y="323126"/>
                  </a:moveTo>
                  <a:lnTo>
                    <a:pt x="3788587" y="320687"/>
                  </a:lnTo>
                  <a:lnTo>
                    <a:pt x="3784790" y="319163"/>
                  </a:lnTo>
                  <a:lnTo>
                    <a:pt x="3782060" y="324561"/>
                  </a:lnTo>
                  <a:lnTo>
                    <a:pt x="3789261" y="331431"/>
                  </a:lnTo>
                  <a:lnTo>
                    <a:pt x="3794620" y="323126"/>
                  </a:lnTo>
                  <a:close/>
                </a:path>
                <a:path w="3807460" h="409575">
                  <a:moveTo>
                    <a:pt x="3803891" y="285242"/>
                  </a:moveTo>
                  <a:lnTo>
                    <a:pt x="3794607" y="285242"/>
                  </a:lnTo>
                  <a:lnTo>
                    <a:pt x="3794595" y="292595"/>
                  </a:lnTo>
                  <a:lnTo>
                    <a:pt x="3799243" y="292595"/>
                  </a:lnTo>
                  <a:lnTo>
                    <a:pt x="3803891" y="292595"/>
                  </a:lnTo>
                  <a:lnTo>
                    <a:pt x="3803891" y="285242"/>
                  </a:lnTo>
                  <a:close/>
                </a:path>
                <a:path w="3807460" h="409575">
                  <a:moveTo>
                    <a:pt x="3806964" y="235839"/>
                  </a:moveTo>
                  <a:lnTo>
                    <a:pt x="3797681" y="235839"/>
                  </a:lnTo>
                  <a:lnTo>
                    <a:pt x="3797668" y="243192"/>
                  </a:lnTo>
                  <a:lnTo>
                    <a:pt x="3802316" y="243192"/>
                  </a:lnTo>
                  <a:lnTo>
                    <a:pt x="3806952" y="243192"/>
                  </a:lnTo>
                  <a:lnTo>
                    <a:pt x="3806964" y="23583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5153685" y="7902352"/>
              <a:ext cx="488950" cy="208279"/>
            </a:xfrm>
            <a:custGeom>
              <a:avLst/>
              <a:gdLst/>
              <a:ahLst/>
              <a:cxnLst/>
              <a:rect l="l" t="t" r="r" b="b"/>
              <a:pathLst>
                <a:path w="488950" h="208279">
                  <a:moveTo>
                    <a:pt x="6629" y="200088"/>
                  </a:moveTo>
                  <a:lnTo>
                    <a:pt x="6337" y="198577"/>
                  </a:lnTo>
                  <a:lnTo>
                    <a:pt x="4737" y="198272"/>
                  </a:lnTo>
                  <a:lnTo>
                    <a:pt x="1968" y="197726"/>
                  </a:lnTo>
                  <a:lnTo>
                    <a:pt x="0" y="199644"/>
                  </a:lnTo>
                  <a:lnTo>
                    <a:pt x="1676" y="203708"/>
                  </a:lnTo>
                  <a:lnTo>
                    <a:pt x="4724" y="204228"/>
                  </a:lnTo>
                  <a:lnTo>
                    <a:pt x="5676" y="202158"/>
                  </a:lnTo>
                  <a:lnTo>
                    <a:pt x="6629" y="200088"/>
                  </a:lnTo>
                  <a:close/>
                </a:path>
                <a:path w="488950" h="208279">
                  <a:moveTo>
                    <a:pt x="27343" y="197142"/>
                  </a:moveTo>
                  <a:lnTo>
                    <a:pt x="23139" y="194106"/>
                  </a:lnTo>
                  <a:lnTo>
                    <a:pt x="21590" y="197027"/>
                  </a:lnTo>
                  <a:lnTo>
                    <a:pt x="20929" y="198272"/>
                  </a:lnTo>
                  <a:lnTo>
                    <a:pt x="20396" y="199085"/>
                  </a:lnTo>
                  <a:lnTo>
                    <a:pt x="21043" y="201447"/>
                  </a:lnTo>
                  <a:lnTo>
                    <a:pt x="21907" y="201790"/>
                  </a:lnTo>
                  <a:lnTo>
                    <a:pt x="23761" y="201536"/>
                  </a:lnTo>
                  <a:lnTo>
                    <a:pt x="23761" y="203352"/>
                  </a:lnTo>
                  <a:lnTo>
                    <a:pt x="25742" y="202539"/>
                  </a:lnTo>
                  <a:lnTo>
                    <a:pt x="26111" y="202387"/>
                  </a:lnTo>
                  <a:lnTo>
                    <a:pt x="26289" y="202311"/>
                  </a:lnTo>
                  <a:lnTo>
                    <a:pt x="27241" y="201930"/>
                  </a:lnTo>
                  <a:lnTo>
                    <a:pt x="27241" y="200736"/>
                  </a:lnTo>
                  <a:lnTo>
                    <a:pt x="25742" y="200126"/>
                  </a:lnTo>
                  <a:lnTo>
                    <a:pt x="25171" y="199898"/>
                  </a:lnTo>
                  <a:lnTo>
                    <a:pt x="27343" y="197142"/>
                  </a:lnTo>
                  <a:close/>
                </a:path>
                <a:path w="488950" h="208279">
                  <a:moveTo>
                    <a:pt x="117373" y="51079"/>
                  </a:moveTo>
                  <a:lnTo>
                    <a:pt x="116522" y="49555"/>
                  </a:lnTo>
                  <a:lnTo>
                    <a:pt x="117132" y="48679"/>
                  </a:lnTo>
                  <a:lnTo>
                    <a:pt x="114960" y="47129"/>
                  </a:lnTo>
                  <a:lnTo>
                    <a:pt x="112052" y="48387"/>
                  </a:lnTo>
                  <a:lnTo>
                    <a:pt x="111137" y="49250"/>
                  </a:lnTo>
                  <a:lnTo>
                    <a:pt x="108940" y="52209"/>
                  </a:lnTo>
                  <a:lnTo>
                    <a:pt x="110693" y="54533"/>
                  </a:lnTo>
                  <a:lnTo>
                    <a:pt x="114325" y="54597"/>
                  </a:lnTo>
                  <a:lnTo>
                    <a:pt x="115316" y="53835"/>
                  </a:lnTo>
                  <a:lnTo>
                    <a:pt x="116255" y="52565"/>
                  </a:lnTo>
                  <a:lnTo>
                    <a:pt x="117373" y="51079"/>
                  </a:lnTo>
                  <a:close/>
                </a:path>
                <a:path w="488950" h="208279">
                  <a:moveTo>
                    <a:pt x="133718" y="64173"/>
                  </a:moveTo>
                  <a:lnTo>
                    <a:pt x="133426" y="64147"/>
                  </a:lnTo>
                  <a:lnTo>
                    <a:pt x="132600" y="64071"/>
                  </a:lnTo>
                  <a:lnTo>
                    <a:pt x="131787" y="63982"/>
                  </a:lnTo>
                  <a:lnTo>
                    <a:pt x="130975" y="63906"/>
                  </a:lnTo>
                  <a:lnTo>
                    <a:pt x="130378" y="63842"/>
                  </a:lnTo>
                  <a:lnTo>
                    <a:pt x="130378" y="64909"/>
                  </a:lnTo>
                  <a:lnTo>
                    <a:pt x="130975" y="64846"/>
                  </a:lnTo>
                  <a:lnTo>
                    <a:pt x="131787" y="64770"/>
                  </a:lnTo>
                  <a:lnTo>
                    <a:pt x="132600" y="64681"/>
                  </a:lnTo>
                  <a:lnTo>
                    <a:pt x="133426" y="64617"/>
                  </a:lnTo>
                  <a:lnTo>
                    <a:pt x="133718" y="64579"/>
                  </a:lnTo>
                  <a:lnTo>
                    <a:pt x="133718" y="64173"/>
                  </a:lnTo>
                  <a:close/>
                </a:path>
                <a:path w="488950" h="208279">
                  <a:moveTo>
                    <a:pt x="135001" y="58597"/>
                  </a:moveTo>
                  <a:lnTo>
                    <a:pt x="128168" y="58597"/>
                  </a:lnTo>
                  <a:lnTo>
                    <a:pt x="130543" y="61671"/>
                  </a:lnTo>
                  <a:lnTo>
                    <a:pt x="131152" y="62445"/>
                  </a:lnTo>
                  <a:lnTo>
                    <a:pt x="132003" y="62445"/>
                  </a:lnTo>
                  <a:lnTo>
                    <a:pt x="135001" y="58597"/>
                  </a:lnTo>
                  <a:close/>
                </a:path>
                <a:path w="488950" h="208279">
                  <a:moveTo>
                    <a:pt x="136550" y="158343"/>
                  </a:moveTo>
                  <a:lnTo>
                    <a:pt x="130594" y="157035"/>
                  </a:lnTo>
                  <a:lnTo>
                    <a:pt x="130556" y="161925"/>
                  </a:lnTo>
                  <a:lnTo>
                    <a:pt x="131025" y="162636"/>
                  </a:lnTo>
                  <a:lnTo>
                    <a:pt x="133426" y="164160"/>
                  </a:lnTo>
                  <a:lnTo>
                    <a:pt x="135128" y="162941"/>
                  </a:lnTo>
                  <a:lnTo>
                    <a:pt x="135166" y="162229"/>
                  </a:lnTo>
                  <a:lnTo>
                    <a:pt x="135216" y="161188"/>
                  </a:lnTo>
                  <a:lnTo>
                    <a:pt x="135801" y="159943"/>
                  </a:lnTo>
                  <a:lnTo>
                    <a:pt x="136550" y="158343"/>
                  </a:lnTo>
                  <a:close/>
                </a:path>
                <a:path w="488950" h="208279">
                  <a:moveTo>
                    <a:pt x="138010" y="23495"/>
                  </a:moveTo>
                  <a:lnTo>
                    <a:pt x="137426" y="23495"/>
                  </a:lnTo>
                  <a:lnTo>
                    <a:pt x="137426" y="23964"/>
                  </a:lnTo>
                  <a:lnTo>
                    <a:pt x="137718" y="23964"/>
                  </a:lnTo>
                  <a:lnTo>
                    <a:pt x="138010" y="23964"/>
                  </a:lnTo>
                  <a:lnTo>
                    <a:pt x="138010" y="23495"/>
                  </a:lnTo>
                  <a:close/>
                </a:path>
                <a:path w="488950" h="208279">
                  <a:moveTo>
                    <a:pt x="138023" y="116052"/>
                  </a:moveTo>
                  <a:lnTo>
                    <a:pt x="132930" y="112191"/>
                  </a:lnTo>
                  <a:lnTo>
                    <a:pt x="130670" y="116624"/>
                  </a:lnTo>
                  <a:lnTo>
                    <a:pt x="130733" y="117983"/>
                  </a:lnTo>
                  <a:lnTo>
                    <a:pt x="131013" y="119875"/>
                  </a:lnTo>
                  <a:lnTo>
                    <a:pt x="132638" y="120396"/>
                  </a:lnTo>
                  <a:lnTo>
                    <a:pt x="134366" y="120103"/>
                  </a:lnTo>
                  <a:lnTo>
                    <a:pt x="134734" y="119811"/>
                  </a:lnTo>
                  <a:lnTo>
                    <a:pt x="135267" y="119151"/>
                  </a:lnTo>
                  <a:lnTo>
                    <a:pt x="135509" y="118821"/>
                  </a:lnTo>
                  <a:lnTo>
                    <a:pt x="136105" y="117995"/>
                  </a:lnTo>
                  <a:lnTo>
                    <a:pt x="138023" y="116052"/>
                  </a:lnTo>
                  <a:close/>
                </a:path>
                <a:path w="488950" h="208279">
                  <a:moveTo>
                    <a:pt x="139700" y="184607"/>
                  </a:moveTo>
                  <a:lnTo>
                    <a:pt x="139585" y="182219"/>
                  </a:lnTo>
                  <a:lnTo>
                    <a:pt x="139534" y="181825"/>
                  </a:lnTo>
                  <a:lnTo>
                    <a:pt x="138696" y="178828"/>
                  </a:lnTo>
                  <a:lnTo>
                    <a:pt x="135432" y="179806"/>
                  </a:lnTo>
                  <a:lnTo>
                    <a:pt x="136169" y="181762"/>
                  </a:lnTo>
                  <a:lnTo>
                    <a:pt x="136652" y="183032"/>
                  </a:lnTo>
                  <a:lnTo>
                    <a:pt x="137198" y="183870"/>
                  </a:lnTo>
                  <a:lnTo>
                    <a:pt x="137883" y="184886"/>
                  </a:lnTo>
                  <a:lnTo>
                    <a:pt x="139700" y="184607"/>
                  </a:lnTo>
                  <a:close/>
                </a:path>
                <a:path w="488950" h="208279">
                  <a:moveTo>
                    <a:pt x="140512" y="139852"/>
                  </a:moveTo>
                  <a:lnTo>
                    <a:pt x="139522" y="138087"/>
                  </a:lnTo>
                  <a:lnTo>
                    <a:pt x="138404" y="136067"/>
                  </a:lnTo>
                  <a:lnTo>
                    <a:pt x="135636" y="138849"/>
                  </a:lnTo>
                  <a:lnTo>
                    <a:pt x="137629" y="140004"/>
                  </a:lnTo>
                  <a:lnTo>
                    <a:pt x="138112" y="140296"/>
                  </a:lnTo>
                  <a:lnTo>
                    <a:pt x="138366" y="140423"/>
                  </a:lnTo>
                  <a:lnTo>
                    <a:pt x="139369" y="141020"/>
                  </a:lnTo>
                  <a:lnTo>
                    <a:pt x="140512" y="139852"/>
                  </a:lnTo>
                  <a:close/>
                </a:path>
                <a:path w="488950" h="208279">
                  <a:moveTo>
                    <a:pt x="144970" y="49784"/>
                  </a:moveTo>
                  <a:lnTo>
                    <a:pt x="144068" y="48856"/>
                  </a:lnTo>
                  <a:lnTo>
                    <a:pt x="143014" y="49657"/>
                  </a:lnTo>
                  <a:lnTo>
                    <a:pt x="140843" y="51358"/>
                  </a:lnTo>
                  <a:lnTo>
                    <a:pt x="142506" y="53060"/>
                  </a:lnTo>
                  <a:lnTo>
                    <a:pt x="143484" y="51752"/>
                  </a:lnTo>
                  <a:lnTo>
                    <a:pt x="144970" y="49784"/>
                  </a:lnTo>
                  <a:close/>
                </a:path>
                <a:path w="488950" h="208279">
                  <a:moveTo>
                    <a:pt x="148971" y="75209"/>
                  </a:moveTo>
                  <a:lnTo>
                    <a:pt x="147878" y="72351"/>
                  </a:lnTo>
                  <a:lnTo>
                    <a:pt x="146316" y="73317"/>
                  </a:lnTo>
                  <a:lnTo>
                    <a:pt x="145669" y="73406"/>
                  </a:lnTo>
                  <a:lnTo>
                    <a:pt x="145351" y="73456"/>
                  </a:lnTo>
                  <a:lnTo>
                    <a:pt x="144310" y="73164"/>
                  </a:lnTo>
                  <a:lnTo>
                    <a:pt x="143789" y="74587"/>
                  </a:lnTo>
                  <a:lnTo>
                    <a:pt x="145542" y="75768"/>
                  </a:lnTo>
                  <a:lnTo>
                    <a:pt x="146215" y="75844"/>
                  </a:lnTo>
                  <a:lnTo>
                    <a:pt x="148971" y="75209"/>
                  </a:lnTo>
                  <a:close/>
                </a:path>
                <a:path w="488950" h="208279">
                  <a:moveTo>
                    <a:pt x="152412" y="15557"/>
                  </a:moveTo>
                  <a:lnTo>
                    <a:pt x="151587" y="14846"/>
                  </a:lnTo>
                  <a:lnTo>
                    <a:pt x="150698" y="15278"/>
                  </a:lnTo>
                  <a:lnTo>
                    <a:pt x="150495" y="15468"/>
                  </a:lnTo>
                  <a:lnTo>
                    <a:pt x="150266" y="15519"/>
                  </a:lnTo>
                  <a:lnTo>
                    <a:pt x="150012" y="15455"/>
                  </a:lnTo>
                  <a:lnTo>
                    <a:pt x="148336" y="15316"/>
                  </a:lnTo>
                  <a:lnTo>
                    <a:pt x="148348" y="17970"/>
                  </a:lnTo>
                  <a:lnTo>
                    <a:pt x="150012" y="18122"/>
                  </a:lnTo>
                  <a:lnTo>
                    <a:pt x="151168" y="18224"/>
                  </a:lnTo>
                  <a:lnTo>
                    <a:pt x="152095" y="17729"/>
                  </a:lnTo>
                  <a:lnTo>
                    <a:pt x="152412" y="15557"/>
                  </a:lnTo>
                  <a:close/>
                </a:path>
                <a:path w="488950" h="208279">
                  <a:moveTo>
                    <a:pt x="152450" y="33185"/>
                  </a:moveTo>
                  <a:lnTo>
                    <a:pt x="146316" y="33185"/>
                  </a:lnTo>
                  <a:lnTo>
                    <a:pt x="146304" y="38036"/>
                  </a:lnTo>
                  <a:lnTo>
                    <a:pt x="149377" y="38036"/>
                  </a:lnTo>
                  <a:lnTo>
                    <a:pt x="152438" y="38036"/>
                  </a:lnTo>
                  <a:lnTo>
                    <a:pt x="152450" y="33185"/>
                  </a:lnTo>
                  <a:close/>
                </a:path>
                <a:path w="488950" h="208279">
                  <a:moveTo>
                    <a:pt x="153149" y="182575"/>
                  </a:moveTo>
                  <a:lnTo>
                    <a:pt x="146824" y="182575"/>
                  </a:lnTo>
                  <a:lnTo>
                    <a:pt x="146824" y="187579"/>
                  </a:lnTo>
                  <a:lnTo>
                    <a:pt x="149987" y="187579"/>
                  </a:lnTo>
                  <a:lnTo>
                    <a:pt x="153149" y="187579"/>
                  </a:lnTo>
                  <a:lnTo>
                    <a:pt x="153149" y="182575"/>
                  </a:lnTo>
                  <a:close/>
                </a:path>
                <a:path w="488950" h="208279">
                  <a:moveTo>
                    <a:pt x="153263" y="63588"/>
                  </a:moveTo>
                  <a:lnTo>
                    <a:pt x="152857" y="63588"/>
                  </a:lnTo>
                  <a:lnTo>
                    <a:pt x="152857" y="63906"/>
                  </a:lnTo>
                  <a:lnTo>
                    <a:pt x="153060" y="63906"/>
                  </a:lnTo>
                  <a:lnTo>
                    <a:pt x="153263" y="63906"/>
                  </a:lnTo>
                  <a:lnTo>
                    <a:pt x="153263" y="63588"/>
                  </a:lnTo>
                  <a:close/>
                </a:path>
                <a:path w="488950" h="208279">
                  <a:moveTo>
                    <a:pt x="154279" y="21983"/>
                  </a:moveTo>
                  <a:lnTo>
                    <a:pt x="152539" y="21450"/>
                  </a:lnTo>
                  <a:lnTo>
                    <a:pt x="151726" y="23266"/>
                  </a:lnTo>
                  <a:lnTo>
                    <a:pt x="149936" y="27254"/>
                  </a:lnTo>
                  <a:lnTo>
                    <a:pt x="153898" y="28244"/>
                  </a:lnTo>
                  <a:lnTo>
                    <a:pt x="154051" y="25603"/>
                  </a:lnTo>
                  <a:lnTo>
                    <a:pt x="154279" y="21983"/>
                  </a:lnTo>
                  <a:close/>
                </a:path>
                <a:path w="488950" h="208279">
                  <a:moveTo>
                    <a:pt x="156565" y="149085"/>
                  </a:moveTo>
                  <a:lnTo>
                    <a:pt x="152615" y="147523"/>
                  </a:lnTo>
                  <a:lnTo>
                    <a:pt x="151904" y="150215"/>
                  </a:lnTo>
                  <a:lnTo>
                    <a:pt x="151409" y="152146"/>
                  </a:lnTo>
                  <a:lnTo>
                    <a:pt x="152158" y="153987"/>
                  </a:lnTo>
                  <a:lnTo>
                    <a:pt x="155257" y="154228"/>
                  </a:lnTo>
                  <a:lnTo>
                    <a:pt x="155778" y="153136"/>
                  </a:lnTo>
                  <a:lnTo>
                    <a:pt x="155638" y="152260"/>
                  </a:lnTo>
                  <a:lnTo>
                    <a:pt x="155714" y="151980"/>
                  </a:lnTo>
                  <a:lnTo>
                    <a:pt x="155638" y="151790"/>
                  </a:lnTo>
                  <a:lnTo>
                    <a:pt x="155422" y="151726"/>
                  </a:lnTo>
                  <a:lnTo>
                    <a:pt x="156565" y="149085"/>
                  </a:lnTo>
                  <a:close/>
                </a:path>
                <a:path w="488950" h="208279">
                  <a:moveTo>
                    <a:pt x="158877" y="129146"/>
                  </a:moveTo>
                  <a:lnTo>
                    <a:pt x="155867" y="126072"/>
                  </a:lnTo>
                  <a:lnTo>
                    <a:pt x="154139" y="128016"/>
                  </a:lnTo>
                  <a:lnTo>
                    <a:pt x="153454" y="128778"/>
                  </a:lnTo>
                  <a:lnTo>
                    <a:pt x="153149" y="129311"/>
                  </a:lnTo>
                  <a:lnTo>
                    <a:pt x="152311" y="131368"/>
                  </a:lnTo>
                  <a:lnTo>
                    <a:pt x="153670" y="132727"/>
                  </a:lnTo>
                  <a:lnTo>
                    <a:pt x="155676" y="131902"/>
                  </a:lnTo>
                  <a:lnTo>
                    <a:pt x="156197" y="131572"/>
                  </a:lnTo>
                  <a:lnTo>
                    <a:pt x="158877" y="129146"/>
                  </a:lnTo>
                  <a:close/>
                </a:path>
                <a:path w="488950" h="208279">
                  <a:moveTo>
                    <a:pt x="158902" y="10337"/>
                  </a:moveTo>
                  <a:lnTo>
                    <a:pt x="158267" y="10337"/>
                  </a:lnTo>
                  <a:lnTo>
                    <a:pt x="158267" y="10845"/>
                  </a:lnTo>
                  <a:lnTo>
                    <a:pt x="158584" y="10845"/>
                  </a:lnTo>
                  <a:lnTo>
                    <a:pt x="158902" y="10845"/>
                  </a:lnTo>
                  <a:lnTo>
                    <a:pt x="158902" y="10337"/>
                  </a:lnTo>
                  <a:close/>
                </a:path>
                <a:path w="488950" h="208279">
                  <a:moveTo>
                    <a:pt x="162420" y="92964"/>
                  </a:moveTo>
                  <a:lnTo>
                    <a:pt x="160172" y="89687"/>
                  </a:lnTo>
                  <a:lnTo>
                    <a:pt x="159054" y="88061"/>
                  </a:lnTo>
                  <a:lnTo>
                    <a:pt x="152908" y="89992"/>
                  </a:lnTo>
                  <a:lnTo>
                    <a:pt x="153454" y="91973"/>
                  </a:lnTo>
                  <a:lnTo>
                    <a:pt x="151993" y="94284"/>
                  </a:lnTo>
                  <a:lnTo>
                    <a:pt x="156527" y="97967"/>
                  </a:lnTo>
                  <a:lnTo>
                    <a:pt x="160832" y="94310"/>
                  </a:lnTo>
                  <a:lnTo>
                    <a:pt x="162420" y="92964"/>
                  </a:lnTo>
                  <a:close/>
                </a:path>
                <a:path w="488950" h="208279">
                  <a:moveTo>
                    <a:pt x="166433" y="202819"/>
                  </a:moveTo>
                  <a:lnTo>
                    <a:pt x="165455" y="202819"/>
                  </a:lnTo>
                  <a:lnTo>
                    <a:pt x="165455" y="203606"/>
                  </a:lnTo>
                  <a:lnTo>
                    <a:pt x="165950" y="203606"/>
                  </a:lnTo>
                  <a:lnTo>
                    <a:pt x="166433" y="203606"/>
                  </a:lnTo>
                  <a:lnTo>
                    <a:pt x="166433" y="202819"/>
                  </a:lnTo>
                  <a:close/>
                </a:path>
                <a:path w="488950" h="208279">
                  <a:moveTo>
                    <a:pt x="166839" y="46329"/>
                  </a:moveTo>
                  <a:lnTo>
                    <a:pt x="165252" y="44704"/>
                  </a:lnTo>
                  <a:lnTo>
                    <a:pt x="162763" y="46253"/>
                  </a:lnTo>
                  <a:lnTo>
                    <a:pt x="162407" y="46685"/>
                  </a:lnTo>
                  <a:lnTo>
                    <a:pt x="162318" y="48729"/>
                  </a:lnTo>
                  <a:lnTo>
                    <a:pt x="162890" y="49314"/>
                  </a:lnTo>
                  <a:lnTo>
                    <a:pt x="163487" y="49288"/>
                  </a:lnTo>
                  <a:lnTo>
                    <a:pt x="164871" y="49225"/>
                  </a:lnTo>
                  <a:lnTo>
                    <a:pt x="165315" y="48869"/>
                  </a:lnTo>
                  <a:lnTo>
                    <a:pt x="166839" y="46329"/>
                  </a:lnTo>
                  <a:close/>
                </a:path>
                <a:path w="488950" h="208279">
                  <a:moveTo>
                    <a:pt x="168033" y="144449"/>
                  </a:moveTo>
                  <a:lnTo>
                    <a:pt x="167894" y="144322"/>
                  </a:lnTo>
                  <a:lnTo>
                    <a:pt x="167690" y="144106"/>
                  </a:lnTo>
                  <a:lnTo>
                    <a:pt x="167487" y="143903"/>
                  </a:lnTo>
                  <a:lnTo>
                    <a:pt x="167284" y="143687"/>
                  </a:lnTo>
                  <a:lnTo>
                    <a:pt x="167132" y="143548"/>
                  </a:lnTo>
                  <a:lnTo>
                    <a:pt x="166928" y="143764"/>
                  </a:lnTo>
                  <a:lnTo>
                    <a:pt x="167068" y="143903"/>
                  </a:lnTo>
                  <a:lnTo>
                    <a:pt x="167271" y="144119"/>
                  </a:lnTo>
                  <a:lnTo>
                    <a:pt x="167474" y="144322"/>
                  </a:lnTo>
                  <a:lnTo>
                    <a:pt x="167817" y="144678"/>
                  </a:lnTo>
                  <a:lnTo>
                    <a:pt x="168033" y="144449"/>
                  </a:lnTo>
                  <a:close/>
                </a:path>
                <a:path w="488950" h="208279">
                  <a:moveTo>
                    <a:pt x="168160" y="26847"/>
                  </a:moveTo>
                  <a:lnTo>
                    <a:pt x="163728" y="26847"/>
                  </a:lnTo>
                  <a:lnTo>
                    <a:pt x="164617" y="29108"/>
                  </a:lnTo>
                  <a:lnTo>
                    <a:pt x="165277" y="30772"/>
                  </a:lnTo>
                  <a:lnTo>
                    <a:pt x="166611" y="30784"/>
                  </a:lnTo>
                  <a:lnTo>
                    <a:pt x="168160" y="26847"/>
                  </a:lnTo>
                  <a:close/>
                </a:path>
                <a:path w="488950" h="208279">
                  <a:moveTo>
                    <a:pt x="169583" y="3810"/>
                  </a:moveTo>
                  <a:lnTo>
                    <a:pt x="168630" y="2895"/>
                  </a:lnTo>
                  <a:lnTo>
                    <a:pt x="168300" y="2590"/>
                  </a:lnTo>
                  <a:lnTo>
                    <a:pt x="167678" y="1993"/>
                  </a:lnTo>
                  <a:lnTo>
                    <a:pt x="165569" y="0"/>
                  </a:lnTo>
                  <a:lnTo>
                    <a:pt x="163652" y="4267"/>
                  </a:lnTo>
                  <a:lnTo>
                    <a:pt x="166103" y="4737"/>
                  </a:lnTo>
                  <a:lnTo>
                    <a:pt x="168554" y="5194"/>
                  </a:lnTo>
                  <a:lnTo>
                    <a:pt x="169583" y="3810"/>
                  </a:lnTo>
                  <a:close/>
                </a:path>
                <a:path w="488950" h="208279">
                  <a:moveTo>
                    <a:pt x="172351" y="15595"/>
                  </a:moveTo>
                  <a:lnTo>
                    <a:pt x="170319" y="11328"/>
                  </a:lnTo>
                  <a:lnTo>
                    <a:pt x="169329" y="9232"/>
                  </a:lnTo>
                  <a:lnTo>
                    <a:pt x="167474" y="9232"/>
                  </a:lnTo>
                  <a:lnTo>
                    <a:pt x="164452" y="15595"/>
                  </a:lnTo>
                  <a:lnTo>
                    <a:pt x="172351" y="15595"/>
                  </a:lnTo>
                  <a:close/>
                </a:path>
                <a:path w="488950" h="208279">
                  <a:moveTo>
                    <a:pt x="172440" y="127127"/>
                  </a:moveTo>
                  <a:lnTo>
                    <a:pt x="171678" y="123634"/>
                  </a:lnTo>
                  <a:lnTo>
                    <a:pt x="170954" y="120345"/>
                  </a:lnTo>
                  <a:lnTo>
                    <a:pt x="168300" y="120345"/>
                  </a:lnTo>
                  <a:lnTo>
                    <a:pt x="167805" y="122580"/>
                  </a:lnTo>
                  <a:lnTo>
                    <a:pt x="167589" y="123634"/>
                  </a:lnTo>
                  <a:lnTo>
                    <a:pt x="166827" y="127101"/>
                  </a:lnTo>
                  <a:lnTo>
                    <a:pt x="172440" y="127127"/>
                  </a:lnTo>
                  <a:close/>
                </a:path>
                <a:path w="488950" h="208279">
                  <a:moveTo>
                    <a:pt x="173634" y="77076"/>
                  </a:moveTo>
                  <a:lnTo>
                    <a:pt x="168998" y="74485"/>
                  </a:lnTo>
                  <a:lnTo>
                    <a:pt x="168744" y="76377"/>
                  </a:lnTo>
                  <a:lnTo>
                    <a:pt x="168351" y="76631"/>
                  </a:lnTo>
                  <a:lnTo>
                    <a:pt x="168478" y="78816"/>
                  </a:lnTo>
                  <a:lnTo>
                    <a:pt x="169748" y="79641"/>
                  </a:lnTo>
                  <a:lnTo>
                    <a:pt x="173634" y="77076"/>
                  </a:lnTo>
                  <a:close/>
                </a:path>
                <a:path w="488950" h="208279">
                  <a:moveTo>
                    <a:pt x="173710" y="192290"/>
                  </a:moveTo>
                  <a:lnTo>
                    <a:pt x="173304" y="192265"/>
                  </a:lnTo>
                  <a:lnTo>
                    <a:pt x="172897" y="192239"/>
                  </a:lnTo>
                  <a:lnTo>
                    <a:pt x="172491" y="192214"/>
                  </a:lnTo>
                  <a:lnTo>
                    <a:pt x="172085" y="192189"/>
                  </a:lnTo>
                  <a:lnTo>
                    <a:pt x="171589" y="192151"/>
                  </a:lnTo>
                  <a:lnTo>
                    <a:pt x="171589" y="193001"/>
                  </a:lnTo>
                  <a:lnTo>
                    <a:pt x="172085" y="192963"/>
                  </a:lnTo>
                  <a:lnTo>
                    <a:pt x="172491" y="192951"/>
                  </a:lnTo>
                  <a:lnTo>
                    <a:pt x="172897" y="192913"/>
                  </a:lnTo>
                  <a:lnTo>
                    <a:pt x="173304" y="192900"/>
                  </a:lnTo>
                  <a:lnTo>
                    <a:pt x="173710" y="192862"/>
                  </a:lnTo>
                  <a:lnTo>
                    <a:pt x="173710" y="192290"/>
                  </a:lnTo>
                  <a:close/>
                </a:path>
                <a:path w="488950" h="208279">
                  <a:moveTo>
                    <a:pt x="176466" y="116751"/>
                  </a:moveTo>
                  <a:lnTo>
                    <a:pt x="174459" y="113233"/>
                  </a:lnTo>
                  <a:lnTo>
                    <a:pt x="171107" y="115392"/>
                  </a:lnTo>
                  <a:lnTo>
                    <a:pt x="171018" y="116751"/>
                  </a:lnTo>
                  <a:lnTo>
                    <a:pt x="172212" y="119418"/>
                  </a:lnTo>
                  <a:lnTo>
                    <a:pt x="174434" y="118694"/>
                  </a:lnTo>
                  <a:lnTo>
                    <a:pt x="174586" y="118275"/>
                  </a:lnTo>
                  <a:lnTo>
                    <a:pt x="174726" y="117868"/>
                  </a:lnTo>
                  <a:lnTo>
                    <a:pt x="175996" y="117055"/>
                  </a:lnTo>
                  <a:lnTo>
                    <a:pt x="176466" y="116751"/>
                  </a:lnTo>
                  <a:close/>
                </a:path>
                <a:path w="488950" h="208279">
                  <a:moveTo>
                    <a:pt x="181914" y="21932"/>
                  </a:moveTo>
                  <a:lnTo>
                    <a:pt x="181559" y="21577"/>
                  </a:lnTo>
                  <a:lnTo>
                    <a:pt x="181356" y="21361"/>
                  </a:lnTo>
                  <a:lnTo>
                    <a:pt x="181152" y="21158"/>
                  </a:lnTo>
                  <a:lnTo>
                    <a:pt x="180949" y="20942"/>
                  </a:lnTo>
                  <a:lnTo>
                    <a:pt x="180594" y="20586"/>
                  </a:lnTo>
                  <a:lnTo>
                    <a:pt x="180060" y="21145"/>
                  </a:lnTo>
                  <a:lnTo>
                    <a:pt x="180403" y="21501"/>
                  </a:lnTo>
                  <a:lnTo>
                    <a:pt x="180606" y="21717"/>
                  </a:lnTo>
                  <a:lnTo>
                    <a:pt x="180809" y="21920"/>
                  </a:lnTo>
                  <a:lnTo>
                    <a:pt x="181025" y="22123"/>
                  </a:lnTo>
                  <a:lnTo>
                    <a:pt x="181368" y="22491"/>
                  </a:lnTo>
                  <a:lnTo>
                    <a:pt x="181914" y="21932"/>
                  </a:lnTo>
                  <a:close/>
                </a:path>
                <a:path w="488950" h="208279">
                  <a:moveTo>
                    <a:pt x="187579" y="182816"/>
                  </a:moveTo>
                  <a:lnTo>
                    <a:pt x="186004" y="182054"/>
                  </a:lnTo>
                  <a:lnTo>
                    <a:pt x="185572" y="181838"/>
                  </a:lnTo>
                  <a:lnTo>
                    <a:pt x="185394" y="181686"/>
                  </a:lnTo>
                  <a:lnTo>
                    <a:pt x="185343" y="181838"/>
                  </a:lnTo>
                  <a:lnTo>
                    <a:pt x="185293" y="181610"/>
                  </a:lnTo>
                  <a:lnTo>
                    <a:pt x="185635" y="181051"/>
                  </a:lnTo>
                  <a:lnTo>
                    <a:pt x="185877" y="180390"/>
                  </a:lnTo>
                  <a:lnTo>
                    <a:pt x="183642" y="178600"/>
                  </a:lnTo>
                  <a:lnTo>
                    <a:pt x="179095" y="181978"/>
                  </a:lnTo>
                  <a:lnTo>
                    <a:pt x="180771" y="187845"/>
                  </a:lnTo>
                  <a:lnTo>
                    <a:pt x="186740" y="185623"/>
                  </a:lnTo>
                  <a:lnTo>
                    <a:pt x="187579" y="182816"/>
                  </a:lnTo>
                  <a:close/>
                </a:path>
                <a:path w="488950" h="208279">
                  <a:moveTo>
                    <a:pt x="287375" y="184988"/>
                  </a:moveTo>
                  <a:lnTo>
                    <a:pt x="287121" y="184594"/>
                  </a:lnTo>
                  <a:lnTo>
                    <a:pt x="286042" y="184213"/>
                  </a:lnTo>
                  <a:lnTo>
                    <a:pt x="287375" y="184988"/>
                  </a:lnTo>
                  <a:close/>
                </a:path>
                <a:path w="488950" h="208279">
                  <a:moveTo>
                    <a:pt x="288328" y="185534"/>
                  </a:moveTo>
                  <a:lnTo>
                    <a:pt x="287375" y="184988"/>
                  </a:lnTo>
                  <a:lnTo>
                    <a:pt x="286029" y="184213"/>
                  </a:lnTo>
                  <a:lnTo>
                    <a:pt x="284543" y="183349"/>
                  </a:lnTo>
                  <a:lnTo>
                    <a:pt x="284403" y="183616"/>
                  </a:lnTo>
                  <a:lnTo>
                    <a:pt x="283578" y="183324"/>
                  </a:lnTo>
                  <a:lnTo>
                    <a:pt x="281787" y="184213"/>
                  </a:lnTo>
                  <a:lnTo>
                    <a:pt x="279488" y="187667"/>
                  </a:lnTo>
                  <a:lnTo>
                    <a:pt x="280784" y="190144"/>
                  </a:lnTo>
                  <a:lnTo>
                    <a:pt x="281889" y="190487"/>
                  </a:lnTo>
                  <a:lnTo>
                    <a:pt x="282067" y="190550"/>
                  </a:lnTo>
                  <a:lnTo>
                    <a:pt x="282651" y="190741"/>
                  </a:lnTo>
                  <a:lnTo>
                    <a:pt x="283235" y="190944"/>
                  </a:lnTo>
                  <a:lnTo>
                    <a:pt x="284251" y="191160"/>
                  </a:lnTo>
                  <a:lnTo>
                    <a:pt x="288061" y="187109"/>
                  </a:lnTo>
                  <a:lnTo>
                    <a:pt x="288201" y="186740"/>
                  </a:lnTo>
                  <a:lnTo>
                    <a:pt x="288213" y="186232"/>
                  </a:lnTo>
                  <a:lnTo>
                    <a:pt x="288328" y="185534"/>
                  </a:lnTo>
                  <a:close/>
                </a:path>
                <a:path w="488950" h="208279">
                  <a:moveTo>
                    <a:pt x="296710" y="193573"/>
                  </a:moveTo>
                  <a:lnTo>
                    <a:pt x="296075" y="193573"/>
                  </a:lnTo>
                  <a:lnTo>
                    <a:pt x="296075" y="194081"/>
                  </a:lnTo>
                  <a:lnTo>
                    <a:pt x="296392" y="194081"/>
                  </a:lnTo>
                  <a:lnTo>
                    <a:pt x="296710" y="194081"/>
                  </a:lnTo>
                  <a:lnTo>
                    <a:pt x="296710" y="193573"/>
                  </a:lnTo>
                  <a:close/>
                </a:path>
                <a:path w="488950" h="208279">
                  <a:moveTo>
                    <a:pt x="308775" y="161124"/>
                  </a:moveTo>
                  <a:lnTo>
                    <a:pt x="302145" y="160159"/>
                  </a:lnTo>
                  <a:lnTo>
                    <a:pt x="302145" y="164439"/>
                  </a:lnTo>
                  <a:lnTo>
                    <a:pt x="302145" y="167665"/>
                  </a:lnTo>
                  <a:lnTo>
                    <a:pt x="306895" y="168389"/>
                  </a:lnTo>
                  <a:lnTo>
                    <a:pt x="308775" y="161124"/>
                  </a:lnTo>
                  <a:close/>
                </a:path>
                <a:path w="488950" h="208279">
                  <a:moveTo>
                    <a:pt x="309626" y="180213"/>
                  </a:moveTo>
                  <a:lnTo>
                    <a:pt x="309333" y="178015"/>
                  </a:lnTo>
                  <a:lnTo>
                    <a:pt x="309206" y="177482"/>
                  </a:lnTo>
                  <a:lnTo>
                    <a:pt x="307835" y="174764"/>
                  </a:lnTo>
                  <a:lnTo>
                    <a:pt x="304927" y="176504"/>
                  </a:lnTo>
                  <a:lnTo>
                    <a:pt x="305917" y="178473"/>
                  </a:lnTo>
                  <a:lnTo>
                    <a:pt x="306247" y="179146"/>
                  </a:lnTo>
                  <a:lnTo>
                    <a:pt x="306425" y="179400"/>
                  </a:lnTo>
                  <a:lnTo>
                    <a:pt x="306959" y="179895"/>
                  </a:lnTo>
                  <a:lnTo>
                    <a:pt x="307784" y="180695"/>
                  </a:lnTo>
                  <a:lnTo>
                    <a:pt x="309626" y="180213"/>
                  </a:lnTo>
                  <a:close/>
                </a:path>
                <a:path w="488950" h="208279">
                  <a:moveTo>
                    <a:pt x="328282" y="200736"/>
                  </a:moveTo>
                  <a:lnTo>
                    <a:pt x="326783" y="200126"/>
                  </a:lnTo>
                  <a:lnTo>
                    <a:pt x="324827" y="199326"/>
                  </a:lnTo>
                  <a:lnTo>
                    <a:pt x="324815" y="203352"/>
                  </a:lnTo>
                  <a:lnTo>
                    <a:pt x="326783" y="202539"/>
                  </a:lnTo>
                  <a:lnTo>
                    <a:pt x="327152" y="202387"/>
                  </a:lnTo>
                  <a:lnTo>
                    <a:pt x="327342" y="202311"/>
                  </a:lnTo>
                  <a:lnTo>
                    <a:pt x="328282" y="201930"/>
                  </a:lnTo>
                  <a:lnTo>
                    <a:pt x="328282" y="200736"/>
                  </a:lnTo>
                  <a:close/>
                </a:path>
                <a:path w="488950" h="208279">
                  <a:moveTo>
                    <a:pt x="329323" y="198132"/>
                  </a:moveTo>
                  <a:lnTo>
                    <a:pt x="329044" y="197980"/>
                  </a:lnTo>
                  <a:lnTo>
                    <a:pt x="328637" y="197789"/>
                  </a:lnTo>
                  <a:lnTo>
                    <a:pt x="327533" y="197218"/>
                  </a:lnTo>
                  <a:lnTo>
                    <a:pt x="327279" y="197650"/>
                  </a:lnTo>
                  <a:lnTo>
                    <a:pt x="327571" y="197802"/>
                  </a:lnTo>
                  <a:lnTo>
                    <a:pt x="328790" y="198424"/>
                  </a:lnTo>
                  <a:lnTo>
                    <a:pt x="329069" y="198564"/>
                  </a:lnTo>
                  <a:lnTo>
                    <a:pt x="329323" y="198132"/>
                  </a:lnTo>
                  <a:close/>
                </a:path>
                <a:path w="488950" h="208279">
                  <a:moveTo>
                    <a:pt x="345948" y="133794"/>
                  </a:moveTo>
                  <a:lnTo>
                    <a:pt x="342734" y="129120"/>
                  </a:lnTo>
                  <a:lnTo>
                    <a:pt x="341325" y="127063"/>
                  </a:lnTo>
                  <a:lnTo>
                    <a:pt x="336689" y="127330"/>
                  </a:lnTo>
                  <a:lnTo>
                    <a:pt x="335229" y="132359"/>
                  </a:lnTo>
                  <a:lnTo>
                    <a:pt x="335584" y="133667"/>
                  </a:lnTo>
                  <a:lnTo>
                    <a:pt x="337146" y="135216"/>
                  </a:lnTo>
                  <a:lnTo>
                    <a:pt x="337756" y="135382"/>
                  </a:lnTo>
                  <a:lnTo>
                    <a:pt x="338632" y="135572"/>
                  </a:lnTo>
                  <a:lnTo>
                    <a:pt x="338772" y="135597"/>
                  </a:lnTo>
                  <a:lnTo>
                    <a:pt x="339026" y="135572"/>
                  </a:lnTo>
                  <a:lnTo>
                    <a:pt x="338670" y="135610"/>
                  </a:lnTo>
                  <a:lnTo>
                    <a:pt x="339725" y="137591"/>
                  </a:lnTo>
                  <a:lnTo>
                    <a:pt x="342976" y="135610"/>
                  </a:lnTo>
                  <a:lnTo>
                    <a:pt x="345948" y="133794"/>
                  </a:lnTo>
                  <a:close/>
                </a:path>
                <a:path w="488950" h="208279">
                  <a:moveTo>
                    <a:pt x="346481" y="167792"/>
                  </a:moveTo>
                  <a:lnTo>
                    <a:pt x="345211" y="166433"/>
                  </a:lnTo>
                  <a:lnTo>
                    <a:pt x="342938" y="166865"/>
                  </a:lnTo>
                  <a:lnTo>
                    <a:pt x="342303" y="167284"/>
                  </a:lnTo>
                  <a:lnTo>
                    <a:pt x="339090" y="169316"/>
                  </a:lnTo>
                  <a:lnTo>
                    <a:pt x="341579" y="172821"/>
                  </a:lnTo>
                  <a:lnTo>
                    <a:pt x="343903" y="170992"/>
                  </a:lnTo>
                  <a:lnTo>
                    <a:pt x="344678" y="170383"/>
                  </a:lnTo>
                  <a:lnTo>
                    <a:pt x="345211" y="169938"/>
                  </a:lnTo>
                  <a:lnTo>
                    <a:pt x="346481" y="167792"/>
                  </a:lnTo>
                  <a:close/>
                </a:path>
                <a:path w="488950" h="208279">
                  <a:moveTo>
                    <a:pt x="357327" y="199491"/>
                  </a:moveTo>
                  <a:lnTo>
                    <a:pt x="356755" y="198031"/>
                  </a:lnTo>
                  <a:lnTo>
                    <a:pt x="355307" y="197688"/>
                  </a:lnTo>
                  <a:lnTo>
                    <a:pt x="354914" y="197586"/>
                  </a:lnTo>
                  <a:lnTo>
                    <a:pt x="354164" y="197205"/>
                  </a:lnTo>
                  <a:lnTo>
                    <a:pt x="351459" y="194221"/>
                  </a:lnTo>
                  <a:lnTo>
                    <a:pt x="346544" y="200418"/>
                  </a:lnTo>
                  <a:lnTo>
                    <a:pt x="352907" y="204114"/>
                  </a:lnTo>
                  <a:lnTo>
                    <a:pt x="356527" y="203835"/>
                  </a:lnTo>
                  <a:lnTo>
                    <a:pt x="357327" y="199491"/>
                  </a:lnTo>
                  <a:close/>
                </a:path>
                <a:path w="488950" h="208279">
                  <a:moveTo>
                    <a:pt x="368071" y="157137"/>
                  </a:moveTo>
                  <a:lnTo>
                    <a:pt x="367372" y="156425"/>
                  </a:lnTo>
                  <a:lnTo>
                    <a:pt x="363435" y="157797"/>
                  </a:lnTo>
                  <a:lnTo>
                    <a:pt x="366725" y="161150"/>
                  </a:lnTo>
                  <a:lnTo>
                    <a:pt x="367614" y="158534"/>
                  </a:lnTo>
                  <a:lnTo>
                    <a:pt x="367779" y="158051"/>
                  </a:lnTo>
                  <a:lnTo>
                    <a:pt x="367855" y="157797"/>
                  </a:lnTo>
                  <a:lnTo>
                    <a:pt x="368071" y="157137"/>
                  </a:lnTo>
                  <a:close/>
                </a:path>
                <a:path w="488950" h="208279">
                  <a:moveTo>
                    <a:pt x="368909" y="121259"/>
                  </a:moveTo>
                  <a:lnTo>
                    <a:pt x="367588" y="117436"/>
                  </a:lnTo>
                  <a:lnTo>
                    <a:pt x="368084" y="115392"/>
                  </a:lnTo>
                  <a:lnTo>
                    <a:pt x="367042" y="113855"/>
                  </a:lnTo>
                  <a:lnTo>
                    <a:pt x="363651" y="112522"/>
                  </a:lnTo>
                  <a:lnTo>
                    <a:pt x="361835" y="113284"/>
                  </a:lnTo>
                  <a:lnTo>
                    <a:pt x="359473" y="116408"/>
                  </a:lnTo>
                  <a:lnTo>
                    <a:pt x="359803" y="118364"/>
                  </a:lnTo>
                  <a:lnTo>
                    <a:pt x="362458" y="123990"/>
                  </a:lnTo>
                  <a:lnTo>
                    <a:pt x="368909" y="121259"/>
                  </a:lnTo>
                  <a:close/>
                </a:path>
                <a:path w="488950" h="208279">
                  <a:moveTo>
                    <a:pt x="373532" y="81343"/>
                  </a:moveTo>
                  <a:lnTo>
                    <a:pt x="368985" y="81343"/>
                  </a:lnTo>
                  <a:lnTo>
                    <a:pt x="368985" y="84937"/>
                  </a:lnTo>
                  <a:lnTo>
                    <a:pt x="371259" y="84937"/>
                  </a:lnTo>
                  <a:lnTo>
                    <a:pt x="373532" y="84937"/>
                  </a:lnTo>
                  <a:lnTo>
                    <a:pt x="373532" y="81343"/>
                  </a:lnTo>
                  <a:close/>
                </a:path>
                <a:path w="488950" h="208279">
                  <a:moveTo>
                    <a:pt x="376745" y="102844"/>
                  </a:moveTo>
                  <a:lnTo>
                    <a:pt x="374370" y="102844"/>
                  </a:lnTo>
                  <a:lnTo>
                    <a:pt x="374370" y="104711"/>
                  </a:lnTo>
                  <a:lnTo>
                    <a:pt x="375551" y="104711"/>
                  </a:lnTo>
                  <a:lnTo>
                    <a:pt x="376745" y="104711"/>
                  </a:lnTo>
                  <a:lnTo>
                    <a:pt x="376745" y="102844"/>
                  </a:lnTo>
                  <a:close/>
                </a:path>
                <a:path w="488950" h="208279">
                  <a:moveTo>
                    <a:pt x="391299" y="112687"/>
                  </a:moveTo>
                  <a:lnTo>
                    <a:pt x="391071" y="110769"/>
                  </a:lnTo>
                  <a:lnTo>
                    <a:pt x="388632" y="109702"/>
                  </a:lnTo>
                  <a:lnTo>
                    <a:pt x="387794" y="109486"/>
                  </a:lnTo>
                  <a:lnTo>
                    <a:pt x="383997" y="109359"/>
                  </a:lnTo>
                  <a:lnTo>
                    <a:pt x="382346" y="112217"/>
                  </a:lnTo>
                  <a:lnTo>
                    <a:pt x="384340" y="117055"/>
                  </a:lnTo>
                  <a:lnTo>
                    <a:pt x="387210" y="117335"/>
                  </a:lnTo>
                  <a:lnTo>
                    <a:pt x="389140" y="115722"/>
                  </a:lnTo>
                  <a:lnTo>
                    <a:pt x="389851" y="115125"/>
                  </a:lnTo>
                  <a:lnTo>
                    <a:pt x="390245" y="114655"/>
                  </a:lnTo>
                  <a:lnTo>
                    <a:pt x="391299" y="112687"/>
                  </a:lnTo>
                  <a:close/>
                </a:path>
                <a:path w="488950" h="208279">
                  <a:moveTo>
                    <a:pt x="396824" y="151320"/>
                  </a:moveTo>
                  <a:lnTo>
                    <a:pt x="392544" y="148767"/>
                  </a:lnTo>
                  <a:lnTo>
                    <a:pt x="388213" y="156565"/>
                  </a:lnTo>
                  <a:lnTo>
                    <a:pt x="395808" y="159016"/>
                  </a:lnTo>
                  <a:lnTo>
                    <a:pt x="396392" y="154660"/>
                  </a:lnTo>
                  <a:lnTo>
                    <a:pt x="396824" y="151320"/>
                  </a:lnTo>
                  <a:close/>
                </a:path>
                <a:path w="488950" h="208279">
                  <a:moveTo>
                    <a:pt x="397649" y="67195"/>
                  </a:moveTo>
                  <a:lnTo>
                    <a:pt x="394970" y="66078"/>
                  </a:lnTo>
                  <a:lnTo>
                    <a:pt x="391960" y="69138"/>
                  </a:lnTo>
                  <a:lnTo>
                    <a:pt x="393065" y="71882"/>
                  </a:lnTo>
                  <a:lnTo>
                    <a:pt x="395198" y="71882"/>
                  </a:lnTo>
                  <a:lnTo>
                    <a:pt x="396811" y="71882"/>
                  </a:lnTo>
                  <a:lnTo>
                    <a:pt x="397649" y="71018"/>
                  </a:lnTo>
                  <a:lnTo>
                    <a:pt x="397649" y="67195"/>
                  </a:lnTo>
                  <a:close/>
                </a:path>
                <a:path w="488950" h="208279">
                  <a:moveTo>
                    <a:pt x="413131" y="167271"/>
                  </a:moveTo>
                  <a:lnTo>
                    <a:pt x="412826" y="165950"/>
                  </a:lnTo>
                  <a:lnTo>
                    <a:pt x="410591" y="164884"/>
                  </a:lnTo>
                  <a:lnTo>
                    <a:pt x="409790" y="164820"/>
                  </a:lnTo>
                  <a:lnTo>
                    <a:pt x="403834" y="166408"/>
                  </a:lnTo>
                  <a:lnTo>
                    <a:pt x="407327" y="174066"/>
                  </a:lnTo>
                  <a:lnTo>
                    <a:pt x="411568" y="170522"/>
                  </a:lnTo>
                  <a:lnTo>
                    <a:pt x="412318" y="169900"/>
                  </a:lnTo>
                  <a:lnTo>
                    <a:pt x="412750" y="169278"/>
                  </a:lnTo>
                  <a:lnTo>
                    <a:pt x="412927" y="168287"/>
                  </a:lnTo>
                  <a:lnTo>
                    <a:pt x="413131" y="167271"/>
                  </a:lnTo>
                  <a:close/>
                </a:path>
                <a:path w="488950" h="208279">
                  <a:moveTo>
                    <a:pt x="418782" y="73939"/>
                  </a:moveTo>
                  <a:lnTo>
                    <a:pt x="418426" y="72402"/>
                  </a:lnTo>
                  <a:lnTo>
                    <a:pt x="417055" y="71958"/>
                  </a:lnTo>
                  <a:lnTo>
                    <a:pt x="416153" y="71793"/>
                  </a:lnTo>
                  <a:lnTo>
                    <a:pt x="414578" y="70510"/>
                  </a:lnTo>
                  <a:lnTo>
                    <a:pt x="411848" y="72123"/>
                  </a:lnTo>
                  <a:lnTo>
                    <a:pt x="413131" y="74142"/>
                  </a:lnTo>
                  <a:lnTo>
                    <a:pt x="414223" y="75844"/>
                  </a:lnTo>
                  <a:lnTo>
                    <a:pt x="416394" y="76733"/>
                  </a:lnTo>
                  <a:lnTo>
                    <a:pt x="418782" y="73939"/>
                  </a:lnTo>
                  <a:close/>
                </a:path>
                <a:path w="488950" h="208279">
                  <a:moveTo>
                    <a:pt x="422998" y="201015"/>
                  </a:moveTo>
                  <a:lnTo>
                    <a:pt x="415785" y="193586"/>
                  </a:lnTo>
                  <a:lnTo>
                    <a:pt x="411873" y="199199"/>
                  </a:lnTo>
                  <a:lnTo>
                    <a:pt x="409092" y="203174"/>
                  </a:lnTo>
                  <a:lnTo>
                    <a:pt x="413639" y="207797"/>
                  </a:lnTo>
                  <a:lnTo>
                    <a:pt x="422998" y="201015"/>
                  </a:lnTo>
                  <a:close/>
                </a:path>
                <a:path w="488950" h="208279">
                  <a:moveTo>
                    <a:pt x="425551" y="121716"/>
                  </a:moveTo>
                  <a:lnTo>
                    <a:pt x="419519" y="119278"/>
                  </a:lnTo>
                  <a:lnTo>
                    <a:pt x="415709" y="117754"/>
                  </a:lnTo>
                  <a:lnTo>
                    <a:pt x="412991" y="123151"/>
                  </a:lnTo>
                  <a:lnTo>
                    <a:pt x="420179" y="130022"/>
                  </a:lnTo>
                  <a:lnTo>
                    <a:pt x="425551" y="121716"/>
                  </a:lnTo>
                  <a:close/>
                </a:path>
                <a:path w="488950" h="208279">
                  <a:moveTo>
                    <a:pt x="434822" y="83832"/>
                  </a:moveTo>
                  <a:lnTo>
                    <a:pt x="425538" y="83832"/>
                  </a:lnTo>
                  <a:lnTo>
                    <a:pt x="425526" y="91186"/>
                  </a:lnTo>
                  <a:lnTo>
                    <a:pt x="430174" y="91186"/>
                  </a:lnTo>
                  <a:lnTo>
                    <a:pt x="434809" y="91186"/>
                  </a:lnTo>
                  <a:lnTo>
                    <a:pt x="434822" y="83832"/>
                  </a:lnTo>
                  <a:close/>
                </a:path>
                <a:path w="488950" h="208279">
                  <a:moveTo>
                    <a:pt x="437603" y="158343"/>
                  </a:moveTo>
                  <a:lnTo>
                    <a:pt x="431647" y="157035"/>
                  </a:lnTo>
                  <a:lnTo>
                    <a:pt x="431596" y="161925"/>
                  </a:lnTo>
                  <a:lnTo>
                    <a:pt x="432079" y="162636"/>
                  </a:lnTo>
                  <a:lnTo>
                    <a:pt x="434467" y="164160"/>
                  </a:lnTo>
                  <a:lnTo>
                    <a:pt x="436181" y="162941"/>
                  </a:lnTo>
                  <a:lnTo>
                    <a:pt x="436219" y="162229"/>
                  </a:lnTo>
                  <a:lnTo>
                    <a:pt x="436270" y="161188"/>
                  </a:lnTo>
                  <a:lnTo>
                    <a:pt x="436854" y="159943"/>
                  </a:lnTo>
                  <a:lnTo>
                    <a:pt x="437603" y="158343"/>
                  </a:lnTo>
                  <a:close/>
                </a:path>
                <a:path w="488950" h="208279">
                  <a:moveTo>
                    <a:pt x="437896" y="34429"/>
                  </a:moveTo>
                  <a:lnTo>
                    <a:pt x="428599" y="34429"/>
                  </a:lnTo>
                  <a:lnTo>
                    <a:pt x="428599" y="41783"/>
                  </a:lnTo>
                  <a:lnTo>
                    <a:pt x="433247" y="41783"/>
                  </a:lnTo>
                  <a:lnTo>
                    <a:pt x="437883" y="41783"/>
                  </a:lnTo>
                  <a:lnTo>
                    <a:pt x="437896" y="34429"/>
                  </a:lnTo>
                  <a:close/>
                </a:path>
                <a:path w="488950" h="208279">
                  <a:moveTo>
                    <a:pt x="440753" y="184607"/>
                  </a:moveTo>
                  <a:lnTo>
                    <a:pt x="440639" y="182219"/>
                  </a:lnTo>
                  <a:lnTo>
                    <a:pt x="440588" y="181825"/>
                  </a:lnTo>
                  <a:lnTo>
                    <a:pt x="439750" y="178828"/>
                  </a:lnTo>
                  <a:lnTo>
                    <a:pt x="436473" y="179806"/>
                  </a:lnTo>
                  <a:lnTo>
                    <a:pt x="437210" y="181762"/>
                  </a:lnTo>
                  <a:lnTo>
                    <a:pt x="437705" y="183032"/>
                  </a:lnTo>
                  <a:lnTo>
                    <a:pt x="438251" y="183870"/>
                  </a:lnTo>
                  <a:lnTo>
                    <a:pt x="438924" y="184886"/>
                  </a:lnTo>
                  <a:lnTo>
                    <a:pt x="440753" y="184607"/>
                  </a:lnTo>
                  <a:close/>
                </a:path>
                <a:path w="488950" h="208279">
                  <a:moveTo>
                    <a:pt x="441566" y="139852"/>
                  </a:moveTo>
                  <a:lnTo>
                    <a:pt x="440563" y="138087"/>
                  </a:lnTo>
                  <a:lnTo>
                    <a:pt x="439445" y="136067"/>
                  </a:lnTo>
                  <a:lnTo>
                    <a:pt x="436676" y="138849"/>
                  </a:lnTo>
                  <a:lnTo>
                    <a:pt x="438683" y="140004"/>
                  </a:lnTo>
                  <a:lnTo>
                    <a:pt x="440423" y="141020"/>
                  </a:lnTo>
                  <a:lnTo>
                    <a:pt x="441566" y="139852"/>
                  </a:lnTo>
                  <a:close/>
                </a:path>
                <a:path w="488950" h="208279">
                  <a:moveTo>
                    <a:pt x="446024" y="49784"/>
                  </a:moveTo>
                  <a:lnTo>
                    <a:pt x="445109" y="48856"/>
                  </a:lnTo>
                  <a:lnTo>
                    <a:pt x="444068" y="49657"/>
                  </a:lnTo>
                  <a:lnTo>
                    <a:pt x="441896" y="51358"/>
                  </a:lnTo>
                  <a:lnTo>
                    <a:pt x="443547" y="53060"/>
                  </a:lnTo>
                  <a:lnTo>
                    <a:pt x="444538" y="51752"/>
                  </a:lnTo>
                  <a:lnTo>
                    <a:pt x="446024" y="49784"/>
                  </a:lnTo>
                  <a:close/>
                </a:path>
                <a:path w="488950" h="208279">
                  <a:moveTo>
                    <a:pt x="453491" y="33185"/>
                  </a:moveTo>
                  <a:lnTo>
                    <a:pt x="447370" y="33185"/>
                  </a:lnTo>
                  <a:lnTo>
                    <a:pt x="447357" y="38036"/>
                  </a:lnTo>
                  <a:lnTo>
                    <a:pt x="450430" y="38036"/>
                  </a:lnTo>
                  <a:lnTo>
                    <a:pt x="453478" y="38036"/>
                  </a:lnTo>
                  <a:lnTo>
                    <a:pt x="453491" y="33185"/>
                  </a:lnTo>
                  <a:close/>
                </a:path>
                <a:path w="488950" h="208279">
                  <a:moveTo>
                    <a:pt x="454202" y="182575"/>
                  </a:moveTo>
                  <a:lnTo>
                    <a:pt x="447878" y="182575"/>
                  </a:lnTo>
                  <a:lnTo>
                    <a:pt x="447878" y="187579"/>
                  </a:lnTo>
                  <a:lnTo>
                    <a:pt x="451040" y="187579"/>
                  </a:lnTo>
                  <a:lnTo>
                    <a:pt x="454202" y="187579"/>
                  </a:lnTo>
                  <a:lnTo>
                    <a:pt x="454202" y="182575"/>
                  </a:lnTo>
                  <a:close/>
                </a:path>
                <a:path w="488950" h="208279">
                  <a:moveTo>
                    <a:pt x="454304" y="63588"/>
                  </a:moveTo>
                  <a:lnTo>
                    <a:pt x="453910" y="63588"/>
                  </a:lnTo>
                  <a:lnTo>
                    <a:pt x="453910" y="63906"/>
                  </a:lnTo>
                  <a:lnTo>
                    <a:pt x="454113" y="63906"/>
                  </a:lnTo>
                  <a:lnTo>
                    <a:pt x="454304" y="63906"/>
                  </a:lnTo>
                  <a:lnTo>
                    <a:pt x="454304" y="63588"/>
                  </a:lnTo>
                  <a:close/>
                </a:path>
                <a:path w="488950" h="208279">
                  <a:moveTo>
                    <a:pt x="455320" y="21983"/>
                  </a:moveTo>
                  <a:lnTo>
                    <a:pt x="453580" y="21450"/>
                  </a:lnTo>
                  <a:lnTo>
                    <a:pt x="452780" y="23266"/>
                  </a:lnTo>
                  <a:lnTo>
                    <a:pt x="450989" y="27254"/>
                  </a:lnTo>
                  <a:lnTo>
                    <a:pt x="454939" y="28244"/>
                  </a:lnTo>
                  <a:lnTo>
                    <a:pt x="455104" y="25603"/>
                  </a:lnTo>
                  <a:lnTo>
                    <a:pt x="455320" y="21983"/>
                  </a:lnTo>
                  <a:close/>
                </a:path>
                <a:path w="488950" h="208279">
                  <a:moveTo>
                    <a:pt x="457619" y="149085"/>
                  </a:moveTo>
                  <a:lnTo>
                    <a:pt x="453656" y="147523"/>
                  </a:lnTo>
                  <a:lnTo>
                    <a:pt x="452958" y="150215"/>
                  </a:lnTo>
                  <a:lnTo>
                    <a:pt x="452450" y="152146"/>
                  </a:lnTo>
                  <a:lnTo>
                    <a:pt x="453212" y="153987"/>
                  </a:lnTo>
                  <a:lnTo>
                    <a:pt x="456311" y="154228"/>
                  </a:lnTo>
                  <a:lnTo>
                    <a:pt x="456819" y="153136"/>
                  </a:lnTo>
                  <a:lnTo>
                    <a:pt x="456692" y="152260"/>
                  </a:lnTo>
                  <a:lnTo>
                    <a:pt x="456755" y="151980"/>
                  </a:lnTo>
                  <a:lnTo>
                    <a:pt x="456692" y="151790"/>
                  </a:lnTo>
                  <a:lnTo>
                    <a:pt x="456463" y="151726"/>
                  </a:lnTo>
                  <a:lnTo>
                    <a:pt x="457619" y="149085"/>
                  </a:lnTo>
                  <a:close/>
                </a:path>
                <a:path w="488950" h="208279">
                  <a:moveTo>
                    <a:pt x="459930" y="129146"/>
                  </a:moveTo>
                  <a:lnTo>
                    <a:pt x="456920" y="126072"/>
                  </a:lnTo>
                  <a:lnTo>
                    <a:pt x="455193" y="128016"/>
                  </a:lnTo>
                  <a:lnTo>
                    <a:pt x="454507" y="128778"/>
                  </a:lnTo>
                  <a:lnTo>
                    <a:pt x="454202" y="129311"/>
                  </a:lnTo>
                  <a:lnTo>
                    <a:pt x="453364" y="131368"/>
                  </a:lnTo>
                  <a:lnTo>
                    <a:pt x="454723" y="132727"/>
                  </a:lnTo>
                  <a:lnTo>
                    <a:pt x="456730" y="131902"/>
                  </a:lnTo>
                  <a:lnTo>
                    <a:pt x="457250" y="131572"/>
                  </a:lnTo>
                  <a:lnTo>
                    <a:pt x="459930" y="129146"/>
                  </a:lnTo>
                  <a:close/>
                </a:path>
                <a:path w="488950" h="208279">
                  <a:moveTo>
                    <a:pt x="459943" y="10337"/>
                  </a:moveTo>
                  <a:lnTo>
                    <a:pt x="459320" y="10337"/>
                  </a:lnTo>
                  <a:lnTo>
                    <a:pt x="459320" y="10845"/>
                  </a:lnTo>
                  <a:lnTo>
                    <a:pt x="459625" y="10845"/>
                  </a:lnTo>
                  <a:lnTo>
                    <a:pt x="459943" y="10845"/>
                  </a:lnTo>
                  <a:lnTo>
                    <a:pt x="459943" y="10337"/>
                  </a:lnTo>
                  <a:close/>
                </a:path>
                <a:path w="488950" h="208279">
                  <a:moveTo>
                    <a:pt x="463473" y="92964"/>
                  </a:moveTo>
                  <a:lnTo>
                    <a:pt x="461225" y="89687"/>
                  </a:lnTo>
                  <a:lnTo>
                    <a:pt x="460108" y="88061"/>
                  </a:lnTo>
                  <a:lnTo>
                    <a:pt x="453961" y="89992"/>
                  </a:lnTo>
                  <a:lnTo>
                    <a:pt x="454507" y="91973"/>
                  </a:lnTo>
                  <a:lnTo>
                    <a:pt x="453047" y="94284"/>
                  </a:lnTo>
                  <a:lnTo>
                    <a:pt x="457581" y="97967"/>
                  </a:lnTo>
                  <a:lnTo>
                    <a:pt x="461886" y="94310"/>
                  </a:lnTo>
                  <a:lnTo>
                    <a:pt x="463473" y="92964"/>
                  </a:lnTo>
                  <a:close/>
                </a:path>
                <a:path w="488950" h="208279">
                  <a:moveTo>
                    <a:pt x="467487" y="202819"/>
                  </a:moveTo>
                  <a:lnTo>
                    <a:pt x="466496" y="202819"/>
                  </a:lnTo>
                  <a:lnTo>
                    <a:pt x="466496" y="203606"/>
                  </a:lnTo>
                  <a:lnTo>
                    <a:pt x="466991" y="203606"/>
                  </a:lnTo>
                  <a:lnTo>
                    <a:pt x="467487" y="203606"/>
                  </a:lnTo>
                  <a:lnTo>
                    <a:pt x="467487" y="202819"/>
                  </a:lnTo>
                  <a:close/>
                </a:path>
                <a:path w="488950" h="208279">
                  <a:moveTo>
                    <a:pt x="474751" y="192290"/>
                  </a:moveTo>
                  <a:lnTo>
                    <a:pt x="474357" y="192265"/>
                  </a:lnTo>
                  <a:lnTo>
                    <a:pt x="473951" y="192239"/>
                  </a:lnTo>
                  <a:lnTo>
                    <a:pt x="473544" y="192214"/>
                  </a:lnTo>
                  <a:lnTo>
                    <a:pt x="473125" y="192189"/>
                  </a:lnTo>
                  <a:lnTo>
                    <a:pt x="472643" y="192151"/>
                  </a:lnTo>
                  <a:lnTo>
                    <a:pt x="472643" y="193001"/>
                  </a:lnTo>
                  <a:lnTo>
                    <a:pt x="473125" y="192963"/>
                  </a:lnTo>
                  <a:lnTo>
                    <a:pt x="473544" y="192951"/>
                  </a:lnTo>
                  <a:lnTo>
                    <a:pt x="473951" y="192913"/>
                  </a:lnTo>
                  <a:lnTo>
                    <a:pt x="474357" y="192900"/>
                  </a:lnTo>
                  <a:lnTo>
                    <a:pt x="474751" y="192862"/>
                  </a:lnTo>
                  <a:lnTo>
                    <a:pt x="474751" y="192290"/>
                  </a:lnTo>
                  <a:close/>
                </a:path>
                <a:path w="488950" h="208279">
                  <a:moveTo>
                    <a:pt x="488619" y="182816"/>
                  </a:moveTo>
                  <a:lnTo>
                    <a:pt x="487057" y="182054"/>
                  </a:lnTo>
                  <a:lnTo>
                    <a:pt x="486625" y="181838"/>
                  </a:lnTo>
                  <a:lnTo>
                    <a:pt x="486448" y="181686"/>
                  </a:lnTo>
                  <a:lnTo>
                    <a:pt x="486384" y="181838"/>
                  </a:lnTo>
                  <a:lnTo>
                    <a:pt x="486346" y="181622"/>
                  </a:lnTo>
                  <a:lnTo>
                    <a:pt x="486689" y="181051"/>
                  </a:lnTo>
                  <a:lnTo>
                    <a:pt x="486930" y="180390"/>
                  </a:lnTo>
                  <a:lnTo>
                    <a:pt x="484682" y="178600"/>
                  </a:lnTo>
                  <a:lnTo>
                    <a:pt x="480148" y="181978"/>
                  </a:lnTo>
                  <a:lnTo>
                    <a:pt x="481825" y="187845"/>
                  </a:lnTo>
                  <a:lnTo>
                    <a:pt x="487794" y="185623"/>
                  </a:lnTo>
                  <a:lnTo>
                    <a:pt x="488619" y="18281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5324513" y="7846662"/>
              <a:ext cx="318135" cy="260350"/>
            </a:xfrm>
            <a:custGeom>
              <a:avLst/>
              <a:gdLst/>
              <a:ahLst/>
              <a:cxnLst/>
              <a:rect l="l" t="t" r="r" b="b"/>
              <a:pathLst>
                <a:path w="318135" h="260350">
                  <a:moveTo>
                    <a:pt x="9182" y="204304"/>
                  </a:moveTo>
                  <a:lnTo>
                    <a:pt x="9118" y="203682"/>
                  </a:lnTo>
                  <a:lnTo>
                    <a:pt x="8737" y="201460"/>
                  </a:lnTo>
                  <a:lnTo>
                    <a:pt x="7023" y="201066"/>
                  </a:lnTo>
                  <a:lnTo>
                    <a:pt x="5194" y="202006"/>
                  </a:lnTo>
                  <a:lnTo>
                    <a:pt x="0" y="206336"/>
                  </a:lnTo>
                  <a:lnTo>
                    <a:pt x="8890" y="211429"/>
                  </a:lnTo>
                  <a:lnTo>
                    <a:pt x="9156" y="205117"/>
                  </a:lnTo>
                  <a:lnTo>
                    <a:pt x="9182" y="204304"/>
                  </a:lnTo>
                  <a:close/>
                </a:path>
                <a:path w="318135" h="260350">
                  <a:moveTo>
                    <a:pt x="13843" y="61442"/>
                  </a:moveTo>
                  <a:lnTo>
                    <a:pt x="13220" y="61442"/>
                  </a:lnTo>
                  <a:lnTo>
                    <a:pt x="13220" y="61950"/>
                  </a:lnTo>
                  <a:lnTo>
                    <a:pt x="13525" y="61950"/>
                  </a:lnTo>
                  <a:lnTo>
                    <a:pt x="13843" y="61950"/>
                  </a:lnTo>
                  <a:lnTo>
                    <a:pt x="13843" y="61442"/>
                  </a:lnTo>
                  <a:close/>
                </a:path>
                <a:path w="318135" h="260350">
                  <a:moveTo>
                    <a:pt x="17932" y="183184"/>
                  </a:moveTo>
                  <a:lnTo>
                    <a:pt x="17310" y="183184"/>
                  </a:lnTo>
                  <a:lnTo>
                    <a:pt x="17310" y="183692"/>
                  </a:lnTo>
                  <a:lnTo>
                    <a:pt x="17614" y="183692"/>
                  </a:lnTo>
                  <a:lnTo>
                    <a:pt x="17932" y="183692"/>
                  </a:lnTo>
                  <a:lnTo>
                    <a:pt x="17932" y="183184"/>
                  </a:lnTo>
                  <a:close/>
                </a:path>
                <a:path w="318135" h="260350">
                  <a:moveTo>
                    <a:pt x="19710" y="142468"/>
                  </a:moveTo>
                  <a:lnTo>
                    <a:pt x="18783" y="141262"/>
                  </a:lnTo>
                  <a:lnTo>
                    <a:pt x="13004" y="144868"/>
                  </a:lnTo>
                  <a:lnTo>
                    <a:pt x="14643" y="147142"/>
                  </a:lnTo>
                  <a:lnTo>
                    <a:pt x="15989" y="145897"/>
                  </a:lnTo>
                  <a:lnTo>
                    <a:pt x="16992" y="144983"/>
                  </a:lnTo>
                  <a:lnTo>
                    <a:pt x="17983" y="144043"/>
                  </a:lnTo>
                  <a:lnTo>
                    <a:pt x="19710" y="142468"/>
                  </a:lnTo>
                  <a:close/>
                </a:path>
                <a:path w="318135" h="260350">
                  <a:moveTo>
                    <a:pt x="22021" y="46431"/>
                  </a:moveTo>
                  <a:lnTo>
                    <a:pt x="21399" y="46431"/>
                  </a:lnTo>
                  <a:lnTo>
                    <a:pt x="21399" y="46939"/>
                  </a:lnTo>
                  <a:lnTo>
                    <a:pt x="21717" y="46939"/>
                  </a:lnTo>
                  <a:lnTo>
                    <a:pt x="22021" y="46939"/>
                  </a:lnTo>
                  <a:lnTo>
                    <a:pt x="22021" y="46431"/>
                  </a:lnTo>
                  <a:close/>
                </a:path>
                <a:path w="318135" h="260350">
                  <a:moveTo>
                    <a:pt x="22847" y="169849"/>
                  </a:moveTo>
                  <a:lnTo>
                    <a:pt x="22212" y="169849"/>
                  </a:lnTo>
                  <a:lnTo>
                    <a:pt x="22212" y="170345"/>
                  </a:lnTo>
                  <a:lnTo>
                    <a:pt x="22529" y="170345"/>
                  </a:lnTo>
                  <a:lnTo>
                    <a:pt x="22847" y="170345"/>
                  </a:lnTo>
                  <a:lnTo>
                    <a:pt x="22847" y="169849"/>
                  </a:lnTo>
                  <a:close/>
                </a:path>
                <a:path w="318135" h="260350">
                  <a:moveTo>
                    <a:pt x="22872" y="153517"/>
                  </a:moveTo>
                  <a:lnTo>
                    <a:pt x="18910" y="153517"/>
                  </a:lnTo>
                  <a:lnTo>
                    <a:pt x="18910" y="156654"/>
                  </a:lnTo>
                  <a:lnTo>
                    <a:pt x="20891" y="156654"/>
                  </a:lnTo>
                  <a:lnTo>
                    <a:pt x="22872" y="156654"/>
                  </a:lnTo>
                  <a:lnTo>
                    <a:pt x="22872" y="153517"/>
                  </a:lnTo>
                  <a:close/>
                </a:path>
                <a:path w="318135" h="260350">
                  <a:moveTo>
                    <a:pt x="23710" y="106997"/>
                  </a:moveTo>
                  <a:lnTo>
                    <a:pt x="18072" y="106997"/>
                  </a:lnTo>
                  <a:lnTo>
                    <a:pt x="18072" y="111455"/>
                  </a:lnTo>
                  <a:lnTo>
                    <a:pt x="20891" y="111455"/>
                  </a:lnTo>
                  <a:lnTo>
                    <a:pt x="23710" y="111455"/>
                  </a:lnTo>
                  <a:lnTo>
                    <a:pt x="23710" y="106997"/>
                  </a:lnTo>
                  <a:close/>
                </a:path>
                <a:path w="318135" h="260350">
                  <a:moveTo>
                    <a:pt x="24079" y="126517"/>
                  </a:moveTo>
                  <a:lnTo>
                    <a:pt x="22606" y="124993"/>
                  </a:lnTo>
                  <a:lnTo>
                    <a:pt x="21501" y="123850"/>
                  </a:lnTo>
                  <a:lnTo>
                    <a:pt x="20281" y="123850"/>
                  </a:lnTo>
                  <a:lnTo>
                    <a:pt x="17716" y="126517"/>
                  </a:lnTo>
                  <a:lnTo>
                    <a:pt x="18796" y="129197"/>
                  </a:lnTo>
                  <a:lnTo>
                    <a:pt x="22987" y="129197"/>
                  </a:lnTo>
                  <a:lnTo>
                    <a:pt x="24079" y="126517"/>
                  </a:lnTo>
                  <a:close/>
                </a:path>
                <a:path w="318135" h="260350">
                  <a:moveTo>
                    <a:pt x="25793" y="38265"/>
                  </a:moveTo>
                  <a:lnTo>
                    <a:pt x="19278" y="38265"/>
                  </a:lnTo>
                  <a:lnTo>
                    <a:pt x="19265" y="43434"/>
                  </a:lnTo>
                  <a:lnTo>
                    <a:pt x="22529" y="43434"/>
                  </a:lnTo>
                  <a:lnTo>
                    <a:pt x="25781" y="43434"/>
                  </a:lnTo>
                  <a:lnTo>
                    <a:pt x="25793" y="38265"/>
                  </a:lnTo>
                  <a:close/>
                </a:path>
                <a:path w="318135" h="260350">
                  <a:moveTo>
                    <a:pt x="27749" y="73113"/>
                  </a:moveTo>
                  <a:lnTo>
                    <a:pt x="27127" y="73113"/>
                  </a:lnTo>
                  <a:lnTo>
                    <a:pt x="27127" y="73621"/>
                  </a:lnTo>
                  <a:lnTo>
                    <a:pt x="27444" y="73621"/>
                  </a:lnTo>
                  <a:lnTo>
                    <a:pt x="27749" y="73621"/>
                  </a:lnTo>
                  <a:lnTo>
                    <a:pt x="27749" y="73113"/>
                  </a:lnTo>
                  <a:close/>
                </a:path>
                <a:path w="318135" h="260350">
                  <a:moveTo>
                    <a:pt x="32588" y="187566"/>
                  </a:moveTo>
                  <a:lnTo>
                    <a:pt x="28308" y="183172"/>
                  </a:lnTo>
                  <a:lnTo>
                    <a:pt x="26276" y="186423"/>
                  </a:lnTo>
                  <a:lnTo>
                    <a:pt x="25933" y="186956"/>
                  </a:lnTo>
                  <a:lnTo>
                    <a:pt x="25768" y="187325"/>
                  </a:lnTo>
                  <a:lnTo>
                    <a:pt x="25412" y="189433"/>
                  </a:lnTo>
                  <a:lnTo>
                    <a:pt x="26466" y="190500"/>
                  </a:lnTo>
                  <a:lnTo>
                    <a:pt x="28536" y="190144"/>
                  </a:lnTo>
                  <a:lnTo>
                    <a:pt x="28892" y="189966"/>
                  </a:lnTo>
                  <a:lnTo>
                    <a:pt x="32588" y="187566"/>
                  </a:lnTo>
                  <a:close/>
                </a:path>
                <a:path w="318135" h="260350">
                  <a:moveTo>
                    <a:pt x="36766" y="69634"/>
                  </a:moveTo>
                  <a:lnTo>
                    <a:pt x="34709" y="69164"/>
                  </a:lnTo>
                  <a:lnTo>
                    <a:pt x="30530" y="68262"/>
                  </a:lnTo>
                  <a:lnTo>
                    <a:pt x="30518" y="73494"/>
                  </a:lnTo>
                  <a:lnTo>
                    <a:pt x="33680" y="72796"/>
                  </a:lnTo>
                  <a:lnTo>
                    <a:pt x="34709" y="72567"/>
                  </a:lnTo>
                  <a:lnTo>
                    <a:pt x="35229" y="72453"/>
                  </a:lnTo>
                  <a:lnTo>
                    <a:pt x="36766" y="72110"/>
                  </a:lnTo>
                  <a:lnTo>
                    <a:pt x="36766" y="69634"/>
                  </a:lnTo>
                  <a:close/>
                </a:path>
                <a:path w="318135" h="260350">
                  <a:moveTo>
                    <a:pt x="36931" y="254342"/>
                  </a:moveTo>
                  <a:lnTo>
                    <a:pt x="32029" y="253136"/>
                  </a:lnTo>
                  <a:lnTo>
                    <a:pt x="32004" y="257149"/>
                  </a:lnTo>
                  <a:lnTo>
                    <a:pt x="34378" y="256578"/>
                  </a:lnTo>
                  <a:lnTo>
                    <a:pt x="36931" y="255955"/>
                  </a:lnTo>
                  <a:lnTo>
                    <a:pt x="36931" y="254342"/>
                  </a:lnTo>
                  <a:close/>
                </a:path>
                <a:path w="318135" h="260350">
                  <a:moveTo>
                    <a:pt x="39535" y="214960"/>
                  </a:moveTo>
                  <a:lnTo>
                    <a:pt x="38823" y="213804"/>
                  </a:lnTo>
                  <a:lnTo>
                    <a:pt x="37858" y="212229"/>
                  </a:lnTo>
                  <a:lnTo>
                    <a:pt x="35941" y="214058"/>
                  </a:lnTo>
                  <a:lnTo>
                    <a:pt x="35941" y="214960"/>
                  </a:lnTo>
                  <a:lnTo>
                    <a:pt x="36144" y="215747"/>
                  </a:lnTo>
                  <a:lnTo>
                    <a:pt x="36868" y="216369"/>
                  </a:lnTo>
                  <a:lnTo>
                    <a:pt x="38201" y="216242"/>
                  </a:lnTo>
                  <a:lnTo>
                    <a:pt x="38481" y="216001"/>
                  </a:lnTo>
                  <a:lnTo>
                    <a:pt x="38569" y="215773"/>
                  </a:lnTo>
                  <a:lnTo>
                    <a:pt x="38785" y="215239"/>
                  </a:lnTo>
                  <a:lnTo>
                    <a:pt x="39014" y="214630"/>
                  </a:lnTo>
                  <a:lnTo>
                    <a:pt x="38785" y="215239"/>
                  </a:lnTo>
                  <a:lnTo>
                    <a:pt x="39535" y="214960"/>
                  </a:lnTo>
                  <a:close/>
                </a:path>
                <a:path w="318135" h="260350">
                  <a:moveTo>
                    <a:pt x="44450" y="35433"/>
                  </a:moveTo>
                  <a:lnTo>
                    <a:pt x="34963" y="35433"/>
                  </a:lnTo>
                  <a:lnTo>
                    <a:pt x="34963" y="42938"/>
                  </a:lnTo>
                  <a:lnTo>
                    <a:pt x="39712" y="42938"/>
                  </a:lnTo>
                  <a:lnTo>
                    <a:pt x="44450" y="42938"/>
                  </a:lnTo>
                  <a:lnTo>
                    <a:pt x="44450" y="35433"/>
                  </a:lnTo>
                  <a:close/>
                </a:path>
                <a:path w="318135" h="260350">
                  <a:moveTo>
                    <a:pt x="45034" y="153136"/>
                  </a:moveTo>
                  <a:lnTo>
                    <a:pt x="44716" y="153085"/>
                  </a:lnTo>
                  <a:lnTo>
                    <a:pt x="43141" y="152844"/>
                  </a:lnTo>
                  <a:lnTo>
                    <a:pt x="42341" y="152742"/>
                  </a:lnTo>
                  <a:lnTo>
                    <a:pt x="41236" y="152577"/>
                  </a:lnTo>
                  <a:lnTo>
                    <a:pt x="41224" y="154266"/>
                  </a:lnTo>
                  <a:lnTo>
                    <a:pt x="43141" y="153974"/>
                  </a:lnTo>
                  <a:lnTo>
                    <a:pt x="43929" y="153873"/>
                  </a:lnTo>
                  <a:lnTo>
                    <a:pt x="45034" y="153708"/>
                  </a:lnTo>
                  <a:lnTo>
                    <a:pt x="45034" y="153136"/>
                  </a:lnTo>
                  <a:close/>
                </a:path>
                <a:path w="318135" h="260350">
                  <a:moveTo>
                    <a:pt x="48120" y="63004"/>
                  </a:moveTo>
                  <a:lnTo>
                    <a:pt x="45897" y="63677"/>
                  </a:lnTo>
                  <a:lnTo>
                    <a:pt x="45389" y="63817"/>
                  </a:lnTo>
                  <a:lnTo>
                    <a:pt x="45135" y="63906"/>
                  </a:lnTo>
                  <a:lnTo>
                    <a:pt x="44043" y="64236"/>
                  </a:lnTo>
                  <a:lnTo>
                    <a:pt x="44043" y="65836"/>
                  </a:lnTo>
                  <a:lnTo>
                    <a:pt x="48107" y="67043"/>
                  </a:lnTo>
                  <a:lnTo>
                    <a:pt x="48120" y="63004"/>
                  </a:lnTo>
                  <a:close/>
                </a:path>
                <a:path w="318135" h="260350">
                  <a:moveTo>
                    <a:pt x="49898" y="31229"/>
                  </a:moveTo>
                  <a:lnTo>
                    <a:pt x="48844" y="30492"/>
                  </a:lnTo>
                  <a:lnTo>
                    <a:pt x="48653" y="30365"/>
                  </a:lnTo>
                  <a:lnTo>
                    <a:pt x="45885" y="28448"/>
                  </a:lnTo>
                  <a:lnTo>
                    <a:pt x="45885" y="34912"/>
                  </a:lnTo>
                  <a:lnTo>
                    <a:pt x="48653" y="32994"/>
                  </a:lnTo>
                  <a:lnTo>
                    <a:pt x="49898" y="32131"/>
                  </a:lnTo>
                  <a:lnTo>
                    <a:pt x="49898" y="31229"/>
                  </a:lnTo>
                  <a:close/>
                </a:path>
                <a:path w="318135" h="260350">
                  <a:moveTo>
                    <a:pt x="52298" y="239890"/>
                  </a:moveTo>
                  <a:lnTo>
                    <a:pt x="51676" y="239890"/>
                  </a:lnTo>
                  <a:lnTo>
                    <a:pt x="51676" y="240385"/>
                  </a:lnTo>
                  <a:lnTo>
                    <a:pt x="51981" y="240385"/>
                  </a:lnTo>
                  <a:lnTo>
                    <a:pt x="52298" y="240385"/>
                  </a:lnTo>
                  <a:lnTo>
                    <a:pt x="52298" y="239890"/>
                  </a:lnTo>
                  <a:close/>
                </a:path>
                <a:path w="318135" h="260350">
                  <a:moveTo>
                    <a:pt x="53594" y="161988"/>
                  </a:moveTo>
                  <a:lnTo>
                    <a:pt x="53301" y="161086"/>
                  </a:lnTo>
                  <a:lnTo>
                    <a:pt x="51574" y="161721"/>
                  </a:lnTo>
                  <a:lnTo>
                    <a:pt x="51015" y="161937"/>
                  </a:lnTo>
                  <a:lnTo>
                    <a:pt x="49911" y="162331"/>
                  </a:lnTo>
                  <a:lnTo>
                    <a:pt x="50711" y="163969"/>
                  </a:lnTo>
                  <a:lnTo>
                    <a:pt x="51600" y="163360"/>
                  </a:lnTo>
                  <a:lnTo>
                    <a:pt x="52108" y="163017"/>
                  </a:lnTo>
                  <a:lnTo>
                    <a:pt x="52603" y="162661"/>
                  </a:lnTo>
                  <a:lnTo>
                    <a:pt x="53594" y="161988"/>
                  </a:lnTo>
                  <a:close/>
                </a:path>
                <a:path w="318135" h="260350">
                  <a:moveTo>
                    <a:pt x="54444" y="109613"/>
                  </a:moveTo>
                  <a:lnTo>
                    <a:pt x="53670" y="106387"/>
                  </a:lnTo>
                  <a:lnTo>
                    <a:pt x="42710" y="107353"/>
                  </a:lnTo>
                  <a:lnTo>
                    <a:pt x="48209" y="116941"/>
                  </a:lnTo>
                  <a:lnTo>
                    <a:pt x="51943" y="112560"/>
                  </a:lnTo>
                  <a:lnTo>
                    <a:pt x="54444" y="109613"/>
                  </a:lnTo>
                  <a:close/>
                </a:path>
                <a:path w="318135" h="260350">
                  <a:moveTo>
                    <a:pt x="55549" y="196824"/>
                  </a:moveTo>
                  <a:lnTo>
                    <a:pt x="53403" y="195770"/>
                  </a:lnTo>
                  <a:lnTo>
                    <a:pt x="52260" y="197065"/>
                  </a:lnTo>
                  <a:lnTo>
                    <a:pt x="51879" y="197510"/>
                  </a:lnTo>
                  <a:lnTo>
                    <a:pt x="51396" y="198069"/>
                  </a:lnTo>
                  <a:lnTo>
                    <a:pt x="51384" y="198818"/>
                  </a:lnTo>
                  <a:lnTo>
                    <a:pt x="53403" y="201142"/>
                  </a:lnTo>
                  <a:lnTo>
                    <a:pt x="55549" y="200075"/>
                  </a:lnTo>
                  <a:lnTo>
                    <a:pt x="55549" y="196824"/>
                  </a:lnTo>
                  <a:close/>
                </a:path>
                <a:path w="318135" h="260350">
                  <a:moveTo>
                    <a:pt x="59766" y="214058"/>
                  </a:moveTo>
                  <a:lnTo>
                    <a:pt x="58762" y="213042"/>
                  </a:lnTo>
                  <a:lnTo>
                    <a:pt x="58102" y="213537"/>
                  </a:lnTo>
                  <a:lnTo>
                    <a:pt x="57810" y="213779"/>
                  </a:lnTo>
                  <a:lnTo>
                    <a:pt x="55930" y="215239"/>
                  </a:lnTo>
                  <a:lnTo>
                    <a:pt x="57594" y="216941"/>
                  </a:lnTo>
                  <a:lnTo>
                    <a:pt x="58572" y="215633"/>
                  </a:lnTo>
                  <a:lnTo>
                    <a:pt x="59766" y="214058"/>
                  </a:lnTo>
                  <a:close/>
                </a:path>
                <a:path w="318135" h="260350">
                  <a:moveTo>
                    <a:pt x="64528" y="17907"/>
                  </a:moveTo>
                  <a:lnTo>
                    <a:pt x="62344" y="17907"/>
                  </a:lnTo>
                  <a:lnTo>
                    <a:pt x="62560" y="19418"/>
                  </a:lnTo>
                  <a:lnTo>
                    <a:pt x="62585" y="19697"/>
                  </a:lnTo>
                  <a:lnTo>
                    <a:pt x="62674" y="20231"/>
                  </a:lnTo>
                  <a:lnTo>
                    <a:pt x="62776" y="21005"/>
                  </a:lnTo>
                  <a:lnTo>
                    <a:pt x="64109" y="21018"/>
                  </a:lnTo>
                  <a:lnTo>
                    <a:pt x="64223" y="20231"/>
                  </a:lnTo>
                  <a:lnTo>
                    <a:pt x="64249" y="19951"/>
                  </a:lnTo>
                  <a:lnTo>
                    <a:pt x="64287" y="19697"/>
                  </a:lnTo>
                  <a:lnTo>
                    <a:pt x="64325" y="19418"/>
                  </a:lnTo>
                  <a:lnTo>
                    <a:pt x="64528" y="17907"/>
                  </a:lnTo>
                  <a:close/>
                </a:path>
                <a:path w="318135" h="260350">
                  <a:moveTo>
                    <a:pt x="65887" y="91859"/>
                  </a:moveTo>
                  <a:lnTo>
                    <a:pt x="63601" y="88696"/>
                  </a:lnTo>
                  <a:lnTo>
                    <a:pt x="62661" y="87388"/>
                  </a:lnTo>
                  <a:lnTo>
                    <a:pt x="61658" y="86385"/>
                  </a:lnTo>
                  <a:lnTo>
                    <a:pt x="56413" y="84912"/>
                  </a:lnTo>
                  <a:lnTo>
                    <a:pt x="52666" y="87833"/>
                  </a:lnTo>
                  <a:lnTo>
                    <a:pt x="52666" y="95592"/>
                  </a:lnTo>
                  <a:lnTo>
                    <a:pt x="56400" y="98513"/>
                  </a:lnTo>
                  <a:lnTo>
                    <a:pt x="63461" y="96545"/>
                  </a:lnTo>
                  <a:lnTo>
                    <a:pt x="65887" y="91859"/>
                  </a:lnTo>
                  <a:close/>
                </a:path>
                <a:path w="318135" h="260350">
                  <a:moveTo>
                    <a:pt x="72186" y="223342"/>
                  </a:moveTo>
                  <a:lnTo>
                    <a:pt x="69164" y="223037"/>
                  </a:lnTo>
                  <a:lnTo>
                    <a:pt x="67589" y="222897"/>
                  </a:lnTo>
                  <a:lnTo>
                    <a:pt x="67589" y="225691"/>
                  </a:lnTo>
                  <a:lnTo>
                    <a:pt x="69164" y="225539"/>
                  </a:lnTo>
                  <a:lnTo>
                    <a:pt x="72186" y="225259"/>
                  </a:lnTo>
                  <a:lnTo>
                    <a:pt x="72186" y="223342"/>
                  </a:lnTo>
                  <a:close/>
                </a:path>
                <a:path w="318135" h="260350">
                  <a:moveTo>
                    <a:pt x="74193" y="181190"/>
                  </a:moveTo>
                  <a:lnTo>
                    <a:pt x="72821" y="178562"/>
                  </a:lnTo>
                  <a:lnTo>
                    <a:pt x="72136" y="177253"/>
                  </a:lnTo>
                  <a:lnTo>
                    <a:pt x="71107" y="177253"/>
                  </a:lnTo>
                  <a:lnTo>
                    <a:pt x="69062" y="181190"/>
                  </a:lnTo>
                  <a:lnTo>
                    <a:pt x="74193" y="181190"/>
                  </a:lnTo>
                  <a:close/>
                </a:path>
                <a:path w="318135" h="260350">
                  <a:moveTo>
                    <a:pt x="76492" y="127279"/>
                  </a:moveTo>
                  <a:lnTo>
                    <a:pt x="68884" y="123634"/>
                  </a:lnTo>
                  <a:lnTo>
                    <a:pt x="64643" y="133997"/>
                  </a:lnTo>
                  <a:lnTo>
                    <a:pt x="71145" y="136525"/>
                  </a:lnTo>
                  <a:lnTo>
                    <a:pt x="73266" y="132854"/>
                  </a:lnTo>
                  <a:lnTo>
                    <a:pt x="76492" y="127279"/>
                  </a:lnTo>
                  <a:close/>
                </a:path>
                <a:path w="318135" h="260350">
                  <a:moveTo>
                    <a:pt x="82042" y="244678"/>
                  </a:moveTo>
                  <a:lnTo>
                    <a:pt x="81711" y="244322"/>
                  </a:lnTo>
                  <a:lnTo>
                    <a:pt x="81343" y="244348"/>
                  </a:lnTo>
                  <a:lnTo>
                    <a:pt x="79908" y="244411"/>
                  </a:lnTo>
                  <a:lnTo>
                    <a:pt x="79730" y="245046"/>
                  </a:lnTo>
                  <a:lnTo>
                    <a:pt x="78955" y="246265"/>
                  </a:lnTo>
                  <a:lnTo>
                    <a:pt x="78460" y="247040"/>
                  </a:lnTo>
                  <a:lnTo>
                    <a:pt x="79438" y="248094"/>
                  </a:lnTo>
                  <a:lnTo>
                    <a:pt x="80213" y="247561"/>
                  </a:lnTo>
                  <a:lnTo>
                    <a:pt x="81356" y="246735"/>
                  </a:lnTo>
                  <a:lnTo>
                    <a:pt x="82016" y="246507"/>
                  </a:lnTo>
                  <a:lnTo>
                    <a:pt x="82042" y="245046"/>
                  </a:lnTo>
                  <a:lnTo>
                    <a:pt x="82042" y="244678"/>
                  </a:lnTo>
                  <a:close/>
                </a:path>
                <a:path w="318135" h="260350">
                  <a:moveTo>
                    <a:pt x="82257" y="6388"/>
                  </a:moveTo>
                  <a:lnTo>
                    <a:pt x="75984" y="0"/>
                  </a:lnTo>
                  <a:lnTo>
                    <a:pt x="73977" y="5118"/>
                  </a:lnTo>
                  <a:lnTo>
                    <a:pt x="73012" y="7581"/>
                  </a:lnTo>
                  <a:lnTo>
                    <a:pt x="74815" y="9410"/>
                  </a:lnTo>
                  <a:lnTo>
                    <a:pt x="82257" y="6388"/>
                  </a:lnTo>
                  <a:close/>
                </a:path>
                <a:path w="318135" h="260350">
                  <a:moveTo>
                    <a:pt x="83426" y="55765"/>
                  </a:moveTo>
                  <a:lnTo>
                    <a:pt x="80403" y="52133"/>
                  </a:lnTo>
                  <a:lnTo>
                    <a:pt x="72796" y="53187"/>
                  </a:lnTo>
                  <a:lnTo>
                    <a:pt x="69570" y="58356"/>
                  </a:lnTo>
                  <a:lnTo>
                    <a:pt x="72517" y="63423"/>
                  </a:lnTo>
                  <a:lnTo>
                    <a:pt x="73634" y="63690"/>
                  </a:lnTo>
                  <a:lnTo>
                    <a:pt x="74510" y="63207"/>
                  </a:lnTo>
                  <a:lnTo>
                    <a:pt x="76847" y="61912"/>
                  </a:lnTo>
                  <a:lnTo>
                    <a:pt x="78714" y="60325"/>
                  </a:lnTo>
                  <a:lnTo>
                    <a:pt x="83426" y="55765"/>
                  </a:lnTo>
                  <a:close/>
                </a:path>
                <a:path w="318135" h="260350">
                  <a:moveTo>
                    <a:pt x="86220" y="178917"/>
                  </a:moveTo>
                  <a:lnTo>
                    <a:pt x="85547" y="177495"/>
                  </a:lnTo>
                  <a:lnTo>
                    <a:pt x="85382" y="177165"/>
                  </a:lnTo>
                  <a:lnTo>
                    <a:pt x="84112" y="174434"/>
                  </a:lnTo>
                  <a:lnTo>
                    <a:pt x="80772" y="177800"/>
                  </a:lnTo>
                  <a:lnTo>
                    <a:pt x="83121" y="178955"/>
                  </a:lnTo>
                  <a:lnTo>
                    <a:pt x="83794" y="179285"/>
                  </a:lnTo>
                  <a:lnTo>
                    <a:pt x="84137" y="179438"/>
                  </a:lnTo>
                  <a:lnTo>
                    <a:pt x="85191" y="179971"/>
                  </a:lnTo>
                  <a:lnTo>
                    <a:pt x="86220" y="178917"/>
                  </a:lnTo>
                  <a:close/>
                </a:path>
                <a:path w="318135" h="260350">
                  <a:moveTo>
                    <a:pt x="88176" y="203301"/>
                  </a:moveTo>
                  <a:lnTo>
                    <a:pt x="84569" y="201193"/>
                  </a:lnTo>
                  <a:lnTo>
                    <a:pt x="84493" y="200888"/>
                  </a:lnTo>
                  <a:lnTo>
                    <a:pt x="84226" y="200990"/>
                  </a:lnTo>
                  <a:lnTo>
                    <a:pt x="83731" y="200698"/>
                  </a:lnTo>
                  <a:lnTo>
                    <a:pt x="83235" y="201333"/>
                  </a:lnTo>
                  <a:lnTo>
                    <a:pt x="79603" y="202641"/>
                  </a:lnTo>
                  <a:lnTo>
                    <a:pt x="79730" y="207886"/>
                  </a:lnTo>
                  <a:lnTo>
                    <a:pt x="82613" y="208343"/>
                  </a:lnTo>
                  <a:lnTo>
                    <a:pt x="82473" y="208661"/>
                  </a:lnTo>
                  <a:lnTo>
                    <a:pt x="83083" y="209054"/>
                  </a:lnTo>
                  <a:lnTo>
                    <a:pt x="83400" y="208457"/>
                  </a:lnTo>
                  <a:lnTo>
                    <a:pt x="87020" y="209016"/>
                  </a:lnTo>
                  <a:lnTo>
                    <a:pt x="88099" y="204266"/>
                  </a:lnTo>
                  <a:lnTo>
                    <a:pt x="88176" y="203301"/>
                  </a:lnTo>
                  <a:close/>
                </a:path>
                <a:path w="318135" h="260350">
                  <a:moveTo>
                    <a:pt x="95148" y="227711"/>
                  </a:moveTo>
                  <a:lnTo>
                    <a:pt x="89027" y="227711"/>
                  </a:lnTo>
                  <a:lnTo>
                    <a:pt x="89014" y="232549"/>
                  </a:lnTo>
                  <a:lnTo>
                    <a:pt x="92075" y="232549"/>
                  </a:lnTo>
                  <a:lnTo>
                    <a:pt x="95135" y="232549"/>
                  </a:lnTo>
                  <a:lnTo>
                    <a:pt x="95148" y="227711"/>
                  </a:lnTo>
                  <a:close/>
                </a:path>
                <a:path w="318135" h="260350">
                  <a:moveTo>
                    <a:pt x="99783" y="136105"/>
                  </a:moveTo>
                  <a:lnTo>
                    <a:pt x="95643" y="135051"/>
                  </a:lnTo>
                  <a:lnTo>
                    <a:pt x="94665" y="137744"/>
                  </a:lnTo>
                  <a:lnTo>
                    <a:pt x="94246" y="138874"/>
                  </a:lnTo>
                  <a:lnTo>
                    <a:pt x="93929" y="139636"/>
                  </a:lnTo>
                  <a:lnTo>
                    <a:pt x="94246" y="142417"/>
                  </a:lnTo>
                  <a:lnTo>
                    <a:pt x="96100" y="143560"/>
                  </a:lnTo>
                  <a:lnTo>
                    <a:pt x="98298" y="141198"/>
                  </a:lnTo>
                  <a:lnTo>
                    <a:pt x="99783" y="136105"/>
                  </a:lnTo>
                  <a:close/>
                </a:path>
                <a:path w="318135" h="260350">
                  <a:moveTo>
                    <a:pt x="101409" y="113715"/>
                  </a:moveTo>
                  <a:lnTo>
                    <a:pt x="100622" y="112293"/>
                  </a:lnTo>
                  <a:lnTo>
                    <a:pt x="100431" y="111975"/>
                  </a:lnTo>
                  <a:lnTo>
                    <a:pt x="99504" y="110286"/>
                  </a:lnTo>
                  <a:lnTo>
                    <a:pt x="97193" y="112610"/>
                  </a:lnTo>
                  <a:lnTo>
                    <a:pt x="98856" y="113576"/>
                  </a:lnTo>
                  <a:lnTo>
                    <a:pt x="100571" y="114566"/>
                  </a:lnTo>
                  <a:lnTo>
                    <a:pt x="101409" y="113715"/>
                  </a:lnTo>
                  <a:close/>
                </a:path>
                <a:path w="318135" h="260350">
                  <a:moveTo>
                    <a:pt x="101727" y="72771"/>
                  </a:moveTo>
                  <a:lnTo>
                    <a:pt x="99047" y="70929"/>
                  </a:lnTo>
                  <a:lnTo>
                    <a:pt x="97053" y="72301"/>
                  </a:lnTo>
                  <a:lnTo>
                    <a:pt x="94780" y="73888"/>
                  </a:lnTo>
                  <a:lnTo>
                    <a:pt x="94780" y="76187"/>
                  </a:lnTo>
                  <a:lnTo>
                    <a:pt x="97104" y="77812"/>
                  </a:lnTo>
                  <a:lnTo>
                    <a:pt x="93446" y="77812"/>
                  </a:lnTo>
                  <a:lnTo>
                    <a:pt x="92481" y="80251"/>
                  </a:lnTo>
                  <a:lnTo>
                    <a:pt x="93802" y="81622"/>
                  </a:lnTo>
                  <a:lnTo>
                    <a:pt x="94818" y="82664"/>
                  </a:lnTo>
                  <a:lnTo>
                    <a:pt x="95885" y="82664"/>
                  </a:lnTo>
                  <a:lnTo>
                    <a:pt x="98234" y="80251"/>
                  </a:lnTo>
                  <a:lnTo>
                    <a:pt x="97307" y="77952"/>
                  </a:lnTo>
                  <a:lnTo>
                    <a:pt x="99047" y="79159"/>
                  </a:lnTo>
                  <a:lnTo>
                    <a:pt x="101727" y="77317"/>
                  </a:lnTo>
                  <a:lnTo>
                    <a:pt x="101727" y="72771"/>
                  </a:lnTo>
                  <a:close/>
                </a:path>
                <a:path w="318135" h="260350">
                  <a:moveTo>
                    <a:pt x="121704" y="173863"/>
                  </a:moveTo>
                  <a:lnTo>
                    <a:pt x="120738" y="172961"/>
                  </a:lnTo>
                  <a:lnTo>
                    <a:pt x="120548" y="172783"/>
                  </a:lnTo>
                  <a:lnTo>
                    <a:pt x="120421" y="172961"/>
                  </a:lnTo>
                  <a:lnTo>
                    <a:pt x="120510" y="172745"/>
                  </a:lnTo>
                  <a:lnTo>
                    <a:pt x="120484" y="172237"/>
                  </a:lnTo>
                  <a:lnTo>
                    <a:pt x="118402" y="171259"/>
                  </a:lnTo>
                  <a:lnTo>
                    <a:pt x="117462" y="173456"/>
                  </a:lnTo>
                  <a:lnTo>
                    <a:pt x="118465" y="175602"/>
                  </a:lnTo>
                  <a:lnTo>
                    <a:pt x="119316" y="175818"/>
                  </a:lnTo>
                  <a:lnTo>
                    <a:pt x="121335" y="175374"/>
                  </a:lnTo>
                  <a:lnTo>
                    <a:pt x="121704" y="173863"/>
                  </a:lnTo>
                  <a:close/>
                </a:path>
                <a:path w="318135" h="260350">
                  <a:moveTo>
                    <a:pt x="121856" y="186524"/>
                  </a:moveTo>
                  <a:lnTo>
                    <a:pt x="121221" y="186524"/>
                  </a:lnTo>
                  <a:lnTo>
                    <a:pt x="121221" y="187020"/>
                  </a:lnTo>
                  <a:lnTo>
                    <a:pt x="121539" y="187020"/>
                  </a:lnTo>
                  <a:lnTo>
                    <a:pt x="121856" y="187020"/>
                  </a:lnTo>
                  <a:lnTo>
                    <a:pt x="121856" y="186524"/>
                  </a:lnTo>
                  <a:close/>
                </a:path>
                <a:path w="318135" h="260350">
                  <a:moveTo>
                    <a:pt x="123672" y="191211"/>
                  </a:moveTo>
                  <a:lnTo>
                    <a:pt x="122161" y="190436"/>
                  </a:lnTo>
                  <a:lnTo>
                    <a:pt x="119710" y="190919"/>
                  </a:lnTo>
                  <a:lnTo>
                    <a:pt x="118897" y="191350"/>
                  </a:lnTo>
                  <a:lnTo>
                    <a:pt x="114960" y="195046"/>
                  </a:lnTo>
                  <a:lnTo>
                    <a:pt x="119837" y="199402"/>
                  </a:lnTo>
                  <a:lnTo>
                    <a:pt x="122504" y="195859"/>
                  </a:lnTo>
                  <a:lnTo>
                    <a:pt x="123266" y="194856"/>
                  </a:lnTo>
                  <a:lnTo>
                    <a:pt x="123418" y="193852"/>
                  </a:lnTo>
                  <a:lnTo>
                    <a:pt x="123672" y="191211"/>
                  </a:lnTo>
                  <a:close/>
                </a:path>
                <a:path w="318135" h="260350">
                  <a:moveTo>
                    <a:pt x="124993" y="88049"/>
                  </a:moveTo>
                  <a:lnTo>
                    <a:pt x="121881" y="84874"/>
                  </a:lnTo>
                  <a:lnTo>
                    <a:pt x="120065" y="86880"/>
                  </a:lnTo>
                  <a:lnTo>
                    <a:pt x="118046" y="89128"/>
                  </a:lnTo>
                  <a:lnTo>
                    <a:pt x="118910" y="93446"/>
                  </a:lnTo>
                  <a:lnTo>
                    <a:pt x="123990" y="93256"/>
                  </a:lnTo>
                  <a:lnTo>
                    <a:pt x="124498" y="91160"/>
                  </a:lnTo>
                  <a:lnTo>
                    <a:pt x="123164" y="90258"/>
                  </a:lnTo>
                  <a:lnTo>
                    <a:pt x="122885" y="90106"/>
                  </a:lnTo>
                  <a:lnTo>
                    <a:pt x="122821" y="89979"/>
                  </a:lnTo>
                  <a:lnTo>
                    <a:pt x="122999" y="89865"/>
                  </a:lnTo>
                  <a:lnTo>
                    <a:pt x="124993" y="88049"/>
                  </a:lnTo>
                  <a:close/>
                </a:path>
                <a:path w="318135" h="260350">
                  <a:moveTo>
                    <a:pt x="125857" y="136385"/>
                  </a:moveTo>
                  <a:lnTo>
                    <a:pt x="123621" y="137058"/>
                  </a:lnTo>
                  <a:lnTo>
                    <a:pt x="123126" y="137198"/>
                  </a:lnTo>
                  <a:lnTo>
                    <a:pt x="122872" y="137287"/>
                  </a:lnTo>
                  <a:lnTo>
                    <a:pt x="121767" y="137604"/>
                  </a:lnTo>
                  <a:lnTo>
                    <a:pt x="121767" y="139204"/>
                  </a:lnTo>
                  <a:lnTo>
                    <a:pt x="125844" y="140423"/>
                  </a:lnTo>
                  <a:lnTo>
                    <a:pt x="125857" y="136385"/>
                  </a:lnTo>
                  <a:close/>
                </a:path>
                <a:path w="318135" h="260350">
                  <a:moveTo>
                    <a:pt x="136842" y="255778"/>
                  </a:moveTo>
                  <a:lnTo>
                    <a:pt x="136550" y="254266"/>
                  </a:lnTo>
                  <a:lnTo>
                    <a:pt x="134950" y="253961"/>
                  </a:lnTo>
                  <a:lnTo>
                    <a:pt x="132194" y="253415"/>
                  </a:lnTo>
                  <a:lnTo>
                    <a:pt x="130225" y="255333"/>
                  </a:lnTo>
                  <a:lnTo>
                    <a:pt x="131889" y="259397"/>
                  </a:lnTo>
                  <a:lnTo>
                    <a:pt x="134937" y="259918"/>
                  </a:lnTo>
                  <a:lnTo>
                    <a:pt x="135890" y="257848"/>
                  </a:lnTo>
                  <a:lnTo>
                    <a:pt x="136842" y="255778"/>
                  </a:lnTo>
                  <a:close/>
                </a:path>
                <a:path w="318135" h="260350">
                  <a:moveTo>
                    <a:pt x="144424" y="179476"/>
                  </a:moveTo>
                  <a:lnTo>
                    <a:pt x="142849" y="179476"/>
                  </a:lnTo>
                  <a:lnTo>
                    <a:pt x="142836" y="180721"/>
                  </a:lnTo>
                  <a:lnTo>
                    <a:pt x="143624" y="180721"/>
                  </a:lnTo>
                  <a:lnTo>
                    <a:pt x="144411" y="180721"/>
                  </a:lnTo>
                  <a:lnTo>
                    <a:pt x="144424" y="179476"/>
                  </a:lnTo>
                  <a:close/>
                </a:path>
                <a:path w="318135" h="260350">
                  <a:moveTo>
                    <a:pt x="147688" y="103797"/>
                  </a:moveTo>
                  <a:lnTo>
                    <a:pt x="147447" y="102565"/>
                  </a:lnTo>
                  <a:lnTo>
                    <a:pt x="146710" y="98742"/>
                  </a:lnTo>
                  <a:lnTo>
                    <a:pt x="142595" y="100164"/>
                  </a:lnTo>
                  <a:lnTo>
                    <a:pt x="141947" y="100965"/>
                  </a:lnTo>
                  <a:lnTo>
                    <a:pt x="141897" y="102806"/>
                  </a:lnTo>
                  <a:lnTo>
                    <a:pt x="142125" y="103517"/>
                  </a:lnTo>
                  <a:lnTo>
                    <a:pt x="144145" y="105143"/>
                  </a:lnTo>
                  <a:lnTo>
                    <a:pt x="146126" y="104470"/>
                  </a:lnTo>
                  <a:lnTo>
                    <a:pt x="146138" y="104228"/>
                  </a:lnTo>
                  <a:lnTo>
                    <a:pt x="146151" y="103987"/>
                  </a:lnTo>
                  <a:lnTo>
                    <a:pt x="147688" y="103797"/>
                  </a:lnTo>
                  <a:close/>
                </a:path>
                <a:path w="318135" h="260350">
                  <a:moveTo>
                    <a:pt x="148158" y="198577"/>
                  </a:moveTo>
                  <a:lnTo>
                    <a:pt x="147104" y="197065"/>
                  </a:lnTo>
                  <a:lnTo>
                    <a:pt x="144716" y="196367"/>
                  </a:lnTo>
                  <a:lnTo>
                    <a:pt x="143865" y="196456"/>
                  </a:lnTo>
                  <a:lnTo>
                    <a:pt x="137655" y="197853"/>
                  </a:lnTo>
                  <a:lnTo>
                    <a:pt x="141452" y="206451"/>
                  </a:lnTo>
                  <a:lnTo>
                    <a:pt x="145973" y="202463"/>
                  </a:lnTo>
                  <a:lnTo>
                    <a:pt x="146862" y="201676"/>
                  </a:lnTo>
                  <a:lnTo>
                    <a:pt x="147243" y="200990"/>
                  </a:lnTo>
                  <a:lnTo>
                    <a:pt x="148158" y="198577"/>
                  </a:lnTo>
                  <a:close/>
                </a:path>
                <a:path w="318135" h="260350">
                  <a:moveTo>
                    <a:pt x="154000" y="56083"/>
                  </a:moveTo>
                  <a:lnTo>
                    <a:pt x="150304" y="53860"/>
                  </a:lnTo>
                  <a:lnTo>
                    <a:pt x="149059" y="56388"/>
                  </a:lnTo>
                  <a:lnTo>
                    <a:pt x="148551" y="57404"/>
                  </a:lnTo>
                  <a:lnTo>
                    <a:pt x="148374" y="58000"/>
                  </a:lnTo>
                  <a:lnTo>
                    <a:pt x="148272" y="60858"/>
                  </a:lnTo>
                  <a:lnTo>
                    <a:pt x="150228" y="61341"/>
                  </a:lnTo>
                  <a:lnTo>
                    <a:pt x="152133" y="59778"/>
                  </a:lnTo>
                  <a:lnTo>
                    <a:pt x="152311" y="59537"/>
                  </a:lnTo>
                  <a:lnTo>
                    <a:pt x="154000" y="56083"/>
                  </a:lnTo>
                  <a:close/>
                </a:path>
                <a:path w="318135" h="260350">
                  <a:moveTo>
                    <a:pt x="157568" y="252831"/>
                  </a:moveTo>
                  <a:lnTo>
                    <a:pt x="153352" y="249796"/>
                  </a:lnTo>
                  <a:lnTo>
                    <a:pt x="151803" y="252717"/>
                  </a:lnTo>
                  <a:lnTo>
                    <a:pt x="151142" y="253961"/>
                  </a:lnTo>
                  <a:lnTo>
                    <a:pt x="150622" y="254774"/>
                  </a:lnTo>
                  <a:lnTo>
                    <a:pt x="151257" y="257136"/>
                  </a:lnTo>
                  <a:lnTo>
                    <a:pt x="152133" y="257479"/>
                  </a:lnTo>
                  <a:lnTo>
                    <a:pt x="154228" y="257187"/>
                  </a:lnTo>
                  <a:lnTo>
                    <a:pt x="154686" y="256489"/>
                  </a:lnTo>
                  <a:lnTo>
                    <a:pt x="157568" y="252831"/>
                  </a:lnTo>
                  <a:close/>
                </a:path>
                <a:path w="318135" h="260350">
                  <a:moveTo>
                    <a:pt x="167843" y="148348"/>
                  </a:moveTo>
                  <a:lnTo>
                    <a:pt x="165785" y="144894"/>
                  </a:lnTo>
                  <a:lnTo>
                    <a:pt x="165785" y="147624"/>
                  </a:lnTo>
                  <a:lnTo>
                    <a:pt x="165760" y="147993"/>
                  </a:lnTo>
                  <a:lnTo>
                    <a:pt x="165696" y="147840"/>
                  </a:lnTo>
                  <a:lnTo>
                    <a:pt x="165646" y="147993"/>
                  </a:lnTo>
                  <a:lnTo>
                    <a:pt x="165569" y="148158"/>
                  </a:lnTo>
                  <a:lnTo>
                    <a:pt x="165544" y="147472"/>
                  </a:lnTo>
                  <a:lnTo>
                    <a:pt x="165696" y="147840"/>
                  </a:lnTo>
                  <a:lnTo>
                    <a:pt x="165785" y="147624"/>
                  </a:lnTo>
                  <a:lnTo>
                    <a:pt x="165785" y="144894"/>
                  </a:lnTo>
                  <a:lnTo>
                    <a:pt x="164668" y="145097"/>
                  </a:lnTo>
                  <a:lnTo>
                    <a:pt x="163144" y="144843"/>
                  </a:lnTo>
                  <a:lnTo>
                    <a:pt x="162293" y="144792"/>
                  </a:lnTo>
                  <a:lnTo>
                    <a:pt x="160439" y="146189"/>
                  </a:lnTo>
                  <a:lnTo>
                    <a:pt x="159639" y="147472"/>
                  </a:lnTo>
                  <a:lnTo>
                    <a:pt x="160680" y="150469"/>
                  </a:lnTo>
                  <a:lnTo>
                    <a:pt x="161696" y="151307"/>
                  </a:lnTo>
                  <a:lnTo>
                    <a:pt x="164223" y="151422"/>
                  </a:lnTo>
                  <a:lnTo>
                    <a:pt x="164985" y="151041"/>
                  </a:lnTo>
                  <a:lnTo>
                    <a:pt x="166535" y="149580"/>
                  </a:lnTo>
                  <a:lnTo>
                    <a:pt x="167843" y="148348"/>
                  </a:lnTo>
                  <a:close/>
                </a:path>
                <a:path w="318135" h="260350">
                  <a:moveTo>
                    <a:pt x="182460" y="78371"/>
                  </a:moveTo>
                  <a:close/>
                </a:path>
                <a:path w="318135" h="260350">
                  <a:moveTo>
                    <a:pt x="184391" y="74777"/>
                  </a:moveTo>
                  <a:lnTo>
                    <a:pt x="178955" y="71539"/>
                  </a:lnTo>
                  <a:lnTo>
                    <a:pt x="176149" y="76593"/>
                  </a:lnTo>
                  <a:lnTo>
                    <a:pt x="176212" y="78765"/>
                  </a:lnTo>
                  <a:lnTo>
                    <a:pt x="176504" y="80987"/>
                  </a:lnTo>
                  <a:lnTo>
                    <a:pt x="178079" y="81661"/>
                  </a:lnTo>
                  <a:lnTo>
                    <a:pt x="180492" y="81991"/>
                  </a:lnTo>
                  <a:lnTo>
                    <a:pt x="181483" y="81292"/>
                  </a:lnTo>
                  <a:lnTo>
                    <a:pt x="182143" y="80073"/>
                  </a:lnTo>
                  <a:lnTo>
                    <a:pt x="182346" y="79603"/>
                  </a:lnTo>
                  <a:lnTo>
                    <a:pt x="182422" y="79044"/>
                  </a:lnTo>
                  <a:lnTo>
                    <a:pt x="182359" y="77584"/>
                  </a:lnTo>
                  <a:lnTo>
                    <a:pt x="182448" y="78282"/>
                  </a:lnTo>
                  <a:lnTo>
                    <a:pt x="182829" y="77584"/>
                  </a:lnTo>
                  <a:lnTo>
                    <a:pt x="184391" y="74777"/>
                  </a:lnTo>
                  <a:close/>
                </a:path>
                <a:path w="318135" h="260350">
                  <a:moveTo>
                    <a:pt x="247599" y="106768"/>
                  </a:moveTo>
                  <a:lnTo>
                    <a:pt x="246748" y="105244"/>
                  </a:lnTo>
                  <a:lnTo>
                    <a:pt x="247357" y="104368"/>
                  </a:lnTo>
                  <a:lnTo>
                    <a:pt x="245173" y="102819"/>
                  </a:lnTo>
                  <a:lnTo>
                    <a:pt x="242277" y="104076"/>
                  </a:lnTo>
                  <a:lnTo>
                    <a:pt x="241350" y="104940"/>
                  </a:lnTo>
                  <a:lnTo>
                    <a:pt x="239166" y="107899"/>
                  </a:lnTo>
                  <a:lnTo>
                    <a:pt x="240919" y="110223"/>
                  </a:lnTo>
                  <a:lnTo>
                    <a:pt x="244551" y="110286"/>
                  </a:lnTo>
                  <a:lnTo>
                    <a:pt x="245529" y="109524"/>
                  </a:lnTo>
                  <a:lnTo>
                    <a:pt x="246481" y="108254"/>
                  </a:lnTo>
                  <a:lnTo>
                    <a:pt x="247599" y="106768"/>
                  </a:lnTo>
                  <a:close/>
                </a:path>
                <a:path w="318135" h="260350">
                  <a:moveTo>
                    <a:pt x="263931" y="119862"/>
                  </a:moveTo>
                  <a:lnTo>
                    <a:pt x="263639" y="119837"/>
                  </a:lnTo>
                  <a:lnTo>
                    <a:pt x="262826" y="119761"/>
                  </a:lnTo>
                  <a:lnTo>
                    <a:pt x="262013" y="119672"/>
                  </a:lnTo>
                  <a:lnTo>
                    <a:pt x="261188" y="119595"/>
                  </a:lnTo>
                  <a:lnTo>
                    <a:pt x="260591" y="119532"/>
                  </a:lnTo>
                  <a:lnTo>
                    <a:pt x="260591" y="120599"/>
                  </a:lnTo>
                  <a:lnTo>
                    <a:pt x="261188" y="120535"/>
                  </a:lnTo>
                  <a:lnTo>
                    <a:pt x="262013" y="120459"/>
                  </a:lnTo>
                  <a:lnTo>
                    <a:pt x="262826" y="120370"/>
                  </a:lnTo>
                  <a:lnTo>
                    <a:pt x="263639" y="120307"/>
                  </a:lnTo>
                  <a:lnTo>
                    <a:pt x="263931" y="120269"/>
                  </a:lnTo>
                  <a:lnTo>
                    <a:pt x="263931" y="119862"/>
                  </a:lnTo>
                  <a:close/>
                </a:path>
                <a:path w="318135" h="260350">
                  <a:moveTo>
                    <a:pt x="265214" y="114287"/>
                  </a:moveTo>
                  <a:lnTo>
                    <a:pt x="258381" y="114287"/>
                  </a:lnTo>
                  <a:lnTo>
                    <a:pt x="260769" y="117360"/>
                  </a:lnTo>
                  <a:lnTo>
                    <a:pt x="261378" y="118135"/>
                  </a:lnTo>
                  <a:lnTo>
                    <a:pt x="262229" y="118135"/>
                  </a:lnTo>
                  <a:lnTo>
                    <a:pt x="265214" y="114287"/>
                  </a:lnTo>
                  <a:close/>
                </a:path>
                <a:path w="318135" h="260350">
                  <a:moveTo>
                    <a:pt x="268236" y="79184"/>
                  </a:moveTo>
                  <a:lnTo>
                    <a:pt x="267639" y="79184"/>
                  </a:lnTo>
                  <a:lnTo>
                    <a:pt x="267639" y="79654"/>
                  </a:lnTo>
                  <a:lnTo>
                    <a:pt x="267931" y="79654"/>
                  </a:lnTo>
                  <a:lnTo>
                    <a:pt x="268236" y="79654"/>
                  </a:lnTo>
                  <a:lnTo>
                    <a:pt x="268236" y="79184"/>
                  </a:lnTo>
                  <a:close/>
                </a:path>
                <a:path w="318135" h="260350">
                  <a:moveTo>
                    <a:pt x="268249" y="171742"/>
                  </a:moveTo>
                  <a:lnTo>
                    <a:pt x="263144" y="167881"/>
                  </a:lnTo>
                  <a:lnTo>
                    <a:pt x="260883" y="172313"/>
                  </a:lnTo>
                  <a:lnTo>
                    <a:pt x="260959" y="173672"/>
                  </a:lnTo>
                  <a:lnTo>
                    <a:pt x="261239" y="175564"/>
                  </a:lnTo>
                  <a:lnTo>
                    <a:pt x="262864" y="176085"/>
                  </a:lnTo>
                  <a:lnTo>
                    <a:pt x="264579" y="175793"/>
                  </a:lnTo>
                  <a:lnTo>
                    <a:pt x="264960" y="175501"/>
                  </a:lnTo>
                  <a:lnTo>
                    <a:pt x="265493" y="174840"/>
                  </a:lnTo>
                  <a:lnTo>
                    <a:pt x="265734" y="174510"/>
                  </a:lnTo>
                  <a:lnTo>
                    <a:pt x="266331" y="173685"/>
                  </a:lnTo>
                  <a:lnTo>
                    <a:pt x="268249" y="171742"/>
                  </a:lnTo>
                  <a:close/>
                </a:path>
                <a:path w="318135" h="260350">
                  <a:moveTo>
                    <a:pt x="279196" y="130898"/>
                  </a:moveTo>
                  <a:lnTo>
                    <a:pt x="278104" y="128041"/>
                  </a:lnTo>
                  <a:lnTo>
                    <a:pt x="276529" y="129006"/>
                  </a:lnTo>
                  <a:lnTo>
                    <a:pt x="275894" y="129095"/>
                  </a:lnTo>
                  <a:lnTo>
                    <a:pt x="275564" y="129146"/>
                  </a:lnTo>
                  <a:lnTo>
                    <a:pt x="274535" y="128854"/>
                  </a:lnTo>
                  <a:lnTo>
                    <a:pt x="274015" y="130276"/>
                  </a:lnTo>
                  <a:lnTo>
                    <a:pt x="275755" y="131457"/>
                  </a:lnTo>
                  <a:lnTo>
                    <a:pt x="276440" y="131533"/>
                  </a:lnTo>
                  <a:lnTo>
                    <a:pt x="279196" y="130898"/>
                  </a:lnTo>
                  <a:close/>
                </a:path>
                <a:path w="318135" h="260350">
                  <a:moveTo>
                    <a:pt x="282638" y="71247"/>
                  </a:moveTo>
                  <a:lnTo>
                    <a:pt x="281800" y="70535"/>
                  </a:lnTo>
                  <a:lnTo>
                    <a:pt x="280911" y="70967"/>
                  </a:lnTo>
                  <a:lnTo>
                    <a:pt x="280720" y="71158"/>
                  </a:lnTo>
                  <a:lnTo>
                    <a:pt x="280479" y="71208"/>
                  </a:lnTo>
                  <a:lnTo>
                    <a:pt x="280238" y="71145"/>
                  </a:lnTo>
                  <a:lnTo>
                    <a:pt x="278561" y="71005"/>
                  </a:lnTo>
                  <a:lnTo>
                    <a:pt x="278574" y="73660"/>
                  </a:lnTo>
                  <a:lnTo>
                    <a:pt x="280238" y="73812"/>
                  </a:lnTo>
                  <a:lnTo>
                    <a:pt x="281381" y="73914"/>
                  </a:lnTo>
                  <a:lnTo>
                    <a:pt x="282321" y="73418"/>
                  </a:lnTo>
                  <a:lnTo>
                    <a:pt x="282638" y="71247"/>
                  </a:lnTo>
                  <a:close/>
                </a:path>
                <a:path w="318135" h="260350">
                  <a:moveTo>
                    <a:pt x="297065" y="102019"/>
                  </a:moveTo>
                  <a:lnTo>
                    <a:pt x="295465" y="100393"/>
                  </a:lnTo>
                  <a:lnTo>
                    <a:pt x="292989" y="101942"/>
                  </a:lnTo>
                  <a:lnTo>
                    <a:pt x="292620" y="102374"/>
                  </a:lnTo>
                  <a:lnTo>
                    <a:pt x="292544" y="104419"/>
                  </a:lnTo>
                  <a:lnTo>
                    <a:pt x="293116" y="105003"/>
                  </a:lnTo>
                  <a:lnTo>
                    <a:pt x="293712" y="104978"/>
                  </a:lnTo>
                  <a:lnTo>
                    <a:pt x="295097" y="104914"/>
                  </a:lnTo>
                  <a:lnTo>
                    <a:pt x="295529" y="104559"/>
                  </a:lnTo>
                  <a:lnTo>
                    <a:pt x="297065" y="102019"/>
                  </a:lnTo>
                  <a:close/>
                </a:path>
                <a:path w="318135" h="260350">
                  <a:moveTo>
                    <a:pt x="298259" y="200139"/>
                  </a:moveTo>
                  <a:lnTo>
                    <a:pt x="298119" y="200012"/>
                  </a:lnTo>
                  <a:lnTo>
                    <a:pt x="297916" y="199796"/>
                  </a:lnTo>
                  <a:lnTo>
                    <a:pt x="297700" y="199593"/>
                  </a:lnTo>
                  <a:lnTo>
                    <a:pt x="297510" y="199377"/>
                  </a:lnTo>
                  <a:lnTo>
                    <a:pt x="297357" y="199237"/>
                  </a:lnTo>
                  <a:lnTo>
                    <a:pt x="297154" y="199453"/>
                  </a:lnTo>
                  <a:lnTo>
                    <a:pt x="297281" y="199593"/>
                  </a:lnTo>
                  <a:lnTo>
                    <a:pt x="297497" y="199809"/>
                  </a:lnTo>
                  <a:lnTo>
                    <a:pt x="297700" y="200012"/>
                  </a:lnTo>
                  <a:lnTo>
                    <a:pt x="298043" y="200367"/>
                  </a:lnTo>
                  <a:lnTo>
                    <a:pt x="298259" y="200139"/>
                  </a:lnTo>
                  <a:close/>
                </a:path>
                <a:path w="318135" h="260350">
                  <a:moveTo>
                    <a:pt x="298386" y="82537"/>
                  </a:moveTo>
                  <a:lnTo>
                    <a:pt x="293941" y="82537"/>
                  </a:lnTo>
                  <a:lnTo>
                    <a:pt x="294830" y="84797"/>
                  </a:lnTo>
                  <a:lnTo>
                    <a:pt x="295490" y="86461"/>
                  </a:lnTo>
                  <a:lnTo>
                    <a:pt x="296837" y="86474"/>
                  </a:lnTo>
                  <a:lnTo>
                    <a:pt x="298386" y="82537"/>
                  </a:lnTo>
                  <a:close/>
                </a:path>
                <a:path w="318135" h="260350">
                  <a:moveTo>
                    <a:pt x="299808" y="59499"/>
                  </a:moveTo>
                  <a:lnTo>
                    <a:pt x="295783" y="55689"/>
                  </a:lnTo>
                  <a:lnTo>
                    <a:pt x="293878" y="59956"/>
                  </a:lnTo>
                  <a:lnTo>
                    <a:pt x="296329" y="60426"/>
                  </a:lnTo>
                  <a:lnTo>
                    <a:pt x="298767" y="60883"/>
                  </a:lnTo>
                  <a:lnTo>
                    <a:pt x="299808" y="59499"/>
                  </a:lnTo>
                  <a:close/>
                </a:path>
                <a:path w="318135" h="260350">
                  <a:moveTo>
                    <a:pt x="302577" y="71285"/>
                  </a:moveTo>
                  <a:lnTo>
                    <a:pt x="300545" y="67017"/>
                  </a:lnTo>
                  <a:lnTo>
                    <a:pt x="299542" y="64922"/>
                  </a:lnTo>
                  <a:lnTo>
                    <a:pt x="297700" y="64922"/>
                  </a:lnTo>
                  <a:lnTo>
                    <a:pt x="294665" y="71285"/>
                  </a:lnTo>
                  <a:lnTo>
                    <a:pt x="302577" y="71285"/>
                  </a:lnTo>
                  <a:close/>
                </a:path>
                <a:path w="318135" h="260350">
                  <a:moveTo>
                    <a:pt x="302653" y="182816"/>
                  </a:moveTo>
                  <a:lnTo>
                    <a:pt x="301891" y="179324"/>
                  </a:lnTo>
                  <a:lnTo>
                    <a:pt x="301180" y="176034"/>
                  </a:lnTo>
                  <a:lnTo>
                    <a:pt x="298526" y="176034"/>
                  </a:lnTo>
                  <a:lnTo>
                    <a:pt x="297916" y="178790"/>
                  </a:lnTo>
                  <a:lnTo>
                    <a:pt x="297815" y="179324"/>
                  </a:lnTo>
                  <a:lnTo>
                    <a:pt x="297040" y="182791"/>
                  </a:lnTo>
                  <a:lnTo>
                    <a:pt x="302653" y="182816"/>
                  </a:lnTo>
                  <a:close/>
                </a:path>
                <a:path w="318135" h="260350">
                  <a:moveTo>
                    <a:pt x="303860" y="132765"/>
                  </a:moveTo>
                  <a:lnTo>
                    <a:pt x="299224" y="130175"/>
                  </a:lnTo>
                  <a:lnTo>
                    <a:pt x="298970" y="132067"/>
                  </a:lnTo>
                  <a:lnTo>
                    <a:pt x="298577" y="132321"/>
                  </a:lnTo>
                  <a:lnTo>
                    <a:pt x="298704" y="134505"/>
                  </a:lnTo>
                  <a:lnTo>
                    <a:pt x="299974" y="135331"/>
                  </a:lnTo>
                  <a:lnTo>
                    <a:pt x="303860" y="132765"/>
                  </a:lnTo>
                  <a:close/>
                </a:path>
                <a:path w="318135" h="260350">
                  <a:moveTo>
                    <a:pt x="306679" y="172440"/>
                  </a:moveTo>
                  <a:lnTo>
                    <a:pt x="304685" y="168922"/>
                  </a:lnTo>
                  <a:lnTo>
                    <a:pt x="301332" y="171081"/>
                  </a:lnTo>
                  <a:lnTo>
                    <a:pt x="301244" y="172440"/>
                  </a:lnTo>
                  <a:lnTo>
                    <a:pt x="302437" y="175107"/>
                  </a:lnTo>
                  <a:lnTo>
                    <a:pt x="304647" y="174383"/>
                  </a:lnTo>
                  <a:lnTo>
                    <a:pt x="304800" y="173964"/>
                  </a:lnTo>
                  <a:lnTo>
                    <a:pt x="304939" y="173558"/>
                  </a:lnTo>
                  <a:lnTo>
                    <a:pt x="306209" y="172745"/>
                  </a:lnTo>
                  <a:lnTo>
                    <a:pt x="306679" y="172440"/>
                  </a:lnTo>
                  <a:close/>
                </a:path>
                <a:path w="318135" h="260350">
                  <a:moveTo>
                    <a:pt x="312127" y="77622"/>
                  </a:moveTo>
                  <a:lnTo>
                    <a:pt x="311772" y="77266"/>
                  </a:lnTo>
                  <a:lnTo>
                    <a:pt x="311581" y="77050"/>
                  </a:lnTo>
                  <a:lnTo>
                    <a:pt x="311365" y="76847"/>
                  </a:lnTo>
                  <a:lnTo>
                    <a:pt x="311175" y="76631"/>
                  </a:lnTo>
                  <a:lnTo>
                    <a:pt x="310819" y="76276"/>
                  </a:lnTo>
                  <a:lnTo>
                    <a:pt x="310273" y="76835"/>
                  </a:lnTo>
                  <a:lnTo>
                    <a:pt x="310629" y="77190"/>
                  </a:lnTo>
                  <a:lnTo>
                    <a:pt x="310819" y="77406"/>
                  </a:lnTo>
                  <a:lnTo>
                    <a:pt x="311238" y="77812"/>
                  </a:lnTo>
                  <a:lnTo>
                    <a:pt x="311594" y="78181"/>
                  </a:lnTo>
                  <a:lnTo>
                    <a:pt x="312127" y="77622"/>
                  </a:lnTo>
                  <a:close/>
                </a:path>
                <a:path w="318135" h="260350">
                  <a:moveTo>
                    <a:pt x="317792" y="238506"/>
                  </a:moveTo>
                  <a:lnTo>
                    <a:pt x="316230" y="237744"/>
                  </a:lnTo>
                  <a:lnTo>
                    <a:pt x="315798" y="237528"/>
                  </a:lnTo>
                  <a:lnTo>
                    <a:pt x="315620" y="237375"/>
                  </a:lnTo>
                  <a:lnTo>
                    <a:pt x="315556" y="237528"/>
                  </a:lnTo>
                  <a:lnTo>
                    <a:pt x="315518" y="237312"/>
                  </a:lnTo>
                  <a:lnTo>
                    <a:pt x="315861" y="236740"/>
                  </a:lnTo>
                  <a:lnTo>
                    <a:pt x="316103" y="236080"/>
                  </a:lnTo>
                  <a:lnTo>
                    <a:pt x="313855" y="234289"/>
                  </a:lnTo>
                  <a:lnTo>
                    <a:pt x="309321" y="237667"/>
                  </a:lnTo>
                  <a:lnTo>
                    <a:pt x="310997" y="243535"/>
                  </a:lnTo>
                  <a:lnTo>
                    <a:pt x="316966" y="241312"/>
                  </a:lnTo>
                  <a:lnTo>
                    <a:pt x="317792" y="23850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5410759" y="7739119"/>
              <a:ext cx="245745" cy="365125"/>
            </a:xfrm>
            <a:custGeom>
              <a:avLst/>
              <a:gdLst/>
              <a:ahLst/>
              <a:cxnLst/>
              <a:rect l="l" t="t" r="r" b="b"/>
              <a:pathLst>
                <a:path w="245745" h="365125">
                  <a:moveTo>
                    <a:pt x="10147" y="141287"/>
                  </a:moveTo>
                  <a:lnTo>
                    <a:pt x="4800" y="141287"/>
                  </a:lnTo>
                  <a:lnTo>
                    <a:pt x="4800" y="145503"/>
                  </a:lnTo>
                  <a:lnTo>
                    <a:pt x="7467" y="145503"/>
                  </a:lnTo>
                  <a:lnTo>
                    <a:pt x="10147" y="145503"/>
                  </a:lnTo>
                  <a:lnTo>
                    <a:pt x="10147" y="141287"/>
                  </a:lnTo>
                  <a:close/>
                </a:path>
                <a:path w="245745" h="365125">
                  <a:moveTo>
                    <a:pt x="13169" y="128270"/>
                  </a:moveTo>
                  <a:lnTo>
                    <a:pt x="10020" y="125082"/>
                  </a:lnTo>
                  <a:lnTo>
                    <a:pt x="0" y="131851"/>
                  </a:lnTo>
                  <a:lnTo>
                    <a:pt x="6502" y="138531"/>
                  </a:lnTo>
                  <a:lnTo>
                    <a:pt x="9728" y="133553"/>
                  </a:lnTo>
                  <a:lnTo>
                    <a:pt x="13169" y="128270"/>
                  </a:lnTo>
                  <a:close/>
                </a:path>
                <a:path w="245745" h="365125">
                  <a:moveTo>
                    <a:pt x="15481" y="180314"/>
                  </a:moveTo>
                  <a:lnTo>
                    <a:pt x="12801" y="178473"/>
                  </a:lnTo>
                  <a:lnTo>
                    <a:pt x="10807" y="179844"/>
                  </a:lnTo>
                  <a:lnTo>
                    <a:pt x="8534" y="181432"/>
                  </a:lnTo>
                  <a:lnTo>
                    <a:pt x="8534" y="183730"/>
                  </a:lnTo>
                  <a:lnTo>
                    <a:pt x="12801" y="186702"/>
                  </a:lnTo>
                  <a:lnTo>
                    <a:pt x="15481" y="184861"/>
                  </a:lnTo>
                  <a:lnTo>
                    <a:pt x="15481" y="180314"/>
                  </a:lnTo>
                  <a:close/>
                </a:path>
                <a:path w="245745" h="365125">
                  <a:moveTo>
                    <a:pt x="21196" y="123444"/>
                  </a:moveTo>
                  <a:lnTo>
                    <a:pt x="19672" y="121907"/>
                  </a:lnTo>
                  <a:lnTo>
                    <a:pt x="13131" y="124561"/>
                  </a:lnTo>
                  <a:lnTo>
                    <a:pt x="18592" y="130124"/>
                  </a:lnTo>
                  <a:lnTo>
                    <a:pt x="20332" y="125666"/>
                  </a:lnTo>
                  <a:lnTo>
                    <a:pt x="21196" y="123444"/>
                  </a:lnTo>
                  <a:close/>
                </a:path>
                <a:path w="245745" h="365125">
                  <a:moveTo>
                    <a:pt x="32334" y="91440"/>
                  </a:moveTo>
                  <a:lnTo>
                    <a:pt x="31699" y="91440"/>
                  </a:lnTo>
                  <a:lnTo>
                    <a:pt x="31699" y="91948"/>
                  </a:lnTo>
                  <a:lnTo>
                    <a:pt x="32016" y="91948"/>
                  </a:lnTo>
                  <a:lnTo>
                    <a:pt x="32334" y="91948"/>
                  </a:lnTo>
                  <a:lnTo>
                    <a:pt x="32334" y="91440"/>
                  </a:lnTo>
                  <a:close/>
                </a:path>
                <a:path w="245745" h="365125">
                  <a:moveTo>
                    <a:pt x="40678" y="102743"/>
                  </a:moveTo>
                  <a:lnTo>
                    <a:pt x="38900" y="98221"/>
                  </a:lnTo>
                  <a:lnTo>
                    <a:pt x="33997" y="96608"/>
                  </a:lnTo>
                  <a:lnTo>
                    <a:pt x="32245" y="96443"/>
                  </a:lnTo>
                  <a:lnTo>
                    <a:pt x="26327" y="96113"/>
                  </a:lnTo>
                  <a:lnTo>
                    <a:pt x="23393" y="100558"/>
                  </a:lnTo>
                  <a:lnTo>
                    <a:pt x="23672" y="101625"/>
                  </a:lnTo>
                  <a:lnTo>
                    <a:pt x="23037" y="101625"/>
                  </a:lnTo>
                  <a:lnTo>
                    <a:pt x="23025" y="106781"/>
                  </a:lnTo>
                  <a:lnTo>
                    <a:pt x="25069" y="106781"/>
                  </a:lnTo>
                  <a:lnTo>
                    <a:pt x="25527" y="108470"/>
                  </a:lnTo>
                  <a:lnTo>
                    <a:pt x="29972" y="109905"/>
                  </a:lnTo>
                  <a:lnTo>
                    <a:pt x="33540" y="108140"/>
                  </a:lnTo>
                  <a:lnTo>
                    <a:pt x="35153" y="107340"/>
                  </a:lnTo>
                  <a:lnTo>
                    <a:pt x="36474" y="106426"/>
                  </a:lnTo>
                  <a:lnTo>
                    <a:pt x="40678" y="102743"/>
                  </a:lnTo>
                  <a:close/>
                </a:path>
                <a:path w="245745" h="365125">
                  <a:moveTo>
                    <a:pt x="42989" y="84137"/>
                  </a:moveTo>
                  <a:lnTo>
                    <a:pt x="40271" y="81330"/>
                  </a:lnTo>
                  <a:lnTo>
                    <a:pt x="38912" y="83426"/>
                  </a:lnTo>
                  <a:lnTo>
                    <a:pt x="38696" y="83731"/>
                  </a:lnTo>
                  <a:lnTo>
                    <a:pt x="38506" y="84061"/>
                  </a:lnTo>
                  <a:lnTo>
                    <a:pt x="37604" y="85445"/>
                  </a:lnTo>
                  <a:lnTo>
                    <a:pt x="38976" y="86842"/>
                  </a:lnTo>
                  <a:lnTo>
                    <a:pt x="40944" y="85509"/>
                  </a:lnTo>
                  <a:lnTo>
                    <a:pt x="42989" y="84137"/>
                  </a:lnTo>
                  <a:close/>
                </a:path>
                <a:path w="245745" h="365125">
                  <a:moveTo>
                    <a:pt x="44665" y="147713"/>
                  </a:moveTo>
                  <a:lnTo>
                    <a:pt x="43459" y="143535"/>
                  </a:lnTo>
                  <a:lnTo>
                    <a:pt x="43230" y="142760"/>
                  </a:lnTo>
                  <a:lnTo>
                    <a:pt x="43053" y="142290"/>
                  </a:lnTo>
                  <a:lnTo>
                    <a:pt x="41808" y="140398"/>
                  </a:lnTo>
                  <a:lnTo>
                    <a:pt x="40220" y="140398"/>
                  </a:lnTo>
                  <a:lnTo>
                    <a:pt x="38989" y="142290"/>
                  </a:lnTo>
                  <a:lnTo>
                    <a:pt x="38811" y="142760"/>
                  </a:lnTo>
                  <a:lnTo>
                    <a:pt x="37376" y="147688"/>
                  </a:lnTo>
                  <a:lnTo>
                    <a:pt x="44665" y="147713"/>
                  </a:lnTo>
                  <a:close/>
                </a:path>
                <a:path w="245745" h="365125">
                  <a:moveTo>
                    <a:pt x="46215" y="86944"/>
                  </a:moveTo>
                  <a:lnTo>
                    <a:pt x="42659" y="87210"/>
                  </a:lnTo>
                  <a:lnTo>
                    <a:pt x="41275" y="87312"/>
                  </a:lnTo>
                  <a:lnTo>
                    <a:pt x="40538" y="87579"/>
                  </a:lnTo>
                  <a:lnTo>
                    <a:pt x="38620" y="89154"/>
                  </a:lnTo>
                  <a:lnTo>
                    <a:pt x="38620" y="90906"/>
                  </a:lnTo>
                  <a:lnTo>
                    <a:pt x="40576" y="92506"/>
                  </a:lnTo>
                  <a:lnTo>
                    <a:pt x="41262" y="92735"/>
                  </a:lnTo>
                  <a:lnTo>
                    <a:pt x="42659" y="92849"/>
                  </a:lnTo>
                  <a:lnTo>
                    <a:pt x="46202" y="93103"/>
                  </a:lnTo>
                  <a:lnTo>
                    <a:pt x="46215" y="86944"/>
                  </a:lnTo>
                  <a:close/>
                </a:path>
                <a:path w="245745" h="365125">
                  <a:moveTo>
                    <a:pt x="51396" y="100761"/>
                  </a:moveTo>
                  <a:lnTo>
                    <a:pt x="47002" y="100761"/>
                  </a:lnTo>
                  <a:lnTo>
                    <a:pt x="48107" y="103187"/>
                  </a:lnTo>
                  <a:lnTo>
                    <a:pt x="48196" y="103403"/>
                  </a:lnTo>
                  <a:lnTo>
                    <a:pt x="48310" y="103619"/>
                  </a:lnTo>
                  <a:lnTo>
                    <a:pt x="48399" y="103847"/>
                  </a:lnTo>
                  <a:lnTo>
                    <a:pt x="48679" y="104457"/>
                  </a:lnTo>
                  <a:lnTo>
                    <a:pt x="49720" y="104457"/>
                  </a:lnTo>
                  <a:lnTo>
                    <a:pt x="51396" y="100761"/>
                  </a:lnTo>
                  <a:close/>
                </a:path>
                <a:path w="245745" h="365125">
                  <a:moveTo>
                    <a:pt x="54991" y="115925"/>
                  </a:moveTo>
                  <a:lnTo>
                    <a:pt x="46685" y="115925"/>
                  </a:lnTo>
                  <a:lnTo>
                    <a:pt x="46685" y="122491"/>
                  </a:lnTo>
                  <a:lnTo>
                    <a:pt x="50838" y="122491"/>
                  </a:lnTo>
                  <a:lnTo>
                    <a:pt x="54978" y="122491"/>
                  </a:lnTo>
                  <a:lnTo>
                    <a:pt x="54991" y="115925"/>
                  </a:lnTo>
                  <a:close/>
                </a:path>
                <a:path w="245745" h="365125">
                  <a:moveTo>
                    <a:pt x="55930" y="90589"/>
                  </a:moveTo>
                  <a:lnTo>
                    <a:pt x="53276" y="88861"/>
                  </a:lnTo>
                  <a:lnTo>
                    <a:pt x="52197" y="88163"/>
                  </a:lnTo>
                  <a:lnTo>
                    <a:pt x="51117" y="88163"/>
                  </a:lnTo>
                  <a:lnTo>
                    <a:pt x="47383" y="90576"/>
                  </a:lnTo>
                  <a:lnTo>
                    <a:pt x="48387" y="94970"/>
                  </a:lnTo>
                  <a:lnTo>
                    <a:pt x="54927" y="94970"/>
                  </a:lnTo>
                  <a:lnTo>
                    <a:pt x="55930" y="90589"/>
                  </a:lnTo>
                  <a:close/>
                </a:path>
                <a:path w="245745" h="365125">
                  <a:moveTo>
                    <a:pt x="65049" y="220281"/>
                  </a:moveTo>
                  <a:lnTo>
                    <a:pt x="61150" y="218655"/>
                  </a:lnTo>
                  <a:lnTo>
                    <a:pt x="58953" y="220865"/>
                  </a:lnTo>
                  <a:lnTo>
                    <a:pt x="57391" y="222440"/>
                  </a:lnTo>
                  <a:lnTo>
                    <a:pt x="57391" y="224434"/>
                  </a:lnTo>
                  <a:lnTo>
                    <a:pt x="61150" y="228231"/>
                  </a:lnTo>
                  <a:lnTo>
                    <a:pt x="65049" y="226593"/>
                  </a:lnTo>
                  <a:lnTo>
                    <a:pt x="65049" y="220281"/>
                  </a:lnTo>
                  <a:close/>
                </a:path>
                <a:path w="245745" h="365125">
                  <a:moveTo>
                    <a:pt x="67513" y="83108"/>
                  </a:moveTo>
                  <a:lnTo>
                    <a:pt x="66890" y="83108"/>
                  </a:lnTo>
                  <a:lnTo>
                    <a:pt x="66890" y="83604"/>
                  </a:lnTo>
                  <a:lnTo>
                    <a:pt x="67208" y="83604"/>
                  </a:lnTo>
                  <a:lnTo>
                    <a:pt x="67513" y="83604"/>
                  </a:lnTo>
                  <a:lnTo>
                    <a:pt x="67513" y="83108"/>
                  </a:lnTo>
                  <a:close/>
                </a:path>
                <a:path w="245745" h="365125">
                  <a:moveTo>
                    <a:pt x="74180" y="111658"/>
                  </a:moveTo>
                  <a:lnTo>
                    <a:pt x="63512" y="111658"/>
                  </a:lnTo>
                  <a:lnTo>
                    <a:pt x="63500" y="120091"/>
                  </a:lnTo>
                  <a:lnTo>
                    <a:pt x="68834" y="120091"/>
                  </a:lnTo>
                  <a:lnTo>
                    <a:pt x="74168" y="120091"/>
                  </a:lnTo>
                  <a:lnTo>
                    <a:pt x="74180" y="111658"/>
                  </a:lnTo>
                  <a:close/>
                </a:path>
                <a:path w="245745" h="365125">
                  <a:moveTo>
                    <a:pt x="76936" y="230174"/>
                  </a:moveTo>
                  <a:lnTo>
                    <a:pt x="75209" y="228993"/>
                  </a:lnTo>
                  <a:lnTo>
                    <a:pt x="73418" y="227787"/>
                  </a:lnTo>
                  <a:lnTo>
                    <a:pt x="72288" y="228930"/>
                  </a:lnTo>
                  <a:lnTo>
                    <a:pt x="74612" y="232511"/>
                  </a:lnTo>
                  <a:lnTo>
                    <a:pt x="76936" y="230174"/>
                  </a:lnTo>
                  <a:close/>
                </a:path>
                <a:path w="245745" h="365125">
                  <a:moveTo>
                    <a:pt x="77050" y="148272"/>
                  </a:moveTo>
                  <a:lnTo>
                    <a:pt x="76225" y="145427"/>
                  </a:lnTo>
                  <a:lnTo>
                    <a:pt x="75590" y="143205"/>
                  </a:lnTo>
                  <a:lnTo>
                    <a:pt x="73533" y="143205"/>
                  </a:lnTo>
                  <a:lnTo>
                    <a:pt x="72085" y="148247"/>
                  </a:lnTo>
                  <a:lnTo>
                    <a:pt x="77050" y="148272"/>
                  </a:lnTo>
                  <a:close/>
                </a:path>
                <a:path w="245745" h="365125">
                  <a:moveTo>
                    <a:pt x="79781" y="84416"/>
                  </a:moveTo>
                  <a:lnTo>
                    <a:pt x="79578" y="83350"/>
                  </a:lnTo>
                  <a:lnTo>
                    <a:pt x="78790" y="80048"/>
                  </a:lnTo>
                  <a:lnTo>
                    <a:pt x="76657" y="79794"/>
                  </a:lnTo>
                  <a:lnTo>
                    <a:pt x="74168" y="81902"/>
                  </a:lnTo>
                  <a:lnTo>
                    <a:pt x="73609" y="82613"/>
                  </a:lnTo>
                  <a:lnTo>
                    <a:pt x="71755" y="88163"/>
                  </a:lnTo>
                  <a:lnTo>
                    <a:pt x="78016" y="89903"/>
                  </a:lnTo>
                  <a:lnTo>
                    <a:pt x="79311" y="85902"/>
                  </a:lnTo>
                  <a:lnTo>
                    <a:pt x="79781" y="84416"/>
                  </a:lnTo>
                  <a:close/>
                </a:path>
                <a:path w="245745" h="365125">
                  <a:moveTo>
                    <a:pt x="83058" y="130632"/>
                  </a:moveTo>
                  <a:lnTo>
                    <a:pt x="82435" y="130632"/>
                  </a:lnTo>
                  <a:lnTo>
                    <a:pt x="82435" y="131140"/>
                  </a:lnTo>
                  <a:lnTo>
                    <a:pt x="82753" y="131140"/>
                  </a:lnTo>
                  <a:lnTo>
                    <a:pt x="83058" y="131140"/>
                  </a:lnTo>
                  <a:lnTo>
                    <a:pt x="83058" y="130632"/>
                  </a:lnTo>
                  <a:close/>
                </a:path>
                <a:path w="245745" h="365125">
                  <a:moveTo>
                    <a:pt x="88785" y="82588"/>
                  </a:moveTo>
                  <a:lnTo>
                    <a:pt x="85991" y="77698"/>
                  </a:lnTo>
                  <a:lnTo>
                    <a:pt x="82765" y="77863"/>
                  </a:lnTo>
                  <a:lnTo>
                    <a:pt x="81381" y="80060"/>
                  </a:lnTo>
                  <a:lnTo>
                    <a:pt x="79984" y="82270"/>
                  </a:lnTo>
                  <a:lnTo>
                    <a:pt x="81572" y="85725"/>
                  </a:lnTo>
                  <a:lnTo>
                    <a:pt x="84366" y="85356"/>
                  </a:lnTo>
                  <a:lnTo>
                    <a:pt x="86855" y="85013"/>
                  </a:lnTo>
                  <a:lnTo>
                    <a:pt x="88785" y="82588"/>
                  </a:lnTo>
                  <a:close/>
                </a:path>
                <a:path w="245745" h="365125">
                  <a:moveTo>
                    <a:pt x="91871" y="205968"/>
                  </a:moveTo>
                  <a:lnTo>
                    <a:pt x="91516" y="203631"/>
                  </a:lnTo>
                  <a:lnTo>
                    <a:pt x="91249" y="201828"/>
                  </a:lnTo>
                  <a:lnTo>
                    <a:pt x="88773" y="201460"/>
                  </a:lnTo>
                  <a:lnTo>
                    <a:pt x="86563" y="203733"/>
                  </a:lnTo>
                  <a:lnTo>
                    <a:pt x="86918" y="206248"/>
                  </a:lnTo>
                  <a:lnTo>
                    <a:pt x="88684" y="206527"/>
                  </a:lnTo>
                  <a:lnTo>
                    <a:pt x="90970" y="206883"/>
                  </a:lnTo>
                  <a:lnTo>
                    <a:pt x="91871" y="205968"/>
                  </a:lnTo>
                  <a:close/>
                </a:path>
                <a:path w="245745" h="365125">
                  <a:moveTo>
                    <a:pt x="92417" y="124841"/>
                  </a:moveTo>
                  <a:lnTo>
                    <a:pt x="92252" y="120878"/>
                  </a:lnTo>
                  <a:lnTo>
                    <a:pt x="91998" y="114782"/>
                  </a:lnTo>
                  <a:lnTo>
                    <a:pt x="87109" y="111861"/>
                  </a:lnTo>
                  <a:lnTo>
                    <a:pt x="80657" y="119938"/>
                  </a:lnTo>
                  <a:lnTo>
                    <a:pt x="81026" y="124307"/>
                  </a:lnTo>
                  <a:lnTo>
                    <a:pt x="88138" y="127368"/>
                  </a:lnTo>
                  <a:lnTo>
                    <a:pt x="92417" y="124841"/>
                  </a:lnTo>
                  <a:close/>
                </a:path>
                <a:path w="245745" h="365125">
                  <a:moveTo>
                    <a:pt x="99923" y="145592"/>
                  </a:moveTo>
                  <a:lnTo>
                    <a:pt x="98628" y="140766"/>
                  </a:lnTo>
                  <a:lnTo>
                    <a:pt x="96164" y="139319"/>
                  </a:lnTo>
                  <a:lnTo>
                    <a:pt x="93878" y="139979"/>
                  </a:lnTo>
                  <a:lnTo>
                    <a:pt x="90131" y="141058"/>
                  </a:lnTo>
                  <a:lnTo>
                    <a:pt x="89192" y="142798"/>
                  </a:lnTo>
                  <a:lnTo>
                    <a:pt x="88785" y="146113"/>
                  </a:lnTo>
                  <a:lnTo>
                    <a:pt x="89420" y="147180"/>
                  </a:lnTo>
                  <a:lnTo>
                    <a:pt x="91262" y="149123"/>
                  </a:lnTo>
                  <a:lnTo>
                    <a:pt x="93179" y="149796"/>
                  </a:lnTo>
                  <a:lnTo>
                    <a:pt x="98386" y="147675"/>
                  </a:lnTo>
                  <a:lnTo>
                    <a:pt x="99923" y="145592"/>
                  </a:lnTo>
                  <a:close/>
                </a:path>
                <a:path w="245745" h="365125">
                  <a:moveTo>
                    <a:pt x="100444" y="96126"/>
                  </a:moveTo>
                  <a:lnTo>
                    <a:pt x="99161" y="92925"/>
                  </a:lnTo>
                  <a:lnTo>
                    <a:pt x="94170" y="92925"/>
                  </a:lnTo>
                  <a:lnTo>
                    <a:pt x="92875" y="96139"/>
                  </a:lnTo>
                  <a:lnTo>
                    <a:pt x="94627" y="97942"/>
                  </a:lnTo>
                  <a:lnTo>
                    <a:pt x="95897" y="99250"/>
                  </a:lnTo>
                  <a:lnTo>
                    <a:pt x="97409" y="99250"/>
                  </a:lnTo>
                  <a:lnTo>
                    <a:pt x="100444" y="96126"/>
                  </a:lnTo>
                  <a:close/>
                </a:path>
                <a:path w="245745" h="365125">
                  <a:moveTo>
                    <a:pt x="103568" y="59067"/>
                  </a:moveTo>
                  <a:lnTo>
                    <a:pt x="101206" y="59067"/>
                  </a:lnTo>
                  <a:lnTo>
                    <a:pt x="101206" y="60947"/>
                  </a:lnTo>
                  <a:lnTo>
                    <a:pt x="102387" y="60947"/>
                  </a:lnTo>
                  <a:lnTo>
                    <a:pt x="103568" y="60947"/>
                  </a:lnTo>
                  <a:lnTo>
                    <a:pt x="103568" y="59067"/>
                  </a:lnTo>
                  <a:close/>
                </a:path>
                <a:path w="245745" h="365125">
                  <a:moveTo>
                    <a:pt x="108699" y="197497"/>
                  </a:moveTo>
                  <a:lnTo>
                    <a:pt x="104254" y="197497"/>
                  </a:lnTo>
                  <a:lnTo>
                    <a:pt x="104254" y="201015"/>
                  </a:lnTo>
                  <a:lnTo>
                    <a:pt x="106476" y="201015"/>
                  </a:lnTo>
                  <a:lnTo>
                    <a:pt x="108699" y="201015"/>
                  </a:lnTo>
                  <a:lnTo>
                    <a:pt x="108699" y="197497"/>
                  </a:lnTo>
                  <a:close/>
                </a:path>
                <a:path w="245745" h="365125">
                  <a:moveTo>
                    <a:pt x="112229" y="80264"/>
                  </a:moveTo>
                  <a:lnTo>
                    <a:pt x="111264" y="76022"/>
                  </a:lnTo>
                  <a:lnTo>
                    <a:pt x="104965" y="76022"/>
                  </a:lnTo>
                  <a:lnTo>
                    <a:pt x="103987" y="80251"/>
                  </a:lnTo>
                  <a:lnTo>
                    <a:pt x="106540" y="81915"/>
                  </a:lnTo>
                  <a:lnTo>
                    <a:pt x="107594" y="82600"/>
                  </a:lnTo>
                  <a:lnTo>
                    <a:pt x="108635" y="82600"/>
                  </a:lnTo>
                  <a:lnTo>
                    <a:pt x="112229" y="80264"/>
                  </a:lnTo>
                  <a:close/>
                </a:path>
                <a:path w="245745" h="365125">
                  <a:moveTo>
                    <a:pt x="113334" y="175653"/>
                  </a:moveTo>
                  <a:lnTo>
                    <a:pt x="112712" y="175653"/>
                  </a:lnTo>
                  <a:lnTo>
                    <a:pt x="112712" y="176161"/>
                  </a:lnTo>
                  <a:lnTo>
                    <a:pt x="113030" y="176161"/>
                  </a:lnTo>
                  <a:lnTo>
                    <a:pt x="113334" y="176161"/>
                  </a:lnTo>
                  <a:lnTo>
                    <a:pt x="113334" y="175653"/>
                  </a:lnTo>
                  <a:close/>
                </a:path>
                <a:path w="245745" h="365125">
                  <a:moveTo>
                    <a:pt x="120307" y="53365"/>
                  </a:moveTo>
                  <a:lnTo>
                    <a:pt x="117906" y="50927"/>
                  </a:lnTo>
                  <a:lnTo>
                    <a:pt x="114782" y="52882"/>
                  </a:lnTo>
                  <a:lnTo>
                    <a:pt x="109702" y="56959"/>
                  </a:lnTo>
                  <a:lnTo>
                    <a:pt x="114376" y="61734"/>
                  </a:lnTo>
                  <a:lnTo>
                    <a:pt x="116687" y="58750"/>
                  </a:lnTo>
                  <a:lnTo>
                    <a:pt x="118376" y="56553"/>
                  </a:lnTo>
                  <a:lnTo>
                    <a:pt x="120307" y="53365"/>
                  </a:lnTo>
                  <a:close/>
                </a:path>
                <a:path w="245745" h="365125">
                  <a:moveTo>
                    <a:pt x="121513" y="209016"/>
                  </a:moveTo>
                  <a:lnTo>
                    <a:pt x="120891" y="209016"/>
                  </a:lnTo>
                  <a:lnTo>
                    <a:pt x="120891" y="209511"/>
                  </a:lnTo>
                  <a:lnTo>
                    <a:pt x="121208" y="209511"/>
                  </a:lnTo>
                  <a:lnTo>
                    <a:pt x="121513" y="209511"/>
                  </a:lnTo>
                  <a:lnTo>
                    <a:pt x="121513" y="209016"/>
                  </a:lnTo>
                  <a:close/>
                </a:path>
                <a:path w="245745" h="365125">
                  <a:moveTo>
                    <a:pt x="128879" y="56426"/>
                  </a:moveTo>
                  <a:lnTo>
                    <a:pt x="128257" y="56426"/>
                  </a:lnTo>
                  <a:lnTo>
                    <a:pt x="128257" y="56921"/>
                  </a:lnTo>
                  <a:lnTo>
                    <a:pt x="128574" y="56921"/>
                  </a:lnTo>
                  <a:lnTo>
                    <a:pt x="128879" y="56921"/>
                  </a:lnTo>
                  <a:lnTo>
                    <a:pt x="128879" y="56426"/>
                  </a:lnTo>
                  <a:close/>
                </a:path>
                <a:path w="245745" h="365125">
                  <a:moveTo>
                    <a:pt x="133565" y="200367"/>
                  </a:moveTo>
                  <a:lnTo>
                    <a:pt x="133235" y="196850"/>
                  </a:lnTo>
                  <a:lnTo>
                    <a:pt x="128028" y="193738"/>
                  </a:lnTo>
                  <a:lnTo>
                    <a:pt x="125145" y="195364"/>
                  </a:lnTo>
                  <a:lnTo>
                    <a:pt x="124815" y="196215"/>
                  </a:lnTo>
                  <a:lnTo>
                    <a:pt x="122796" y="197129"/>
                  </a:lnTo>
                  <a:lnTo>
                    <a:pt x="123126" y="201841"/>
                  </a:lnTo>
                  <a:lnTo>
                    <a:pt x="127711" y="204381"/>
                  </a:lnTo>
                  <a:lnTo>
                    <a:pt x="130022" y="204228"/>
                  </a:lnTo>
                  <a:lnTo>
                    <a:pt x="133565" y="200367"/>
                  </a:lnTo>
                  <a:close/>
                </a:path>
                <a:path w="245745" h="365125">
                  <a:moveTo>
                    <a:pt x="134150" y="119049"/>
                  </a:moveTo>
                  <a:lnTo>
                    <a:pt x="132499" y="117030"/>
                  </a:lnTo>
                  <a:lnTo>
                    <a:pt x="129463" y="118719"/>
                  </a:lnTo>
                  <a:lnTo>
                    <a:pt x="127469" y="119189"/>
                  </a:lnTo>
                  <a:lnTo>
                    <a:pt x="124358" y="120002"/>
                  </a:lnTo>
                  <a:lnTo>
                    <a:pt x="124231" y="122301"/>
                  </a:lnTo>
                  <a:lnTo>
                    <a:pt x="125717" y="122580"/>
                  </a:lnTo>
                  <a:lnTo>
                    <a:pt x="128651" y="123139"/>
                  </a:lnTo>
                  <a:lnTo>
                    <a:pt x="130657" y="122250"/>
                  </a:lnTo>
                  <a:lnTo>
                    <a:pt x="134150" y="119049"/>
                  </a:lnTo>
                  <a:close/>
                </a:path>
                <a:path w="245745" h="365125">
                  <a:moveTo>
                    <a:pt x="137858" y="135115"/>
                  </a:moveTo>
                  <a:lnTo>
                    <a:pt x="127482" y="135115"/>
                  </a:lnTo>
                  <a:lnTo>
                    <a:pt x="127469" y="143332"/>
                  </a:lnTo>
                  <a:lnTo>
                    <a:pt x="132664" y="143332"/>
                  </a:lnTo>
                  <a:lnTo>
                    <a:pt x="137845" y="143332"/>
                  </a:lnTo>
                  <a:lnTo>
                    <a:pt x="137858" y="135115"/>
                  </a:lnTo>
                  <a:close/>
                </a:path>
                <a:path w="245745" h="365125">
                  <a:moveTo>
                    <a:pt x="140982" y="87134"/>
                  </a:moveTo>
                  <a:lnTo>
                    <a:pt x="133540" y="84912"/>
                  </a:lnTo>
                  <a:lnTo>
                    <a:pt x="130733" y="87185"/>
                  </a:lnTo>
                  <a:lnTo>
                    <a:pt x="130733" y="92862"/>
                  </a:lnTo>
                  <a:lnTo>
                    <a:pt x="133540" y="95135"/>
                  </a:lnTo>
                  <a:lnTo>
                    <a:pt x="136283" y="94322"/>
                  </a:lnTo>
                  <a:lnTo>
                    <a:pt x="140970" y="92925"/>
                  </a:lnTo>
                  <a:lnTo>
                    <a:pt x="140982" y="87134"/>
                  </a:lnTo>
                  <a:close/>
                </a:path>
                <a:path w="245745" h="365125">
                  <a:moveTo>
                    <a:pt x="144564" y="149809"/>
                  </a:moveTo>
                  <a:lnTo>
                    <a:pt x="137261" y="148348"/>
                  </a:lnTo>
                  <a:lnTo>
                    <a:pt x="137591" y="155575"/>
                  </a:lnTo>
                  <a:lnTo>
                    <a:pt x="141719" y="157480"/>
                  </a:lnTo>
                  <a:lnTo>
                    <a:pt x="143268" y="154279"/>
                  </a:lnTo>
                  <a:lnTo>
                    <a:pt x="144081" y="152615"/>
                  </a:lnTo>
                  <a:lnTo>
                    <a:pt x="143497" y="151853"/>
                  </a:lnTo>
                  <a:lnTo>
                    <a:pt x="144335" y="150241"/>
                  </a:lnTo>
                  <a:lnTo>
                    <a:pt x="144564" y="149809"/>
                  </a:lnTo>
                  <a:close/>
                </a:path>
                <a:path w="245745" h="365125">
                  <a:moveTo>
                    <a:pt x="149682" y="37325"/>
                  </a:moveTo>
                  <a:lnTo>
                    <a:pt x="143433" y="26974"/>
                  </a:lnTo>
                  <a:lnTo>
                    <a:pt x="133477" y="31254"/>
                  </a:lnTo>
                  <a:lnTo>
                    <a:pt x="134429" y="40220"/>
                  </a:lnTo>
                  <a:lnTo>
                    <a:pt x="136232" y="42735"/>
                  </a:lnTo>
                  <a:lnTo>
                    <a:pt x="139204" y="42659"/>
                  </a:lnTo>
                  <a:lnTo>
                    <a:pt x="143268" y="42557"/>
                  </a:lnTo>
                  <a:lnTo>
                    <a:pt x="149682" y="37325"/>
                  </a:lnTo>
                  <a:close/>
                </a:path>
                <a:path w="245745" h="365125">
                  <a:moveTo>
                    <a:pt x="155295" y="143230"/>
                  </a:moveTo>
                  <a:lnTo>
                    <a:pt x="152933" y="141693"/>
                  </a:lnTo>
                  <a:lnTo>
                    <a:pt x="151942" y="141058"/>
                  </a:lnTo>
                  <a:lnTo>
                    <a:pt x="151003" y="141058"/>
                  </a:lnTo>
                  <a:lnTo>
                    <a:pt x="147662" y="143217"/>
                  </a:lnTo>
                  <a:lnTo>
                    <a:pt x="148551" y="147154"/>
                  </a:lnTo>
                  <a:lnTo>
                    <a:pt x="154393" y="147154"/>
                  </a:lnTo>
                  <a:lnTo>
                    <a:pt x="155295" y="143230"/>
                  </a:lnTo>
                  <a:close/>
                </a:path>
                <a:path w="245745" h="365125">
                  <a:moveTo>
                    <a:pt x="158242" y="107289"/>
                  </a:moveTo>
                  <a:lnTo>
                    <a:pt x="151955" y="104063"/>
                  </a:lnTo>
                  <a:lnTo>
                    <a:pt x="146011" y="114427"/>
                  </a:lnTo>
                  <a:lnTo>
                    <a:pt x="156133" y="118313"/>
                  </a:lnTo>
                  <a:lnTo>
                    <a:pt x="157327" y="112052"/>
                  </a:lnTo>
                  <a:lnTo>
                    <a:pt x="158242" y="107289"/>
                  </a:lnTo>
                  <a:close/>
                </a:path>
                <a:path w="245745" h="365125">
                  <a:moveTo>
                    <a:pt x="158343" y="84772"/>
                  </a:moveTo>
                  <a:lnTo>
                    <a:pt x="157708" y="84772"/>
                  </a:lnTo>
                  <a:lnTo>
                    <a:pt x="157708" y="85267"/>
                  </a:lnTo>
                  <a:lnTo>
                    <a:pt x="158026" y="85267"/>
                  </a:lnTo>
                  <a:lnTo>
                    <a:pt x="158343" y="85267"/>
                  </a:lnTo>
                  <a:lnTo>
                    <a:pt x="158343" y="84772"/>
                  </a:lnTo>
                  <a:close/>
                </a:path>
                <a:path w="245745" h="365125">
                  <a:moveTo>
                    <a:pt x="160553" y="181051"/>
                  </a:moveTo>
                  <a:lnTo>
                    <a:pt x="158775" y="181051"/>
                  </a:lnTo>
                  <a:lnTo>
                    <a:pt x="158775" y="182448"/>
                  </a:lnTo>
                  <a:lnTo>
                    <a:pt x="159664" y="182448"/>
                  </a:lnTo>
                  <a:lnTo>
                    <a:pt x="160553" y="182448"/>
                  </a:lnTo>
                  <a:lnTo>
                    <a:pt x="160553" y="181051"/>
                  </a:lnTo>
                  <a:close/>
                </a:path>
                <a:path w="245745" h="365125">
                  <a:moveTo>
                    <a:pt x="169875" y="63855"/>
                  </a:moveTo>
                  <a:lnTo>
                    <a:pt x="167741" y="60820"/>
                  </a:lnTo>
                  <a:lnTo>
                    <a:pt x="160680" y="60934"/>
                  </a:lnTo>
                  <a:lnTo>
                    <a:pt x="158610" y="64439"/>
                  </a:lnTo>
                  <a:lnTo>
                    <a:pt x="161937" y="70218"/>
                  </a:lnTo>
                  <a:lnTo>
                    <a:pt x="165569" y="69672"/>
                  </a:lnTo>
                  <a:lnTo>
                    <a:pt x="167373" y="67233"/>
                  </a:lnTo>
                  <a:lnTo>
                    <a:pt x="169875" y="63855"/>
                  </a:lnTo>
                  <a:close/>
                </a:path>
                <a:path w="245745" h="365125">
                  <a:moveTo>
                    <a:pt x="170738" y="147205"/>
                  </a:moveTo>
                  <a:lnTo>
                    <a:pt x="169862" y="147205"/>
                  </a:lnTo>
                  <a:lnTo>
                    <a:pt x="169862" y="147916"/>
                  </a:lnTo>
                  <a:lnTo>
                    <a:pt x="170294" y="147916"/>
                  </a:lnTo>
                  <a:lnTo>
                    <a:pt x="170738" y="147916"/>
                  </a:lnTo>
                  <a:lnTo>
                    <a:pt x="170738" y="147205"/>
                  </a:lnTo>
                  <a:close/>
                </a:path>
                <a:path w="245745" h="365125">
                  <a:moveTo>
                    <a:pt x="174967" y="26949"/>
                  </a:moveTo>
                  <a:lnTo>
                    <a:pt x="167259" y="26949"/>
                  </a:lnTo>
                  <a:lnTo>
                    <a:pt x="167259" y="33045"/>
                  </a:lnTo>
                  <a:lnTo>
                    <a:pt x="171119" y="33045"/>
                  </a:lnTo>
                  <a:lnTo>
                    <a:pt x="174967" y="33045"/>
                  </a:lnTo>
                  <a:lnTo>
                    <a:pt x="174967" y="26949"/>
                  </a:lnTo>
                  <a:close/>
                </a:path>
                <a:path w="245745" h="365125">
                  <a:moveTo>
                    <a:pt x="177330" y="48539"/>
                  </a:moveTo>
                  <a:lnTo>
                    <a:pt x="171983" y="41579"/>
                  </a:lnTo>
                  <a:lnTo>
                    <a:pt x="169773" y="41490"/>
                  </a:lnTo>
                  <a:lnTo>
                    <a:pt x="169773" y="50863"/>
                  </a:lnTo>
                  <a:lnTo>
                    <a:pt x="169773" y="41490"/>
                  </a:lnTo>
                  <a:lnTo>
                    <a:pt x="169049" y="41465"/>
                  </a:lnTo>
                  <a:lnTo>
                    <a:pt x="169049" y="51041"/>
                  </a:lnTo>
                  <a:lnTo>
                    <a:pt x="168871" y="51079"/>
                  </a:lnTo>
                  <a:lnTo>
                    <a:pt x="168719" y="50698"/>
                  </a:lnTo>
                  <a:lnTo>
                    <a:pt x="168630" y="50520"/>
                  </a:lnTo>
                  <a:lnTo>
                    <a:pt x="168998" y="50228"/>
                  </a:lnTo>
                  <a:lnTo>
                    <a:pt x="169049" y="51041"/>
                  </a:lnTo>
                  <a:lnTo>
                    <a:pt x="169049" y="41465"/>
                  </a:lnTo>
                  <a:lnTo>
                    <a:pt x="166903" y="41363"/>
                  </a:lnTo>
                  <a:lnTo>
                    <a:pt x="160210" y="47078"/>
                  </a:lnTo>
                  <a:lnTo>
                    <a:pt x="159283" y="52184"/>
                  </a:lnTo>
                  <a:lnTo>
                    <a:pt x="164922" y="58521"/>
                  </a:lnTo>
                  <a:lnTo>
                    <a:pt x="169519" y="59372"/>
                  </a:lnTo>
                  <a:lnTo>
                    <a:pt x="170853" y="58470"/>
                  </a:lnTo>
                  <a:lnTo>
                    <a:pt x="171945" y="59334"/>
                  </a:lnTo>
                  <a:lnTo>
                    <a:pt x="174586" y="55930"/>
                  </a:lnTo>
                  <a:lnTo>
                    <a:pt x="176580" y="54571"/>
                  </a:lnTo>
                  <a:lnTo>
                    <a:pt x="176161" y="53898"/>
                  </a:lnTo>
                  <a:lnTo>
                    <a:pt x="177025" y="52781"/>
                  </a:lnTo>
                  <a:lnTo>
                    <a:pt x="177279" y="49276"/>
                  </a:lnTo>
                  <a:lnTo>
                    <a:pt x="177330" y="48539"/>
                  </a:lnTo>
                  <a:close/>
                </a:path>
                <a:path w="245745" h="365125">
                  <a:moveTo>
                    <a:pt x="179578" y="154673"/>
                  </a:moveTo>
                  <a:lnTo>
                    <a:pt x="165938" y="154673"/>
                  </a:lnTo>
                  <a:lnTo>
                    <a:pt x="165925" y="165468"/>
                  </a:lnTo>
                  <a:lnTo>
                    <a:pt x="172758" y="165468"/>
                  </a:lnTo>
                  <a:lnTo>
                    <a:pt x="179565" y="165468"/>
                  </a:lnTo>
                  <a:lnTo>
                    <a:pt x="179578" y="154673"/>
                  </a:lnTo>
                  <a:close/>
                </a:path>
                <a:path w="245745" h="365125">
                  <a:moveTo>
                    <a:pt x="180809" y="136652"/>
                  </a:moveTo>
                  <a:lnTo>
                    <a:pt x="180416" y="134747"/>
                  </a:lnTo>
                  <a:lnTo>
                    <a:pt x="180289" y="134213"/>
                  </a:lnTo>
                  <a:lnTo>
                    <a:pt x="180187" y="133692"/>
                  </a:lnTo>
                  <a:lnTo>
                    <a:pt x="179908" y="132384"/>
                  </a:lnTo>
                  <a:lnTo>
                    <a:pt x="178689" y="132384"/>
                  </a:lnTo>
                  <a:lnTo>
                    <a:pt x="178409" y="133692"/>
                  </a:lnTo>
                  <a:lnTo>
                    <a:pt x="178308" y="134213"/>
                  </a:lnTo>
                  <a:lnTo>
                    <a:pt x="177787" y="136626"/>
                  </a:lnTo>
                  <a:lnTo>
                    <a:pt x="180809" y="136652"/>
                  </a:lnTo>
                  <a:close/>
                </a:path>
                <a:path w="245745" h="365125">
                  <a:moveTo>
                    <a:pt x="183705" y="118122"/>
                  </a:moveTo>
                  <a:lnTo>
                    <a:pt x="183083" y="118122"/>
                  </a:lnTo>
                  <a:lnTo>
                    <a:pt x="183083" y="118630"/>
                  </a:lnTo>
                  <a:lnTo>
                    <a:pt x="183388" y="118630"/>
                  </a:lnTo>
                  <a:lnTo>
                    <a:pt x="183705" y="118630"/>
                  </a:lnTo>
                  <a:lnTo>
                    <a:pt x="183705" y="118122"/>
                  </a:lnTo>
                  <a:close/>
                </a:path>
                <a:path w="245745" h="365125">
                  <a:moveTo>
                    <a:pt x="185331" y="21717"/>
                  </a:moveTo>
                  <a:lnTo>
                    <a:pt x="184454" y="21577"/>
                  </a:lnTo>
                  <a:lnTo>
                    <a:pt x="184188" y="21551"/>
                  </a:lnTo>
                  <a:lnTo>
                    <a:pt x="183934" y="21501"/>
                  </a:lnTo>
                  <a:lnTo>
                    <a:pt x="183667" y="21475"/>
                  </a:lnTo>
                  <a:lnTo>
                    <a:pt x="182003" y="21234"/>
                  </a:lnTo>
                  <a:lnTo>
                    <a:pt x="181991" y="23749"/>
                  </a:lnTo>
                  <a:lnTo>
                    <a:pt x="183667" y="23507"/>
                  </a:lnTo>
                  <a:lnTo>
                    <a:pt x="183934" y="23456"/>
                  </a:lnTo>
                  <a:lnTo>
                    <a:pt x="184188" y="23431"/>
                  </a:lnTo>
                  <a:lnTo>
                    <a:pt x="184454" y="23393"/>
                  </a:lnTo>
                  <a:lnTo>
                    <a:pt x="185331" y="23266"/>
                  </a:lnTo>
                  <a:lnTo>
                    <a:pt x="185331" y="21717"/>
                  </a:lnTo>
                  <a:close/>
                </a:path>
                <a:path w="245745" h="365125">
                  <a:moveTo>
                    <a:pt x="187820" y="87655"/>
                  </a:moveTo>
                  <a:lnTo>
                    <a:pt x="184429" y="86258"/>
                  </a:lnTo>
                  <a:lnTo>
                    <a:pt x="183375" y="88214"/>
                  </a:lnTo>
                  <a:lnTo>
                    <a:pt x="181787" y="91173"/>
                  </a:lnTo>
                  <a:lnTo>
                    <a:pt x="181038" y="95491"/>
                  </a:lnTo>
                  <a:lnTo>
                    <a:pt x="184683" y="99352"/>
                  </a:lnTo>
                  <a:lnTo>
                    <a:pt x="186994" y="98475"/>
                  </a:lnTo>
                  <a:lnTo>
                    <a:pt x="186740" y="94170"/>
                  </a:lnTo>
                  <a:lnTo>
                    <a:pt x="185915" y="92290"/>
                  </a:lnTo>
                  <a:lnTo>
                    <a:pt x="187820" y="87655"/>
                  </a:lnTo>
                  <a:close/>
                </a:path>
                <a:path w="245745" h="365125">
                  <a:moveTo>
                    <a:pt x="195808" y="63233"/>
                  </a:moveTo>
                  <a:lnTo>
                    <a:pt x="195516" y="63233"/>
                  </a:lnTo>
                  <a:lnTo>
                    <a:pt x="195516" y="63461"/>
                  </a:lnTo>
                  <a:lnTo>
                    <a:pt x="195668" y="63461"/>
                  </a:lnTo>
                  <a:lnTo>
                    <a:pt x="195808" y="63461"/>
                  </a:lnTo>
                  <a:lnTo>
                    <a:pt x="195808" y="63233"/>
                  </a:lnTo>
                  <a:close/>
                </a:path>
                <a:path w="245745" h="365125">
                  <a:moveTo>
                    <a:pt x="200888" y="75603"/>
                  </a:moveTo>
                  <a:lnTo>
                    <a:pt x="200266" y="75603"/>
                  </a:lnTo>
                  <a:lnTo>
                    <a:pt x="200266" y="76098"/>
                  </a:lnTo>
                  <a:lnTo>
                    <a:pt x="200571" y="76098"/>
                  </a:lnTo>
                  <a:lnTo>
                    <a:pt x="200888" y="76098"/>
                  </a:lnTo>
                  <a:lnTo>
                    <a:pt x="200888" y="75603"/>
                  </a:lnTo>
                  <a:close/>
                </a:path>
                <a:path w="245745" h="365125">
                  <a:moveTo>
                    <a:pt x="200888" y="71424"/>
                  </a:moveTo>
                  <a:lnTo>
                    <a:pt x="200266" y="71424"/>
                  </a:lnTo>
                  <a:lnTo>
                    <a:pt x="200266" y="71932"/>
                  </a:lnTo>
                  <a:lnTo>
                    <a:pt x="200571" y="71932"/>
                  </a:lnTo>
                  <a:lnTo>
                    <a:pt x="200888" y="71932"/>
                  </a:lnTo>
                  <a:lnTo>
                    <a:pt x="200888" y="71424"/>
                  </a:lnTo>
                  <a:close/>
                </a:path>
                <a:path w="245745" h="365125">
                  <a:moveTo>
                    <a:pt x="202272" y="15887"/>
                  </a:moveTo>
                  <a:lnTo>
                    <a:pt x="199199" y="12788"/>
                  </a:lnTo>
                  <a:lnTo>
                    <a:pt x="196062" y="14109"/>
                  </a:lnTo>
                  <a:lnTo>
                    <a:pt x="196062" y="19189"/>
                  </a:lnTo>
                  <a:lnTo>
                    <a:pt x="199199" y="20510"/>
                  </a:lnTo>
                  <a:lnTo>
                    <a:pt x="200977" y="18719"/>
                  </a:lnTo>
                  <a:lnTo>
                    <a:pt x="202260" y="17424"/>
                  </a:lnTo>
                  <a:lnTo>
                    <a:pt x="202272" y="15887"/>
                  </a:lnTo>
                  <a:close/>
                </a:path>
                <a:path w="245745" h="365125">
                  <a:moveTo>
                    <a:pt x="204076" y="45554"/>
                  </a:moveTo>
                  <a:lnTo>
                    <a:pt x="200050" y="41402"/>
                  </a:lnTo>
                  <a:lnTo>
                    <a:pt x="197675" y="44589"/>
                  </a:lnTo>
                  <a:lnTo>
                    <a:pt x="197167" y="45275"/>
                  </a:lnTo>
                  <a:lnTo>
                    <a:pt x="197027" y="45821"/>
                  </a:lnTo>
                  <a:lnTo>
                    <a:pt x="196913" y="47688"/>
                  </a:lnTo>
                  <a:lnTo>
                    <a:pt x="197929" y="48729"/>
                  </a:lnTo>
                  <a:lnTo>
                    <a:pt x="199758" y="48602"/>
                  </a:lnTo>
                  <a:lnTo>
                    <a:pt x="200304" y="48475"/>
                  </a:lnTo>
                  <a:lnTo>
                    <a:pt x="204076" y="45554"/>
                  </a:lnTo>
                  <a:close/>
                </a:path>
                <a:path w="245745" h="365125">
                  <a:moveTo>
                    <a:pt x="205079" y="120294"/>
                  </a:moveTo>
                  <a:lnTo>
                    <a:pt x="202603" y="120281"/>
                  </a:lnTo>
                  <a:lnTo>
                    <a:pt x="202844" y="121996"/>
                  </a:lnTo>
                  <a:lnTo>
                    <a:pt x="202895" y="122262"/>
                  </a:lnTo>
                  <a:lnTo>
                    <a:pt x="202920" y="122529"/>
                  </a:lnTo>
                  <a:lnTo>
                    <a:pt x="202958" y="122796"/>
                  </a:lnTo>
                  <a:lnTo>
                    <a:pt x="203085" y="123685"/>
                  </a:lnTo>
                  <a:lnTo>
                    <a:pt x="204609" y="123685"/>
                  </a:lnTo>
                  <a:lnTo>
                    <a:pt x="204774" y="122529"/>
                  </a:lnTo>
                  <a:lnTo>
                    <a:pt x="204812" y="122262"/>
                  </a:lnTo>
                  <a:lnTo>
                    <a:pt x="204851" y="121996"/>
                  </a:lnTo>
                  <a:lnTo>
                    <a:pt x="205079" y="120294"/>
                  </a:lnTo>
                  <a:close/>
                </a:path>
                <a:path w="245745" h="365125">
                  <a:moveTo>
                    <a:pt x="206209" y="114808"/>
                  </a:moveTo>
                  <a:lnTo>
                    <a:pt x="205003" y="114630"/>
                  </a:lnTo>
                  <a:lnTo>
                    <a:pt x="204736" y="114592"/>
                  </a:lnTo>
                  <a:lnTo>
                    <a:pt x="204482" y="114554"/>
                  </a:lnTo>
                  <a:lnTo>
                    <a:pt x="204216" y="114515"/>
                  </a:lnTo>
                  <a:lnTo>
                    <a:pt x="201980" y="114198"/>
                  </a:lnTo>
                  <a:lnTo>
                    <a:pt x="201980" y="117551"/>
                  </a:lnTo>
                  <a:lnTo>
                    <a:pt x="204216" y="117233"/>
                  </a:lnTo>
                  <a:lnTo>
                    <a:pt x="204482" y="117195"/>
                  </a:lnTo>
                  <a:lnTo>
                    <a:pt x="204736" y="117157"/>
                  </a:lnTo>
                  <a:lnTo>
                    <a:pt x="205003" y="117119"/>
                  </a:lnTo>
                  <a:lnTo>
                    <a:pt x="206209" y="116941"/>
                  </a:lnTo>
                  <a:lnTo>
                    <a:pt x="206209" y="114808"/>
                  </a:lnTo>
                  <a:close/>
                </a:path>
                <a:path w="245745" h="365125">
                  <a:moveTo>
                    <a:pt x="210566" y="151561"/>
                  </a:moveTo>
                  <a:lnTo>
                    <a:pt x="210515" y="150863"/>
                  </a:lnTo>
                  <a:lnTo>
                    <a:pt x="209461" y="148285"/>
                  </a:lnTo>
                  <a:lnTo>
                    <a:pt x="208064" y="147256"/>
                  </a:lnTo>
                  <a:lnTo>
                    <a:pt x="204927" y="147980"/>
                  </a:lnTo>
                  <a:lnTo>
                    <a:pt x="204152" y="148590"/>
                  </a:lnTo>
                  <a:lnTo>
                    <a:pt x="200926" y="151511"/>
                  </a:lnTo>
                  <a:lnTo>
                    <a:pt x="201968" y="155371"/>
                  </a:lnTo>
                  <a:lnTo>
                    <a:pt x="207543" y="157759"/>
                  </a:lnTo>
                  <a:lnTo>
                    <a:pt x="210172" y="155524"/>
                  </a:lnTo>
                  <a:lnTo>
                    <a:pt x="210477" y="152514"/>
                  </a:lnTo>
                  <a:lnTo>
                    <a:pt x="210566" y="151561"/>
                  </a:lnTo>
                  <a:close/>
                </a:path>
                <a:path w="245745" h="365125">
                  <a:moveTo>
                    <a:pt x="211455" y="143903"/>
                  </a:moveTo>
                  <a:lnTo>
                    <a:pt x="210959" y="143903"/>
                  </a:lnTo>
                  <a:lnTo>
                    <a:pt x="210959" y="145389"/>
                  </a:lnTo>
                  <a:lnTo>
                    <a:pt x="211455" y="145389"/>
                  </a:lnTo>
                  <a:lnTo>
                    <a:pt x="211455" y="145059"/>
                  </a:lnTo>
                  <a:lnTo>
                    <a:pt x="211455" y="143903"/>
                  </a:lnTo>
                  <a:close/>
                </a:path>
                <a:path w="245745" h="365125">
                  <a:moveTo>
                    <a:pt x="214909" y="98971"/>
                  </a:moveTo>
                  <a:lnTo>
                    <a:pt x="214668" y="97243"/>
                  </a:lnTo>
                  <a:lnTo>
                    <a:pt x="214630" y="96977"/>
                  </a:lnTo>
                  <a:lnTo>
                    <a:pt x="214553" y="96443"/>
                  </a:lnTo>
                  <a:lnTo>
                    <a:pt x="214439" y="95554"/>
                  </a:lnTo>
                  <a:lnTo>
                    <a:pt x="213499" y="95554"/>
                  </a:lnTo>
                  <a:lnTo>
                    <a:pt x="214198" y="94615"/>
                  </a:lnTo>
                  <a:lnTo>
                    <a:pt x="213779" y="93243"/>
                  </a:lnTo>
                  <a:lnTo>
                    <a:pt x="213106" y="91109"/>
                  </a:lnTo>
                  <a:lnTo>
                    <a:pt x="208457" y="88696"/>
                  </a:lnTo>
                  <a:lnTo>
                    <a:pt x="205257" y="88658"/>
                  </a:lnTo>
                  <a:lnTo>
                    <a:pt x="200812" y="94246"/>
                  </a:lnTo>
                  <a:lnTo>
                    <a:pt x="201129" y="98158"/>
                  </a:lnTo>
                  <a:lnTo>
                    <a:pt x="209016" y="103657"/>
                  </a:lnTo>
                  <a:lnTo>
                    <a:pt x="213944" y="98971"/>
                  </a:lnTo>
                  <a:lnTo>
                    <a:pt x="214909" y="98971"/>
                  </a:lnTo>
                  <a:close/>
                </a:path>
                <a:path w="245745" h="365125">
                  <a:moveTo>
                    <a:pt x="220814" y="18681"/>
                  </a:moveTo>
                  <a:lnTo>
                    <a:pt x="219621" y="18681"/>
                  </a:lnTo>
                  <a:lnTo>
                    <a:pt x="219621" y="19621"/>
                  </a:lnTo>
                  <a:lnTo>
                    <a:pt x="220218" y="19621"/>
                  </a:lnTo>
                  <a:lnTo>
                    <a:pt x="220814" y="19621"/>
                  </a:lnTo>
                  <a:lnTo>
                    <a:pt x="220814" y="18681"/>
                  </a:lnTo>
                  <a:close/>
                </a:path>
                <a:path w="245745" h="365125">
                  <a:moveTo>
                    <a:pt x="222084" y="59004"/>
                  </a:moveTo>
                  <a:lnTo>
                    <a:pt x="218097" y="57492"/>
                  </a:lnTo>
                  <a:lnTo>
                    <a:pt x="213423" y="63030"/>
                  </a:lnTo>
                  <a:lnTo>
                    <a:pt x="211493" y="67449"/>
                  </a:lnTo>
                  <a:lnTo>
                    <a:pt x="211823" y="69977"/>
                  </a:lnTo>
                  <a:lnTo>
                    <a:pt x="215773" y="72339"/>
                  </a:lnTo>
                  <a:lnTo>
                    <a:pt x="218833" y="71856"/>
                  </a:lnTo>
                  <a:lnTo>
                    <a:pt x="219773" y="69697"/>
                  </a:lnTo>
                  <a:lnTo>
                    <a:pt x="220941" y="67030"/>
                  </a:lnTo>
                  <a:lnTo>
                    <a:pt x="221386" y="64579"/>
                  </a:lnTo>
                  <a:lnTo>
                    <a:pt x="222084" y="59004"/>
                  </a:lnTo>
                  <a:close/>
                </a:path>
                <a:path w="245745" h="365125">
                  <a:moveTo>
                    <a:pt x="223697" y="290728"/>
                  </a:moveTo>
                  <a:lnTo>
                    <a:pt x="223062" y="290728"/>
                  </a:lnTo>
                  <a:lnTo>
                    <a:pt x="223062" y="291236"/>
                  </a:lnTo>
                  <a:lnTo>
                    <a:pt x="223380" y="291236"/>
                  </a:lnTo>
                  <a:lnTo>
                    <a:pt x="223697" y="291236"/>
                  </a:lnTo>
                  <a:lnTo>
                    <a:pt x="223697" y="290728"/>
                  </a:lnTo>
                  <a:close/>
                </a:path>
                <a:path w="245745" h="365125">
                  <a:moveTo>
                    <a:pt x="223786" y="33502"/>
                  </a:moveTo>
                  <a:lnTo>
                    <a:pt x="219887" y="31877"/>
                  </a:lnTo>
                  <a:lnTo>
                    <a:pt x="217690" y="34086"/>
                  </a:lnTo>
                  <a:lnTo>
                    <a:pt x="216128" y="35661"/>
                  </a:lnTo>
                  <a:lnTo>
                    <a:pt x="216128" y="37655"/>
                  </a:lnTo>
                  <a:lnTo>
                    <a:pt x="219887" y="41452"/>
                  </a:lnTo>
                  <a:lnTo>
                    <a:pt x="223786" y="39814"/>
                  </a:lnTo>
                  <a:lnTo>
                    <a:pt x="223786" y="33502"/>
                  </a:lnTo>
                  <a:close/>
                </a:path>
                <a:path w="245745" h="365125">
                  <a:moveTo>
                    <a:pt x="226415" y="7670"/>
                  </a:moveTo>
                  <a:lnTo>
                    <a:pt x="225336" y="4457"/>
                  </a:lnTo>
                  <a:lnTo>
                    <a:pt x="222631" y="2667"/>
                  </a:lnTo>
                  <a:lnTo>
                    <a:pt x="218605" y="0"/>
                  </a:lnTo>
                  <a:lnTo>
                    <a:pt x="214160" y="1854"/>
                  </a:lnTo>
                  <a:lnTo>
                    <a:pt x="211162" y="9118"/>
                  </a:lnTo>
                  <a:lnTo>
                    <a:pt x="213296" y="12763"/>
                  </a:lnTo>
                  <a:lnTo>
                    <a:pt x="220675" y="15557"/>
                  </a:lnTo>
                  <a:lnTo>
                    <a:pt x="224129" y="13462"/>
                  </a:lnTo>
                  <a:lnTo>
                    <a:pt x="226415" y="7670"/>
                  </a:lnTo>
                  <a:close/>
                </a:path>
                <a:path w="245745" h="365125">
                  <a:moveTo>
                    <a:pt x="238340" y="295109"/>
                  </a:moveTo>
                  <a:lnTo>
                    <a:pt x="234073" y="290715"/>
                  </a:lnTo>
                  <a:lnTo>
                    <a:pt x="232029" y="293966"/>
                  </a:lnTo>
                  <a:lnTo>
                    <a:pt x="231686" y="294500"/>
                  </a:lnTo>
                  <a:lnTo>
                    <a:pt x="231521" y="294868"/>
                  </a:lnTo>
                  <a:lnTo>
                    <a:pt x="231178" y="296976"/>
                  </a:lnTo>
                  <a:lnTo>
                    <a:pt x="232232" y="298043"/>
                  </a:lnTo>
                  <a:lnTo>
                    <a:pt x="234289" y="297688"/>
                  </a:lnTo>
                  <a:lnTo>
                    <a:pt x="234657" y="297510"/>
                  </a:lnTo>
                  <a:lnTo>
                    <a:pt x="238340" y="295109"/>
                  </a:lnTo>
                  <a:close/>
                </a:path>
                <a:path w="245745" h="365125">
                  <a:moveTo>
                    <a:pt x="242684" y="361886"/>
                  </a:moveTo>
                  <a:lnTo>
                    <a:pt x="237782" y="360680"/>
                  </a:lnTo>
                  <a:lnTo>
                    <a:pt x="237769" y="364693"/>
                  </a:lnTo>
                  <a:lnTo>
                    <a:pt x="240131" y="364121"/>
                  </a:lnTo>
                  <a:lnTo>
                    <a:pt x="242684" y="363499"/>
                  </a:lnTo>
                  <a:lnTo>
                    <a:pt x="242684" y="361886"/>
                  </a:lnTo>
                  <a:close/>
                </a:path>
                <a:path w="245745" h="365125">
                  <a:moveTo>
                    <a:pt x="245287" y="322516"/>
                  </a:moveTo>
                  <a:lnTo>
                    <a:pt x="243611" y="319773"/>
                  </a:lnTo>
                  <a:lnTo>
                    <a:pt x="242112" y="321195"/>
                  </a:lnTo>
                  <a:lnTo>
                    <a:pt x="241998" y="321322"/>
                  </a:lnTo>
                  <a:lnTo>
                    <a:pt x="241693" y="321614"/>
                  </a:lnTo>
                  <a:lnTo>
                    <a:pt x="241592" y="322084"/>
                  </a:lnTo>
                  <a:lnTo>
                    <a:pt x="241909" y="323291"/>
                  </a:lnTo>
                  <a:lnTo>
                    <a:pt x="242633" y="323926"/>
                  </a:lnTo>
                  <a:lnTo>
                    <a:pt x="243471" y="323824"/>
                  </a:lnTo>
                  <a:lnTo>
                    <a:pt x="243370" y="323227"/>
                  </a:lnTo>
                  <a:lnTo>
                    <a:pt x="245287" y="322516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5629516" y="7741341"/>
              <a:ext cx="27305" cy="289560"/>
            </a:xfrm>
            <a:custGeom>
              <a:avLst/>
              <a:gdLst/>
              <a:ahLst/>
              <a:cxnLst/>
              <a:rect l="l" t="t" r="r" b="b"/>
              <a:pathLst>
                <a:path w="27304" h="289559">
                  <a:moveTo>
                    <a:pt x="4940" y="288505"/>
                  </a:moveTo>
                  <a:lnTo>
                    <a:pt x="4305" y="288505"/>
                  </a:lnTo>
                  <a:lnTo>
                    <a:pt x="4305" y="289013"/>
                  </a:lnTo>
                  <a:lnTo>
                    <a:pt x="4622" y="289013"/>
                  </a:lnTo>
                  <a:lnTo>
                    <a:pt x="4940" y="289013"/>
                  </a:lnTo>
                  <a:lnTo>
                    <a:pt x="4940" y="288505"/>
                  </a:lnTo>
                  <a:close/>
                </a:path>
                <a:path w="27304" h="289559">
                  <a:moveTo>
                    <a:pt x="6705" y="247789"/>
                  </a:moveTo>
                  <a:lnTo>
                    <a:pt x="5778" y="246583"/>
                  </a:lnTo>
                  <a:lnTo>
                    <a:pt x="0" y="250190"/>
                  </a:lnTo>
                  <a:lnTo>
                    <a:pt x="1651" y="252463"/>
                  </a:lnTo>
                  <a:lnTo>
                    <a:pt x="2984" y="251218"/>
                  </a:lnTo>
                  <a:lnTo>
                    <a:pt x="3987" y="250304"/>
                  </a:lnTo>
                  <a:lnTo>
                    <a:pt x="4991" y="249364"/>
                  </a:lnTo>
                  <a:lnTo>
                    <a:pt x="6705" y="247789"/>
                  </a:lnTo>
                  <a:close/>
                </a:path>
                <a:path w="27304" h="289559">
                  <a:moveTo>
                    <a:pt x="9029" y="151752"/>
                  </a:moveTo>
                  <a:lnTo>
                    <a:pt x="8394" y="151752"/>
                  </a:lnTo>
                  <a:lnTo>
                    <a:pt x="8394" y="152260"/>
                  </a:lnTo>
                  <a:lnTo>
                    <a:pt x="8712" y="152260"/>
                  </a:lnTo>
                  <a:lnTo>
                    <a:pt x="9029" y="152260"/>
                  </a:lnTo>
                  <a:lnTo>
                    <a:pt x="9029" y="151752"/>
                  </a:lnTo>
                  <a:close/>
                </a:path>
                <a:path w="27304" h="289559">
                  <a:moveTo>
                    <a:pt x="9842" y="275170"/>
                  </a:moveTo>
                  <a:lnTo>
                    <a:pt x="9220" y="275170"/>
                  </a:lnTo>
                  <a:lnTo>
                    <a:pt x="9220" y="275666"/>
                  </a:lnTo>
                  <a:lnTo>
                    <a:pt x="9525" y="275666"/>
                  </a:lnTo>
                  <a:lnTo>
                    <a:pt x="9842" y="275666"/>
                  </a:lnTo>
                  <a:lnTo>
                    <a:pt x="9842" y="275170"/>
                  </a:lnTo>
                  <a:close/>
                </a:path>
                <a:path w="27304" h="289559">
                  <a:moveTo>
                    <a:pt x="9867" y="258838"/>
                  </a:moveTo>
                  <a:lnTo>
                    <a:pt x="5918" y="258838"/>
                  </a:lnTo>
                  <a:lnTo>
                    <a:pt x="5918" y="261975"/>
                  </a:lnTo>
                  <a:lnTo>
                    <a:pt x="7899" y="261975"/>
                  </a:lnTo>
                  <a:lnTo>
                    <a:pt x="9867" y="261975"/>
                  </a:lnTo>
                  <a:lnTo>
                    <a:pt x="9867" y="258838"/>
                  </a:lnTo>
                  <a:close/>
                </a:path>
                <a:path w="27304" h="289559">
                  <a:moveTo>
                    <a:pt x="10706" y="212318"/>
                  </a:moveTo>
                  <a:lnTo>
                    <a:pt x="5080" y="212318"/>
                  </a:lnTo>
                  <a:lnTo>
                    <a:pt x="5080" y="216776"/>
                  </a:lnTo>
                  <a:lnTo>
                    <a:pt x="7899" y="216776"/>
                  </a:lnTo>
                  <a:lnTo>
                    <a:pt x="10706" y="216776"/>
                  </a:lnTo>
                  <a:lnTo>
                    <a:pt x="10706" y="212318"/>
                  </a:lnTo>
                  <a:close/>
                </a:path>
                <a:path w="27304" h="289559">
                  <a:moveTo>
                    <a:pt x="11074" y="231838"/>
                  </a:moveTo>
                  <a:lnTo>
                    <a:pt x="9601" y="230314"/>
                  </a:lnTo>
                  <a:lnTo>
                    <a:pt x="8496" y="229171"/>
                  </a:lnTo>
                  <a:lnTo>
                    <a:pt x="7289" y="229171"/>
                  </a:lnTo>
                  <a:lnTo>
                    <a:pt x="4711" y="231838"/>
                  </a:lnTo>
                  <a:lnTo>
                    <a:pt x="5791" y="234518"/>
                  </a:lnTo>
                  <a:lnTo>
                    <a:pt x="9994" y="234518"/>
                  </a:lnTo>
                  <a:lnTo>
                    <a:pt x="11074" y="231838"/>
                  </a:lnTo>
                  <a:close/>
                </a:path>
                <a:path w="27304" h="289559">
                  <a:moveTo>
                    <a:pt x="12801" y="143586"/>
                  </a:moveTo>
                  <a:lnTo>
                    <a:pt x="6273" y="143586"/>
                  </a:lnTo>
                  <a:lnTo>
                    <a:pt x="6261" y="148755"/>
                  </a:lnTo>
                  <a:lnTo>
                    <a:pt x="9525" y="148755"/>
                  </a:lnTo>
                  <a:lnTo>
                    <a:pt x="12788" y="148755"/>
                  </a:lnTo>
                  <a:lnTo>
                    <a:pt x="12801" y="143586"/>
                  </a:lnTo>
                  <a:close/>
                </a:path>
                <a:path w="27304" h="289559">
                  <a:moveTo>
                    <a:pt x="14757" y="178435"/>
                  </a:moveTo>
                  <a:lnTo>
                    <a:pt x="14122" y="178435"/>
                  </a:lnTo>
                  <a:lnTo>
                    <a:pt x="14122" y="178943"/>
                  </a:lnTo>
                  <a:lnTo>
                    <a:pt x="14439" y="178943"/>
                  </a:lnTo>
                  <a:lnTo>
                    <a:pt x="14757" y="178943"/>
                  </a:lnTo>
                  <a:lnTo>
                    <a:pt x="14757" y="178435"/>
                  </a:lnTo>
                  <a:close/>
                </a:path>
                <a:path w="27304" h="289559">
                  <a:moveTo>
                    <a:pt x="16903" y="0"/>
                  </a:moveTo>
                  <a:lnTo>
                    <a:pt x="16281" y="0"/>
                  </a:lnTo>
                  <a:lnTo>
                    <a:pt x="16281" y="508"/>
                  </a:lnTo>
                  <a:lnTo>
                    <a:pt x="16598" y="508"/>
                  </a:lnTo>
                  <a:lnTo>
                    <a:pt x="16903" y="508"/>
                  </a:lnTo>
                  <a:lnTo>
                    <a:pt x="16903" y="0"/>
                  </a:lnTo>
                  <a:close/>
                </a:path>
                <a:path w="27304" h="289559">
                  <a:moveTo>
                    <a:pt x="23761" y="174955"/>
                  </a:moveTo>
                  <a:lnTo>
                    <a:pt x="21717" y="174485"/>
                  </a:lnTo>
                  <a:lnTo>
                    <a:pt x="17538" y="173583"/>
                  </a:lnTo>
                  <a:lnTo>
                    <a:pt x="17513" y="178816"/>
                  </a:lnTo>
                  <a:lnTo>
                    <a:pt x="20688" y="178117"/>
                  </a:lnTo>
                  <a:lnTo>
                    <a:pt x="21717" y="177888"/>
                  </a:lnTo>
                  <a:lnTo>
                    <a:pt x="22237" y="177774"/>
                  </a:lnTo>
                  <a:lnTo>
                    <a:pt x="23761" y="177431"/>
                  </a:lnTo>
                  <a:lnTo>
                    <a:pt x="23761" y="174955"/>
                  </a:lnTo>
                  <a:close/>
                </a:path>
                <a:path w="27304" h="289559">
                  <a:moveTo>
                    <a:pt x="25412" y="84912"/>
                  </a:moveTo>
                  <a:lnTo>
                    <a:pt x="21272" y="84912"/>
                  </a:lnTo>
                  <a:lnTo>
                    <a:pt x="21272" y="88201"/>
                  </a:lnTo>
                  <a:lnTo>
                    <a:pt x="23342" y="88201"/>
                  </a:lnTo>
                  <a:lnTo>
                    <a:pt x="25412" y="88201"/>
                  </a:lnTo>
                  <a:lnTo>
                    <a:pt x="25412" y="84912"/>
                  </a:lnTo>
                  <a:close/>
                </a:path>
                <a:path w="27304" h="289559">
                  <a:moveTo>
                    <a:pt x="26708" y="140754"/>
                  </a:moveTo>
                  <a:lnTo>
                    <a:pt x="21971" y="140754"/>
                  </a:lnTo>
                  <a:lnTo>
                    <a:pt x="21971" y="148259"/>
                  </a:lnTo>
                  <a:lnTo>
                    <a:pt x="26708" y="148259"/>
                  </a:lnTo>
                  <a:lnTo>
                    <a:pt x="26708" y="14075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3" name="object 353" descr=""/>
          <p:cNvSpPr/>
          <p:nvPr/>
        </p:nvSpPr>
        <p:spPr>
          <a:xfrm>
            <a:off x="2780051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 descr=""/>
          <p:cNvSpPr/>
          <p:nvPr/>
        </p:nvSpPr>
        <p:spPr>
          <a:xfrm>
            <a:off x="2687666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 descr=""/>
          <p:cNvSpPr/>
          <p:nvPr/>
        </p:nvSpPr>
        <p:spPr>
          <a:xfrm>
            <a:off x="2595271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 descr=""/>
          <p:cNvSpPr/>
          <p:nvPr/>
        </p:nvSpPr>
        <p:spPr>
          <a:xfrm>
            <a:off x="2502887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2410492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 descr=""/>
          <p:cNvSpPr/>
          <p:nvPr/>
        </p:nvSpPr>
        <p:spPr>
          <a:xfrm>
            <a:off x="2318107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 descr=""/>
          <p:cNvSpPr/>
          <p:nvPr/>
        </p:nvSpPr>
        <p:spPr>
          <a:xfrm>
            <a:off x="2225712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 descr=""/>
          <p:cNvSpPr/>
          <p:nvPr/>
        </p:nvSpPr>
        <p:spPr>
          <a:xfrm>
            <a:off x="2133327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 descr=""/>
          <p:cNvSpPr/>
          <p:nvPr/>
        </p:nvSpPr>
        <p:spPr>
          <a:xfrm>
            <a:off x="2040932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 descr=""/>
          <p:cNvSpPr/>
          <p:nvPr/>
        </p:nvSpPr>
        <p:spPr>
          <a:xfrm>
            <a:off x="1948547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 descr=""/>
          <p:cNvSpPr/>
          <p:nvPr/>
        </p:nvSpPr>
        <p:spPr>
          <a:xfrm>
            <a:off x="1856152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 descr=""/>
          <p:cNvSpPr/>
          <p:nvPr/>
        </p:nvSpPr>
        <p:spPr>
          <a:xfrm>
            <a:off x="1763768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 descr=""/>
          <p:cNvSpPr/>
          <p:nvPr/>
        </p:nvSpPr>
        <p:spPr>
          <a:xfrm>
            <a:off x="1301813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 descr=""/>
          <p:cNvSpPr/>
          <p:nvPr/>
        </p:nvSpPr>
        <p:spPr>
          <a:xfrm>
            <a:off x="1209429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 descr=""/>
          <p:cNvSpPr/>
          <p:nvPr/>
        </p:nvSpPr>
        <p:spPr>
          <a:xfrm>
            <a:off x="1117034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/>
          <p:nvPr/>
        </p:nvSpPr>
        <p:spPr>
          <a:xfrm>
            <a:off x="1037183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 descr=""/>
          <p:cNvSpPr/>
          <p:nvPr/>
        </p:nvSpPr>
        <p:spPr>
          <a:xfrm>
            <a:off x="1671373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 descr=""/>
          <p:cNvSpPr/>
          <p:nvPr/>
        </p:nvSpPr>
        <p:spPr>
          <a:xfrm>
            <a:off x="1578988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 descr=""/>
          <p:cNvSpPr/>
          <p:nvPr/>
        </p:nvSpPr>
        <p:spPr>
          <a:xfrm>
            <a:off x="1486593" y="6782296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 descr=""/>
          <p:cNvSpPr/>
          <p:nvPr/>
        </p:nvSpPr>
        <p:spPr>
          <a:xfrm>
            <a:off x="1012939" y="6782301"/>
            <a:ext cx="1813560" cy="177800"/>
          </a:xfrm>
          <a:custGeom>
            <a:avLst/>
            <a:gdLst/>
            <a:ahLst/>
            <a:cxnLst/>
            <a:rect l="l" t="t" r="r" b="b"/>
            <a:pathLst>
              <a:path w="1813560" h="177800">
                <a:moveTo>
                  <a:pt x="1813521" y="48653"/>
                </a:moveTo>
                <a:lnTo>
                  <a:pt x="1813496" y="23888"/>
                </a:lnTo>
                <a:lnTo>
                  <a:pt x="406336" y="25527"/>
                </a:lnTo>
                <a:lnTo>
                  <a:pt x="406336" y="0"/>
                </a:lnTo>
                <a:lnTo>
                  <a:pt x="381266" y="0"/>
                </a:lnTo>
                <a:lnTo>
                  <a:pt x="381266" y="25565"/>
                </a:lnTo>
                <a:lnTo>
                  <a:pt x="0" y="25996"/>
                </a:lnTo>
                <a:lnTo>
                  <a:pt x="25" y="50774"/>
                </a:lnTo>
                <a:lnTo>
                  <a:pt x="381266" y="50330"/>
                </a:lnTo>
                <a:lnTo>
                  <a:pt x="381266" y="135496"/>
                </a:lnTo>
                <a:lnTo>
                  <a:pt x="0" y="135940"/>
                </a:lnTo>
                <a:lnTo>
                  <a:pt x="25" y="160718"/>
                </a:lnTo>
                <a:lnTo>
                  <a:pt x="381266" y="160274"/>
                </a:lnTo>
                <a:lnTo>
                  <a:pt x="381266" y="177660"/>
                </a:lnTo>
                <a:lnTo>
                  <a:pt x="406336" y="177660"/>
                </a:lnTo>
                <a:lnTo>
                  <a:pt x="406336" y="160248"/>
                </a:lnTo>
                <a:lnTo>
                  <a:pt x="1813521" y="158584"/>
                </a:lnTo>
                <a:lnTo>
                  <a:pt x="1813496" y="133819"/>
                </a:lnTo>
                <a:lnTo>
                  <a:pt x="406336" y="135470"/>
                </a:lnTo>
                <a:lnTo>
                  <a:pt x="406336" y="50304"/>
                </a:lnTo>
                <a:lnTo>
                  <a:pt x="1813521" y="48653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 descr=""/>
          <p:cNvSpPr/>
          <p:nvPr/>
        </p:nvSpPr>
        <p:spPr>
          <a:xfrm>
            <a:off x="4580310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 descr=""/>
          <p:cNvSpPr/>
          <p:nvPr/>
        </p:nvSpPr>
        <p:spPr>
          <a:xfrm>
            <a:off x="4487926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 descr=""/>
          <p:cNvSpPr/>
          <p:nvPr/>
        </p:nvSpPr>
        <p:spPr>
          <a:xfrm>
            <a:off x="4395530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 descr=""/>
          <p:cNvSpPr/>
          <p:nvPr/>
        </p:nvSpPr>
        <p:spPr>
          <a:xfrm>
            <a:off x="4303146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 descr=""/>
          <p:cNvSpPr/>
          <p:nvPr/>
        </p:nvSpPr>
        <p:spPr>
          <a:xfrm>
            <a:off x="421075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 descr=""/>
          <p:cNvSpPr/>
          <p:nvPr/>
        </p:nvSpPr>
        <p:spPr>
          <a:xfrm>
            <a:off x="4118366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 descr=""/>
          <p:cNvSpPr/>
          <p:nvPr/>
        </p:nvSpPr>
        <p:spPr>
          <a:xfrm>
            <a:off x="402597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 descr=""/>
          <p:cNvSpPr/>
          <p:nvPr/>
        </p:nvSpPr>
        <p:spPr>
          <a:xfrm>
            <a:off x="393358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 descr=""/>
          <p:cNvSpPr/>
          <p:nvPr/>
        </p:nvSpPr>
        <p:spPr>
          <a:xfrm>
            <a:off x="384119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 descr=""/>
          <p:cNvSpPr/>
          <p:nvPr/>
        </p:nvSpPr>
        <p:spPr>
          <a:xfrm>
            <a:off x="374880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 descr=""/>
          <p:cNvSpPr/>
          <p:nvPr/>
        </p:nvSpPr>
        <p:spPr>
          <a:xfrm>
            <a:off x="365641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 descr=""/>
          <p:cNvSpPr/>
          <p:nvPr/>
        </p:nvSpPr>
        <p:spPr>
          <a:xfrm>
            <a:off x="356402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 descr=""/>
          <p:cNvSpPr/>
          <p:nvPr/>
        </p:nvSpPr>
        <p:spPr>
          <a:xfrm>
            <a:off x="3102073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object 386" descr=""/>
          <p:cNvSpPr/>
          <p:nvPr/>
        </p:nvSpPr>
        <p:spPr>
          <a:xfrm>
            <a:off x="3009688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 descr=""/>
          <p:cNvSpPr/>
          <p:nvPr/>
        </p:nvSpPr>
        <p:spPr>
          <a:xfrm>
            <a:off x="2917293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 descr=""/>
          <p:cNvSpPr/>
          <p:nvPr/>
        </p:nvSpPr>
        <p:spPr>
          <a:xfrm>
            <a:off x="283744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 descr=""/>
          <p:cNvSpPr/>
          <p:nvPr/>
        </p:nvSpPr>
        <p:spPr>
          <a:xfrm>
            <a:off x="347163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 descr=""/>
          <p:cNvSpPr/>
          <p:nvPr/>
        </p:nvSpPr>
        <p:spPr>
          <a:xfrm>
            <a:off x="337924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 descr=""/>
          <p:cNvSpPr/>
          <p:nvPr/>
        </p:nvSpPr>
        <p:spPr>
          <a:xfrm>
            <a:off x="328685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 descr=""/>
          <p:cNvSpPr/>
          <p:nvPr/>
        </p:nvSpPr>
        <p:spPr>
          <a:xfrm>
            <a:off x="2813202" y="6780244"/>
            <a:ext cx="1813560" cy="177800"/>
          </a:xfrm>
          <a:custGeom>
            <a:avLst/>
            <a:gdLst/>
            <a:ahLst/>
            <a:cxnLst/>
            <a:rect l="l" t="t" r="r" b="b"/>
            <a:pathLst>
              <a:path w="1813560" h="177800">
                <a:moveTo>
                  <a:pt x="1813521" y="48653"/>
                </a:moveTo>
                <a:lnTo>
                  <a:pt x="1813483" y="23888"/>
                </a:lnTo>
                <a:lnTo>
                  <a:pt x="406323" y="25539"/>
                </a:lnTo>
                <a:lnTo>
                  <a:pt x="406323" y="0"/>
                </a:lnTo>
                <a:lnTo>
                  <a:pt x="381254" y="0"/>
                </a:lnTo>
                <a:lnTo>
                  <a:pt x="381254" y="25565"/>
                </a:lnTo>
                <a:lnTo>
                  <a:pt x="0" y="26009"/>
                </a:lnTo>
                <a:lnTo>
                  <a:pt x="25" y="50787"/>
                </a:lnTo>
                <a:lnTo>
                  <a:pt x="381254" y="50342"/>
                </a:lnTo>
                <a:lnTo>
                  <a:pt x="381254" y="135509"/>
                </a:lnTo>
                <a:lnTo>
                  <a:pt x="0" y="135940"/>
                </a:lnTo>
                <a:lnTo>
                  <a:pt x="25" y="160718"/>
                </a:lnTo>
                <a:lnTo>
                  <a:pt x="381254" y="160274"/>
                </a:lnTo>
                <a:lnTo>
                  <a:pt x="381254" y="177660"/>
                </a:lnTo>
                <a:lnTo>
                  <a:pt x="406323" y="177660"/>
                </a:lnTo>
                <a:lnTo>
                  <a:pt x="406323" y="160248"/>
                </a:lnTo>
                <a:lnTo>
                  <a:pt x="1813521" y="158597"/>
                </a:lnTo>
                <a:lnTo>
                  <a:pt x="1813483" y="133832"/>
                </a:lnTo>
                <a:lnTo>
                  <a:pt x="406323" y="135470"/>
                </a:lnTo>
                <a:lnTo>
                  <a:pt x="406323" y="50317"/>
                </a:lnTo>
                <a:lnTo>
                  <a:pt x="1813521" y="48653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 descr=""/>
          <p:cNvSpPr/>
          <p:nvPr/>
        </p:nvSpPr>
        <p:spPr>
          <a:xfrm>
            <a:off x="5536155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 descr=""/>
          <p:cNvSpPr/>
          <p:nvPr/>
        </p:nvSpPr>
        <p:spPr>
          <a:xfrm>
            <a:off x="544377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 descr=""/>
          <p:cNvSpPr/>
          <p:nvPr/>
        </p:nvSpPr>
        <p:spPr>
          <a:xfrm>
            <a:off x="5351376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 descr=""/>
          <p:cNvSpPr/>
          <p:nvPr/>
        </p:nvSpPr>
        <p:spPr>
          <a:xfrm>
            <a:off x="488943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 descr=""/>
          <p:cNvSpPr/>
          <p:nvPr/>
        </p:nvSpPr>
        <p:spPr>
          <a:xfrm>
            <a:off x="479704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 descr=""/>
          <p:cNvSpPr/>
          <p:nvPr/>
        </p:nvSpPr>
        <p:spPr>
          <a:xfrm>
            <a:off x="4704652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 descr=""/>
          <p:cNvSpPr/>
          <p:nvPr/>
        </p:nvSpPr>
        <p:spPr>
          <a:xfrm>
            <a:off x="462480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object 400" descr=""/>
          <p:cNvSpPr/>
          <p:nvPr/>
        </p:nvSpPr>
        <p:spPr>
          <a:xfrm>
            <a:off x="525899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 descr=""/>
          <p:cNvSpPr/>
          <p:nvPr/>
        </p:nvSpPr>
        <p:spPr>
          <a:xfrm>
            <a:off x="5166607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 descr=""/>
          <p:cNvSpPr/>
          <p:nvPr/>
        </p:nvSpPr>
        <p:spPr>
          <a:xfrm>
            <a:off x="5074211" y="6780243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5400" h="177800">
                <a:moveTo>
                  <a:pt x="25067" y="0"/>
                </a:moveTo>
                <a:lnTo>
                  <a:pt x="0" y="0"/>
                </a:lnTo>
                <a:lnTo>
                  <a:pt x="0" y="177659"/>
                </a:lnTo>
                <a:lnTo>
                  <a:pt x="25067" y="177659"/>
                </a:lnTo>
                <a:lnTo>
                  <a:pt x="2506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 descr=""/>
          <p:cNvSpPr/>
          <p:nvPr/>
        </p:nvSpPr>
        <p:spPr>
          <a:xfrm>
            <a:off x="4600499" y="6780244"/>
            <a:ext cx="1017905" cy="177800"/>
          </a:xfrm>
          <a:custGeom>
            <a:avLst/>
            <a:gdLst/>
            <a:ahLst/>
            <a:cxnLst/>
            <a:rect l="l" t="t" r="r" b="b"/>
            <a:pathLst>
              <a:path w="1017904" h="177800">
                <a:moveTo>
                  <a:pt x="1017422" y="159524"/>
                </a:moveTo>
                <a:lnTo>
                  <a:pt x="1017397" y="134759"/>
                </a:lnTo>
                <a:lnTo>
                  <a:pt x="406387" y="135483"/>
                </a:lnTo>
                <a:lnTo>
                  <a:pt x="406387" y="50317"/>
                </a:lnTo>
                <a:lnTo>
                  <a:pt x="1017371" y="49593"/>
                </a:lnTo>
                <a:lnTo>
                  <a:pt x="1017333" y="24815"/>
                </a:lnTo>
                <a:lnTo>
                  <a:pt x="406387" y="25539"/>
                </a:lnTo>
                <a:lnTo>
                  <a:pt x="406387" y="0"/>
                </a:lnTo>
                <a:lnTo>
                  <a:pt x="381317" y="0"/>
                </a:lnTo>
                <a:lnTo>
                  <a:pt x="381317" y="25565"/>
                </a:lnTo>
                <a:lnTo>
                  <a:pt x="0" y="26009"/>
                </a:lnTo>
                <a:lnTo>
                  <a:pt x="25" y="50787"/>
                </a:lnTo>
                <a:lnTo>
                  <a:pt x="381317" y="50342"/>
                </a:lnTo>
                <a:lnTo>
                  <a:pt x="381317" y="135509"/>
                </a:lnTo>
                <a:lnTo>
                  <a:pt x="50" y="135953"/>
                </a:lnTo>
                <a:lnTo>
                  <a:pt x="88" y="160718"/>
                </a:lnTo>
                <a:lnTo>
                  <a:pt x="381317" y="160274"/>
                </a:lnTo>
                <a:lnTo>
                  <a:pt x="381317" y="177660"/>
                </a:lnTo>
                <a:lnTo>
                  <a:pt x="406387" y="177660"/>
                </a:lnTo>
                <a:lnTo>
                  <a:pt x="406387" y="160248"/>
                </a:lnTo>
                <a:lnTo>
                  <a:pt x="1017422" y="159524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 descr=""/>
          <p:cNvSpPr/>
          <p:nvPr/>
        </p:nvSpPr>
        <p:spPr>
          <a:xfrm>
            <a:off x="5742845" y="1965393"/>
            <a:ext cx="2630170" cy="965200"/>
          </a:xfrm>
          <a:custGeom>
            <a:avLst/>
            <a:gdLst/>
            <a:ahLst/>
            <a:cxnLst/>
            <a:rect l="l" t="t" r="r" b="b"/>
            <a:pathLst>
              <a:path w="2630170" h="965200">
                <a:moveTo>
                  <a:pt x="859764" y="326743"/>
                </a:moveTo>
                <a:lnTo>
                  <a:pt x="804216" y="326743"/>
                </a:lnTo>
                <a:lnTo>
                  <a:pt x="787735" y="359025"/>
                </a:lnTo>
                <a:lnTo>
                  <a:pt x="730866" y="372958"/>
                </a:lnTo>
                <a:lnTo>
                  <a:pt x="675510" y="388250"/>
                </a:lnTo>
                <a:lnTo>
                  <a:pt x="621745" y="404862"/>
                </a:lnTo>
                <a:lnTo>
                  <a:pt x="569650" y="422752"/>
                </a:lnTo>
                <a:lnTo>
                  <a:pt x="519303" y="441879"/>
                </a:lnTo>
                <a:lnTo>
                  <a:pt x="470782" y="462203"/>
                </a:lnTo>
                <a:lnTo>
                  <a:pt x="424166" y="483682"/>
                </a:lnTo>
                <a:lnTo>
                  <a:pt x="379533" y="506276"/>
                </a:lnTo>
                <a:lnTo>
                  <a:pt x="336961" y="529944"/>
                </a:lnTo>
                <a:lnTo>
                  <a:pt x="296530" y="554645"/>
                </a:lnTo>
                <a:lnTo>
                  <a:pt x="258316" y="580338"/>
                </a:lnTo>
                <a:lnTo>
                  <a:pt x="222502" y="606905"/>
                </a:lnTo>
                <a:lnTo>
                  <a:pt x="189043" y="634372"/>
                </a:lnTo>
                <a:lnTo>
                  <a:pt x="158023" y="662700"/>
                </a:lnTo>
                <a:lnTo>
                  <a:pt x="129524" y="691853"/>
                </a:lnTo>
                <a:lnTo>
                  <a:pt x="93890" y="734112"/>
                </a:lnTo>
                <a:lnTo>
                  <a:pt x="63589" y="777801"/>
                </a:lnTo>
                <a:lnTo>
                  <a:pt x="38835" y="822806"/>
                </a:lnTo>
                <a:lnTo>
                  <a:pt x="19842" y="869014"/>
                </a:lnTo>
                <a:lnTo>
                  <a:pt x="6826" y="916312"/>
                </a:lnTo>
                <a:lnTo>
                  <a:pt x="0" y="964588"/>
                </a:lnTo>
                <a:lnTo>
                  <a:pt x="2629752" y="964588"/>
                </a:lnTo>
                <a:lnTo>
                  <a:pt x="2624293" y="923278"/>
                </a:lnTo>
                <a:lnTo>
                  <a:pt x="2614286" y="882674"/>
                </a:lnTo>
                <a:lnTo>
                  <a:pt x="2594960" y="831614"/>
                </a:lnTo>
                <a:lnTo>
                  <a:pt x="2568644" y="781976"/>
                </a:lnTo>
                <a:lnTo>
                  <a:pt x="2540192" y="739943"/>
                </a:lnTo>
                <a:lnTo>
                  <a:pt x="2506824" y="699214"/>
                </a:lnTo>
                <a:lnTo>
                  <a:pt x="2456980" y="648923"/>
                </a:lnTo>
                <a:lnTo>
                  <a:pt x="2399707" y="601154"/>
                </a:lnTo>
                <a:lnTo>
                  <a:pt x="2339091" y="558488"/>
                </a:lnTo>
                <a:lnTo>
                  <a:pt x="2306535" y="538126"/>
                </a:lnTo>
                <a:lnTo>
                  <a:pt x="2272538" y="518444"/>
                </a:lnTo>
                <a:lnTo>
                  <a:pt x="2237136" y="499461"/>
                </a:lnTo>
                <a:lnTo>
                  <a:pt x="2190985" y="476752"/>
                </a:lnTo>
                <a:lnTo>
                  <a:pt x="2142793" y="455221"/>
                </a:lnTo>
                <a:lnTo>
                  <a:pt x="2102833" y="438859"/>
                </a:lnTo>
                <a:lnTo>
                  <a:pt x="2061664" y="423306"/>
                </a:lnTo>
                <a:lnTo>
                  <a:pt x="2016791" y="407783"/>
                </a:lnTo>
                <a:lnTo>
                  <a:pt x="1970662" y="393202"/>
                </a:lnTo>
                <a:lnTo>
                  <a:pt x="1967053" y="380564"/>
                </a:lnTo>
                <a:lnTo>
                  <a:pt x="1927082" y="380564"/>
                </a:lnTo>
                <a:lnTo>
                  <a:pt x="1897524" y="372627"/>
                </a:lnTo>
                <a:lnTo>
                  <a:pt x="1867546" y="365066"/>
                </a:lnTo>
                <a:lnTo>
                  <a:pt x="1837154" y="357895"/>
                </a:lnTo>
                <a:lnTo>
                  <a:pt x="1806353" y="351130"/>
                </a:lnTo>
                <a:lnTo>
                  <a:pt x="1800590" y="342240"/>
                </a:lnTo>
                <a:lnTo>
                  <a:pt x="868130" y="342240"/>
                </a:lnTo>
                <a:lnTo>
                  <a:pt x="859764" y="326743"/>
                </a:lnTo>
                <a:close/>
              </a:path>
              <a:path w="2630170" h="965200">
                <a:moveTo>
                  <a:pt x="1946516" y="308650"/>
                </a:moveTo>
                <a:lnTo>
                  <a:pt x="1927082" y="380564"/>
                </a:lnTo>
                <a:lnTo>
                  <a:pt x="1967053" y="380564"/>
                </a:lnTo>
                <a:lnTo>
                  <a:pt x="1946516" y="308650"/>
                </a:lnTo>
                <a:close/>
              </a:path>
              <a:path w="2630170" h="965200">
                <a:moveTo>
                  <a:pt x="1223072" y="292221"/>
                </a:moveTo>
                <a:lnTo>
                  <a:pt x="1104793" y="292221"/>
                </a:lnTo>
                <a:lnTo>
                  <a:pt x="1093191" y="311142"/>
                </a:lnTo>
                <a:lnTo>
                  <a:pt x="1058727" y="314456"/>
                </a:lnTo>
                <a:lnTo>
                  <a:pt x="990759" y="322459"/>
                </a:lnTo>
                <a:lnTo>
                  <a:pt x="934734" y="330615"/>
                </a:lnTo>
                <a:lnTo>
                  <a:pt x="890161" y="338170"/>
                </a:lnTo>
                <a:lnTo>
                  <a:pt x="868130" y="342240"/>
                </a:lnTo>
                <a:lnTo>
                  <a:pt x="1800590" y="342240"/>
                </a:lnTo>
                <a:lnTo>
                  <a:pt x="1790585" y="326806"/>
                </a:lnTo>
                <a:lnTo>
                  <a:pt x="1669488" y="326806"/>
                </a:lnTo>
                <a:lnTo>
                  <a:pt x="1653635" y="324576"/>
                </a:lnTo>
                <a:lnTo>
                  <a:pt x="1817442" y="324576"/>
                </a:lnTo>
                <a:lnTo>
                  <a:pt x="1816961" y="323686"/>
                </a:lnTo>
                <a:lnTo>
                  <a:pt x="1647311" y="323686"/>
                </a:lnTo>
                <a:lnTo>
                  <a:pt x="1638125" y="322456"/>
                </a:lnTo>
                <a:lnTo>
                  <a:pt x="1610411" y="318974"/>
                </a:lnTo>
                <a:lnTo>
                  <a:pt x="1600081" y="303037"/>
                </a:lnTo>
                <a:lnTo>
                  <a:pt x="1406093" y="303037"/>
                </a:lnTo>
                <a:lnTo>
                  <a:pt x="1399075" y="302797"/>
                </a:lnTo>
                <a:lnTo>
                  <a:pt x="1229931" y="302797"/>
                </a:lnTo>
                <a:lnTo>
                  <a:pt x="1223072" y="292221"/>
                </a:lnTo>
                <a:close/>
              </a:path>
              <a:path w="2630170" h="965200">
                <a:moveTo>
                  <a:pt x="1789139" y="324576"/>
                </a:moveTo>
                <a:lnTo>
                  <a:pt x="1670860" y="324576"/>
                </a:lnTo>
                <a:lnTo>
                  <a:pt x="1669488" y="326806"/>
                </a:lnTo>
                <a:lnTo>
                  <a:pt x="1790585" y="326806"/>
                </a:lnTo>
                <a:lnTo>
                  <a:pt x="1789139" y="324576"/>
                </a:lnTo>
                <a:close/>
              </a:path>
              <a:path w="2630170" h="965200">
                <a:moveTo>
                  <a:pt x="830529" y="214611"/>
                </a:moveTo>
                <a:lnTo>
                  <a:pt x="800237" y="326743"/>
                </a:lnTo>
                <a:lnTo>
                  <a:pt x="862549" y="326743"/>
                </a:lnTo>
                <a:lnTo>
                  <a:pt x="830529" y="214611"/>
                </a:lnTo>
                <a:close/>
              </a:path>
              <a:path w="2630170" h="965200">
                <a:moveTo>
                  <a:pt x="1768605" y="234034"/>
                </a:moveTo>
                <a:lnTo>
                  <a:pt x="1693068" y="234034"/>
                </a:lnTo>
                <a:lnTo>
                  <a:pt x="1647311" y="323686"/>
                </a:lnTo>
                <a:lnTo>
                  <a:pt x="1816961" y="323686"/>
                </a:lnTo>
                <a:lnTo>
                  <a:pt x="1768605" y="234034"/>
                </a:lnTo>
                <a:close/>
              </a:path>
              <a:path w="2630170" h="965200">
                <a:moveTo>
                  <a:pt x="1561177" y="243018"/>
                </a:moveTo>
                <a:lnTo>
                  <a:pt x="1442898" y="243018"/>
                </a:lnTo>
                <a:lnTo>
                  <a:pt x="1406093" y="303037"/>
                </a:lnTo>
                <a:lnTo>
                  <a:pt x="1600081" y="303037"/>
                </a:lnTo>
                <a:lnTo>
                  <a:pt x="1561177" y="243018"/>
                </a:lnTo>
                <a:close/>
              </a:path>
              <a:path w="2630170" h="965200">
                <a:moveTo>
                  <a:pt x="1329352" y="178654"/>
                </a:moveTo>
                <a:lnTo>
                  <a:pt x="1296169" y="301488"/>
                </a:lnTo>
                <a:lnTo>
                  <a:pt x="1279534" y="301660"/>
                </a:lnTo>
                <a:lnTo>
                  <a:pt x="1229931" y="302797"/>
                </a:lnTo>
                <a:lnTo>
                  <a:pt x="1399075" y="302797"/>
                </a:lnTo>
                <a:lnTo>
                  <a:pt x="1364534" y="301865"/>
                </a:lnTo>
                <a:lnTo>
                  <a:pt x="1329352" y="178654"/>
                </a:lnTo>
                <a:close/>
              </a:path>
              <a:path w="2630170" h="965200">
                <a:moveTo>
                  <a:pt x="1202539" y="201669"/>
                </a:moveTo>
                <a:lnTo>
                  <a:pt x="1127002" y="201669"/>
                </a:lnTo>
                <a:lnTo>
                  <a:pt x="1080794" y="292221"/>
                </a:lnTo>
                <a:lnTo>
                  <a:pt x="1251375" y="292221"/>
                </a:lnTo>
                <a:lnTo>
                  <a:pt x="1202539" y="201669"/>
                </a:lnTo>
                <a:close/>
              </a:path>
              <a:path w="2630170" h="965200">
                <a:moveTo>
                  <a:pt x="1540654" y="152477"/>
                </a:moveTo>
                <a:lnTo>
                  <a:pt x="1465107" y="152477"/>
                </a:lnTo>
                <a:lnTo>
                  <a:pt x="1418899" y="243018"/>
                </a:lnTo>
                <a:lnTo>
                  <a:pt x="1589490" y="243018"/>
                </a:lnTo>
                <a:lnTo>
                  <a:pt x="1540654" y="152477"/>
                </a:lnTo>
                <a:close/>
              </a:path>
              <a:path w="2630170" h="965200">
                <a:moveTo>
                  <a:pt x="1728858" y="81547"/>
                </a:moveTo>
                <a:lnTo>
                  <a:pt x="1687655" y="234034"/>
                </a:lnTo>
                <a:lnTo>
                  <a:pt x="1772396" y="234034"/>
                </a:lnTo>
                <a:lnTo>
                  <a:pt x="1728858" y="81547"/>
                </a:lnTo>
                <a:close/>
              </a:path>
              <a:path w="2630170" h="965200">
                <a:moveTo>
                  <a:pt x="1162791" y="49192"/>
                </a:moveTo>
                <a:lnTo>
                  <a:pt x="1121588" y="201669"/>
                </a:lnTo>
                <a:lnTo>
                  <a:pt x="1206329" y="201669"/>
                </a:lnTo>
                <a:lnTo>
                  <a:pt x="1162791" y="49192"/>
                </a:lnTo>
                <a:close/>
              </a:path>
              <a:path w="2630170" h="965200">
                <a:moveTo>
                  <a:pt x="1500896" y="0"/>
                </a:moveTo>
                <a:lnTo>
                  <a:pt x="1459693" y="152477"/>
                </a:lnTo>
                <a:lnTo>
                  <a:pt x="1544434" y="152477"/>
                </a:lnTo>
                <a:lnTo>
                  <a:pt x="1500896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5" name="object 405" descr=""/>
          <p:cNvGrpSpPr/>
          <p:nvPr/>
        </p:nvGrpSpPr>
        <p:grpSpPr>
          <a:xfrm>
            <a:off x="3516842" y="2292712"/>
            <a:ext cx="1975485" cy="639445"/>
            <a:chOff x="3516842" y="2292712"/>
            <a:chExt cx="1975485" cy="639445"/>
          </a:xfrm>
        </p:grpSpPr>
        <p:sp>
          <p:nvSpPr>
            <p:cNvPr id="406" name="object 406" descr=""/>
            <p:cNvSpPr/>
            <p:nvPr/>
          </p:nvSpPr>
          <p:spPr>
            <a:xfrm>
              <a:off x="3829093" y="2292712"/>
              <a:ext cx="1317625" cy="260350"/>
            </a:xfrm>
            <a:custGeom>
              <a:avLst/>
              <a:gdLst/>
              <a:ahLst/>
              <a:cxnLst/>
              <a:rect l="l" t="t" r="r" b="b"/>
              <a:pathLst>
                <a:path w="1317625" h="260350">
                  <a:moveTo>
                    <a:pt x="675455" y="0"/>
                  </a:moveTo>
                  <a:lnTo>
                    <a:pt x="619855" y="1035"/>
                  </a:lnTo>
                  <a:lnTo>
                    <a:pt x="565061" y="4106"/>
                  </a:lnTo>
                  <a:lnTo>
                    <a:pt x="511155" y="9157"/>
                  </a:lnTo>
                  <a:lnTo>
                    <a:pt x="458219" y="16133"/>
                  </a:lnTo>
                  <a:lnTo>
                    <a:pt x="406333" y="24979"/>
                  </a:lnTo>
                  <a:lnTo>
                    <a:pt x="355578" y="35641"/>
                  </a:lnTo>
                  <a:lnTo>
                    <a:pt x="306036" y="48063"/>
                  </a:lnTo>
                  <a:lnTo>
                    <a:pt x="257787" y="62191"/>
                  </a:lnTo>
                  <a:lnTo>
                    <a:pt x="210913" y="77970"/>
                  </a:lnTo>
                  <a:lnTo>
                    <a:pt x="165495" y="95344"/>
                  </a:lnTo>
                  <a:lnTo>
                    <a:pt x="121613" y="114259"/>
                  </a:lnTo>
                  <a:lnTo>
                    <a:pt x="79349" y="134660"/>
                  </a:lnTo>
                  <a:lnTo>
                    <a:pt x="38784" y="156493"/>
                  </a:lnTo>
                  <a:lnTo>
                    <a:pt x="0" y="179701"/>
                  </a:lnTo>
                  <a:lnTo>
                    <a:pt x="36370" y="190742"/>
                  </a:lnTo>
                  <a:lnTo>
                    <a:pt x="75242" y="201107"/>
                  </a:lnTo>
                  <a:lnTo>
                    <a:pt x="116486" y="210761"/>
                  </a:lnTo>
                  <a:lnTo>
                    <a:pt x="159972" y="219666"/>
                  </a:lnTo>
                  <a:lnTo>
                    <a:pt x="205568" y="227788"/>
                  </a:lnTo>
                  <a:lnTo>
                    <a:pt x="253146" y="235090"/>
                  </a:lnTo>
                  <a:lnTo>
                    <a:pt x="302573" y="241535"/>
                  </a:lnTo>
                  <a:lnTo>
                    <a:pt x="353721" y="247088"/>
                  </a:lnTo>
                  <a:lnTo>
                    <a:pt x="406459" y="251712"/>
                  </a:lnTo>
                  <a:lnTo>
                    <a:pt x="460657" y="255372"/>
                  </a:lnTo>
                  <a:lnTo>
                    <a:pt x="516183" y="258031"/>
                  </a:lnTo>
                  <a:lnTo>
                    <a:pt x="572909" y="259652"/>
                  </a:lnTo>
                  <a:lnTo>
                    <a:pt x="630703" y="260201"/>
                  </a:lnTo>
                  <a:lnTo>
                    <a:pt x="691377" y="259596"/>
                  </a:lnTo>
                  <a:lnTo>
                    <a:pt x="750866" y="257810"/>
                  </a:lnTo>
                  <a:lnTo>
                    <a:pt x="809019" y="254885"/>
                  </a:lnTo>
                  <a:lnTo>
                    <a:pt x="865684" y="250861"/>
                  </a:lnTo>
                  <a:lnTo>
                    <a:pt x="920711" y="245782"/>
                  </a:lnTo>
                  <a:lnTo>
                    <a:pt x="973948" y="239688"/>
                  </a:lnTo>
                  <a:lnTo>
                    <a:pt x="1025244" y="232622"/>
                  </a:lnTo>
                  <a:lnTo>
                    <a:pt x="1074449" y="224625"/>
                  </a:lnTo>
                  <a:lnTo>
                    <a:pt x="1121410" y="215739"/>
                  </a:lnTo>
                  <a:lnTo>
                    <a:pt x="1165977" y="206007"/>
                  </a:lnTo>
                  <a:lnTo>
                    <a:pt x="1207998" y="195468"/>
                  </a:lnTo>
                  <a:lnTo>
                    <a:pt x="1247323" y="184167"/>
                  </a:lnTo>
                  <a:lnTo>
                    <a:pt x="1283800" y="172143"/>
                  </a:lnTo>
                  <a:lnTo>
                    <a:pt x="1317279" y="159440"/>
                  </a:lnTo>
                  <a:lnTo>
                    <a:pt x="1276527" y="137211"/>
                  </a:lnTo>
                  <a:lnTo>
                    <a:pt x="1234033" y="116436"/>
                  </a:lnTo>
                  <a:lnTo>
                    <a:pt x="1189880" y="97171"/>
                  </a:lnTo>
                  <a:lnTo>
                    <a:pt x="1144151" y="79472"/>
                  </a:lnTo>
                  <a:lnTo>
                    <a:pt x="1096930" y="63396"/>
                  </a:lnTo>
                  <a:lnTo>
                    <a:pt x="1048301" y="48999"/>
                  </a:lnTo>
                  <a:lnTo>
                    <a:pt x="998346" y="36339"/>
                  </a:lnTo>
                  <a:lnTo>
                    <a:pt x="947150" y="25471"/>
                  </a:lnTo>
                  <a:lnTo>
                    <a:pt x="894794" y="16452"/>
                  </a:lnTo>
                  <a:lnTo>
                    <a:pt x="841364" y="9339"/>
                  </a:lnTo>
                  <a:lnTo>
                    <a:pt x="786942" y="4188"/>
                  </a:lnTo>
                  <a:lnTo>
                    <a:pt x="731611" y="1056"/>
                  </a:lnTo>
                  <a:lnTo>
                    <a:pt x="675455" y="0"/>
                  </a:lnTo>
                  <a:close/>
                </a:path>
              </a:pathLst>
            </a:custGeom>
            <a:solidFill>
              <a:srgbClr val="C5D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3516833" y="2452160"/>
              <a:ext cx="1975485" cy="480059"/>
            </a:xfrm>
            <a:custGeom>
              <a:avLst/>
              <a:gdLst/>
              <a:ahLst/>
              <a:cxnLst/>
              <a:rect l="l" t="t" r="r" b="b"/>
              <a:pathLst>
                <a:path w="1975485" h="480060">
                  <a:moveTo>
                    <a:pt x="1975434" y="479831"/>
                  </a:moveTo>
                  <a:lnTo>
                    <a:pt x="1970151" y="432231"/>
                  </a:lnTo>
                  <a:lnTo>
                    <a:pt x="1960003" y="385622"/>
                  </a:lnTo>
                  <a:lnTo>
                    <a:pt x="1945170" y="340131"/>
                  </a:lnTo>
                  <a:lnTo>
                    <a:pt x="1925802" y="295859"/>
                  </a:lnTo>
                  <a:lnTo>
                    <a:pt x="1902091" y="252920"/>
                  </a:lnTo>
                  <a:lnTo>
                    <a:pt x="1874189" y="211442"/>
                  </a:lnTo>
                  <a:lnTo>
                    <a:pt x="1842300" y="171526"/>
                  </a:lnTo>
                  <a:lnTo>
                    <a:pt x="1806575" y="133299"/>
                  </a:lnTo>
                  <a:lnTo>
                    <a:pt x="1767192" y="96888"/>
                  </a:lnTo>
                  <a:lnTo>
                    <a:pt x="1735505" y="70942"/>
                  </a:lnTo>
                  <a:lnTo>
                    <a:pt x="1720316" y="59702"/>
                  </a:lnTo>
                  <a:lnTo>
                    <a:pt x="1720316" y="150088"/>
                  </a:lnTo>
                  <a:lnTo>
                    <a:pt x="1691779" y="175209"/>
                  </a:lnTo>
                  <a:lnTo>
                    <a:pt x="1660017" y="199224"/>
                  </a:lnTo>
                  <a:lnTo>
                    <a:pt x="1691767" y="175196"/>
                  </a:lnTo>
                  <a:lnTo>
                    <a:pt x="1720316" y="150088"/>
                  </a:lnTo>
                  <a:lnTo>
                    <a:pt x="1720316" y="59702"/>
                  </a:lnTo>
                  <a:lnTo>
                    <a:pt x="1701952" y="46101"/>
                  </a:lnTo>
                  <a:lnTo>
                    <a:pt x="1666608" y="22440"/>
                  </a:lnTo>
                  <a:lnTo>
                    <a:pt x="1629537" y="0"/>
                  </a:lnTo>
                  <a:lnTo>
                    <a:pt x="1596059" y="12700"/>
                  </a:lnTo>
                  <a:lnTo>
                    <a:pt x="1559572" y="24726"/>
                  </a:lnTo>
                  <a:lnTo>
                    <a:pt x="1546974" y="28359"/>
                  </a:lnTo>
                  <a:lnTo>
                    <a:pt x="1546974" y="264007"/>
                  </a:lnTo>
                  <a:lnTo>
                    <a:pt x="1503857" y="282943"/>
                  </a:lnTo>
                  <a:lnTo>
                    <a:pt x="1458252" y="300405"/>
                  </a:lnTo>
                  <a:lnTo>
                    <a:pt x="1503845" y="282930"/>
                  </a:lnTo>
                  <a:lnTo>
                    <a:pt x="1546974" y="264007"/>
                  </a:lnTo>
                  <a:lnTo>
                    <a:pt x="1546974" y="28359"/>
                  </a:lnTo>
                  <a:lnTo>
                    <a:pt x="1520253" y="36029"/>
                  </a:lnTo>
                  <a:lnTo>
                    <a:pt x="1478229" y="46558"/>
                  </a:lnTo>
                  <a:lnTo>
                    <a:pt x="1433664" y="56299"/>
                  </a:lnTo>
                  <a:lnTo>
                    <a:pt x="1386700" y="65176"/>
                  </a:lnTo>
                  <a:lnTo>
                    <a:pt x="1337500" y="73177"/>
                  </a:lnTo>
                  <a:lnTo>
                    <a:pt x="1286205" y="80238"/>
                  </a:lnTo>
                  <a:lnTo>
                    <a:pt x="1232966" y="86334"/>
                  </a:lnTo>
                  <a:lnTo>
                    <a:pt x="1177937" y="91414"/>
                  </a:lnTo>
                  <a:lnTo>
                    <a:pt x="1140726" y="94068"/>
                  </a:lnTo>
                  <a:lnTo>
                    <a:pt x="1140726" y="370560"/>
                  </a:lnTo>
                  <a:lnTo>
                    <a:pt x="1081849" y="375793"/>
                  </a:lnTo>
                  <a:lnTo>
                    <a:pt x="1021651" y="378993"/>
                  </a:lnTo>
                  <a:lnTo>
                    <a:pt x="960297" y="380072"/>
                  </a:lnTo>
                  <a:lnTo>
                    <a:pt x="1021651" y="378980"/>
                  </a:lnTo>
                  <a:lnTo>
                    <a:pt x="1081836" y="375793"/>
                  </a:lnTo>
                  <a:lnTo>
                    <a:pt x="1140714" y="370560"/>
                  </a:lnTo>
                  <a:lnTo>
                    <a:pt x="1140726" y="94068"/>
                  </a:lnTo>
                  <a:lnTo>
                    <a:pt x="1121270" y="95440"/>
                  </a:lnTo>
                  <a:lnTo>
                    <a:pt x="1063117" y="98361"/>
                  </a:lnTo>
                  <a:lnTo>
                    <a:pt x="1003630" y="100152"/>
                  </a:lnTo>
                  <a:lnTo>
                    <a:pt x="942962" y="100761"/>
                  </a:lnTo>
                  <a:lnTo>
                    <a:pt x="885164" y="100203"/>
                  </a:lnTo>
                  <a:lnTo>
                    <a:pt x="828433" y="98590"/>
                  </a:lnTo>
                  <a:lnTo>
                    <a:pt x="772909" y="95923"/>
                  </a:lnTo>
                  <a:lnTo>
                    <a:pt x="718718" y="92265"/>
                  </a:lnTo>
                  <a:lnTo>
                    <a:pt x="665975" y="87642"/>
                  </a:lnTo>
                  <a:lnTo>
                    <a:pt x="614832" y="82092"/>
                  </a:lnTo>
                  <a:lnTo>
                    <a:pt x="565404" y="75641"/>
                  </a:lnTo>
                  <a:lnTo>
                    <a:pt x="517829" y="68351"/>
                  </a:lnTo>
                  <a:lnTo>
                    <a:pt x="472224" y="60223"/>
                  </a:lnTo>
                  <a:lnTo>
                    <a:pt x="428739" y="51320"/>
                  </a:lnTo>
                  <a:lnTo>
                    <a:pt x="387502" y="41668"/>
                  </a:lnTo>
                  <a:lnTo>
                    <a:pt x="348627" y="31305"/>
                  </a:lnTo>
                  <a:lnTo>
                    <a:pt x="312254" y="20269"/>
                  </a:lnTo>
                  <a:lnTo>
                    <a:pt x="275361" y="44780"/>
                  </a:lnTo>
                  <a:lnTo>
                    <a:pt x="240411" y="70561"/>
                  </a:lnTo>
                  <a:lnTo>
                    <a:pt x="207492" y="97561"/>
                  </a:lnTo>
                  <a:lnTo>
                    <a:pt x="176657" y="125704"/>
                  </a:lnTo>
                  <a:lnTo>
                    <a:pt x="139280" y="164566"/>
                  </a:lnTo>
                  <a:lnTo>
                    <a:pt x="105905" y="205219"/>
                  </a:lnTo>
                  <a:lnTo>
                    <a:pt x="76708" y="247535"/>
                  </a:lnTo>
                  <a:lnTo>
                    <a:pt x="51879" y="291401"/>
                  </a:lnTo>
                  <a:lnTo>
                    <a:pt x="31597" y="336689"/>
                  </a:lnTo>
                  <a:lnTo>
                    <a:pt x="16078" y="383273"/>
                  </a:lnTo>
                  <a:lnTo>
                    <a:pt x="5473" y="431025"/>
                  </a:lnTo>
                  <a:lnTo>
                    <a:pt x="0" y="479831"/>
                  </a:lnTo>
                  <a:lnTo>
                    <a:pt x="1975434" y="479831"/>
                  </a:lnTo>
                  <a:close/>
                </a:path>
              </a:pathLst>
            </a:custGeom>
            <a:solidFill>
              <a:srgbClr val="99C4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3693494" y="2452149"/>
              <a:ext cx="1590675" cy="380365"/>
            </a:xfrm>
            <a:custGeom>
              <a:avLst/>
              <a:gdLst/>
              <a:ahLst/>
              <a:cxnLst/>
              <a:rect l="l" t="t" r="r" b="b"/>
              <a:pathLst>
                <a:path w="1590675" h="380364">
                  <a:moveTo>
                    <a:pt x="1452877" y="0"/>
                  </a:moveTo>
                  <a:lnTo>
                    <a:pt x="1382921" y="24726"/>
                  </a:lnTo>
                  <a:lnTo>
                    <a:pt x="1343596" y="36028"/>
                  </a:lnTo>
                  <a:lnTo>
                    <a:pt x="1301575" y="46566"/>
                  </a:lnTo>
                  <a:lnTo>
                    <a:pt x="1257008" y="56299"/>
                  </a:lnTo>
                  <a:lnTo>
                    <a:pt x="1210047" y="65185"/>
                  </a:lnTo>
                  <a:lnTo>
                    <a:pt x="1160842" y="73182"/>
                  </a:lnTo>
                  <a:lnTo>
                    <a:pt x="1109546" y="80248"/>
                  </a:lnTo>
                  <a:lnTo>
                    <a:pt x="1056309" y="86342"/>
                  </a:lnTo>
                  <a:lnTo>
                    <a:pt x="1001282" y="91421"/>
                  </a:lnTo>
                  <a:lnTo>
                    <a:pt x="944617" y="95445"/>
                  </a:lnTo>
                  <a:lnTo>
                    <a:pt x="886464" y="98370"/>
                  </a:lnTo>
                  <a:lnTo>
                    <a:pt x="826975" y="100156"/>
                  </a:lnTo>
                  <a:lnTo>
                    <a:pt x="766301" y="100761"/>
                  </a:lnTo>
                  <a:lnTo>
                    <a:pt x="708507" y="100212"/>
                  </a:lnTo>
                  <a:lnTo>
                    <a:pt x="651782" y="98590"/>
                  </a:lnTo>
                  <a:lnTo>
                    <a:pt x="596256" y="95932"/>
                  </a:lnTo>
                  <a:lnTo>
                    <a:pt x="542059" y="92272"/>
                  </a:lnTo>
                  <a:lnTo>
                    <a:pt x="489322" y="87648"/>
                  </a:lnTo>
                  <a:lnTo>
                    <a:pt x="438175" y="82096"/>
                  </a:lnTo>
                  <a:lnTo>
                    <a:pt x="388748" y="75651"/>
                  </a:lnTo>
                  <a:lnTo>
                    <a:pt x="341171" y="68350"/>
                  </a:lnTo>
                  <a:lnTo>
                    <a:pt x="295574" y="60230"/>
                  </a:lnTo>
                  <a:lnTo>
                    <a:pt x="252088" y="51325"/>
                  </a:lnTo>
                  <a:lnTo>
                    <a:pt x="210844" y="41673"/>
                  </a:lnTo>
                  <a:lnTo>
                    <a:pt x="171970" y="31310"/>
                  </a:lnTo>
                  <a:lnTo>
                    <a:pt x="135597" y="20271"/>
                  </a:lnTo>
                  <a:lnTo>
                    <a:pt x="98703" y="44785"/>
                  </a:lnTo>
                  <a:lnTo>
                    <a:pt x="63758" y="70569"/>
                  </a:lnTo>
                  <a:lnTo>
                    <a:pt x="30833" y="97565"/>
                  </a:lnTo>
                  <a:lnTo>
                    <a:pt x="0" y="125713"/>
                  </a:lnTo>
                  <a:lnTo>
                    <a:pt x="25309" y="151681"/>
                  </a:lnTo>
                  <a:lnTo>
                    <a:pt x="85741" y="200499"/>
                  </a:lnTo>
                  <a:lnTo>
                    <a:pt x="120574" y="223205"/>
                  </a:lnTo>
                  <a:lnTo>
                    <a:pt x="158295" y="244679"/>
                  </a:lnTo>
                  <a:lnTo>
                    <a:pt x="198758" y="264850"/>
                  </a:lnTo>
                  <a:lnTo>
                    <a:pt x="241819" y="283646"/>
                  </a:lnTo>
                  <a:lnTo>
                    <a:pt x="287335" y="300993"/>
                  </a:lnTo>
                  <a:lnTo>
                    <a:pt x="335160" y="316821"/>
                  </a:lnTo>
                  <a:lnTo>
                    <a:pt x="385152" y="331056"/>
                  </a:lnTo>
                  <a:lnTo>
                    <a:pt x="437166" y="343628"/>
                  </a:lnTo>
                  <a:lnTo>
                    <a:pt x="491058" y="354463"/>
                  </a:lnTo>
                  <a:lnTo>
                    <a:pt x="546683" y="363490"/>
                  </a:lnTo>
                  <a:lnTo>
                    <a:pt x="603898" y="370636"/>
                  </a:lnTo>
                  <a:lnTo>
                    <a:pt x="662559" y="375830"/>
                  </a:lnTo>
                  <a:lnTo>
                    <a:pt x="722521" y="378999"/>
                  </a:lnTo>
                  <a:lnTo>
                    <a:pt x="783641" y="380072"/>
                  </a:lnTo>
                  <a:lnTo>
                    <a:pt x="844997" y="378991"/>
                  </a:lnTo>
                  <a:lnTo>
                    <a:pt x="905187" y="375797"/>
                  </a:lnTo>
                  <a:lnTo>
                    <a:pt x="964064" y="370564"/>
                  </a:lnTo>
                  <a:lnTo>
                    <a:pt x="1021482" y="363363"/>
                  </a:lnTo>
                  <a:lnTo>
                    <a:pt x="1077295" y="354268"/>
                  </a:lnTo>
                  <a:lnTo>
                    <a:pt x="1131359" y="343353"/>
                  </a:lnTo>
                  <a:lnTo>
                    <a:pt x="1183526" y="330689"/>
                  </a:lnTo>
                  <a:lnTo>
                    <a:pt x="1233652" y="316350"/>
                  </a:lnTo>
                  <a:lnTo>
                    <a:pt x="1281590" y="300409"/>
                  </a:lnTo>
                  <a:lnTo>
                    <a:pt x="1327195" y="282939"/>
                  </a:lnTo>
                  <a:lnTo>
                    <a:pt x="1370320" y="264013"/>
                  </a:lnTo>
                  <a:lnTo>
                    <a:pt x="1410821" y="243704"/>
                  </a:lnTo>
                  <a:lnTo>
                    <a:pt x="1448551" y="222084"/>
                  </a:lnTo>
                  <a:lnTo>
                    <a:pt x="1483364" y="199227"/>
                  </a:lnTo>
                  <a:lnTo>
                    <a:pt x="1515116" y="175206"/>
                  </a:lnTo>
                  <a:lnTo>
                    <a:pt x="1568848" y="123963"/>
                  </a:lnTo>
                  <a:lnTo>
                    <a:pt x="1590537" y="96887"/>
                  </a:lnTo>
                  <a:lnTo>
                    <a:pt x="1558852" y="70940"/>
                  </a:lnTo>
                  <a:lnTo>
                    <a:pt x="1525300" y="46111"/>
                  </a:lnTo>
                  <a:lnTo>
                    <a:pt x="1489952" y="22447"/>
                  </a:lnTo>
                  <a:lnTo>
                    <a:pt x="1452877" y="0"/>
                  </a:lnTo>
                  <a:close/>
                </a:path>
              </a:pathLst>
            </a:custGeom>
            <a:solidFill>
              <a:srgbClr val="ACCF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9" name="object 409" descr=""/>
          <p:cNvSpPr/>
          <p:nvPr/>
        </p:nvSpPr>
        <p:spPr>
          <a:xfrm>
            <a:off x="6133323" y="3901742"/>
            <a:ext cx="1344930" cy="577215"/>
          </a:xfrm>
          <a:custGeom>
            <a:avLst/>
            <a:gdLst/>
            <a:ahLst/>
            <a:cxnLst/>
            <a:rect l="l" t="t" r="r" b="b"/>
            <a:pathLst>
              <a:path w="1344929" h="577214">
                <a:moveTo>
                  <a:pt x="584840" y="0"/>
                </a:moveTo>
                <a:lnTo>
                  <a:pt x="554548" y="112122"/>
                </a:lnTo>
                <a:lnTo>
                  <a:pt x="558527" y="112122"/>
                </a:lnTo>
                <a:lnTo>
                  <a:pt x="528214" y="171502"/>
                </a:lnTo>
                <a:lnTo>
                  <a:pt x="510584" y="174251"/>
                </a:lnTo>
                <a:lnTo>
                  <a:pt x="493123" y="177290"/>
                </a:lnTo>
                <a:lnTo>
                  <a:pt x="475847" y="180631"/>
                </a:lnTo>
                <a:lnTo>
                  <a:pt x="458771" y="184287"/>
                </a:lnTo>
                <a:lnTo>
                  <a:pt x="458771" y="193805"/>
                </a:lnTo>
                <a:lnTo>
                  <a:pt x="458656" y="184287"/>
                </a:lnTo>
                <a:lnTo>
                  <a:pt x="402008" y="198966"/>
                </a:lnTo>
                <a:lnTo>
                  <a:pt x="347951" y="216888"/>
                </a:lnTo>
                <a:lnTo>
                  <a:pt x="296749" y="237876"/>
                </a:lnTo>
                <a:lnTo>
                  <a:pt x="248667" y="261751"/>
                </a:lnTo>
                <a:lnTo>
                  <a:pt x="203970" y="288334"/>
                </a:lnTo>
                <a:lnTo>
                  <a:pt x="162923" y="317448"/>
                </a:lnTo>
                <a:lnTo>
                  <a:pt x="125789" y="348913"/>
                </a:lnTo>
                <a:lnTo>
                  <a:pt x="92833" y="382553"/>
                </a:lnTo>
                <a:lnTo>
                  <a:pt x="64322" y="418187"/>
                </a:lnTo>
                <a:lnTo>
                  <a:pt x="40517" y="455639"/>
                </a:lnTo>
                <a:lnTo>
                  <a:pt x="21686" y="494729"/>
                </a:lnTo>
                <a:lnTo>
                  <a:pt x="8092" y="535280"/>
                </a:lnTo>
                <a:lnTo>
                  <a:pt x="0" y="577113"/>
                </a:lnTo>
                <a:lnTo>
                  <a:pt x="1344775" y="577113"/>
                </a:lnTo>
                <a:lnTo>
                  <a:pt x="1337466" y="538295"/>
                </a:lnTo>
                <a:lnTo>
                  <a:pt x="1325411" y="500568"/>
                </a:lnTo>
                <a:lnTo>
                  <a:pt x="1308824" y="464073"/>
                </a:lnTo>
                <a:lnTo>
                  <a:pt x="1287913" y="428953"/>
                </a:lnTo>
                <a:lnTo>
                  <a:pt x="1262891" y="395349"/>
                </a:lnTo>
                <a:lnTo>
                  <a:pt x="1233967" y="363404"/>
                </a:lnTo>
                <a:lnTo>
                  <a:pt x="1201353" y="333259"/>
                </a:lnTo>
                <a:lnTo>
                  <a:pt x="1165260" y="305057"/>
                </a:lnTo>
                <a:lnTo>
                  <a:pt x="1125899" y="278940"/>
                </a:lnTo>
                <a:lnTo>
                  <a:pt x="1083480" y="255049"/>
                </a:lnTo>
                <a:lnTo>
                  <a:pt x="1038214" y="233527"/>
                </a:lnTo>
                <a:lnTo>
                  <a:pt x="990313" y="214515"/>
                </a:lnTo>
                <a:lnTo>
                  <a:pt x="939986" y="198157"/>
                </a:lnTo>
                <a:lnTo>
                  <a:pt x="887446" y="184592"/>
                </a:lnTo>
                <a:lnTo>
                  <a:pt x="832902" y="173965"/>
                </a:lnTo>
                <a:lnTo>
                  <a:pt x="776566" y="166417"/>
                </a:lnTo>
                <a:lnTo>
                  <a:pt x="718648" y="162089"/>
                </a:lnTo>
                <a:lnTo>
                  <a:pt x="688942" y="58050"/>
                </a:lnTo>
                <a:lnTo>
                  <a:pt x="661079" y="161167"/>
                </a:lnTo>
                <a:lnTo>
                  <a:pt x="640734" y="161555"/>
                </a:lnTo>
                <a:lnTo>
                  <a:pt x="614075" y="112122"/>
                </a:lnTo>
                <a:lnTo>
                  <a:pt x="616860" y="112122"/>
                </a:lnTo>
                <a:lnTo>
                  <a:pt x="584840" y="0"/>
                </a:lnTo>
                <a:close/>
              </a:path>
            </a:pathLst>
          </a:custGeom>
          <a:solidFill>
            <a:srgbClr val="1F7A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0" name="object 410" descr=""/>
          <p:cNvGrpSpPr/>
          <p:nvPr/>
        </p:nvGrpSpPr>
        <p:grpSpPr>
          <a:xfrm>
            <a:off x="1305152" y="1920066"/>
            <a:ext cx="1975485" cy="1004569"/>
            <a:chOff x="1305152" y="1920066"/>
            <a:chExt cx="1975485" cy="1004569"/>
          </a:xfrm>
        </p:grpSpPr>
        <p:sp>
          <p:nvSpPr>
            <p:cNvPr id="411" name="object 411" descr=""/>
            <p:cNvSpPr/>
            <p:nvPr/>
          </p:nvSpPr>
          <p:spPr>
            <a:xfrm>
              <a:off x="1617403" y="2285204"/>
              <a:ext cx="1317625" cy="260350"/>
            </a:xfrm>
            <a:custGeom>
              <a:avLst/>
              <a:gdLst/>
              <a:ahLst/>
              <a:cxnLst/>
              <a:rect l="l" t="t" r="r" b="b"/>
              <a:pathLst>
                <a:path w="1317625" h="260350">
                  <a:moveTo>
                    <a:pt x="675455" y="0"/>
                  </a:moveTo>
                  <a:lnTo>
                    <a:pt x="619855" y="1035"/>
                  </a:lnTo>
                  <a:lnTo>
                    <a:pt x="565061" y="4106"/>
                  </a:lnTo>
                  <a:lnTo>
                    <a:pt x="511155" y="9157"/>
                  </a:lnTo>
                  <a:lnTo>
                    <a:pt x="458219" y="16133"/>
                  </a:lnTo>
                  <a:lnTo>
                    <a:pt x="406333" y="24979"/>
                  </a:lnTo>
                  <a:lnTo>
                    <a:pt x="355578" y="35641"/>
                  </a:lnTo>
                  <a:lnTo>
                    <a:pt x="306036" y="48063"/>
                  </a:lnTo>
                  <a:lnTo>
                    <a:pt x="257787" y="62191"/>
                  </a:lnTo>
                  <a:lnTo>
                    <a:pt x="210913" y="77970"/>
                  </a:lnTo>
                  <a:lnTo>
                    <a:pt x="165495" y="95344"/>
                  </a:lnTo>
                  <a:lnTo>
                    <a:pt x="121613" y="114259"/>
                  </a:lnTo>
                  <a:lnTo>
                    <a:pt x="79349" y="134660"/>
                  </a:lnTo>
                  <a:lnTo>
                    <a:pt x="38784" y="156493"/>
                  </a:lnTo>
                  <a:lnTo>
                    <a:pt x="0" y="179701"/>
                  </a:lnTo>
                  <a:lnTo>
                    <a:pt x="36370" y="190742"/>
                  </a:lnTo>
                  <a:lnTo>
                    <a:pt x="75242" y="201107"/>
                  </a:lnTo>
                  <a:lnTo>
                    <a:pt x="116486" y="210761"/>
                  </a:lnTo>
                  <a:lnTo>
                    <a:pt x="159972" y="219666"/>
                  </a:lnTo>
                  <a:lnTo>
                    <a:pt x="205568" y="227788"/>
                  </a:lnTo>
                  <a:lnTo>
                    <a:pt x="253146" y="235090"/>
                  </a:lnTo>
                  <a:lnTo>
                    <a:pt x="302573" y="241535"/>
                  </a:lnTo>
                  <a:lnTo>
                    <a:pt x="353721" y="247088"/>
                  </a:lnTo>
                  <a:lnTo>
                    <a:pt x="406459" y="251712"/>
                  </a:lnTo>
                  <a:lnTo>
                    <a:pt x="460657" y="255372"/>
                  </a:lnTo>
                  <a:lnTo>
                    <a:pt x="516183" y="258031"/>
                  </a:lnTo>
                  <a:lnTo>
                    <a:pt x="572909" y="259652"/>
                  </a:lnTo>
                  <a:lnTo>
                    <a:pt x="630703" y="260201"/>
                  </a:lnTo>
                  <a:lnTo>
                    <a:pt x="691377" y="259596"/>
                  </a:lnTo>
                  <a:lnTo>
                    <a:pt x="750866" y="257810"/>
                  </a:lnTo>
                  <a:lnTo>
                    <a:pt x="809019" y="254885"/>
                  </a:lnTo>
                  <a:lnTo>
                    <a:pt x="865684" y="250861"/>
                  </a:lnTo>
                  <a:lnTo>
                    <a:pt x="920711" y="245782"/>
                  </a:lnTo>
                  <a:lnTo>
                    <a:pt x="973948" y="239688"/>
                  </a:lnTo>
                  <a:lnTo>
                    <a:pt x="1025244" y="232622"/>
                  </a:lnTo>
                  <a:lnTo>
                    <a:pt x="1074449" y="224625"/>
                  </a:lnTo>
                  <a:lnTo>
                    <a:pt x="1121410" y="215739"/>
                  </a:lnTo>
                  <a:lnTo>
                    <a:pt x="1165977" y="206007"/>
                  </a:lnTo>
                  <a:lnTo>
                    <a:pt x="1207998" y="195468"/>
                  </a:lnTo>
                  <a:lnTo>
                    <a:pt x="1247323" y="184167"/>
                  </a:lnTo>
                  <a:lnTo>
                    <a:pt x="1283800" y="172143"/>
                  </a:lnTo>
                  <a:lnTo>
                    <a:pt x="1317279" y="159440"/>
                  </a:lnTo>
                  <a:lnTo>
                    <a:pt x="1276527" y="137211"/>
                  </a:lnTo>
                  <a:lnTo>
                    <a:pt x="1234033" y="116436"/>
                  </a:lnTo>
                  <a:lnTo>
                    <a:pt x="1189880" y="97171"/>
                  </a:lnTo>
                  <a:lnTo>
                    <a:pt x="1144151" y="79472"/>
                  </a:lnTo>
                  <a:lnTo>
                    <a:pt x="1096930" y="63396"/>
                  </a:lnTo>
                  <a:lnTo>
                    <a:pt x="1048301" y="48999"/>
                  </a:lnTo>
                  <a:lnTo>
                    <a:pt x="998346" y="36339"/>
                  </a:lnTo>
                  <a:lnTo>
                    <a:pt x="947150" y="25471"/>
                  </a:lnTo>
                  <a:lnTo>
                    <a:pt x="894794" y="16452"/>
                  </a:lnTo>
                  <a:lnTo>
                    <a:pt x="841364" y="9339"/>
                  </a:lnTo>
                  <a:lnTo>
                    <a:pt x="786942" y="4188"/>
                  </a:lnTo>
                  <a:lnTo>
                    <a:pt x="731611" y="1056"/>
                  </a:lnTo>
                  <a:lnTo>
                    <a:pt x="675455" y="0"/>
                  </a:lnTo>
                  <a:close/>
                </a:path>
              </a:pathLst>
            </a:custGeom>
            <a:solidFill>
              <a:srgbClr val="C5D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305140" y="2444641"/>
              <a:ext cx="1975485" cy="480059"/>
            </a:xfrm>
            <a:custGeom>
              <a:avLst/>
              <a:gdLst/>
              <a:ahLst/>
              <a:cxnLst/>
              <a:rect l="l" t="t" r="r" b="b"/>
              <a:pathLst>
                <a:path w="1975485" h="480060">
                  <a:moveTo>
                    <a:pt x="1975421" y="479831"/>
                  </a:moveTo>
                  <a:lnTo>
                    <a:pt x="1970151" y="432244"/>
                  </a:lnTo>
                  <a:lnTo>
                    <a:pt x="1960003" y="385648"/>
                  </a:lnTo>
                  <a:lnTo>
                    <a:pt x="1945170" y="340144"/>
                  </a:lnTo>
                  <a:lnTo>
                    <a:pt x="1925802" y="295871"/>
                  </a:lnTo>
                  <a:lnTo>
                    <a:pt x="1902091" y="252933"/>
                  </a:lnTo>
                  <a:lnTo>
                    <a:pt x="1874202" y="211455"/>
                  </a:lnTo>
                  <a:lnTo>
                    <a:pt x="1842300" y="171538"/>
                  </a:lnTo>
                  <a:lnTo>
                    <a:pt x="1806575" y="133311"/>
                  </a:lnTo>
                  <a:lnTo>
                    <a:pt x="1767192" y="96901"/>
                  </a:lnTo>
                  <a:lnTo>
                    <a:pt x="1745513" y="123977"/>
                  </a:lnTo>
                  <a:lnTo>
                    <a:pt x="1720316" y="150101"/>
                  </a:lnTo>
                  <a:lnTo>
                    <a:pt x="1745500" y="123964"/>
                  </a:lnTo>
                  <a:lnTo>
                    <a:pt x="1767192" y="96888"/>
                  </a:lnTo>
                  <a:lnTo>
                    <a:pt x="1735505" y="70942"/>
                  </a:lnTo>
                  <a:lnTo>
                    <a:pt x="1701952" y="46113"/>
                  </a:lnTo>
                  <a:lnTo>
                    <a:pt x="1691779" y="39306"/>
                  </a:lnTo>
                  <a:lnTo>
                    <a:pt x="1691779" y="175209"/>
                  </a:lnTo>
                  <a:lnTo>
                    <a:pt x="1660029" y="199237"/>
                  </a:lnTo>
                  <a:lnTo>
                    <a:pt x="1625206" y="222097"/>
                  </a:lnTo>
                  <a:lnTo>
                    <a:pt x="1587487" y="243713"/>
                  </a:lnTo>
                  <a:lnTo>
                    <a:pt x="1546987" y="264020"/>
                  </a:lnTo>
                  <a:lnTo>
                    <a:pt x="1503857" y="282943"/>
                  </a:lnTo>
                  <a:lnTo>
                    <a:pt x="1546974" y="264020"/>
                  </a:lnTo>
                  <a:lnTo>
                    <a:pt x="1587474" y="243713"/>
                  </a:lnTo>
                  <a:lnTo>
                    <a:pt x="1625206" y="222084"/>
                  </a:lnTo>
                  <a:lnTo>
                    <a:pt x="1660017" y="199237"/>
                  </a:lnTo>
                  <a:lnTo>
                    <a:pt x="1691767" y="175209"/>
                  </a:lnTo>
                  <a:lnTo>
                    <a:pt x="1691779" y="39306"/>
                  </a:lnTo>
                  <a:lnTo>
                    <a:pt x="1666608" y="22453"/>
                  </a:lnTo>
                  <a:lnTo>
                    <a:pt x="1629537" y="0"/>
                  </a:lnTo>
                  <a:lnTo>
                    <a:pt x="1596059" y="12712"/>
                  </a:lnTo>
                  <a:lnTo>
                    <a:pt x="1559572" y="24726"/>
                  </a:lnTo>
                  <a:lnTo>
                    <a:pt x="1520253" y="36029"/>
                  </a:lnTo>
                  <a:lnTo>
                    <a:pt x="1478229" y="46570"/>
                  </a:lnTo>
                  <a:lnTo>
                    <a:pt x="1433664" y="56311"/>
                  </a:lnTo>
                  <a:lnTo>
                    <a:pt x="1386700" y="65189"/>
                  </a:lnTo>
                  <a:lnTo>
                    <a:pt x="1337500" y="73190"/>
                  </a:lnTo>
                  <a:lnTo>
                    <a:pt x="1308023" y="77254"/>
                  </a:lnTo>
                  <a:lnTo>
                    <a:pt x="1308023" y="343357"/>
                  </a:lnTo>
                  <a:lnTo>
                    <a:pt x="1253959" y="354279"/>
                  </a:lnTo>
                  <a:lnTo>
                    <a:pt x="1198143" y="363372"/>
                  </a:lnTo>
                  <a:lnTo>
                    <a:pt x="1253947" y="354279"/>
                  </a:lnTo>
                  <a:lnTo>
                    <a:pt x="1308011" y="343357"/>
                  </a:lnTo>
                  <a:lnTo>
                    <a:pt x="1308023" y="77254"/>
                  </a:lnTo>
                  <a:lnTo>
                    <a:pt x="1286205" y="80251"/>
                  </a:lnTo>
                  <a:lnTo>
                    <a:pt x="1232966" y="86347"/>
                  </a:lnTo>
                  <a:lnTo>
                    <a:pt x="1177937" y="91427"/>
                  </a:lnTo>
                  <a:lnTo>
                    <a:pt x="1121270" y="95453"/>
                  </a:lnTo>
                  <a:lnTo>
                    <a:pt x="1063117" y="98374"/>
                  </a:lnTo>
                  <a:lnTo>
                    <a:pt x="1021651" y="99631"/>
                  </a:lnTo>
                  <a:lnTo>
                    <a:pt x="1021651" y="378993"/>
                  </a:lnTo>
                  <a:lnTo>
                    <a:pt x="960297" y="380085"/>
                  </a:lnTo>
                  <a:lnTo>
                    <a:pt x="900226" y="379031"/>
                  </a:lnTo>
                  <a:lnTo>
                    <a:pt x="960297" y="380072"/>
                  </a:lnTo>
                  <a:lnTo>
                    <a:pt x="1021651" y="378993"/>
                  </a:lnTo>
                  <a:lnTo>
                    <a:pt x="1021651" y="99631"/>
                  </a:lnTo>
                  <a:lnTo>
                    <a:pt x="1003630" y="100164"/>
                  </a:lnTo>
                  <a:lnTo>
                    <a:pt x="942962" y="100761"/>
                  </a:lnTo>
                  <a:lnTo>
                    <a:pt x="885164" y="100215"/>
                  </a:lnTo>
                  <a:lnTo>
                    <a:pt x="839216" y="98920"/>
                  </a:lnTo>
                  <a:lnTo>
                    <a:pt x="839216" y="375831"/>
                  </a:lnTo>
                  <a:lnTo>
                    <a:pt x="780554" y="370649"/>
                  </a:lnTo>
                  <a:lnTo>
                    <a:pt x="723341" y="363499"/>
                  </a:lnTo>
                  <a:lnTo>
                    <a:pt x="780554" y="370636"/>
                  </a:lnTo>
                  <a:lnTo>
                    <a:pt x="839216" y="375831"/>
                  </a:lnTo>
                  <a:lnTo>
                    <a:pt x="839216" y="98920"/>
                  </a:lnTo>
                  <a:lnTo>
                    <a:pt x="828433" y="98602"/>
                  </a:lnTo>
                  <a:lnTo>
                    <a:pt x="772909" y="95935"/>
                  </a:lnTo>
                  <a:lnTo>
                    <a:pt x="718718" y="92278"/>
                  </a:lnTo>
                  <a:lnTo>
                    <a:pt x="667715" y="87820"/>
                  </a:lnTo>
                  <a:lnTo>
                    <a:pt x="667715" y="354469"/>
                  </a:lnTo>
                  <a:lnTo>
                    <a:pt x="613816" y="343636"/>
                  </a:lnTo>
                  <a:lnTo>
                    <a:pt x="667715" y="354469"/>
                  </a:lnTo>
                  <a:lnTo>
                    <a:pt x="667715" y="87820"/>
                  </a:lnTo>
                  <a:lnTo>
                    <a:pt x="614832" y="82105"/>
                  </a:lnTo>
                  <a:lnTo>
                    <a:pt x="565404" y="75666"/>
                  </a:lnTo>
                  <a:lnTo>
                    <a:pt x="517829" y="68364"/>
                  </a:lnTo>
                  <a:lnTo>
                    <a:pt x="472236" y="60236"/>
                  </a:lnTo>
                  <a:lnTo>
                    <a:pt x="428752" y="51333"/>
                  </a:lnTo>
                  <a:lnTo>
                    <a:pt x="387502" y="41681"/>
                  </a:lnTo>
                  <a:lnTo>
                    <a:pt x="348627" y="31318"/>
                  </a:lnTo>
                  <a:lnTo>
                    <a:pt x="312254" y="20281"/>
                  </a:lnTo>
                  <a:lnTo>
                    <a:pt x="275361" y="44792"/>
                  </a:lnTo>
                  <a:lnTo>
                    <a:pt x="240411" y="70573"/>
                  </a:lnTo>
                  <a:lnTo>
                    <a:pt x="207492" y="97574"/>
                  </a:lnTo>
                  <a:lnTo>
                    <a:pt x="176657" y="125730"/>
                  </a:lnTo>
                  <a:lnTo>
                    <a:pt x="139293" y="164579"/>
                  </a:lnTo>
                  <a:lnTo>
                    <a:pt x="105905" y="205232"/>
                  </a:lnTo>
                  <a:lnTo>
                    <a:pt x="76708" y="247548"/>
                  </a:lnTo>
                  <a:lnTo>
                    <a:pt x="51879" y="291414"/>
                  </a:lnTo>
                  <a:lnTo>
                    <a:pt x="31610" y="336702"/>
                  </a:lnTo>
                  <a:lnTo>
                    <a:pt x="16078" y="383286"/>
                  </a:lnTo>
                  <a:lnTo>
                    <a:pt x="5473" y="431038"/>
                  </a:lnTo>
                  <a:lnTo>
                    <a:pt x="0" y="479831"/>
                  </a:lnTo>
                  <a:lnTo>
                    <a:pt x="1975421" y="479831"/>
                  </a:lnTo>
                  <a:close/>
                </a:path>
              </a:pathLst>
            </a:custGeom>
            <a:solidFill>
              <a:srgbClr val="99C4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481804" y="2444641"/>
              <a:ext cx="1590675" cy="380365"/>
            </a:xfrm>
            <a:custGeom>
              <a:avLst/>
              <a:gdLst/>
              <a:ahLst/>
              <a:cxnLst/>
              <a:rect l="l" t="t" r="r" b="b"/>
              <a:pathLst>
                <a:path w="1590675" h="380364">
                  <a:moveTo>
                    <a:pt x="1452877" y="0"/>
                  </a:moveTo>
                  <a:lnTo>
                    <a:pt x="1382921" y="24726"/>
                  </a:lnTo>
                  <a:lnTo>
                    <a:pt x="1343596" y="36028"/>
                  </a:lnTo>
                  <a:lnTo>
                    <a:pt x="1301575" y="46566"/>
                  </a:lnTo>
                  <a:lnTo>
                    <a:pt x="1257008" y="56299"/>
                  </a:lnTo>
                  <a:lnTo>
                    <a:pt x="1210047" y="65185"/>
                  </a:lnTo>
                  <a:lnTo>
                    <a:pt x="1160842" y="73182"/>
                  </a:lnTo>
                  <a:lnTo>
                    <a:pt x="1109546" y="80248"/>
                  </a:lnTo>
                  <a:lnTo>
                    <a:pt x="1056309" y="86342"/>
                  </a:lnTo>
                  <a:lnTo>
                    <a:pt x="1001282" y="91421"/>
                  </a:lnTo>
                  <a:lnTo>
                    <a:pt x="944617" y="95445"/>
                  </a:lnTo>
                  <a:lnTo>
                    <a:pt x="886464" y="98370"/>
                  </a:lnTo>
                  <a:lnTo>
                    <a:pt x="826975" y="100156"/>
                  </a:lnTo>
                  <a:lnTo>
                    <a:pt x="766301" y="100761"/>
                  </a:lnTo>
                  <a:lnTo>
                    <a:pt x="708507" y="100212"/>
                  </a:lnTo>
                  <a:lnTo>
                    <a:pt x="651782" y="98591"/>
                  </a:lnTo>
                  <a:lnTo>
                    <a:pt x="596256" y="95933"/>
                  </a:lnTo>
                  <a:lnTo>
                    <a:pt x="542059" y="92274"/>
                  </a:lnTo>
                  <a:lnTo>
                    <a:pt x="489322" y="87651"/>
                  </a:lnTo>
                  <a:lnTo>
                    <a:pt x="438175" y="82099"/>
                  </a:lnTo>
                  <a:lnTo>
                    <a:pt x="388748" y="75655"/>
                  </a:lnTo>
                  <a:lnTo>
                    <a:pt x="341171" y="68355"/>
                  </a:lnTo>
                  <a:lnTo>
                    <a:pt x="295574" y="60234"/>
                  </a:lnTo>
                  <a:lnTo>
                    <a:pt x="252088" y="51329"/>
                  </a:lnTo>
                  <a:lnTo>
                    <a:pt x="210844" y="41677"/>
                  </a:lnTo>
                  <a:lnTo>
                    <a:pt x="171970" y="31312"/>
                  </a:lnTo>
                  <a:lnTo>
                    <a:pt x="135597" y="20271"/>
                  </a:lnTo>
                  <a:lnTo>
                    <a:pt x="98703" y="44785"/>
                  </a:lnTo>
                  <a:lnTo>
                    <a:pt x="63758" y="70571"/>
                  </a:lnTo>
                  <a:lnTo>
                    <a:pt x="30833" y="97570"/>
                  </a:lnTo>
                  <a:lnTo>
                    <a:pt x="0" y="125723"/>
                  </a:lnTo>
                  <a:lnTo>
                    <a:pt x="25309" y="151689"/>
                  </a:lnTo>
                  <a:lnTo>
                    <a:pt x="85741" y="200505"/>
                  </a:lnTo>
                  <a:lnTo>
                    <a:pt x="120574" y="223209"/>
                  </a:lnTo>
                  <a:lnTo>
                    <a:pt x="158295" y="244683"/>
                  </a:lnTo>
                  <a:lnTo>
                    <a:pt x="198758" y="264853"/>
                  </a:lnTo>
                  <a:lnTo>
                    <a:pt x="241819" y="283648"/>
                  </a:lnTo>
                  <a:lnTo>
                    <a:pt x="287335" y="300995"/>
                  </a:lnTo>
                  <a:lnTo>
                    <a:pt x="335160" y="316822"/>
                  </a:lnTo>
                  <a:lnTo>
                    <a:pt x="385152" y="331057"/>
                  </a:lnTo>
                  <a:lnTo>
                    <a:pt x="437166" y="343628"/>
                  </a:lnTo>
                  <a:lnTo>
                    <a:pt x="491058" y="354463"/>
                  </a:lnTo>
                  <a:lnTo>
                    <a:pt x="546683" y="363490"/>
                  </a:lnTo>
                  <a:lnTo>
                    <a:pt x="603898" y="370636"/>
                  </a:lnTo>
                  <a:lnTo>
                    <a:pt x="662559" y="375830"/>
                  </a:lnTo>
                  <a:lnTo>
                    <a:pt x="722521" y="378999"/>
                  </a:lnTo>
                  <a:lnTo>
                    <a:pt x="783641" y="380072"/>
                  </a:lnTo>
                  <a:lnTo>
                    <a:pt x="844997" y="378991"/>
                  </a:lnTo>
                  <a:lnTo>
                    <a:pt x="905187" y="375797"/>
                  </a:lnTo>
                  <a:lnTo>
                    <a:pt x="964064" y="370564"/>
                  </a:lnTo>
                  <a:lnTo>
                    <a:pt x="1021482" y="363363"/>
                  </a:lnTo>
                  <a:lnTo>
                    <a:pt x="1077295" y="354268"/>
                  </a:lnTo>
                  <a:lnTo>
                    <a:pt x="1131359" y="343353"/>
                  </a:lnTo>
                  <a:lnTo>
                    <a:pt x="1183526" y="330689"/>
                  </a:lnTo>
                  <a:lnTo>
                    <a:pt x="1233652" y="316350"/>
                  </a:lnTo>
                  <a:lnTo>
                    <a:pt x="1281590" y="300409"/>
                  </a:lnTo>
                  <a:lnTo>
                    <a:pt x="1327195" y="282939"/>
                  </a:lnTo>
                  <a:lnTo>
                    <a:pt x="1370320" y="264013"/>
                  </a:lnTo>
                  <a:lnTo>
                    <a:pt x="1410821" y="243704"/>
                  </a:lnTo>
                  <a:lnTo>
                    <a:pt x="1448551" y="222084"/>
                  </a:lnTo>
                  <a:lnTo>
                    <a:pt x="1483364" y="199227"/>
                  </a:lnTo>
                  <a:lnTo>
                    <a:pt x="1515116" y="175206"/>
                  </a:lnTo>
                  <a:lnTo>
                    <a:pt x="1568848" y="123963"/>
                  </a:lnTo>
                  <a:lnTo>
                    <a:pt x="1590537" y="96887"/>
                  </a:lnTo>
                  <a:lnTo>
                    <a:pt x="1558852" y="70940"/>
                  </a:lnTo>
                  <a:lnTo>
                    <a:pt x="1525300" y="46111"/>
                  </a:lnTo>
                  <a:lnTo>
                    <a:pt x="1489952" y="22447"/>
                  </a:lnTo>
                  <a:lnTo>
                    <a:pt x="1452877" y="0"/>
                  </a:lnTo>
                  <a:close/>
                </a:path>
              </a:pathLst>
            </a:custGeom>
            <a:solidFill>
              <a:srgbClr val="ACCF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2044387" y="2530373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30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928678" y="2269151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4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2059851" y="2269150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4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903488" y="2337015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4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8" name="object 4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6889" y="2098897"/>
              <a:ext cx="259537" cy="451974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2230267" y="2788574"/>
              <a:ext cx="39370" cy="126364"/>
            </a:xfrm>
            <a:custGeom>
              <a:avLst/>
              <a:gdLst/>
              <a:ahLst/>
              <a:cxnLst/>
              <a:rect l="l" t="t" r="r" b="b"/>
              <a:pathLst>
                <a:path w="39369" h="126364">
                  <a:moveTo>
                    <a:pt x="38846" y="0"/>
                  </a:moveTo>
                  <a:lnTo>
                    <a:pt x="0" y="0"/>
                  </a:lnTo>
                  <a:lnTo>
                    <a:pt x="0" y="125755"/>
                  </a:lnTo>
                  <a:lnTo>
                    <a:pt x="38846" y="125755"/>
                  </a:lnTo>
                  <a:lnTo>
                    <a:pt x="38846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2084904" y="2460431"/>
              <a:ext cx="339090" cy="269240"/>
            </a:xfrm>
            <a:custGeom>
              <a:avLst/>
              <a:gdLst/>
              <a:ahLst/>
              <a:cxnLst/>
              <a:rect l="l" t="t" r="r" b="b"/>
              <a:pathLst>
                <a:path w="339089" h="269239">
                  <a:moveTo>
                    <a:pt x="164780" y="0"/>
                  </a:moveTo>
                  <a:lnTo>
                    <a:pt x="0" y="268651"/>
                  </a:lnTo>
                  <a:lnTo>
                    <a:pt x="338932" y="268651"/>
                  </a:lnTo>
                  <a:lnTo>
                    <a:pt x="16478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2249685" y="2460430"/>
              <a:ext cx="174625" cy="269240"/>
            </a:xfrm>
            <a:custGeom>
              <a:avLst/>
              <a:gdLst/>
              <a:ahLst/>
              <a:cxnLst/>
              <a:rect l="l" t="t" r="r" b="b"/>
              <a:pathLst>
                <a:path w="174625" h="269239">
                  <a:moveTo>
                    <a:pt x="0" y="0"/>
                  </a:moveTo>
                  <a:lnTo>
                    <a:pt x="0" y="268651"/>
                  </a:lnTo>
                  <a:lnTo>
                    <a:pt x="174151" y="268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2053259" y="2545683"/>
              <a:ext cx="405765" cy="269240"/>
            </a:xfrm>
            <a:custGeom>
              <a:avLst/>
              <a:gdLst/>
              <a:ahLst/>
              <a:cxnLst/>
              <a:rect l="l" t="t" r="r" b="b"/>
              <a:pathLst>
                <a:path w="405764" h="269239">
                  <a:moveTo>
                    <a:pt x="197229" y="0"/>
                  </a:moveTo>
                  <a:lnTo>
                    <a:pt x="0" y="268651"/>
                  </a:lnTo>
                  <a:lnTo>
                    <a:pt x="405673" y="268651"/>
                  </a:lnTo>
                  <a:lnTo>
                    <a:pt x="19722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2250494" y="2545682"/>
              <a:ext cx="208915" cy="269240"/>
            </a:xfrm>
            <a:custGeom>
              <a:avLst/>
              <a:gdLst/>
              <a:ahLst/>
              <a:cxnLst/>
              <a:rect l="l" t="t" r="r" b="b"/>
              <a:pathLst>
                <a:path w="208914" h="269239">
                  <a:moveTo>
                    <a:pt x="0" y="0"/>
                  </a:moveTo>
                  <a:lnTo>
                    <a:pt x="0" y="268651"/>
                  </a:lnTo>
                  <a:lnTo>
                    <a:pt x="208443" y="268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2906" y="2246550"/>
              <a:ext cx="244411" cy="348209"/>
            </a:xfrm>
            <a:prstGeom prst="rect">
              <a:avLst/>
            </a:prstGeom>
          </p:spPr>
        </p:pic>
        <p:sp>
          <p:nvSpPr>
            <p:cNvPr id="425" name="object 425" descr=""/>
            <p:cNvSpPr/>
            <p:nvPr/>
          </p:nvSpPr>
          <p:spPr>
            <a:xfrm>
              <a:off x="2438962" y="2351541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30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2323251" y="2090320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4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2454425" y="2090319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4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2298063" y="2158184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4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9" name="object 4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61464" y="1920066"/>
              <a:ext cx="259536" cy="451975"/>
            </a:xfrm>
            <a:prstGeom prst="rect">
              <a:avLst/>
            </a:prstGeom>
          </p:spPr>
        </p:pic>
        <p:sp>
          <p:nvSpPr>
            <p:cNvPr id="430" name="object 430" descr=""/>
            <p:cNvSpPr/>
            <p:nvPr/>
          </p:nvSpPr>
          <p:spPr>
            <a:xfrm>
              <a:off x="2690001" y="2567272"/>
              <a:ext cx="31115" cy="100330"/>
            </a:xfrm>
            <a:custGeom>
              <a:avLst/>
              <a:gdLst/>
              <a:ahLst/>
              <a:cxnLst/>
              <a:rect l="l" t="t" r="r" b="b"/>
              <a:pathLst>
                <a:path w="31114" h="100330">
                  <a:moveTo>
                    <a:pt x="30930" y="0"/>
                  </a:moveTo>
                  <a:lnTo>
                    <a:pt x="0" y="0"/>
                  </a:lnTo>
                  <a:lnTo>
                    <a:pt x="0" y="100101"/>
                  </a:lnTo>
                  <a:lnTo>
                    <a:pt x="30930" y="100101"/>
                  </a:lnTo>
                  <a:lnTo>
                    <a:pt x="30930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2574300" y="2306054"/>
              <a:ext cx="269875" cy="213995"/>
            </a:xfrm>
            <a:custGeom>
              <a:avLst/>
              <a:gdLst/>
              <a:ahLst/>
              <a:cxnLst/>
              <a:rect l="l" t="t" r="r" b="b"/>
              <a:pathLst>
                <a:path w="269875" h="213994">
                  <a:moveTo>
                    <a:pt x="131168" y="0"/>
                  </a:moveTo>
                  <a:lnTo>
                    <a:pt x="0" y="213857"/>
                  </a:lnTo>
                  <a:lnTo>
                    <a:pt x="269803" y="213857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2705473" y="2306054"/>
              <a:ext cx="139065" cy="213995"/>
            </a:xfrm>
            <a:custGeom>
              <a:avLst/>
              <a:gdLst/>
              <a:ahLst/>
              <a:cxnLst/>
              <a:rect l="l" t="t" r="r" b="b"/>
              <a:pathLst>
                <a:path w="139064" h="213994">
                  <a:moveTo>
                    <a:pt x="0" y="0"/>
                  </a:moveTo>
                  <a:lnTo>
                    <a:pt x="0" y="213857"/>
                  </a:lnTo>
                  <a:lnTo>
                    <a:pt x="138624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2549110" y="2373918"/>
              <a:ext cx="323215" cy="213995"/>
            </a:xfrm>
            <a:custGeom>
              <a:avLst/>
              <a:gdLst/>
              <a:ahLst/>
              <a:cxnLst/>
              <a:rect l="l" t="t" r="r" b="b"/>
              <a:pathLst>
                <a:path w="323214" h="213994">
                  <a:moveTo>
                    <a:pt x="157010" y="0"/>
                  </a:moveTo>
                  <a:lnTo>
                    <a:pt x="0" y="213857"/>
                  </a:lnTo>
                  <a:lnTo>
                    <a:pt x="322932" y="213857"/>
                  </a:lnTo>
                  <a:lnTo>
                    <a:pt x="1570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2706117" y="2373917"/>
              <a:ext cx="166370" cy="213995"/>
            </a:xfrm>
            <a:custGeom>
              <a:avLst/>
              <a:gdLst/>
              <a:ahLst/>
              <a:cxnLst/>
              <a:rect l="l" t="t" r="r" b="b"/>
              <a:pathLst>
                <a:path w="166369" h="213994">
                  <a:moveTo>
                    <a:pt x="0" y="0"/>
                  </a:moveTo>
                  <a:lnTo>
                    <a:pt x="0" y="213857"/>
                  </a:lnTo>
                  <a:lnTo>
                    <a:pt x="165932" y="213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2612512" y="2227637"/>
              <a:ext cx="194945" cy="185420"/>
            </a:xfrm>
            <a:custGeom>
              <a:avLst/>
              <a:gdLst/>
              <a:ahLst/>
              <a:cxnLst/>
              <a:rect l="l" t="t" r="r" b="b"/>
              <a:pathLst>
                <a:path w="194944" h="185419">
                  <a:moveTo>
                    <a:pt x="94593" y="0"/>
                  </a:moveTo>
                  <a:lnTo>
                    <a:pt x="0" y="185345"/>
                  </a:lnTo>
                  <a:lnTo>
                    <a:pt x="194559" y="185345"/>
                  </a:lnTo>
                  <a:lnTo>
                    <a:pt x="9459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2707105" y="2227633"/>
              <a:ext cx="100330" cy="185420"/>
            </a:xfrm>
            <a:custGeom>
              <a:avLst/>
              <a:gdLst/>
              <a:ahLst/>
              <a:cxnLst/>
              <a:rect l="l" t="t" r="r" b="b"/>
              <a:pathLst>
                <a:path w="100330" h="185419">
                  <a:moveTo>
                    <a:pt x="0" y="0"/>
                  </a:moveTo>
                  <a:lnTo>
                    <a:pt x="0" y="185345"/>
                  </a:lnTo>
                  <a:lnTo>
                    <a:pt x="99965" y="185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2659044" y="2135799"/>
              <a:ext cx="97155" cy="173990"/>
            </a:xfrm>
            <a:custGeom>
              <a:avLst/>
              <a:gdLst/>
              <a:ahLst/>
              <a:cxnLst/>
              <a:rect l="l" t="t" r="r" b="b"/>
              <a:pathLst>
                <a:path w="97155" h="173989">
                  <a:moveTo>
                    <a:pt x="46982" y="0"/>
                  </a:moveTo>
                  <a:lnTo>
                    <a:pt x="0" y="173910"/>
                  </a:lnTo>
                  <a:lnTo>
                    <a:pt x="96646" y="173910"/>
                  </a:lnTo>
                  <a:lnTo>
                    <a:pt x="4698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2706031" y="2135799"/>
              <a:ext cx="50165" cy="173990"/>
            </a:xfrm>
            <a:custGeom>
              <a:avLst/>
              <a:gdLst/>
              <a:ahLst/>
              <a:cxnLst/>
              <a:rect l="l" t="t" r="r" b="b"/>
              <a:pathLst>
                <a:path w="50164" h="173989">
                  <a:moveTo>
                    <a:pt x="0" y="0"/>
                  </a:moveTo>
                  <a:lnTo>
                    <a:pt x="0" y="173910"/>
                  </a:lnTo>
                  <a:lnTo>
                    <a:pt x="49652" y="173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2942507" y="2712084"/>
              <a:ext cx="22860" cy="73660"/>
            </a:xfrm>
            <a:custGeom>
              <a:avLst/>
              <a:gdLst/>
              <a:ahLst/>
              <a:cxnLst/>
              <a:rect l="l" t="t" r="r" b="b"/>
              <a:pathLst>
                <a:path w="22860" h="73660">
                  <a:moveTo>
                    <a:pt x="22742" y="0"/>
                  </a:moveTo>
                  <a:lnTo>
                    <a:pt x="0" y="0"/>
                  </a:lnTo>
                  <a:lnTo>
                    <a:pt x="0" y="73610"/>
                  </a:lnTo>
                  <a:lnTo>
                    <a:pt x="22742" y="7361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2857418" y="2520002"/>
              <a:ext cx="198755" cy="157480"/>
            </a:xfrm>
            <a:custGeom>
              <a:avLst/>
              <a:gdLst/>
              <a:ahLst/>
              <a:cxnLst/>
              <a:rect l="l" t="t" r="r" b="b"/>
              <a:pathLst>
                <a:path w="198755" h="157480">
                  <a:moveTo>
                    <a:pt x="96457" y="0"/>
                  </a:moveTo>
                  <a:lnTo>
                    <a:pt x="0" y="157262"/>
                  </a:lnTo>
                  <a:lnTo>
                    <a:pt x="198391" y="157262"/>
                  </a:lnTo>
                  <a:lnTo>
                    <a:pt x="964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2953875" y="2520008"/>
              <a:ext cx="102235" cy="157480"/>
            </a:xfrm>
            <a:custGeom>
              <a:avLst/>
              <a:gdLst/>
              <a:ahLst/>
              <a:cxnLst/>
              <a:rect l="l" t="t" r="r" b="b"/>
              <a:pathLst>
                <a:path w="102235" h="157480">
                  <a:moveTo>
                    <a:pt x="0" y="0"/>
                  </a:moveTo>
                  <a:lnTo>
                    <a:pt x="0" y="157262"/>
                  </a:lnTo>
                  <a:lnTo>
                    <a:pt x="101934" y="157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2838895" y="2569906"/>
              <a:ext cx="237490" cy="157480"/>
            </a:xfrm>
            <a:custGeom>
              <a:avLst/>
              <a:gdLst/>
              <a:ahLst/>
              <a:cxnLst/>
              <a:rect l="l" t="t" r="r" b="b"/>
              <a:pathLst>
                <a:path w="237489" h="157480">
                  <a:moveTo>
                    <a:pt x="115451" y="0"/>
                  </a:moveTo>
                  <a:lnTo>
                    <a:pt x="0" y="157262"/>
                  </a:lnTo>
                  <a:lnTo>
                    <a:pt x="237469" y="157262"/>
                  </a:lnTo>
                  <a:lnTo>
                    <a:pt x="11545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2954348" y="2569911"/>
              <a:ext cx="122555" cy="157480"/>
            </a:xfrm>
            <a:custGeom>
              <a:avLst/>
              <a:gdLst/>
              <a:ahLst/>
              <a:cxnLst/>
              <a:rect l="l" t="t" r="r" b="b"/>
              <a:pathLst>
                <a:path w="122555" h="157480">
                  <a:moveTo>
                    <a:pt x="0" y="0"/>
                  </a:moveTo>
                  <a:lnTo>
                    <a:pt x="0" y="157262"/>
                  </a:lnTo>
                  <a:lnTo>
                    <a:pt x="122017" y="157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2885517" y="2462348"/>
              <a:ext cx="143510" cy="136525"/>
            </a:xfrm>
            <a:custGeom>
              <a:avLst/>
              <a:gdLst/>
              <a:ahLst/>
              <a:cxnLst/>
              <a:rect l="l" t="t" r="r" b="b"/>
              <a:pathLst>
                <a:path w="143510" h="136525">
                  <a:moveTo>
                    <a:pt x="69558" y="0"/>
                  </a:moveTo>
                  <a:lnTo>
                    <a:pt x="0" y="136289"/>
                  </a:lnTo>
                  <a:lnTo>
                    <a:pt x="143063" y="136289"/>
                  </a:lnTo>
                  <a:lnTo>
                    <a:pt x="6955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2955074" y="2462342"/>
              <a:ext cx="73660" cy="136525"/>
            </a:xfrm>
            <a:custGeom>
              <a:avLst/>
              <a:gdLst/>
              <a:ahLst/>
              <a:cxnLst/>
              <a:rect l="l" t="t" r="r" b="b"/>
              <a:pathLst>
                <a:path w="73660" h="136525">
                  <a:moveTo>
                    <a:pt x="0" y="0"/>
                  </a:moveTo>
                  <a:lnTo>
                    <a:pt x="0" y="136289"/>
                  </a:lnTo>
                  <a:lnTo>
                    <a:pt x="73505" y="136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2919733" y="2394816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19" h="128269">
                  <a:moveTo>
                    <a:pt x="34553" y="0"/>
                  </a:moveTo>
                  <a:lnTo>
                    <a:pt x="0" y="127880"/>
                  </a:lnTo>
                  <a:lnTo>
                    <a:pt x="71065" y="127880"/>
                  </a:lnTo>
                  <a:lnTo>
                    <a:pt x="3455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2954285" y="2394815"/>
              <a:ext cx="36830" cy="128270"/>
            </a:xfrm>
            <a:custGeom>
              <a:avLst/>
              <a:gdLst/>
              <a:ahLst/>
              <a:cxnLst/>
              <a:rect l="l" t="t" r="r" b="b"/>
              <a:pathLst>
                <a:path w="36830" h="128269">
                  <a:moveTo>
                    <a:pt x="0" y="0"/>
                  </a:moveTo>
                  <a:lnTo>
                    <a:pt x="0" y="127880"/>
                  </a:lnTo>
                  <a:lnTo>
                    <a:pt x="36511" y="127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669676" y="2604842"/>
              <a:ext cx="22860" cy="73660"/>
            </a:xfrm>
            <a:custGeom>
              <a:avLst/>
              <a:gdLst/>
              <a:ahLst/>
              <a:cxnLst/>
              <a:rect l="l" t="t" r="r" b="b"/>
              <a:pathLst>
                <a:path w="22860" h="73660">
                  <a:moveTo>
                    <a:pt x="22742" y="0"/>
                  </a:moveTo>
                  <a:lnTo>
                    <a:pt x="0" y="0"/>
                  </a:lnTo>
                  <a:lnTo>
                    <a:pt x="0" y="73610"/>
                  </a:lnTo>
                  <a:lnTo>
                    <a:pt x="22742" y="7361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4E34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584589" y="2412755"/>
              <a:ext cx="198755" cy="157480"/>
            </a:xfrm>
            <a:custGeom>
              <a:avLst/>
              <a:gdLst/>
              <a:ahLst/>
              <a:cxnLst/>
              <a:rect l="l" t="t" r="r" b="b"/>
              <a:pathLst>
                <a:path w="198755" h="157480">
                  <a:moveTo>
                    <a:pt x="96457" y="0"/>
                  </a:moveTo>
                  <a:lnTo>
                    <a:pt x="0" y="157262"/>
                  </a:lnTo>
                  <a:lnTo>
                    <a:pt x="198391" y="157262"/>
                  </a:lnTo>
                  <a:lnTo>
                    <a:pt x="964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681046" y="2412761"/>
              <a:ext cx="102235" cy="157480"/>
            </a:xfrm>
            <a:custGeom>
              <a:avLst/>
              <a:gdLst/>
              <a:ahLst/>
              <a:cxnLst/>
              <a:rect l="l" t="t" r="r" b="b"/>
              <a:pathLst>
                <a:path w="102235" h="157480">
                  <a:moveTo>
                    <a:pt x="0" y="0"/>
                  </a:moveTo>
                  <a:lnTo>
                    <a:pt x="0" y="157262"/>
                  </a:lnTo>
                  <a:lnTo>
                    <a:pt x="101934" y="157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566067" y="2462659"/>
              <a:ext cx="237490" cy="157480"/>
            </a:xfrm>
            <a:custGeom>
              <a:avLst/>
              <a:gdLst/>
              <a:ahLst/>
              <a:cxnLst/>
              <a:rect l="l" t="t" r="r" b="b"/>
              <a:pathLst>
                <a:path w="237489" h="157480">
                  <a:moveTo>
                    <a:pt x="115451" y="0"/>
                  </a:moveTo>
                  <a:lnTo>
                    <a:pt x="0" y="157262"/>
                  </a:lnTo>
                  <a:lnTo>
                    <a:pt x="237469" y="157262"/>
                  </a:lnTo>
                  <a:lnTo>
                    <a:pt x="11545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681519" y="2462663"/>
              <a:ext cx="122555" cy="157480"/>
            </a:xfrm>
            <a:custGeom>
              <a:avLst/>
              <a:gdLst/>
              <a:ahLst/>
              <a:cxnLst/>
              <a:rect l="l" t="t" r="r" b="b"/>
              <a:pathLst>
                <a:path w="122555" h="157480">
                  <a:moveTo>
                    <a:pt x="0" y="0"/>
                  </a:moveTo>
                  <a:lnTo>
                    <a:pt x="0" y="157262"/>
                  </a:lnTo>
                  <a:lnTo>
                    <a:pt x="122017" y="157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1612688" y="2355099"/>
              <a:ext cx="143510" cy="136525"/>
            </a:xfrm>
            <a:custGeom>
              <a:avLst/>
              <a:gdLst/>
              <a:ahLst/>
              <a:cxnLst/>
              <a:rect l="l" t="t" r="r" b="b"/>
              <a:pathLst>
                <a:path w="143510" h="136525">
                  <a:moveTo>
                    <a:pt x="69558" y="0"/>
                  </a:moveTo>
                  <a:lnTo>
                    <a:pt x="0" y="136289"/>
                  </a:lnTo>
                  <a:lnTo>
                    <a:pt x="143063" y="136289"/>
                  </a:lnTo>
                  <a:lnTo>
                    <a:pt x="6955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1682245" y="2355095"/>
              <a:ext cx="73660" cy="136525"/>
            </a:xfrm>
            <a:custGeom>
              <a:avLst/>
              <a:gdLst/>
              <a:ahLst/>
              <a:cxnLst/>
              <a:rect l="l" t="t" r="r" b="b"/>
              <a:pathLst>
                <a:path w="73660" h="136525">
                  <a:moveTo>
                    <a:pt x="0" y="0"/>
                  </a:moveTo>
                  <a:lnTo>
                    <a:pt x="0" y="136289"/>
                  </a:lnTo>
                  <a:lnTo>
                    <a:pt x="73505" y="136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646904" y="2287569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19" h="128269">
                  <a:moveTo>
                    <a:pt x="34553" y="0"/>
                  </a:moveTo>
                  <a:lnTo>
                    <a:pt x="0" y="127880"/>
                  </a:lnTo>
                  <a:lnTo>
                    <a:pt x="71065" y="127880"/>
                  </a:lnTo>
                  <a:lnTo>
                    <a:pt x="3455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1681456" y="2287566"/>
              <a:ext cx="36830" cy="128270"/>
            </a:xfrm>
            <a:custGeom>
              <a:avLst/>
              <a:gdLst/>
              <a:ahLst/>
              <a:cxnLst/>
              <a:rect l="l" t="t" r="r" b="b"/>
              <a:pathLst>
                <a:path w="36830" h="128269">
                  <a:moveTo>
                    <a:pt x="0" y="0"/>
                  </a:moveTo>
                  <a:lnTo>
                    <a:pt x="0" y="127880"/>
                  </a:lnTo>
                  <a:lnTo>
                    <a:pt x="36511" y="127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2151608" y="2311431"/>
              <a:ext cx="278130" cy="495934"/>
            </a:xfrm>
            <a:custGeom>
              <a:avLst/>
              <a:gdLst/>
              <a:ahLst/>
              <a:cxnLst/>
              <a:rect l="l" t="t" r="r" b="b"/>
              <a:pathLst>
                <a:path w="278130" h="495935">
                  <a:moveTo>
                    <a:pt x="8013" y="344195"/>
                  </a:moveTo>
                  <a:lnTo>
                    <a:pt x="7645" y="343242"/>
                  </a:lnTo>
                  <a:lnTo>
                    <a:pt x="7112" y="343458"/>
                  </a:lnTo>
                  <a:lnTo>
                    <a:pt x="0" y="346113"/>
                  </a:lnTo>
                  <a:lnTo>
                    <a:pt x="596" y="347713"/>
                  </a:lnTo>
                  <a:lnTo>
                    <a:pt x="1612" y="347230"/>
                  </a:lnTo>
                  <a:lnTo>
                    <a:pt x="8013" y="344195"/>
                  </a:lnTo>
                  <a:close/>
                </a:path>
                <a:path w="278130" h="495935">
                  <a:moveTo>
                    <a:pt x="18199" y="311048"/>
                  </a:moveTo>
                  <a:lnTo>
                    <a:pt x="13208" y="311048"/>
                  </a:lnTo>
                  <a:lnTo>
                    <a:pt x="13195" y="315226"/>
                  </a:lnTo>
                  <a:lnTo>
                    <a:pt x="15697" y="315226"/>
                  </a:lnTo>
                  <a:lnTo>
                    <a:pt x="18186" y="315226"/>
                  </a:lnTo>
                  <a:lnTo>
                    <a:pt x="18199" y="311048"/>
                  </a:lnTo>
                  <a:close/>
                </a:path>
                <a:path w="278130" h="495935">
                  <a:moveTo>
                    <a:pt x="25387" y="252590"/>
                  </a:moveTo>
                  <a:lnTo>
                    <a:pt x="22783" y="252590"/>
                  </a:lnTo>
                  <a:lnTo>
                    <a:pt x="22771" y="254762"/>
                  </a:lnTo>
                  <a:lnTo>
                    <a:pt x="24079" y="254762"/>
                  </a:lnTo>
                  <a:lnTo>
                    <a:pt x="25387" y="254762"/>
                  </a:lnTo>
                  <a:lnTo>
                    <a:pt x="25387" y="252590"/>
                  </a:lnTo>
                  <a:close/>
                </a:path>
                <a:path w="278130" h="495935">
                  <a:moveTo>
                    <a:pt x="30264" y="222199"/>
                  </a:moveTo>
                  <a:lnTo>
                    <a:pt x="27482" y="222186"/>
                  </a:lnTo>
                  <a:lnTo>
                    <a:pt x="27609" y="223951"/>
                  </a:lnTo>
                  <a:lnTo>
                    <a:pt x="27698" y="225145"/>
                  </a:lnTo>
                  <a:lnTo>
                    <a:pt x="27749" y="225615"/>
                  </a:lnTo>
                  <a:lnTo>
                    <a:pt x="28168" y="227749"/>
                  </a:lnTo>
                  <a:lnTo>
                    <a:pt x="29578" y="227749"/>
                  </a:lnTo>
                  <a:lnTo>
                    <a:pt x="29997" y="225615"/>
                  </a:lnTo>
                  <a:lnTo>
                    <a:pt x="30060" y="225145"/>
                  </a:lnTo>
                  <a:lnTo>
                    <a:pt x="30137" y="223951"/>
                  </a:lnTo>
                  <a:lnTo>
                    <a:pt x="30264" y="222199"/>
                  </a:lnTo>
                  <a:close/>
                </a:path>
                <a:path w="278130" h="495935">
                  <a:moveTo>
                    <a:pt x="38900" y="341363"/>
                  </a:moveTo>
                  <a:lnTo>
                    <a:pt x="38658" y="340118"/>
                  </a:lnTo>
                  <a:lnTo>
                    <a:pt x="36207" y="339521"/>
                  </a:lnTo>
                  <a:lnTo>
                    <a:pt x="35521" y="339598"/>
                  </a:lnTo>
                  <a:lnTo>
                    <a:pt x="30073" y="340906"/>
                  </a:lnTo>
                  <a:lnTo>
                    <a:pt x="33108" y="348170"/>
                  </a:lnTo>
                  <a:lnTo>
                    <a:pt x="36715" y="344805"/>
                  </a:lnTo>
                  <a:lnTo>
                    <a:pt x="37795" y="343801"/>
                  </a:lnTo>
                  <a:lnTo>
                    <a:pt x="37947" y="343636"/>
                  </a:lnTo>
                  <a:lnTo>
                    <a:pt x="38900" y="341363"/>
                  </a:lnTo>
                  <a:close/>
                </a:path>
                <a:path w="278130" h="495935">
                  <a:moveTo>
                    <a:pt x="46926" y="243573"/>
                  </a:moveTo>
                  <a:lnTo>
                    <a:pt x="46761" y="243116"/>
                  </a:lnTo>
                  <a:lnTo>
                    <a:pt x="44335" y="239318"/>
                  </a:lnTo>
                  <a:lnTo>
                    <a:pt x="40716" y="243192"/>
                  </a:lnTo>
                  <a:lnTo>
                    <a:pt x="43434" y="245224"/>
                  </a:lnTo>
                  <a:lnTo>
                    <a:pt x="44259" y="245821"/>
                  </a:lnTo>
                  <a:lnTo>
                    <a:pt x="44678" y="245999"/>
                  </a:lnTo>
                  <a:lnTo>
                    <a:pt x="46342" y="245986"/>
                  </a:lnTo>
                  <a:lnTo>
                    <a:pt x="46913" y="245376"/>
                  </a:lnTo>
                  <a:lnTo>
                    <a:pt x="46926" y="243573"/>
                  </a:lnTo>
                  <a:close/>
                </a:path>
                <a:path w="278130" h="495935">
                  <a:moveTo>
                    <a:pt x="46990" y="275043"/>
                  </a:moveTo>
                  <a:lnTo>
                    <a:pt x="37503" y="271208"/>
                  </a:lnTo>
                  <a:lnTo>
                    <a:pt x="35217" y="279590"/>
                  </a:lnTo>
                  <a:lnTo>
                    <a:pt x="40030" y="281025"/>
                  </a:lnTo>
                  <a:lnTo>
                    <a:pt x="45250" y="282587"/>
                  </a:lnTo>
                  <a:lnTo>
                    <a:pt x="46990" y="275043"/>
                  </a:lnTo>
                  <a:close/>
                </a:path>
                <a:path w="278130" h="495935">
                  <a:moveTo>
                    <a:pt x="47396" y="190169"/>
                  </a:moveTo>
                  <a:lnTo>
                    <a:pt x="43916" y="190169"/>
                  </a:lnTo>
                  <a:lnTo>
                    <a:pt x="43916" y="193078"/>
                  </a:lnTo>
                  <a:lnTo>
                    <a:pt x="45656" y="193078"/>
                  </a:lnTo>
                  <a:lnTo>
                    <a:pt x="47396" y="193078"/>
                  </a:lnTo>
                  <a:lnTo>
                    <a:pt x="47396" y="190169"/>
                  </a:lnTo>
                  <a:close/>
                </a:path>
                <a:path w="278130" h="495935">
                  <a:moveTo>
                    <a:pt x="55308" y="307047"/>
                  </a:moveTo>
                  <a:lnTo>
                    <a:pt x="53759" y="303860"/>
                  </a:lnTo>
                  <a:lnTo>
                    <a:pt x="49530" y="303860"/>
                  </a:lnTo>
                  <a:lnTo>
                    <a:pt x="47993" y="307047"/>
                  </a:lnTo>
                  <a:lnTo>
                    <a:pt x="49796" y="308660"/>
                  </a:lnTo>
                  <a:lnTo>
                    <a:pt x="51206" y="309918"/>
                  </a:lnTo>
                  <a:lnTo>
                    <a:pt x="52082" y="309930"/>
                  </a:lnTo>
                  <a:lnTo>
                    <a:pt x="55308" y="307047"/>
                  </a:lnTo>
                  <a:close/>
                </a:path>
                <a:path w="278130" h="495935">
                  <a:moveTo>
                    <a:pt x="63055" y="133096"/>
                  </a:moveTo>
                  <a:lnTo>
                    <a:pt x="62966" y="131432"/>
                  </a:lnTo>
                  <a:lnTo>
                    <a:pt x="61556" y="128219"/>
                  </a:lnTo>
                  <a:lnTo>
                    <a:pt x="58762" y="128397"/>
                  </a:lnTo>
                  <a:lnTo>
                    <a:pt x="55702" y="130251"/>
                  </a:lnTo>
                  <a:lnTo>
                    <a:pt x="55397" y="132676"/>
                  </a:lnTo>
                  <a:lnTo>
                    <a:pt x="56654" y="133972"/>
                  </a:lnTo>
                  <a:lnTo>
                    <a:pt x="58407" y="135775"/>
                  </a:lnTo>
                  <a:lnTo>
                    <a:pt x="60198" y="135585"/>
                  </a:lnTo>
                  <a:lnTo>
                    <a:pt x="63055" y="133096"/>
                  </a:lnTo>
                  <a:close/>
                </a:path>
                <a:path w="278130" h="495935">
                  <a:moveTo>
                    <a:pt x="74168" y="104063"/>
                  </a:moveTo>
                  <a:lnTo>
                    <a:pt x="72618" y="95046"/>
                  </a:lnTo>
                  <a:lnTo>
                    <a:pt x="67208" y="93967"/>
                  </a:lnTo>
                  <a:lnTo>
                    <a:pt x="62649" y="96215"/>
                  </a:lnTo>
                  <a:lnTo>
                    <a:pt x="57327" y="101371"/>
                  </a:lnTo>
                  <a:lnTo>
                    <a:pt x="59067" y="108927"/>
                  </a:lnTo>
                  <a:lnTo>
                    <a:pt x="63957" y="110007"/>
                  </a:lnTo>
                  <a:lnTo>
                    <a:pt x="66192" y="110490"/>
                  </a:lnTo>
                  <a:lnTo>
                    <a:pt x="68427" y="110490"/>
                  </a:lnTo>
                  <a:lnTo>
                    <a:pt x="73050" y="106781"/>
                  </a:lnTo>
                  <a:lnTo>
                    <a:pt x="74168" y="104063"/>
                  </a:lnTo>
                  <a:close/>
                </a:path>
                <a:path w="278130" h="495935">
                  <a:moveTo>
                    <a:pt x="74612" y="173532"/>
                  </a:moveTo>
                  <a:lnTo>
                    <a:pt x="74409" y="171437"/>
                  </a:lnTo>
                  <a:lnTo>
                    <a:pt x="73964" y="170967"/>
                  </a:lnTo>
                  <a:lnTo>
                    <a:pt x="73215" y="170878"/>
                  </a:lnTo>
                  <a:lnTo>
                    <a:pt x="71996" y="170738"/>
                  </a:lnTo>
                  <a:lnTo>
                    <a:pt x="71882" y="160172"/>
                  </a:lnTo>
                  <a:lnTo>
                    <a:pt x="55397" y="160172"/>
                  </a:lnTo>
                  <a:lnTo>
                    <a:pt x="55372" y="173596"/>
                  </a:lnTo>
                  <a:lnTo>
                    <a:pt x="54165" y="169875"/>
                  </a:lnTo>
                  <a:lnTo>
                    <a:pt x="48056" y="167030"/>
                  </a:lnTo>
                  <a:lnTo>
                    <a:pt x="41948" y="169875"/>
                  </a:lnTo>
                  <a:lnTo>
                    <a:pt x="39916" y="176123"/>
                  </a:lnTo>
                  <a:lnTo>
                    <a:pt x="41948" y="182372"/>
                  </a:lnTo>
                  <a:lnTo>
                    <a:pt x="48056" y="185204"/>
                  </a:lnTo>
                  <a:lnTo>
                    <a:pt x="54152" y="182372"/>
                  </a:lnTo>
                  <a:lnTo>
                    <a:pt x="56197" y="176123"/>
                  </a:lnTo>
                  <a:lnTo>
                    <a:pt x="55499" y="173977"/>
                  </a:lnTo>
                  <a:lnTo>
                    <a:pt x="63639" y="173977"/>
                  </a:lnTo>
                  <a:lnTo>
                    <a:pt x="69265" y="173977"/>
                  </a:lnTo>
                  <a:lnTo>
                    <a:pt x="71501" y="176606"/>
                  </a:lnTo>
                  <a:lnTo>
                    <a:pt x="73342" y="174942"/>
                  </a:lnTo>
                  <a:lnTo>
                    <a:pt x="74256" y="174117"/>
                  </a:lnTo>
                  <a:lnTo>
                    <a:pt x="74612" y="173532"/>
                  </a:lnTo>
                  <a:close/>
                </a:path>
                <a:path w="278130" h="495935">
                  <a:moveTo>
                    <a:pt x="75438" y="135229"/>
                  </a:moveTo>
                  <a:lnTo>
                    <a:pt x="73088" y="133057"/>
                  </a:lnTo>
                  <a:lnTo>
                    <a:pt x="72199" y="132880"/>
                  </a:lnTo>
                  <a:lnTo>
                    <a:pt x="67741" y="134035"/>
                  </a:lnTo>
                  <a:lnTo>
                    <a:pt x="67741" y="138061"/>
                  </a:lnTo>
                  <a:lnTo>
                    <a:pt x="70154" y="138671"/>
                  </a:lnTo>
                  <a:lnTo>
                    <a:pt x="72161" y="139204"/>
                  </a:lnTo>
                  <a:lnTo>
                    <a:pt x="73075" y="139065"/>
                  </a:lnTo>
                  <a:lnTo>
                    <a:pt x="75438" y="136855"/>
                  </a:lnTo>
                  <a:lnTo>
                    <a:pt x="75438" y="135229"/>
                  </a:lnTo>
                  <a:close/>
                </a:path>
                <a:path w="278130" h="495935">
                  <a:moveTo>
                    <a:pt x="81013" y="348843"/>
                  </a:moveTo>
                  <a:lnTo>
                    <a:pt x="80073" y="347980"/>
                  </a:lnTo>
                  <a:lnTo>
                    <a:pt x="79222" y="347611"/>
                  </a:lnTo>
                  <a:lnTo>
                    <a:pt x="78994" y="347510"/>
                  </a:lnTo>
                  <a:lnTo>
                    <a:pt x="77228" y="346748"/>
                  </a:lnTo>
                  <a:lnTo>
                    <a:pt x="75628" y="348475"/>
                  </a:lnTo>
                  <a:lnTo>
                    <a:pt x="76149" y="349885"/>
                  </a:lnTo>
                  <a:lnTo>
                    <a:pt x="76339" y="350380"/>
                  </a:lnTo>
                  <a:lnTo>
                    <a:pt x="76415" y="350634"/>
                  </a:lnTo>
                  <a:lnTo>
                    <a:pt x="76771" y="351536"/>
                  </a:lnTo>
                  <a:lnTo>
                    <a:pt x="77571" y="352564"/>
                  </a:lnTo>
                  <a:lnTo>
                    <a:pt x="80162" y="352221"/>
                  </a:lnTo>
                  <a:lnTo>
                    <a:pt x="80708" y="351650"/>
                  </a:lnTo>
                  <a:lnTo>
                    <a:pt x="81013" y="348843"/>
                  </a:lnTo>
                  <a:close/>
                </a:path>
                <a:path w="278130" h="495935">
                  <a:moveTo>
                    <a:pt x="81546" y="255168"/>
                  </a:moveTo>
                  <a:lnTo>
                    <a:pt x="76479" y="247992"/>
                  </a:lnTo>
                  <a:lnTo>
                    <a:pt x="71513" y="253288"/>
                  </a:lnTo>
                  <a:lnTo>
                    <a:pt x="75336" y="256425"/>
                  </a:lnTo>
                  <a:lnTo>
                    <a:pt x="78193" y="258775"/>
                  </a:lnTo>
                  <a:lnTo>
                    <a:pt x="81546" y="255168"/>
                  </a:lnTo>
                  <a:close/>
                </a:path>
                <a:path w="278130" h="495935">
                  <a:moveTo>
                    <a:pt x="81610" y="91097"/>
                  </a:moveTo>
                  <a:lnTo>
                    <a:pt x="79222" y="91097"/>
                  </a:lnTo>
                  <a:lnTo>
                    <a:pt x="79222" y="93091"/>
                  </a:lnTo>
                  <a:lnTo>
                    <a:pt x="80416" y="93091"/>
                  </a:lnTo>
                  <a:lnTo>
                    <a:pt x="81610" y="93091"/>
                  </a:lnTo>
                  <a:lnTo>
                    <a:pt x="81610" y="91097"/>
                  </a:lnTo>
                  <a:close/>
                </a:path>
                <a:path w="278130" h="495935">
                  <a:moveTo>
                    <a:pt x="81927" y="309867"/>
                  </a:moveTo>
                  <a:lnTo>
                    <a:pt x="74117" y="309867"/>
                  </a:lnTo>
                  <a:lnTo>
                    <a:pt x="74117" y="316407"/>
                  </a:lnTo>
                  <a:lnTo>
                    <a:pt x="78016" y="316407"/>
                  </a:lnTo>
                  <a:lnTo>
                    <a:pt x="81927" y="316407"/>
                  </a:lnTo>
                  <a:lnTo>
                    <a:pt x="81927" y="309867"/>
                  </a:lnTo>
                  <a:close/>
                </a:path>
                <a:path w="278130" h="495935">
                  <a:moveTo>
                    <a:pt x="82029" y="60921"/>
                  </a:moveTo>
                  <a:lnTo>
                    <a:pt x="81495" y="59105"/>
                  </a:lnTo>
                  <a:lnTo>
                    <a:pt x="79527" y="52400"/>
                  </a:lnTo>
                  <a:lnTo>
                    <a:pt x="72377" y="60109"/>
                  </a:lnTo>
                  <a:lnTo>
                    <a:pt x="80276" y="62814"/>
                  </a:lnTo>
                  <a:lnTo>
                    <a:pt x="82029" y="60921"/>
                  </a:lnTo>
                  <a:close/>
                </a:path>
                <a:path w="278130" h="495935">
                  <a:moveTo>
                    <a:pt x="84975" y="428828"/>
                  </a:moveTo>
                  <a:lnTo>
                    <a:pt x="71069" y="428828"/>
                  </a:lnTo>
                  <a:lnTo>
                    <a:pt x="71069" y="440461"/>
                  </a:lnTo>
                  <a:lnTo>
                    <a:pt x="78016" y="440461"/>
                  </a:lnTo>
                  <a:lnTo>
                    <a:pt x="84963" y="440461"/>
                  </a:lnTo>
                  <a:lnTo>
                    <a:pt x="84975" y="428828"/>
                  </a:lnTo>
                  <a:close/>
                </a:path>
                <a:path w="278130" h="495935">
                  <a:moveTo>
                    <a:pt x="90487" y="287489"/>
                  </a:moveTo>
                  <a:lnTo>
                    <a:pt x="87858" y="284721"/>
                  </a:lnTo>
                  <a:lnTo>
                    <a:pt x="87236" y="284162"/>
                  </a:lnTo>
                  <a:lnTo>
                    <a:pt x="84632" y="282536"/>
                  </a:lnTo>
                  <a:lnTo>
                    <a:pt x="82994" y="283616"/>
                  </a:lnTo>
                  <a:lnTo>
                    <a:pt x="82334" y="285318"/>
                  </a:lnTo>
                  <a:lnTo>
                    <a:pt x="81978" y="286004"/>
                  </a:lnTo>
                  <a:lnTo>
                    <a:pt x="81788" y="286715"/>
                  </a:lnTo>
                  <a:lnTo>
                    <a:pt x="81775" y="287489"/>
                  </a:lnTo>
                  <a:lnTo>
                    <a:pt x="81419" y="289991"/>
                  </a:lnTo>
                  <a:lnTo>
                    <a:pt x="82791" y="293471"/>
                  </a:lnTo>
                  <a:lnTo>
                    <a:pt x="86499" y="293014"/>
                  </a:lnTo>
                  <a:lnTo>
                    <a:pt x="87122" y="292912"/>
                  </a:lnTo>
                  <a:lnTo>
                    <a:pt x="90119" y="291147"/>
                  </a:lnTo>
                  <a:lnTo>
                    <a:pt x="90487" y="287489"/>
                  </a:lnTo>
                  <a:close/>
                </a:path>
                <a:path w="278130" h="495935">
                  <a:moveTo>
                    <a:pt x="91706" y="863"/>
                  </a:moveTo>
                  <a:lnTo>
                    <a:pt x="91351" y="1028"/>
                  </a:lnTo>
                  <a:lnTo>
                    <a:pt x="91541" y="1663"/>
                  </a:lnTo>
                  <a:lnTo>
                    <a:pt x="91706" y="863"/>
                  </a:lnTo>
                  <a:close/>
                </a:path>
                <a:path w="278130" h="495935">
                  <a:moveTo>
                    <a:pt x="93332" y="3822"/>
                  </a:moveTo>
                  <a:lnTo>
                    <a:pt x="92024" y="2324"/>
                  </a:lnTo>
                  <a:lnTo>
                    <a:pt x="91528" y="1739"/>
                  </a:lnTo>
                  <a:lnTo>
                    <a:pt x="91389" y="2324"/>
                  </a:lnTo>
                  <a:lnTo>
                    <a:pt x="91452" y="1663"/>
                  </a:lnTo>
                  <a:lnTo>
                    <a:pt x="91020" y="1168"/>
                  </a:lnTo>
                  <a:lnTo>
                    <a:pt x="91351" y="1028"/>
                  </a:lnTo>
                  <a:lnTo>
                    <a:pt x="91236" y="863"/>
                  </a:lnTo>
                  <a:lnTo>
                    <a:pt x="89789" y="12"/>
                  </a:lnTo>
                  <a:lnTo>
                    <a:pt x="88747" y="0"/>
                  </a:lnTo>
                  <a:lnTo>
                    <a:pt x="86969" y="1473"/>
                  </a:lnTo>
                  <a:lnTo>
                    <a:pt x="86080" y="2819"/>
                  </a:lnTo>
                  <a:lnTo>
                    <a:pt x="87299" y="5981"/>
                  </a:lnTo>
                  <a:lnTo>
                    <a:pt x="88150" y="6832"/>
                  </a:lnTo>
                  <a:lnTo>
                    <a:pt x="92354" y="7048"/>
                  </a:lnTo>
                  <a:lnTo>
                    <a:pt x="93332" y="3822"/>
                  </a:lnTo>
                  <a:close/>
                </a:path>
                <a:path w="278130" h="495935">
                  <a:moveTo>
                    <a:pt x="93814" y="191350"/>
                  </a:moveTo>
                  <a:lnTo>
                    <a:pt x="91389" y="186677"/>
                  </a:lnTo>
                  <a:lnTo>
                    <a:pt x="87096" y="189649"/>
                  </a:lnTo>
                  <a:lnTo>
                    <a:pt x="86741" y="191350"/>
                  </a:lnTo>
                  <a:lnTo>
                    <a:pt x="86791" y="191909"/>
                  </a:lnTo>
                  <a:lnTo>
                    <a:pt x="88861" y="195872"/>
                  </a:lnTo>
                  <a:lnTo>
                    <a:pt x="92468" y="194386"/>
                  </a:lnTo>
                  <a:lnTo>
                    <a:pt x="91846" y="192659"/>
                  </a:lnTo>
                  <a:lnTo>
                    <a:pt x="91744" y="192366"/>
                  </a:lnTo>
                  <a:lnTo>
                    <a:pt x="92684" y="191909"/>
                  </a:lnTo>
                  <a:lnTo>
                    <a:pt x="93814" y="191350"/>
                  </a:lnTo>
                  <a:close/>
                </a:path>
                <a:path w="278130" h="495935">
                  <a:moveTo>
                    <a:pt x="98882" y="223354"/>
                  </a:moveTo>
                  <a:lnTo>
                    <a:pt x="92976" y="219722"/>
                  </a:lnTo>
                  <a:lnTo>
                    <a:pt x="89471" y="221843"/>
                  </a:lnTo>
                  <a:lnTo>
                    <a:pt x="89471" y="228638"/>
                  </a:lnTo>
                  <a:lnTo>
                    <a:pt x="92976" y="230759"/>
                  </a:lnTo>
                  <a:lnTo>
                    <a:pt x="95681" y="229082"/>
                  </a:lnTo>
                  <a:lnTo>
                    <a:pt x="98882" y="227114"/>
                  </a:lnTo>
                  <a:lnTo>
                    <a:pt x="98882" y="223354"/>
                  </a:lnTo>
                  <a:close/>
                </a:path>
                <a:path w="278130" h="495935">
                  <a:moveTo>
                    <a:pt x="102971" y="61849"/>
                  </a:moveTo>
                  <a:lnTo>
                    <a:pt x="98933" y="59842"/>
                  </a:lnTo>
                  <a:lnTo>
                    <a:pt x="98933" y="64884"/>
                  </a:lnTo>
                  <a:lnTo>
                    <a:pt x="101473" y="63627"/>
                  </a:lnTo>
                  <a:lnTo>
                    <a:pt x="102971" y="62877"/>
                  </a:lnTo>
                  <a:lnTo>
                    <a:pt x="102971" y="61849"/>
                  </a:lnTo>
                  <a:close/>
                </a:path>
                <a:path w="278130" h="495935">
                  <a:moveTo>
                    <a:pt x="103568" y="103022"/>
                  </a:moveTo>
                  <a:lnTo>
                    <a:pt x="99047" y="98132"/>
                  </a:lnTo>
                  <a:lnTo>
                    <a:pt x="96126" y="101282"/>
                  </a:lnTo>
                  <a:lnTo>
                    <a:pt x="92608" y="105079"/>
                  </a:lnTo>
                  <a:lnTo>
                    <a:pt x="97129" y="109969"/>
                  </a:lnTo>
                  <a:lnTo>
                    <a:pt x="103568" y="103022"/>
                  </a:lnTo>
                  <a:close/>
                </a:path>
                <a:path w="278130" h="495935">
                  <a:moveTo>
                    <a:pt x="107035" y="157632"/>
                  </a:moveTo>
                  <a:lnTo>
                    <a:pt x="105664" y="155879"/>
                  </a:lnTo>
                  <a:lnTo>
                    <a:pt x="105194" y="155702"/>
                  </a:lnTo>
                  <a:lnTo>
                    <a:pt x="99898" y="154825"/>
                  </a:lnTo>
                  <a:lnTo>
                    <a:pt x="99872" y="161226"/>
                  </a:lnTo>
                  <a:lnTo>
                    <a:pt x="103835" y="160566"/>
                  </a:lnTo>
                  <a:lnTo>
                    <a:pt x="105194" y="160337"/>
                  </a:lnTo>
                  <a:lnTo>
                    <a:pt x="105664" y="160159"/>
                  </a:lnTo>
                  <a:lnTo>
                    <a:pt x="107035" y="158419"/>
                  </a:lnTo>
                  <a:lnTo>
                    <a:pt x="107035" y="157632"/>
                  </a:lnTo>
                  <a:close/>
                </a:path>
                <a:path w="278130" h="495935">
                  <a:moveTo>
                    <a:pt x="108851" y="15481"/>
                  </a:moveTo>
                  <a:lnTo>
                    <a:pt x="104863" y="12560"/>
                  </a:lnTo>
                  <a:lnTo>
                    <a:pt x="104863" y="19100"/>
                  </a:lnTo>
                  <a:lnTo>
                    <a:pt x="107505" y="17170"/>
                  </a:lnTo>
                  <a:lnTo>
                    <a:pt x="108851" y="16179"/>
                  </a:lnTo>
                  <a:lnTo>
                    <a:pt x="108851" y="15481"/>
                  </a:lnTo>
                  <a:close/>
                </a:path>
                <a:path w="278130" h="495935">
                  <a:moveTo>
                    <a:pt x="111417" y="271424"/>
                  </a:moveTo>
                  <a:lnTo>
                    <a:pt x="103187" y="270383"/>
                  </a:lnTo>
                  <a:lnTo>
                    <a:pt x="103428" y="275653"/>
                  </a:lnTo>
                  <a:lnTo>
                    <a:pt x="103479" y="276898"/>
                  </a:lnTo>
                  <a:lnTo>
                    <a:pt x="103720" y="277774"/>
                  </a:lnTo>
                  <a:lnTo>
                    <a:pt x="104711" y="279958"/>
                  </a:lnTo>
                  <a:lnTo>
                    <a:pt x="105879" y="280517"/>
                  </a:lnTo>
                  <a:lnTo>
                    <a:pt x="108432" y="280619"/>
                  </a:lnTo>
                  <a:lnTo>
                    <a:pt x="109639" y="279679"/>
                  </a:lnTo>
                  <a:lnTo>
                    <a:pt x="109982" y="277926"/>
                  </a:lnTo>
                  <a:lnTo>
                    <a:pt x="109905" y="277177"/>
                  </a:lnTo>
                  <a:lnTo>
                    <a:pt x="111417" y="271424"/>
                  </a:lnTo>
                  <a:close/>
                </a:path>
                <a:path w="278130" h="495935">
                  <a:moveTo>
                    <a:pt x="116141" y="65722"/>
                  </a:moveTo>
                  <a:lnTo>
                    <a:pt x="111810" y="65722"/>
                  </a:lnTo>
                  <a:lnTo>
                    <a:pt x="111798" y="69354"/>
                  </a:lnTo>
                  <a:lnTo>
                    <a:pt x="113969" y="69354"/>
                  </a:lnTo>
                  <a:lnTo>
                    <a:pt x="116141" y="69354"/>
                  </a:lnTo>
                  <a:lnTo>
                    <a:pt x="116141" y="65722"/>
                  </a:lnTo>
                  <a:close/>
                </a:path>
                <a:path w="278130" h="495935">
                  <a:moveTo>
                    <a:pt x="119075" y="52628"/>
                  </a:moveTo>
                  <a:lnTo>
                    <a:pt x="117030" y="46101"/>
                  </a:lnTo>
                  <a:lnTo>
                    <a:pt x="106730" y="50495"/>
                  </a:lnTo>
                  <a:lnTo>
                    <a:pt x="110299" y="58661"/>
                  </a:lnTo>
                  <a:lnTo>
                    <a:pt x="114719" y="55626"/>
                  </a:lnTo>
                  <a:lnTo>
                    <a:pt x="119075" y="52628"/>
                  </a:lnTo>
                  <a:close/>
                </a:path>
                <a:path w="278130" h="495935">
                  <a:moveTo>
                    <a:pt x="120726" y="209384"/>
                  </a:moveTo>
                  <a:lnTo>
                    <a:pt x="116814" y="209384"/>
                  </a:lnTo>
                  <a:lnTo>
                    <a:pt x="116814" y="212648"/>
                  </a:lnTo>
                  <a:lnTo>
                    <a:pt x="118770" y="212648"/>
                  </a:lnTo>
                  <a:lnTo>
                    <a:pt x="120713" y="212648"/>
                  </a:lnTo>
                  <a:lnTo>
                    <a:pt x="120726" y="209384"/>
                  </a:lnTo>
                  <a:close/>
                </a:path>
                <a:path w="278130" h="495935">
                  <a:moveTo>
                    <a:pt x="122351" y="371475"/>
                  </a:moveTo>
                  <a:lnTo>
                    <a:pt x="110401" y="371475"/>
                  </a:lnTo>
                  <a:lnTo>
                    <a:pt x="110388" y="381469"/>
                  </a:lnTo>
                  <a:lnTo>
                    <a:pt x="116370" y="381469"/>
                  </a:lnTo>
                  <a:lnTo>
                    <a:pt x="122339" y="381469"/>
                  </a:lnTo>
                  <a:lnTo>
                    <a:pt x="122351" y="371475"/>
                  </a:lnTo>
                  <a:close/>
                </a:path>
                <a:path w="278130" h="495935">
                  <a:moveTo>
                    <a:pt x="123202" y="119824"/>
                  </a:moveTo>
                  <a:lnTo>
                    <a:pt x="117030" y="114935"/>
                  </a:lnTo>
                  <a:lnTo>
                    <a:pt x="112128" y="114122"/>
                  </a:lnTo>
                  <a:lnTo>
                    <a:pt x="108673" y="117843"/>
                  </a:lnTo>
                  <a:lnTo>
                    <a:pt x="108204" y="123139"/>
                  </a:lnTo>
                  <a:lnTo>
                    <a:pt x="112280" y="127050"/>
                  </a:lnTo>
                  <a:lnTo>
                    <a:pt x="120396" y="129730"/>
                  </a:lnTo>
                  <a:lnTo>
                    <a:pt x="123202" y="119824"/>
                  </a:lnTo>
                  <a:close/>
                </a:path>
                <a:path w="278130" h="495935">
                  <a:moveTo>
                    <a:pt x="123380" y="450735"/>
                  </a:moveTo>
                  <a:lnTo>
                    <a:pt x="120218" y="447382"/>
                  </a:lnTo>
                  <a:lnTo>
                    <a:pt x="117106" y="448767"/>
                  </a:lnTo>
                  <a:lnTo>
                    <a:pt x="117106" y="454126"/>
                  </a:lnTo>
                  <a:lnTo>
                    <a:pt x="120218" y="455523"/>
                  </a:lnTo>
                  <a:lnTo>
                    <a:pt x="121996" y="453631"/>
                  </a:lnTo>
                  <a:lnTo>
                    <a:pt x="123367" y="452170"/>
                  </a:lnTo>
                  <a:lnTo>
                    <a:pt x="123380" y="450735"/>
                  </a:lnTo>
                  <a:close/>
                </a:path>
                <a:path w="278130" h="495935">
                  <a:moveTo>
                    <a:pt x="124345" y="329285"/>
                  </a:moveTo>
                  <a:lnTo>
                    <a:pt x="117094" y="319747"/>
                  </a:lnTo>
                  <a:lnTo>
                    <a:pt x="110515" y="326847"/>
                  </a:lnTo>
                  <a:lnTo>
                    <a:pt x="114655" y="330504"/>
                  </a:lnTo>
                  <a:lnTo>
                    <a:pt x="119354" y="334657"/>
                  </a:lnTo>
                  <a:lnTo>
                    <a:pt x="124345" y="329285"/>
                  </a:lnTo>
                  <a:close/>
                </a:path>
                <a:path w="278130" h="495935">
                  <a:moveTo>
                    <a:pt x="127419" y="242163"/>
                  </a:moveTo>
                  <a:lnTo>
                    <a:pt x="124650" y="239179"/>
                  </a:lnTo>
                  <a:lnTo>
                    <a:pt x="122123" y="240665"/>
                  </a:lnTo>
                  <a:lnTo>
                    <a:pt x="116865" y="243751"/>
                  </a:lnTo>
                  <a:lnTo>
                    <a:pt x="123164" y="250583"/>
                  </a:lnTo>
                  <a:lnTo>
                    <a:pt x="127419" y="242163"/>
                  </a:lnTo>
                  <a:close/>
                </a:path>
                <a:path w="278130" h="495935">
                  <a:moveTo>
                    <a:pt x="130302" y="284949"/>
                  </a:moveTo>
                  <a:lnTo>
                    <a:pt x="121627" y="284949"/>
                  </a:lnTo>
                  <a:lnTo>
                    <a:pt x="121615" y="292214"/>
                  </a:lnTo>
                  <a:lnTo>
                    <a:pt x="125958" y="292214"/>
                  </a:lnTo>
                  <a:lnTo>
                    <a:pt x="130289" y="292214"/>
                  </a:lnTo>
                  <a:lnTo>
                    <a:pt x="130302" y="284949"/>
                  </a:lnTo>
                  <a:close/>
                </a:path>
                <a:path w="278130" h="495935">
                  <a:moveTo>
                    <a:pt x="131927" y="125844"/>
                  </a:moveTo>
                  <a:lnTo>
                    <a:pt x="124790" y="125844"/>
                  </a:lnTo>
                  <a:lnTo>
                    <a:pt x="126898" y="129209"/>
                  </a:lnTo>
                  <a:lnTo>
                    <a:pt x="127101" y="129514"/>
                  </a:lnTo>
                  <a:lnTo>
                    <a:pt x="127292" y="129832"/>
                  </a:lnTo>
                  <a:lnTo>
                    <a:pt x="127927" y="130835"/>
                  </a:lnTo>
                  <a:lnTo>
                    <a:pt x="128790" y="130835"/>
                  </a:lnTo>
                  <a:lnTo>
                    <a:pt x="129425" y="129832"/>
                  </a:lnTo>
                  <a:lnTo>
                    <a:pt x="129616" y="129514"/>
                  </a:lnTo>
                  <a:lnTo>
                    <a:pt x="131927" y="125844"/>
                  </a:lnTo>
                  <a:close/>
                </a:path>
                <a:path w="278130" h="495935">
                  <a:moveTo>
                    <a:pt x="132588" y="180035"/>
                  </a:moveTo>
                  <a:lnTo>
                    <a:pt x="126517" y="180035"/>
                  </a:lnTo>
                  <a:lnTo>
                    <a:pt x="126517" y="185127"/>
                  </a:lnTo>
                  <a:lnTo>
                    <a:pt x="129552" y="185127"/>
                  </a:lnTo>
                  <a:lnTo>
                    <a:pt x="132588" y="185127"/>
                  </a:lnTo>
                  <a:lnTo>
                    <a:pt x="132588" y="180035"/>
                  </a:lnTo>
                  <a:close/>
                </a:path>
                <a:path w="278130" h="495935">
                  <a:moveTo>
                    <a:pt x="132943" y="99796"/>
                  </a:moveTo>
                  <a:lnTo>
                    <a:pt x="128422" y="94907"/>
                  </a:lnTo>
                  <a:lnTo>
                    <a:pt x="121983" y="101854"/>
                  </a:lnTo>
                  <a:lnTo>
                    <a:pt x="126504" y="106743"/>
                  </a:lnTo>
                  <a:lnTo>
                    <a:pt x="129425" y="103581"/>
                  </a:lnTo>
                  <a:lnTo>
                    <a:pt x="132943" y="99796"/>
                  </a:lnTo>
                  <a:close/>
                </a:path>
                <a:path w="278130" h="495935">
                  <a:moveTo>
                    <a:pt x="139369" y="152831"/>
                  </a:moveTo>
                  <a:lnTo>
                    <a:pt x="129806" y="150749"/>
                  </a:lnTo>
                  <a:lnTo>
                    <a:pt x="129781" y="160121"/>
                  </a:lnTo>
                  <a:lnTo>
                    <a:pt x="135242" y="158940"/>
                  </a:lnTo>
                  <a:lnTo>
                    <a:pt x="139369" y="158038"/>
                  </a:lnTo>
                  <a:lnTo>
                    <a:pt x="139369" y="152831"/>
                  </a:lnTo>
                  <a:close/>
                </a:path>
                <a:path w="278130" h="495935">
                  <a:moveTo>
                    <a:pt x="145554" y="319112"/>
                  </a:moveTo>
                  <a:lnTo>
                    <a:pt x="135140" y="319112"/>
                  </a:lnTo>
                  <a:lnTo>
                    <a:pt x="135128" y="327837"/>
                  </a:lnTo>
                  <a:lnTo>
                    <a:pt x="140347" y="327837"/>
                  </a:lnTo>
                  <a:lnTo>
                    <a:pt x="145542" y="327837"/>
                  </a:lnTo>
                  <a:lnTo>
                    <a:pt x="145554" y="319112"/>
                  </a:lnTo>
                  <a:close/>
                </a:path>
                <a:path w="278130" h="495935">
                  <a:moveTo>
                    <a:pt x="146316" y="439686"/>
                  </a:moveTo>
                  <a:lnTo>
                    <a:pt x="136766" y="439686"/>
                  </a:lnTo>
                  <a:lnTo>
                    <a:pt x="136766" y="447687"/>
                  </a:lnTo>
                  <a:lnTo>
                    <a:pt x="141541" y="447687"/>
                  </a:lnTo>
                  <a:lnTo>
                    <a:pt x="146316" y="447687"/>
                  </a:lnTo>
                  <a:lnTo>
                    <a:pt x="146316" y="439686"/>
                  </a:lnTo>
                  <a:close/>
                </a:path>
                <a:path w="278130" h="495935">
                  <a:moveTo>
                    <a:pt x="148285" y="226479"/>
                  </a:moveTo>
                  <a:lnTo>
                    <a:pt x="141998" y="226479"/>
                  </a:lnTo>
                  <a:lnTo>
                    <a:pt x="141986" y="231749"/>
                  </a:lnTo>
                  <a:lnTo>
                    <a:pt x="145135" y="231749"/>
                  </a:lnTo>
                  <a:lnTo>
                    <a:pt x="148272" y="231749"/>
                  </a:lnTo>
                  <a:lnTo>
                    <a:pt x="148285" y="226479"/>
                  </a:lnTo>
                  <a:close/>
                </a:path>
                <a:path w="278130" h="495935">
                  <a:moveTo>
                    <a:pt x="149479" y="204076"/>
                  </a:moveTo>
                  <a:lnTo>
                    <a:pt x="147993" y="201828"/>
                  </a:lnTo>
                  <a:lnTo>
                    <a:pt x="147116" y="201523"/>
                  </a:lnTo>
                  <a:lnTo>
                    <a:pt x="141452" y="201358"/>
                  </a:lnTo>
                  <a:lnTo>
                    <a:pt x="141439" y="207746"/>
                  </a:lnTo>
                  <a:lnTo>
                    <a:pt x="145135" y="207645"/>
                  </a:lnTo>
                  <a:lnTo>
                    <a:pt x="147078" y="207594"/>
                  </a:lnTo>
                  <a:lnTo>
                    <a:pt x="147993" y="207302"/>
                  </a:lnTo>
                  <a:lnTo>
                    <a:pt x="149479" y="205028"/>
                  </a:lnTo>
                  <a:lnTo>
                    <a:pt x="149479" y="204076"/>
                  </a:lnTo>
                  <a:close/>
                </a:path>
                <a:path w="278130" h="495935">
                  <a:moveTo>
                    <a:pt x="151472" y="410603"/>
                  </a:moveTo>
                  <a:lnTo>
                    <a:pt x="150596" y="409384"/>
                  </a:lnTo>
                  <a:lnTo>
                    <a:pt x="145478" y="402272"/>
                  </a:lnTo>
                  <a:lnTo>
                    <a:pt x="139534" y="408393"/>
                  </a:lnTo>
                  <a:lnTo>
                    <a:pt x="138963" y="410349"/>
                  </a:lnTo>
                  <a:lnTo>
                    <a:pt x="140271" y="414337"/>
                  </a:lnTo>
                  <a:lnTo>
                    <a:pt x="141770" y="415632"/>
                  </a:lnTo>
                  <a:lnTo>
                    <a:pt x="146291" y="415836"/>
                  </a:lnTo>
                  <a:lnTo>
                    <a:pt x="147256" y="414667"/>
                  </a:lnTo>
                  <a:lnTo>
                    <a:pt x="148043" y="413702"/>
                  </a:lnTo>
                  <a:lnTo>
                    <a:pt x="148056" y="413080"/>
                  </a:lnTo>
                  <a:lnTo>
                    <a:pt x="151472" y="410603"/>
                  </a:lnTo>
                  <a:close/>
                </a:path>
                <a:path w="278130" h="495935">
                  <a:moveTo>
                    <a:pt x="157251" y="366915"/>
                  </a:moveTo>
                  <a:lnTo>
                    <a:pt x="155625" y="361200"/>
                  </a:lnTo>
                  <a:lnTo>
                    <a:pt x="152082" y="361530"/>
                  </a:lnTo>
                  <a:lnTo>
                    <a:pt x="145681" y="363562"/>
                  </a:lnTo>
                  <a:lnTo>
                    <a:pt x="147751" y="371233"/>
                  </a:lnTo>
                  <a:lnTo>
                    <a:pt x="151980" y="369519"/>
                  </a:lnTo>
                  <a:lnTo>
                    <a:pt x="153911" y="368744"/>
                  </a:lnTo>
                  <a:lnTo>
                    <a:pt x="157251" y="366915"/>
                  </a:lnTo>
                  <a:close/>
                </a:path>
                <a:path w="278130" h="495935">
                  <a:moveTo>
                    <a:pt x="158851" y="256679"/>
                  </a:moveTo>
                  <a:lnTo>
                    <a:pt x="150596" y="256679"/>
                  </a:lnTo>
                  <a:lnTo>
                    <a:pt x="150596" y="263588"/>
                  </a:lnTo>
                  <a:lnTo>
                    <a:pt x="154724" y="263588"/>
                  </a:lnTo>
                  <a:lnTo>
                    <a:pt x="158851" y="263588"/>
                  </a:lnTo>
                  <a:lnTo>
                    <a:pt x="158851" y="256679"/>
                  </a:lnTo>
                  <a:close/>
                </a:path>
                <a:path w="278130" h="495935">
                  <a:moveTo>
                    <a:pt x="160058" y="176936"/>
                  </a:moveTo>
                  <a:lnTo>
                    <a:pt x="156375" y="172961"/>
                  </a:lnTo>
                  <a:lnTo>
                    <a:pt x="152679" y="174942"/>
                  </a:lnTo>
                  <a:lnTo>
                    <a:pt x="151955" y="175336"/>
                  </a:lnTo>
                  <a:lnTo>
                    <a:pt x="149682" y="178790"/>
                  </a:lnTo>
                  <a:lnTo>
                    <a:pt x="151257" y="182460"/>
                  </a:lnTo>
                  <a:lnTo>
                    <a:pt x="154647" y="184162"/>
                  </a:lnTo>
                  <a:lnTo>
                    <a:pt x="157848" y="181698"/>
                  </a:lnTo>
                  <a:lnTo>
                    <a:pt x="160058" y="176936"/>
                  </a:lnTo>
                  <a:close/>
                </a:path>
                <a:path w="278130" h="495935">
                  <a:moveTo>
                    <a:pt x="166916" y="389775"/>
                  </a:moveTo>
                  <a:lnTo>
                    <a:pt x="165214" y="385305"/>
                  </a:lnTo>
                  <a:lnTo>
                    <a:pt x="158623" y="385305"/>
                  </a:lnTo>
                  <a:lnTo>
                    <a:pt x="156921" y="389775"/>
                  </a:lnTo>
                  <a:lnTo>
                    <a:pt x="159232" y="392290"/>
                  </a:lnTo>
                  <a:lnTo>
                    <a:pt x="160947" y="394157"/>
                  </a:lnTo>
                  <a:lnTo>
                    <a:pt x="162890" y="394157"/>
                  </a:lnTo>
                  <a:lnTo>
                    <a:pt x="166916" y="389775"/>
                  </a:lnTo>
                  <a:close/>
                </a:path>
                <a:path w="278130" h="495935">
                  <a:moveTo>
                    <a:pt x="168148" y="236169"/>
                  </a:moveTo>
                  <a:lnTo>
                    <a:pt x="165277" y="236169"/>
                  </a:lnTo>
                  <a:lnTo>
                    <a:pt x="165277" y="238163"/>
                  </a:lnTo>
                  <a:lnTo>
                    <a:pt x="165277" y="239687"/>
                  </a:lnTo>
                  <a:lnTo>
                    <a:pt x="165303" y="239915"/>
                  </a:lnTo>
                  <a:lnTo>
                    <a:pt x="165976" y="241211"/>
                  </a:lnTo>
                  <a:lnTo>
                    <a:pt x="166293" y="241795"/>
                  </a:lnTo>
                  <a:lnTo>
                    <a:pt x="167132" y="241795"/>
                  </a:lnTo>
                  <a:lnTo>
                    <a:pt x="168109" y="239915"/>
                  </a:lnTo>
                  <a:lnTo>
                    <a:pt x="168148" y="239687"/>
                  </a:lnTo>
                  <a:lnTo>
                    <a:pt x="168148" y="236169"/>
                  </a:lnTo>
                  <a:close/>
                </a:path>
                <a:path w="278130" h="495935">
                  <a:moveTo>
                    <a:pt x="170624" y="214503"/>
                  </a:moveTo>
                  <a:lnTo>
                    <a:pt x="160413" y="214503"/>
                  </a:lnTo>
                  <a:lnTo>
                    <a:pt x="160401" y="223050"/>
                  </a:lnTo>
                  <a:lnTo>
                    <a:pt x="165506" y="223050"/>
                  </a:lnTo>
                  <a:lnTo>
                    <a:pt x="170611" y="223050"/>
                  </a:lnTo>
                  <a:lnTo>
                    <a:pt x="170624" y="214503"/>
                  </a:lnTo>
                  <a:close/>
                </a:path>
                <a:path w="278130" h="495935">
                  <a:moveTo>
                    <a:pt x="170916" y="298615"/>
                  </a:moveTo>
                  <a:lnTo>
                    <a:pt x="168414" y="292811"/>
                  </a:lnTo>
                  <a:lnTo>
                    <a:pt x="160375" y="293814"/>
                  </a:lnTo>
                  <a:lnTo>
                    <a:pt x="157429" y="296887"/>
                  </a:lnTo>
                  <a:lnTo>
                    <a:pt x="160045" y="306895"/>
                  </a:lnTo>
                  <a:lnTo>
                    <a:pt x="168071" y="307428"/>
                  </a:lnTo>
                  <a:lnTo>
                    <a:pt x="169087" y="302082"/>
                  </a:lnTo>
                  <a:lnTo>
                    <a:pt x="169151" y="301701"/>
                  </a:lnTo>
                  <a:lnTo>
                    <a:pt x="169240" y="301536"/>
                  </a:lnTo>
                  <a:lnTo>
                    <a:pt x="170916" y="298615"/>
                  </a:lnTo>
                  <a:close/>
                </a:path>
                <a:path w="278130" h="495935">
                  <a:moveTo>
                    <a:pt x="180327" y="195503"/>
                  </a:moveTo>
                  <a:lnTo>
                    <a:pt x="173570" y="192354"/>
                  </a:lnTo>
                  <a:lnTo>
                    <a:pt x="170726" y="192963"/>
                  </a:lnTo>
                  <a:lnTo>
                    <a:pt x="170116" y="195783"/>
                  </a:lnTo>
                  <a:lnTo>
                    <a:pt x="169049" y="200774"/>
                  </a:lnTo>
                  <a:lnTo>
                    <a:pt x="172567" y="204381"/>
                  </a:lnTo>
                  <a:lnTo>
                    <a:pt x="179273" y="201333"/>
                  </a:lnTo>
                  <a:lnTo>
                    <a:pt x="180327" y="195503"/>
                  </a:lnTo>
                  <a:close/>
                </a:path>
                <a:path w="278130" h="495935">
                  <a:moveTo>
                    <a:pt x="188607" y="370636"/>
                  </a:moveTo>
                  <a:lnTo>
                    <a:pt x="177101" y="370636"/>
                  </a:lnTo>
                  <a:lnTo>
                    <a:pt x="177088" y="380276"/>
                  </a:lnTo>
                  <a:lnTo>
                    <a:pt x="182854" y="380276"/>
                  </a:lnTo>
                  <a:lnTo>
                    <a:pt x="188607" y="380276"/>
                  </a:lnTo>
                  <a:lnTo>
                    <a:pt x="188607" y="370636"/>
                  </a:lnTo>
                  <a:close/>
                </a:path>
                <a:path w="278130" h="495935">
                  <a:moveTo>
                    <a:pt x="192557" y="248945"/>
                  </a:moveTo>
                  <a:lnTo>
                    <a:pt x="190919" y="245008"/>
                  </a:lnTo>
                  <a:lnTo>
                    <a:pt x="189560" y="243814"/>
                  </a:lnTo>
                  <a:lnTo>
                    <a:pt x="188264" y="242976"/>
                  </a:lnTo>
                  <a:lnTo>
                    <a:pt x="182918" y="239991"/>
                  </a:lnTo>
                  <a:lnTo>
                    <a:pt x="179006" y="244233"/>
                  </a:lnTo>
                  <a:lnTo>
                    <a:pt x="180949" y="248323"/>
                  </a:lnTo>
                  <a:lnTo>
                    <a:pt x="181749" y="250012"/>
                  </a:lnTo>
                  <a:lnTo>
                    <a:pt x="182537" y="251396"/>
                  </a:lnTo>
                  <a:lnTo>
                    <a:pt x="183642" y="252869"/>
                  </a:lnTo>
                  <a:lnTo>
                    <a:pt x="187274" y="254635"/>
                  </a:lnTo>
                  <a:lnTo>
                    <a:pt x="190792" y="252742"/>
                  </a:lnTo>
                  <a:lnTo>
                    <a:pt x="192557" y="248945"/>
                  </a:lnTo>
                  <a:close/>
                </a:path>
                <a:path w="278130" h="495935">
                  <a:moveTo>
                    <a:pt x="193598" y="400456"/>
                  </a:moveTo>
                  <a:lnTo>
                    <a:pt x="182968" y="400456"/>
                  </a:lnTo>
                  <a:lnTo>
                    <a:pt x="182968" y="409371"/>
                  </a:lnTo>
                  <a:lnTo>
                    <a:pt x="188290" y="409371"/>
                  </a:lnTo>
                  <a:lnTo>
                    <a:pt x="193598" y="409371"/>
                  </a:lnTo>
                  <a:lnTo>
                    <a:pt x="193598" y="400456"/>
                  </a:lnTo>
                  <a:close/>
                </a:path>
                <a:path w="278130" h="495935">
                  <a:moveTo>
                    <a:pt x="195783" y="330136"/>
                  </a:moveTo>
                  <a:lnTo>
                    <a:pt x="180797" y="330136"/>
                  </a:lnTo>
                  <a:lnTo>
                    <a:pt x="180784" y="342671"/>
                  </a:lnTo>
                  <a:lnTo>
                    <a:pt x="188290" y="342671"/>
                  </a:lnTo>
                  <a:lnTo>
                    <a:pt x="195770" y="342671"/>
                  </a:lnTo>
                  <a:lnTo>
                    <a:pt x="195783" y="330136"/>
                  </a:lnTo>
                  <a:close/>
                </a:path>
                <a:path w="278130" h="495935">
                  <a:moveTo>
                    <a:pt x="196329" y="427913"/>
                  </a:moveTo>
                  <a:lnTo>
                    <a:pt x="180263" y="427913"/>
                  </a:lnTo>
                  <a:lnTo>
                    <a:pt x="180238" y="441375"/>
                  </a:lnTo>
                  <a:lnTo>
                    <a:pt x="188290" y="441375"/>
                  </a:lnTo>
                  <a:lnTo>
                    <a:pt x="196303" y="441375"/>
                  </a:lnTo>
                  <a:lnTo>
                    <a:pt x="196329" y="427913"/>
                  </a:lnTo>
                  <a:close/>
                </a:path>
                <a:path w="278130" h="495935">
                  <a:moveTo>
                    <a:pt x="201434" y="466521"/>
                  </a:moveTo>
                  <a:lnTo>
                    <a:pt x="197091" y="461835"/>
                  </a:lnTo>
                  <a:lnTo>
                    <a:pt x="188683" y="468718"/>
                  </a:lnTo>
                  <a:lnTo>
                    <a:pt x="195021" y="475602"/>
                  </a:lnTo>
                  <a:lnTo>
                    <a:pt x="198755" y="470319"/>
                  </a:lnTo>
                  <a:lnTo>
                    <a:pt x="201434" y="466521"/>
                  </a:lnTo>
                  <a:close/>
                </a:path>
                <a:path w="278130" h="495935">
                  <a:moveTo>
                    <a:pt x="204254" y="351993"/>
                  </a:moveTo>
                  <a:lnTo>
                    <a:pt x="199999" y="350824"/>
                  </a:lnTo>
                  <a:lnTo>
                    <a:pt x="199009" y="353745"/>
                  </a:lnTo>
                  <a:lnTo>
                    <a:pt x="198335" y="355727"/>
                  </a:lnTo>
                  <a:lnTo>
                    <a:pt x="197789" y="356755"/>
                  </a:lnTo>
                  <a:lnTo>
                    <a:pt x="198894" y="359664"/>
                  </a:lnTo>
                  <a:lnTo>
                    <a:pt x="199834" y="360273"/>
                  </a:lnTo>
                  <a:lnTo>
                    <a:pt x="202615" y="358521"/>
                  </a:lnTo>
                  <a:lnTo>
                    <a:pt x="202768" y="357301"/>
                  </a:lnTo>
                  <a:lnTo>
                    <a:pt x="204254" y="351993"/>
                  </a:lnTo>
                  <a:close/>
                </a:path>
                <a:path w="278130" h="495935">
                  <a:moveTo>
                    <a:pt x="211442" y="343687"/>
                  </a:moveTo>
                  <a:lnTo>
                    <a:pt x="211086" y="339217"/>
                  </a:lnTo>
                  <a:lnTo>
                    <a:pt x="208508" y="337743"/>
                  </a:lnTo>
                  <a:lnTo>
                    <a:pt x="206819" y="339585"/>
                  </a:lnTo>
                  <a:lnTo>
                    <a:pt x="205117" y="341414"/>
                  </a:lnTo>
                  <a:lnTo>
                    <a:pt x="206476" y="344195"/>
                  </a:lnTo>
                  <a:lnTo>
                    <a:pt x="208661" y="344398"/>
                  </a:lnTo>
                  <a:lnTo>
                    <a:pt x="209854" y="344512"/>
                  </a:lnTo>
                  <a:lnTo>
                    <a:pt x="210629" y="344576"/>
                  </a:lnTo>
                  <a:lnTo>
                    <a:pt x="211442" y="343687"/>
                  </a:lnTo>
                  <a:close/>
                </a:path>
                <a:path w="278130" h="495935">
                  <a:moveTo>
                    <a:pt x="217436" y="381469"/>
                  </a:moveTo>
                  <a:lnTo>
                    <a:pt x="214820" y="378637"/>
                  </a:lnTo>
                  <a:lnTo>
                    <a:pt x="211874" y="380034"/>
                  </a:lnTo>
                  <a:lnTo>
                    <a:pt x="209397" y="381215"/>
                  </a:lnTo>
                  <a:lnTo>
                    <a:pt x="209092" y="383857"/>
                  </a:lnTo>
                  <a:lnTo>
                    <a:pt x="210197" y="386041"/>
                  </a:lnTo>
                  <a:lnTo>
                    <a:pt x="210578" y="386461"/>
                  </a:lnTo>
                  <a:lnTo>
                    <a:pt x="212610" y="387654"/>
                  </a:lnTo>
                  <a:lnTo>
                    <a:pt x="215036" y="387324"/>
                  </a:lnTo>
                  <a:lnTo>
                    <a:pt x="217436" y="381469"/>
                  </a:lnTo>
                  <a:close/>
                </a:path>
                <a:path w="278130" h="495935">
                  <a:moveTo>
                    <a:pt x="223139" y="458698"/>
                  </a:moveTo>
                  <a:lnTo>
                    <a:pt x="215760" y="458698"/>
                  </a:lnTo>
                  <a:lnTo>
                    <a:pt x="215747" y="464883"/>
                  </a:lnTo>
                  <a:lnTo>
                    <a:pt x="219443" y="464883"/>
                  </a:lnTo>
                  <a:lnTo>
                    <a:pt x="223126" y="464883"/>
                  </a:lnTo>
                  <a:lnTo>
                    <a:pt x="223139" y="458698"/>
                  </a:lnTo>
                  <a:close/>
                </a:path>
                <a:path w="278130" h="495935">
                  <a:moveTo>
                    <a:pt x="223735" y="369519"/>
                  </a:moveTo>
                  <a:lnTo>
                    <a:pt x="221742" y="365950"/>
                  </a:lnTo>
                  <a:lnTo>
                    <a:pt x="216763" y="365239"/>
                  </a:lnTo>
                  <a:lnTo>
                    <a:pt x="215011" y="367131"/>
                  </a:lnTo>
                  <a:lnTo>
                    <a:pt x="215214" y="368719"/>
                  </a:lnTo>
                  <a:lnTo>
                    <a:pt x="215671" y="372478"/>
                  </a:lnTo>
                  <a:lnTo>
                    <a:pt x="218973" y="374662"/>
                  </a:lnTo>
                  <a:lnTo>
                    <a:pt x="223735" y="369519"/>
                  </a:lnTo>
                  <a:close/>
                </a:path>
                <a:path w="278130" h="495935">
                  <a:moveTo>
                    <a:pt x="243738" y="487248"/>
                  </a:moveTo>
                  <a:lnTo>
                    <a:pt x="233527" y="487248"/>
                  </a:lnTo>
                  <a:lnTo>
                    <a:pt x="233514" y="495795"/>
                  </a:lnTo>
                  <a:lnTo>
                    <a:pt x="238620" y="495795"/>
                  </a:lnTo>
                  <a:lnTo>
                    <a:pt x="243725" y="495795"/>
                  </a:lnTo>
                  <a:lnTo>
                    <a:pt x="243738" y="487248"/>
                  </a:lnTo>
                  <a:close/>
                </a:path>
                <a:path w="278130" h="495935">
                  <a:moveTo>
                    <a:pt x="251345" y="395401"/>
                  </a:moveTo>
                  <a:lnTo>
                    <a:pt x="237896" y="395401"/>
                  </a:lnTo>
                  <a:lnTo>
                    <a:pt x="237883" y="406666"/>
                  </a:lnTo>
                  <a:lnTo>
                    <a:pt x="244614" y="406666"/>
                  </a:lnTo>
                  <a:lnTo>
                    <a:pt x="251333" y="406666"/>
                  </a:lnTo>
                  <a:lnTo>
                    <a:pt x="251345" y="395401"/>
                  </a:lnTo>
                  <a:close/>
                </a:path>
                <a:path w="278130" h="495935">
                  <a:moveTo>
                    <a:pt x="268706" y="479780"/>
                  </a:moveTo>
                  <a:lnTo>
                    <a:pt x="268465" y="479780"/>
                  </a:lnTo>
                  <a:lnTo>
                    <a:pt x="268465" y="479983"/>
                  </a:lnTo>
                  <a:lnTo>
                    <a:pt x="268592" y="479983"/>
                  </a:lnTo>
                  <a:lnTo>
                    <a:pt x="268706" y="479780"/>
                  </a:lnTo>
                  <a:close/>
                </a:path>
                <a:path w="278130" h="495935">
                  <a:moveTo>
                    <a:pt x="277850" y="486333"/>
                  </a:moveTo>
                  <a:lnTo>
                    <a:pt x="274701" y="489077"/>
                  </a:lnTo>
                  <a:lnTo>
                    <a:pt x="273748" y="489915"/>
                  </a:lnTo>
                  <a:lnTo>
                    <a:pt x="273748" y="490550"/>
                  </a:lnTo>
                  <a:lnTo>
                    <a:pt x="277837" y="494118"/>
                  </a:lnTo>
                  <a:lnTo>
                    <a:pt x="277850" y="486333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2081657" y="2282716"/>
              <a:ext cx="910590" cy="525145"/>
            </a:xfrm>
            <a:custGeom>
              <a:avLst/>
              <a:gdLst/>
              <a:ahLst/>
              <a:cxnLst/>
              <a:rect l="l" t="t" r="r" b="b"/>
              <a:pathLst>
                <a:path w="910589" h="525144">
                  <a:moveTo>
                    <a:pt x="3594" y="523608"/>
                  </a:moveTo>
                  <a:lnTo>
                    <a:pt x="2946" y="523570"/>
                  </a:lnTo>
                  <a:lnTo>
                    <a:pt x="2146" y="523443"/>
                  </a:lnTo>
                  <a:lnTo>
                    <a:pt x="1346" y="523481"/>
                  </a:lnTo>
                  <a:lnTo>
                    <a:pt x="546" y="523659"/>
                  </a:lnTo>
                  <a:lnTo>
                    <a:pt x="0" y="523735"/>
                  </a:lnTo>
                  <a:lnTo>
                    <a:pt x="0" y="524497"/>
                  </a:lnTo>
                  <a:lnTo>
                    <a:pt x="546" y="524573"/>
                  </a:lnTo>
                  <a:lnTo>
                    <a:pt x="1346" y="524751"/>
                  </a:lnTo>
                  <a:lnTo>
                    <a:pt x="2146" y="524776"/>
                  </a:lnTo>
                  <a:lnTo>
                    <a:pt x="2946" y="524662"/>
                  </a:lnTo>
                  <a:lnTo>
                    <a:pt x="3594" y="524624"/>
                  </a:lnTo>
                  <a:lnTo>
                    <a:pt x="3594" y="523608"/>
                  </a:lnTo>
                  <a:close/>
                </a:path>
                <a:path w="910589" h="525144">
                  <a:moveTo>
                    <a:pt x="19723" y="521817"/>
                  </a:moveTo>
                  <a:lnTo>
                    <a:pt x="17335" y="521817"/>
                  </a:lnTo>
                  <a:lnTo>
                    <a:pt x="17335" y="523824"/>
                  </a:lnTo>
                  <a:lnTo>
                    <a:pt x="18529" y="523824"/>
                  </a:lnTo>
                  <a:lnTo>
                    <a:pt x="19723" y="523824"/>
                  </a:lnTo>
                  <a:lnTo>
                    <a:pt x="19723" y="521817"/>
                  </a:lnTo>
                  <a:close/>
                </a:path>
                <a:path w="910589" h="525144">
                  <a:moveTo>
                    <a:pt x="39751" y="488073"/>
                  </a:moveTo>
                  <a:lnTo>
                    <a:pt x="30861" y="488073"/>
                  </a:lnTo>
                  <a:lnTo>
                    <a:pt x="30861" y="495528"/>
                  </a:lnTo>
                  <a:lnTo>
                    <a:pt x="35306" y="495528"/>
                  </a:lnTo>
                  <a:lnTo>
                    <a:pt x="39751" y="495528"/>
                  </a:lnTo>
                  <a:lnTo>
                    <a:pt x="39751" y="488073"/>
                  </a:lnTo>
                  <a:close/>
                </a:path>
                <a:path w="910589" h="525144">
                  <a:moveTo>
                    <a:pt x="40487" y="423976"/>
                  </a:moveTo>
                  <a:lnTo>
                    <a:pt x="31330" y="423976"/>
                  </a:lnTo>
                  <a:lnTo>
                    <a:pt x="31318" y="431647"/>
                  </a:lnTo>
                  <a:lnTo>
                    <a:pt x="35902" y="431647"/>
                  </a:lnTo>
                  <a:lnTo>
                    <a:pt x="40487" y="431647"/>
                  </a:lnTo>
                  <a:lnTo>
                    <a:pt x="40487" y="423976"/>
                  </a:lnTo>
                  <a:close/>
                </a:path>
                <a:path w="910589" h="525144">
                  <a:moveTo>
                    <a:pt x="44335" y="467791"/>
                  </a:moveTo>
                  <a:lnTo>
                    <a:pt x="41808" y="465950"/>
                  </a:lnTo>
                  <a:lnTo>
                    <a:pt x="40690" y="466077"/>
                  </a:lnTo>
                  <a:lnTo>
                    <a:pt x="35966" y="466077"/>
                  </a:lnTo>
                  <a:lnTo>
                    <a:pt x="35966" y="470979"/>
                  </a:lnTo>
                  <a:lnTo>
                    <a:pt x="38900" y="470979"/>
                  </a:lnTo>
                  <a:lnTo>
                    <a:pt x="40728" y="470979"/>
                  </a:lnTo>
                  <a:lnTo>
                    <a:pt x="41808" y="471119"/>
                  </a:lnTo>
                  <a:lnTo>
                    <a:pt x="44335" y="469265"/>
                  </a:lnTo>
                  <a:lnTo>
                    <a:pt x="44335" y="467791"/>
                  </a:lnTo>
                  <a:close/>
                </a:path>
                <a:path w="910589" h="525144">
                  <a:moveTo>
                    <a:pt x="65773" y="425348"/>
                  </a:moveTo>
                  <a:lnTo>
                    <a:pt x="62318" y="424624"/>
                  </a:lnTo>
                  <a:lnTo>
                    <a:pt x="59715" y="424078"/>
                  </a:lnTo>
                  <a:lnTo>
                    <a:pt x="57950" y="427837"/>
                  </a:lnTo>
                  <a:lnTo>
                    <a:pt x="63601" y="431469"/>
                  </a:lnTo>
                  <a:lnTo>
                    <a:pt x="65773" y="425348"/>
                  </a:lnTo>
                  <a:close/>
                </a:path>
                <a:path w="910589" h="525144">
                  <a:moveTo>
                    <a:pt x="68643" y="393331"/>
                  </a:moveTo>
                  <a:lnTo>
                    <a:pt x="61912" y="393331"/>
                  </a:lnTo>
                  <a:lnTo>
                    <a:pt x="61899" y="398957"/>
                  </a:lnTo>
                  <a:lnTo>
                    <a:pt x="65265" y="398957"/>
                  </a:lnTo>
                  <a:lnTo>
                    <a:pt x="68630" y="398957"/>
                  </a:lnTo>
                  <a:lnTo>
                    <a:pt x="68643" y="393331"/>
                  </a:lnTo>
                  <a:close/>
                </a:path>
                <a:path w="910589" h="525144">
                  <a:moveTo>
                    <a:pt x="69176" y="454355"/>
                  </a:moveTo>
                  <a:lnTo>
                    <a:pt x="64401" y="453732"/>
                  </a:lnTo>
                  <a:lnTo>
                    <a:pt x="64465" y="456907"/>
                  </a:lnTo>
                  <a:lnTo>
                    <a:pt x="64503" y="459168"/>
                  </a:lnTo>
                  <a:lnTo>
                    <a:pt x="65747" y="461162"/>
                  </a:lnTo>
                  <a:lnTo>
                    <a:pt x="68592" y="460502"/>
                  </a:lnTo>
                  <a:lnTo>
                    <a:pt x="69037" y="459689"/>
                  </a:lnTo>
                  <a:lnTo>
                    <a:pt x="68681" y="458635"/>
                  </a:lnTo>
                  <a:lnTo>
                    <a:pt x="68326" y="457962"/>
                  </a:lnTo>
                  <a:lnTo>
                    <a:pt x="68440" y="457479"/>
                  </a:lnTo>
                  <a:lnTo>
                    <a:pt x="69176" y="454355"/>
                  </a:lnTo>
                  <a:close/>
                </a:path>
                <a:path w="910589" h="525144">
                  <a:moveTo>
                    <a:pt x="72123" y="497116"/>
                  </a:moveTo>
                  <a:lnTo>
                    <a:pt x="63220" y="497116"/>
                  </a:lnTo>
                  <a:lnTo>
                    <a:pt x="63220" y="504571"/>
                  </a:lnTo>
                  <a:lnTo>
                    <a:pt x="67665" y="504571"/>
                  </a:lnTo>
                  <a:lnTo>
                    <a:pt x="72123" y="504571"/>
                  </a:lnTo>
                  <a:lnTo>
                    <a:pt x="72123" y="497116"/>
                  </a:lnTo>
                  <a:close/>
                </a:path>
                <a:path w="910589" h="525144">
                  <a:moveTo>
                    <a:pt x="73558" y="512699"/>
                  </a:moveTo>
                  <a:lnTo>
                    <a:pt x="73431" y="511619"/>
                  </a:lnTo>
                  <a:lnTo>
                    <a:pt x="71348" y="511302"/>
                  </a:lnTo>
                  <a:lnTo>
                    <a:pt x="70243" y="511416"/>
                  </a:lnTo>
                  <a:lnTo>
                    <a:pt x="65392" y="512025"/>
                  </a:lnTo>
                  <a:lnTo>
                    <a:pt x="67170" y="517372"/>
                  </a:lnTo>
                  <a:lnTo>
                    <a:pt x="69888" y="515658"/>
                  </a:lnTo>
                  <a:lnTo>
                    <a:pt x="71107" y="514883"/>
                  </a:lnTo>
                  <a:lnTo>
                    <a:pt x="72123" y="514273"/>
                  </a:lnTo>
                  <a:lnTo>
                    <a:pt x="73558" y="512699"/>
                  </a:lnTo>
                  <a:close/>
                </a:path>
                <a:path w="910589" h="525144">
                  <a:moveTo>
                    <a:pt x="80467" y="474268"/>
                  </a:moveTo>
                  <a:lnTo>
                    <a:pt x="75526" y="468934"/>
                  </a:lnTo>
                  <a:lnTo>
                    <a:pt x="66395" y="476719"/>
                  </a:lnTo>
                  <a:lnTo>
                    <a:pt x="73240" y="484111"/>
                  </a:lnTo>
                  <a:lnTo>
                    <a:pt x="76644" y="479501"/>
                  </a:lnTo>
                  <a:lnTo>
                    <a:pt x="80467" y="474268"/>
                  </a:lnTo>
                  <a:close/>
                </a:path>
                <a:path w="910589" h="525144">
                  <a:moveTo>
                    <a:pt x="95440" y="433387"/>
                  </a:moveTo>
                  <a:lnTo>
                    <a:pt x="94551" y="429247"/>
                  </a:lnTo>
                  <a:lnTo>
                    <a:pt x="88722" y="429247"/>
                  </a:lnTo>
                  <a:lnTo>
                    <a:pt x="87833" y="433387"/>
                  </a:lnTo>
                  <a:lnTo>
                    <a:pt x="90195" y="435000"/>
                  </a:lnTo>
                  <a:lnTo>
                    <a:pt x="90538" y="435229"/>
                  </a:lnTo>
                  <a:lnTo>
                    <a:pt x="91236" y="435724"/>
                  </a:lnTo>
                  <a:lnTo>
                    <a:pt x="92036" y="435724"/>
                  </a:lnTo>
                  <a:lnTo>
                    <a:pt x="95440" y="433387"/>
                  </a:lnTo>
                  <a:close/>
                </a:path>
                <a:path w="910589" h="525144">
                  <a:moveTo>
                    <a:pt x="98856" y="400570"/>
                  </a:moveTo>
                  <a:lnTo>
                    <a:pt x="95961" y="397535"/>
                  </a:lnTo>
                  <a:lnTo>
                    <a:pt x="90563" y="398767"/>
                  </a:lnTo>
                  <a:lnTo>
                    <a:pt x="88900" y="401713"/>
                  </a:lnTo>
                  <a:lnTo>
                    <a:pt x="91008" y="407390"/>
                  </a:lnTo>
                  <a:lnTo>
                    <a:pt x="93840" y="407797"/>
                  </a:lnTo>
                  <a:lnTo>
                    <a:pt x="95415" y="405498"/>
                  </a:lnTo>
                  <a:lnTo>
                    <a:pt x="95948" y="404723"/>
                  </a:lnTo>
                  <a:lnTo>
                    <a:pt x="96570" y="404050"/>
                  </a:lnTo>
                  <a:lnTo>
                    <a:pt x="98856" y="400570"/>
                  </a:lnTo>
                  <a:close/>
                </a:path>
                <a:path w="910589" h="525144">
                  <a:moveTo>
                    <a:pt x="105029" y="459168"/>
                  </a:moveTo>
                  <a:lnTo>
                    <a:pt x="95046" y="459168"/>
                  </a:lnTo>
                  <a:lnTo>
                    <a:pt x="95034" y="467537"/>
                  </a:lnTo>
                  <a:lnTo>
                    <a:pt x="100025" y="467537"/>
                  </a:lnTo>
                  <a:lnTo>
                    <a:pt x="105016" y="467537"/>
                  </a:lnTo>
                  <a:lnTo>
                    <a:pt x="105029" y="459168"/>
                  </a:lnTo>
                  <a:close/>
                </a:path>
                <a:path w="910589" h="525144">
                  <a:moveTo>
                    <a:pt x="106057" y="514972"/>
                  </a:moveTo>
                  <a:lnTo>
                    <a:pt x="105752" y="513486"/>
                  </a:lnTo>
                  <a:lnTo>
                    <a:pt x="105778" y="512838"/>
                  </a:lnTo>
                  <a:lnTo>
                    <a:pt x="105664" y="512356"/>
                  </a:lnTo>
                  <a:lnTo>
                    <a:pt x="105105" y="511771"/>
                  </a:lnTo>
                  <a:lnTo>
                    <a:pt x="104622" y="511759"/>
                  </a:lnTo>
                  <a:lnTo>
                    <a:pt x="104432" y="511632"/>
                  </a:lnTo>
                  <a:lnTo>
                    <a:pt x="103581" y="511238"/>
                  </a:lnTo>
                  <a:lnTo>
                    <a:pt x="103847" y="510933"/>
                  </a:lnTo>
                  <a:lnTo>
                    <a:pt x="105321" y="509231"/>
                  </a:lnTo>
                  <a:lnTo>
                    <a:pt x="101968" y="505904"/>
                  </a:lnTo>
                  <a:lnTo>
                    <a:pt x="95186" y="511632"/>
                  </a:lnTo>
                  <a:lnTo>
                    <a:pt x="95097" y="511937"/>
                  </a:lnTo>
                  <a:lnTo>
                    <a:pt x="98729" y="518160"/>
                  </a:lnTo>
                  <a:lnTo>
                    <a:pt x="105333" y="517017"/>
                  </a:lnTo>
                  <a:lnTo>
                    <a:pt x="106057" y="514972"/>
                  </a:lnTo>
                  <a:close/>
                </a:path>
                <a:path w="910589" h="525144">
                  <a:moveTo>
                    <a:pt x="114338" y="440753"/>
                  </a:moveTo>
                  <a:lnTo>
                    <a:pt x="112191" y="439953"/>
                  </a:lnTo>
                  <a:lnTo>
                    <a:pt x="109194" y="440093"/>
                  </a:lnTo>
                  <a:lnTo>
                    <a:pt x="109181" y="442671"/>
                  </a:lnTo>
                  <a:lnTo>
                    <a:pt x="112217" y="442810"/>
                  </a:lnTo>
                  <a:lnTo>
                    <a:pt x="114338" y="442023"/>
                  </a:lnTo>
                  <a:lnTo>
                    <a:pt x="114338" y="440753"/>
                  </a:lnTo>
                  <a:close/>
                </a:path>
                <a:path w="910589" h="525144">
                  <a:moveTo>
                    <a:pt x="116814" y="485419"/>
                  </a:moveTo>
                  <a:lnTo>
                    <a:pt x="105397" y="481469"/>
                  </a:lnTo>
                  <a:lnTo>
                    <a:pt x="105359" y="494385"/>
                  </a:lnTo>
                  <a:lnTo>
                    <a:pt x="111887" y="492125"/>
                  </a:lnTo>
                  <a:lnTo>
                    <a:pt x="116776" y="490435"/>
                  </a:lnTo>
                  <a:lnTo>
                    <a:pt x="116814" y="485419"/>
                  </a:lnTo>
                  <a:close/>
                </a:path>
                <a:path w="910589" h="525144">
                  <a:moveTo>
                    <a:pt x="128308" y="407428"/>
                  </a:moveTo>
                  <a:lnTo>
                    <a:pt x="128270" y="395973"/>
                  </a:lnTo>
                  <a:lnTo>
                    <a:pt x="121488" y="395389"/>
                  </a:lnTo>
                  <a:lnTo>
                    <a:pt x="114325" y="394779"/>
                  </a:lnTo>
                  <a:lnTo>
                    <a:pt x="114363" y="406234"/>
                  </a:lnTo>
                  <a:lnTo>
                    <a:pt x="128308" y="407428"/>
                  </a:lnTo>
                  <a:close/>
                </a:path>
                <a:path w="910589" h="525144">
                  <a:moveTo>
                    <a:pt x="131800" y="262788"/>
                  </a:moveTo>
                  <a:lnTo>
                    <a:pt x="117398" y="262788"/>
                  </a:lnTo>
                  <a:lnTo>
                    <a:pt x="117386" y="274853"/>
                  </a:lnTo>
                  <a:lnTo>
                    <a:pt x="124599" y="274853"/>
                  </a:lnTo>
                  <a:lnTo>
                    <a:pt x="131787" y="274853"/>
                  </a:lnTo>
                  <a:lnTo>
                    <a:pt x="131800" y="262788"/>
                  </a:lnTo>
                  <a:close/>
                </a:path>
                <a:path w="910589" h="525144">
                  <a:moveTo>
                    <a:pt x="138023" y="252755"/>
                  </a:moveTo>
                  <a:lnTo>
                    <a:pt x="131546" y="252755"/>
                  </a:lnTo>
                  <a:lnTo>
                    <a:pt x="133337" y="256159"/>
                  </a:lnTo>
                  <a:lnTo>
                    <a:pt x="134239" y="257898"/>
                  </a:lnTo>
                  <a:lnTo>
                    <a:pt x="135331" y="257898"/>
                  </a:lnTo>
                  <a:lnTo>
                    <a:pt x="138023" y="252755"/>
                  </a:lnTo>
                  <a:close/>
                </a:path>
                <a:path w="910589" h="525144">
                  <a:moveTo>
                    <a:pt x="139128" y="228180"/>
                  </a:moveTo>
                  <a:lnTo>
                    <a:pt x="138455" y="226593"/>
                  </a:lnTo>
                  <a:lnTo>
                    <a:pt x="135039" y="225869"/>
                  </a:lnTo>
                  <a:lnTo>
                    <a:pt x="133908" y="227076"/>
                  </a:lnTo>
                  <a:lnTo>
                    <a:pt x="134200" y="228625"/>
                  </a:lnTo>
                  <a:lnTo>
                    <a:pt x="134327" y="229412"/>
                  </a:lnTo>
                  <a:lnTo>
                    <a:pt x="134581" y="230771"/>
                  </a:lnTo>
                  <a:lnTo>
                    <a:pt x="136055" y="231482"/>
                  </a:lnTo>
                  <a:lnTo>
                    <a:pt x="138137" y="230911"/>
                  </a:lnTo>
                  <a:lnTo>
                    <a:pt x="138595" y="230416"/>
                  </a:lnTo>
                  <a:lnTo>
                    <a:pt x="138798" y="229565"/>
                  </a:lnTo>
                  <a:lnTo>
                    <a:pt x="138836" y="229412"/>
                  </a:lnTo>
                  <a:lnTo>
                    <a:pt x="139128" y="228180"/>
                  </a:lnTo>
                  <a:close/>
                </a:path>
                <a:path w="910589" h="525144">
                  <a:moveTo>
                    <a:pt x="146532" y="440448"/>
                  </a:moveTo>
                  <a:lnTo>
                    <a:pt x="135026" y="440448"/>
                  </a:lnTo>
                  <a:lnTo>
                    <a:pt x="135013" y="450075"/>
                  </a:lnTo>
                  <a:lnTo>
                    <a:pt x="140779" y="450075"/>
                  </a:lnTo>
                  <a:lnTo>
                    <a:pt x="146532" y="450075"/>
                  </a:lnTo>
                  <a:lnTo>
                    <a:pt x="146532" y="440448"/>
                  </a:lnTo>
                  <a:close/>
                </a:path>
                <a:path w="910589" h="525144">
                  <a:moveTo>
                    <a:pt x="148818" y="513626"/>
                  </a:moveTo>
                  <a:lnTo>
                    <a:pt x="140931" y="507961"/>
                  </a:lnTo>
                  <a:lnTo>
                    <a:pt x="137388" y="515531"/>
                  </a:lnTo>
                  <a:lnTo>
                    <a:pt x="142227" y="517398"/>
                  </a:lnTo>
                  <a:lnTo>
                    <a:pt x="147040" y="519264"/>
                  </a:lnTo>
                  <a:lnTo>
                    <a:pt x="148818" y="513626"/>
                  </a:lnTo>
                  <a:close/>
                </a:path>
                <a:path w="910589" h="525144">
                  <a:moveTo>
                    <a:pt x="156552" y="72288"/>
                  </a:moveTo>
                  <a:lnTo>
                    <a:pt x="151371" y="72288"/>
                  </a:lnTo>
                  <a:lnTo>
                    <a:pt x="152793" y="75006"/>
                  </a:lnTo>
                  <a:lnTo>
                    <a:pt x="153136" y="75653"/>
                  </a:lnTo>
                  <a:lnTo>
                    <a:pt x="153314" y="75984"/>
                  </a:lnTo>
                  <a:lnTo>
                    <a:pt x="153581" y="76517"/>
                  </a:lnTo>
                  <a:lnTo>
                    <a:pt x="154343" y="76517"/>
                  </a:lnTo>
                  <a:lnTo>
                    <a:pt x="155117" y="75006"/>
                  </a:lnTo>
                  <a:lnTo>
                    <a:pt x="156552" y="72288"/>
                  </a:lnTo>
                  <a:close/>
                </a:path>
                <a:path w="910589" h="525144">
                  <a:moveTo>
                    <a:pt x="157010" y="482790"/>
                  </a:moveTo>
                  <a:lnTo>
                    <a:pt x="150926" y="482790"/>
                  </a:lnTo>
                  <a:lnTo>
                    <a:pt x="150926" y="487883"/>
                  </a:lnTo>
                  <a:lnTo>
                    <a:pt x="153962" y="487883"/>
                  </a:lnTo>
                  <a:lnTo>
                    <a:pt x="156997" y="487883"/>
                  </a:lnTo>
                  <a:lnTo>
                    <a:pt x="157010" y="482790"/>
                  </a:lnTo>
                  <a:close/>
                </a:path>
                <a:path w="910589" h="525144">
                  <a:moveTo>
                    <a:pt x="159181" y="499071"/>
                  </a:moveTo>
                  <a:lnTo>
                    <a:pt x="148755" y="499071"/>
                  </a:lnTo>
                  <a:lnTo>
                    <a:pt x="148742" y="507796"/>
                  </a:lnTo>
                  <a:lnTo>
                    <a:pt x="153962" y="507796"/>
                  </a:lnTo>
                  <a:lnTo>
                    <a:pt x="159169" y="507796"/>
                  </a:lnTo>
                  <a:lnTo>
                    <a:pt x="159181" y="499071"/>
                  </a:lnTo>
                  <a:close/>
                </a:path>
                <a:path w="910589" h="525144">
                  <a:moveTo>
                    <a:pt x="163512" y="76123"/>
                  </a:moveTo>
                  <a:lnTo>
                    <a:pt x="163283" y="75387"/>
                  </a:lnTo>
                  <a:lnTo>
                    <a:pt x="162890" y="74993"/>
                  </a:lnTo>
                  <a:lnTo>
                    <a:pt x="162496" y="74561"/>
                  </a:lnTo>
                  <a:lnTo>
                    <a:pt x="162280" y="74345"/>
                  </a:lnTo>
                  <a:lnTo>
                    <a:pt x="160807" y="72796"/>
                  </a:lnTo>
                  <a:lnTo>
                    <a:pt x="158584" y="75184"/>
                  </a:lnTo>
                  <a:lnTo>
                    <a:pt x="160020" y="76784"/>
                  </a:lnTo>
                  <a:lnTo>
                    <a:pt x="160604" y="77444"/>
                  </a:lnTo>
                  <a:lnTo>
                    <a:pt x="160985" y="77863"/>
                  </a:lnTo>
                  <a:lnTo>
                    <a:pt x="161671" y="78105"/>
                  </a:lnTo>
                  <a:lnTo>
                    <a:pt x="162877" y="77622"/>
                  </a:lnTo>
                  <a:lnTo>
                    <a:pt x="163042" y="77444"/>
                  </a:lnTo>
                  <a:lnTo>
                    <a:pt x="163309" y="76669"/>
                  </a:lnTo>
                  <a:lnTo>
                    <a:pt x="163512" y="76123"/>
                  </a:lnTo>
                  <a:close/>
                </a:path>
                <a:path w="910589" h="525144">
                  <a:moveTo>
                    <a:pt x="166751" y="417550"/>
                  </a:moveTo>
                  <a:lnTo>
                    <a:pt x="164604" y="414223"/>
                  </a:lnTo>
                  <a:lnTo>
                    <a:pt x="164604" y="419493"/>
                  </a:lnTo>
                  <a:lnTo>
                    <a:pt x="162814" y="421551"/>
                  </a:lnTo>
                  <a:lnTo>
                    <a:pt x="164604" y="419493"/>
                  </a:lnTo>
                  <a:lnTo>
                    <a:pt x="164604" y="414223"/>
                  </a:lnTo>
                  <a:lnTo>
                    <a:pt x="162356" y="410718"/>
                  </a:lnTo>
                  <a:lnTo>
                    <a:pt x="161861" y="410083"/>
                  </a:lnTo>
                  <a:lnTo>
                    <a:pt x="158762" y="408178"/>
                  </a:lnTo>
                  <a:lnTo>
                    <a:pt x="153352" y="410083"/>
                  </a:lnTo>
                  <a:lnTo>
                    <a:pt x="151955" y="411289"/>
                  </a:lnTo>
                  <a:lnTo>
                    <a:pt x="148297" y="417169"/>
                  </a:lnTo>
                  <a:lnTo>
                    <a:pt x="150418" y="424078"/>
                  </a:lnTo>
                  <a:lnTo>
                    <a:pt x="158038" y="425221"/>
                  </a:lnTo>
                  <a:lnTo>
                    <a:pt x="160261" y="424764"/>
                  </a:lnTo>
                  <a:lnTo>
                    <a:pt x="161467" y="423430"/>
                  </a:lnTo>
                  <a:lnTo>
                    <a:pt x="166751" y="417550"/>
                  </a:lnTo>
                  <a:close/>
                </a:path>
                <a:path w="910589" h="525144">
                  <a:moveTo>
                    <a:pt x="166878" y="378320"/>
                  </a:moveTo>
                  <a:lnTo>
                    <a:pt x="156070" y="374573"/>
                  </a:lnTo>
                  <a:lnTo>
                    <a:pt x="156032" y="386702"/>
                  </a:lnTo>
                  <a:lnTo>
                    <a:pt x="162166" y="384568"/>
                  </a:lnTo>
                  <a:lnTo>
                    <a:pt x="166839" y="382955"/>
                  </a:lnTo>
                  <a:lnTo>
                    <a:pt x="166878" y="378320"/>
                  </a:lnTo>
                  <a:close/>
                </a:path>
                <a:path w="910589" h="525144">
                  <a:moveTo>
                    <a:pt x="169849" y="60667"/>
                  </a:moveTo>
                  <a:lnTo>
                    <a:pt x="162039" y="60667"/>
                  </a:lnTo>
                  <a:lnTo>
                    <a:pt x="162039" y="67208"/>
                  </a:lnTo>
                  <a:lnTo>
                    <a:pt x="165950" y="67208"/>
                  </a:lnTo>
                  <a:lnTo>
                    <a:pt x="169849" y="67208"/>
                  </a:lnTo>
                  <a:lnTo>
                    <a:pt x="169849" y="60667"/>
                  </a:lnTo>
                  <a:close/>
                </a:path>
                <a:path w="910589" h="525144">
                  <a:moveTo>
                    <a:pt x="172974" y="440334"/>
                  </a:moveTo>
                  <a:lnTo>
                    <a:pt x="168287" y="438200"/>
                  </a:lnTo>
                  <a:lnTo>
                    <a:pt x="164426" y="438734"/>
                  </a:lnTo>
                  <a:lnTo>
                    <a:pt x="163131" y="442683"/>
                  </a:lnTo>
                  <a:lnTo>
                    <a:pt x="164414" y="446633"/>
                  </a:lnTo>
                  <a:lnTo>
                    <a:pt x="168287" y="447141"/>
                  </a:lnTo>
                  <a:lnTo>
                    <a:pt x="172974" y="445033"/>
                  </a:lnTo>
                  <a:lnTo>
                    <a:pt x="172974" y="440334"/>
                  </a:lnTo>
                  <a:close/>
                </a:path>
                <a:path w="910589" h="525144">
                  <a:moveTo>
                    <a:pt x="173685" y="406"/>
                  </a:moveTo>
                  <a:lnTo>
                    <a:pt x="173316" y="0"/>
                  </a:lnTo>
                  <a:lnTo>
                    <a:pt x="172072" y="635"/>
                  </a:lnTo>
                  <a:lnTo>
                    <a:pt x="171246" y="2082"/>
                  </a:lnTo>
                  <a:lnTo>
                    <a:pt x="171767" y="2641"/>
                  </a:lnTo>
                  <a:lnTo>
                    <a:pt x="173088" y="1778"/>
                  </a:lnTo>
                  <a:lnTo>
                    <a:pt x="173685" y="406"/>
                  </a:lnTo>
                  <a:close/>
                </a:path>
                <a:path w="910589" h="525144">
                  <a:moveTo>
                    <a:pt x="174320" y="14401"/>
                  </a:moveTo>
                  <a:lnTo>
                    <a:pt x="167157" y="14401"/>
                  </a:lnTo>
                  <a:lnTo>
                    <a:pt x="167157" y="20396"/>
                  </a:lnTo>
                  <a:lnTo>
                    <a:pt x="170738" y="20396"/>
                  </a:lnTo>
                  <a:lnTo>
                    <a:pt x="174320" y="20396"/>
                  </a:lnTo>
                  <a:lnTo>
                    <a:pt x="174320" y="14401"/>
                  </a:lnTo>
                  <a:close/>
                </a:path>
                <a:path w="910589" h="525144">
                  <a:moveTo>
                    <a:pt x="180187" y="477659"/>
                  </a:moveTo>
                  <a:lnTo>
                    <a:pt x="172224" y="469658"/>
                  </a:lnTo>
                  <a:lnTo>
                    <a:pt x="166992" y="475297"/>
                  </a:lnTo>
                  <a:lnTo>
                    <a:pt x="170395" y="479247"/>
                  </a:lnTo>
                  <a:lnTo>
                    <a:pt x="174409" y="483895"/>
                  </a:lnTo>
                  <a:lnTo>
                    <a:pt x="180187" y="477659"/>
                  </a:lnTo>
                  <a:close/>
                </a:path>
                <a:path w="910589" h="525144">
                  <a:moveTo>
                    <a:pt x="180657" y="41986"/>
                  </a:moveTo>
                  <a:lnTo>
                    <a:pt x="172707" y="37147"/>
                  </a:lnTo>
                  <a:lnTo>
                    <a:pt x="172707" y="49364"/>
                  </a:lnTo>
                  <a:lnTo>
                    <a:pt x="178219" y="45999"/>
                  </a:lnTo>
                  <a:lnTo>
                    <a:pt x="180657" y="44513"/>
                  </a:lnTo>
                  <a:lnTo>
                    <a:pt x="180657" y="41986"/>
                  </a:lnTo>
                  <a:close/>
                </a:path>
                <a:path w="910589" h="525144">
                  <a:moveTo>
                    <a:pt x="181127" y="365086"/>
                  </a:moveTo>
                  <a:lnTo>
                    <a:pt x="180644" y="363181"/>
                  </a:lnTo>
                  <a:lnTo>
                    <a:pt x="179806" y="359829"/>
                  </a:lnTo>
                  <a:lnTo>
                    <a:pt x="172288" y="359003"/>
                  </a:lnTo>
                  <a:lnTo>
                    <a:pt x="169684" y="362331"/>
                  </a:lnTo>
                  <a:lnTo>
                    <a:pt x="170065" y="367779"/>
                  </a:lnTo>
                  <a:lnTo>
                    <a:pt x="171297" y="370268"/>
                  </a:lnTo>
                  <a:lnTo>
                    <a:pt x="176961" y="371348"/>
                  </a:lnTo>
                  <a:lnTo>
                    <a:pt x="179057" y="369404"/>
                  </a:lnTo>
                  <a:lnTo>
                    <a:pt x="179209" y="368147"/>
                  </a:lnTo>
                  <a:lnTo>
                    <a:pt x="179412" y="366445"/>
                  </a:lnTo>
                  <a:lnTo>
                    <a:pt x="181127" y="365086"/>
                  </a:lnTo>
                  <a:close/>
                </a:path>
                <a:path w="910589" h="525144">
                  <a:moveTo>
                    <a:pt x="183375" y="27203"/>
                  </a:moveTo>
                  <a:lnTo>
                    <a:pt x="182079" y="27203"/>
                  </a:lnTo>
                  <a:lnTo>
                    <a:pt x="182079" y="28282"/>
                  </a:lnTo>
                  <a:lnTo>
                    <a:pt x="182727" y="28282"/>
                  </a:lnTo>
                  <a:lnTo>
                    <a:pt x="183375" y="28282"/>
                  </a:lnTo>
                  <a:lnTo>
                    <a:pt x="183375" y="27203"/>
                  </a:lnTo>
                  <a:close/>
                </a:path>
                <a:path w="910589" h="525144">
                  <a:moveTo>
                    <a:pt x="205384" y="515213"/>
                  </a:moveTo>
                  <a:lnTo>
                    <a:pt x="201968" y="511136"/>
                  </a:lnTo>
                  <a:lnTo>
                    <a:pt x="199224" y="512622"/>
                  </a:lnTo>
                  <a:lnTo>
                    <a:pt x="197091" y="513778"/>
                  </a:lnTo>
                  <a:lnTo>
                    <a:pt x="197015" y="516394"/>
                  </a:lnTo>
                  <a:lnTo>
                    <a:pt x="199377" y="519074"/>
                  </a:lnTo>
                  <a:lnTo>
                    <a:pt x="201256" y="519214"/>
                  </a:lnTo>
                  <a:lnTo>
                    <a:pt x="202120" y="518071"/>
                  </a:lnTo>
                  <a:lnTo>
                    <a:pt x="202272" y="517829"/>
                  </a:lnTo>
                  <a:lnTo>
                    <a:pt x="202463" y="517626"/>
                  </a:lnTo>
                  <a:lnTo>
                    <a:pt x="202704" y="517486"/>
                  </a:lnTo>
                  <a:lnTo>
                    <a:pt x="205384" y="515213"/>
                  </a:lnTo>
                  <a:close/>
                </a:path>
                <a:path w="910589" h="525144">
                  <a:moveTo>
                    <a:pt x="238480" y="486384"/>
                  </a:moveTo>
                  <a:lnTo>
                    <a:pt x="235966" y="479780"/>
                  </a:lnTo>
                  <a:lnTo>
                    <a:pt x="232537" y="478180"/>
                  </a:lnTo>
                  <a:lnTo>
                    <a:pt x="227634" y="483476"/>
                  </a:lnTo>
                  <a:lnTo>
                    <a:pt x="229120" y="487172"/>
                  </a:lnTo>
                  <a:lnTo>
                    <a:pt x="231940" y="488429"/>
                  </a:lnTo>
                  <a:lnTo>
                    <a:pt x="235229" y="489889"/>
                  </a:lnTo>
                  <a:lnTo>
                    <a:pt x="238480" y="486384"/>
                  </a:lnTo>
                  <a:close/>
                </a:path>
                <a:path w="910589" h="525144">
                  <a:moveTo>
                    <a:pt x="239433" y="520065"/>
                  </a:moveTo>
                  <a:lnTo>
                    <a:pt x="236804" y="514400"/>
                  </a:lnTo>
                  <a:lnTo>
                    <a:pt x="236207" y="513588"/>
                  </a:lnTo>
                  <a:lnTo>
                    <a:pt x="230873" y="507822"/>
                  </a:lnTo>
                  <a:lnTo>
                    <a:pt x="223951" y="515277"/>
                  </a:lnTo>
                  <a:lnTo>
                    <a:pt x="228409" y="520090"/>
                  </a:lnTo>
                  <a:lnTo>
                    <a:pt x="229298" y="521042"/>
                  </a:lnTo>
                  <a:lnTo>
                    <a:pt x="230060" y="521690"/>
                  </a:lnTo>
                  <a:lnTo>
                    <a:pt x="235305" y="524510"/>
                  </a:lnTo>
                  <a:lnTo>
                    <a:pt x="239433" y="520065"/>
                  </a:lnTo>
                  <a:close/>
                </a:path>
                <a:path w="910589" h="525144">
                  <a:moveTo>
                    <a:pt x="242773" y="458317"/>
                  </a:moveTo>
                  <a:lnTo>
                    <a:pt x="240665" y="453085"/>
                  </a:lnTo>
                  <a:lnTo>
                    <a:pt x="237324" y="450380"/>
                  </a:lnTo>
                  <a:lnTo>
                    <a:pt x="233578" y="452297"/>
                  </a:lnTo>
                  <a:lnTo>
                    <a:pt x="231800" y="456311"/>
                  </a:lnTo>
                  <a:lnTo>
                    <a:pt x="234327" y="459917"/>
                  </a:lnTo>
                  <a:lnTo>
                    <a:pt x="239166" y="462191"/>
                  </a:lnTo>
                  <a:lnTo>
                    <a:pt x="242773" y="458317"/>
                  </a:lnTo>
                  <a:close/>
                </a:path>
                <a:path w="910589" h="525144">
                  <a:moveTo>
                    <a:pt x="295008" y="452843"/>
                  </a:moveTo>
                  <a:lnTo>
                    <a:pt x="288582" y="452843"/>
                  </a:lnTo>
                  <a:lnTo>
                    <a:pt x="290195" y="456615"/>
                  </a:lnTo>
                  <a:lnTo>
                    <a:pt x="291045" y="458584"/>
                  </a:lnTo>
                  <a:lnTo>
                    <a:pt x="292544" y="458584"/>
                  </a:lnTo>
                  <a:lnTo>
                    <a:pt x="295008" y="452843"/>
                  </a:lnTo>
                  <a:close/>
                </a:path>
                <a:path w="910589" h="525144">
                  <a:moveTo>
                    <a:pt x="305282" y="487591"/>
                  </a:moveTo>
                  <a:lnTo>
                    <a:pt x="303403" y="484416"/>
                  </a:lnTo>
                  <a:lnTo>
                    <a:pt x="300164" y="485254"/>
                  </a:lnTo>
                  <a:lnTo>
                    <a:pt x="300113" y="490601"/>
                  </a:lnTo>
                  <a:lnTo>
                    <a:pt x="303415" y="491401"/>
                  </a:lnTo>
                  <a:lnTo>
                    <a:pt x="304698" y="489254"/>
                  </a:lnTo>
                  <a:lnTo>
                    <a:pt x="304800" y="489064"/>
                  </a:lnTo>
                  <a:lnTo>
                    <a:pt x="304914" y="488886"/>
                  </a:lnTo>
                  <a:lnTo>
                    <a:pt x="305282" y="488251"/>
                  </a:lnTo>
                  <a:lnTo>
                    <a:pt x="305282" y="487591"/>
                  </a:lnTo>
                  <a:close/>
                </a:path>
                <a:path w="910589" h="525144">
                  <a:moveTo>
                    <a:pt x="313690" y="515962"/>
                  </a:moveTo>
                  <a:lnTo>
                    <a:pt x="303479" y="515962"/>
                  </a:lnTo>
                  <a:lnTo>
                    <a:pt x="303466" y="524510"/>
                  </a:lnTo>
                  <a:lnTo>
                    <a:pt x="308571" y="524510"/>
                  </a:lnTo>
                  <a:lnTo>
                    <a:pt x="313677" y="524510"/>
                  </a:lnTo>
                  <a:lnTo>
                    <a:pt x="313690" y="515962"/>
                  </a:lnTo>
                  <a:close/>
                </a:path>
                <a:path w="910589" h="525144">
                  <a:moveTo>
                    <a:pt x="841006" y="263969"/>
                  </a:moveTo>
                  <a:lnTo>
                    <a:pt x="839063" y="263969"/>
                  </a:lnTo>
                  <a:lnTo>
                    <a:pt x="839050" y="265607"/>
                  </a:lnTo>
                  <a:lnTo>
                    <a:pt x="840028" y="265607"/>
                  </a:lnTo>
                  <a:lnTo>
                    <a:pt x="841006" y="265607"/>
                  </a:lnTo>
                  <a:lnTo>
                    <a:pt x="841006" y="263969"/>
                  </a:lnTo>
                  <a:close/>
                </a:path>
                <a:path w="910589" h="525144">
                  <a:moveTo>
                    <a:pt x="849833" y="231825"/>
                  </a:moveTo>
                  <a:lnTo>
                    <a:pt x="849782" y="230873"/>
                  </a:lnTo>
                  <a:lnTo>
                    <a:pt x="848982" y="229069"/>
                  </a:lnTo>
                  <a:lnTo>
                    <a:pt x="847420" y="229171"/>
                  </a:lnTo>
                  <a:lnTo>
                    <a:pt x="846543" y="229704"/>
                  </a:lnTo>
                  <a:lnTo>
                    <a:pt x="845693" y="230212"/>
                  </a:lnTo>
                  <a:lnTo>
                    <a:pt x="845515" y="231584"/>
                  </a:lnTo>
                  <a:lnTo>
                    <a:pt x="846226" y="232308"/>
                  </a:lnTo>
                  <a:lnTo>
                    <a:pt x="846391" y="232473"/>
                  </a:lnTo>
                  <a:lnTo>
                    <a:pt x="847217" y="233324"/>
                  </a:lnTo>
                  <a:lnTo>
                    <a:pt x="848220" y="233222"/>
                  </a:lnTo>
                  <a:lnTo>
                    <a:pt x="848982" y="232549"/>
                  </a:lnTo>
                  <a:lnTo>
                    <a:pt x="849160" y="232397"/>
                  </a:lnTo>
                  <a:lnTo>
                    <a:pt x="849833" y="231825"/>
                  </a:lnTo>
                  <a:close/>
                </a:path>
                <a:path w="910589" h="525144">
                  <a:moveTo>
                    <a:pt x="856094" y="215468"/>
                  </a:moveTo>
                  <a:lnTo>
                    <a:pt x="855218" y="210388"/>
                  </a:lnTo>
                  <a:lnTo>
                    <a:pt x="852170" y="209778"/>
                  </a:lnTo>
                  <a:lnTo>
                    <a:pt x="849604" y="211048"/>
                  </a:lnTo>
                  <a:lnTo>
                    <a:pt x="846620" y="213956"/>
                  </a:lnTo>
                  <a:lnTo>
                    <a:pt x="847585" y="218198"/>
                  </a:lnTo>
                  <a:lnTo>
                    <a:pt x="850341" y="218808"/>
                  </a:lnTo>
                  <a:lnTo>
                    <a:pt x="851598" y="219087"/>
                  </a:lnTo>
                  <a:lnTo>
                    <a:pt x="852868" y="219100"/>
                  </a:lnTo>
                  <a:lnTo>
                    <a:pt x="855459" y="216992"/>
                  </a:lnTo>
                  <a:lnTo>
                    <a:pt x="856094" y="215468"/>
                  </a:lnTo>
                  <a:close/>
                </a:path>
                <a:path w="910589" h="525144">
                  <a:moveTo>
                    <a:pt x="856348" y="254596"/>
                  </a:moveTo>
                  <a:lnTo>
                    <a:pt x="856234" y="253428"/>
                  </a:lnTo>
                  <a:lnTo>
                    <a:pt x="855980" y="253149"/>
                  </a:lnTo>
                  <a:lnTo>
                    <a:pt x="854875" y="253009"/>
                  </a:lnTo>
                  <a:lnTo>
                    <a:pt x="854811" y="247065"/>
                  </a:lnTo>
                  <a:lnTo>
                    <a:pt x="845527" y="247065"/>
                  </a:lnTo>
                  <a:lnTo>
                    <a:pt x="845515" y="250926"/>
                  </a:lnTo>
                  <a:lnTo>
                    <a:pt x="835279" y="250926"/>
                  </a:lnTo>
                  <a:lnTo>
                    <a:pt x="835266" y="261175"/>
                  </a:lnTo>
                  <a:lnTo>
                    <a:pt x="841387" y="261175"/>
                  </a:lnTo>
                  <a:lnTo>
                    <a:pt x="847483" y="261175"/>
                  </a:lnTo>
                  <a:lnTo>
                    <a:pt x="847483" y="254850"/>
                  </a:lnTo>
                  <a:lnTo>
                    <a:pt x="850163" y="254850"/>
                  </a:lnTo>
                  <a:lnTo>
                    <a:pt x="853313" y="254850"/>
                  </a:lnTo>
                  <a:lnTo>
                    <a:pt x="854583" y="256324"/>
                  </a:lnTo>
                  <a:lnTo>
                    <a:pt x="855624" y="255397"/>
                  </a:lnTo>
                  <a:lnTo>
                    <a:pt x="856132" y="254927"/>
                  </a:lnTo>
                  <a:lnTo>
                    <a:pt x="856348" y="254596"/>
                  </a:lnTo>
                  <a:close/>
                </a:path>
                <a:path w="910589" h="525144">
                  <a:moveTo>
                    <a:pt x="856805" y="233019"/>
                  </a:moveTo>
                  <a:lnTo>
                    <a:pt x="855484" y="231787"/>
                  </a:lnTo>
                  <a:lnTo>
                    <a:pt x="854989" y="231711"/>
                  </a:lnTo>
                  <a:lnTo>
                    <a:pt x="852474" y="232359"/>
                  </a:lnTo>
                  <a:lnTo>
                    <a:pt x="852474" y="234607"/>
                  </a:lnTo>
                  <a:lnTo>
                    <a:pt x="853833" y="234962"/>
                  </a:lnTo>
                  <a:lnTo>
                    <a:pt x="854964" y="235254"/>
                  </a:lnTo>
                  <a:lnTo>
                    <a:pt x="855472" y="235178"/>
                  </a:lnTo>
                  <a:lnTo>
                    <a:pt x="856361" y="234353"/>
                  </a:lnTo>
                  <a:lnTo>
                    <a:pt x="856805" y="233934"/>
                  </a:lnTo>
                  <a:lnTo>
                    <a:pt x="856805" y="233019"/>
                  </a:lnTo>
                  <a:close/>
                </a:path>
                <a:path w="910589" h="525144">
                  <a:moveTo>
                    <a:pt x="860285" y="208153"/>
                  </a:moveTo>
                  <a:lnTo>
                    <a:pt x="858939" y="208153"/>
                  </a:lnTo>
                  <a:lnTo>
                    <a:pt x="858939" y="209283"/>
                  </a:lnTo>
                  <a:lnTo>
                    <a:pt x="859612" y="209283"/>
                  </a:lnTo>
                  <a:lnTo>
                    <a:pt x="860285" y="209283"/>
                  </a:lnTo>
                  <a:lnTo>
                    <a:pt x="860285" y="208153"/>
                  </a:lnTo>
                  <a:close/>
                </a:path>
                <a:path w="910589" h="525144">
                  <a:moveTo>
                    <a:pt x="860526" y="191173"/>
                  </a:moveTo>
                  <a:lnTo>
                    <a:pt x="860221" y="190144"/>
                  </a:lnTo>
                  <a:lnTo>
                    <a:pt x="859104" y="186372"/>
                  </a:lnTo>
                  <a:lnTo>
                    <a:pt x="855091" y="190703"/>
                  </a:lnTo>
                  <a:lnTo>
                    <a:pt x="859536" y="192227"/>
                  </a:lnTo>
                  <a:lnTo>
                    <a:pt x="860526" y="191173"/>
                  </a:lnTo>
                  <a:close/>
                </a:path>
                <a:path w="910589" h="525144">
                  <a:moveTo>
                    <a:pt x="866889" y="159004"/>
                  </a:moveTo>
                  <a:lnTo>
                    <a:pt x="866152" y="158165"/>
                  </a:lnTo>
                  <a:lnTo>
                    <a:pt x="865873" y="157835"/>
                  </a:lnTo>
                  <a:lnTo>
                    <a:pt x="865797" y="158165"/>
                  </a:lnTo>
                  <a:lnTo>
                    <a:pt x="865733" y="157683"/>
                  </a:lnTo>
                  <a:lnTo>
                    <a:pt x="865581" y="157505"/>
                  </a:lnTo>
                  <a:lnTo>
                    <a:pt x="865771" y="157416"/>
                  </a:lnTo>
                  <a:lnTo>
                    <a:pt x="864895" y="156857"/>
                  </a:lnTo>
                  <a:lnTo>
                    <a:pt x="864311" y="156857"/>
                  </a:lnTo>
                  <a:lnTo>
                    <a:pt x="863307" y="157683"/>
                  </a:lnTo>
                  <a:lnTo>
                    <a:pt x="862799" y="158445"/>
                  </a:lnTo>
                  <a:lnTo>
                    <a:pt x="863485" y="160223"/>
                  </a:lnTo>
                  <a:lnTo>
                    <a:pt x="863968" y="160705"/>
                  </a:lnTo>
                  <a:lnTo>
                    <a:pt x="866343" y="160820"/>
                  </a:lnTo>
                  <a:lnTo>
                    <a:pt x="866889" y="159004"/>
                  </a:lnTo>
                  <a:close/>
                </a:path>
                <a:path w="910589" h="525144">
                  <a:moveTo>
                    <a:pt x="867156" y="264629"/>
                  </a:moveTo>
                  <a:lnTo>
                    <a:pt x="865797" y="261988"/>
                  </a:lnTo>
                  <a:lnTo>
                    <a:pt x="863371" y="263677"/>
                  </a:lnTo>
                  <a:lnTo>
                    <a:pt x="863168" y="264629"/>
                  </a:lnTo>
                  <a:lnTo>
                    <a:pt x="863206" y="264947"/>
                  </a:lnTo>
                  <a:lnTo>
                    <a:pt x="864374" y="267182"/>
                  </a:lnTo>
                  <a:lnTo>
                    <a:pt x="866406" y="266344"/>
                  </a:lnTo>
                  <a:lnTo>
                    <a:pt x="866051" y="265366"/>
                  </a:lnTo>
                  <a:lnTo>
                    <a:pt x="866000" y="265214"/>
                  </a:lnTo>
                  <a:lnTo>
                    <a:pt x="866521" y="264947"/>
                  </a:lnTo>
                  <a:lnTo>
                    <a:pt x="867156" y="264629"/>
                  </a:lnTo>
                  <a:close/>
                </a:path>
                <a:path w="910589" h="525144">
                  <a:moveTo>
                    <a:pt x="872312" y="191693"/>
                  </a:moveTo>
                  <a:lnTo>
                    <a:pt x="872007" y="191541"/>
                  </a:lnTo>
                  <a:lnTo>
                    <a:pt x="871829" y="191452"/>
                  </a:lnTo>
                  <a:lnTo>
                    <a:pt x="871651" y="191363"/>
                  </a:lnTo>
                  <a:lnTo>
                    <a:pt x="871474" y="191274"/>
                  </a:lnTo>
                  <a:lnTo>
                    <a:pt x="870038" y="190563"/>
                  </a:lnTo>
                  <a:lnTo>
                    <a:pt x="870038" y="193395"/>
                  </a:lnTo>
                  <a:lnTo>
                    <a:pt x="871474" y="192684"/>
                  </a:lnTo>
                  <a:lnTo>
                    <a:pt x="871651" y="192608"/>
                  </a:lnTo>
                  <a:lnTo>
                    <a:pt x="871829" y="192506"/>
                  </a:lnTo>
                  <a:lnTo>
                    <a:pt x="872007" y="192430"/>
                  </a:lnTo>
                  <a:lnTo>
                    <a:pt x="872312" y="192265"/>
                  </a:lnTo>
                  <a:lnTo>
                    <a:pt x="872312" y="191693"/>
                  </a:lnTo>
                  <a:close/>
                </a:path>
                <a:path w="910589" h="525144">
                  <a:moveTo>
                    <a:pt x="872667" y="214871"/>
                  </a:moveTo>
                  <a:lnTo>
                    <a:pt x="870102" y="212128"/>
                  </a:lnTo>
                  <a:lnTo>
                    <a:pt x="868464" y="213906"/>
                  </a:lnTo>
                  <a:lnTo>
                    <a:pt x="866482" y="216039"/>
                  </a:lnTo>
                  <a:lnTo>
                    <a:pt x="869022" y="218795"/>
                  </a:lnTo>
                  <a:lnTo>
                    <a:pt x="872667" y="214871"/>
                  </a:lnTo>
                  <a:close/>
                </a:path>
                <a:path w="910589" h="525144">
                  <a:moveTo>
                    <a:pt x="874610" y="245630"/>
                  </a:moveTo>
                  <a:lnTo>
                    <a:pt x="873836" y="244652"/>
                  </a:lnTo>
                  <a:lnTo>
                    <a:pt x="873569" y="244551"/>
                  </a:lnTo>
                  <a:lnTo>
                    <a:pt x="870585" y="244055"/>
                  </a:lnTo>
                  <a:lnTo>
                    <a:pt x="870572" y="247650"/>
                  </a:lnTo>
                  <a:lnTo>
                    <a:pt x="872807" y="247294"/>
                  </a:lnTo>
                  <a:lnTo>
                    <a:pt x="873569" y="247167"/>
                  </a:lnTo>
                  <a:lnTo>
                    <a:pt x="873836" y="247053"/>
                  </a:lnTo>
                  <a:lnTo>
                    <a:pt x="874610" y="246087"/>
                  </a:lnTo>
                  <a:lnTo>
                    <a:pt x="874610" y="245630"/>
                  </a:lnTo>
                  <a:close/>
                </a:path>
                <a:path w="910589" h="525144">
                  <a:moveTo>
                    <a:pt x="875626" y="165569"/>
                  </a:moveTo>
                  <a:lnTo>
                    <a:pt x="875195" y="165252"/>
                  </a:lnTo>
                  <a:lnTo>
                    <a:pt x="875030" y="165138"/>
                  </a:lnTo>
                  <a:lnTo>
                    <a:pt x="874877" y="165011"/>
                  </a:lnTo>
                  <a:lnTo>
                    <a:pt x="873379" y="163918"/>
                  </a:lnTo>
                  <a:lnTo>
                    <a:pt x="873379" y="167614"/>
                  </a:lnTo>
                  <a:lnTo>
                    <a:pt x="874877" y="166522"/>
                  </a:lnTo>
                  <a:lnTo>
                    <a:pt x="875626" y="165963"/>
                  </a:lnTo>
                  <a:lnTo>
                    <a:pt x="875626" y="165569"/>
                  </a:lnTo>
                  <a:close/>
                </a:path>
                <a:path w="910589" h="525144">
                  <a:moveTo>
                    <a:pt x="879741" y="193865"/>
                  </a:moveTo>
                  <a:lnTo>
                    <a:pt x="877290" y="193865"/>
                  </a:lnTo>
                  <a:lnTo>
                    <a:pt x="877290" y="195910"/>
                  </a:lnTo>
                  <a:lnTo>
                    <a:pt x="878509" y="195910"/>
                  </a:lnTo>
                  <a:lnTo>
                    <a:pt x="879741" y="195910"/>
                  </a:lnTo>
                  <a:lnTo>
                    <a:pt x="879741" y="193865"/>
                  </a:lnTo>
                  <a:close/>
                </a:path>
                <a:path w="910589" h="525144">
                  <a:moveTo>
                    <a:pt x="881392" y="186499"/>
                  </a:moveTo>
                  <a:lnTo>
                    <a:pt x="880237" y="182816"/>
                  </a:lnTo>
                  <a:lnTo>
                    <a:pt x="874433" y="185293"/>
                  </a:lnTo>
                  <a:lnTo>
                    <a:pt x="876439" y="189890"/>
                  </a:lnTo>
                  <a:lnTo>
                    <a:pt x="878928" y="188175"/>
                  </a:lnTo>
                  <a:lnTo>
                    <a:pt x="881392" y="186499"/>
                  </a:lnTo>
                  <a:close/>
                </a:path>
                <a:path w="910589" h="525144">
                  <a:moveTo>
                    <a:pt x="882319" y="274789"/>
                  </a:moveTo>
                  <a:lnTo>
                    <a:pt x="880110" y="274789"/>
                  </a:lnTo>
                  <a:lnTo>
                    <a:pt x="880110" y="276631"/>
                  </a:lnTo>
                  <a:lnTo>
                    <a:pt x="881214" y="276631"/>
                  </a:lnTo>
                  <a:lnTo>
                    <a:pt x="882319" y="276631"/>
                  </a:lnTo>
                  <a:lnTo>
                    <a:pt x="882319" y="274789"/>
                  </a:lnTo>
                  <a:close/>
                </a:path>
                <a:path w="910589" h="525144">
                  <a:moveTo>
                    <a:pt x="883716" y="224345"/>
                  </a:moveTo>
                  <a:lnTo>
                    <a:pt x="876401" y="218554"/>
                  </a:lnTo>
                  <a:lnTo>
                    <a:pt x="872413" y="226720"/>
                  </a:lnTo>
                  <a:lnTo>
                    <a:pt x="877557" y="228422"/>
                  </a:lnTo>
                  <a:lnTo>
                    <a:pt x="882129" y="229920"/>
                  </a:lnTo>
                  <a:lnTo>
                    <a:pt x="883716" y="224345"/>
                  </a:lnTo>
                  <a:close/>
                </a:path>
                <a:path w="910589" h="525144">
                  <a:moveTo>
                    <a:pt x="888619" y="227736"/>
                  </a:moveTo>
                  <a:lnTo>
                    <a:pt x="884605" y="227736"/>
                  </a:lnTo>
                  <a:lnTo>
                    <a:pt x="885799" y="229628"/>
                  </a:lnTo>
                  <a:lnTo>
                    <a:pt x="885901" y="229806"/>
                  </a:lnTo>
                  <a:lnTo>
                    <a:pt x="886015" y="229971"/>
                  </a:lnTo>
                  <a:lnTo>
                    <a:pt x="886117" y="230149"/>
                  </a:lnTo>
                  <a:lnTo>
                    <a:pt x="886371" y="230543"/>
                  </a:lnTo>
                  <a:lnTo>
                    <a:pt x="886866" y="230543"/>
                  </a:lnTo>
                  <a:lnTo>
                    <a:pt x="887437" y="229628"/>
                  </a:lnTo>
                  <a:lnTo>
                    <a:pt x="888619" y="227736"/>
                  </a:lnTo>
                  <a:close/>
                </a:path>
                <a:path w="910589" h="525144">
                  <a:moveTo>
                    <a:pt x="889012" y="258254"/>
                  </a:moveTo>
                  <a:lnTo>
                    <a:pt x="885583" y="258254"/>
                  </a:lnTo>
                  <a:lnTo>
                    <a:pt x="885571" y="261124"/>
                  </a:lnTo>
                  <a:lnTo>
                    <a:pt x="887285" y="261124"/>
                  </a:lnTo>
                  <a:lnTo>
                    <a:pt x="889000" y="261124"/>
                  </a:lnTo>
                  <a:lnTo>
                    <a:pt x="889012" y="258254"/>
                  </a:lnTo>
                  <a:close/>
                </a:path>
                <a:path w="910589" h="525144">
                  <a:moveTo>
                    <a:pt x="889190" y="213067"/>
                  </a:moveTo>
                  <a:lnTo>
                    <a:pt x="886650" y="210312"/>
                  </a:lnTo>
                  <a:lnTo>
                    <a:pt x="883018" y="214223"/>
                  </a:lnTo>
                  <a:lnTo>
                    <a:pt x="885571" y="216966"/>
                  </a:lnTo>
                  <a:lnTo>
                    <a:pt x="887222" y="215201"/>
                  </a:lnTo>
                  <a:lnTo>
                    <a:pt x="889190" y="213067"/>
                  </a:lnTo>
                  <a:close/>
                </a:path>
                <a:path w="910589" h="525144">
                  <a:moveTo>
                    <a:pt x="892822" y="242925"/>
                  </a:moveTo>
                  <a:lnTo>
                    <a:pt x="887437" y="241757"/>
                  </a:lnTo>
                  <a:lnTo>
                    <a:pt x="887412" y="247053"/>
                  </a:lnTo>
                  <a:lnTo>
                    <a:pt x="890498" y="246380"/>
                  </a:lnTo>
                  <a:lnTo>
                    <a:pt x="892822" y="245872"/>
                  </a:lnTo>
                  <a:lnTo>
                    <a:pt x="892822" y="242925"/>
                  </a:lnTo>
                  <a:close/>
                </a:path>
                <a:path w="910589" h="525144">
                  <a:moveTo>
                    <a:pt x="897839" y="284416"/>
                  </a:moveTo>
                  <a:lnTo>
                    <a:pt x="894295" y="284416"/>
                  </a:lnTo>
                  <a:lnTo>
                    <a:pt x="894295" y="287388"/>
                  </a:lnTo>
                  <a:lnTo>
                    <a:pt x="896073" y="287388"/>
                  </a:lnTo>
                  <a:lnTo>
                    <a:pt x="897839" y="287388"/>
                  </a:lnTo>
                  <a:lnTo>
                    <a:pt x="897839" y="284416"/>
                  </a:lnTo>
                  <a:close/>
                </a:path>
                <a:path w="910589" h="525144">
                  <a:moveTo>
                    <a:pt x="898512" y="271805"/>
                  </a:moveTo>
                  <a:lnTo>
                    <a:pt x="897686" y="270535"/>
                  </a:lnTo>
                  <a:lnTo>
                    <a:pt x="897178" y="270357"/>
                  </a:lnTo>
                  <a:lnTo>
                    <a:pt x="896073" y="270332"/>
                  </a:lnTo>
                  <a:lnTo>
                    <a:pt x="893991" y="270268"/>
                  </a:lnTo>
                  <a:lnTo>
                    <a:pt x="893978" y="273862"/>
                  </a:lnTo>
                  <a:lnTo>
                    <a:pt x="896073" y="273812"/>
                  </a:lnTo>
                  <a:lnTo>
                    <a:pt x="897166" y="273773"/>
                  </a:lnTo>
                  <a:lnTo>
                    <a:pt x="897686" y="273621"/>
                  </a:lnTo>
                  <a:lnTo>
                    <a:pt x="898512" y="272338"/>
                  </a:lnTo>
                  <a:lnTo>
                    <a:pt x="898512" y="271805"/>
                  </a:lnTo>
                  <a:close/>
                </a:path>
                <a:path w="910589" h="525144">
                  <a:moveTo>
                    <a:pt x="904468" y="256514"/>
                  </a:moveTo>
                  <a:lnTo>
                    <a:pt x="902385" y="254266"/>
                  </a:lnTo>
                  <a:lnTo>
                    <a:pt x="900315" y="255384"/>
                  </a:lnTo>
                  <a:lnTo>
                    <a:pt x="896251" y="257568"/>
                  </a:lnTo>
                  <a:lnTo>
                    <a:pt x="901395" y="263156"/>
                  </a:lnTo>
                  <a:lnTo>
                    <a:pt x="904468" y="256514"/>
                  </a:lnTo>
                  <a:close/>
                </a:path>
                <a:path w="910589" h="525144">
                  <a:moveTo>
                    <a:pt x="910424" y="277672"/>
                  </a:moveTo>
                  <a:lnTo>
                    <a:pt x="904671" y="277672"/>
                  </a:lnTo>
                  <a:lnTo>
                    <a:pt x="904659" y="282486"/>
                  </a:lnTo>
                  <a:lnTo>
                    <a:pt x="907542" y="282486"/>
                  </a:lnTo>
                  <a:lnTo>
                    <a:pt x="910412" y="282486"/>
                  </a:lnTo>
                  <a:lnTo>
                    <a:pt x="910424" y="277672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2856573" y="2547905"/>
              <a:ext cx="196215" cy="171450"/>
            </a:xfrm>
            <a:custGeom>
              <a:avLst/>
              <a:gdLst/>
              <a:ahLst/>
              <a:cxnLst/>
              <a:rect l="l" t="t" r="r" b="b"/>
              <a:pathLst>
                <a:path w="196214" h="171450">
                  <a:moveTo>
                    <a:pt x="2032" y="170408"/>
                  </a:moveTo>
                  <a:lnTo>
                    <a:pt x="1663" y="170395"/>
                  </a:lnTo>
                  <a:lnTo>
                    <a:pt x="1206" y="170332"/>
                  </a:lnTo>
                  <a:lnTo>
                    <a:pt x="762" y="170345"/>
                  </a:lnTo>
                  <a:lnTo>
                    <a:pt x="304" y="170446"/>
                  </a:lnTo>
                  <a:lnTo>
                    <a:pt x="0" y="170484"/>
                  </a:lnTo>
                  <a:lnTo>
                    <a:pt x="0" y="170916"/>
                  </a:lnTo>
                  <a:lnTo>
                    <a:pt x="304" y="170954"/>
                  </a:lnTo>
                  <a:lnTo>
                    <a:pt x="762" y="171056"/>
                  </a:lnTo>
                  <a:lnTo>
                    <a:pt x="1206" y="171069"/>
                  </a:lnTo>
                  <a:lnTo>
                    <a:pt x="1663" y="171005"/>
                  </a:lnTo>
                  <a:lnTo>
                    <a:pt x="2032" y="170992"/>
                  </a:lnTo>
                  <a:lnTo>
                    <a:pt x="2032" y="170408"/>
                  </a:lnTo>
                  <a:close/>
                </a:path>
                <a:path w="196214" h="171450">
                  <a:moveTo>
                    <a:pt x="11112" y="169405"/>
                  </a:moveTo>
                  <a:lnTo>
                    <a:pt x="9766" y="169405"/>
                  </a:lnTo>
                  <a:lnTo>
                    <a:pt x="9766" y="170535"/>
                  </a:lnTo>
                  <a:lnTo>
                    <a:pt x="10439" y="170535"/>
                  </a:lnTo>
                  <a:lnTo>
                    <a:pt x="11112" y="170535"/>
                  </a:lnTo>
                  <a:lnTo>
                    <a:pt x="11112" y="169405"/>
                  </a:lnTo>
                  <a:close/>
                </a:path>
                <a:path w="196214" h="171450">
                  <a:moveTo>
                    <a:pt x="22402" y="150393"/>
                  </a:moveTo>
                  <a:lnTo>
                    <a:pt x="17386" y="150393"/>
                  </a:lnTo>
                  <a:lnTo>
                    <a:pt x="17373" y="154597"/>
                  </a:lnTo>
                  <a:lnTo>
                    <a:pt x="19888" y="154597"/>
                  </a:lnTo>
                  <a:lnTo>
                    <a:pt x="22390" y="154597"/>
                  </a:lnTo>
                  <a:lnTo>
                    <a:pt x="22402" y="150393"/>
                  </a:lnTo>
                  <a:close/>
                </a:path>
                <a:path w="196214" h="171450">
                  <a:moveTo>
                    <a:pt x="22796" y="114300"/>
                  </a:moveTo>
                  <a:lnTo>
                    <a:pt x="17653" y="114300"/>
                  </a:lnTo>
                  <a:lnTo>
                    <a:pt x="17653" y="118618"/>
                  </a:lnTo>
                  <a:lnTo>
                    <a:pt x="20231" y="118618"/>
                  </a:lnTo>
                  <a:lnTo>
                    <a:pt x="22796" y="118618"/>
                  </a:lnTo>
                  <a:lnTo>
                    <a:pt x="22796" y="114300"/>
                  </a:lnTo>
                  <a:close/>
                </a:path>
                <a:path w="196214" h="171450">
                  <a:moveTo>
                    <a:pt x="37045" y="115074"/>
                  </a:moveTo>
                  <a:lnTo>
                    <a:pt x="35102" y="114668"/>
                  </a:lnTo>
                  <a:lnTo>
                    <a:pt x="33642" y="114363"/>
                  </a:lnTo>
                  <a:lnTo>
                    <a:pt x="32639" y="116471"/>
                  </a:lnTo>
                  <a:lnTo>
                    <a:pt x="35826" y="118516"/>
                  </a:lnTo>
                  <a:lnTo>
                    <a:pt x="37045" y="115074"/>
                  </a:lnTo>
                  <a:close/>
                </a:path>
                <a:path w="196214" h="171450">
                  <a:moveTo>
                    <a:pt x="38658" y="97040"/>
                  </a:moveTo>
                  <a:lnTo>
                    <a:pt x="34874" y="97040"/>
                  </a:lnTo>
                  <a:lnTo>
                    <a:pt x="34874" y="100203"/>
                  </a:lnTo>
                  <a:lnTo>
                    <a:pt x="36766" y="100203"/>
                  </a:lnTo>
                  <a:lnTo>
                    <a:pt x="38658" y="100203"/>
                  </a:lnTo>
                  <a:lnTo>
                    <a:pt x="38658" y="97040"/>
                  </a:lnTo>
                  <a:close/>
                </a:path>
                <a:path w="196214" h="171450">
                  <a:moveTo>
                    <a:pt x="40627" y="155498"/>
                  </a:moveTo>
                  <a:lnTo>
                    <a:pt x="35610" y="155498"/>
                  </a:lnTo>
                  <a:lnTo>
                    <a:pt x="35598" y="159689"/>
                  </a:lnTo>
                  <a:lnTo>
                    <a:pt x="38112" y="159689"/>
                  </a:lnTo>
                  <a:lnTo>
                    <a:pt x="40614" y="159689"/>
                  </a:lnTo>
                  <a:lnTo>
                    <a:pt x="40627" y="155498"/>
                  </a:lnTo>
                  <a:close/>
                </a:path>
                <a:path w="196214" h="171450">
                  <a:moveTo>
                    <a:pt x="41440" y="164274"/>
                  </a:moveTo>
                  <a:lnTo>
                    <a:pt x="41351" y="163664"/>
                  </a:lnTo>
                  <a:lnTo>
                    <a:pt x="40182" y="163487"/>
                  </a:lnTo>
                  <a:lnTo>
                    <a:pt x="39560" y="163550"/>
                  </a:lnTo>
                  <a:lnTo>
                    <a:pt x="36830" y="163893"/>
                  </a:lnTo>
                  <a:lnTo>
                    <a:pt x="37833" y="166903"/>
                  </a:lnTo>
                  <a:lnTo>
                    <a:pt x="39370" y="165938"/>
                  </a:lnTo>
                  <a:lnTo>
                    <a:pt x="40055" y="165493"/>
                  </a:lnTo>
                  <a:lnTo>
                    <a:pt x="40627" y="165150"/>
                  </a:lnTo>
                  <a:lnTo>
                    <a:pt x="41440" y="164274"/>
                  </a:lnTo>
                  <a:close/>
                </a:path>
                <a:path w="196214" h="171450">
                  <a:moveTo>
                    <a:pt x="43916" y="85534"/>
                  </a:moveTo>
                  <a:lnTo>
                    <a:pt x="43700" y="85001"/>
                  </a:lnTo>
                  <a:lnTo>
                    <a:pt x="39979" y="86398"/>
                  </a:lnTo>
                  <a:lnTo>
                    <a:pt x="39395" y="86614"/>
                  </a:lnTo>
                  <a:lnTo>
                    <a:pt x="39738" y="87515"/>
                  </a:lnTo>
                  <a:lnTo>
                    <a:pt x="40309" y="87236"/>
                  </a:lnTo>
                  <a:lnTo>
                    <a:pt x="42519" y="86194"/>
                  </a:lnTo>
                  <a:lnTo>
                    <a:pt x="43624" y="85686"/>
                  </a:lnTo>
                  <a:lnTo>
                    <a:pt x="43916" y="85534"/>
                  </a:lnTo>
                  <a:close/>
                </a:path>
                <a:path w="196214" h="171450">
                  <a:moveTo>
                    <a:pt x="45326" y="142633"/>
                  </a:moveTo>
                  <a:lnTo>
                    <a:pt x="42545" y="139623"/>
                  </a:lnTo>
                  <a:lnTo>
                    <a:pt x="37401" y="144005"/>
                  </a:lnTo>
                  <a:lnTo>
                    <a:pt x="41262" y="148183"/>
                  </a:lnTo>
                  <a:lnTo>
                    <a:pt x="43167" y="145567"/>
                  </a:lnTo>
                  <a:lnTo>
                    <a:pt x="45326" y="142633"/>
                  </a:lnTo>
                  <a:close/>
                </a:path>
                <a:path w="196214" h="171450">
                  <a:moveTo>
                    <a:pt x="49644" y="66865"/>
                  </a:moveTo>
                  <a:lnTo>
                    <a:pt x="46837" y="66865"/>
                  </a:lnTo>
                  <a:lnTo>
                    <a:pt x="46837" y="69215"/>
                  </a:lnTo>
                  <a:lnTo>
                    <a:pt x="48247" y="69215"/>
                  </a:lnTo>
                  <a:lnTo>
                    <a:pt x="49644" y="69215"/>
                  </a:lnTo>
                  <a:lnTo>
                    <a:pt x="49644" y="66865"/>
                  </a:lnTo>
                  <a:close/>
                </a:path>
                <a:path w="196214" h="171450">
                  <a:moveTo>
                    <a:pt x="53695" y="33934"/>
                  </a:moveTo>
                  <a:lnTo>
                    <a:pt x="52235" y="33934"/>
                  </a:lnTo>
                  <a:lnTo>
                    <a:pt x="52235" y="35166"/>
                  </a:lnTo>
                  <a:lnTo>
                    <a:pt x="52971" y="35166"/>
                  </a:lnTo>
                  <a:lnTo>
                    <a:pt x="53695" y="35166"/>
                  </a:lnTo>
                  <a:lnTo>
                    <a:pt x="53695" y="33934"/>
                  </a:lnTo>
                  <a:close/>
                </a:path>
                <a:path w="196214" h="171450">
                  <a:moveTo>
                    <a:pt x="53759" y="119595"/>
                  </a:moveTo>
                  <a:lnTo>
                    <a:pt x="53251" y="117259"/>
                  </a:lnTo>
                  <a:lnTo>
                    <a:pt x="49974" y="117259"/>
                  </a:lnTo>
                  <a:lnTo>
                    <a:pt x="49466" y="119595"/>
                  </a:lnTo>
                  <a:lnTo>
                    <a:pt x="50800" y="120510"/>
                  </a:lnTo>
                  <a:lnTo>
                    <a:pt x="51384" y="120916"/>
                  </a:lnTo>
                  <a:lnTo>
                    <a:pt x="51841" y="120916"/>
                  </a:lnTo>
                  <a:lnTo>
                    <a:pt x="53759" y="119595"/>
                  </a:lnTo>
                  <a:close/>
                </a:path>
                <a:path w="196214" h="171450">
                  <a:moveTo>
                    <a:pt x="55689" y="101117"/>
                  </a:moveTo>
                  <a:lnTo>
                    <a:pt x="54051" y="99402"/>
                  </a:lnTo>
                  <a:lnTo>
                    <a:pt x="51015" y="100101"/>
                  </a:lnTo>
                  <a:lnTo>
                    <a:pt x="50076" y="101765"/>
                  </a:lnTo>
                  <a:lnTo>
                    <a:pt x="51269" y="104952"/>
                  </a:lnTo>
                  <a:lnTo>
                    <a:pt x="52857" y="105181"/>
                  </a:lnTo>
                  <a:lnTo>
                    <a:pt x="53746" y="103886"/>
                  </a:lnTo>
                  <a:lnTo>
                    <a:pt x="54051" y="103454"/>
                  </a:lnTo>
                  <a:lnTo>
                    <a:pt x="54394" y="103060"/>
                  </a:lnTo>
                  <a:lnTo>
                    <a:pt x="55689" y="101117"/>
                  </a:lnTo>
                  <a:close/>
                </a:path>
                <a:path w="196214" h="171450">
                  <a:moveTo>
                    <a:pt x="56438" y="16814"/>
                  </a:moveTo>
                  <a:lnTo>
                    <a:pt x="54889" y="16814"/>
                  </a:lnTo>
                  <a:lnTo>
                    <a:pt x="54952" y="17805"/>
                  </a:lnTo>
                  <a:lnTo>
                    <a:pt x="54991" y="18478"/>
                  </a:lnTo>
                  <a:lnTo>
                    <a:pt x="55029" y="18745"/>
                  </a:lnTo>
                  <a:lnTo>
                    <a:pt x="55168" y="19405"/>
                  </a:lnTo>
                  <a:lnTo>
                    <a:pt x="55270" y="19951"/>
                  </a:lnTo>
                  <a:lnTo>
                    <a:pt x="56070" y="19951"/>
                  </a:lnTo>
                  <a:lnTo>
                    <a:pt x="56172" y="19405"/>
                  </a:lnTo>
                  <a:lnTo>
                    <a:pt x="56311" y="18745"/>
                  </a:lnTo>
                  <a:lnTo>
                    <a:pt x="56337" y="18478"/>
                  </a:lnTo>
                  <a:lnTo>
                    <a:pt x="56438" y="16814"/>
                  </a:lnTo>
                  <a:close/>
                </a:path>
                <a:path w="196214" h="171450">
                  <a:moveTo>
                    <a:pt x="59740" y="165544"/>
                  </a:moveTo>
                  <a:lnTo>
                    <a:pt x="59563" y="164706"/>
                  </a:lnTo>
                  <a:lnTo>
                    <a:pt x="59575" y="164350"/>
                  </a:lnTo>
                  <a:lnTo>
                    <a:pt x="59575" y="164134"/>
                  </a:lnTo>
                  <a:lnTo>
                    <a:pt x="59207" y="163753"/>
                  </a:lnTo>
                  <a:lnTo>
                    <a:pt x="58902" y="163741"/>
                  </a:lnTo>
                  <a:lnTo>
                    <a:pt x="58572" y="163550"/>
                  </a:lnTo>
                  <a:lnTo>
                    <a:pt x="58343" y="163449"/>
                  </a:lnTo>
                  <a:lnTo>
                    <a:pt x="58216" y="163385"/>
                  </a:lnTo>
                  <a:lnTo>
                    <a:pt x="58343" y="163449"/>
                  </a:lnTo>
                  <a:lnTo>
                    <a:pt x="58496" y="163283"/>
                  </a:lnTo>
                  <a:lnTo>
                    <a:pt x="59321" y="162318"/>
                  </a:lnTo>
                  <a:lnTo>
                    <a:pt x="58039" y="161048"/>
                  </a:lnTo>
                  <a:lnTo>
                    <a:pt x="58039" y="163804"/>
                  </a:lnTo>
                  <a:lnTo>
                    <a:pt x="57886" y="163385"/>
                  </a:lnTo>
                  <a:lnTo>
                    <a:pt x="58026" y="163283"/>
                  </a:lnTo>
                  <a:lnTo>
                    <a:pt x="57912" y="163449"/>
                  </a:lnTo>
                  <a:lnTo>
                    <a:pt x="58039" y="163804"/>
                  </a:lnTo>
                  <a:lnTo>
                    <a:pt x="58039" y="161048"/>
                  </a:lnTo>
                  <a:lnTo>
                    <a:pt x="57442" y="160451"/>
                  </a:lnTo>
                  <a:lnTo>
                    <a:pt x="53555" y="163715"/>
                  </a:lnTo>
                  <a:lnTo>
                    <a:pt x="53568" y="163842"/>
                  </a:lnTo>
                  <a:lnTo>
                    <a:pt x="55613" y="167347"/>
                  </a:lnTo>
                  <a:lnTo>
                    <a:pt x="59321" y="166700"/>
                  </a:lnTo>
                  <a:lnTo>
                    <a:pt x="59740" y="165544"/>
                  </a:lnTo>
                  <a:close/>
                </a:path>
                <a:path w="196214" h="171450">
                  <a:moveTo>
                    <a:pt x="61315" y="83934"/>
                  </a:moveTo>
                  <a:lnTo>
                    <a:pt x="61175" y="83235"/>
                  </a:lnTo>
                  <a:lnTo>
                    <a:pt x="60591" y="83096"/>
                  </a:lnTo>
                  <a:lnTo>
                    <a:pt x="59791" y="82905"/>
                  </a:lnTo>
                  <a:lnTo>
                    <a:pt x="59410" y="82943"/>
                  </a:lnTo>
                  <a:lnTo>
                    <a:pt x="58610" y="83146"/>
                  </a:lnTo>
                  <a:lnTo>
                    <a:pt x="56337" y="83680"/>
                  </a:lnTo>
                  <a:lnTo>
                    <a:pt x="58051" y="87769"/>
                  </a:lnTo>
                  <a:lnTo>
                    <a:pt x="60083" y="85877"/>
                  </a:lnTo>
                  <a:lnTo>
                    <a:pt x="60782" y="85229"/>
                  </a:lnTo>
                  <a:lnTo>
                    <a:pt x="61315" y="83934"/>
                  </a:lnTo>
                  <a:close/>
                </a:path>
                <a:path w="196214" h="171450">
                  <a:moveTo>
                    <a:pt x="65798" y="148907"/>
                  </a:moveTo>
                  <a:lnTo>
                    <a:pt x="59372" y="146685"/>
                  </a:lnTo>
                  <a:lnTo>
                    <a:pt x="59334" y="153962"/>
                  </a:lnTo>
                  <a:lnTo>
                    <a:pt x="63030" y="152679"/>
                  </a:lnTo>
                  <a:lnTo>
                    <a:pt x="65773" y="151726"/>
                  </a:lnTo>
                  <a:lnTo>
                    <a:pt x="65798" y="148907"/>
                  </a:lnTo>
                  <a:close/>
                </a:path>
                <a:path w="196214" h="171450">
                  <a:moveTo>
                    <a:pt x="65836" y="28867"/>
                  </a:moveTo>
                  <a:lnTo>
                    <a:pt x="65747" y="28600"/>
                  </a:lnTo>
                  <a:lnTo>
                    <a:pt x="65430" y="28092"/>
                  </a:lnTo>
                  <a:lnTo>
                    <a:pt x="64376" y="26454"/>
                  </a:lnTo>
                  <a:lnTo>
                    <a:pt x="62331" y="28638"/>
                  </a:lnTo>
                  <a:lnTo>
                    <a:pt x="63868" y="29781"/>
                  </a:lnTo>
                  <a:lnTo>
                    <a:pt x="64325" y="30124"/>
                  </a:lnTo>
                  <a:lnTo>
                    <a:pt x="64566" y="30226"/>
                  </a:lnTo>
                  <a:lnTo>
                    <a:pt x="65112" y="30226"/>
                  </a:lnTo>
                  <a:lnTo>
                    <a:pt x="65506" y="30213"/>
                  </a:lnTo>
                  <a:lnTo>
                    <a:pt x="65824" y="29870"/>
                  </a:lnTo>
                  <a:lnTo>
                    <a:pt x="65824" y="29451"/>
                  </a:lnTo>
                  <a:lnTo>
                    <a:pt x="65836" y="28867"/>
                  </a:lnTo>
                  <a:close/>
                </a:path>
                <a:path w="196214" h="171450">
                  <a:moveTo>
                    <a:pt x="65862" y="46596"/>
                  </a:moveTo>
                  <a:lnTo>
                    <a:pt x="63106" y="45466"/>
                  </a:lnTo>
                  <a:lnTo>
                    <a:pt x="60528" y="44424"/>
                  </a:lnTo>
                  <a:lnTo>
                    <a:pt x="59232" y="49149"/>
                  </a:lnTo>
                  <a:lnTo>
                    <a:pt x="61950" y="49949"/>
                  </a:lnTo>
                  <a:lnTo>
                    <a:pt x="62103" y="49999"/>
                  </a:lnTo>
                  <a:lnTo>
                    <a:pt x="64897" y="50838"/>
                  </a:lnTo>
                  <a:lnTo>
                    <a:pt x="65862" y="46596"/>
                  </a:lnTo>
                  <a:close/>
                </a:path>
                <a:path w="196214" h="171450">
                  <a:moveTo>
                    <a:pt x="70548" y="64617"/>
                  </a:moveTo>
                  <a:lnTo>
                    <a:pt x="69684" y="62814"/>
                  </a:lnTo>
                  <a:lnTo>
                    <a:pt x="67310" y="62814"/>
                  </a:lnTo>
                  <a:lnTo>
                    <a:pt x="66433" y="64617"/>
                  </a:lnTo>
                  <a:lnTo>
                    <a:pt x="67449" y="65519"/>
                  </a:lnTo>
                  <a:lnTo>
                    <a:pt x="67576" y="65633"/>
                  </a:lnTo>
                  <a:lnTo>
                    <a:pt x="67818" y="65849"/>
                  </a:lnTo>
                  <a:lnTo>
                    <a:pt x="68249" y="66230"/>
                  </a:lnTo>
                  <a:lnTo>
                    <a:pt x="68745" y="66230"/>
                  </a:lnTo>
                  <a:lnTo>
                    <a:pt x="69164" y="65849"/>
                  </a:lnTo>
                  <a:lnTo>
                    <a:pt x="69532" y="65519"/>
                  </a:lnTo>
                  <a:lnTo>
                    <a:pt x="70548" y="64617"/>
                  </a:lnTo>
                  <a:close/>
                </a:path>
                <a:path w="196214" h="171450">
                  <a:moveTo>
                    <a:pt x="72263" y="104978"/>
                  </a:moveTo>
                  <a:lnTo>
                    <a:pt x="72250" y="98526"/>
                  </a:lnTo>
                  <a:lnTo>
                    <a:pt x="68427" y="98196"/>
                  </a:lnTo>
                  <a:lnTo>
                    <a:pt x="64401" y="97853"/>
                  </a:lnTo>
                  <a:lnTo>
                    <a:pt x="64427" y="104305"/>
                  </a:lnTo>
                  <a:lnTo>
                    <a:pt x="72263" y="104978"/>
                  </a:lnTo>
                  <a:close/>
                </a:path>
                <a:path w="196214" h="171450">
                  <a:moveTo>
                    <a:pt x="82537" y="123583"/>
                  </a:moveTo>
                  <a:lnTo>
                    <a:pt x="76060" y="123583"/>
                  </a:lnTo>
                  <a:lnTo>
                    <a:pt x="76047" y="129006"/>
                  </a:lnTo>
                  <a:lnTo>
                    <a:pt x="79298" y="129006"/>
                  </a:lnTo>
                  <a:lnTo>
                    <a:pt x="82537" y="129006"/>
                  </a:lnTo>
                  <a:lnTo>
                    <a:pt x="82537" y="123583"/>
                  </a:lnTo>
                  <a:close/>
                </a:path>
                <a:path w="196214" h="171450">
                  <a:moveTo>
                    <a:pt x="83820" y="164795"/>
                  </a:moveTo>
                  <a:lnTo>
                    <a:pt x="79387" y="161607"/>
                  </a:lnTo>
                  <a:lnTo>
                    <a:pt x="77381" y="165862"/>
                  </a:lnTo>
                  <a:lnTo>
                    <a:pt x="80111" y="166916"/>
                  </a:lnTo>
                  <a:lnTo>
                    <a:pt x="82816" y="167970"/>
                  </a:lnTo>
                  <a:lnTo>
                    <a:pt x="83820" y="164795"/>
                  </a:lnTo>
                  <a:close/>
                </a:path>
                <a:path w="196214" h="171450">
                  <a:moveTo>
                    <a:pt x="85039" y="88138"/>
                  </a:moveTo>
                  <a:lnTo>
                    <a:pt x="84505" y="87668"/>
                  </a:lnTo>
                  <a:lnTo>
                    <a:pt x="84023" y="87464"/>
                  </a:lnTo>
                  <a:lnTo>
                    <a:pt x="83896" y="87401"/>
                  </a:lnTo>
                  <a:lnTo>
                    <a:pt x="83629" y="87299"/>
                  </a:lnTo>
                  <a:lnTo>
                    <a:pt x="82905" y="86969"/>
                  </a:lnTo>
                  <a:lnTo>
                    <a:pt x="82003" y="87947"/>
                  </a:lnTo>
                  <a:lnTo>
                    <a:pt x="82296" y="88734"/>
                  </a:lnTo>
                  <a:lnTo>
                    <a:pt x="82638" y="89674"/>
                  </a:lnTo>
                  <a:lnTo>
                    <a:pt x="83083" y="90246"/>
                  </a:lnTo>
                  <a:lnTo>
                    <a:pt x="83680" y="90170"/>
                  </a:lnTo>
                  <a:lnTo>
                    <a:pt x="83807" y="90157"/>
                  </a:lnTo>
                  <a:lnTo>
                    <a:pt x="84023" y="90131"/>
                  </a:lnTo>
                  <a:lnTo>
                    <a:pt x="84556" y="90055"/>
                  </a:lnTo>
                  <a:lnTo>
                    <a:pt x="84861" y="89738"/>
                  </a:lnTo>
                  <a:lnTo>
                    <a:pt x="84937" y="89027"/>
                  </a:lnTo>
                  <a:lnTo>
                    <a:pt x="85039" y="88138"/>
                  </a:lnTo>
                  <a:close/>
                </a:path>
                <a:path w="196214" h="171450">
                  <a:moveTo>
                    <a:pt x="85344" y="35382"/>
                  </a:moveTo>
                  <a:lnTo>
                    <a:pt x="82486" y="31343"/>
                  </a:lnTo>
                  <a:lnTo>
                    <a:pt x="79692" y="34328"/>
                  </a:lnTo>
                  <a:lnTo>
                    <a:pt x="81838" y="36093"/>
                  </a:lnTo>
                  <a:lnTo>
                    <a:pt x="82080" y="36296"/>
                  </a:lnTo>
                  <a:lnTo>
                    <a:pt x="83451" y="37426"/>
                  </a:lnTo>
                  <a:lnTo>
                    <a:pt x="85344" y="35382"/>
                  </a:lnTo>
                  <a:close/>
                </a:path>
                <a:path w="196214" h="171450">
                  <a:moveTo>
                    <a:pt x="85547" y="66192"/>
                  </a:moveTo>
                  <a:lnTo>
                    <a:pt x="81153" y="66192"/>
                  </a:lnTo>
                  <a:lnTo>
                    <a:pt x="81153" y="69888"/>
                  </a:lnTo>
                  <a:lnTo>
                    <a:pt x="83350" y="69888"/>
                  </a:lnTo>
                  <a:lnTo>
                    <a:pt x="85547" y="69888"/>
                  </a:lnTo>
                  <a:lnTo>
                    <a:pt x="85547" y="66192"/>
                  </a:lnTo>
                  <a:close/>
                </a:path>
                <a:path w="196214" h="171450">
                  <a:moveTo>
                    <a:pt x="87261" y="133197"/>
                  </a:moveTo>
                  <a:lnTo>
                    <a:pt x="79438" y="133197"/>
                  </a:lnTo>
                  <a:lnTo>
                    <a:pt x="79425" y="139750"/>
                  </a:lnTo>
                  <a:lnTo>
                    <a:pt x="83350" y="139750"/>
                  </a:lnTo>
                  <a:lnTo>
                    <a:pt x="87249" y="139750"/>
                  </a:lnTo>
                  <a:lnTo>
                    <a:pt x="87261" y="133197"/>
                  </a:lnTo>
                  <a:close/>
                </a:path>
                <a:path w="196214" h="171450">
                  <a:moveTo>
                    <a:pt x="88442" y="147421"/>
                  </a:moveTo>
                  <a:lnTo>
                    <a:pt x="85013" y="147421"/>
                  </a:lnTo>
                  <a:lnTo>
                    <a:pt x="85001" y="150291"/>
                  </a:lnTo>
                  <a:lnTo>
                    <a:pt x="86715" y="150291"/>
                  </a:lnTo>
                  <a:lnTo>
                    <a:pt x="88430" y="150291"/>
                  </a:lnTo>
                  <a:lnTo>
                    <a:pt x="88442" y="147421"/>
                  </a:lnTo>
                  <a:close/>
                </a:path>
                <a:path w="196214" h="171450">
                  <a:moveTo>
                    <a:pt x="89649" y="156603"/>
                  </a:moveTo>
                  <a:lnTo>
                    <a:pt x="83794" y="156603"/>
                  </a:lnTo>
                  <a:lnTo>
                    <a:pt x="83794" y="161505"/>
                  </a:lnTo>
                  <a:lnTo>
                    <a:pt x="86715" y="161505"/>
                  </a:lnTo>
                  <a:lnTo>
                    <a:pt x="89649" y="161505"/>
                  </a:lnTo>
                  <a:lnTo>
                    <a:pt x="89649" y="156603"/>
                  </a:lnTo>
                  <a:close/>
                </a:path>
                <a:path w="196214" h="171450">
                  <a:moveTo>
                    <a:pt x="90373" y="53594"/>
                  </a:moveTo>
                  <a:lnTo>
                    <a:pt x="88887" y="52031"/>
                  </a:lnTo>
                  <a:lnTo>
                    <a:pt x="88544" y="51727"/>
                  </a:lnTo>
                  <a:lnTo>
                    <a:pt x="87071" y="50812"/>
                  </a:lnTo>
                  <a:lnTo>
                    <a:pt x="86144" y="51409"/>
                  </a:lnTo>
                  <a:lnTo>
                    <a:pt x="85775" y="52374"/>
                  </a:lnTo>
                  <a:lnTo>
                    <a:pt x="85585" y="52743"/>
                  </a:lnTo>
                  <a:lnTo>
                    <a:pt x="85471" y="53162"/>
                  </a:lnTo>
                  <a:lnTo>
                    <a:pt x="85458" y="53594"/>
                  </a:lnTo>
                  <a:lnTo>
                    <a:pt x="85267" y="55003"/>
                  </a:lnTo>
                  <a:lnTo>
                    <a:pt x="86042" y="56972"/>
                  </a:lnTo>
                  <a:lnTo>
                    <a:pt x="88125" y="56705"/>
                  </a:lnTo>
                  <a:lnTo>
                    <a:pt x="88480" y="56642"/>
                  </a:lnTo>
                  <a:lnTo>
                    <a:pt x="90170" y="55664"/>
                  </a:lnTo>
                  <a:lnTo>
                    <a:pt x="90373" y="53594"/>
                  </a:lnTo>
                  <a:close/>
                </a:path>
                <a:path w="196214" h="171450">
                  <a:moveTo>
                    <a:pt x="93929" y="110680"/>
                  </a:moveTo>
                  <a:lnTo>
                    <a:pt x="92710" y="108788"/>
                  </a:lnTo>
                  <a:lnTo>
                    <a:pt x="92710" y="111785"/>
                  </a:lnTo>
                  <a:lnTo>
                    <a:pt x="91706" y="112928"/>
                  </a:lnTo>
                  <a:lnTo>
                    <a:pt x="92710" y="111785"/>
                  </a:lnTo>
                  <a:lnTo>
                    <a:pt x="92710" y="108788"/>
                  </a:lnTo>
                  <a:lnTo>
                    <a:pt x="92138" y="107899"/>
                  </a:lnTo>
                  <a:lnTo>
                    <a:pt x="92138" y="110070"/>
                  </a:lnTo>
                  <a:lnTo>
                    <a:pt x="91795" y="112128"/>
                  </a:lnTo>
                  <a:lnTo>
                    <a:pt x="92049" y="110020"/>
                  </a:lnTo>
                  <a:lnTo>
                    <a:pt x="92075" y="109842"/>
                  </a:lnTo>
                  <a:lnTo>
                    <a:pt x="92138" y="110070"/>
                  </a:lnTo>
                  <a:lnTo>
                    <a:pt x="92138" y="107899"/>
                  </a:lnTo>
                  <a:lnTo>
                    <a:pt x="91452" y="106832"/>
                  </a:lnTo>
                  <a:lnTo>
                    <a:pt x="91160" y="106476"/>
                  </a:lnTo>
                  <a:lnTo>
                    <a:pt x="89420" y="105410"/>
                  </a:lnTo>
                  <a:lnTo>
                    <a:pt x="86372" y="106476"/>
                  </a:lnTo>
                  <a:lnTo>
                    <a:pt x="85598" y="107149"/>
                  </a:lnTo>
                  <a:lnTo>
                    <a:pt x="83527" y="110464"/>
                  </a:lnTo>
                  <a:lnTo>
                    <a:pt x="84721" y="114363"/>
                  </a:lnTo>
                  <a:lnTo>
                    <a:pt x="89014" y="114998"/>
                  </a:lnTo>
                  <a:lnTo>
                    <a:pt x="90271" y="114744"/>
                  </a:lnTo>
                  <a:lnTo>
                    <a:pt x="90957" y="113995"/>
                  </a:lnTo>
                  <a:lnTo>
                    <a:pt x="93929" y="110680"/>
                  </a:lnTo>
                  <a:close/>
                </a:path>
                <a:path w="196214" h="171450">
                  <a:moveTo>
                    <a:pt x="95097" y="17475"/>
                  </a:moveTo>
                  <a:lnTo>
                    <a:pt x="91770" y="15417"/>
                  </a:lnTo>
                  <a:lnTo>
                    <a:pt x="89801" y="16611"/>
                  </a:lnTo>
                  <a:lnTo>
                    <a:pt x="89801" y="20447"/>
                  </a:lnTo>
                  <a:lnTo>
                    <a:pt x="91770" y="21640"/>
                  </a:lnTo>
                  <a:lnTo>
                    <a:pt x="93294" y="20701"/>
                  </a:lnTo>
                  <a:lnTo>
                    <a:pt x="95097" y="19583"/>
                  </a:lnTo>
                  <a:lnTo>
                    <a:pt x="95097" y="17475"/>
                  </a:lnTo>
                  <a:close/>
                </a:path>
                <a:path w="196214" h="171450">
                  <a:moveTo>
                    <a:pt x="101498" y="144538"/>
                  </a:moveTo>
                  <a:lnTo>
                    <a:pt x="97002" y="140030"/>
                  </a:lnTo>
                  <a:lnTo>
                    <a:pt x="94068" y="143205"/>
                  </a:lnTo>
                  <a:lnTo>
                    <a:pt x="95973" y="145427"/>
                  </a:lnTo>
                  <a:lnTo>
                    <a:pt x="98234" y="148043"/>
                  </a:lnTo>
                  <a:lnTo>
                    <a:pt x="101498" y="144538"/>
                  </a:lnTo>
                  <a:close/>
                </a:path>
                <a:path w="196214" h="171450">
                  <a:moveTo>
                    <a:pt x="102158" y="44538"/>
                  </a:moveTo>
                  <a:lnTo>
                    <a:pt x="97523" y="43954"/>
                  </a:lnTo>
                  <a:lnTo>
                    <a:pt x="97663" y="46926"/>
                  </a:lnTo>
                  <a:lnTo>
                    <a:pt x="97688" y="47625"/>
                  </a:lnTo>
                  <a:lnTo>
                    <a:pt x="97815" y="48120"/>
                  </a:lnTo>
                  <a:lnTo>
                    <a:pt x="98386" y="49352"/>
                  </a:lnTo>
                  <a:lnTo>
                    <a:pt x="99047" y="49669"/>
                  </a:lnTo>
                  <a:lnTo>
                    <a:pt x="99631" y="49682"/>
                  </a:lnTo>
                  <a:lnTo>
                    <a:pt x="100482" y="49720"/>
                  </a:lnTo>
                  <a:lnTo>
                    <a:pt x="101155" y="49187"/>
                  </a:lnTo>
                  <a:lnTo>
                    <a:pt x="101346" y="48209"/>
                  </a:lnTo>
                  <a:lnTo>
                    <a:pt x="101307" y="47790"/>
                  </a:lnTo>
                  <a:lnTo>
                    <a:pt x="102158" y="44538"/>
                  </a:lnTo>
                  <a:close/>
                </a:path>
                <a:path w="196214" h="171450">
                  <a:moveTo>
                    <a:pt x="108305" y="100901"/>
                  </a:moveTo>
                  <a:lnTo>
                    <a:pt x="101587" y="100901"/>
                  </a:lnTo>
                  <a:lnTo>
                    <a:pt x="101587" y="106527"/>
                  </a:lnTo>
                  <a:lnTo>
                    <a:pt x="104952" y="106527"/>
                  </a:lnTo>
                  <a:lnTo>
                    <a:pt x="108305" y="106527"/>
                  </a:lnTo>
                  <a:lnTo>
                    <a:pt x="108305" y="100901"/>
                  </a:lnTo>
                  <a:close/>
                </a:path>
                <a:path w="196214" h="171450">
                  <a:moveTo>
                    <a:pt x="108889" y="145542"/>
                  </a:moveTo>
                  <a:lnTo>
                    <a:pt x="108229" y="144830"/>
                  </a:lnTo>
                  <a:lnTo>
                    <a:pt x="107124" y="143649"/>
                  </a:lnTo>
                  <a:lnTo>
                    <a:pt x="105359" y="144437"/>
                  </a:lnTo>
                  <a:lnTo>
                    <a:pt x="105359" y="147459"/>
                  </a:lnTo>
                  <a:lnTo>
                    <a:pt x="107124" y="148234"/>
                  </a:lnTo>
                  <a:lnTo>
                    <a:pt x="108115" y="147180"/>
                  </a:lnTo>
                  <a:lnTo>
                    <a:pt x="108343" y="146939"/>
                  </a:lnTo>
                  <a:lnTo>
                    <a:pt x="108445" y="146812"/>
                  </a:lnTo>
                  <a:lnTo>
                    <a:pt x="108889" y="146354"/>
                  </a:lnTo>
                  <a:lnTo>
                    <a:pt x="108889" y="145542"/>
                  </a:lnTo>
                  <a:close/>
                </a:path>
                <a:path w="196214" h="171450">
                  <a:moveTo>
                    <a:pt x="109448" y="77127"/>
                  </a:moveTo>
                  <a:lnTo>
                    <a:pt x="105359" y="71755"/>
                  </a:lnTo>
                  <a:lnTo>
                    <a:pt x="101650" y="75755"/>
                  </a:lnTo>
                  <a:lnTo>
                    <a:pt x="103974" y="77825"/>
                  </a:lnTo>
                  <a:lnTo>
                    <a:pt x="106629" y="80162"/>
                  </a:lnTo>
                  <a:lnTo>
                    <a:pt x="109448" y="77127"/>
                  </a:lnTo>
                  <a:close/>
                </a:path>
                <a:path w="196214" h="171450">
                  <a:moveTo>
                    <a:pt x="111163" y="28054"/>
                  </a:moveTo>
                  <a:lnTo>
                    <a:pt x="109613" y="26377"/>
                  </a:lnTo>
                  <a:lnTo>
                    <a:pt x="108178" y="27216"/>
                  </a:lnTo>
                  <a:lnTo>
                    <a:pt x="105232" y="28956"/>
                  </a:lnTo>
                  <a:lnTo>
                    <a:pt x="108775" y="32816"/>
                  </a:lnTo>
                  <a:lnTo>
                    <a:pt x="111163" y="28054"/>
                  </a:lnTo>
                  <a:close/>
                </a:path>
                <a:path w="196214" h="171450">
                  <a:moveTo>
                    <a:pt x="112801" y="52158"/>
                  </a:moveTo>
                  <a:lnTo>
                    <a:pt x="107911" y="52158"/>
                  </a:lnTo>
                  <a:lnTo>
                    <a:pt x="107899" y="56261"/>
                  </a:lnTo>
                  <a:lnTo>
                    <a:pt x="110350" y="56261"/>
                  </a:lnTo>
                  <a:lnTo>
                    <a:pt x="112788" y="56261"/>
                  </a:lnTo>
                  <a:lnTo>
                    <a:pt x="112801" y="52158"/>
                  </a:lnTo>
                  <a:close/>
                </a:path>
                <a:path w="196214" h="171450">
                  <a:moveTo>
                    <a:pt x="115684" y="165684"/>
                  </a:moveTo>
                  <a:lnTo>
                    <a:pt x="113753" y="163398"/>
                  </a:lnTo>
                  <a:lnTo>
                    <a:pt x="112217" y="164223"/>
                  </a:lnTo>
                  <a:lnTo>
                    <a:pt x="111023" y="164884"/>
                  </a:lnTo>
                  <a:lnTo>
                    <a:pt x="110972" y="166357"/>
                  </a:lnTo>
                  <a:lnTo>
                    <a:pt x="111709" y="167182"/>
                  </a:lnTo>
                  <a:lnTo>
                    <a:pt x="112306" y="167868"/>
                  </a:lnTo>
                  <a:lnTo>
                    <a:pt x="113360" y="167932"/>
                  </a:lnTo>
                  <a:lnTo>
                    <a:pt x="113842" y="167297"/>
                  </a:lnTo>
                  <a:lnTo>
                    <a:pt x="113931" y="167157"/>
                  </a:lnTo>
                  <a:lnTo>
                    <a:pt x="114173" y="166966"/>
                  </a:lnTo>
                  <a:lnTo>
                    <a:pt x="115684" y="165684"/>
                  </a:lnTo>
                  <a:close/>
                </a:path>
                <a:path w="196214" h="171450">
                  <a:moveTo>
                    <a:pt x="121399" y="71412"/>
                  </a:moveTo>
                  <a:lnTo>
                    <a:pt x="115519" y="71412"/>
                  </a:lnTo>
                  <a:lnTo>
                    <a:pt x="115519" y="76327"/>
                  </a:lnTo>
                  <a:lnTo>
                    <a:pt x="118452" y="76327"/>
                  </a:lnTo>
                  <a:lnTo>
                    <a:pt x="121386" y="76327"/>
                  </a:lnTo>
                  <a:lnTo>
                    <a:pt x="121399" y="71412"/>
                  </a:lnTo>
                  <a:close/>
                </a:path>
                <a:path w="196214" h="171450">
                  <a:moveTo>
                    <a:pt x="121818" y="139331"/>
                  </a:moveTo>
                  <a:lnTo>
                    <a:pt x="116433" y="139331"/>
                  </a:lnTo>
                  <a:lnTo>
                    <a:pt x="116433" y="143827"/>
                  </a:lnTo>
                  <a:lnTo>
                    <a:pt x="119126" y="143827"/>
                  </a:lnTo>
                  <a:lnTo>
                    <a:pt x="121818" y="143827"/>
                  </a:lnTo>
                  <a:lnTo>
                    <a:pt x="121818" y="139331"/>
                  </a:lnTo>
                  <a:close/>
                </a:path>
                <a:path w="196214" h="171450">
                  <a:moveTo>
                    <a:pt x="123596" y="6616"/>
                  </a:moveTo>
                  <a:lnTo>
                    <a:pt x="122770" y="5346"/>
                  </a:lnTo>
                  <a:lnTo>
                    <a:pt x="122262" y="5168"/>
                  </a:lnTo>
                  <a:lnTo>
                    <a:pt x="121158" y="5143"/>
                  </a:lnTo>
                  <a:lnTo>
                    <a:pt x="119075" y="5080"/>
                  </a:lnTo>
                  <a:lnTo>
                    <a:pt x="119062" y="8674"/>
                  </a:lnTo>
                  <a:lnTo>
                    <a:pt x="121158" y="8623"/>
                  </a:lnTo>
                  <a:lnTo>
                    <a:pt x="122250" y="8585"/>
                  </a:lnTo>
                  <a:lnTo>
                    <a:pt x="122770" y="8432"/>
                  </a:lnTo>
                  <a:lnTo>
                    <a:pt x="123596" y="7150"/>
                  </a:lnTo>
                  <a:lnTo>
                    <a:pt x="123596" y="6616"/>
                  </a:lnTo>
                  <a:close/>
                </a:path>
                <a:path w="196214" h="171450">
                  <a:moveTo>
                    <a:pt x="124714" y="122936"/>
                  </a:moveTo>
                  <a:lnTo>
                    <a:pt x="124231" y="122250"/>
                  </a:lnTo>
                  <a:lnTo>
                    <a:pt x="121348" y="118237"/>
                  </a:lnTo>
                  <a:lnTo>
                    <a:pt x="117995" y="121704"/>
                  </a:lnTo>
                  <a:lnTo>
                    <a:pt x="117830" y="122250"/>
                  </a:lnTo>
                  <a:lnTo>
                    <a:pt x="117754" y="123037"/>
                  </a:lnTo>
                  <a:lnTo>
                    <a:pt x="118414" y="125044"/>
                  </a:lnTo>
                  <a:lnTo>
                    <a:pt x="119253" y="125768"/>
                  </a:lnTo>
                  <a:lnTo>
                    <a:pt x="121793" y="125882"/>
                  </a:lnTo>
                  <a:lnTo>
                    <a:pt x="122339" y="125222"/>
                  </a:lnTo>
                  <a:lnTo>
                    <a:pt x="122783" y="124675"/>
                  </a:lnTo>
                  <a:lnTo>
                    <a:pt x="122796" y="124320"/>
                  </a:lnTo>
                  <a:lnTo>
                    <a:pt x="124714" y="122936"/>
                  </a:lnTo>
                  <a:close/>
                </a:path>
                <a:path w="196214" h="171450">
                  <a:moveTo>
                    <a:pt x="127965" y="98336"/>
                  </a:moveTo>
                  <a:lnTo>
                    <a:pt x="127063" y="95110"/>
                  </a:lnTo>
                  <a:lnTo>
                    <a:pt x="125069" y="95300"/>
                  </a:lnTo>
                  <a:lnTo>
                    <a:pt x="121462" y="96443"/>
                  </a:lnTo>
                  <a:lnTo>
                    <a:pt x="122631" y="100761"/>
                  </a:lnTo>
                  <a:lnTo>
                    <a:pt x="125006" y="99796"/>
                  </a:lnTo>
                  <a:lnTo>
                    <a:pt x="126098" y="99364"/>
                  </a:lnTo>
                  <a:lnTo>
                    <a:pt x="127965" y="98336"/>
                  </a:lnTo>
                  <a:close/>
                </a:path>
                <a:path w="196214" h="171450">
                  <a:moveTo>
                    <a:pt x="128879" y="36233"/>
                  </a:moveTo>
                  <a:lnTo>
                    <a:pt x="124231" y="36233"/>
                  </a:lnTo>
                  <a:lnTo>
                    <a:pt x="124231" y="40132"/>
                  </a:lnTo>
                  <a:lnTo>
                    <a:pt x="126555" y="40132"/>
                  </a:lnTo>
                  <a:lnTo>
                    <a:pt x="128879" y="40132"/>
                  </a:lnTo>
                  <a:lnTo>
                    <a:pt x="128879" y="36233"/>
                  </a:lnTo>
                  <a:close/>
                </a:path>
                <a:path w="196214" h="171450">
                  <a:moveTo>
                    <a:pt x="133413" y="111201"/>
                  </a:moveTo>
                  <a:lnTo>
                    <a:pt x="132461" y="108686"/>
                  </a:lnTo>
                  <a:lnTo>
                    <a:pt x="128752" y="108686"/>
                  </a:lnTo>
                  <a:lnTo>
                    <a:pt x="127800" y="111201"/>
                  </a:lnTo>
                  <a:lnTo>
                    <a:pt x="129095" y="112623"/>
                  </a:lnTo>
                  <a:lnTo>
                    <a:pt x="130060" y="113677"/>
                  </a:lnTo>
                  <a:lnTo>
                    <a:pt x="131140" y="113690"/>
                  </a:lnTo>
                  <a:lnTo>
                    <a:pt x="131889" y="112864"/>
                  </a:lnTo>
                  <a:lnTo>
                    <a:pt x="132118" y="112623"/>
                  </a:lnTo>
                  <a:lnTo>
                    <a:pt x="133413" y="111201"/>
                  </a:lnTo>
                  <a:close/>
                </a:path>
                <a:path w="196214" h="171450">
                  <a:moveTo>
                    <a:pt x="134112" y="24688"/>
                  </a:moveTo>
                  <a:lnTo>
                    <a:pt x="132499" y="24688"/>
                  </a:lnTo>
                  <a:lnTo>
                    <a:pt x="132499" y="25806"/>
                  </a:lnTo>
                  <a:lnTo>
                    <a:pt x="132499" y="26670"/>
                  </a:lnTo>
                  <a:lnTo>
                    <a:pt x="132511" y="26797"/>
                  </a:lnTo>
                  <a:lnTo>
                    <a:pt x="132892" y="27533"/>
                  </a:lnTo>
                  <a:lnTo>
                    <a:pt x="133070" y="27851"/>
                  </a:lnTo>
                  <a:lnTo>
                    <a:pt x="133540" y="27851"/>
                  </a:lnTo>
                  <a:lnTo>
                    <a:pt x="134099" y="26797"/>
                  </a:lnTo>
                  <a:lnTo>
                    <a:pt x="134112" y="26670"/>
                  </a:lnTo>
                  <a:lnTo>
                    <a:pt x="134112" y="24688"/>
                  </a:lnTo>
                  <a:close/>
                </a:path>
                <a:path w="196214" h="171450">
                  <a:moveTo>
                    <a:pt x="134327" y="149440"/>
                  </a:moveTo>
                  <a:lnTo>
                    <a:pt x="132905" y="145732"/>
                  </a:lnTo>
                  <a:lnTo>
                    <a:pt x="130987" y="144830"/>
                  </a:lnTo>
                  <a:lnTo>
                    <a:pt x="128219" y="147815"/>
                  </a:lnTo>
                  <a:lnTo>
                    <a:pt x="129057" y="149885"/>
                  </a:lnTo>
                  <a:lnTo>
                    <a:pt x="130644" y="150596"/>
                  </a:lnTo>
                  <a:lnTo>
                    <a:pt x="132499" y="151422"/>
                  </a:lnTo>
                  <a:lnTo>
                    <a:pt x="134327" y="149440"/>
                  </a:lnTo>
                  <a:close/>
                </a:path>
                <a:path w="196214" h="171450">
                  <a:moveTo>
                    <a:pt x="134861" y="168414"/>
                  </a:moveTo>
                  <a:lnTo>
                    <a:pt x="133388" y="165227"/>
                  </a:lnTo>
                  <a:lnTo>
                    <a:pt x="133057" y="164782"/>
                  </a:lnTo>
                  <a:lnTo>
                    <a:pt x="130035" y="161531"/>
                  </a:lnTo>
                  <a:lnTo>
                    <a:pt x="126136" y="165735"/>
                  </a:lnTo>
                  <a:lnTo>
                    <a:pt x="128651" y="168427"/>
                  </a:lnTo>
                  <a:lnTo>
                    <a:pt x="129159" y="168973"/>
                  </a:lnTo>
                  <a:lnTo>
                    <a:pt x="129578" y="169329"/>
                  </a:lnTo>
                  <a:lnTo>
                    <a:pt x="132537" y="170929"/>
                  </a:lnTo>
                  <a:lnTo>
                    <a:pt x="134861" y="168414"/>
                  </a:lnTo>
                  <a:close/>
                </a:path>
                <a:path w="196214" h="171450">
                  <a:moveTo>
                    <a:pt x="135674" y="59867"/>
                  </a:moveTo>
                  <a:lnTo>
                    <a:pt x="134251" y="56603"/>
                  </a:lnTo>
                  <a:lnTo>
                    <a:pt x="129730" y="57150"/>
                  </a:lnTo>
                  <a:lnTo>
                    <a:pt x="128079" y="58877"/>
                  </a:lnTo>
                  <a:lnTo>
                    <a:pt x="129540" y="64516"/>
                  </a:lnTo>
                  <a:lnTo>
                    <a:pt x="134073" y="64820"/>
                  </a:lnTo>
                  <a:lnTo>
                    <a:pt x="134632" y="61810"/>
                  </a:lnTo>
                  <a:lnTo>
                    <a:pt x="134683" y="61582"/>
                  </a:lnTo>
                  <a:lnTo>
                    <a:pt x="135674" y="59867"/>
                  </a:lnTo>
                  <a:close/>
                </a:path>
                <a:path w="196214" h="171450">
                  <a:moveTo>
                    <a:pt x="136753" y="133642"/>
                  </a:moveTo>
                  <a:lnTo>
                    <a:pt x="133781" y="126288"/>
                  </a:lnTo>
                  <a:lnTo>
                    <a:pt x="127876" y="132613"/>
                  </a:lnTo>
                  <a:lnTo>
                    <a:pt x="131991" y="134543"/>
                  </a:lnTo>
                  <a:lnTo>
                    <a:pt x="134721" y="135826"/>
                  </a:lnTo>
                  <a:lnTo>
                    <a:pt x="136753" y="133642"/>
                  </a:lnTo>
                  <a:close/>
                </a:path>
                <a:path w="196214" h="171450">
                  <a:moveTo>
                    <a:pt x="140982" y="1778"/>
                  </a:moveTo>
                  <a:lnTo>
                    <a:pt x="137172" y="0"/>
                  </a:lnTo>
                  <a:lnTo>
                    <a:pt x="135559" y="355"/>
                  </a:lnTo>
                  <a:lnTo>
                    <a:pt x="135216" y="1943"/>
                  </a:lnTo>
                  <a:lnTo>
                    <a:pt x="134620" y="4762"/>
                  </a:lnTo>
                  <a:lnTo>
                    <a:pt x="136601" y="6794"/>
                  </a:lnTo>
                  <a:lnTo>
                    <a:pt x="140385" y="5067"/>
                  </a:lnTo>
                  <a:lnTo>
                    <a:pt x="140982" y="1778"/>
                  </a:lnTo>
                  <a:close/>
                </a:path>
                <a:path w="196214" h="171450">
                  <a:moveTo>
                    <a:pt x="145643" y="100431"/>
                  </a:moveTo>
                  <a:lnTo>
                    <a:pt x="139153" y="100431"/>
                  </a:lnTo>
                  <a:lnTo>
                    <a:pt x="139153" y="105854"/>
                  </a:lnTo>
                  <a:lnTo>
                    <a:pt x="142392" y="105854"/>
                  </a:lnTo>
                  <a:lnTo>
                    <a:pt x="145630" y="105854"/>
                  </a:lnTo>
                  <a:lnTo>
                    <a:pt x="145643" y="100431"/>
                  </a:lnTo>
                  <a:close/>
                </a:path>
                <a:path w="196214" h="171450">
                  <a:moveTo>
                    <a:pt x="148450" y="117221"/>
                  </a:moveTo>
                  <a:lnTo>
                    <a:pt x="142455" y="117221"/>
                  </a:lnTo>
                  <a:lnTo>
                    <a:pt x="142455" y="122237"/>
                  </a:lnTo>
                  <a:lnTo>
                    <a:pt x="145453" y="122237"/>
                  </a:lnTo>
                  <a:lnTo>
                    <a:pt x="148450" y="122237"/>
                  </a:lnTo>
                  <a:lnTo>
                    <a:pt x="148450" y="117221"/>
                  </a:lnTo>
                  <a:close/>
                </a:path>
                <a:path w="196214" h="171450">
                  <a:moveTo>
                    <a:pt x="149669" y="77609"/>
                  </a:moveTo>
                  <a:lnTo>
                    <a:pt x="141236" y="77609"/>
                  </a:lnTo>
                  <a:lnTo>
                    <a:pt x="141236" y="84683"/>
                  </a:lnTo>
                  <a:lnTo>
                    <a:pt x="145453" y="84683"/>
                  </a:lnTo>
                  <a:lnTo>
                    <a:pt x="149669" y="84683"/>
                  </a:lnTo>
                  <a:lnTo>
                    <a:pt x="149669" y="77609"/>
                  </a:lnTo>
                  <a:close/>
                </a:path>
                <a:path w="196214" h="171450">
                  <a:moveTo>
                    <a:pt x="149860" y="32219"/>
                  </a:moveTo>
                  <a:lnTo>
                    <a:pt x="146177" y="28994"/>
                  </a:lnTo>
                  <a:lnTo>
                    <a:pt x="145453" y="28511"/>
                  </a:lnTo>
                  <a:lnTo>
                    <a:pt x="142430" y="26847"/>
                  </a:lnTo>
                  <a:lnTo>
                    <a:pt x="140220" y="29235"/>
                  </a:lnTo>
                  <a:lnTo>
                    <a:pt x="141325" y="31534"/>
                  </a:lnTo>
                  <a:lnTo>
                    <a:pt x="141770" y="32486"/>
                  </a:lnTo>
                  <a:lnTo>
                    <a:pt x="142214" y="33261"/>
                  </a:lnTo>
                  <a:lnTo>
                    <a:pt x="145186" y="37236"/>
                  </a:lnTo>
                  <a:lnTo>
                    <a:pt x="149860" y="32219"/>
                  </a:lnTo>
                  <a:close/>
                </a:path>
                <a:path w="196214" h="171450">
                  <a:moveTo>
                    <a:pt x="149974" y="132689"/>
                  </a:moveTo>
                  <a:lnTo>
                    <a:pt x="140931" y="132689"/>
                  </a:lnTo>
                  <a:lnTo>
                    <a:pt x="140931" y="140271"/>
                  </a:lnTo>
                  <a:lnTo>
                    <a:pt x="145453" y="140271"/>
                  </a:lnTo>
                  <a:lnTo>
                    <a:pt x="149974" y="140271"/>
                  </a:lnTo>
                  <a:lnTo>
                    <a:pt x="149974" y="132689"/>
                  </a:lnTo>
                  <a:close/>
                </a:path>
                <a:path w="196214" h="171450">
                  <a:moveTo>
                    <a:pt x="152857" y="154432"/>
                  </a:moveTo>
                  <a:lnTo>
                    <a:pt x="150418" y="151790"/>
                  </a:lnTo>
                  <a:lnTo>
                    <a:pt x="145681" y="155676"/>
                  </a:lnTo>
                  <a:lnTo>
                    <a:pt x="149250" y="159550"/>
                  </a:lnTo>
                  <a:lnTo>
                    <a:pt x="151345" y="156578"/>
                  </a:lnTo>
                  <a:lnTo>
                    <a:pt x="152857" y="154432"/>
                  </a:lnTo>
                  <a:close/>
                </a:path>
                <a:path w="196214" h="171450">
                  <a:moveTo>
                    <a:pt x="154444" y="89916"/>
                  </a:moveTo>
                  <a:lnTo>
                    <a:pt x="152044" y="89268"/>
                  </a:lnTo>
                  <a:lnTo>
                    <a:pt x="151498" y="90919"/>
                  </a:lnTo>
                  <a:lnTo>
                    <a:pt x="151117" y="92024"/>
                  </a:lnTo>
                  <a:lnTo>
                    <a:pt x="150812" y="92608"/>
                  </a:lnTo>
                  <a:lnTo>
                    <a:pt x="151434" y="94259"/>
                  </a:lnTo>
                  <a:lnTo>
                    <a:pt x="151968" y="94589"/>
                  </a:lnTo>
                  <a:lnTo>
                    <a:pt x="152488" y="94272"/>
                  </a:lnTo>
                  <a:lnTo>
                    <a:pt x="153530" y="93599"/>
                  </a:lnTo>
                  <a:lnTo>
                    <a:pt x="153606" y="92913"/>
                  </a:lnTo>
                  <a:lnTo>
                    <a:pt x="154444" y="89916"/>
                  </a:lnTo>
                  <a:close/>
                </a:path>
                <a:path w="196214" h="171450">
                  <a:moveTo>
                    <a:pt x="158496" y="85242"/>
                  </a:moveTo>
                  <a:lnTo>
                    <a:pt x="158419" y="84302"/>
                  </a:lnTo>
                  <a:lnTo>
                    <a:pt x="158407" y="84048"/>
                  </a:lnTo>
                  <a:lnTo>
                    <a:pt x="158292" y="82740"/>
                  </a:lnTo>
                  <a:lnTo>
                    <a:pt x="156845" y="81902"/>
                  </a:lnTo>
                  <a:lnTo>
                    <a:pt x="154927" y="83972"/>
                  </a:lnTo>
                  <a:lnTo>
                    <a:pt x="155702" y="85534"/>
                  </a:lnTo>
                  <a:lnTo>
                    <a:pt x="156933" y="85648"/>
                  </a:lnTo>
                  <a:lnTo>
                    <a:pt x="158038" y="85750"/>
                  </a:lnTo>
                  <a:lnTo>
                    <a:pt x="158496" y="85242"/>
                  </a:lnTo>
                  <a:close/>
                </a:path>
                <a:path w="196214" h="171450">
                  <a:moveTo>
                    <a:pt x="161874" y="106527"/>
                  </a:moveTo>
                  <a:lnTo>
                    <a:pt x="160401" y="104940"/>
                  </a:lnTo>
                  <a:lnTo>
                    <a:pt x="158750" y="105727"/>
                  </a:lnTo>
                  <a:lnTo>
                    <a:pt x="158597" y="105778"/>
                  </a:lnTo>
                  <a:lnTo>
                    <a:pt x="158457" y="105854"/>
                  </a:lnTo>
                  <a:lnTo>
                    <a:pt x="158318" y="105918"/>
                  </a:lnTo>
                  <a:lnTo>
                    <a:pt x="157340" y="106387"/>
                  </a:lnTo>
                  <a:lnTo>
                    <a:pt x="159156" y="110020"/>
                  </a:lnTo>
                  <a:lnTo>
                    <a:pt x="160528" y="109829"/>
                  </a:lnTo>
                  <a:lnTo>
                    <a:pt x="160959" y="108762"/>
                  </a:lnTo>
                  <a:lnTo>
                    <a:pt x="161023" y="108623"/>
                  </a:lnTo>
                  <a:lnTo>
                    <a:pt x="161086" y="108470"/>
                  </a:lnTo>
                  <a:lnTo>
                    <a:pt x="161137" y="108305"/>
                  </a:lnTo>
                  <a:lnTo>
                    <a:pt x="161874" y="106527"/>
                  </a:lnTo>
                  <a:close/>
                </a:path>
                <a:path w="196214" h="171450">
                  <a:moveTo>
                    <a:pt x="165087" y="150025"/>
                  </a:moveTo>
                  <a:lnTo>
                    <a:pt x="160934" y="150025"/>
                  </a:lnTo>
                  <a:lnTo>
                    <a:pt x="160921" y="153517"/>
                  </a:lnTo>
                  <a:lnTo>
                    <a:pt x="163004" y="153517"/>
                  </a:lnTo>
                  <a:lnTo>
                    <a:pt x="165074" y="153517"/>
                  </a:lnTo>
                  <a:lnTo>
                    <a:pt x="165087" y="150025"/>
                  </a:lnTo>
                  <a:close/>
                </a:path>
                <a:path w="196214" h="171450">
                  <a:moveTo>
                    <a:pt x="165430" y="99796"/>
                  </a:moveTo>
                  <a:lnTo>
                    <a:pt x="164299" y="97790"/>
                  </a:lnTo>
                  <a:lnTo>
                    <a:pt x="161493" y="97383"/>
                  </a:lnTo>
                  <a:lnTo>
                    <a:pt x="160502" y="98450"/>
                  </a:lnTo>
                  <a:lnTo>
                    <a:pt x="160616" y="99352"/>
                  </a:lnTo>
                  <a:lnTo>
                    <a:pt x="160629" y="99479"/>
                  </a:lnTo>
                  <a:lnTo>
                    <a:pt x="160883" y="101460"/>
                  </a:lnTo>
                  <a:lnTo>
                    <a:pt x="162737" y="102692"/>
                  </a:lnTo>
                  <a:lnTo>
                    <a:pt x="165430" y="99796"/>
                  </a:lnTo>
                  <a:close/>
                </a:path>
                <a:path w="196214" h="171450">
                  <a:moveTo>
                    <a:pt x="166166" y="130556"/>
                  </a:moveTo>
                  <a:lnTo>
                    <a:pt x="162547" y="130556"/>
                  </a:lnTo>
                  <a:lnTo>
                    <a:pt x="163461" y="132676"/>
                  </a:lnTo>
                  <a:lnTo>
                    <a:pt x="163626" y="133057"/>
                  </a:lnTo>
                  <a:lnTo>
                    <a:pt x="163690" y="133261"/>
                  </a:lnTo>
                  <a:lnTo>
                    <a:pt x="163931" y="133794"/>
                  </a:lnTo>
                  <a:lnTo>
                    <a:pt x="164782" y="133794"/>
                  </a:lnTo>
                  <a:lnTo>
                    <a:pt x="165100" y="133057"/>
                  </a:lnTo>
                  <a:lnTo>
                    <a:pt x="165176" y="132867"/>
                  </a:lnTo>
                  <a:lnTo>
                    <a:pt x="166166" y="130556"/>
                  </a:lnTo>
                  <a:close/>
                </a:path>
                <a:path w="196214" h="171450">
                  <a:moveTo>
                    <a:pt x="171958" y="150126"/>
                  </a:moveTo>
                  <a:lnTo>
                    <a:pt x="170903" y="148336"/>
                  </a:lnTo>
                  <a:lnTo>
                    <a:pt x="169062" y="148818"/>
                  </a:lnTo>
                  <a:lnTo>
                    <a:pt x="169049" y="151828"/>
                  </a:lnTo>
                  <a:lnTo>
                    <a:pt x="170903" y="152273"/>
                  </a:lnTo>
                  <a:lnTo>
                    <a:pt x="171627" y="151066"/>
                  </a:lnTo>
                  <a:lnTo>
                    <a:pt x="171742" y="150850"/>
                  </a:lnTo>
                  <a:lnTo>
                    <a:pt x="171958" y="150495"/>
                  </a:lnTo>
                  <a:lnTo>
                    <a:pt x="171958" y="150126"/>
                  </a:lnTo>
                  <a:close/>
                </a:path>
                <a:path w="196214" h="171450">
                  <a:moveTo>
                    <a:pt x="176682" y="166103"/>
                  </a:moveTo>
                  <a:lnTo>
                    <a:pt x="170942" y="166103"/>
                  </a:lnTo>
                  <a:lnTo>
                    <a:pt x="170929" y="170929"/>
                  </a:lnTo>
                  <a:lnTo>
                    <a:pt x="173812" y="170929"/>
                  </a:lnTo>
                  <a:lnTo>
                    <a:pt x="176682" y="170929"/>
                  </a:lnTo>
                  <a:lnTo>
                    <a:pt x="176682" y="166103"/>
                  </a:lnTo>
                  <a:close/>
                </a:path>
                <a:path w="196214" h="171450">
                  <a:moveTo>
                    <a:pt x="180975" y="114376"/>
                  </a:moveTo>
                  <a:lnTo>
                    <a:pt x="173393" y="114376"/>
                  </a:lnTo>
                  <a:lnTo>
                    <a:pt x="173393" y="120726"/>
                  </a:lnTo>
                  <a:lnTo>
                    <a:pt x="177177" y="120726"/>
                  </a:lnTo>
                  <a:lnTo>
                    <a:pt x="180975" y="120726"/>
                  </a:lnTo>
                  <a:lnTo>
                    <a:pt x="180975" y="114376"/>
                  </a:lnTo>
                  <a:close/>
                </a:path>
                <a:path w="196214" h="171450">
                  <a:moveTo>
                    <a:pt x="190754" y="161912"/>
                  </a:moveTo>
                  <a:lnTo>
                    <a:pt x="190627" y="161912"/>
                  </a:lnTo>
                  <a:lnTo>
                    <a:pt x="190754" y="162013"/>
                  </a:lnTo>
                  <a:close/>
                </a:path>
                <a:path w="196214" h="171450">
                  <a:moveTo>
                    <a:pt x="195897" y="165595"/>
                  </a:moveTo>
                  <a:lnTo>
                    <a:pt x="194132" y="167132"/>
                  </a:lnTo>
                  <a:lnTo>
                    <a:pt x="193586" y="167614"/>
                  </a:lnTo>
                  <a:lnTo>
                    <a:pt x="193598" y="167970"/>
                  </a:lnTo>
                  <a:lnTo>
                    <a:pt x="193878" y="168224"/>
                  </a:lnTo>
                  <a:lnTo>
                    <a:pt x="194132" y="168440"/>
                  </a:lnTo>
                  <a:lnTo>
                    <a:pt x="195897" y="169989"/>
                  </a:lnTo>
                  <a:lnTo>
                    <a:pt x="195897" y="165595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2625750" y="2185244"/>
              <a:ext cx="334645" cy="511175"/>
            </a:xfrm>
            <a:custGeom>
              <a:avLst/>
              <a:gdLst/>
              <a:ahLst/>
              <a:cxnLst/>
              <a:rect l="l" t="t" r="r" b="b"/>
              <a:pathLst>
                <a:path w="334644" h="511175">
                  <a:moveTo>
                    <a:pt x="6362" y="273100"/>
                  </a:moveTo>
                  <a:lnTo>
                    <a:pt x="6070" y="272338"/>
                  </a:lnTo>
                  <a:lnTo>
                    <a:pt x="0" y="274612"/>
                  </a:lnTo>
                  <a:lnTo>
                    <a:pt x="469" y="275869"/>
                  </a:lnTo>
                  <a:lnTo>
                    <a:pt x="1282" y="275488"/>
                  </a:lnTo>
                  <a:lnTo>
                    <a:pt x="6362" y="273100"/>
                  </a:lnTo>
                  <a:close/>
                </a:path>
                <a:path w="334644" h="511175">
                  <a:moveTo>
                    <a:pt x="14427" y="246786"/>
                  </a:moveTo>
                  <a:lnTo>
                    <a:pt x="10477" y="246786"/>
                  </a:lnTo>
                  <a:lnTo>
                    <a:pt x="10477" y="250101"/>
                  </a:lnTo>
                  <a:lnTo>
                    <a:pt x="12458" y="250101"/>
                  </a:lnTo>
                  <a:lnTo>
                    <a:pt x="14427" y="250101"/>
                  </a:lnTo>
                  <a:lnTo>
                    <a:pt x="14427" y="246786"/>
                  </a:lnTo>
                  <a:close/>
                </a:path>
                <a:path w="334644" h="511175">
                  <a:moveTo>
                    <a:pt x="20142" y="200406"/>
                  </a:moveTo>
                  <a:lnTo>
                    <a:pt x="18072" y="200406"/>
                  </a:lnTo>
                  <a:lnTo>
                    <a:pt x="18072" y="202133"/>
                  </a:lnTo>
                  <a:lnTo>
                    <a:pt x="19113" y="202133"/>
                  </a:lnTo>
                  <a:lnTo>
                    <a:pt x="20142" y="202133"/>
                  </a:lnTo>
                  <a:lnTo>
                    <a:pt x="20142" y="200406"/>
                  </a:lnTo>
                  <a:close/>
                </a:path>
                <a:path w="334644" h="511175">
                  <a:moveTo>
                    <a:pt x="24015" y="176288"/>
                  </a:moveTo>
                  <a:lnTo>
                    <a:pt x="21818" y="176288"/>
                  </a:lnTo>
                  <a:lnTo>
                    <a:pt x="21907" y="177685"/>
                  </a:lnTo>
                  <a:lnTo>
                    <a:pt x="21971" y="178650"/>
                  </a:lnTo>
                  <a:lnTo>
                    <a:pt x="22021" y="179006"/>
                  </a:lnTo>
                  <a:lnTo>
                    <a:pt x="22352" y="180695"/>
                  </a:lnTo>
                  <a:lnTo>
                    <a:pt x="23469" y="180695"/>
                  </a:lnTo>
                  <a:lnTo>
                    <a:pt x="23799" y="179006"/>
                  </a:lnTo>
                  <a:lnTo>
                    <a:pt x="23850" y="178650"/>
                  </a:lnTo>
                  <a:lnTo>
                    <a:pt x="23926" y="177685"/>
                  </a:lnTo>
                  <a:lnTo>
                    <a:pt x="24015" y="176288"/>
                  </a:lnTo>
                  <a:close/>
                </a:path>
                <a:path w="334644" h="511175">
                  <a:moveTo>
                    <a:pt x="30861" y="270840"/>
                  </a:moveTo>
                  <a:lnTo>
                    <a:pt x="30657" y="269862"/>
                  </a:lnTo>
                  <a:lnTo>
                    <a:pt x="28727" y="269379"/>
                  </a:lnTo>
                  <a:lnTo>
                    <a:pt x="28181" y="269443"/>
                  </a:lnTo>
                  <a:lnTo>
                    <a:pt x="23863" y="270484"/>
                  </a:lnTo>
                  <a:lnTo>
                    <a:pt x="26263" y="276237"/>
                  </a:lnTo>
                  <a:lnTo>
                    <a:pt x="29133" y="273570"/>
                  </a:lnTo>
                  <a:lnTo>
                    <a:pt x="29997" y="272770"/>
                  </a:lnTo>
                  <a:lnTo>
                    <a:pt x="30111" y="272643"/>
                  </a:lnTo>
                  <a:lnTo>
                    <a:pt x="30861" y="270840"/>
                  </a:lnTo>
                  <a:close/>
                </a:path>
                <a:path w="334644" h="511175">
                  <a:moveTo>
                    <a:pt x="37236" y="193255"/>
                  </a:moveTo>
                  <a:lnTo>
                    <a:pt x="37109" y="192887"/>
                  </a:lnTo>
                  <a:lnTo>
                    <a:pt x="35179" y="189877"/>
                  </a:lnTo>
                  <a:lnTo>
                    <a:pt x="32308" y="192963"/>
                  </a:lnTo>
                  <a:lnTo>
                    <a:pt x="34467" y="194564"/>
                  </a:lnTo>
                  <a:lnTo>
                    <a:pt x="35102" y="195046"/>
                  </a:lnTo>
                  <a:lnTo>
                    <a:pt x="35445" y="195173"/>
                  </a:lnTo>
                  <a:lnTo>
                    <a:pt x="36766" y="195173"/>
                  </a:lnTo>
                  <a:lnTo>
                    <a:pt x="37223" y="194691"/>
                  </a:lnTo>
                  <a:lnTo>
                    <a:pt x="37236" y="193255"/>
                  </a:lnTo>
                  <a:close/>
                </a:path>
                <a:path w="334644" h="511175">
                  <a:moveTo>
                    <a:pt x="37274" y="218224"/>
                  </a:moveTo>
                  <a:lnTo>
                    <a:pt x="29756" y="215176"/>
                  </a:lnTo>
                  <a:lnTo>
                    <a:pt x="27940" y="221830"/>
                  </a:lnTo>
                  <a:lnTo>
                    <a:pt x="31762" y="222973"/>
                  </a:lnTo>
                  <a:lnTo>
                    <a:pt x="35902" y="224205"/>
                  </a:lnTo>
                  <a:lnTo>
                    <a:pt x="37274" y="218224"/>
                  </a:lnTo>
                  <a:close/>
                </a:path>
                <a:path w="334644" h="511175">
                  <a:moveTo>
                    <a:pt x="37604" y="150888"/>
                  </a:moveTo>
                  <a:lnTo>
                    <a:pt x="34848" y="150888"/>
                  </a:lnTo>
                  <a:lnTo>
                    <a:pt x="34848" y="153200"/>
                  </a:lnTo>
                  <a:lnTo>
                    <a:pt x="36220" y="153200"/>
                  </a:lnTo>
                  <a:lnTo>
                    <a:pt x="37592" y="153200"/>
                  </a:lnTo>
                  <a:lnTo>
                    <a:pt x="37604" y="150888"/>
                  </a:lnTo>
                  <a:close/>
                </a:path>
                <a:path w="334644" h="511175">
                  <a:moveTo>
                    <a:pt x="43891" y="243611"/>
                  </a:moveTo>
                  <a:lnTo>
                    <a:pt x="42659" y="241084"/>
                  </a:lnTo>
                  <a:lnTo>
                    <a:pt x="39306" y="241084"/>
                  </a:lnTo>
                  <a:lnTo>
                    <a:pt x="38074" y="243624"/>
                  </a:lnTo>
                  <a:lnTo>
                    <a:pt x="39509" y="244894"/>
                  </a:lnTo>
                  <a:lnTo>
                    <a:pt x="39865" y="245211"/>
                  </a:lnTo>
                  <a:lnTo>
                    <a:pt x="40043" y="245364"/>
                  </a:lnTo>
                  <a:lnTo>
                    <a:pt x="40640" y="245897"/>
                  </a:lnTo>
                  <a:lnTo>
                    <a:pt x="41325" y="245910"/>
                  </a:lnTo>
                  <a:lnTo>
                    <a:pt x="41922" y="245364"/>
                  </a:lnTo>
                  <a:lnTo>
                    <a:pt x="42100" y="245211"/>
                  </a:lnTo>
                  <a:lnTo>
                    <a:pt x="43891" y="243611"/>
                  </a:lnTo>
                  <a:close/>
                </a:path>
                <a:path w="334644" h="511175">
                  <a:moveTo>
                    <a:pt x="50025" y="105600"/>
                  </a:moveTo>
                  <a:lnTo>
                    <a:pt x="49961" y="104292"/>
                  </a:lnTo>
                  <a:lnTo>
                    <a:pt x="48844" y="101727"/>
                  </a:lnTo>
                  <a:lnTo>
                    <a:pt x="46621" y="101879"/>
                  </a:lnTo>
                  <a:lnTo>
                    <a:pt x="44196" y="103352"/>
                  </a:lnTo>
                  <a:lnTo>
                    <a:pt x="43954" y="105270"/>
                  </a:lnTo>
                  <a:lnTo>
                    <a:pt x="44958" y="106299"/>
                  </a:lnTo>
                  <a:lnTo>
                    <a:pt x="46342" y="107734"/>
                  </a:lnTo>
                  <a:lnTo>
                    <a:pt x="47764" y="107569"/>
                  </a:lnTo>
                  <a:lnTo>
                    <a:pt x="50025" y="105600"/>
                  </a:lnTo>
                  <a:close/>
                </a:path>
                <a:path w="334644" h="511175">
                  <a:moveTo>
                    <a:pt x="58839" y="82575"/>
                  </a:moveTo>
                  <a:lnTo>
                    <a:pt x="57607" y="75412"/>
                  </a:lnTo>
                  <a:lnTo>
                    <a:pt x="53327" y="74549"/>
                  </a:lnTo>
                  <a:lnTo>
                    <a:pt x="49707" y="76339"/>
                  </a:lnTo>
                  <a:lnTo>
                    <a:pt x="45491" y="80429"/>
                  </a:lnTo>
                  <a:lnTo>
                    <a:pt x="46863" y="86436"/>
                  </a:lnTo>
                  <a:lnTo>
                    <a:pt x="50749" y="87287"/>
                  </a:lnTo>
                  <a:lnTo>
                    <a:pt x="52514" y="87668"/>
                  </a:lnTo>
                  <a:lnTo>
                    <a:pt x="54292" y="87680"/>
                  </a:lnTo>
                  <a:lnTo>
                    <a:pt x="57962" y="84721"/>
                  </a:lnTo>
                  <a:lnTo>
                    <a:pt x="58839" y="82575"/>
                  </a:lnTo>
                  <a:close/>
                </a:path>
                <a:path w="334644" h="511175">
                  <a:moveTo>
                    <a:pt x="59207" y="137680"/>
                  </a:moveTo>
                  <a:lnTo>
                    <a:pt x="59029" y="136029"/>
                  </a:lnTo>
                  <a:lnTo>
                    <a:pt x="58686" y="135648"/>
                  </a:lnTo>
                  <a:lnTo>
                    <a:pt x="58089" y="135585"/>
                  </a:lnTo>
                  <a:lnTo>
                    <a:pt x="57124" y="135470"/>
                  </a:lnTo>
                  <a:lnTo>
                    <a:pt x="57048" y="127076"/>
                  </a:lnTo>
                  <a:lnTo>
                    <a:pt x="43942" y="127076"/>
                  </a:lnTo>
                  <a:lnTo>
                    <a:pt x="43929" y="132524"/>
                  </a:lnTo>
                  <a:lnTo>
                    <a:pt x="29514" y="132524"/>
                  </a:lnTo>
                  <a:lnTo>
                    <a:pt x="29514" y="146951"/>
                  </a:lnTo>
                  <a:lnTo>
                    <a:pt x="38125" y="146951"/>
                  </a:lnTo>
                  <a:lnTo>
                    <a:pt x="46736" y="146951"/>
                  </a:lnTo>
                  <a:lnTo>
                    <a:pt x="46736" y="138036"/>
                  </a:lnTo>
                  <a:lnTo>
                    <a:pt x="50495" y="138036"/>
                  </a:lnTo>
                  <a:lnTo>
                    <a:pt x="54965" y="138036"/>
                  </a:lnTo>
                  <a:lnTo>
                    <a:pt x="56730" y="140131"/>
                  </a:lnTo>
                  <a:lnTo>
                    <a:pt x="58191" y="138811"/>
                  </a:lnTo>
                  <a:lnTo>
                    <a:pt x="58915" y="138150"/>
                  </a:lnTo>
                  <a:lnTo>
                    <a:pt x="59207" y="137680"/>
                  </a:lnTo>
                  <a:close/>
                </a:path>
                <a:path w="334644" h="511175">
                  <a:moveTo>
                    <a:pt x="59855" y="107302"/>
                  </a:moveTo>
                  <a:lnTo>
                    <a:pt x="58000" y="105562"/>
                  </a:lnTo>
                  <a:lnTo>
                    <a:pt x="57289" y="105448"/>
                  </a:lnTo>
                  <a:lnTo>
                    <a:pt x="53759" y="106349"/>
                  </a:lnTo>
                  <a:lnTo>
                    <a:pt x="53746" y="109537"/>
                  </a:lnTo>
                  <a:lnTo>
                    <a:pt x="55664" y="110032"/>
                  </a:lnTo>
                  <a:lnTo>
                    <a:pt x="57251" y="110439"/>
                  </a:lnTo>
                  <a:lnTo>
                    <a:pt x="57975" y="110337"/>
                  </a:lnTo>
                  <a:lnTo>
                    <a:pt x="59232" y="109169"/>
                  </a:lnTo>
                  <a:lnTo>
                    <a:pt x="59855" y="108585"/>
                  </a:lnTo>
                  <a:lnTo>
                    <a:pt x="59855" y="107302"/>
                  </a:lnTo>
                  <a:close/>
                </a:path>
                <a:path w="334644" h="511175">
                  <a:moveTo>
                    <a:pt x="64287" y="276771"/>
                  </a:moveTo>
                  <a:lnTo>
                    <a:pt x="63538" y="276098"/>
                  </a:lnTo>
                  <a:lnTo>
                    <a:pt x="62496" y="275640"/>
                  </a:lnTo>
                  <a:lnTo>
                    <a:pt x="62318" y="275564"/>
                  </a:lnTo>
                  <a:lnTo>
                    <a:pt x="61264" y="275107"/>
                  </a:lnTo>
                  <a:lnTo>
                    <a:pt x="59994" y="276479"/>
                  </a:lnTo>
                  <a:lnTo>
                    <a:pt x="60413" y="277609"/>
                  </a:lnTo>
                  <a:lnTo>
                    <a:pt x="60909" y="278917"/>
                  </a:lnTo>
                  <a:lnTo>
                    <a:pt x="61544" y="279730"/>
                  </a:lnTo>
                  <a:lnTo>
                    <a:pt x="62852" y="279565"/>
                  </a:lnTo>
                  <a:lnTo>
                    <a:pt x="63601" y="279463"/>
                  </a:lnTo>
                  <a:lnTo>
                    <a:pt x="64033" y="279006"/>
                  </a:lnTo>
                  <a:lnTo>
                    <a:pt x="64147" y="278028"/>
                  </a:lnTo>
                  <a:lnTo>
                    <a:pt x="64160" y="277850"/>
                  </a:lnTo>
                  <a:lnTo>
                    <a:pt x="64287" y="276771"/>
                  </a:lnTo>
                  <a:close/>
                </a:path>
                <a:path w="334644" h="511175">
                  <a:moveTo>
                    <a:pt x="64706" y="202438"/>
                  </a:moveTo>
                  <a:lnTo>
                    <a:pt x="60680" y="196761"/>
                  </a:lnTo>
                  <a:lnTo>
                    <a:pt x="56743" y="200964"/>
                  </a:lnTo>
                  <a:lnTo>
                    <a:pt x="59766" y="203454"/>
                  </a:lnTo>
                  <a:lnTo>
                    <a:pt x="62039" y="205320"/>
                  </a:lnTo>
                  <a:lnTo>
                    <a:pt x="64706" y="202438"/>
                  </a:lnTo>
                  <a:close/>
                </a:path>
                <a:path w="334644" h="511175">
                  <a:moveTo>
                    <a:pt x="64757" y="72288"/>
                  </a:moveTo>
                  <a:lnTo>
                    <a:pt x="62865" y="72288"/>
                  </a:lnTo>
                  <a:lnTo>
                    <a:pt x="62852" y="73863"/>
                  </a:lnTo>
                  <a:lnTo>
                    <a:pt x="63804" y="73863"/>
                  </a:lnTo>
                  <a:lnTo>
                    <a:pt x="64744" y="73863"/>
                  </a:lnTo>
                  <a:lnTo>
                    <a:pt x="64757" y="72288"/>
                  </a:lnTo>
                  <a:close/>
                </a:path>
                <a:path w="334644" h="511175">
                  <a:moveTo>
                    <a:pt x="64998" y="245846"/>
                  </a:moveTo>
                  <a:lnTo>
                    <a:pt x="58801" y="245846"/>
                  </a:lnTo>
                  <a:lnTo>
                    <a:pt x="58801" y="251040"/>
                  </a:lnTo>
                  <a:lnTo>
                    <a:pt x="61899" y="251040"/>
                  </a:lnTo>
                  <a:lnTo>
                    <a:pt x="64998" y="251040"/>
                  </a:lnTo>
                  <a:lnTo>
                    <a:pt x="64998" y="245846"/>
                  </a:lnTo>
                  <a:close/>
                </a:path>
                <a:path w="334644" h="511175">
                  <a:moveTo>
                    <a:pt x="65074" y="48348"/>
                  </a:moveTo>
                  <a:lnTo>
                    <a:pt x="64655" y="46901"/>
                  </a:lnTo>
                  <a:lnTo>
                    <a:pt x="63093" y="41579"/>
                  </a:lnTo>
                  <a:lnTo>
                    <a:pt x="57416" y="47701"/>
                  </a:lnTo>
                  <a:lnTo>
                    <a:pt x="63690" y="49834"/>
                  </a:lnTo>
                  <a:lnTo>
                    <a:pt x="65074" y="48348"/>
                  </a:lnTo>
                  <a:close/>
                </a:path>
                <a:path w="334644" h="511175">
                  <a:moveTo>
                    <a:pt x="71793" y="228092"/>
                  </a:moveTo>
                  <a:lnTo>
                    <a:pt x="69710" y="225907"/>
                  </a:lnTo>
                  <a:lnTo>
                    <a:pt x="69215" y="225463"/>
                  </a:lnTo>
                  <a:lnTo>
                    <a:pt x="67157" y="224180"/>
                  </a:lnTo>
                  <a:lnTo>
                    <a:pt x="65849" y="225018"/>
                  </a:lnTo>
                  <a:lnTo>
                    <a:pt x="65328" y="226377"/>
                  </a:lnTo>
                  <a:lnTo>
                    <a:pt x="65036" y="226910"/>
                  </a:lnTo>
                  <a:lnTo>
                    <a:pt x="64897" y="227482"/>
                  </a:lnTo>
                  <a:lnTo>
                    <a:pt x="64871" y="228104"/>
                  </a:lnTo>
                  <a:lnTo>
                    <a:pt x="64604" y="230085"/>
                  </a:lnTo>
                  <a:lnTo>
                    <a:pt x="65697" y="232841"/>
                  </a:lnTo>
                  <a:lnTo>
                    <a:pt x="68630" y="232473"/>
                  </a:lnTo>
                  <a:lnTo>
                    <a:pt x="69126" y="232397"/>
                  </a:lnTo>
                  <a:lnTo>
                    <a:pt x="71501" y="231000"/>
                  </a:lnTo>
                  <a:lnTo>
                    <a:pt x="71793" y="228092"/>
                  </a:lnTo>
                  <a:close/>
                </a:path>
                <a:path w="334644" h="511175">
                  <a:moveTo>
                    <a:pt x="72758" y="685"/>
                  </a:moveTo>
                  <a:lnTo>
                    <a:pt x="72478" y="812"/>
                  </a:lnTo>
                  <a:lnTo>
                    <a:pt x="72618" y="1320"/>
                  </a:lnTo>
                  <a:lnTo>
                    <a:pt x="72758" y="685"/>
                  </a:lnTo>
                  <a:close/>
                </a:path>
                <a:path w="334644" h="511175">
                  <a:moveTo>
                    <a:pt x="74053" y="3035"/>
                  </a:moveTo>
                  <a:lnTo>
                    <a:pt x="73012" y="1841"/>
                  </a:lnTo>
                  <a:lnTo>
                    <a:pt x="72618" y="1384"/>
                  </a:lnTo>
                  <a:lnTo>
                    <a:pt x="72517" y="1841"/>
                  </a:lnTo>
                  <a:lnTo>
                    <a:pt x="72567" y="1320"/>
                  </a:lnTo>
                  <a:lnTo>
                    <a:pt x="72224" y="927"/>
                  </a:lnTo>
                  <a:lnTo>
                    <a:pt x="72478" y="812"/>
                  </a:lnTo>
                  <a:lnTo>
                    <a:pt x="72377" y="685"/>
                  </a:lnTo>
                  <a:lnTo>
                    <a:pt x="71247" y="25"/>
                  </a:lnTo>
                  <a:lnTo>
                    <a:pt x="70408" y="0"/>
                  </a:lnTo>
                  <a:lnTo>
                    <a:pt x="68999" y="1181"/>
                  </a:lnTo>
                  <a:lnTo>
                    <a:pt x="68287" y="2247"/>
                  </a:lnTo>
                  <a:lnTo>
                    <a:pt x="69265" y="4749"/>
                  </a:lnTo>
                  <a:lnTo>
                    <a:pt x="69938" y="5422"/>
                  </a:lnTo>
                  <a:lnTo>
                    <a:pt x="73279" y="5588"/>
                  </a:lnTo>
                  <a:lnTo>
                    <a:pt x="74053" y="3035"/>
                  </a:lnTo>
                  <a:close/>
                </a:path>
                <a:path w="334644" h="511175">
                  <a:moveTo>
                    <a:pt x="74422" y="151828"/>
                  </a:moveTo>
                  <a:lnTo>
                    <a:pt x="72504" y="148107"/>
                  </a:lnTo>
                  <a:lnTo>
                    <a:pt x="69100" y="150482"/>
                  </a:lnTo>
                  <a:lnTo>
                    <a:pt x="68821" y="151828"/>
                  </a:lnTo>
                  <a:lnTo>
                    <a:pt x="68872" y="152260"/>
                  </a:lnTo>
                  <a:lnTo>
                    <a:pt x="70497" y="155409"/>
                  </a:lnTo>
                  <a:lnTo>
                    <a:pt x="73367" y="154228"/>
                  </a:lnTo>
                  <a:lnTo>
                    <a:pt x="72872" y="152857"/>
                  </a:lnTo>
                  <a:lnTo>
                    <a:pt x="72796" y="152628"/>
                  </a:lnTo>
                  <a:lnTo>
                    <a:pt x="73533" y="152260"/>
                  </a:lnTo>
                  <a:lnTo>
                    <a:pt x="74422" y="151828"/>
                  </a:lnTo>
                  <a:close/>
                </a:path>
                <a:path w="334644" h="511175">
                  <a:moveTo>
                    <a:pt x="78447" y="177215"/>
                  </a:moveTo>
                  <a:lnTo>
                    <a:pt x="73761" y="174320"/>
                  </a:lnTo>
                  <a:lnTo>
                    <a:pt x="70980" y="176009"/>
                  </a:lnTo>
                  <a:lnTo>
                    <a:pt x="70980" y="181406"/>
                  </a:lnTo>
                  <a:lnTo>
                    <a:pt x="73761" y="183083"/>
                  </a:lnTo>
                  <a:lnTo>
                    <a:pt x="75920" y="181762"/>
                  </a:lnTo>
                  <a:lnTo>
                    <a:pt x="78447" y="180200"/>
                  </a:lnTo>
                  <a:lnTo>
                    <a:pt x="78447" y="177215"/>
                  </a:lnTo>
                  <a:close/>
                </a:path>
                <a:path w="334644" h="511175">
                  <a:moveTo>
                    <a:pt x="81686" y="49072"/>
                  </a:moveTo>
                  <a:lnTo>
                    <a:pt x="81013" y="48729"/>
                  </a:lnTo>
                  <a:lnTo>
                    <a:pt x="80759" y="48615"/>
                  </a:lnTo>
                  <a:lnTo>
                    <a:pt x="78486" y="47485"/>
                  </a:lnTo>
                  <a:lnTo>
                    <a:pt x="78486" y="51485"/>
                  </a:lnTo>
                  <a:lnTo>
                    <a:pt x="80505" y="50482"/>
                  </a:lnTo>
                  <a:lnTo>
                    <a:pt x="81686" y="49885"/>
                  </a:lnTo>
                  <a:lnTo>
                    <a:pt x="81686" y="49072"/>
                  </a:lnTo>
                  <a:close/>
                </a:path>
                <a:path w="334644" h="511175">
                  <a:moveTo>
                    <a:pt x="82181" y="81749"/>
                  </a:moveTo>
                  <a:lnTo>
                    <a:pt x="78587" y="77863"/>
                  </a:lnTo>
                  <a:lnTo>
                    <a:pt x="76276" y="80365"/>
                  </a:lnTo>
                  <a:lnTo>
                    <a:pt x="73469" y="83375"/>
                  </a:lnTo>
                  <a:lnTo>
                    <a:pt x="77076" y="87261"/>
                  </a:lnTo>
                  <a:lnTo>
                    <a:pt x="82181" y="81749"/>
                  </a:lnTo>
                  <a:close/>
                </a:path>
                <a:path w="334644" h="511175">
                  <a:moveTo>
                    <a:pt x="84924" y="125069"/>
                  </a:moveTo>
                  <a:lnTo>
                    <a:pt x="84531" y="124561"/>
                  </a:lnTo>
                  <a:lnTo>
                    <a:pt x="83832" y="123685"/>
                  </a:lnTo>
                  <a:lnTo>
                    <a:pt x="83464" y="123545"/>
                  </a:lnTo>
                  <a:lnTo>
                    <a:pt x="79260" y="122834"/>
                  </a:lnTo>
                  <a:lnTo>
                    <a:pt x="79235" y="127914"/>
                  </a:lnTo>
                  <a:lnTo>
                    <a:pt x="82384" y="127393"/>
                  </a:lnTo>
                  <a:lnTo>
                    <a:pt x="83464" y="127215"/>
                  </a:lnTo>
                  <a:lnTo>
                    <a:pt x="83832" y="127076"/>
                  </a:lnTo>
                  <a:lnTo>
                    <a:pt x="84924" y="125691"/>
                  </a:lnTo>
                  <a:lnTo>
                    <a:pt x="84924" y="125069"/>
                  </a:lnTo>
                  <a:close/>
                </a:path>
                <a:path w="334644" h="511175">
                  <a:moveTo>
                    <a:pt x="86360" y="12280"/>
                  </a:moveTo>
                  <a:lnTo>
                    <a:pt x="85979" y="12001"/>
                  </a:lnTo>
                  <a:lnTo>
                    <a:pt x="85750" y="11849"/>
                  </a:lnTo>
                  <a:lnTo>
                    <a:pt x="83197" y="9969"/>
                  </a:lnTo>
                  <a:lnTo>
                    <a:pt x="83197" y="15163"/>
                  </a:lnTo>
                  <a:lnTo>
                    <a:pt x="85293" y="13627"/>
                  </a:lnTo>
                  <a:lnTo>
                    <a:pt x="86360" y="12839"/>
                  </a:lnTo>
                  <a:lnTo>
                    <a:pt x="86360" y="12280"/>
                  </a:lnTo>
                  <a:close/>
                </a:path>
                <a:path w="334644" h="511175">
                  <a:moveTo>
                    <a:pt x="88404" y="215353"/>
                  </a:moveTo>
                  <a:lnTo>
                    <a:pt x="81876" y="214528"/>
                  </a:lnTo>
                  <a:lnTo>
                    <a:pt x="82067" y="218706"/>
                  </a:lnTo>
                  <a:lnTo>
                    <a:pt x="82105" y="219697"/>
                  </a:lnTo>
                  <a:lnTo>
                    <a:pt x="82296" y="220383"/>
                  </a:lnTo>
                  <a:lnTo>
                    <a:pt x="83083" y="222123"/>
                  </a:lnTo>
                  <a:lnTo>
                    <a:pt x="83997" y="222567"/>
                  </a:lnTo>
                  <a:lnTo>
                    <a:pt x="86042" y="222643"/>
                  </a:lnTo>
                  <a:lnTo>
                    <a:pt x="86995" y="221907"/>
                  </a:lnTo>
                  <a:lnTo>
                    <a:pt x="87261" y="220522"/>
                  </a:lnTo>
                  <a:lnTo>
                    <a:pt x="87210" y="219913"/>
                  </a:lnTo>
                  <a:lnTo>
                    <a:pt x="88404" y="215353"/>
                  </a:lnTo>
                  <a:close/>
                </a:path>
                <a:path w="334644" h="511175">
                  <a:moveTo>
                    <a:pt x="92151" y="52146"/>
                  </a:moveTo>
                  <a:lnTo>
                    <a:pt x="88709" y="52146"/>
                  </a:lnTo>
                  <a:lnTo>
                    <a:pt x="88696" y="55029"/>
                  </a:lnTo>
                  <a:lnTo>
                    <a:pt x="90424" y="55029"/>
                  </a:lnTo>
                  <a:lnTo>
                    <a:pt x="92151" y="55029"/>
                  </a:lnTo>
                  <a:lnTo>
                    <a:pt x="92151" y="52146"/>
                  </a:lnTo>
                  <a:close/>
                </a:path>
                <a:path w="334644" h="511175">
                  <a:moveTo>
                    <a:pt x="94488" y="41757"/>
                  </a:moveTo>
                  <a:lnTo>
                    <a:pt x="92862" y="36588"/>
                  </a:lnTo>
                  <a:lnTo>
                    <a:pt x="84683" y="40068"/>
                  </a:lnTo>
                  <a:lnTo>
                    <a:pt x="87503" y="46545"/>
                  </a:lnTo>
                  <a:lnTo>
                    <a:pt x="91020" y="44132"/>
                  </a:lnTo>
                  <a:lnTo>
                    <a:pt x="94488" y="41757"/>
                  </a:lnTo>
                  <a:close/>
                </a:path>
                <a:path w="334644" h="511175">
                  <a:moveTo>
                    <a:pt x="95783" y="166128"/>
                  </a:moveTo>
                  <a:lnTo>
                    <a:pt x="92684" y="166128"/>
                  </a:lnTo>
                  <a:lnTo>
                    <a:pt x="92684" y="168719"/>
                  </a:lnTo>
                  <a:lnTo>
                    <a:pt x="94234" y="168719"/>
                  </a:lnTo>
                  <a:lnTo>
                    <a:pt x="95783" y="168719"/>
                  </a:lnTo>
                  <a:lnTo>
                    <a:pt x="95783" y="166128"/>
                  </a:lnTo>
                  <a:close/>
                </a:path>
                <a:path w="334644" h="511175">
                  <a:moveTo>
                    <a:pt x="97078" y="294728"/>
                  </a:moveTo>
                  <a:lnTo>
                    <a:pt x="87591" y="294728"/>
                  </a:lnTo>
                  <a:lnTo>
                    <a:pt x="87591" y="302666"/>
                  </a:lnTo>
                  <a:lnTo>
                    <a:pt x="92329" y="302666"/>
                  </a:lnTo>
                  <a:lnTo>
                    <a:pt x="97066" y="302666"/>
                  </a:lnTo>
                  <a:lnTo>
                    <a:pt x="97078" y="294728"/>
                  </a:lnTo>
                  <a:close/>
                </a:path>
                <a:path w="334644" h="511175">
                  <a:moveTo>
                    <a:pt x="97751" y="95084"/>
                  </a:moveTo>
                  <a:lnTo>
                    <a:pt x="92849" y="91186"/>
                  </a:lnTo>
                  <a:lnTo>
                    <a:pt x="88963" y="90551"/>
                  </a:lnTo>
                  <a:lnTo>
                    <a:pt x="86220" y="93497"/>
                  </a:lnTo>
                  <a:lnTo>
                    <a:pt x="85852" y="97701"/>
                  </a:lnTo>
                  <a:lnTo>
                    <a:pt x="89090" y="100812"/>
                  </a:lnTo>
                  <a:lnTo>
                    <a:pt x="95529" y="102920"/>
                  </a:lnTo>
                  <a:lnTo>
                    <a:pt x="97751" y="95084"/>
                  </a:lnTo>
                  <a:close/>
                </a:path>
                <a:path w="334644" h="511175">
                  <a:moveTo>
                    <a:pt x="98666" y="261251"/>
                  </a:moveTo>
                  <a:lnTo>
                    <a:pt x="92913" y="253695"/>
                  </a:lnTo>
                  <a:lnTo>
                    <a:pt x="87693" y="259321"/>
                  </a:lnTo>
                  <a:lnTo>
                    <a:pt x="90970" y="262229"/>
                  </a:lnTo>
                  <a:lnTo>
                    <a:pt x="94691" y="265518"/>
                  </a:lnTo>
                  <a:lnTo>
                    <a:pt x="98666" y="261251"/>
                  </a:lnTo>
                  <a:close/>
                </a:path>
                <a:path w="334644" h="511175">
                  <a:moveTo>
                    <a:pt x="101092" y="192138"/>
                  </a:moveTo>
                  <a:lnTo>
                    <a:pt x="98894" y="189763"/>
                  </a:lnTo>
                  <a:lnTo>
                    <a:pt x="96888" y="190944"/>
                  </a:lnTo>
                  <a:lnTo>
                    <a:pt x="92722" y="193395"/>
                  </a:lnTo>
                  <a:lnTo>
                    <a:pt x="97713" y="198818"/>
                  </a:lnTo>
                  <a:lnTo>
                    <a:pt x="101092" y="192138"/>
                  </a:lnTo>
                  <a:close/>
                </a:path>
                <a:path w="334644" h="511175">
                  <a:moveTo>
                    <a:pt x="103378" y="226072"/>
                  </a:moveTo>
                  <a:lnTo>
                    <a:pt x="96494" y="226072"/>
                  </a:lnTo>
                  <a:lnTo>
                    <a:pt x="96494" y="231851"/>
                  </a:lnTo>
                  <a:lnTo>
                    <a:pt x="99936" y="231851"/>
                  </a:lnTo>
                  <a:lnTo>
                    <a:pt x="103378" y="231851"/>
                  </a:lnTo>
                  <a:lnTo>
                    <a:pt x="103378" y="226072"/>
                  </a:lnTo>
                  <a:close/>
                </a:path>
                <a:path w="334644" h="511175">
                  <a:moveTo>
                    <a:pt x="104673" y="99847"/>
                  </a:moveTo>
                  <a:lnTo>
                    <a:pt x="99009" y="99847"/>
                  </a:lnTo>
                  <a:lnTo>
                    <a:pt x="100685" y="102514"/>
                  </a:lnTo>
                  <a:lnTo>
                    <a:pt x="100838" y="102755"/>
                  </a:lnTo>
                  <a:lnTo>
                    <a:pt x="100990" y="103009"/>
                  </a:lnTo>
                  <a:lnTo>
                    <a:pt x="101498" y="103809"/>
                  </a:lnTo>
                  <a:lnTo>
                    <a:pt x="102184" y="103809"/>
                  </a:lnTo>
                  <a:lnTo>
                    <a:pt x="104673" y="99847"/>
                  </a:lnTo>
                  <a:close/>
                </a:path>
                <a:path w="334644" h="511175">
                  <a:moveTo>
                    <a:pt x="105194" y="142836"/>
                  </a:moveTo>
                  <a:lnTo>
                    <a:pt x="100380" y="142836"/>
                  </a:lnTo>
                  <a:lnTo>
                    <a:pt x="100380" y="146888"/>
                  </a:lnTo>
                  <a:lnTo>
                    <a:pt x="102793" y="146888"/>
                  </a:lnTo>
                  <a:lnTo>
                    <a:pt x="105194" y="146888"/>
                  </a:lnTo>
                  <a:lnTo>
                    <a:pt x="105194" y="142836"/>
                  </a:lnTo>
                  <a:close/>
                </a:path>
                <a:path w="334644" h="511175">
                  <a:moveTo>
                    <a:pt x="105486" y="79184"/>
                  </a:moveTo>
                  <a:lnTo>
                    <a:pt x="101879" y="75298"/>
                  </a:lnTo>
                  <a:lnTo>
                    <a:pt x="96774" y="80810"/>
                  </a:lnTo>
                  <a:lnTo>
                    <a:pt x="100368" y="84696"/>
                  </a:lnTo>
                  <a:lnTo>
                    <a:pt x="102679" y="82194"/>
                  </a:lnTo>
                  <a:lnTo>
                    <a:pt x="105486" y="79184"/>
                  </a:lnTo>
                  <a:close/>
                </a:path>
                <a:path w="334644" h="511175">
                  <a:moveTo>
                    <a:pt x="110578" y="121259"/>
                  </a:moveTo>
                  <a:lnTo>
                    <a:pt x="102997" y="119608"/>
                  </a:lnTo>
                  <a:lnTo>
                    <a:pt x="102971" y="127050"/>
                  </a:lnTo>
                  <a:lnTo>
                    <a:pt x="107302" y="126111"/>
                  </a:lnTo>
                  <a:lnTo>
                    <a:pt x="110566" y="125399"/>
                  </a:lnTo>
                  <a:lnTo>
                    <a:pt x="110578" y="121259"/>
                  </a:lnTo>
                  <a:close/>
                </a:path>
                <a:path w="334644" h="511175">
                  <a:moveTo>
                    <a:pt x="115481" y="253187"/>
                  </a:moveTo>
                  <a:lnTo>
                    <a:pt x="107226" y="253187"/>
                  </a:lnTo>
                  <a:lnTo>
                    <a:pt x="107213" y="260108"/>
                  </a:lnTo>
                  <a:lnTo>
                    <a:pt x="111353" y="260108"/>
                  </a:lnTo>
                  <a:lnTo>
                    <a:pt x="115468" y="260108"/>
                  </a:lnTo>
                  <a:lnTo>
                    <a:pt x="115481" y="253187"/>
                  </a:lnTo>
                  <a:close/>
                </a:path>
                <a:path w="334644" h="511175">
                  <a:moveTo>
                    <a:pt x="117652" y="179692"/>
                  </a:moveTo>
                  <a:lnTo>
                    <a:pt x="112661" y="179692"/>
                  </a:lnTo>
                  <a:lnTo>
                    <a:pt x="112649" y="183870"/>
                  </a:lnTo>
                  <a:lnTo>
                    <a:pt x="115150" y="183870"/>
                  </a:lnTo>
                  <a:lnTo>
                    <a:pt x="117640" y="183870"/>
                  </a:lnTo>
                  <a:lnTo>
                    <a:pt x="117652" y="179692"/>
                  </a:lnTo>
                  <a:close/>
                </a:path>
                <a:path w="334644" h="511175">
                  <a:moveTo>
                    <a:pt x="118592" y="161925"/>
                  </a:moveTo>
                  <a:lnTo>
                    <a:pt x="118325" y="161493"/>
                  </a:lnTo>
                  <a:lnTo>
                    <a:pt x="117424" y="160134"/>
                  </a:lnTo>
                  <a:lnTo>
                    <a:pt x="116725" y="159893"/>
                  </a:lnTo>
                  <a:lnTo>
                    <a:pt x="112229" y="159766"/>
                  </a:lnTo>
                  <a:lnTo>
                    <a:pt x="112217" y="164833"/>
                  </a:lnTo>
                  <a:lnTo>
                    <a:pt x="115150" y="164744"/>
                  </a:lnTo>
                  <a:lnTo>
                    <a:pt x="116700" y="164706"/>
                  </a:lnTo>
                  <a:lnTo>
                    <a:pt x="117411" y="164477"/>
                  </a:lnTo>
                  <a:lnTo>
                    <a:pt x="118592" y="162674"/>
                  </a:lnTo>
                  <a:lnTo>
                    <a:pt x="118592" y="161925"/>
                  </a:lnTo>
                  <a:close/>
                </a:path>
                <a:path w="334644" h="511175">
                  <a:moveTo>
                    <a:pt x="124764" y="291109"/>
                  </a:moveTo>
                  <a:lnTo>
                    <a:pt x="123469" y="286588"/>
                  </a:lnTo>
                  <a:lnTo>
                    <a:pt x="120662" y="286842"/>
                  </a:lnTo>
                  <a:lnTo>
                    <a:pt x="115582" y="288467"/>
                  </a:lnTo>
                  <a:lnTo>
                    <a:pt x="117233" y="294538"/>
                  </a:lnTo>
                  <a:lnTo>
                    <a:pt x="120586" y="293179"/>
                  </a:lnTo>
                  <a:lnTo>
                    <a:pt x="122110" y="292569"/>
                  </a:lnTo>
                  <a:lnTo>
                    <a:pt x="124764" y="291109"/>
                  </a:lnTo>
                  <a:close/>
                </a:path>
                <a:path w="334644" h="511175">
                  <a:moveTo>
                    <a:pt x="126034" y="203657"/>
                  </a:moveTo>
                  <a:lnTo>
                    <a:pt x="119494" y="203657"/>
                  </a:lnTo>
                  <a:lnTo>
                    <a:pt x="119481" y="209143"/>
                  </a:lnTo>
                  <a:lnTo>
                    <a:pt x="122758" y="209143"/>
                  </a:lnTo>
                  <a:lnTo>
                    <a:pt x="126022" y="209143"/>
                  </a:lnTo>
                  <a:lnTo>
                    <a:pt x="126034" y="203657"/>
                  </a:lnTo>
                  <a:close/>
                </a:path>
                <a:path w="334644" h="511175">
                  <a:moveTo>
                    <a:pt x="126987" y="140385"/>
                  </a:moveTo>
                  <a:lnTo>
                    <a:pt x="124066" y="137223"/>
                  </a:lnTo>
                  <a:lnTo>
                    <a:pt x="121145" y="138798"/>
                  </a:lnTo>
                  <a:lnTo>
                    <a:pt x="115417" y="141871"/>
                  </a:lnTo>
                  <a:lnTo>
                    <a:pt x="122656" y="149745"/>
                  </a:lnTo>
                  <a:lnTo>
                    <a:pt x="126987" y="140385"/>
                  </a:lnTo>
                  <a:close/>
                </a:path>
                <a:path w="334644" h="511175">
                  <a:moveTo>
                    <a:pt x="133400" y="187388"/>
                  </a:moveTo>
                  <a:lnTo>
                    <a:pt x="131127" y="187388"/>
                  </a:lnTo>
                  <a:lnTo>
                    <a:pt x="131127" y="188963"/>
                  </a:lnTo>
                  <a:lnTo>
                    <a:pt x="131127" y="190169"/>
                  </a:lnTo>
                  <a:lnTo>
                    <a:pt x="131152" y="190360"/>
                  </a:lnTo>
                  <a:lnTo>
                    <a:pt x="131686" y="191376"/>
                  </a:lnTo>
                  <a:lnTo>
                    <a:pt x="131940" y="191846"/>
                  </a:lnTo>
                  <a:lnTo>
                    <a:pt x="132600" y="191846"/>
                  </a:lnTo>
                  <a:lnTo>
                    <a:pt x="132854" y="191376"/>
                  </a:lnTo>
                  <a:lnTo>
                    <a:pt x="133388" y="190360"/>
                  </a:lnTo>
                  <a:lnTo>
                    <a:pt x="133400" y="190169"/>
                  </a:lnTo>
                  <a:lnTo>
                    <a:pt x="133400" y="187388"/>
                  </a:lnTo>
                  <a:close/>
                </a:path>
                <a:path w="334644" h="511175">
                  <a:moveTo>
                    <a:pt x="135369" y="170192"/>
                  </a:moveTo>
                  <a:lnTo>
                    <a:pt x="127279" y="170192"/>
                  </a:lnTo>
                  <a:lnTo>
                    <a:pt x="127266" y="176974"/>
                  </a:lnTo>
                  <a:lnTo>
                    <a:pt x="131318" y="176974"/>
                  </a:lnTo>
                  <a:lnTo>
                    <a:pt x="135356" y="176974"/>
                  </a:lnTo>
                  <a:lnTo>
                    <a:pt x="135369" y="170192"/>
                  </a:lnTo>
                  <a:close/>
                </a:path>
                <a:path w="334644" h="511175">
                  <a:moveTo>
                    <a:pt x="135610" y="236931"/>
                  </a:moveTo>
                  <a:lnTo>
                    <a:pt x="133616" y="232321"/>
                  </a:lnTo>
                  <a:lnTo>
                    <a:pt x="127254" y="233108"/>
                  </a:lnTo>
                  <a:lnTo>
                    <a:pt x="124904" y="235559"/>
                  </a:lnTo>
                  <a:lnTo>
                    <a:pt x="126974" y="243484"/>
                  </a:lnTo>
                  <a:lnTo>
                    <a:pt x="133337" y="243916"/>
                  </a:lnTo>
                  <a:lnTo>
                    <a:pt x="134150" y="239674"/>
                  </a:lnTo>
                  <a:lnTo>
                    <a:pt x="134213" y="239369"/>
                  </a:lnTo>
                  <a:lnTo>
                    <a:pt x="134277" y="239242"/>
                  </a:lnTo>
                  <a:lnTo>
                    <a:pt x="135610" y="236931"/>
                  </a:lnTo>
                  <a:close/>
                </a:path>
                <a:path w="334644" h="511175">
                  <a:moveTo>
                    <a:pt x="143090" y="155117"/>
                  </a:moveTo>
                  <a:lnTo>
                    <a:pt x="137706" y="152615"/>
                  </a:lnTo>
                  <a:lnTo>
                    <a:pt x="135445" y="153098"/>
                  </a:lnTo>
                  <a:lnTo>
                    <a:pt x="134975" y="155333"/>
                  </a:lnTo>
                  <a:lnTo>
                    <a:pt x="134124" y="159296"/>
                  </a:lnTo>
                  <a:lnTo>
                    <a:pt x="136918" y="162166"/>
                  </a:lnTo>
                  <a:lnTo>
                    <a:pt x="142240" y="159753"/>
                  </a:lnTo>
                  <a:lnTo>
                    <a:pt x="143090" y="155117"/>
                  </a:lnTo>
                  <a:close/>
                </a:path>
                <a:path w="334644" h="511175">
                  <a:moveTo>
                    <a:pt x="155333" y="261937"/>
                  </a:moveTo>
                  <a:lnTo>
                    <a:pt x="143446" y="261937"/>
                  </a:lnTo>
                  <a:lnTo>
                    <a:pt x="143433" y="271881"/>
                  </a:lnTo>
                  <a:lnTo>
                    <a:pt x="149390" y="271881"/>
                  </a:lnTo>
                  <a:lnTo>
                    <a:pt x="155321" y="271881"/>
                  </a:lnTo>
                  <a:lnTo>
                    <a:pt x="155333" y="261937"/>
                  </a:lnTo>
                  <a:close/>
                </a:path>
                <a:path w="334644" h="511175">
                  <a:moveTo>
                    <a:pt x="155600" y="197993"/>
                  </a:moveTo>
                  <a:lnTo>
                    <a:pt x="150393" y="193446"/>
                  </a:lnTo>
                  <a:lnTo>
                    <a:pt x="149377" y="192786"/>
                  </a:lnTo>
                  <a:lnTo>
                    <a:pt x="145122" y="190411"/>
                  </a:lnTo>
                  <a:lnTo>
                    <a:pt x="142024" y="193776"/>
                  </a:lnTo>
                  <a:lnTo>
                    <a:pt x="143560" y="197027"/>
                  </a:lnTo>
                  <a:lnTo>
                    <a:pt x="144208" y="198361"/>
                  </a:lnTo>
                  <a:lnTo>
                    <a:pt x="144818" y="199466"/>
                  </a:lnTo>
                  <a:lnTo>
                    <a:pt x="149009" y="205066"/>
                  </a:lnTo>
                  <a:lnTo>
                    <a:pt x="155600" y="197993"/>
                  </a:lnTo>
                  <a:close/>
                </a:path>
                <a:path w="334644" h="511175">
                  <a:moveTo>
                    <a:pt x="255790" y="501637"/>
                  </a:moveTo>
                  <a:lnTo>
                    <a:pt x="254368" y="500595"/>
                  </a:lnTo>
                  <a:lnTo>
                    <a:pt x="253746" y="500672"/>
                  </a:lnTo>
                  <a:lnTo>
                    <a:pt x="251079" y="500672"/>
                  </a:lnTo>
                  <a:lnTo>
                    <a:pt x="251079" y="503440"/>
                  </a:lnTo>
                  <a:lnTo>
                    <a:pt x="252730" y="503440"/>
                  </a:lnTo>
                  <a:lnTo>
                    <a:pt x="253758" y="503440"/>
                  </a:lnTo>
                  <a:lnTo>
                    <a:pt x="254368" y="503504"/>
                  </a:lnTo>
                  <a:lnTo>
                    <a:pt x="255790" y="502475"/>
                  </a:lnTo>
                  <a:lnTo>
                    <a:pt x="255790" y="501637"/>
                  </a:lnTo>
                  <a:close/>
                </a:path>
                <a:path w="334644" h="511175">
                  <a:moveTo>
                    <a:pt x="269786" y="494068"/>
                  </a:moveTo>
                  <a:lnTo>
                    <a:pt x="267106" y="493725"/>
                  </a:lnTo>
                  <a:lnTo>
                    <a:pt x="267131" y="495503"/>
                  </a:lnTo>
                  <a:lnTo>
                    <a:pt x="267157" y="496785"/>
                  </a:lnTo>
                  <a:lnTo>
                    <a:pt x="267843" y="497903"/>
                  </a:lnTo>
                  <a:lnTo>
                    <a:pt x="269125" y="497598"/>
                  </a:lnTo>
                  <a:lnTo>
                    <a:pt x="269455" y="497522"/>
                  </a:lnTo>
                  <a:lnTo>
                    <a:pt x="269709" y="497078"/>
                  </a:lnTo>
                  <a:lnTo>
                    <a:pt x="269506" y="496481"/>
                  </a:lnTo>
                  <a:lnTo>
                    <a:pt x="269316" y="496100"/>
                  </a:lnTo>
                  <a:lnTo>
                    <a:pt x="269786" y="494068"/>
                  </a:lnTo>
                  <a:close/>
                </a:path>
                <a:path w="334644" h="511175">
                  <a:moveTo>
                    <a:pt x="289979" y="496785"/>
                  </a:moveTo>
                  <a:lnTo>
                    <a:pt x="284353" y="496785"/>
                  </a:lnTo>
                  <a:lnTo>
                    <a:pt x="284353" y="501497"/>
                  </a:lnTo>
                  <a:lnTo>
                    <a:pt x="287159" y="501497"/>
                  </a:lnTo>
                  <a:lnTo>
                    <a:pt x="289966" y="501497"/>
                  </a:lnTo>
                  <a:lnTo>
                    <a:pt x="289979" y="496785"/>
                  </a:lnTo>
                  <a:close/>
                </a:path>
                <a:path w="334644" h="511175">
                  <a:moveTo>
                    <a:pt x="295236" y="486397"/>
                  </a:moveTo>
                  <a:lnTo>
                    <a:pt x="294030" y="485965"/>
                  </a:lnTo>
                  <a:lnTo>
                    <a:pt x="292328" y="486041"/>
                  </a:lnTo>
                  <a:lnTo>
                    <a:pt x="292315" y="487489"/>
                  </a:lnTo>
                  <a:lnTo>
                    <a:pt x="294030" y="487565"/>
                  </a:lnTo>
                  <a:lnTo>
                    <a:pt x="295224" y="487121"/>
                  </a:lnTo>
                  <a:lnTo>
                    <a:pt x="295236" y="486397"/>
                  </a:lnTo>
                  <a:close/>
                </a:path>
                <a:path w="334644" h="511175">
                  <a:moveTo>
                    <a:pt x="305066" y="386168"/>
                  </a:moveTo>
                  <a:lnTo>
                    <a:pt x="296951" y="386168"/>
                  </a:lnTo>
                  <a:lnTo>
                    <a:pt x="296938" y="392963"/>
                  </a:lnTo>
                  <a:lnTo>
                    <a:pt x="301002" y="392963"/>
                  </a:lnTo>
                  <a:lnTo>
                    <a:pt x="305054" y="392963"/>
                  </a:lnTo>
                  <a:lnTo>
                    <a:pt x="305066" y="386168"/>
                  </a:lnTo>
                  <a:close/>
                </a:path>
                <a:path w="334644" h="511175">
                  <a:moveTo>
                    <a:pt x="308571" y="380517"/>
                  </a:moveTo>
                  <a:lnTo>
                    <a:pt x="304914" y="380517"/>
                  </a:lnTo>
                  <a:lnTo>
                    <a:pt x="305917" y="382435"/>
                  </a:lnTo>
                  <a:lnTo>
                    <a:pt x="306438" y="383425"/>
                  </a:lnTo>
                  <a:lnTo>
                    <a:pt x="307047" y="383425"/>
                  </a:lnTo>
                  <a:lnTo>
                    <a:pt x="307467" y="382612"/>
                  </a:lnTo>
                  <a:lnTo>
                    <a:pt x="307568" y="382435"/>
                  </a:lnTo>
                  <a:lnTo>
                    <a:pt x="308571" y="380517"/>
                  </a:lnTo>
                  <a:close/>
                </a:path>
                <a:path w="334644" h="511175">
                  <a:moveTo>
                    <a:pt x="309181" y="366674"/>
                  </a:moveTo>
                  <a:lnTo>
                    <a:pt x="308813" y="365772"/>
                  </a:lnTo>
                  <a:lnTo>
                    <a:pt x="307835" y="365569"/>
                  </a:lnTo>
                  <a:lnTo>
                    <a:pt x="307695" y="365544"/>
                  </a:lnTo>
                  <a:lnTo>
                    <a:pt x="306882" y="365379"/>
                  </a:lnTo>
                  <a:lnTo>
                    <a:pt x="306247" y="366052"/>
                  </a:lnTo>
                  <a:lnTo>
                    <a:pt x="306412" y="366928"/>
                  </a:lnTo>
                  <a:lnTo>
                    <a:pt x="306438" y="367080"/>
                  </a:lnTo>
                  <a:lnTo>
                    <a:pt x="306463" y="367220"/>
                  </a:lnTo>
                  <a:lnTo>
                    <a:pt x="306489" y="367372"/>
                  </a:lnTo>
                  <a:lnTo>
                    <a:pt x="306628" y="368134"/>
                  </a:lnTo>
                  <a:lnTo>
                    <a:pt x="307454" y="368528"/>
                  </a:lnTo>
                  <a:lnTo>
                    <a:pt x="308102" y="368350"/>
                  </a:lnTo>
                  <a:lnTo>
                    <a:pt x="308254" y="368325"/>
                  </a:lnTo>
                  <a:lnTo>
                    <a:pt x="308635" y="368211"/>
                  </a:lnTo>
                  <a:lnTo>
                    <a:pt x="308876" y="367931"/>
                  </a:lnTo>
                  <a:lnTo>
                    <a:pt x="308991" y="367538"/>
                  </a:lnTo>
                  <a:lnTo>
                    <a:pt x="309181" y="366674"/>
                  </a:lnTo>
                  <a:close/>
                </a:path>
                <a:path w="334644" h="511175">
                  <a:moveTo>
                    <a:pt x="318998" y="278866"/>
                  </a:moveTo>
                  <a:lnTo>
                    <a:pt x="316077" y="278866"/>
                  </a:lnTo>
                  <a:lnTo>
                    <a:pt x="316890" y="280403"/>
                  </a:lnTo>
                  <a:lnTo>
                    <a:pt x="317322" y="281254"/>
                  </a:lnTo>
                  <a:lnTo>
                    <a:pt x="317754" y="281254"/>
                  </a:lnTo>
                  <a:lnTo>
                    <a:pt x="318198" y="280403"/>
                  </a:lnTo>
                  <a:lnTo>
                    <a:pt x="318998" y="278866"/>
                  </a:lnTo>
                  <a:close/>
                </a:path>
                <a:path w="334644" h="511175">
                  <a:moveTo>
                    <a:pt x="322910" y="281025"/>
                  </a:moveTo>
                  <a:lnTo>
                    <a:pt x="322795" y="280606"/>
                  </a:lnTo>
                  <a:lnTo>
                    <a:pt x="322465" y="280263"/>
                  </a:lnTo>
                  <a:lnTo>
                    <a:pt x="322237" y="280035"/>
                  </a:lnTo>
                  <a:lnTo>
                    <a:pt x="321398" y="279146"/>
                  </a:lnTo>
                  <a:lnTo>
                    <a:pt x="320154" y="280504"/>
                  </a:lnTo>
                  <a:lnTo>
                    <a:pt x="320954" y="281406"/>
                  </a:lnTo>
                  <a:lnTo>
                    <a:pt x="321068" y="281533"/>
                  </a:lnTo>
                  <a:lnTo>
                    <a:pt x="321297" y="281774"/>
                  </a:lnTo>
                  <a:lnTo>
                    <a:pt x="321500" y="282016"/>
                  </a:lnTo>
                  <a:lnTo>
                    <a:pt x="321881" y="282143"/>
                  </a:lnTo>
                  <a:lnTo>
                    <a:pt x="322173" y="282016"/>
                  </a:lnTo>
                  <a:lnTo>
                    <a:pt x="322567" y="281863"/>
                  </a:lnTo>
                  <a:lnTo>
                    <a:pt x="322910" y="281025"/>
                  </a:lnTo>
                  <a:close/>
                </a:path>
                <a:path w="334644" h="511175">
                  <a:moveTo>
                    <a:pt x="324827" y="451243"/>
                  </a:moveTo>
                  <a:lnTo>
                    <a:pt x="318731" y="449135"/>
                  </a:lnTo>
                  <a:lnTo>
                    <a:pt x="318706" y="455955"/>
                  </a:lnTo>
                  <a:lnTo>
                    <a:pt x="322160" y="454761"/>
                  </a:lnTo>
                  <a:lnTo>
                    <a:pt x="324802" y="453859"/>
                  </a:lnTo>
                  <a:lnTo>
                    <a:pt x="324827" y="451243"/>
                  </a:lnTo>
                  <a:close/>
                </a:path>
                <a:path w="334644" h="511175">
                  <a:moveTo>
                    <a:pt x="326491" y="272326"/>
                  </a:moveTo>
                  <a:lnTo>
                    <a:pt x="322097" y="272326"/>
                  </a:lnTo>
                  <a:lnTo>
                    <a:pt x="322097" y="276009"/>
                  </a:lnTo>
                  <a:lnTo>
                    <a:pt x="324294" y="276009"/>
                  </a:lnTo>
                  <a:lnTo>
                    <a:pt x="326491" y="276009"/>
                  </a:lnTo>
                  <a:lnTo>
                    <a:pt x="326491" y="272326"/>
                  </a:lnTo>
                  <a:close/>
                </a:path>
                <a:path w="334644" h="511175">
                  <a:moveTo>
                    <a:pt x="328256" y="486168"/>
                  </a:moveTo>
                  <a:lnTo>
                    <a:pt x="326021" y="485152"/>
                  </a:lnTo>
                  <a:lnTo>
                    <a:pt x="321754" y="483222"/>
                  </a:lnTo>
                  <a:lnTo>
                    <a:pt x="321716" y="491769"/>
                  </a:lnTo>
                  <a:lnTo>
                    <a:pt x="325615" y="490004"/>
                  </a:lnTo>
                  <a:lnTo>
                    <a:pt x="328256" y="488810"/>
                  </a:lnTo>
                  <a:lnTo>
                    <a:pt x="328256" y="486168"/>
                  </a:lnTo>
                  <a:close/>
                </a:path>
                <a:path w="334644" h="511175">
                  <a:moveTo>
                    <a:pt x="328587" y="238531"/>
                  </a:moveTo>
                  <a:lnTo>
                    <a:pt x="328549" y="238264"/>
                  </a:lnTo>
                  <a:lnTo>
                    <a:pt x="327748" y="238506"/>
                  </a:lnTo>
                  <a:lnTo>
                    <a:pt x="327279" y="239318"/>
                  </a:lnTo>
                  <a:lnTo>
                    <a:pt x="327571" y="239636"/>
                  </a:lnTo>
                  <a:lnTo>
                    <a:pt x="328320" y="239153"/>
                  </a:lnTo>
                  <a:lnTo>
                    <a:pt x="328587" y="238531"/>
                  </a:lnTo>
                  <a:close/>
                </a:path>
                <a:path w="334644" h="511175">
                  <a:moveTo>
                    <a:pt x="329018" y="246253"/>
                  </a:moveTo>
                  <a:lnTo>
                    <a:pt x="324980" y="246253"/>
                  </a:lnTo>
                  <a:lnTo>
                    <a:pt x="324980" y="249643"/>
                  </a:lnTo>
                  <a:lnTo>
                    <a:pt x="326999" y="249643"/>
                  </a:lnTo>
                  <a:lnTo>
                    <a:pt x="329018" y="249643"/>
                  </a:lnTo>
                  <a:lnTo>
                    <a:pt x="329018" y="246253"/>
                  </a:lnTo>
                  <a:close/>
                </a:path>
                <a:path w="334644" h="511175">
                  <a:moveTo>
                    <a:pt x="332320" y="507199"/>
                  </a:moveTo>
                  <a:lnTo>
                    <a:pt x="327825" y="502691"/>
                  </a:lnTo>
                  <a:lnTo>
                    <a:pt x="324891" y="505866"/>
                  </a:lnTo>
                  <a:lnTo>
                    <a:pt x="326796" y="508088"/>
                  </a:lnTo>
                  <a:lnTo>
                    <a:pt x="329057" y="510705"/>
                  </a:lnTo>
                  <a:lnTo>
                    <a:pt x="332320" y="507199"/>
                  </a:lnTo>
                  <a:close/>
                </a:path>
                <a:path w="334644" h="511175">
                  <a:moveTo>
                    <a:pt x="332587" y="261797"/>
                  </a:moveTo>
                  <a:lnTo>
                    <a:pt x="328104" y="259067"/>
                  </a:lnTo>
                  <a:lnTo>
                    <a:pt x="328104" y="265950"/>
                  </a:lnTo>
                  <a:lnTo>
                    <a:pt x="331216" y="264058"/>
                  </a:lnTo>
                  <a:lnTo>
                    <a:pt x="332587" y="263220"/>
                  </a:lnTo>
                  <a:lnTo>
                    <a:pt x="332587" y="261797"/>
                  </a:lnTo>
                  <a:close/>
                </a:path>
                <a:path w="334644" h="511175">
                  <a:moveTo>
                    <a:pt x="332841" y="443801"/>
                  </a:moveTo>
                  <a:lnTo>
                    <a:pt x="332574" y="442722"/>
                  </a:lnTo>
                  <a:lnTo>
                    <a:pt x="332105" y="440817"/>
                  </a:lnTo>
                  <a:lnTo>
                    <a:pt x="327863" y="440359"/>
                  </a:lnTo>
                  <a:lnTo>
                    <a:pt x="326402" y="442239"/>
                  </a:lnTo>
                  <a:lnTo>
                    <a:pt x="326618" y="445312"/>
                  </a:lnTo>
                  <a:lnTo>
                    <a:pt x="327304" y="446709"/>
                  </a:lnTo>
                  <a:lnTo>
                    <a:pt x="330504" y="447319"/>
                  </a:lnTo>
                  <a:lnTo>
                    <a:pt x="331685" y="446227"/>
                  </a:lnTo>
                  <a:lnTo>
                    <a:pt x="331762" y="445516"/>
                  </a:lnTo>
                  <a:lnTo>
                    <a:pt x="331889" y="444550"/>
                  </a:lnTo>
                  <a:lnTo>
                    <a:pt x="332841" y="443801"/>
                  </a:lnTo>
                  <a:close/>
                </a:path>
                <a:path w="334644" h="511175">
                  <a:moveTo>
                    <a:pt x="334111" y="253466"/>
                  </a:moveTo>
                  <a:lnTo>
                    <a:pt x="333375" y="253466"/>
                  </a:lnTo>
                  <a:lnTo>
                    <a:pt x="333375" y="254088"/>
                  </a:lnTo>
                  <a:lnTo>
                    <a:pt x="333743" y="254088"/>
                  </a:lnTo>
                  <a:lnTo>
                    <a:pt x="334111" y="254088"/>
                  </a:lnTo>
                  <a:lnTo>
                    <a:pt x="334111" y="253466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2405443" y="2014327"/>
              <a:ext cx="441325" cy="564515"/>
            </a:xfrm>
            <a:custGeom>
              <a:avLst/>
              <a:gdLst/>
              <a:ahLst/>
              <a:cxnLst/>
              <a:rect l="l" t="t" r="r" b="b"/>
              <a:pathLst>
                <a:path w="441325" h="564514">
                  <a:moveTo>
                    <a:pt x="8089" y="109308"/>
                  </a:moveTo>
                  <a:lnTo>
                    <a:pt x="5334" y="109308"/>
                  </a:lnTo>
                  <a:lnTo>
                    <a:pt x="5334" y="111620"/>
                  </a:lnTo>
                  <a:lnTo>
                    <a:pt x="6718" y="111620"/>
                  </a:lnTo>
                  <a:lnTo>
                    <a:pt x="8089" y="111620"/>
                  </a:lnTo>
                  <a:lnTo>
                    <a:pt x="8089" y="109308"/>
                  </a:lnTo>
                  <a:close/>
                </a:path>
                <a:path w="441325" h="564514">
                  <a:moveTo>
                    <a:pt x="20510" y="64020"/>
                  </a:moveTo>
                  <a:lnTo>
                    <a:pt x="20447" y="62712"/>
                  </a:lnTo>
                  <a:lnTo>
                    <a:pt x="19329" y="60147"/>
                  </a:lnTo>
                  <a:lnTo>
                    <a:pt x="17106" y="60299"/>
                  </a:lnTo>
                  <a:lnTo>
                    <a:pt x="14681" y="61772"/>
                  </a:lnTo>
                  <a:lnTo>
                    <a:pt x="14452" y="63677"/>
                  </a:lnTo>
                  <a:lnTo>
                    <a:pt x="15443" y="64719"/>
                  </a:lnTo>
                  <a:lnTo>
                    <a:pt x="16827" y="66154"/>
                  </a:lnTo>
                  <a:lnTo>
                    <a:pt x="18249" y="65989"/>
                  </a:lnTo>
                  <a:lnTo>
                    <a:pt x="20510" y="64020"/>
                  </a:lnTo>
                  <a:close/>
                </a:path>
                <a:path w="441325" h="564514">
                  <a:moveTo>
                    <a:pt x="29324" y="40982"/>
                  </a:moveTo>
                  <a:lnTo>
                    <a:pt x="28105" y="33832"/>
                  </a:lnTo>
                  <a:lnTo>
                    <a:pt x="23812" y="32969"/>
                  </a:lnTo>
                  <a:lnTo>
                    <a:pt x="20193" y="34759"/>
                  </a:lnTo>
                  <a:lnTo>
                    <a:pt x="15976" y="38849"/>
                  </a:lnTo>
                  <a:lnTo>
                    <a:pt x="17348" y="44856"/>
                  </a:lnTo>
                  <a:lnTo>
                    <a:pt x="21234" y="45694"/>
                  </a:lnTo>
                  <a:lnTo>
                    <a:pt x="22999" y="46088"/>
                  </a:lnTo>
                  <a:lnTo>
                    <a:pt x="24777" y="46101"/>
                  </a:lnTo>
                  <a:lnTo>
                    <a:pt x="28448" y="43129"/>
                  </a:lnTo>
                  <a:lnTo>
                    <a:pt x="29324" y="40982"/>
                  </a:lnTo>
                  <a:close/>
                </a:path>
                <a:path w="441325" h="564514">
                  <a:moveTo>
                    <a:pt x="29692" y="96100"/>
                  </a:moveTo>
                  <a:lnTo>
                    <a:pt x="29514" y="94449"/>
                  </a:lnTo>
                  <a:lnTo>
                    <a:pt x="29171" y="94068"/>
                  </a:lnTo>
                  <a:lnTo>
                    <a:pt x="27609" y="93891"/>
                  </a:lnTo>
                  <a:lnTo>
                    <a:pt x="27533" y="85496"/>
                  </a:lnTo>
                  <a:lnTo>
                    <a:pt x="14427" y="85496"/>
                  </a:lnTo>
                  <a:lnTo>
                    <a:pt x="14427" y="90944"/>
                  </a:lnTo>
                  <a:lnTo>
                    <a:pt x="12" y="90944"/>
                  </a:lnTo>
                  <a:lnTo>
                    <a:pt x="0" y="105371"/>
                  </a:lnTo>
                  <a:lnTo>
                    <a:pt x="8610" y="105371"/>
                  </a:lnTo>
                  <a:lnTo>
                    <a:pt x="17221" y="105371"/>
                  </a:lnTo>
                  <a:lnTo>
                    <a:pt x="17221" y="96456"/>
                  </a:lnTo>
                  <a:lnTo>
                    <a:pt x="20980" y="96456"/>
                  </a:lnTo>
                  <a:lnTo>
                    <a:pt x="25450" y="96456"/>
                  </a:lnTo>
                  <a:lnTo>
                    <a:pt x="27216" y="98539"/>
                  </a:lnTo>
                  <a:lnTo>
                    <a:pt x="28676" y="97231"/>
                  </a:lnTo>
                  <a:lnTo>
                    <a:pt x="29400" y="96570"/>
                  </a:lnTo>
                  <a:lnTo>
                    <a:pt x="29692" y="96100"/>
                  </a:lnTo>
                  <a:close/>
                </a:path>
                <a:path w="441325" h="564514">
                  <a:moveTo>
                    <a:pt x="30340" y="65709"/>
                  </a:moveTo>
                  <a:lnTo>
                    <a:pt x="28473" y="63982"/>
                  </a:lnTo>
                  <a:lnTo>
                    <a:pt x="27774" y="63868"/>
                  </a:lnTo>
                  <a:lnTo>
                    <a:pt x="24244" y="64770"/>
                  </a:lnTo>
                  <a:lnTo>
                    <a:pt x="24231" y="67957"/>
                  </a:lnTo>
                  <a:lnTo>
                    <a:pt x="26149" y="68453"/>
                  </a:lnTo>
                  <a:lnTo>
                    <a:pt x="27736" y="68859"/>
                  </a:lnTo>
                  <a:lnTo>
                    <a:pt x="28460" y="68757"/>
                  </a:lnTo>
                  <a:lnTo>
                    <a:pt x="29718" y="67589"/>
                  </a:lnTo>
                  <a:lnTo>
                    <a:pt x="30340" y="67005"/>
                  </a:lnTo>
                  <a:lnTo>
                    <a:pt x="30340" y="65709"/>
                  </a:lnTo>
                  <a:close/>
                </a:path>
                <a:path w="441325" h="564514">
                  <a:moveTo>
                    <a:pt x="35242" y="30695"/>
                  </a:moveTo>
                  <a:lnTo>
                    <a:pt x="33350" y="30695"/>
                  </a:lnTo>
                  <a:lnTo>
                    <a:pt x="33337" y="32283"/>
                  </a:lnTo>
                  <a:lnTo>
                    <a:pt x="34290" y="32283"/>
                  </a:lnTo>
                  <a:lnTo>
                    <a:pt x="35229" y="32283"/>
                  </a:lnTo>
                  <a:lnTo>
                    <a:pt x="35242" y="30695"/>
                  </a:lnTo>
                  <a:close/>
                </a:path>
                <a:path w="441325" h="564514">
                  <a:moveTo>
                    <a:pt x="35560" y="6756"/>
                  </a:moveTo>
                  <a:lnTo>
                    <a:pt x="35140" y="5321"/>
                  </a:lnTo>
                  <a:lnTo>
                    <a:pt x="33578" y="0"/>
                  </a:lnTo>
                  <a:lnTo>
                    <a:pt x="27914" y="6121"/>
                  </a:lnTo>
                  <a:lnTo>
                    <a:pt x="34175" y="8255"/>
                  </a:lnTo>
                  <a:lnTo>
                    <a:pt x="35560" y="6756"/>
                  </a:lnTo>
                  <a:close/>
                </a:path>
                <a:path w="441325" h="564514">
                  <a:moveTo>
                    <a:pt x="167665" y="563562"/>
                  </a:moveTo>
                  <a:lnTo>
                    <a:pt x="167144" y="563537"/>
                  </a:lnTo>
                  <a:lnTo>
                    <a:pt x="166509" y="563435"/>
                  </a:lnTo>
                  <a:lnTo>
                    <a:pt x="165874" y="563460"/>
                  </a:lnTo>
                  <a:lnTo>
                    <a:pt x="165239" y="563613"/>
                  </a:lnTo>
                  <a:lnTo>
                    <a:pt x="164820" y="563664"/>
                  </a:lnTo>
                  <a:lnTo>
                    <a:pt x="164820" y="564273"/>
                  </a:lnTo>
                  <a:lnTo>
                    <a:pt x="165239" y="564324"/>
                  </a:lnTo>
                  <a:lnTo>
                    <a:pt x="165874" y="564476"/>
                  </a:lnTo>
                  <a:lnTo>
                    <a:pt x="166509" y="564502"/>
                  </a:lnTo>
                  <a:lnTo>
                    <a:pt x="167144" y="564400"/>
                  </a:lnTo>
                  <a:lnTo>
                    <a:pt x="167665" y="564375"/>
                  </a:lnTo>
                  <a:lnTo>
                    <a:pt x="167665" y="563562"/>
                  </a:lnTo>
                  <a:close/>
                </a:path>
                <a:path w="441325" h="564514">
                  <a:moveTo>
                    <a:pt x="180467" y="562140"/>
                  </a:moveTo>
                  <a:lnTo>
                    <a:pt x="178562" y="562140"/>
                  </a:lnTo>
                  <a:lnTo>
                    <a:pt x="178549" y="563740"/>
                  </a:lnTo>
                  <a:lnTo>
                    <a:pt x="179501" y="563740"/>
                  </a:lnTo>
                  <a:lnTo>
                    <a:pt x="180454" y="563740"/>
                  </a:lnTo>
                  <a:lnTo>
                    <a:pt x="180467" y="562140"/>
                  </a:lnTo>
                  <a:close/>
                </a:path>
                <a:path w="441325" h="564514">
                  <a:moveTo>
                    <a:pt x="196354" y="535368"/>
                  </a:moveTo>
                  <a:lnTo>
                    <a:pt x="189293" y="535368"/>
                  </a:lnTo>
                  <a:lnTo>
                    <a:pt x="189293" y="541286"/>
                  </a:lnTo>
                  <a:lnTo>
                    <a:pt x="192824" y="541286"/>
                  </a:lnTo>
                  <a:lnTo>
                    <a:pt x="196354" y="541286"/>
                  </a:lnTo>
                  <a:lnTo>
                    <a:pt x="196354" y="535368"/>
                  </a:lnTo>
                  <a:close/>
                </a:path>
                <a:path w="441325" h="564514">
                  <a:moveTo>
                    <a:pt x="196926" y="484517"/>
                  </a:moveTo>
                  <a:lnTo>
                    <a:pt x="189661" y="484517"/>
                  </a:lnTo>
                  <a:lnTo>
                    <a:pt x="189661" y="490601"/>
                  </a:lnTo>
                  <a:lnTo>
                    <a:pt x="193294" y="490601"/>
                  </a:lnTo>
                  <a:lnTo>
                    <a:pt x="196926" y="490601"/>
                  </a:lnTo>
                  <a:lnTo>
                    <a:pt x="196926" y="484517"/>
                  </a:lnTo>
                  <a:close/>
                </a:path>
                <a:path w="441325" h="564514">
                  <a:moveTo>
                    <a:pt x="199986" y="519277"/>
                  </a:moveTo>
                  <a:lnTo>
                    <a:pt x="197980" y="517817"/>
                  </a:lnTo>
                  <a:lnTo>
                    <a:pt x="197104" y="517918"/>
                  </a:lnTo>
                  <a:lnTo>
                    <a:pt x="193344" y="517918"/>
                  </a:lnTo>
                  <a:lnTo>
                    <a:pt x="193344" y="521817"/>
                  </a:lnTo>
                  <a:lnTo>
                    <a:pt x="195668" y="521817"/>
                  </a:lnTo>
                  <a:lnTo>
                    <a:pt x="197116" y="521817"/>
                  </a:lnTo>
                  <a:lnTo>
                    <a:pt x="197980" y="521919"/>
                  </a:lnTo>
                  <a:lnTo>
                    <a:pt x="199986" y="520458"/>
                  </a:lnTo>
                  <a:lnTo>
                    <a:pt x="199986" y="519277"/>
                  </a:lnTo>
                  <a:close/>
                </a:path>
                <a:path w="441325" h="564514">
                  <a:moveTo>
                    <a:pt x="216992" y="485609"/>
                  </a:moveTo>
                  <a:lnTo>
                    <a:pt x="214261" y="485038"/>
                  </a:lnTo>
                  <a:lnTo>
                    <a:pt x="212178" y="484606"/>
                  </a:lnTo>
                  <a:lnTo>
                    <a:pt x="210794" y="487591"/>
                  </a:lnTo>
                  <a:lnTo>
                    <a:pt x="215277" y="490474"/>
                  </a:lnTo>
                  <a:lnTo>
                    <a:pt x="216992" y="485609"/>
                  </a:lnTo>
                  <a:close/>
                </a:path>
                <a:path w="441325" h="564514">
                  <a:moveTo>
                    <a:pt x="219265" y="460197"/>
                  </a:moveTo>
                  <a:lnTo>
                    <a:pt x="213918" y="460197"/>
                  </a:lnTo>
                  <a:lnTo>
                    <a:pt x="213918" y="464667"/>
                  </a:lnTo>
                  <a:lnTo>
                    <a:pt x="216598" y="464667"/>
                  </a:lnTo>
                  <a:lnTo>
                    <a:pt x="219265" y="464667"/>
                  </a:lnTo>
                  <a:lnTo>
                    <a:pt x="219265" y="460197"/>
                  </a:lnTo>
                  <a:close/>
                </a:path>
                <a:path w="441325" h="564514">
                  <a:moveTo>
                    <a:pt x="219697" y="508622"/>
                  </a:moveTo>
                  <a:lnTo>
                    <a:pt x="215900" y="508127"/>
                  </a:lnTo>
                  <a:lnTo>
                    <a:pt x="215950" y="510641"/>
                  </a:lnTo>
                  <a:lnTo>
                    <a:pt x="215988" y="512445"/>
                  </a:lnTo>
                  <a:lnTo>
                    <a:pt x="216966" y="514032"/>
                  </a:lnTo>
                  <a:lnTo>
                    <a:pt x="219227" y="513499"/>
                  </a:lnTo>
                  <a:lnTo>
                    <a:pt x="219583" y="512851"/>
                  </a:lnTo>
                  <a:lnTo>
                    <a:pt x="219290" y="512013"/>
                  </a:lnTo>
                  <a:lnTo>
                    <a:pt x="219011" y="511479"/>
                  </a:lnTo>
                  <a:lnTo>
                    <a:pt x="219697" y="508622"/>
                  </a:lnTo>
                  <a:close/>
                </a:path>
                <a:path w="441325" h="564514">
                  <a:moveTo>
                    <a:pt x="222034" y="542544"/>
                  </a:moveTo>
                  <a:lnTo>
                    <a:pt x="214972" y="542544"/>
                  </a:lnTo>
                  <a:lnTo>
                    <a:pt x="214972" y="548462"/>
                  </a:lnTo>
                  <a:lnTo>
                    <a:pt x="218490" y="548462"/>
                  </a:lnTo>
                  <a:lnTo>
                    <a:pt x="222021" y="548462"/>
                  </a:lnTo>
                  <a:lnTo>
                    <a:pt x="222034" y="542544"/>
                  </a:lnTo>
                  <a:close/>
                </a:path>
                <a:path w="441325" h="564514">
                  <a:moveTo>
                    <a:pt x="223164" y="554913"/>
                  </a:moveTo>
                  <a:lnTo>
                    <a:pt x="223062" y="554062"/>
                  </a:lnTo>
                  <a:lnTo>
                    <a:pt x="221411" y="553808"/>
                  </a:lnTo>
                  <a:lnTo>
                    <a:pt x="220535" y="553897"/>
                  </a:lnTo>
                  <a:lnTo>
                    <a:pt x="216687" y="554380"/>
                  </a:lnTo>
                  <a:lnTo>
                    <a:pt x="218097" y="558622"/>
                  </a:lnTo>
                  <a:lnTo>
                    <a:pt x="220256" y="557263"/>
                  </a:lnTo>
                  <a:lnTo>
                    <a:pt x="221234" y="556641"/>
                  </a:lnTo>
                  <a:lnTo>
                    <a:pt x="222034" y="556158"/>
                  </a:lnTo>
                  <a:lnTo>
                    <a:pt x="223164" y="554913"/>
                  </a:lnTo>
                  <a:close/>
                </a:path>
                <a:path w="441325" h="564514">
                  <a:moveTo>
                    <a:pt x="228650" y="524421"/>
                  </a:moveTo>
                  <a:lnTo>
                    <a:pt x="224739" y="520192"/>
                  </a:lnTo>
                  <a:lnTo>
                    <a:pt x="217487" y="526376"/>
                  </a:lnTo>
                  <a:lnTo>
                    <a:pt x="222923" y="532231"/>
                  </a:lnTo>
                  <a:lnTo>
                    <a:pt x="225615" y="528574"/>
                  </a:lnTo>
                  <a:lnTo>
                    <a:pt x="228650" y="524421"/>
                  </a:lnTo>
                  <a:close/>
                </a:path>
                <a:path w="441325" h="564514">
                  <a:moveTo>
                    <a:pt x="240525" y="491998"/>
                  </a:moveTo>
                  <a:lnTo>
                    <a:pt x="239826" y="488708"/>
                  </a:lnTo>
                  <a:lnTo>
                    <a:pt x="235204" y="488708"/>
                  </a:lnTo>
                  <a:lnTo>
                    <a:pt x="234492" y="491985"/>
                  </a:lnTo>
                  <a:lnTo>
                    <a:pt x="236372" y="493268"/>
                  </a:lnTo>
                  <a:lnTo>
                    <a:pt x="237197" y="493852"/>
                  </a:lnTo>
                  <a:lnTo>
                    <a:pt x="237832" y="493852"/>
                  </a:lnTo>
                  <a:lnTo>
                    <a:pt x="240525" y="491998"/>
                  </a:lnTo>
                  <a:close/>
                </a:path>
                <a:path w="441325" h="564514">
                  <a:moveTo>
                    <a:pt x="243243" y="465950"/>
                  </a:moveTo>
                  <a:lnTo>
                    <a:pt x="240944" y="463537"/>
                  </a:lnTo>
                  <a:lnTo>
                    <a:pt x="236664" y="464515"/>
                  </a:lnTo>
                  <a:lnTo>
                    <a:pt x="235343" y="466864"/>
                  </a:lnTo>
                  <a:lnTo>
                    <a:pt x="237020" y="471360"/>
                  </a:lnTo>
                  <a:lnTo>
                    <a:pt x="239268" y="471678"/>
                  </a:lnTo>
                  <a:lnTo>
                    <a:pt x="240512" y="469861"/>
                  </a:lnTo>
                  <a:lnTo>
                    <a:pt x="240931" y="469239"/>
                  </a:lnTo>
                  <a:lnTo>
                    <a:pt x="241439" y="468693"/>
                  </a:lnTo>
                  <a:lnTo>
                    <a:pt x="243243" y="465950"/>
                  </a:lnTo>
                  <a:close/>
                </a:path>
                <a:path w="441325" h="564514">
                  <a:moveTo>
                    <a:pt x="248145" y="512445"/>
                  </a:moveTo>
                  <a:lnTo>
                    <a:pt x="240207" y="512445"/>
                  </a:lnTo>
                  <a:lnTo>
                    <a:pt x="240207" y="519087"/>
                  </a:lnTo>
                  <a:lnTo>
                    <a:pt x="244170" y="519087"/>
                  </a:lnTo>
                  <a:lnTo>
                    <a:pt x="248132" y="519087"/>
                  </a:lnTo>
                  <a:lnTo>
                    <a:pt x="248145" y="512445"/>
                  </a:lnTo>
                  <a:close/>
                </a:path>
                <a:path w="441325" h="564514">
                  <a:moveTo>
                    <a:pt x="248958" y="556717"/>
                  </a:moveTo>
                  <a:lnTo>
                    <a:pt x="248704" y="555536"/>
                  </a:lnTo>
                  <a:lnTo>
                    <a:pt x="248729" y="555015"/>
                  </a:lnTo>
                  <a:lnTo>
                    <a:pt x="248716" y="554723"/>
                  </a:lnTo>
                  <a:lnTo>
                    <a:pt x="248208" y="554177"/>
                  </a:lnTo>
                  <a:lnTo>
                    <a:pt x="247815" y="554164"/>
                  </a:lnTo>
                  <a:lnTo>
                    <a:pt x="247002" y="553745"/>
                  </a:lnTo>
                  <a:lnTo>
                    <a:pt x="247192" y="553516"/>
                  </a:lnTo>
                  <a:lnTo>
                    <a:pt x="248361" y="552157"/>
                  </a:lnTo>
                  <a:lnTo>
                    <a:pt x="245719" y="549529"/>
                  </a:lnTo>
                  <a:lnTo>
                    <a:pt x="240322" y="554062"/>
                  </a:lnTo>
                  <a:lnTo>
                    <a:pt x="240258" y="554304"/>
                  </a:lnTo>
                  <a:lnTo>
                    <a:pt x="243154" y="559244"/>
                  </a:lnTo>
                  <a:lnTo>
                    <a:pt x="248373" y="558342"/>
                  </a:lnTo>
                  <a:lnTo>
                    <a:pt x="248958" y="556717"/>
                  </a:lnTo>
                  <a:close/>
                </a:path>
                <a:path w="441325" h="564514">
                  <a:moveTo>
                    <a:pt x="255524" y="497827"/>
                  </a:moveTo>
                  <a:lnTo>
                    <a:pt x="253822" y="497192"/>
                  </a:lnTo>
                  <a:lnTo>
                    <a:pt x="251447" y="497306"/>
                  </a:lnTo>
                  <a:lnTo>
                    <a:pt x="251447" y="499351"/>
                  </a:lnTo>
                  <a:lnTo>
                    <a:pt x="253822" y="499465"/>
                  </a:lnTo>
                  <a:lnTo>
                    <a:pt x="255524" y="498843"/>
                  </a:lnTo>
                  <a:lnTo>
                    <a:pt x="255524" y="497827"/>
                  </a:lnTo>
                  <a:close/>
                </a:path>
                <a:path w="441325" h="564514">
                  <a:moveTo>
                    <a:pt x="257492" y="533273"/>
                  </a:moveTo>
                  <a:lnTo>
                    <a:pt x="248424" y="530123"/>
                  </a:lnTo>
                  <a:lnTo>
                    <a:pt x="248399" y="540385"/>
                  </a:lnTo>
                  <a:lnTo>
                    <a:pt x="253580" y="538594"/>
                  </a:lnTo>
                  <a:lnTo>
                    <a:pt x="257454" y="537248"/>
                  </a:lnTo>
                  <a:lnTo>
                    <a:pt x="257492" y="533273"/>
                  </a:lnTo>
                  <a:close/>
                </a:path>
                <a:path w="441325" h="564514">
                  <a:moveTo>
                    <a:pt x="266598" y="471398"/>
                  </a:moveTo>
                  <a:lnTo>
                    <a:pt x="266573" y="462305"/>
                  </a:lnTo>
                  <a:lnTo>
                    <a:pt x="261200" y="461848"/>
                  </a:lnTo>
                  <a:lnTo>
                    <a:pt x="255524" y="461352"/>
                  </a:lnTo>
                  <a:lnTo>
                    <a:pt x="255549" y="470433"/>
                  </a:lnTo>
                  <a:lnTo>
                    <a:pt x="266598" y="471398"/>
                  </a:lnTo>
                  <a:close/>
                </a:path>
                <a:path w="441325" h="564514">
                  <a:moveTo>
                    <a:pt x="269379" y="356628"/>
                  </a:moveTo>
                  <a:lnTo>
                    <a:pt x="257962" y="356628"/>
                  </a:lnTo>
                  <a:lnTo>
                    <a:pt x="257949" y="366204"/>
                  </a:lnTo>
                  <a:lnTo>
                    <a:pt x="263664" y="366204"/>
                  </a:lnTo>
                  <a:lnTo>
                    <a:pt x="269367" y="366204"/>
                  </a:lnTo>
                  <a:lnTo>
                    <a:pt x="269379" y="356628"/>
                  </a:lnTo>
                  <a:close/>
                </a:path>
                <a:path w="441325" h="564514">
                  <a:moveTo>
                    <a:pt x="274320" y="348678"/>
                  </a:moveTo>
                  <a:lnTo>
                    <a:pt x="269176" y="348678"/>
                  </a:lnTo>
                  <a:lnTo>
                    <a:pt x="270598" y="351383"/>
                  </a:lnTo>
                  <a:lnTo>
                    <a:pt x="271310" y="352755"/>
                  </a:lnTo>
                  <a:lnTo>
                    <a:pt x="272173" y="352755"/>
                  </a:lnTo>
                  <a:lnTo>
                    <a:pt x="272910" y="351383"/>
                  </a:lnTo>
                  <a:lnTo>
                    <a:pt x="274320" y="348678"/>
                  </a:lnTo>
                  <a:close/>
                </a:path>
                <a:path w="441325" h="564514">
                  <a:moveTo>
                    <a:pt x="275183" y="329184"/>
                  </a:moveTo>
                  <a:lnTo>
                    <a:pt x="274662" y="327914"/>
                  </a:lnTo>
                  <a:lnTo>
                    <a:pt x="273278" y="327621"/>
                  </a:lnTo>
                  <a:lnTo>
                    <a:pt x="273088" y="327583"/>
                  </a:lnTo>
                  <a:lnTo>
                    <a:pt x="271945" y="327342"/>
                  </a:lnTo>
                  <a:lnTo>
                    <a:pt x="271056" y="328295"/>
                  </a:lnTo>
                  <a:lnTo>
                    <a:pt x="271284" y="329539"/>
                  </a:lnTo>
                  <a:lnTo>
                    <a:pt x="271322" y="329742"/>
                  </a:lnTo>
                  <a:lnTo>
                    <a:pt x="271348" y="329958"/>
                  </a:lnTo>
                  <a:lnTo>
                    <a:pt x="271399" y="330149"/>
                  </a:lnTo>
                  <a:lnTo>
                    <a:pt x="271589" y="331228"/>
                  </a:lnTo>
                  <a:lnTo>
                    <a:pt x="272757" y="331800"/>
                  </a:lnTo>
                  <a:lnTo>
                    <a:pt x="273773" y="331508"/>
                  </a:lnTo>
                  <a:lnTo>
                    <a:pt x="273989" y="331457"/>
                  </a:lnTo>
                  <a:lnTo>
                    <a:pt x="274408" y="331343"/>
                  </a:lnTo>
                  <a:lnTo>
                    <a:pt x="274764" y="330962"/>
                  </a:lnTo>
                  <a:lnTo>
                    <a:pt x="274904" y="330377"/>
                  </a:lnTo>
                  <a:lnTo>
                    <a:pt x="275183" y="329184"/>
                  </a:lnTo>
                  <a:close/>
                </a:path>
                <a:path w="441325" h="564514">
                  <a:moveTo>
                    <a:pt x="281063" y="497586"/>
                  </a:moveTo>
                  <a:lnTo>
                    <a:pt x="271932" y="497586"/>
                  </a:lnTo>
                  <a:lnTo>
                    <a:pt x="271932" y="505231"/>
                  </a:lnTo>
                  <a:lnTo>
                    <a:pt x="276504" y="505231"/>
                  </a:lnTo>
                  <a:lnTo>
                    <a:pt x="281063" y="505231"/>
                  </a:lnTo>
                  <a:lnTo>
                    <a:pt x="281063" y="497586"/>
                  </a:lnTo>
                  <a:close/>
                </a:path>
                <a:path w="441325" h="564514">
                  <a:moveTo>
                    <a:pt x="282879" y="555650"/>
                  </a:moveTo>
                  <a:lnTo>
                    <a:pt x="276618" y="551154"/>
                  </a:lnTo>
                  <a:lnTo>
                    <a:pt x="273812" y="557161"/>
                  </a:lnTo>
                  <a:lnTo>
                    <a:pt x="277647" y="558647"/>
                  </a:lnTo>
                  <a:lnTo>
                    <a:pt x="281470" y="560120"/>
                  </a:lnTo>
                  <a:lnTo>
                    <a:pt x="282879" y="555650"/>
                  </a:lnTo>
                  <a:close/>
                </a:path>
                <a:path w="441325" h="564514">
                  <a:moveTo>
                    <a:pt x="287731" y="511149"/>
                  </a:moveTo>
                  <a:lnTo>
                    <a:pt x="276694" y="511149"/>
                  </a:lnTo>
                  <a:lnTo>
                    <a:pt x="276694" y="520382"/>
                  </a:lnTo>
                  <a:lnTo>
                    <a:pt x="282206" y="520382"/>
                  </a:lnTo>
                  <a:lnTo>
                    <a:pt x="287718" y="520382"/>
                  </a:lnTo>
                  <a:lnTo>
                    <a:pt x="287731" y="511149"/>
                  </a:lnTo>
                  <a:close/>
                </a:path>
                <a:path w="441325" h="564514">
                  <a:moveTo>
                    <a:pt x="289026" y="205498"/>
                  </a:moveTo>
                  <a:lnTo>
                    <a:pt x="284911" y="205498"/>
                  </a:lnTo>
                  <a:lnTo>
                    <a:pt x="286042" y="207657"/>
                  </a:lnTo>
                  <a:lnTo>
                    <a:pt x="286664" y="208851"/>
                  </a:lnTo>
                  <a:lnTo>
                    <a:pt x="287261" y="208851"/>
                  </a:lnTo>
                  <a:lnTo>
                    <a:pt x="287756" y="207911"/>
                  </a:lnTo>
                  <a:lnTo>
                    <a:pt x="287883" y="207657"/>
                  </a:lnTo>
                  <a:lnTo>
                    <a:pt x="289026" y="205498"/>
                  </a:lnTo>
                  <a:close/>
                </a:path>
                <a:path w="441325" h="564514">
                  <a:moveTo>
                    <a:pt x="289369" y="531177"/>
                  </a:moveTo>
                  <a:lnTo>
                    <a:pt x="284556" y="531177"/>
                  </a:lnTo>
                  <a:lnTo>
                    <a:pt x="284556" y="535216"/>
                  </a:lnTo>
                  <a:lnTo>
                    <a:pt x="286956" y="535216"/>
                  </a:lnTo>
                  <a:lnTo>
                    <a:pt x="289369" y="535216"/>
                  </a:lnTo>
                  <a:lnTo>
                    <a:pt x="289369" y="531177"/>
                  </a:lnTo>
                  <a:close/>
                </a:path>
                <a:path w="441325" h="564514">
                  <a:moveTo>
                    <a:pt x="291096" y="544106"/>
                  </a:moveTo>
                  <a:lnTo>
                    <a:pt x="282841" y="544106"/>
                  </a:lnTo>
                  <a:lnTo>
                    <a:pt x="282829" y="551014"/>
                  </a:lnTo>
                  <a:lnTo>
                    <a:pt x="286956" y="551014"/>
                  </a:lnTo>
                  <a:lnTo>
                    <a:pt x="291084" y="551014"/>
                  </a:lnTo>
                  <a:lnTo>
                    <a:pt x="291096" y="544106"/>
                  </a:lnTo>
                  <a:close/>
                </a:path>
                <a:path w="441325" h="564514">
                  <a:moveTo>
                    <a:pt x="294538" y="208534"/>
                  </a:moveTo>
                  <a:lnTo>
                    <a:pt x="294360" y="207949"/>
                  </a:lnTo>
                  <a:lnTo>
                    <a:pt x="294055" y="207632"/>
                  </a:lnTo>
                  <a:lnTo>
                    <a:pt x="292392" y="205905"/>
                  </a:lnTo>
                  <a:lnTo>
                    <a:pt x="290626" y="207797"/>
                  </a:lnTo>
                  <a:lnTo>
                    <a:pt x="291769" y="209067"/>
                  </a:lnTo>
                  <a:lnTo>
                    <a:pt x="292531" y="209918"/>
                  </a:lnTo>
                  <a:lnTo>
                    <a:pt x="293065" y="210096"/>
                  </a:lnTo>
                  <a:lnTo>
                    <a:pt x="293484" y="209943"/>
                  </a:lnTo>
                  <a:lnTo>
                    <a:pt x="294043" y="209727"/>
                  </a:lnTo>
                  <a:lnTo>
                    <a:pt x="294170" y="209588"/>
                  </a:lnTo>
                  <a:lnTo>
                    <a:pt x="294538" y="208534"/>
                  </a:lnTo>
                  <a:close/>
                </a:path>
                <a:path w="441325" h="564514">
                  <a:moveTo>
                    <a:pt x="297116" y="479425"/>
                  </a:moveTo>
                  <a:lnTo>
                    <a:pt x="295402" y="476770"/>
                  </a:lnTo>
                  <a:lnTo>
                    <a:pt x="295402" y="480974"/>
                  </a:lnTo>
                  <a:lnTo>
                    <a:pt x="293979" y="482600"/>
                  </a:lnTo>
                  <a:lnTo>
                    <a:pt x="295402" y="480974"/>
                  </a:lnTo>
                  <a:lnTo>
                    <a:pt x="295402" y="476770"/>
                  </a:lnTo>
                  <a:lnTo>
                    <a:pt x="293624" y="474002"/>
                  </a:lnTo>
                  <a:lnTo>
                    <a:pt x="293230" y="473494"/>
                  </a:lnTo>
                  <a:lnTo>
                    <a:pt x="290766" y="471995"/>
                  </a:lnTo>
                  <a:lnTo>
                    <a:pt x="286486" y="473494"/>
                  </a:lnTo>
                  <a:lnTo>
                    <a:pt x="285356" y="474459"/>
                  </a:lnTo>
                  <a:lnTo>
                    <a:pt x="282460" y="479120"/>
                  </a:lnTo>
                  <a:lnTo>
                    <a:pt x="284149" y="484606"/>
                  </a:lnTo>
                  <a:lnTo>
                    <a:pt x="290195" y="485508"/>
                  </a:lnTo>
                  <a:lnTo>
                    <a:pt x="291960" y="485140"/>
                  </a:lnTo>
                  <a:lnTo>
                    <a:pt x="292912" y="484085"/>
                  </a:lnTo>
                  <a:lnTo>
                    <a:pt x="297116" y="479425"/>
                  </a:lnTo>
                  <a:close/>
                </a:path>
                <a:path w="441325" h="564514">
                  <a:moveTo>
                    <a:pt x="297218" y="448297"/>
                  </a:moveTo>
                  <a:lnTo>
                    <a:pt x="288645" y="445338"/>
                  </a:lnTo>
                  <a:lnTo>
                    <a:pt x="288607" y="454939"/>
                  </a:lnTo>
                  <a:lnTo>
                    <a:pt x="293471" y="453263"/>
                  </a:lnTo>
                  <a:lnTo>
                    <a:pt x="297180" y="451967"/>
                  </a:lnTo>
                  <a:lnTo>
                    <a:pt x="297218" y="448297"/>
                  </a:lnTo>
                  <a:close/>
                </a:path>
                <a:path w="441325" h="564514">
                  <a:moveTo>
                    <a:pt x="299567" y="196265"/>
                  </a:moveTo>
                  <a:lnTo>
                    <a:pt x="293370" y="196265"/>
                  </a:lnTo>
                  <a:lnTo>
                    <a:pt x="293370" y="201460"/>
                  </a:lnTo>
                  <a:lnTo>
                    <a:pt x="296468" y="201460"/>
                  </a:lnTo>
                  <a:lnTo>
                    <a:pt x="299567" y="201460"/>
                  </a:lnTo>
                  <a:lnTo>
                    <a:pt x="299567" y="196265"/>
                  </a:lnTo>
                  <a:close/>
                </a:path>
                <a:path w="441325" h="564514">
                  <a:moveTo>
                    <a:pt x="302044" y="497497"/>
                  </a:moveTo>
                  <a:lnTo>
                    <a:pt x="292887" y="493356"/>
                  </a:lnTo>
                  <a:lnTo>
                    <a:pt x="292849" y="505371"/>
                  </a:lnTo>
                  <a:lnTo>
                    <a:pt x="298335" y="502907"/>
                  </a:lnTo>
                  <a:lnTo>
                    <a:pt x="302044" y="501230"/>
                  </a:lnTo>
                  <a:lnTo>
                    <a:pt x="302044" y="497497"/>
                  </a:lnTo>
                  <a:close/>
                </a:path>
                <a:path w="441325" h="564514">
                  <a:moveTo>
                    <a:pt x="302602" y="148463"/>
                  </a:moveTo>
                  <a:lnTo>
                    <a:pt x="302323" y="148145"/>
                  </a:lnTo>
                  <a:lnTo>
                    <a:pt x="301332" y="148640"/>
                  </a:lnTo>
                  <a:lnTo>
                    <a:pt x="300685" y="149783"/>
                  </a:lnTo>
                  <a:lnTo>
                    <a:pt x="301091" y="150241"/>
                  </a:lnTo>
                  <a:lnTo>
                    <a:pt x="302145" y="149542"/>
                  </a:lnTo>
                  <a:lnTo>
                    <a:pt x="302602" y="148463"/>
                  </a:lnTo>
                  <a:close/>
                </a:path>
                <a:path w="441325" h="564514">
                  <a:moveTo>
                    <a:pt x="303123" y="159562"/>
                  </a:moveTo>
                  <a:lnTo>
                    <a:pt x="297434" y="159562"/>
                  </a:lnTo>
                  <a:lnTo>
                    <a:pt x="297421" y="164325"/>
                  </a:lnTo>
                  <a:lnTo>
                    <a:pt x="300278" y="164325"/>
                  </a:lnTo>
                  <a:lnTo>
                    <a:pt x="303110" y="164325"/>
                  </a:lnTo>
                  <a:lnTo>
                    <a:pt x="303123" y="159562"/>
                  </a:lnTo>
                  <a:close/>
                </a:path>
                <a:path w="441325" h="564514">
                  <a:moveTo>
                    <a:pt x="307771" y="527113"/>
                  </a:moveTo>
                  <a:lnTo>
                    <a:pt x="301447" y="520763"/>
                  </a:lnTo>
                  <a:lnTo>
                    <a:pt x="297294" y="525233"/>
                  </a:lnTo>
                  <a:lnTo>
                    <a:pt x="299999" y="528370"/>
                  </a:lnTo>
                  <a:lnTo>
                    <a:pt x="303187" y="532053"/>
                  </a:lnTo>
                  <a:lnTo>
                    <a:pt x="307771" y="527113"/>
                  </a:lnTo>
                  <a:close/>
                </a:path>
                <a:path w="441325" h="564514">
                  <a:moveTo>
                    <a:pt x="308140" y="181457"/>
                  </a:moveTo>
                  <a:lnTo>
                    <a:pt x="301828" y="177609"/>
                  </a:lnTo>
                  <a:lnTo>
                    <a:pt x="301828" y="187299"/>
                  </a:lnTo>
                  <a:lnTo>
                    <a:pt x="306209" y="184632"/>
                  </a:lnTo>
                  <a:lnTo>
                    <a:pt x="308140" y="183464"/>
                  </a:lnTo>
                  <a:lnTo>
                    <a:pt x="308140" y="181457"/>
                  </a:lnTo>
                  <a:close/>
                </a:path>
                <a:path w="441325" h="564514">
                  <a:moveTo>
                    <a:pt x="308508" y="437807"/>
                  </a:moveTo>
                  <a:lnTo>
                    <a:pt x="308127" y="436283"/>
                  </a:lnTo>
                  <a:lnTo>
                    <a:pt x="307454" y="433628"/>
                  </a:lnTo>
                  <a:lnTo>
                    <a:pt x="301498" y="432968"/>
                  </a:lnTo>
                  <a:lnTo>
                    <a:pt x="299440" y="435610"/>
                  </a:lnTo>
                  <a:lnTo>
                    <a:pt x="299745" y="439940"/>
                  </a:lnTo>
                  <a:lnTo>
                    <a:pt x="300710" y="441909"/>
                  </a:lnTo>
                  <a:lnTo>
                    <a:pt x="305219" y="442760"/>
                  </a:lnTo>
                  <a:lnTo>
                    <a:pt x="306870" y="441223"/>
                  </a:lnTo>
                  <a:lnTo>
                    <a:pt x="306997" y="440220"/>
                  </a:lnTo>
                  <a:lnTo>
                    <a:pt x="307149" y="438873"/>
                  </a:lnTo>
                  <a:lnTo>
                    <a:pt x="308508" y="437807"/>
                  </a:lnTo>
                  <a:close/>
                </a:path>
                <a:path w="441325" h="564514">
                  <a:moveTo>
                    <a:pt x="310299" y="169710"/>
                  </a:moveTo>
                  <a:lnTo>
                    <a:pt x="309270" y="169710"/>
                  </a:lnTo>
                  <a:lnTo>
                    <a:pt x="309270" y="170586"/>
                  </a:lnTo>
                  <a:lnTo>
                    <a:pt x="309791" y="170586"/>
                  </a:lnTo>
                  <a:lnTo>
                    <a:pt x="310299" y="170586"/>
                  </a:lnTo>
                  <a:lnTo>
                    <a:pt x="310299" y="169710"/>
                  </a:lnTo>
                  <a:close/>
                </a:path>
                <a:path w="441325" h="564514">
                  <a:moveTo>
                    <a:pt x="317385" y="465645"/>
                  </a:moveTo>
                  <a:lnTo>
                    <a:pt x="307898" y="465645"/>
                  </a:lnTo>
                  <a:lnTo>
                    <a:pt x="307898" y="473583"/>
                  </a:lnTo>
                  <a:lnTo>
                    <a:pt x="312635" y="473583"/>
                  </a:lnTo>
                  <a:lnTo>
                    <a:pt x="317373" y="473583"/>
                  </a:lnTo>
                  <a:lnTo>
                    <a:pt x="317385" y="465645"/>
                  </a:lnTo>
                  <a:close/>
                </a:path>
                <a:path w="441325" h="564514">
                  <a:moveTo>
                    <a:pt x="318185" y="528535"/>
                  </a:moveTo>
                  <a:lnTo>
                    <a:pt x="315696" y="525868"/>
                  </a:lnTo>
                  <a:lnTo>
                    <a:pt x="313207" y="526973"/>
                  </a:lnTo>
                  <a:lnTo>
                    <a:pt x="313207" y="531228"/>
                  </a:lnTo>
                  <a:lnTo>
                    <a:pt x="315696" y="532333"/>
                  </a:lnTo>
                  <a:lnTo>
                    <a:pt x="317093" y="530834"/>
                  </a:lnTo>
                  <a:lnTo>
                    <a:pt x="318185" y="529666"/>
                  </a:lnTo>
                  <a:lnTo>
                    <a:pt x="318185" y="528535"/>
                  </a:lnTo>
                  <a:close/>
                </a:path>
                <a:path w="441325" h="564514">
                  <a:moveTo>
                    <a:pt x="327761" y="556907"/>
                  </a:moveTo>
                  <a:lnTo>
                    <a:pt x="325043" y="553669"/>
                  </a:lnTo>
                  <a:lnTo>
                    <a:pt x="322872" y="554850"/>
                  </a:lnTo>
                  <a:lnTo>
                    <a:pt x="321183" y="555764"/>
                  </a:lnTo>
                  <a:lnTo>
                    <a:pt x="321119" y="557834"/>
                  </a:lnTo>
                  <a:lnTo>
                    <a:pt x="322160" y="559015"/>
                  </a:lnTo>
                  <a:lnTo>
                    <a:pt x="322300" y="559181"/>
                  </a:lnTo>
                  <a:lnTo>
                    <a:pt x="322999" y="559981"/>
                  </a:lnTo>
                  <a:lnTo>
                    <a:pt x="324485" y="560082"/>
                  </a:lnTo>
                  <a:lnTo>
                    <a:pt x="325158" y="559181"/>
                  </a:lnTo>
                  <a:lnTo>
                    <a:pt x="325285" y="558977"/>
                  </a:lnTo>
                  <a:lnTo>
                    <a:pt x="325437" y="558825"/>
                  </a:lnTo>
                  <a:lnTo>
                    <a:pt x="325628" y="558711"/>
                  </a:lnTo>
                  <a:lnTo>
                    <a:pt x="327761" y="556907"/>
                  </a:lnTo>
                  <a:close/>
                </a:path>
                <a:path w="441325" h="564514">
                  <a:moveTo>
                    <a:pt x="336397" y="519772"/>
                  </a:moveTo>
                  <a:lnTo>
                    <a:pt x="328815" y="519772"/>
                  </a:lnTo>
                  <a:lnTo>
                    <a:pt x="328815" y="526122"/>
                  </a:lnTo>
                  <a:lnTo>
                    <a:pt x="332600" y="526122"/>
                  </a:lnTo>
                  <a:lnTo>
                    <a:pt x="336397" y="526122"/>
                  </a:lnTo>
                  <a:lnTo>
                    <a:pt x="336397" y="519772"/>
                  </a:lnTo>
                  <a:close/>
                </a:path>
                <a:path w="441325" h="564514">
                  <a:moveTo>
                    <a:pt x="340487" y="496697"/>
                  </a:moveTo>
                  <a:lnTo>
                    <a:pt x="339788" y="495719"/>
                  </a:lnTo>
                  <a:lnTo>
                    <a:pt x="335724" y="490080"/>
                  </a:lnTo>
                  <a:lnTo>
                    <a:pt x="331012" y="494931"/>
                  </a:lnTo>
                  <a:lnTo>
                    <a:pt x="330796" y="495719"/>
                  </a:lnTo>
                  <a:lnTo>
                    <a:pt x="330682" y="496836"/>
                  </a:lnTo>
                  <a:lnTo>
                    <a:pt x="331609" y="499643"/>
                  </a:lnTo>
                  <a:lnTo>
                    <a:pt x="332778" y="500684"/>
                  </a:lnTo>
                  <a:lnTo>
                    <a:pt x="336372" y="500837"/>
                  </a:lnTo>
                  <a:lnTo>
                    <a:pt x="337134" y="499922"/>
                  </a:lnTo>
                  <a:lnTo>
                    <a:pt x="337756" y="499160"/>
                  </a:lnTo>
                  <a:lnTo>
                    <a:pt x="337769" y="498665"/>
                  </a:lnTo>
                  <a:lnTo>
                    <a:pt x="340487" y="496697"/>
                  </a:lnTo>
                  <a:close/>
                </a:path>
                <a:path w="441325" h="564514">
                  <a:moveTo>
                    <a:pt x="352742" y="480161"/>
                  </a:moveTo>
                  <a:lnTo>
                    <a:pt x="351383" y="476631"/>
                  </a:lnTo>
                  <a:lnTo>
                    <a:pt x="346163" y="476631"/>
                  </a:lnTo>
                  <a:lnTo>
                    <a:pt x="344817" y="480161"/>
                  </a:lnTo>
                  <a:lnTo>
                    <a:pt x="346646" y="482168"/>
                  </a:lnTo>
                  <a:lnTo>
                    <a:pt x="348005" y="483641"/>
                  </a:lnTo>
                  <a:lnTo>
                    <a:pt x="349542" y="483654"/>
                  </a:lnTo>
                  <a:lnTo>
                    <a:pt x="350901" y="482168"/>
                  </a:lnTo>
                  <a:lnTo>
                    <a:pt x="352742" y="480161"/>
                  </a:lnTo>
                  <a:close/>
                </a:path>
                <a:path w="441325" h="564514">
                  <a:moveTo>
                    <a:pt x="354012" y="534035"/>
                  </a:moveTo>
                  <a:lnTo>
                    <a:pt x="352031" y="528789"/>
                  </a:lnTo>
                  <a:lnTo>
                    <a:pt x="349300" y="527532"/>
                  </a:lnTo>
                  <a:lnTo>
                    <a:pt x="345414" y="531723"/>
                  </a:lnTo>
                  <a:lnTo>
                    <a:pt x="346595" y="534657"/>
                  </a:lnTo>
                  <a:lnTo>
                    <a:pt x="348830" y="535647"/>
                  </a:lnTo>
                  <a:lnTo>
                    <a:pt x="351447" y="536816"/>
                  </a:lnTo>
                  <a:lnTo>
                    <a:pt x="354012" y="534035"/>
                  </a:lnTo>
                  <a:close/>
                </a:path>
                <a:path w="441325" h="564514">
                  <a:moveTo>
                    <a:pt x="354774" y="560768"/>
                  </a:moveTo>
                  <a:lnTo>
                    <a:pt x="352704" y="556260"/>
                  </a:lnTo>
                  <a:lnTo>
                    <a:pt x="352221" y="555625"/>
                  </a:lnTo>
                  <a:lnTo>
                    <a:pt x="347980" y="551040"/>
                  </a:lnTo>
                  <a:lnTo>
                    <a:pt x="342493" y="556958"/>
                  </a:lnTo>
                  <a:lnTo>
                    <a:pt x="346036" y="560768"/>
                  </a:lnTo>
                  <a:lnTo>
                    <a:pt x="346748" y="561543"/>
                  </a:lnTo>
                  <a:lnTo>
                    <a:pt x="347332" y="562051"/>
                  </a:lnTo>
                  <a:lnTo>
                    <a:pt x="351497" y="564286"/>
                  </a:lnTo>
                  <a:lnTo>
                    <a:pt x="354774" y="560768"/>
                  </a:lnTo>
                  <a:close/>
                </a:path>
                <a:path w="441325" h="564514">
                  <a:moveTo>
                    <a:pt x="357416" y="511759"/>
                  </a:moveTo>
                  <a:lnTo>
                    <a:pt x="353250" y="501421"/>
                  </a:lnTo>
                  <a:lnTo>
                    <a:pt x="344932" y="510324"/>
                  </a:lnTo>
                  <a:lnTo>
                    <a:pt x="350723" y="513041"/>
                  </a:lnTo>
                  <a:lnTo>
                    <a:pt x="354558" y="514845"/>
                  </a:lnTo>
                  <a:lnTo>
                    <a:pt x="357416" y="511759"/>
                  </a:lnTo>
                  <a:close/>
                </a:path>
                <a:path w="441325" h="564514">
                  <a:moveTo>
                    <a:pt x="369951" y="464985"/>
                  </a:moveTo>
                  <a:lnTo>
                    <a:pt x="360819" y="464985"/>
                  </a:lnTo>
                  <a:lnTo>
                    <a:pt x="360819" y="472630"/>
                  </a:lnTo>
                  <a:lnTo>
                    <a:pt x="365379" y="472630"/>
                  </a:lnTo>
                  <a:lnTo>
                    <a:pt x="369951" y="472630"/>
                  </a:lnTo>
                  <a:lnTo>
                    <a:pt x="369951" y="464985"/>
                  </a:lnTo>
                  <a:close/>
                </a:path>
                <a:path w="441325" h="564514">
                  <a:moveTo>
                    <a:pt x="373913" y="488645"/>
                  </a:moveTo>
                  <a:lnTo>
                    <a:pt x="365467" y="488645"/>
                  </a:lnTo>
                  <a:lnTo>
                    <a:pt x="365467" y="495719"/>
                  </a:lnTo>
                  <a:lnTo>
                    <a:pt x="369697" y="495719"/>
                  </a:lnTo>
                  <a:lnTo>
                    <a:pt x="373913" y="495719"/>
                  </a:lnTo>
                  <a:lnTo>
                    <a:pt x="373913" y="488645"/>
                  </a:lnTo>
                  <a:close/>
                </a:path>
                <a:path w="441325" h="564514">
                  <a:moveTo>
                    <a:pt x="376072" y="510438"/>
                  </a:moveTo>
                  <a:lnTo>
                    <a:pt x="363321" y="510438"/>
                  </a:lnTo>
                  <a:lnTo>
                    <a:pt x="363321" y="521106"/>
                  </a:lnTo>
                  <a:lnTo>
                    <a:pt x="369697" y="521106"/>
                  </a:lnTo>
                  <a:lnTo>
                    <a:pt x="376059" y="521106"/>
                  </a:lnTo>
                  <a:lnTo>
                    <a:pt x="376072" y="510438"/>
                  </a:lnTo>
                  <a:close/>
                </a:path>
                <a:path w="441325" h="564514">
                  <a:moveTo>
                    <a:pt x="380123" y="541058"/>
                  </a:moveTo>
                  <a:lnTo>
                    <a:pt x="376682" y="537337"/>
                  </a:lnTo>
                  <a:lnTo>
                    <a:pt x="370014" y="542798"/>
                  </a:lnTo>
                  <a:lnTo>
                    <a:pt x="375043" y="548271"/>
                  </a:lnTo>
                  <a:lnTo>
                    <a:pt x="377990" y="544068"/>
                  </a:lnTo>
                  <a:lnTo>
                    <a:pt x="380123" y="541058"/>
                  </a:lnTo>
                  <a:close/>
                </a:path>
                <a:path w="441325" h="564514">
                  <a:moveTo>
                    <a:pt x="382358" y="450189"/>
                  </a:moveTo>
                  <a:lnTo>
                    <a:pt x="378980" y="449262"/>
                  </a:lnTo>
                  <a:lnTo>
                    <a:pt x="378193" y="451586"/>
                  </a:lnTo>
                  <a:lnTo>
                    <a:pt x="377659" y="453161"/>
                  </a:lnTo>
                  <a:lnTo>
                    <a:pt x="377228" y="453974"/>
                  </a:lnTo>
                  <a:lnTo>
                    <a:pt x="378117" y="456285"/>
                  </a:lnTo>
                  <a:lnTo>
                    <a:pt x="378853" y="456768"/>
                  </a:lnTo>
                  <a:lnTo>
                    <a:pt x="381063" y="455371"/>
                  </a:lnTo>
                  <a:lnTo>
                    <a:pt x="381177" y="454406"/>
                  </a:lnTo>
                  <a:lnTo>
                    <a:pt x="382358" y="450189"/>
                  </a:lnTo>
                  <a:close/>
                </a:path>
                <a:path w="441325" h="564514">
                  <a:moveTo>
                    <a:pt x="388073" y="443611"/>
                  </a:moveTo>
                  <a:lnTo>
                    <a:pt x="387985" y="442607"/>
                  </a:lnTo>
                  <a:lnTo>
                    <a:pt x="387781" y="440055"/>
                  </a:lnTo>
                  <a:lnTo>
                    <a:pt x="385749" y="438886"/>
                  </a:lnTo>
                  <a:lnTo>
                    <a:pt x="383057" y="441794"/>
                  </a:lnTo>
                  <a:lnTo>
                    <a:pt x="384136" y="444004"/>
                  </a:lnTo>
                  <a:lnTo>
                    <a:pt x="385864" y="444157"/>
                  </a:lnTo>
                  <a:lnTo>
                    <a:pt x="386499" y="444220"/>
                  </a:lnTo>
                  <a:lnTo>
                    <a:pt x="386816" y="444246"/>
                  </a:lnTo>
                  <a:lnTo>
                    <a:pt x="387413" y="444309"/>
                  </a:lnTo>
                  <a:lnTo>
                    <a:pt x="388073" y="443611"/>
                  </a:lnTo>
                  <a:close/>
                </a:path>
                <a:path w="441325" h="564514">
                  <a:moveTo>
                    <a:pt x="392836" y="473583"/>
                  </a:moveTo>
                  <a:lnTo>
                    <a:pt x="390753" y="471335"/>
                  </a:lnTo>
                  <a:lnTo>
                    <a:pt x="388416" y="472440"/>
                  </a:lnTo>
                  <a:lnTo>
                    <a:pt x="386448" y="473379"/>
                  </a:lnTo>
                  <a:lnTo>
                    <a:pt x="386207" y="475475"/>
                  </a:lnTo>
                  <a:lnTo>
                    <a:pt x="387070" y="477202"/>
                  </a:lnTo>
                  <a:lnTo>
                    <a:pt x="387388" y="477545"/>
                  </a:lnTo>
                  <a:lnTo>
                    <a:pt x="388988" y="478485"/>
                  </a:lnTo>
                  <a:lnTo>
                    <a:pt x="390931" y="478218"/>
                  </a:lnTo>
                  <a:lnTo>
                    <a:pt x="392836" y="473583"/>
                  </a:lnTo>
                  <a:close/>
                </a:path>
                <a:path w="441325" h="564514">
                  <a:moveTo>
                    <a:pt x="397344" y="534860"/>
                  </a:moveTo>
                  <a:lnTo>
                    <a:pt x="391490" y="534860"/>
                  </a:lnTo>
                  <a:lnTo>
                    <a:pt x="391490" y="539750"/>
                  </a:lnTo>
                  <a:lnTo>
                    <a:pt x="394411" y="539750"/>
                  </a:lnTo>
                  <a:lnTo>
                    <a:pt x="397332" y="539750"/>
                  </a:lnTo>
                  <a:lnTo>
                    <a:pt x="397344" y="534860"/>
                  </a:lnTo>
                  <a:close/>
                </a:path>
                <a:path w="441325" h="564514">
                  <a:moveTo>
                    <a:pt x="397827" y="464096"/>
                  </a:moveTo>
                  <a:lnTo>
                    <a:pt x="396227" y="461264"/>
                  </a:lnTo>
                  <a:lnTo>
                    <a:pt x="393941" y="460946"/>
                  </a:lnTo>
                  <a:lnTo>
                    <a:pt x="392277" y="460705"/>
                  </a:lnTo>
                  <a:lnTo>
                    <a:pt x="390906" y="462191"/>
                  </a:lnTo>
                  <a:lnTo>
                    <a:pt x="391058" y="463461"/>
                  </a:lnTo>
                  <a:lnTo>
                    <a:pt x="391426" y="466445"/>
                  </a:lnTo>
                  <a:lnTo>
                    <a:pt x="394030" y="468172"/>
                  </a:lnTo>
                  <a:lnTo>
                    <a:pt x="397827" y="464096"/>
                  </a:lnTo>
                  <a:close/>
                </a:path>
                <a:path w="441325" h="564514">
                  <a:moveTo>
                    <a:pt x="398868" y="507415"/>
                  </a:moveTo>
                  <a:lnTo>
                    <a:pt x="393763" y="507415"/>
                  </a:lnTo>
                  <a:lnTo>
                    <a:pt x="395046" y="510413"/>
                  </a:lnTo>
                  <a:lnTo>
                    <a:pt x="395719" y="511975"/>
                  </a:lnTo>
                  <a:lnTo>
                    <a:pt x="396925" y="511975"/>
                  </a:lnTo>
                  <a:lnTo>
                    <a:pt x="398868" y="507415"/>
                  </a:lnTo>
                  <a:close/>
                </a:path>
                <a:path w="441325" h="564514">
                  <a:moveTo>
                    <a:pt x="407022" y="534987"/>
                  </a:moveTo>
                  <a:lnTo>
                    <a:pt x="405536" y="532472"/>
                  </a:lnTo>
                  <a:lnTo>
                    <a:pt x="402945" y="533133"/>
                  </a:lnTo>
                  <a:lnTo>
                    <a:pt x="402932" y="537387"/>
                  </a:lnTo>
                  <a:lnTo>
                    <a:pt x="405536" y="538022"/>
                  </a:lnTo>
                  <a:lnTo>
                    <a:pt x="406552" y="536308"/>
                  </a:lnTo>
                  <a:lnTo>
                    <a:pt x="406717" y="536016"/>
                  </a:lnTo>
                  <a:lnTo>
                    <a:pt x="407022" y="535508"/>
                  </a:lnTo>
                  <a:lnTo>
                    <a:pt x="407022" y="534987"/>
                  </a:lnTo>
                  <a:close/>
                </a:path>
                <a:path w="441325" h="564514">
                  <a:moveTo>
                    <a:pt x="413677" y="557504"/>
                  </a:moveTo>
                  <a:lnTo>
                    <a:pt x="405587" y="557504"/>
                  </a:lnTo>
                  <a:lnTo>
                    <a:pt x="405574" y="564286"/>
                  </a:lnTo>
                  <a:lnTo>
                    <a:pt x="409625" y="564286"/>
                  </a:lnTo>
                  <a:lnTo>
                    <a:pt x="413677" y="564286"/>
                  </a:lnTo>
                  <a:lnTo>
                    <a:pt x="413677" y="557504"/>
                  </a:lnTo>
                  <a:close/>
                </a:path>
                <a:path w="441325" h="564514">
                  <a:moveTo>
                    <a:pt x="419722" y="484632"/>
                  </a:moveTo>
                  <a:lnTo>
                    <a:pt x="409054" y="484632"/>
                  </a:lnTo>
                  <a:lnTo>
                    <a:pt x="409041" y="493572"/>
                  </a:lnTo>
                  <a:lnTo>
                    <a:pt x="414388" y="493572"/>
                  </a:lnTo>
                  <a:lnTo>
                    <a:pt x="419709" y="493572"/>
                  </a:lnTo>
                  <a:lnTo>
                    <a:pt x="419722" y="484632"/>
                  </a:lnTo>
                  <a:close/>
                </a:path>
                <a:path w="441325" h="564514">
                  <a:moveTo>
                    <a:pt x="433501" y="551586"/>
                  </a:moveTo>
                  <a:lnTo>
                    <a:pt x="433311" y="551586"/>
                  </a:lnTo>
                  <a:lnTo>
                    <a:pt x="433311" y="551738"/>
                  </a:lnTo>
                  <a:lnTo>
                    <a:pt x="433501" y="551738"/>
                  </a:lnTo>
                  <a:lnTo>
                    <a:pt x="433501" y="551586"/>
                  </a:lnTo>
                  <a:close/>
                </a:path>
                <a:path w="441325" h="564514">
                  <a:moveTo>
                    <a:pt x="440753" y="556768"/>
                  </a:moveTo>
                  <a:lnTo>
                    <a:pt x="438264" y="558952"/>
                  </a:lnTo>
                  <a:lnTo>
                    <a:pt x="437730" y="559409"/>
                  </a:lnTo>
                  <a:lnTo>
                    <a:pt x="437489" y="559612"/>
                  </a:lnTo>
                  <a:lnTo>
                    <a:pt x="437489" y="560120"/>
                  </a:lnTo>
                  <a:lnTo>
                    <a:pt x="437908" y="560476"/>
                  </a:lnTo>
                  <a:lnTo>
                    <a:pt x="438086" y="560641"/>
                  </a:lnTo>
                  <a:lnTo>
                    <a:pt x="438264" y="560781"/>
                  </a:lnTo>
                  <a:lnTo>
                    <a:pt x="440740" y="562965"/>
                  </a:lnTo>
                  <a:lnTo>
                    <a:pt x="440753" y="556768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2375928" y="1972747"/>
              <a:ext cx="220979" cy="393700"/>
            </a:xfrm>
            <a:custGeom>
              <a:avLst/>
              <a:gdLst/>
              <a:ahLst/>
              <a:cxnLst/>
              <a:rect l="l" t="t" r="r" b="b"/>
              <a:pathLst>
                <a:path w="220980" h="393700">
                  <a:moveTo>
                    <a:pt x="6362" y="273100"/>
                  </a:moveTo>
                  <a:lnTo>
                    <a:pt x="6070" y="272338"/>
                  </a:lnTo>
                  <a:lnTo>
                    <a:pt x="0" y="274612"/>
                  </a:lnTo>
                  <a:lnTo>
                    <a:pt x="469" y="275869"/>
                  </a:lnTo>
                  <a:lnTo>
                    <a:pt x="1282" y="275488"/>
                  </a:lnTo>
                  <a:lnTo>
                    <a:pt x="6362" y="273100"/>
                  </a:lnTo>
                  <a:close/>
                </a:path>
                <a:path w="220980" h="393700">
                  <a:moveTo>
                    <a:pt x="14427" y="246786"/>
                  </a:moveTo>
                  <a:lnTo>
                    <a:pt x="10477" y="246786"/>
                  </a:lnTo>
                  <a:lnTo>
                    <a:pt x="10477" y="250101"/>
                  </a:lnTo>
                  <a:lnTo>
                    <a:pt x="12458" y="250101"/>
                  </a:lnTo>
                  <a:lnTo>
                    <a:pt x="14427" y="250101"/>
                  </a:lnTo>
                  <a:lnTo>
                    <a:pt x="14427" y="246786"/>
                  </a:lnTo>
                  <a:close/>
                </a:path>
                <a:path w="220980" h="393700">
                  <a:moveTo>
                    <a:pt x="20142" y="200406"/>
                  </a:moveTo>
                  <a:lnTo>
                    <a:pt x="18072" y="200406"/>
                  </a:lnTo>
                  <a:lnTo>
                    <a:pt x="18072" y="202133"/>
                  </a:lnTo>
                  <a:lnTo>
                    <a:pt x="19113" y="202133"/>
                  </a:lnTo>
                  <a:lnTo>
                    <a:pt x="20142" y="202133"/>
                  </a:lnTo>
                  <a:lnTo>
                    <a:pt x="20142" y="200406"/>
                  </a:lnTo>
                  <a:close/>
                </a:path>
                <a:path w="220980" h="393700">
                  <a:moveTo>
                    <a:pt x="24015" y="176288"/>
                  </a:moveTo>
                  <a:lnTo>
                    <a:pt x="21818" y="176288"/>
                  </a:lnTo>
                  <a:lnTo>
                    <a:pt x="21907" y="177685"/>
                  </a:lnTo>
                  <a:lnTo>
                    <a:pt x="21971" y="178638"/>
                  </a:lnTo>
                  <a:lnTo>
                    <a:pt x="22021" y="179006"/>
                  </a:lnTo>
                  <a:lnTo>
                    <a:pt x="22352" y="180695"/>
                  </a:lnTo>
                  <a:lnTo>
                    <a:pt x="23469" y="180695"/>
                  </a:lnTo>
                  <a:lnTo>
                    <a:pt x="23812" y="179006"/>
                  </a:lnTo>
                  <a:lnTo>
                    <a:pt x="23850" y="178638"/>
                  </a:lnTo>
                  <a:lnTo>
                    <a:pt x="23926" y="177685"/>
                  </a:lnTo>
                  <a:lnTo>
                    <a:pt x="24015" y="176288"/>
                  </a:lnTo>
                  <a:close/>
                </a:path>
                <a:path w="220980" h="393700">
                  <a:moveTo>
                    <a:pt x="30861" y="270840"/>
                  </a:moveTo>
                  <a:lnTo>
                    <a:pt x="30670" y="269862"/>
                  </a:lnTo>
                  <a:lnTo>
                    <a:pt x="28727" y="269379"/>
                  </a:lnTo>
                  <a:lnTo>
                    <a:pt x="28181" y="269443"/>
                  </a:lnTo>
                  <a:lnTo>
                    <a:pt x="23863" y="270484"/>
                  </a:lnTo>
                  <a:lnTo>
                    <a:pt x="26263" y="276237"/>
                  </a:lnTo>
                  <a:lnTo>
                    <a:pt x="29133" y="273570"/>
                  </a:lnTo>
                  <a:lnTo>
                    <a:pt x="29997" y="272770"/>
                  </a:lnTo>
                  <a:lnTo>
                    <a:pt x="30111" y="272643"/>
                  </a:lnTo>
                  <a:lnTo>
                    <a:pt x="30861" y="270840"/>
                  </a:lnTo>
                  <a:close/>
                </a:path>
                <a:path w="220980" h="393700">
                  <a:moveTo>
                    <a:pt x="37236" y="193255"/>
                  </a:moveTo>
                  <a:lnTo>
                    <a:pt x="37109" y="192887"/>
                  </a:lnTo>
                  <a:lnTo>
                    <a:pt x="35179" y="189877"/>
                  </a:lnTo>
                  <a:lnTo>
                    <a:pt x="32308" y="192963"/>
                  </a:lnTo>
                  <a:lnTo>
                    <a:pt x="34467" y="194564"/>
                  </a:lnTo>
                  <a:lnTo>
                    <a:pt x="35102" y="195046"/>
                  </a:lnTo>
                  <a:lnTo>
                    <a:pt x="35445" y="195173"/>
                  </a:lnTo>
                  <a:lnTo>
                    <a:pt x="36766" y="195160"/>
                  </a:lnTo>
                  <a:lnTo>
                    <a:pt x="37223" y="194691"/>
                  </a:lnTo>
                  <a:lnTo>
                    <a:pt x="37236" y="193255"/>
                  </a:lnTo>
                  <a:close/>
                </a:path>
                <a:path w="220980" h="393700">
                  <a:moveTo>
                    <a:pt x="37287" y="218224"/>
                  </a:moveTo>
                  <a:lnTo>
                    <a:pt x="29756" y="215176"/>
                  </a:lnTo>
                  <a:lnTo>
                    <a:pt x="27940" y="221830"/>
                  </a:lnTo>
                  <a:lnTo>
                    <a:pt x="31762" y="222973"/>
                  </a:lnTo>
                  <a:lnTo>
                    <a:pt x="35915" y="224205"/>
                  </a:lnTo>
                  <a:lnTo>
                    <a:pt x="37287" y="218224"/>
                  </a:lnTo>
                  <a:close/>
                </a:path>
                <a:path w="220980" h="393700">
                  <a:moveTo>
                    <a:pt x="43891" y="243611"/>
                  </a:moveTo>
                  <a:lnTo>
                    <a:pt x="42659" y="241084"/>
                  </a:lnTo>
                  <a:lnTo>
                    <a:pt x="39306" y="241084"/>
                  </a:lnTo>
                  <a:lnTo>
                    <a:pt x="38087" y="243624"/>
                  </a:lnTo>
                  <a:lnTo>
                    <a:pt x="39509" y="244894"/>
                  </a:lnTo>
                  <a:lnTo>
                    <a:pt x="39865" y="245211"/>
                  </a:lnTo>
                  <a:lnTo>
                    <a:pt x="40043" y="245364"/>
                  </a:lnTo>
                  <a:lnTo>
                    <a:pt x="40640" y="245897"/>
                  </a:lnTo>
                  <a:lnTo>
                    <a:pt x="41325" y="245897"/>
                  </a:lnTo>
                  <a:lnTo>
                    <a:pt x="41922" y="245364"/>
                  </a:lnTo>
                  <a:lnTo>
                    <a:pt x="42100" y="245211"/>
                  </a:lnTo>
                  <a:lnTo>
                    <a:pt x="43891" y="243611"/>
                  </a:lnTo>
                  <a:close/>
                </a:path>
                <a:path w="220980" h="393700">
                  <a:moveTo>
                    <a:pt x="60756" y="326669"/>
                  </a:moveTo>
                  <a:lnTo>
                    <a:pt x="51638" y="326669"/>
                  </a:lnTo>
                  <a:lnTo>
                    <a:pt x="51638" y="334314"/>
                  </a:lnTo>
                  <a:lnTo>
                    <a:pt x="56197" y="334314"/>
                  </a:lnTo>
                  <a:lnTo>
                    <a:pt x="60756" y="334314"/>
                  </a:lnTo>
                  <a:lnTo>
                    <a:pt x="60756" y="326669"/>
                  </a:lnTo>
                  <a:close/>
                </a:path>
                <a:path w="220980" h="393700">
                  <a:moveTo>
                    <a:pt x="64287" y="276771"/>
                  </a:moveTo>
                  <a:lnTo>
                    <a:pt x="63538" y="276098"/>
                  </a:lnTo>
                  <a:lnTo>
                    <a:pt x="62496" y="275640"/>
                  </a:lnTo>
                  <a:lnTo>
                    <a:pt x="62318" y="275564"/>
                  </a:lnTo>
                  <a:lnTo>
                    <a:pt x="61264" y="275107"/>
                  </a:lnTo>
                  <a:lnTo>
                    <a:pt x="59994" y="276479"/>
                  </a:lnTo>
                  <a:lnTo>
                    <a:pt x="60413" y="277609"/>
                  </a:lnTo>
                  <a:lnTo>
                    <a:pt x="60909" y="278917"/>
                  </a:lnTo>
                  <a:lnTo>
                    <a:pt x="61544" y="279730"/>
                  </a:lnTo>
                  <a:lnTo>
                    <a:pt x="62852" y="279565"/>
                  </a:lnTo>
                  <a:lnTo>
                    <a:pt x="63601" y="279450"/>
                  </a:lnTo>
                  <a:lnTo>
                    <a:pt x="64033" y="279006"/>
                  </a:lnTo>
                  <a:lnTo>
                    <a:pt x="64147" y="278015"/>
                  </a:lnTo>
                  <a:lnTo>
                    <a:pt x="64160" y="277837"/>
                  </a:lnTo>
                  <a:lnTo>
                    <a:pt x="64287" y="276771"/>
                  </a:lnTo>
                  <a:close/>
                </a:path>
                <a:path w="220980" h="393700">
                  <a:moveTo>
                    <a:pt x="64706" y="202438"/>
                  </a:moveTo>
                  <a:lnTo>
                    <a:pt x="60680" y="196761"/>
                  </a:lnTo>
                  <a:lnTo>
                    <a:pt x="56743" y="200964"/>
                  </a:lnTo>
                  <a:lnTo>
                    <a:pt x="59766" y="203454"/>
                  </a:lnTo>
                  <a:lnTo>
                    <a:pt x="62039" y="205320"/>
                  </a:lnTo>
                  <a:lnTo>
                    <a:pt x="64706" y="202438"/>
                  </a:lnTo>
                  <a:close/>
                </a:path>
                <a:path w="220980" h="393700">
                  <a:moveTo>
                    <a:pt x="64998" y="245846"/>
                  </a:moveTo>
                  <a:lnTo>
                    <a:pt x="58801" y="245846"/>
                  </a:lnTo>
                  <a:lnTo>
                    <a:pt x="58801" y="251040"/>
                  </a:lnTo>
                  <a:lnTo>
                    <a:pt x="61899" y="251040"/>
                  </a:lnTo>
                  <a:lnTo>
                    <a:pt x="64998" y="251040"/>
                  </a:lnTo>
                  <a:lnTo>
                    <a:pt x="64998" y="245846"/>
                  </a:lnTo>
                  <a:close/>
                </a:path>
                <a:path w="220980" h="393700">
                  <a:moveTo>
                    <a:pt x="65074" y="48336"/>
                  </a:moveTo>
                  <a:lnTo>
                    <a:pt x="64655" y="46901"/>
                  </a:lnTo>
                  <a:lnTo>
                    <a:pt x="63093" y="41579"/>
                  </a:lnTo>
                  <a:lnTo>
                    <a:pt x="57429" y="47701"/>
                  </a:lnTo>
                  <a:lnTo>
                    <a:pt x="63690" y="49834"/>
                  </a:lnTo>
                  <a:lnTo>
                    <a:pt x="65074" y="48336"/>
                  </a:lnTo>
                  <a:close/>
                </a:path>
                <a:path w="220980" h="393700">
                  <a:moveTo>
                    <a:pt x="67424" y="340245"/>
                  </a:moveTo>
                  <a:lnTo>
                    <a:pt x="56400" y="340245"/>
                  </a:lnTo>
                  <a:lnTo>
                    <a:pt x="56388" y="349465"/>
                  </a:lnTo>
                  <a:lnTo>
                    <a:pt x="61899" y="349465"/>
                  </a:lnTo>
                  <a:lnTo>
                    <a:pt x="67411" y="349465"/>
                  </a:lnTo>
                  <a:lnTo>
                    <a:pt x="67424" y="340245"/>
                  </a:lnTo>
                  <a:close/>
                </a:path>
                <a:path w="220980" h="393700">
                  <a:moveTo>
                    <a:pt x="71793" y="228092"/>
                  </a:moveTo>
                  <a:lnTo>
                    <a:pt x="69710" y="225907"/>
                  </a:lnTo>
                  <a:lnTo>
                    <a:pt x="69215" y="225463"/>
                  </a:lnTo>
                  <a:lnTo>
                    <a:pt x="67157" y="224180"/>
                  </a:lnTo>
                  <a:lnTo>
                    <a:pt x="65849" y="225018"/>
                  </a:lnTo>
                  <a:lnTo>
                    <a:pt x="65328" y="226377"/>
                  </a:lnTo>
                  <a:lnTo>
                    <a:pt x="65049" y="226910"/>
                  </a:lnTo>
                  <a:lnTo>
                    <a:pt x="64897" y="227482"/>
                  </a:lnTo>
                  <a:lnTo>
                    <a:pt x="64871" y="228104"/>
                  </a:lnTo>
                  <a:lnTo>
                    <a:pt x="64604" y="230085"/>
                  </a:lnTo>
                  <a:lnTo>
                    <a:pt x="65697" y="232841"/>
                  </a:lnTo>
                  <a:lnTo>
                    <a:pt x="68630" y="232473"/>
                  </a:lnTo>
                  <a:lnTo>
                    <a:pt x="69126" y="232397"/>
                  </a:lnTo>
                  <a:lnTo>
                    <a:pt x="71501" y="231000"/>
                  </a:lnTo>
                  <a:lnTo>
                    <a:pt x="71793" y="228092"/>
                  </a:lnTo>
                  <a:close/>
                </a:path>
                <a:path w="220980" h="393700">
                  <a:moveTo>
                    <a:pt x="72771" y="685"/>
                  </a:moveTo>
                  <a:lnTo>
                    <a:pt x="72478" y="812"/>
                  </a:lnTo>
                  <a:lnTo>
                    <a:pt x="72631" y="1320"/>
                  </a:lnTo>
                  <a:lnTo>
                    <a:pt x="72771" y="685"/>
                  </a:lnTo>
                  <a:close/>
                </a:path>
                <a:path w="220980" h="393700">
                  <a:moveTo>
                    <a:pt x="74053" y="3035"/>
                  </a:moveTo>
                  <a:lnTo>
                    <a:pt x="73012" y="1841"/>
                  </a:lnTo>
                  <a:lnTo>
                    <a:pt x="72618" y="1384"/>
                  </a:lnTo>
                  <a:lnTo>
                    <a:pt x="72517" y="1841"/>
                  </a:lnTo>
                  <a:lnTo>
                    <a:pt x="72567" y="1320"/>
                  </a:lnTo>
                  <a:lnTo>
                    <a:pt x="72224" y="927"/>
                  </a:lnTo>
                  <a:lnTo>
                    <a:pt x="72478" y="812"/>
                  </a:lnTo>
                  <a:lnTo>
                    <a:pt x="72377" y="685"/>
                  </a:lnTo>
                  <a:lnTo>
                    <a:pt x="71247" y="25"/>
                  </a:lnTo>
                  <a:lnTo>
                    <a:pt x="70408" y="0"/>
                  </a:lnTo>
                  <a:lnTo>
                    <a:pt x="69011" y="1168"/>
                  </a:lnTo>
                  <a:lnTo>
                    <a:pt x="68287" y="2247"/>
                  </a:lnTo>
                  <a:lnTo>
                    <a:pt x="69265" y="4749"/>
                  </a:lnTo>
                  <a:lnTo>
                    <a:pt x="69938" y="5422"/>
                  </a:lnTo>
                  <a:lnTo>
                    <a:pt x="73279" y="5588"/>
                  </a:lnTo>
                  <a:lnTo>
                    <a:pt x="74053" y="3035"/>
                  </a:lnTo>
                  <a:close/>
                </a:path>
                <a:path w="220980" h="393700">
                  <a:moveTo>
                    <a:pt x="74422" y="151828"/>
                  </a:moveTo>
                  <a:lnTo>
                    <a:pt x="72517" y="148107"/>
                  </a:lnTo>
                  <a:lnTo>
                    <a:pt x="69113" y="150469"/>
                  </a:lnTo>
                  <a:lnTo>
                    <a:pt x="68821" y="151828"/>
                  </a:lnTo>
                  <a:lnTo>
                    <a:pt x="68872" y="152260"/>
                  </a:lnTo>
                  <a:lnTo>
                    <a:pt x="70497" y="155409"/>
                  </a:lnTo>
                  <a:lnTo>
                    <a:pt x="73367" y="154228"/>
                  </a:lnTo>
                  <a:lnTo>
                    <a:pt x="72885" y="152857"/>
                  </a:lnTo>
                  <a:lnTo>
                    <a:pt x="72796" y="152628"/>
                  </a:lnTo>
                  <a:lnTo>
                    <a:pt x="73533" y="152260"/>
                  </a:lnTo>
                  <a:lnTo>
                    <a:pt x="74422" y="151828"/>
                  </a:lnTo>
                  <a:close/>
                </a:path>
                <a:path w="220980" h="393700">
                  <a:moveTo>
                    <a:pt x="76809" y="308508"/>
                  </a:moveTo>
                  <a:lnTo>
                    <a:pt x="73317" y="303085"/>
                  </a:lnTo>
                  <a:lnTo>
                    <a:pt x="72923" y="302577"/>
                  </a:lnTo>
                  <a:lnTo>
                    <a:pt x="70459" y="301078"/>
                  </a:lnTo>
                  <a:lnTo>
                    <a:pt x="66179" y="302577"/>
                  </a:lnTo>
                  <a:lnTo>
                    <a:pt x="65062" y="303542"/>
                  </a:lnTo>
                  <a:lnTo>
                    <a:pt x="62153" y="308203"/>
                  </a:lnTo>
                  <a:lnTo>
                    <a:pt x="63842" y="313690"/>
                  </a:lnTo>
                  <a:lnTo>
                    <a:pt x="69888" y="314591"/>
                  </a:lnTo>
                  <a:lnTo>
                    <a:pt x="71653" y="314223"/>
                  </a:lnTo>
                  <a:lnTo>
                    <a:pt x="72605" y="313169"/>
                  </a:lnTo>
                  <a:lnTo>
                    <a:pt x="76809" y="308508"/>
                  </a:lnTo>
                  <a:close/>
                </a:path>
                <a:path w="220980" h="393700">
                  <a:moveTo>
                    <a:pt x="78447" y="177215"/>
                  </a:moveTo>
                  <a:lnTo>
                    <a:pt x="73761" y="174320"/>
                  </a:lnTo>
                  <a:lnTo>
                    <a:pt x="70980" y="176009"/>
                  </a:lnTo>
                  <a:lnTo>
                    <a:pt x="70980" y="181406"/>
                  </a:lnTo>
                  <a:lnTo>
                    <a:pt x="73761" y="183083"/>
                  </a:lnTo>
                  <a:lnTo>
                    <a:pt x="75920" y="181762"/>
                  </a:lnTo>
                  <a:lnTo>
                    <a:pt x="78447" y="180200"/>
                  </a:lnTo>
                  <a:lnTo>
                    <a:pt x="78447" y="177215"/>
                  </a:lnTo>
                  <a:close/>
                </a:path>
                <a:path w="220980" h="393700">
                  <a:moveTo>
                    <a:pt x="81686" y="49072"/>
                  </a:moveTo>
                  <a:lnTo>
                    <a:pt x="78486" y="47485"/>
                  </a:lnTo>
                  <a:lnTo>
                    <a:pt x="78486" y="51485"/>
                  </a:lnTo>
                  <a:lnTo>
                    <a:pt x="80505" y="50482"/>
                  </a:lnTo>
                  <a:lnTo>
                    <a:pt x="81686" y="49885"/>
                  </a:lnTo>
                  <a:lnTo>
                    <a:pt x="81686" y="49072"/>
                  </a:lnTo>
                  <a:close/>
                </a:path>
                <a:path w="220980" h="393700">
                  <a:moveTo>
                    <a:pt x="82181" y="81749"/>
                  </a:moveTo>
                  <a:lnTo>
                    <a:pt x="78587" y="77863"/>
                  </a:lnTo>
                  <a:lnTo>
                    <a:pt x="76276" y="80365"/>
                  </a:lnTo>
                  <a:lnTo>
                    <a:pt x="73469" y="83375"/>
                  </a:lnTo>
                  <a:lnTo>
                    <a:pt x="77076" y="87249"/>
                  </a:lnTo>
                  <a:lnTo>
                    <a:pt x="82181" y="81749"/>
                  </a:lnTo>
                  <a:close/>
                </a:path>
                <a:path w="220980" h="393700">
                  <a:moveTo>
                    <a:pt x="84937" y="125069"/>
                  </a:moveTo>
                  <a:lnTo>
                    <a:pt x="84531" y="124561"/>
                  </a:lnTo>
                  <a:lnTo>
                    <a:pt x="83832" y="123685"/>
                  </a:lnTo>
                  <a:lnTo>
                    <a:pt x="83464" y="123545"/>
                  </a:lnTo>
                  <a:lnTo>
                    <a:pt x="79260" y="122834"/>
                  </a:lnTo>
                  <a:lnTo>
                    <a:pt x="79235" y="127914"/>
                  </a:lnTo>
                  <a:lnTo>
                    <a:pt x="82384" y="127393"/>
                  </a:lnTo>
                  <a:lnTo>
                    <a:pt x="83464" y="127215"/>
                  </a:lnTo>
                  <a:lnTo>
                    <a:pt x="83832" y="127063"/>
                  </a:lnTo>
                  <a:lnTo>
                    <a:pt x="84937" y="125691"/>
                  </a:lnTo>
                  <a:lnTo>
                    <a:pt x="84937" y="125069"/>
                  </a:lnTo>
                  <a:close/>
                </a:path>
                <a:path w="220980" h="393700">
                  <a:moveTo>
                    <a:pt x="86360" y="12280"/>
                  </a:moveTo>
                  <a:lnTo>
                    <a:pt x="85979" y="12001"/>
                  </a:lnTo>
                  <a:lnTo>
                    <a:pt x="85750" y="11849"/>
                  </a:lnTo>
                  <a:lnTo>
                    <a:pt x="83197" y="9969"/>
                  </a:lnTo>
                  <a:lnTo>
                    <a:pt x="83197" y="15163"/>
                  </a:lnTo>
                  <a:lnTo>
                    <a:pt x="85293" y="13627"/>
                  </a:lnTo>
                  <a:lnTo>
                    <a:pt x="86360" y="12839"/>
                  </a:lnTo>
                  <a:lnTo>
                    <a:pt x="86360" y="12280"/>
                  </a:lnTo>
                  <a:close/>
                </a:path>
                <a:path w="220980" h="393700">
                  <a:moveTo>
                    <a:pt x="88417" y="215353"/>
                  </a:moveTo>
                  <a:lnTo>
                    <a:pt x="81876" y="214515"/>
                  </a:lnTo>
                  <a:lnTo>
                    <a:pt x="82067" y="218706"/>
                  </a:lnTo>
                  <a:lnTo>
                    <a:pt x="82105" y="219697"/>
                  </a:lnTo>
                  <a:lnTo>
                    <a:pt x="82296" y="220383"/>
                  </a:lnTo>
                  <a:lnTo>
                    <a:pt x="83083" y="222123"/>
                  </a:lnTo>
                  <a:lnTo>
                    <a:pt x="83997" y="222567"/>
                  </a:lnTo>
                  <a:lnTo>
                    <a:pt x="86042" y="222643"/>
                  </a:lnTo>
                  <a:lnTo>
                    <a:pt x="86995" y="221907"/>
                  </a:lnTo>
                  <a:lnTo>
                    <a:pt x="87261" y="220522"/>
                  </a:lnTo>
                  <a:lnTo>
                    <a:pt x="87210" y="219913"/>
                  </a:lnTo>
                  <a:lnTo>
                    <a:pt x="88417" y="215353"/>
                  </a:lnTo>
                  <a:close/>
                </a:path>
                <a:path w="220980" h="393700">
                  <a:moveTo>
                    <a:pt x="92151" y="52146"/>
                  </a:moveTo>
                  <a:lnTo>
                    <a:pt x="88709" y="52146"/>
                  </a:lnTo>
                  <a:lnTo>
                    <a:pt x="88696" y="55029"/>
                  </a:lnTo>
                  <a:lnTo>
                    <a:pt x="90424" y="55029"/>
                  </a:lnTo>
                  <a:lnTo>
                    <a:pt x="92151" y="55029"/>
                  </a:lnTo>
                  <a:lnTo>
                    <a:pt x="92151" y="52146"/>
                  </a:lnTo>
                  <a:close/>
                </a:path>
                <a:path w="220980" h="393700">
                  <a:moveTo>
                    <a:pt x="94488" y="41757"/>
                  </a:moveTo>
                  <a:lnTo>
                    <a:pt x="92862" y="36588"/>
                  </a:lnTo>
                  <a:lnTo>
                    <a:pt x="84683" y="40068"/>
                  </a:lnTo>
                  <a:lnTo>
                    <a:pt x="87503" y="46545"/>
                  </a:lnTo>
                  <a:lnTo>
                    <a:pt x="91020" y="44132"/>
                  </a:lnTo>
                  <a:lnTo>
                    <a:pt x="94488" y="41757"/>
                  </a:lnTo>
                  <a:close/>
                </a:path>
                <a:path w="220980" h="393700">
                  <a:moveTo>
                    <a:pt x="95783" y="166128"/>
                  </a:moveTo>
                  <a:lnTo>
                    <a:pt x="92684" y="166128"/>
                  </a:lnTo>
                  <a:lnTo>
                    <a:pt x="92684" y="168719"/>
                  </a:lnTo>
                  <a:lnTo>
                    <a:pt x="94234" y="168719"/>
                  </a:lnTo>
                  <a:lnTo>
                    <a:pt x="95783" y="168719"/>
                  </a:lnTo>
                  <a:lnTo>
                    <a:pt x="95783" y="166128"/>
                  </a:lnTo>
                  <a:close/>
                </a:path>
                <a:path w="220980" h="393700">
                  <a:moveTo>
                    <a:pt x="97078" y="294728"/>
                  </a:moveTo>
                  <a:lnTo>
                    <a:pt x="87604" y="294728"/>
                  </a:lnTo>
                  <a:lnTo>
                    <a:pt x="87591" y="302666"/>
                  </a:lnTo>
                  <a:lnTo>
                    <a:pt x="92329" y="302666"/>
                  </a:lnTo>
                  <a:lnTo>
                    <a:pt x="97066" y="302666"/>
                  </a:lnTo>
                  <a:lnTo>
                    <a:pt x="97078" y="294728"/>
                  </a:lnTo>
                  <a:close/>
                </a:path>
                <a:path w="220980" h="393700">
                  <a:moveTo>
                    <a:pt x="97751" y="95084"/>
                  </a:moveTo>
                  <a:lnTo>
                    <a:pt x="92849" y="91186"/>
                  </a:lnTo>
                  <a:lnTo>
                    <a:pt x="88963" y="90551"/>
                  </a:lnTo>
                  <a:lnTo>
                    <a:pt x="86220" y="93497"/>
                  </a:lnTo>
                  <a:lnTo>
                    <a:pt x="85852" y="97701"/>
                  </a:lnTo>
                  <a:lnTo>
                    <a:pt x="89090" y="100812"/>
                  </a:lnTo>
                  <a:lnTo>
                    <a:pt x="95529" y="102920"/>
                  </a:lnTo>
                  <a:lnTo>
                    <a:pt x="97751" y="95084"/>
                  </a:lnTo>
                  <a:close/>
                </a:path>
                <a:path w="220980" h="393700">
                  <a:moveTo>
                    <a:pt x="97878" y="357606"/>
                  </a:moveTo>
                  <a:lnTo>
                    <a:pt x="95389" y="354952"/>
                  </a:lnTo>
                  <a:lnTo>
                    <a:pt x="92913" y="356057"/>
                  </a:lnTo>
                  <a:lnTo>
                    <a:pt x="92913" y="360311"/>
                  </a:lnTo>
                  <a:lnTo>
                    <a:pt x="95389" y="361416"/>
                  </a:lnTo>
                  <a:lnTo>
                    <a:pt x="96786" y="359918"/>
                  </a:lnTo>
                  <a:lnTo>
                    <a:pt x="97878" y="358749"/>
                  </a:lnTo>
                  <a:lnTo>
                    <a:pt x="97878" y="357606"/>
                  </a:lnTo>
                  <a:close/>
                </a:path>
                <a:path w="220980" h="393700">
                  <a:moveTo>
                    <a:pt x="98666" y="261251"/>
                  </a:moveTo>
                  <a:lnTo>
                    <a:pt x="92913" y="253695"/>
                  </a:lnTo>
                  <a:lnTo>
                    <a:pt x="87693" y="259321"/>
                  </a:lnTo>
                  <a:lnTo>
                    <a:pt x="90970" y="262229"/>
                  </a:lnTo>
                  <a:lnTo>
                    <a:pt x="94691" y="265518"/>
                  </a:lnTo>
                  <a:lnTo>
                    <a:pt x="98666" y="261251"/>
                  </a:lnTo>
                  <a:close/>
                </a:path>
                <a:path w="220980" h="393700">
                  <a:moveTo>
                    <a:pt x="101104" y="192125"/>
                  </a:moveTo>
                  <a:lnTo>
                    <a:pt x="98894" y="189763"/>
                  </a:lnTo>
                  <a:lnTo>
                    <a:pt x="96888" y="190944"/>
                  </a:lnTo>
                  <a:lnTo>
                    <a:pt x="92722" y="193395"/>
                  </a:lnTo>
                  <a:lnTo>
                    <a:pt x="97713" y="198818"/>
                  </a:lnTo>
                  <a:lnTo>
                    <a:pt x="101104" y="192125"/>
                  </a:lnTo>
                  <a:close/>
                </a:path>
                <a:path w="220980" h="393700">
                  <a:moveTo>
                    <a:pt x="103378" y="226072"/>
                  </a:moveTo>
                  <a:lnTo>
                    <a:pt x="96494" y="226072"/>
                  </a:lnTo>
                  <a:lnTo>
                    <a:pt x="96494" y="231838"/>
                  </a:lnTo>
                  <a:lnTo>
                    <a:pt x="99936" y="231838"/>
                  </a:lnTo>
                  <a:lnTo>
                    <a:pt x="103378" y="231838"/>
                  </a:lnTo>
                  <a:lnTo>
                    <a:pt x="103378" y="226072"/>
                  </a:lnTo>
                  <a:close/>
                </a:path>
                <a:path w="220980" h="393700">
                  <a:moveTo>
                    <a:pt x="104673" y="99847"/>
                  </a:moveTo>
                  <a:lnTo>
                    <a:pt x="99009" y="99847"/>
                  </a:lnTo>
                  <a:lnTo>
                    <a:pt x="100685" y="102514"/>
                  </a:lnTo>
                  <a:lnTo>
                    <a:pt x="100838" y="102755"/>
                  </a:lnTo>
                  <a:lnTo>
                    <a:pt x="100990" y="103009"/>
                  </a:lnTo>
                  <a:lnTo>
                    <a:pt x="101498" y="103809"/>
                  </a:lnTo>
                  <a:lnTo>
                    <a:pt x="102184" y="103809"/>
                  </a:lnTo>
                  <a:lnTo>
                    <a:pt x="104673" y="99847"/>
                  </a:lnTo>
                  <a:close/>
                </a:path>
                <a:path w="220980" h="393700">
                  <a:moveTo>
                    <a:pt x="105194" y="142836"/>
                  </a:moveTo>
                  <a:lnTo>
                    <a:pt x="100380" y="142836"/>
                  </a:lnTo>
                  <a:lnTo>
                    <a:pt x="100380" y="146875"/>
                  </a:lnTo>
                  <a:lnTo>
                    <a:pt x="102793" y="146875"/>
                  </a:lnTo>
                  <a:lnTo>
                    <a:pt x="105194" y="146875"/>
                  </a:lnTo>
                  <a:lnTo>
                    <a:pt x="105194" y="142836"/>
                  </a:lnTo>
                  <a:close/>
                </a:path>
                <a:path w="220980" h="393700">
                  <a:moveTo>
                    <a:pt x="105486" y="79184"/>
                  </a:moveTo>
                  <a:lnTo>
                    <a:pt x="101879" y="75298"/>
                  </a:lnTo>
                  <a:lnTo>
                    <a:pt x="96786" y="80810"/>
                  </a:lnTo>
                  <a:lnTo>
                    <a:pt x="100368" y="84696"/>
                  </a:lnTo>
                  <a:lnTo>
                    <a:pt x="102692" y="82194"/>
                  </a:lnTo>
                  <a:lnTo>
                    <a:pt x="105486" y="79184"/>
                  </a:lnTo>
                  <a:close/>
                </a:path>
                <a:path w="220980" h="393700">
                  <a:moveTo>
                    <a:pt x="107454" y="385991"/>
                  </a:moveTo>
                  <a:lnTo>
                    <a:pt x="104749" y="382752"/>
                  </a:lnTo>
                  <a:lnTo>
                    <a:pt x="102565" y="383933"/>
                  </a:lnTo>
                  <a:lnTo>
                    <a:pt x="100876" y="384848"/>
                  </a:lnTo>
                  <a:lnTo>
                    <a:pt x="100812" y="386918"/>
                  </a:lnTo>
                  <a:lnTo>
                    <a:pt x="102692" y="389051"/>
                  </a:lnTo>
                  <a:lnTo>
                    <a:pt x="104178" y="389166"/>
                  </a:lnTo>
                  <a:lnTo>
                    <a:pt x="104863" y="388264"/>
                  </a:lnTo>
                  <a:lnTo>
                    <a:pt x="104990" y="388061"/>
                  </a:lnTo>
                  <a:lnTo>
                    <a:pt x="105130" y="387908"/>
                  </a:lnTo>
                  <a:lnTo>
                    <a:pt x="105321" y="387794"/>
                  </a:lnTo>
                  <a:lnTo>
                    <a:pt x="107454" y="385991"/>
                  </a:lnTo>
                  <a:close/>
                </a:path>
                <a:path w="220980" h="393700">
                  <a:moveTo>
                    <a:pt x="110578" y="121259"/>
                  </a:moveTo>
                  <a:lnTo>
                    <a:pt x="102997" y="119608"/>
                  </a:lnTo>
                  <a:lnTo>
                    <a:pt x="102971" y="127050"/>
                  </a:lnTo>
                  <a:lnTo>
                    <a:pt x="107302" y="126111"/>
                  </a:lnTo>
                  <a:lnTo>
                    <a:pt x="110578" y="125399"/>
                  </a:lnTo>
                  <a:lnTo>
                    <a:pt x="110578" y="121259"/>
                  </a:lnTo>
                  <a:close/>
                </a:path>
                <a:path w="220980" h="393700">
                  <a:moveTo>
                    <a:pt x="115481" y="253187"/>
                  </a:moveTo>
                  <a:lnTo>
                    <a:pt x="107226" y="253187"/>
                  </a:lnTo>
                  <a:lnTo>
                    <a:pt x="107213" y="260108"/>
                  </a:lnTo>
                  <a:lnTo>
                    <a:pt x="111353" y="260108"/>
                  </a:lnTo>
                  <a:lnTo>
                    <a:pt x="115481" y="260108"/>
                  </a:lnTo>
                  <a:lnTo>
                    <a:pt x="115481" y="253187"/>
                  </a:lnTo>
                  <a:close/>
                </a:path>
                <a:path w="220980" h="393700">
                  <a:moveTo>
                    <a:pt x="116090" y="348856"/>
                  </a:moveTo>
                  <a:lnTo>
                    <a:pt x="108508" y="348856"/>
                  </a:lnTo>
                  <a:lnTo>
                    <a:pt x="108508" y="355206"/>
                  </a:lnTo>
                  <a:lnTo>
                    <a:pt x="112306" y="355206"/>
                  </a:lnTo>
                  <a:lnTo>
                    <a:pt x="116090" y="355206"/>
                  </a:lnTo>
                  <a:lnTo>
                    <a:pt x="116090" y="348856"/>
                  </a:lnTo>
                  <a:close/>
                </a:path>
                <a:path w="220980" h="393700">
                  <a:moveTo>
                    <a:pt x="117652" y="179692"/>
                  </a:moveTo>
                  <a:lnTo>
                    <a:pt x="112661" y="179692"/>
                  </a:lnTo>
                  <a:lnTo>
                    <a:pt x="112649" y="183870"/>
                  </a:lnTo>
                  <a:lnTo>
                    <a:pt x="115150" y="183870"/>
                  </a:lnTo>
                  <a:lnTo>
                    <a:pt x="117652" y="183870"/>
                  </a:lnTo>
                  <a:lnTo>
                    <a:pt x="117652" y="179692"/>
                  </a:lnTo>
                  <a:close/>
                </a:path>
                <a:path w="220980" h="393700">
                  <a:moveTo>
                    <a:pt x="118605" y="161925"/>
                  </a:moveTo>
                  <a:lnTo>
                    <a:pt x="118325" y="161493"/>
                  </a:lnTo>
                  <a:lnTo>
                    <a:pt x="117424" y="160134"/>
                  </a:lnTo>
                  <a:lnTo>
                    <a:pt x="116725" y="159893"/>
                  </a:lnTo>
                  <a:lnTo>
                    <a:pt x="112229" y="159766"/>
                  </a:lnTo>
                  <a:lnTo>
                    <a:pt x="112217" y="164833"/>
                  </a:lnTo>
                  <a:lnTo>
                    <a:pt x="115150" y="164744"/>
                  </a:lnTo>
                  <a:lnTo>
                    <a:pt x="116700" y="164706"/>
                  </a:lnTo>
                  <a:lnTo>
                    <a:pt x="117411" y="164477"/>
                  </a:lnTo>
                  <a:lnTo>
                    <a:pt x="118605" y="162674"/>
                  </a:lnTo>
                  <a:lnTo>
                    <a:pt x="118605" y="161925"/>
                  </a:lnTo>
                  <a:close/>
                </a:path>
                <a:path w="220980" h="393700">
                  <a:moveTo>
                    <a:pt x="120180" y="325780"/>
                  </a:moveTo>
                  <a:lnTo>
                    <a:pt x="119481" y="324802"/>
                  </a:lnTo>
                  <a:lnTo>
                    <a:pt x="115430" y="319163"/>
                  </a:lnTo>
                  <a:lnTo>
                    <a:pt x="110718" y="324015"/>
                  </a:lnTo>
                  <a:lnTo>
                    <a:pt x="110490" y="324802"/>
                  </a:lnTo>
                  <a:lnTo>
                    <a:pt x="110375" y="325920"/>
                  </a:lnTo>
                  <a:lnTo>
                    <a:pt x="111302" y="328726"/>
                  </a:lnTo>
                  <a:lnTo>
                    <a:pt x="112471" y="329768"/>
                  </a:lnTo>
                  <a:lnTo>
                    <a:pt x="116065" y="329920"/>
                  </a:lnTo>
                  <a:lnTo>
                    <a:pt x="116827" y="329006"/>
                  </a:lnTo>
                  <a:lnTo>
                    <a:pt x="117462" y="328244"/>
                  </a:lnTo>
                  <a:lnTo>
                    <a:pt x="117462" y="327748"/>
                  </a:lnTo>
                  <a:lnTo>
                    <a:pt x="120180" y="325780"/>
                  </a:lnTo>
                  <a:close/>
                </a:path>
                <a:path w="220980" h="393700">
                  <a:moveTo>
                    <a:pt x="124764" y="291109"/>
                  </a:moveTo>
                  <a:lnTo>
                    <a:pt x="123469" y="286588"/>
                  </a:lnTo>
                  <a:lnTo>
                    <a:pt x="120662" y="286842"/>
                  </a:lnTo>
                  <a:lnTo>
                    <a:pt x="115595" y="288467"/>
                  </a:lnTo>
                  <a:lnTo>
                    <a:pt x="117233" y="294538"/>
                  </a:lnTo>
                  <a:lnTo>
                    <a:pt x="120586" y="293179"/>
                  </a:lnTo>
                  <a:lnTo>
                    <a:pt x="122110" y="292569"/>
                  </a:lnTo>
                  <a:lnTo>
                    <a:pt x="124764" y="291109"/>
                  </a:lnTo>
                  <a:close/>
                </a:path>
                <a:path w="220980" h="393700">
                  <a:moveTo>
                    <a:pt x="126034" y="203657"/>
                  </a:moveTo>
                  <a:lnTo>
                    <a:pt x="119494" y="203657"/>
                  </a:lnTo>
                  <a:lnTo>
                    <a:pt x="119481" y="209143"/>
                  </a:lnTo>
                  <a:lnTo>
                    <a:pt x="122758" y="209143"/>
                  </a:lnTo>
                  <a:lnTo>
                    <a:pt x="126034" y="209143"/>
                  </a:lnTo>
                  <a:lnTo>
                    <a:pt x="126034" y="203657"/>
                  </a:lnTo>
                  <a:close/>
                </a:path>
                <a:path w="220980" h="393700">
                  <a:moveTo>
                    <a:pt x="126987" y="140385"/>
                  </a:moveTo>
                  <a:lnTo>
                    <a:pt x="124066" y="137223"/>
                  </a:lnTo>
                  <a:lnTo>
                    <a:pt x="121145" y="138798"/>
                  </a:lnTo>
                  <a:lnTo>
                    <a:pt x="115430" y="141871"/>
                  </a:lnTo>
                  <a:lnTo>
                    <a:pt x="122656" y="149733"/>
                  </a:lnTo>
                  <a:lnTo>
                    <a:pt x="126987" y="140385"/>
                  </a:lnTo>
                  <a:close/>
                </a:path>
                <a:path w="220980" h="393700">
                  <a:moveTo>
                    <a:pt x="132435" y="309245"/>
                  </a:moveTo>
                  <a:lnTo>
                    <a:pt x="131076" y="305714"/>
                  </a:lnTo>
                  <a:lnTo>
                    <a:pt x="125857" y="305714"/>
                  </a:lnTo>
                  <a:lnTo>
                    <a:pt x="124510" y="309245"/>
                  </a:lnTo>
                  <a:lnTo>
                    <a:pt x="126339" y="311251"/>
                  </a:lnTo>
                  <a:lnTo>
                    <a:pt x="127698" y="312724"/>
                  </a:lnTo>
                  <a:lnTo>
                    <a:pt x="129235" y="312737"/>
                  </a:lnTo>
                  <a:lnTo>
                    <a:pt x="130594" y="311251"/>
                  </a:lnTo>
                  <a:lnTo>
                    <a:pt x="132435" y="309245"/>
                  </a:lnTo>
                  <a:close/>
                </a:path>
                <a:path w="220980" h="393700">
                  <a:moveTo>
                    <a:pt x="133400" y="187375"/>
                  </a:moveTo>
                  <a:lnTo>
                    <a:pt x="131140" y="187375"/>
                  </a:lnTo>
                  <a:lnTo>
                    <a:pt x="131140" y="188963"/>
                  </a:lnTo>
                  <a:lnTo>
                    <a:pt x="131140" y="190169"/>
                  </a:lnTo>
                  <a:lnTo>
                    <a:pt x="131152" y="190360"/>
                  </a:lnTo>
                  <a:lnTo>
                    <a:pt x="131686" y="191376"/>
                  </a:lnTo>
                  <a:lnTo>
                    <a:pt x="131940" y="191846"/>
                  </a:lnTo>
                  <a:lnTo>
                    <a:pt x="132600" y="191846"/>
                  </a:lnTo>
                  <a:lnTo>
                    <a:pt x="132854" y="191376"/>
                  </a:lnTo>
                  <a:lnTo>
                    <a:pt x="133388" y="190360"/>
                  </a:lnTo>
                  <a:lnTo>
                    <a:pt x="133400" y="190169"/>
                  </a:lnTo>
                  <a:lnTo>
                    <a:pt x="133400" y="187375"/>
                  </a:lnTo>
                  <a:close/>
                </a:path>
                <a:path w="220980" h="393700">
                  <a:moveTo>
                    <a:pt x="133718" y="363118"/>
                  </a:moveTo>
                  <a:lnTo>
                    <a:pt x="131724" y="357873"/>
                  </a:lnTo>
                  <a:lnTo>
                    <a:pt x="128993" y="356616"/>
                  </a:lnTo>
                  <a:lnTo>
                    <a:pt x="125107" y="360807"/>
                  </a:lnTo>
                  <a:lnTo>
                    <a:pt x="126288" y="363740"/>
                  </a:lnTo>
                  <a:lnTo>
                    <a:pt x="128524" y="364731"/>
                  </a:lnTo>
                  <a:lnTo>
                    <a:pt x="131140" y="365899"/>
                  </a:lnTo>
                  <a:lnTo>
                    <a:pt x="133718" y="363118"/>
                  </a:lnTo>
                  <a:close/>
                </a:path>
                <a:path w="220980" h="393700">
                  <a:moveTo>
                    <a:pt x="134467" y="389839"/>
                  </a:moveTo>
                  <a:lnTo>
                    <a:pt x="132397" y="385343"/>
                  </a:lnTo>
                  <a:lnTo>
                    <a:pt x="131914" y="384708"/>
                  </a:lnTo>
                  <a:lnTo>
                    <a:pt x="127673" y="380123"/>
                  </a:lnTo>
                  <a:lnTo>
                    <a:pt x="122186" y="386041"/>
                  </a:lnTo>
                  <a:lnTo>
                    <a:pt x="125730" y="389851"/>
                  </a:lnTo>
                  <a:lnTo>
                    <a:pt x="126441" y="390613"/>
                  </a:lnTo>
                  <a:lnTo>
                    <a:pt x="127025" y="391134"/>
                  </a:lnTo>
                  <a:lnTo>
                    <a:pt x="131191" y="393357"/>
                  </a:lnTo>
                  <a:lnTo>
                    <a:pt x="134467" y="389839"/>
                  </a:lnTo>
                  <a:close/>
                </a:path>
                <a:path w="220980" h="393700">
                  <a:moveTo>
                    <a:pt x="135369" y="170192"/>
                  </a:moveTo>
                  <a:lnTo>
                    <a:pt x="127279" y="170192"/>
                  </a:lnTo>
                  <a:lnTo>
                    <a:pt x="127266" y="176974"/>
                  </a:lnTo>
                  <a:lnTo>
                    <a:pt x="131318" y="176974"/>
                  </a:lnTo>
                  <a:lnTo>
                    <a:pt x="135356" y="176974"/>
                  </a:lnTo>
                  <a:lnTo>
                    <a:pt x="135369" y="170192"/>
                  </a:lnTo>
                  <a:close/>
                </a:path>
                <a:path w="220980" h="393700">
                  <a:moveTo>
                    <a:pt x="135610" y="236931"/>
                  </a:moveTo>
                  <a:lnTo>
                    <a:pt x="133616" y="232321"/>
                  </a:lnTo>
                  <a:lnTo>
                    <a:pt x="127254" y="233108"/>
                  </a:lnTo>
                  <a:lnTo>
                    <a:pt x="124904" y="235559"/>
                  </a:lnTo>
                  <a:lnTo>
                    <a:pt x="126974" y="243484"/>
                  </a:lnTo>
                  <a:lnTo>
                    <a:pt x="133350" y="243916"/>
                  </a:lnTo>
                  <a:lnTo>
                    <a:pt x="134150" y="239674"/>
                  </a:lnTo>
                  <a:lnTo>
                    <a:pt x="134213" y="239369"/>
                  </a:lnTo>
                  <a:lnTo>
                    <a:pt x="134277" y="239242"/>
                  </a:lnTo>
                  <a:lnTo>
                    <a:pt x="135610" y="236931"/>
                  </a:lnTo>
                  <a:close/>
                </a:path>
                <a:path w="220980" h="393700">
                  <a:moveTo>
                    <a:pt x="137121" y="340842"/>
                  </a:moveTo>
                  <a:lnTo>
                    <a:pt x="132943" y="330492"/>
                  </a:lnTo>
                  <a:lnTo>
                    <a:pt x="124625" y="339407"/>
                  </a:lnTo>
                  <a:lnTo>
                    <a:pt x="130416" y="342125"/>
                  </a:lnTo>
                  <a:lnTo>
                    <a:pt x="134251" y="343916"/>
                  </a:lnTo>
                  <a:lnTo>
                    <a:pt x="137121" y="340842"/>
                  </a:lnTo>
                  <a:close/>
                </a:path>
                <a:path w="220980" h="393700">
                  <a:moveTo>
                    <a:pt x="143090" y="155117"/>
                  </a:moveTo>
                  <a:lnTo>
                    <a:pt x="137706" y="152615"/>
                  </a:lnTo>
                  <a:lnTo>
                    <a:pt x="135458" y="153098"/>
                  </a:lnTo>
                  <a:lnTo>
                    <a:pt x="134975" y="155333"/>
                  </a:lnTo>
                  <a:lnTo>
                    <a:pt x="134124" y="159296"/>
                  </a:lnTo>
                  <a:lnTo>
                    <a:pt x="136918" y="162166"/>
                  </a:lnTo>
                  <a:lnTo>
                    <a:pt x="142240" y="159753"/>
                  </a:lnTo>
                  <a:lnTo>
                    <a:pt x="143090" y="155117"/>
                  </a:lnTo>
                  <a:close/>
                </a:path>
                <a:path w="220980" h="393700">
                  <a:moveTo>
                    <a:pt x="149644" y="294068"/>
                  </a:moveTo>
                  <a:lnTo>
                    <a:pt x="140512" y="294068"/>
                  </a:lnTo>
                  <a:lnTo>
                    <a:pt x="140512" y="301713"/>
                  </a:lnTo>
                  <a:lnTo>
                    <a:pt x="145072" y="301713"/>
                  </a:lnTo>
                  <a:lnTo>
                    <a:pt x="149644" y="301713"/>
                  </a:lnTo>
                  <a:lnTo>
                    <a:pt x="149644" y="294068"/>
                  </a:lnTo>
                  <a:close/>
                </a:path>
                <a:path w="220980" h="393700">
                  <a:moveTo>
                    <a:pt x="153606" y="317728"/>
                  </a:moveTo>
                  <a:lnTo>
                    <a:pt x="145161" y="317728"/>
                  </a:lnTo>
                  <a:lnTo>
                    <a:pt x="145161" y="324789"/>
                  </a:lnTo>
                  <a:lnTo>
                    <a:pt x="149390" y="324789"/>
                  </a:lnTo>
                  <a:lnTo>
                    <a:pt x="153606" y="324789"/>
                  </a:lnTo>
                  <a:lnTo>
                    <a:pt x="153606" y="317728"/>
                  </a:lnTo>
                  <a:close/>
                </a:path>
                <a:path w="220980" h="393700">
                  <a:moveTo>
                    <a:pt x="155333" y="261937"/>
                  </a:moveTo>
                  <a:lnTo>
                    <a:pt x="143446" y="261937"/>
                  </a:lnTo>
                  <a:lnTo>
                    <a:pt x="143433" y="271881"/>
                  </a:lnTo>
                  <a:lnTo>
                    <a:pt x="149390" y="271881"/>
                  </a:lnTo>
                  <a:lnTo>
                    <a:pt x="155321" y="271881"/>
                  </a:lnTo>
                  <a:lnTo>
                    <a:pt x="155333" y="261937"/>
                  </a:lnTo>
                  <a:close/>
                </a:path>
                <a:path w="220980" h="393700">
                  <a:moveTo>
                    <a:pt x="155600" y="197993"/>
                  </a:moveTo>
                  <a:lnTo>
                    <a:pt x="150393" y="193446"/>
                  </a:lnTo>
                  <a:lnTo>
                    <a:pt x="149377" y="192786"/>
                  </a:lnTo>
                  <a:lnTo>
                    <a:pt x="145122" y="190411"/>
                  </a:lnTo>
                  <a:lnTo>
                    <a:pt x="142024" y="193776"/>
                  </a:lnTo>
                  <a:lnTo>
                    <a:pt x="143573" y="197027"/>
                  </a:lnTo>
                  <a:lnTo>
                    <a:pt x="144208" y="198361"/>
                  </a:lnTo>
                  <a:lnTo>
                    <a:pt x="144818" y="199466"/>
                  </a:lnTo>
                  <a:lnTo>
                    <a:pt x="149009" y="205066"/>
                  </a:lnTo>
                  <a:lnTo>
                    <a:pt x="155600" y="197993"/>
                  </a:lnTo>
                  <a:close/>
                </a:path>
                <a:path w="220980" h="393700">
                  <a:moveTo>
                    <a:pt x="155765" y="339521"/>
                  </a:moveTo>
                  <a:lnTo>
                    <a:pt x="143014" y="339521"/>
                  </a:lnTo>
                  <a:lnTo>
                    <a:pt x="143014" y="350189"/>
                  </a:lnTo>
                  <a:lnTo>
                    <a:pt x="149390" y="350189"/>
                  </a:lnTo>
                  <a:lnTo>
                    <a:pt x="155752" y="350189"/>
                  </a:lnTo>
                  <a:lnTo>
                    <a:pt x="155765" y="339521"/>
                  </a:lnTo>
                  <a:close/>
                </a:path>
                <a:path w="220980" h="393700">
                  <a:moveTo>
                    <a:pt x="159816" y="370141"/>
                  </a:moveTo>
                  <a:lnTo>
                    <a:pt x="156375" y="366420"/>
                  </a:lnTo>
                  <a:lnTo>
                    <a:pt x="149707" y="371868"/>
                  </a:lnTo>
                  <a:lnTo>
                    <a:pt x="154736" y="377355"/>
                  </a:lnTo>
                  <a:lnTo>
                    <a:pt x="157695" y="373151"/>
                  </a:lnTo>
                  <a:lnTo>
                    <a:pt x="159816" y="370141"/>
                  </a:lnTo>
                  <a:close/>
                </a:path>
                <a:path w="220980" h="393700">
                  <a:moveTo>
                    <a:pt x="162064" y="279273"/>
                  </a:moveTo>
                  <a:lnTo>
                    <a:pt x="158673" y="278358"/>
                  </a:lnTo>
                  <a:lnTo>
                    <a:pt x="157886" y="280670"/>
                  </a:lnTo>
                  <a:lnTo>
                    <a:pt x="157353" y="282244"/>
                  </a:lnTo>
                  <a:lnTo>
                    <a:pt x="156933" y="283057"/>
                  </a:lnTo>
                  <a:lnTo>
                    <a:pt x="157810" y="285369"/>
                  </a:lnTo>
                  <a:lnTo>
                    <a:pt x="158546" y="285851"/>
                  </a:lnTo>
                  <a:lnTo>
                    <a:pt x="160756" y="284454"/>
                  </a:lnTo>
                  <a:lnTo>
                    <a:pt x="160870" y="283489"/>
                  </a:lnTo>
                  <a:lnTo>
                    <a:pt x="162064" y="279273"/>
                  </a:lnTo>
                  <a:close/>
                </a:path>
                <a:path w="220980" h="393700">
                  <a:moveTo>
                    <a:pt x="167767" y="272694"/>
                  </a:moveTo>
                  <a:lnTo>
                    <a:pt x="167678" y="271691"/>
                  </a:lnTo>
                  <a:lnTo>
                    <a:pt x="167474" y="269138"/>
                  </a:lnTo>
                  <a:lnTo>
                    <a:pt x="165442" y="267970"/>
                  </a:lnTo>
                  <a:lnTo>
                    <a:pt x="162750" y="270878"/>
                  </a:lnTo>
                  <a:lnTo>
                    <a:pt x="163830" y="273088"/>
                  </a:lnTo>
                  <a:lnTo>
                    <a:pt x="165557" y="273240"/>
                  </a:lnTo>
                  <a:lnTo>
                    <a:pt x="166192" y="273304"/>
                  </a:lnTo>
                  <a:lnTo>
                    <a:pt x="166509" y="273329"/>
                  </a:lnTo>
                  <a:lnTo>
                    <a:pt x="167119" y="273392"/>
                  </a:lnTo>
                  <a:lnTo>
                    <a:pt x="167767" y="272694"/>
                  </a:lnTo>
                  <a:close/>
                </a:path>
                <a:path w="220980" h="393700">
                  <a:moveTo>
                    <a:pt x="172529" y="302666"/>
                  </a:moveTo>
                  <a:lnTo>
                    <a:pt x="170446" y="300418"/>
                  </a:lnTo>
                  <a:lnTo>
                    <a:pt x="168109" y="301523"/>
                  </a:lnTo>
                  <a:lnTo>
                    <a:pt x="166141" y="302463"/>
                  </a:lnTo>
                  <a:lnTo>
                    <a:pt x="165900" y="304558"/>
                  </a:lnTo>
                  <a:lnTo>
                    <a:pt x="166763" y="306285"/>
                  </a:lnTo>
                  <a:lnTo>
                    <a:pt x="167081" y="306616"/>
                  </a:lnTo>
                  <a:lnTo>
                    <a:pt x="168681" y="307568"/>
                  </a:lnTo>
                  <a:lnTo>
                    <a:pt x="170624" y="307301"/>
                  </a:lnTo>
                  <a:lnTo>
                    <a:pt x="172529" y="302666"/>
                  </a:lnTo>
                  <a:close/>
                </a:path>
                <a:path w="220980" h="393700">
                  <a:moveTo>
                    <a:pt x="177038" y="363943"/>
                  </a:moveTo>
                  <a:lnTo>
                    <a:pt x="171183" y="363943"/>
                  </a:lnTo>
                  <a:lnTo>
                    <a:pt x="171183" y="368833"/>
                  </a:lnTo>
                  <a:lnTo>
                    <a:pt x="174117" y="368833"/>
                  </a:lnTo>
                  <a:lnTo>
                    <a:pt x="177038" y="368833"/>
                  </a:lnTo>
                  <a:lnTo>
                    <a:pt x="177038" y="363943"/>
                  </a:lnTo>
                  <a:close/>
                </a:path>
                <a:path w="220980" h="393700">
                  <a:moveTo>
                    <a:pt x="177520" y="293179"/>
                  </a:moveTo>
                  <a:lnTo>
                    <a:pt x="175920" y="290347"/>
                  </a:lnTo>
                  <a:lnTo>
                    <a:pt x="173634" y="290017"/>
                  </a:lnTo>
                  <a:lnTo>
                    <a:pt x="171983" y="289775"/>
                  </a:lnTo>
                  <a:lnTo>
                    <a:pt x="170599" y="291274"/>
                  </a:lnTo>
                  <a:lnTo>
                    <a:pt x="170751" y="292544"/>
                  </a:lnTo>
                  <a:lnTo>
                    <a:pt x="171119" y="295529"/>
                  </a:lnTo>
                  <a:lnTo>
                    <a:pt x="173723" y="297256"/>
                  </a:lnTo>
                  <a:lnTo>
                    <a:pt x="177520" y="293179"/>
                  </a:lnTo>
                  <a:close/>
                </a:path>
                <a:path w="220980" h="393700">
                  <a:moveTo>
                    <a:pt x="178562" y="336499"/>
                  </a:moveTo>
                  <a:lnTo>
                    <a:pt x="173456" y="336499"/>
                  </a:lnTo>
                  <a:lnTo>
                    <a:pt x="174739" y="339496"/>
                  </a:lnTo>
                  <a:lnTo>
                    <a:pt x="175412" y="341058"/>
                  </a:lnTo>
                  <a:lnTo>
                    <a:pt x="176618" y="341058"/>
                  </a:lnTo>
                  <a:lnTo>
                    <a:pt x="178562" y="336499"/>
                  </a:lnTo>
                  <a:close/>
                </a:path>
                <a:path w="220980" h="393700">
                  <a:moveTo>
                    <a:pt x="186715" y="364070"/>
                  </a:moveTo>
                  <a:lnTo>
                    <a:pt x="185229" y="361556"/>
                  </a:lnTo>
                  <a:lnTo>
                    <a:pt x="182638" y="362216"/>
                  </a:lnTo>
                  <a:lnTo>
                    <a:pt x="182626" y="366471"/>
                  </a:lnTo>
                  <a:lnTo>
                    <a:pt x="185229" y="367106"/>
                  </a:lnTo>
                  <a:lnTo>
                    <a:pt x="186245" y="365391"/>
                  </a:lnTo>
                  <a:lnTo>
                    <a:pt x="186410" y="365099"/>
                  </a:lnTo>
                  <a:lnTo>
                    <a:pt x="186715" y="364591"/>
                  </a:lnTo>
                  <a:lnTo>
                    <a:pt x="186715" y="364070"/>
                  </a:lnTo>
                  <a:close/>
                </a:path>
                <a:path w="220980" h="393700">
                  <a:moveTo>
                    <a:pt x="193382" y="386588"/>
                  </a:moveTo>
                  <a:lnTo>
                    <a:pt x="185280" y="386588"/>
                  </a:lnTo>
                  <a:lnTo>
                    <a:pt x="185267" y="393369"/>
                  </a:lnTo>
                  <a:lnTo>
                    <a:pt x="189331" y="393369"/>
                  </a:lnTo>
                  <a:lnTo>
                    <a:pt x="193370" y="393369"/>
                  </a:lnTo>
                  <a:lnTo>
                    <a:pt x="193382" y="386588"/>
                  </a:lnTo>
                  <a:close/>
                </a:path>
                <a:path w="220980" h="393700">
                  <a:moveTo>
                    <a:pt x="199415" y="313715"/>
                  </a:moveTo>
                  <a:lnTo>
                    <a:pt x="188747" y="313715"/>
                  </a:lnTo>
                  <a:lnTo>
                    <a:pt x="188734" y="322656"/>
                  </a:lnTo>
                  <a:lnTo>
                    <a:pt x="194081" y="322656"/>
                  </a:lnTo>
                  <a:lnTo>
                    <a:pt x="199415" y="322656"/>
                  </a:lnTo>
                  <a:lnTo>
                    <a:pt x="199415" y="313715"/>
                  </a:lnTo>
                  <a:close/>
                </a:path>
                <a:path w="220980" h="393700">
                  <a:moveTo>
                    <a:pt x="213194" y="380669"/>
                  </a:moveTo>
                  <a:lnTo>
                    <a:pt x="213004" y="380669"/>
                  </a:lnTo>
                  <a:lnTo>
                    <a:pt x="213004" y="380822"/>
                  </a:lnTo>
                  <a:lnTo>
                    <a:pt x="213194" y="380822"/>
                  </a:lnTo>
                  <a:lnTo>
                    <a:pt x="213194" y="380669"/>
                  </a:lnTo>
                  <a:close/>
                </a:path>
                <a:path w="220980" h="393700">
                  <a:moveTo>
                    <a:pt x="220446" y="385851"/>
                  </a:moveTo>
                  <a:lnTo>
                    <a:pt x="217957" y="388035"/>
                  </a:lnTo>
                  <a:lnTo>
                    <a:pt x="217424" y="388493"/>
                  </a:lnTo>
                  <a:lnTo>
                    <a:pt x="217195" y="388696"/>
                  </a:lnTo>
                  <a:lnTo>
                    <a:pt x="217195" y="389204"/>
                  </a:lnTo>
                  <a:lnTo>
                    <a:pt x="217601" y="389559"/>
                  </a:lnTo>
                  <a:lnTo>
                    <a:pt x="217779" y="389712"/>
                  </a:lnTo>
                  <a:lnTo>
                    <a:pt x="217957" y="389864"/>
                  </a:lnTo>
                  <a:lnTo>
                    <a:pt x="220433" y="392049"/>
                  </a:lnTo>
                  <a:lnTo>
                    <a:pt x="220446" y="385851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2011946" y="1949976"/>
              <a:ext cx="454025" cy="421640"/>
            </a:xfrm>
            <a:custGeom>
              <a:avLst/>
              <a:gdLst/>
              <a:ahLst/>
              <a:cxnLst/>
              <a:rect l="l" t="t" r="r" b="b"/>
              <a:pathLst>
                <a:path w="454025" h="421639">
                  <a:moveTo>
                    <a:pt x="7734" y="352615"/>
                  </a:moveTo>
                  <a:lnTo>
                    <a:pt x="5105" y="352615"/>
                  </a:lnTo>
                  <a:lnTo>
                    <a:pt x="5105" y="354825"/>
                  </a:lnTo>
                  <a:lnTo>
                    <a:pt x="6426" y="354825"/>
                  </a:lnTo>
                  <a:lnTo>
                    <a:pt x="7734" y="354825"/>
                  </a:lnTo>
                  <a:lnTo>
                    <a:pt x="7734" y="352615"/>
                  </a:lnTo>
                  <a:close/>
                </a:path>
                <a:path w="454025" h="421639">
                  <a:moveTo>
                    <a:pt x="19621" y="309295"/>
                  </a:moveTo>
                  <a:lnTo>
                    <a:pt x="19558" y="308038"/>
                  </a:lnTo>
                  <a:lnTo>
                    <a:pt x="18491" y="305587"/>
                  </a:lnTo>
                  <a:lnTo>
                    <a:pt x="16357" y="305727"/>
                  </a:lnTo>
                  <a:lnTo>
                    <a:pt x="14033" y="307149"/>
                  </a:lnTo>
                  <a:lnTo>
                    <a:pt x="13817" y="308978"/>
                  </a:lnTo>
                  <a:lnTo>
                    <a:pt x="14770" y="309956"/>
                  </a:lnTo>
                  <a:lnTo>
                    <a:pt x="16103" y="311327"/>
                  </a:lnTo>
                  <a:lnTo>
                    <a:pt x="17449" y="311188"/>
                  </a:lnTo>
                  <a:lnTo>
                    <a:pt x="19621" y="309295"/>
                  </a:lnTo>
                  <a:close/>
                </a:path>
                <a:path w="454025" h="421639">
                  <a:moveTo>
                    <a:pt x="28054" y="287261"/>
                  </a:moveTo>
                  <a:lnTo>
                    <a:pt x="26885" y="280416"/>
                  </a:lnTo>
                  <a:lnTo>
                    <a:pt x="22783" y="279590"/>
                  </a:lnTo>
                  <a:lnTo>
                    <a:pt x="19316" y="281305"/>
                  </a:lnTo>
                  <a:lnTo>
                    <a:pt x="15278" y="285216"/>
                  </a:lnTo>
                  <a:lnTo>
                    <a:pt x="16586" y="290944"/>
                  </a:lnTo>
                  <a:lnTo>
                    <a:pt x="20307" y="291769"/>
                  </a:lnTo>
                  <a:lnTo>
                    <a:pt x="22009" y="292138"/>
                  </a:lnTo>
                  <a:lnTo>
                    <a:pt x="23698" y="292138"/>
                  </a:lnTo>
                  <a:lnTo>
                    <a:pt x="27203" y="289318"/>
                  </a:lnTo>
                  <a:lnTo>
                    <a:pt x="28054" y="287261"/>
                  </a:lnTo>
                  <a:close/>
                </a:path>
                <a:path w="454025" h="421639">
                  <a:moveTo>
                    <a:pt x="28397" y="339991"/>
                  </a:moveTo>
                  <a:lnTo>
                    <a:pt x="28295" y="339001"/>
                  </a:lnTo>
                  <a:lnTo>
                    <a:pt x="28244" y="338404"/>
                  </a:lnTo>
                  <a:lnTo>
                    <a:pt x="27914" y="338035"/>
                  </a:lnTo>
                  <a:lnTo>
                    <a:pt x="26416" y="337858"/>
                  </a:lnTo>
                  <a:lnTo>
                    <a:pt x="26327" y="329844"/>
                  </a:lnTo>
                  <a:lnTo>
                    <a:pt x="13817" y="329844"/>
                  </a:lnTo>
                  <a:lnTo>
                    <a:pt x="13804" y="335051"/>
                  </a:lnTo>
                  <a:lnTo>
                    <a:pt x="12" y="335051"/>
                  </a:lnTo>
                  <a:lnTo>
                    <a:pt x="0" y="348843"/>
                  </a:lnTo>
                  <a:lnTo>
                    <a:pt x="8242" y="348843"/>
                  </a:lnTo>
                  <a:lnTo>
                    <a:pt x="16471" y="348843"/>
                  </a:lnTo>
                  <a:lnTo>
                    <a:pt x="16471" y="340321"/>
                  </a:lnTo>
                  <a:lnTo>
                    <a:pt x="20066" y="340321"/>
                  </a:lnTo>
                  <a:lnTo>
                    <a:pt x="24333" y="340321"/>
                  </a:lnTo>
                  <a:lnTo>
                    <a:pt x="26035" y="342315"/>
                  </a:lnTo>
                  <a:lnTo>
                    <a:pt x="27432" y="341058"/>
                  </a:lnTo>
                  <a:lnTo>
                    <a:pt x="28117" y="340423"/>
                  </a:lnTo>
                  <a:lnTo>
                    <a:pt x="28397" y="339991"/>
                  </a:lnTo>
                  <a:close/>
                </a:path>
                <a:path w="454025" h="421639">
                  <a:moveTo>
                    <a:pt x="29019" y="310908"/>
                  </a:moveTo>
                  <a:lnTo>
                    <a:pt x="28422" y="310362"/>
                  </a:lnTo>
                  <a:lnTo>
                    <a:pt x="27241" y="309257"/>
                  </a:lnTo>
                  <a:lnTo>
                    <a:pt x="26555" y="309143"/>
                  </a:lnTo>
                  <a:lnTo>
                    <a:pt x="23177" y="310007"/>
                  </a:lnTo>
                  <a:lnTo>
                    <a:pt x="23177" y="313055"/>
                  </a:lnTo>
                  <a:lnTo>
                    <a:pt x="25006" y="313524"/>
                  </a:lnTo>
                  <a:lnTo>
                    <a:pt x="26543" y="313931"/>
                  </a:lnTo>
                  <a:lnTo>
                    <a:pt x="27228" y="313817"/>
                  </a:lnTo>
                  <a:lnTo>
                    <a:pt x="29019" y="312140"/>
                  </a:lnTo>
                  <a:lnTo>
                    <a:pt x="29019" y="310908"/>
                  </a:lnTo>
                  <a:close/>
                </a:path>
                <a:path w="454025" h="421639">
                  <a:moveTo>
                    <a:pt x="33667" y="401942"/>
                  </a:moveTo>
                  <a:lnTo>
                    <a:pt x="29806" y="396494"/>
                  </a:lnTo>
                  <a:lnTo>
                    <a:pt x="26047" y="400519"/>
                  </a:lnTo>
                  <a:lnTo>
                    <a:pt x="28943" y="402894"/>
                  </a:lnTo>
                  <a:lnTo>
                    <a:pt x="31115" y="404685"/>
                  </a:lnTo>
                  <a:lnTo>
                    <a:pt x="33667" y="401942"/>
                  </a:lnTo>
                  <a:close/>
                </a:path>
                <a:path w="454025" h="421639">
                  <a:moveTo>
                    <a:pt x="33705" y="277418"/>
                  </a:moveTo>
                  <a:lnTo>
                    <a:pt x="31902" y="277418"/>
                  </a:lnTo>
                  <a:lnTo>
                    <a:pt x="31889" y="278930"/>
                  </a:lnTo>
                  <a:lnTo>
                    <a:pt x="32804" y="278930"/>
                  </a:lnTo>
                  <a:lnTo>
                    <a:pt x="33705" y="278930"/>
                  </a:lnTo>
                  <a:lnTo>
                    <a:pt x="33705" y="277418"/>
                  </a:lnTo>
                  <a:close/>
                </a:path>
                <a:path w="454025" h="421639">
                  <a:moveTo>
                    <a:pt x="34023" y="254520"/>
                  </a:moveTo>
                  <a:lnTo>
                    <a:pt x="33616" y="253136"/>
                  </a:lnTo>
                  <a:lnTo>
                    <a:pt x="32118" y="248043"/>
                  </a:lnTo>
                  <a:lnTo>
                    <a:pt x="26695" y="253898"/>
                  </a:lnTo>
                  <a:lnTo>
                    <a:pt x="32689" y="255955"/>
                  </a:lnTo>
                  <a:lnTo>
                    <a:pt x="34023" y="254520"/>
                  </a:lnTo>
                  <a:close/>
                </a:path>
                <a:path w="454025" h="421639">
                  <a:moveTo>
                    <a:pt x="41363" y="208940"/>
                  </a:moveTo>
                  <a:lnTo>
                    <a:pt x="41097" y="209054"/>
                  </a:lnTo>
                  <a:lnTo>
                    <a:pt x="41236" y="209537"/>
                  </a:lnTo>
                  <a:lnTo>
                    <a:pt x="41363" y="208940"/>
                  </a:lnTo>
                  <a:close/>
                </a:path>
                <a:path w="454025" h="421639">
                  <a:moveTo>
                    <a:pt x="42608" y="211175"/>
                  </a:moveTo>
                  <a:lnTo>
                    <a:pt x="41617" y="210045"/>
                  </a:lnTo>
                  <a:lnTo>
                    <a:pt x="41224" y="209600"/>
                  </a:lnTo>
                  <a:lnTo>
                    <a:pt x="41135" y="210045"/>
                  </a:lnTo>
                  <a:lnTo>
                    <a:pt x="41059" y="209397"/>
                  </a:lnTo>
                  <a:lnTo>
                    <a:pt x="40855" y="209169"/>
                  </a:lnTo>
                  <a:lnTo>
                    <a:pt x="41097" y="209054"/>
                  </a:lnTo>
                  <a:lnTo>
                    <a:pt x="39928" y="208292"/>
                  </a:lnTo>
                  <a:lnTo>
                    <a:pt x="39128" y="208280"/>
                  </a:lnTo>
                  <a:lnTo>
                    <a:pt x="37782" y="209397"/>
                  </a:lnTo>
                  <a:lnTo>
                    <a:pt x="37096" y="210426"/>
                  </a:lnTo>
                  <a:lnTo>
                    <a:pt x="38023" y="212813"/>
                  </a:lnTo>
                  <a:lnTo>
                    <a:pt x="38671" y="213474"/>
                  </a:lnTo>
                  <a:lnTo>
                    <a:pt x="41871" y="213626"/>
                  </a:lnTo>
                  <a:lnTo>
                    <a:pt x="42608" y="211175"/>
                  </a:lnTo>
                  <a:close/>
                </a:path>
                <a:path w="454025" h="421639">
                  <a:moveTo>
                    <a:pt x="42964" y="353504"/>
                  </a:moveTo>
                  <a:lnTo>
                    <a:pt x="41135" y="349961"/>
                  </a:lnTo>
                  <a:lnTo>
                    <a:pt x="37871" y="352221"/>
                  </a:lnTo>
                  <a:lnTo>
                    <a:pt x="37604" y="353504"/>
                  </a:lnTo>
                  <a:lnTo>
                    <a:pt x="37642" y="353936"/>
                  </a:lnTo>
                  <a:lnTo>
                    <a:pt x="39204" y="356933"/>
                  </a:lnTo>
                  <a:lnTo>
                    <a:pt x="41948" y="355803"/>
                  </a:lnTo>
                  <a:lnTo>
                    <a:pt x="41478" y="354495"/>
                  </a:lnTo>
                  <a:lnTo>
                    <a:pt x="41402" y="354279"/>
                  </a:lnTo>
                  <a:lnTo>
                    <a:pt x="42087" y="353936"/>
                  </a:lnTo>
                  <a:lnTo>
                    <a:pt x="42964" y="353504"/>
                  </a:lnTo>
                  <a:close/>
                </a:path>
                <a:path w="454025" h="421639">
                  <a:moveTo>
                    <a:pt x="46812" y="377799"/>
                  </a:moveTo>
                  <a:lnTo>
                    <a:pt x="42329" y="375043"/>
                  </a:lnTo>
                  <a:lnTo>
                    <a:pt x="39674" y="376656"/>
                  </a:lnTo>
                  <a:lnTo>
                    <a:pt x="39674" y="381812"/>
                  </a:lnTo>
                  <a:lnTo>
                    <a:pt x="42329" y="383413"/>
                  </a:lnTo>
                  <a:lnTo>
                    <a:pt x="44386" y="382143"/>
                  </a:lnTo>
                  <a:lnTo>
                    <a:pt x="46812" y="380644"/>
                  </a:lnTo>
                  <a:lnTo>
                    <a:pt x="46812" y="377799"/>
                  </a:lnTo>
                  <a:close/>
                </a:path>
                <a:path w="454025" h="421639">
                  <a:moveTo>
                    <a:pt x="49911" y="255219"/>
                  </a:moveTo>
                  <a:lnTo>
                    <a:pt x="49022" y="254774"/>
                  </a:lnTo>
                  <a:lnTo>
                    <a:pt x="48780" y="254660"/>
                  </a:lnTo>
                  <a:lnTo>
                    <a:pt x="46850" y="253695"/>
                  </a:lnTo>
                  <a:lnTo>
                    <a:pt x="46850" y="257530"/>
                  </a:lnTo>
                  <a:lnTo>
                    <a:pt x="48780" y="256565"/>
                  </a:lnTo>
                  <a:lnTo>
                    <a:pt x="49022" y="256451"/>
                  </a:lnTo>
                  <a:lnTo>
                    <a:pt x="49911" y="255993"/>
                  </a:lnTo>
                  <a:lnTo>
                    <a:pt x="49911" y="255219"/>
                  </a:lnTo>
                  <a:close/>
                </a:path>
                <a:path w="454025" h="421639">
                  <a:moveTo>
                    <a:pt x="50380" y="286473"/>
                  </a:moveTo>
                  <a:lnTo>
                    <a:pt x="46951" y="282765"/>
                  </a:lnTo>
                  <a:lnTo>
                    <a:pt x="44729" y="285153"/>
                  </a:lnTo>
                  <a:lnTo>
                    <a:pt x="42062" y="288036"/>
                  </a:lnTo>
                  <a:lnTo>
                    <a:pt x="45491" y="291744"/>
                  </a:lnTo>
                  <a:lnTo>
                    <a:pt x="50380" y="286473"/>
                  </a:lnTo>
                  <a:close/>
                </a:path>
                <a:path w="454025" h="421639">
                  <a:moveTo>
                    <a:pt x="53009" y="327914"/>
                  </a:moveTo>
                  <a:lnTo>
                    <a:pt x="51955" y="326593"/>
                  </a:lnTo>
                  <a:lnTo>
                    <a:pt x="51600" y="326453"/>
                  </a:lnTo>
                  <a:lnTo>
                    <a:pt x="47586" y="325780"/>
                  </a:lnTo>
                  <a:lnTo>
                    <a:pt x="47574" y="330644"/>
                  </a:lnTo>
                  <a:lnTo>
                    <a:pt x="50571" y="330136"/>
                  </a:lnTo>
                  <a:lnTo>
                    <a:pt x="51600" y="329971"/>
                  </a:lnTo>
                  <a:lnTo>
                    <a:pt x="51955" y="329831"/>
                  </a:lnTo>
                  <a:lnTo>
                    <a:pt x="53009" y="328523"/>
                  </a:lnTo>
                  <a:lnTo>
                    <a:pt x="53009" y="327914"/>
                  </a:lnTo>
                  <a:close/>
                </a:path>
                <a:path w="454025" h="421639">
                  <a:moveTo>
                    <a:pt x="54394" y="220027"/>
                  </a:moveTo>
                  <a:lnTo>
                    <a:pt x="53365" y="219290"/>
                  </a:lnTo>
                  <a:lnTo>
                    <a:pt x="51346" y="217805"/>
                  </a:lnTo>
                  <a:lnTo>
                    <a:pt x="51346" y="222783"/>
                  </a:lnTo>
                  <a:lnTo>
                    <a:pt x="53365" y="221310"/>
                  </a:lnTo>
                  <a:lnTo>
                    <a:pt x="54394" y="220560"/>
                  </a:lnTo>
                  <a:lnTo>
                    <a:pt x="54394" y="220027"/>
                  </a:lnTo>
                  <a:close/>
                </a:path>
                <a:path w="454025" h="421639">
                  <a:moveTo>
                    <a:pt x="56337" y="414286"/>
                  </a:moveTo>
                  <a:lnTo>
                    <a:pt x="50076" y="413486"/>
                  </a:lnTo>
                  <a:lnTo>
                    <a:pt x="50266" y="417499"/>
                  </a:lnTo>
                  <a:lnTo>
                    <a:pt x="50317" y="418426"/>
                  </a:lnTo>
                  <a:lnTo>
                    <a:pt x="50495" y="419100"/>
                  </a:lnTo>
                  <a:lnTo>
                    <a:pt x="51244" y="420763"/>
                  </a:lnTo>
                  <a:lnTo>
                    <a:pt x="52120" y="421182"/>
                  </a:lnTo>
                  <a:lnTo>
                    <a:pt x="54076" y="421259"/>
                  </a:lnTo>
                  <a:lnTo>
                    <a:pt x="54978" y="420547"/>
                  </a:lnTo>
                  <a:lnTo>
                    <a:pt x="55245" y="419227"/>
                  </a:lnTo>
                  <a:lnTo>
                    <a:pt x="55181" y="418642"/>
                  </a:lnTo>
                  <a:lnTo>
                    <a:pt x="56337" y="414286"/>
                  </a:lnTo>
                  <a:close/>
                </a:path>
                <a:path w="454025" h="421639">
                  <a:moveTo>
                    <a:pt x="59931" y="258152"/>
                  </a:moveTo>
                  <a:lnTo>
                    <a:pt x="56629" y="258152"/>
                  </a:lnTo>
                  <a:lnTo>
                    <a:pt x="56616" y="260921"/>
                  </a:lnTo>
                  <a:lnTo>
                    <a:pt x="58267" y="260921"/>
                  </a:lnTo>
                  <a:lnTo>
                    <a:pt x="59918" y="260921"/>
                  </a:lnTo>
                  <a:lnTo>
                    <a:pt x="59931" y="258152"/>
                  </a:lnTo>
                  <a:close/>
                </a:path>
                <a:path w="454025" h="421639">
                  <a:moveTo>
                    <a:pt x="62153" y="248221"/>
                  </a:moveTo>
                  <a:lnTo>
                    <a:pt x="60591" y="243268"/>
                  </a:lnTo>
                  <a:lnTo>
                    <a:pt x="52768" y="246608"/>
                  </a:lnTo>
                  <a:lnTo>
                    <a:pt x="55473" y="252793"/>
                  </a:lnTo>
                  <a:lnTo>
                    <a:pt x="58839" y="250494"/>
                  </a:lnTo>
                  <a:lnTo>
                    <a:pt x="62153" y="248221"/>
                  </a:lnTo>
                  <a:close/>
                </a:path>
                <a:path w="454025" h="421639">
                  <a:moveTo>
                    <a:pt x="63398" y="367195"/>
                  </a:moveTo>
                  <a:lnTo>
                    <a:pt x="60426" y="367195"/>
                  </a:lnTo>
                  <a:lnTo>
                    <a:pt x="60426" y="369684"/>
                  </a:lnTo>
                  <a:lnTo>
                    <a:pt x="61912" y="369684"/>
                  </a:lnTo>
                  <a:lnTo>
                    <a:pt x="63398" y="369684"/>
                  </a:lnTo>
                  <a:lnTo>
                    <a:pt x="63398" y="367195"/>
                  </a:lnTo>
                  <a:close/>
                </a:path>
                <a:path w="454025" h="421639">
                  <a:moveTo>
                    <a:pt x="65278" y="299224"/>
                  </a:moveTo>
                  <a:lnTo>
                    <a:pt x="55422" y="291414"/>
                  </a:lnTo>
                  <a:lnTo>
                    <a:pt x="50050" y="302425"/>
                  </a:lnTo>
                  <a:lnTo>
                    <a:pt x="56984" y="304711"/>
                  </a:lnTo>
                  <a:lnTo>
                    <a:pt x="63144" y="306743"/>
                  </a:lnTo>
                  <a:lnTo>
                    <a:pt x="65278" y="299224"/>
                  </a:lnTo>
                  <a:close/>
                </a:path>
                <a:path w="454025" h="421639">
                  <a:moveTo>
                    <a:pt x="68465" y="392074"/>
                  </a:moveTo>
                  <a:lnTo>
                    <a:pt x="66382" y="389813"/>
                  </a:lnTo>
                  <a:lnTo>
                    <a:pt x="64452" y="390944"/>
                  </a:lnTo>
                  <a:lnTo>
                    <a:pt x="60477" y="393280"/>
                  </a:lnTo>
                  <a:lnTo>
                    <a:pt x="65252" y="398462"/>
                  </a:lnTo>
                  <a:lnTo>
                    <a:pt x="68465" y="392074"/>
                  </a:lnTo>
                  <a:close/>
                </a:path>
                <a:path w="454025" h="421639">
                  <a:moveTo>
                    <a:pt x="71894" y="303784"/>
                  </a:moveTo>
                  <a:lnTo>
                    <a:pt x="66484" y="303784"/>
                  </a:lnTo>
                  <a:lnTo>
                    <a:pt x="68084" y="306349"/>
                  </a:lnTo>
                  <a:lnTo>
                    <a:pt x="68859" y="307581"/>
                  </a:lnTo>
                  <a:lnTo>
                    <a:pt x="69519" y="307581"/>
                  </a:lnTo>
                  <a:lnTo>
                    <a:pt x="71894" y="303784"/>
                  </a:lnTo>
                  <a:close/>
                </a:path>
                <a:path w="454025" h="421639">
                  <a:moveTo>
                    <a:pt x="72402" y="344919"/>
                  </a:moveTo>
                  <a:lnTo>
                    <a:pt x="67792" y="344919"/>
                  </a:lnTo>
                  <a:lnTo>
                    <a:pt x="67792" y="348780"/>
                  </a:lnTo>
                  <a:lnTo>
                    <a:pt x="70091" y="348780"/>
                  </a:lnTo>
                  <a:lnTo>
                    <a:pt x="72402" y="348780"/>
                  </a:lnTo>
                  <a:lnTo>
                    <a:pt x="72402" y="344919"/>
                  </a:lnTo>
                  <a:close/>
                </a:path>
                <a:path w="454025" h="421639">
                  <a:moveTo>
                    <a:pt x="72669" y="284022"/>
                  </a:moveTo>
                  <a:lnTo>
                    <a:pt x="69227" y="280314"/>
                  </a:lnTo>
                  <a:lnTo>
                    <a:pt x="64338" y="285584"/>
                  </a:lnTo>
                  <a:lnTo>
                    <a:pt x="67779" y="289280"/>
                  </a:lnTo>
                  <a:lnTo>
                    <a:pt x="70002" y="286893"/>
                  </a:lnTo>
                  <a:lnTo>
                    <a:pt x="72669" y="284022"/>
                  </a:lnTo>
                  <a:close/>
                </a:path>
                <a:path w="454025" h="421639">
                  <a:moveTo>
                    <a:pt x="77546" y="324269"/>
                  </a:moveTo>
                  <a:lnTo>
                    <a:pt x="70294" y="322694"/>
                  </a:lnTo>
                  <a:lnTo>
                    <a:pt x="70269" y="329806"/>
                  </a:lnTo>
                  <a:lnTo>
                    <a:pt x="74422" y="328904"/>
                  </a:lnTo>
                  <a:lnTo>
                    <a:pt x="77546" y="328231"/>
                  </a:lnTo>
                  <a:lnTo>
                    <a:pt x="77546" y="324269"/>
                  </a:lnTo>
                  <a:close/>
                </a:path>
                <a:path w="454025" h="421639">
                  <a:moveTo>
                    <a:pt x="84315" y="380174"/>
                  </a:moveTo>
                  <a:lnTo>
                    <a:pt x="79540" y="380174"/>
                  </a:lnTo>
                  <a:lnTo>
                    <a:pt x="79540" y="384175"/>
                  </a:lnTo>
                  <a:lnTo>
                    <a:pt x="81927" y="384175"/>
                  </a:lnTo>
                  <a:lnTo>
                    <a:pt x="84315" y="384175"/>
                  </a:lnTo>
                  <a:lnTo>
                    <a:pt x="84315" y="380174"/>
                  </a:lnTo>
                  <a:close/>
                </a:path>
                <a:path w="454025" h="421639">
                  <a:moveTo>
                    <a:pt x="85217" y="363169"/>
                  </a:moveTo>
                  <a:lnTo>
                    <a:pt x="84099" y="361454"/>
                  </a:lnTo>
                  <a:lnTo>
                    <a:pt x="83413" y="361226"/>
                  </a:lnTo>
                  <a:lnTo>
                    <a:pt x="79121" y="361111"/>
                  </a:lnTo>
                  <a:lnTo>
                    <a:pt x="79121" y="365950"/>
                  </a:lnTo>
                  <a:lnTo>
                    <a:pt x="81927" y="365874"/>
                  </a:lnTo>
                  <a:lnTo>
                    <a:pt x="83400" y="365836"/>
                  </a:lnTo>
                  <a:lnTo>
                    <a:pt x="84086" y="365620"/>
                  </a:lnTo>
                  <a:lnTo>
                    <a:pt x="85217" y="363893"/>
                  </a:lnTo>
                  <a:lnTo>
                    <a:pt x="85217" y="363169"/>
                  </a:lnTo>
                  <a:close/>
                </a:path>
                <a:path w="454025" h="421639">
                  <a:moveTo>
                    <a:pt x="92329" y="403098"/>
                  </a:moveTo>
                  <a:lnTo>
                    <a:pt x="86067" y="403098"/>
                  </a:lnTo>
                  <a:lnTo>
                    <a:pt x="86067" y="408343"/>
                  </a:lnTo>
                  <a:lnTo>
                    <a:pt x="89204" y="408343"/>
                  </a:lnTo>
                  <a:lnTo>
                    <a:pt x="92329" y="408343"/>
                  </a:lnTo>
                  <a:lnTo>
                    <a:pt x="92329" y="403098"/>
                  </a:lnTo>
                  <a:close/>
                </a:path>
                <a:path w="454025" h="421639">
                  <a:moveTo>
                    <a:pt x="93243" y="342569"/>
                  </a:moveTo>
                  <a:lnTo>
                    <a:pt x="90449" y="339547"/>
                  </a:lnTo>
                  <a:lnTo>
                    <a:pt x="87655" y="341045"/>
                  </a:lnTo>
                  <a:lnTo>
                    <a:pt x="82181" y="343992"/>
                  </a:lnTo>
                  <a:lnTo>
                    <a:pt x="89103" y="351510"/>
                  </a:lnTo>
                  <a:lnTo>
                    <a:pt x="93243" y="342569"/>
                  </a:lnTo>
                  <a:close/>
                </a:path>
                <a:path w="454025" h="421639">
                  <a:moveTo>
                    <a:pt x="99390" y="387527"/>
                  </a:moveTo>
                  <a:lnTo>
                    <a:pt x="97205" y="387527"/>
                  </a:lnTo>
                  <a:lnTo>
                    <a:pt x="97205" y="389039"/>
                  </a:lnTo>
                  <a:lnTo>
                    <a:pt x="97205" y="390194"/>
                  </a:lnTo>
                  <a:lnTo>
                    <a:pt x="97231" y="390372"/>
                  </a:lnTo>
                  <a:lnTo>
                    <a:pt x="97739" y="391350"/>
                  </a:lnTo>
                  <a:lnTo>
                    <a:pt x="97980" y="391795"/>
                  </a:lnTo>
                  <a:lnTo>
                    <a:pt x="98615" y="391795"/>
                  </a:lnTo>
                  <a:lnTo>
                    <a:pt x="98856" y="391350"/>
                  </a:lnTo>
                  <a:lnTo>
                    <a:pt x="99364" y="390372"/>
                  </a:lnTo>
                  <a:lnTo>
                    <a:pt x="99390" y="390194"/>
                  </a:lnTo>
                  <a:lnTo>
                    <a:pt x="99390" y="387527"/>
                  </a:lnTo>
                  <a:close/>
                </a:path>
                <a:path w="454025" h="421639">
                  <a:moveTo>
                    <a:pt x="101257" y="371081"/>
                  </a:moveTo>
                  <a:lnTo>
                    <a:pt x="93522" y="371081"/>
                  </a:lnTo>
                  <a:lnTo>
                    <a:pt x="93510" y="377571"/>
                  </a:lnTo>
                  <a:lnTo>
                    <a:pt x="97383" y="377571"/>
                  </a:lnTo>
                  <a:lnTo>
                    <a:pt x="101244" y="377571"/>
                  </a:lnTo>
                  <a:lnTo>
                    <a:pt x="101257" y="371081"/>
                  </a:lnTo>
                  <a:close/>
                </a:path>
                <a:path w="454025" h="421639">
                  <a:moveTo>
                    <a:pt x="108635" y="356666"/>
                  </a:moveTo>
                  <a:lnTo>
                    <a:pt x="103492" y="354266"/>
                  </a:lnTo>
                  <a:lnTo>
                    <a:pt x="101346" y="354723"/>
                  </a:lnTo>
                  <a:lnTo>
                    <a:pt x="100876" y="356870"/>
                  </a:lnTo>
                  <a:lnTo>
                    <a:pt x="100076" y="360667"/>
                  </a:lnTo>
                  <a:lnTo>
                    <a:pt x="102743" y="363397"/>
                  </a:lnTo>
                  <a:lnTo>
                    <a:pt x="107835" y="361086"/>
                  </a:lnTo>
                  <a:lnTo>
                    <a:pt x="108635" y="356666"/>
                  </a:lnTo>
                  <a:close/>
                </a:path>
                <a:path w="454025" h="421639">
                  <a:moveTo>
                    <a:pt x="120611" y="397687"/>
                  </a:moveTo>
                  <a:lnTo>
                    <a:pt x="115633" y="393331"/>
                  </a:lnTo>
                  <a:lnTo>
                    <a:pt x="114668" y="392684"/>
                  </a:lnTo>
                  <a:lnTo>
                    <a:pt x="110604" y="390423"/>
                  </a:lnTo>
                  <a:lnTo>
                    <a:pt x="107632" y="393636"/>
                  </a:lnTo>
                  <a:lnTo>
                    <a:pt x="109105" y="396748"/>
                  </a:lnTo>
                  <a:lnTo>
                    <a:pt x="109715" y="398030"/>
                  </a:lnTo>
                  <a:lnTo>
                    <a:pt x="110312" y="399084"/>
                  </a:lnTo>
                  <a:lnTo>
                    <a:pt x="114312" y="404444"/>
                  </a:lnTo>
                  <a:lnTo>
                    <a:pt x="120611" y="397687"/>
                  </a:lnTo>
                  <a:close/>
                </a:path>
                <a:path w="454025" h="421639">
                  <a:moveTo>
                    <a:pt x="311340" y="415417"/>
                  </a:moveTo>
                  <a:lnTo>
                    <a:pt x="310832" y="415391"/>
                  </a:lnTo>
                  <a:lnTo>
                    <a:pt x="310184" y="415290"/>
                  </a:lnTo>
                  <a:lnTo>
                    <a:pt x="309549" y="415315"/>
                  </a:lnTo>
                  <a:lnTo>
                    <a:pt x="308914" y="415455"/>
                  </a:lnTo>
                  <a:lnTo>
                    <a:pt x="308495" y="415518"/>
                  </a:lnTo>
                  <a:lnTo>
                    <a:pt x="308495" y="416128"/>
                  </a:lnTo>
                  <a:lnTo>
                    <a:pt x="308914" y="416179"/>
                  </a:lnTo>
                  <a:lnTo>
                    <a:pt x="309549" y="416331"/>
                  </a:lnTo>
                  <a:lnTo>
                    <a:pt x="310184" y="416356"/>
                  </a:lnTo>
                  <a:lnTo>
                    <a:pt x="310832" y="416255"/>
                  </a:lnTo>
                  <a:lnTo>
                    <a:pt x="311340" y="416229"/>
                  </a:lnTo>
                  <a:lnTo>
                    <a:pt x="311340" y="415417"/>
                  </a:lnTo>
                  <a:close/>
                </a:path>
                <a:path w="454025" h="421639">
                  <a:moveTo>
                    <a:pt x="324142" y="413994"/>
                  </a:moveTo>
                  <a:lnTo>
                    <a:pt x="322237" y="413994"/>
                  </a:lnTo>
                  <a:lnTo>
                    <a:pt x="322237" y="415594"/>
                  </a:lnTo>
                  <a:lnTo>
                    <a:pt x="323189" y="415594"/>
                  </a:lnTo>
                  <a:lnTo>
                    <a:pt x="324129" y="415594"/>
                  </a:lnTo>
                  <a:lnTo>
                    <a:pt x="324142" y="413994"/>
                  </a:lnTo>
                  <a:close/>
                </a:path>
                <a:path w="454025" h="421639">
                  <a:moveTo>
                    <a:pt x="340029" y="387223"/>
                  </a:moveTo>
                  <a:lnTo>
                    <a:pt x="332968" y="387223"/>
                  </a:lnTo>
                  <a:lnTo>
                    <a:pt x="332968" y="393141"/>
                  </a:lnTo>
                  <a:lnTo>
                    <a:pt x="336499" y="393141"/>
                  </a:lnTo>
                  <a:lnTo>
                    <a:pt x="340029" y="393141"/>
                  </a:lnTo>
                  <a:lnTo>
                    <a:pt x="340029" y="387223"/>
                  </a:lnTo>
                  <a:close/>
                </a:path>
                <a:path w="454025" h="421639">
                  <a:moveTo>
                    <a:pt x="340601" y="336372"/>
                  </a:moveTo>
                  <a:lnTo>
                    <a:pt x="333336" y="336372"/>
                  </a:lnTo>
                  <a:lnTo>
                    <a:pt x="333336" y="342455"/>
                  </a:lnTo>
                  <a:lnTo>
                    <a:pt x="336969" y="342455"/>
                  </a:lnTo>
                  <a:lnTo>
                    <a:pt x="340601" y="342455"/>
                  </a:lnTo>
                  <a:lnTo>
                    <a:pt x="340601" y="336372"/>
                  </a:lnTo>
                  <a:close/>
                </a:path>
                <a:path w="454025" h="421639">
                  <a:moveTo>
                    <a:pt x="343662" y="371132"/>
                  </a:moveTo>
                  <a:lnTo>
                    <a:pt x="341655" y="369671"/>
                  </a:lnTo>
                  <a:lnTo>
                    <a:pt x="340779" y="369773"/>
                  </a:lnTo>
                  <a:lnTo>
                    <a:pt x="337019" y="369773"/>
                  </a:lnTo>
                  <a:lnTo>
                    <a:pt x="337019" y="373672"/>
                  </a:lnTo>
                  <a:lnTo>
                    <a:pt x="339344" y="373672"/>
                  </a:lnTo>
                  <a:lnTo>
                    <a:pt x="340791" y="373672"/>
                  </a:lnTo>
                  <a:lnTo>
                    <a:pt x="341655" y="373773"/>
                  </a:lnTo>
                  <a:lnTo>
                    <a:pt x="343662" y="372313"/>
                  </a:lnTo>
                  <a:lnTo>
                    <a:pt x="343662" y="371132"/>
                  </a:lnTo>
                  <a:close/>
                </a:path>
                <a:path w="454025" h="421639">
                  <a:moveTo>
                    <a:pt x="360667" y="337464"/>
                  </a:moveTo>
                  <a:lnTo>
                    <a:pt x="357936" y="336892"/>
                  </a:lnTo>
                  <a:lnTo>
                    <a:pt x="355866" y="336461"/>
                  </a:lnTo>
                  <a:lnTo>
                    <a:pt x="354469" y="339445"/>
                  </a:lnTo>
                  <a:lnTo>
                    <a:pt x="358952" y="342328"/>
                  </a:lnTo>
                  <a:lnTo>
                    <a:pt x="360667" y="337464"/>
                  </a:lnTo>
                  <a:close/>
                </a:path>
                <a:path w="454025" h="421639">
                  <a:moveTo>
                    <a:pt x="362940" y="312051"/>
                  </a:moveTo>
                  <a:lnTo>
                    <a:pt x="357606" y="312051"/>
                  </a:lnTo>
                  <a:lnTo>
                    <a:pt x="357606" y="316522"/>
                  </a:lnTo>
                  <a:lnTo>
                    <a:pt x="360273" y="316522"/>
                  </a:lnTo>
                  <a:lnTo>
                    <a:pt x="362940" y="316522"/>
                  </a:lnTo>
                  <a:lnTo>
                    <a:pt x="362940" y="312051"/>
                  </a:lnTo>
                  <a:close/>
                </a:path>
                <a:path w="454025" h="421639">
                  <a:moveTo>
                    <a:pt x="363372" y="360476"/>
                  </a:moveTo>
                  <a:lnTo>
                    <a:pt x="359575" y="359981"/>
                  </a:lnTo>
                  <a:lnTo>
                    <a:pt x="359638" y="362496"/>
                  </a:lnTo>
                  <a:lnTo>
                    <a:pt x="359664" y="364299"/>
                  </a:lnTo>
                  <a:lnTo>
                    <a:pt x="360641" y="365887"/>
                  </a:lnTo>
                  <a:lnTo>
                    <a:pt x="362902" y="365353"/>
                  </a:lnTo>
                  <a:lnTo>
                    <a:pt x="363258" y="364705"/>
                  </a:lnTo>
                  <a:lnTo>
                    <a:pt x="362978" y="363867"/>
                  </a:lnTo>
                  <a:lnTo>
                    <a:pt x="362686" y="363334"/>
                  </a:lnTo>
                  <a:lnTo>
                    <a:pt x="363372" y="360476"/>
                  </a:lnTo>
                  <a:close/>
                </a:path>
                <a:path w="454025" h="421639">
                  <a:moveTo>
                    <a:pt x="365709" y="394398"/>
                  </a:moveTo>
                  <a:lnTo>
                    <a:pt x="358648" y="394398"/>
                  </a:lnTo>
                  <a:lnTo>
                    <a:pt x="358648" y="400316"/>
                  </a:lnTo>
                  <a:lnTo>
                    <a:pt x="362178" y="400316"/>
                  </a:lnTo>
                  <a:lnTo>
                    <a:pt x="365696" y="400316"/>
                  </a:lnTo>
                  <a:lnTo>
                    <a:pt x="365709" y="394398"/>
                  </a:lnTo>
                  <a:close/>
                </a:path>
                <a:path w="454025" h="421639">
                  <a:moveTo>
                    <a:pt x="366839" y="406768"/>
                  </a:moveTo>
                  <a:lnTo>
                    <a:pt x="366737" y="405917"/>
                  </a:lnTo>
                  <a:lnTo>
                    <a:pt x="365086" y="405663"/>
                  </a:lnTo>
                  <a:lnTo>
                    <a:pt x="364210" y="405752"/>
                  </a:lnTo>
                  <a:lnTo>
                    <a:pt x="360362" y="406234"/>
                  </a:lnTo>
                  <a:lnTo>
                    <a:pt x="361772" y="410476"/>
                  </a:lnTo>
                  <a:lnTo>
                    <a:pt x="363931" y="409117"/>
                  </a:lnTo>
                  <a:lnTo>
                    <a:pt x="364909" y="408495"/>
                  </a:lnTo>
                  <a:lnTo>
                    <a:pt x="365709" y="408012"/>
                  </a:lnTo>
                  <a:lnTo>
                    <a:pt x="366839" y="406768"/>
                  </a:lnTo>
                  <a:close/>
                </a:path>
                <a:path w="454025" h="421639">
                  <a:moveTo>
                    <a:pt x="372325" y="376275"/>
                  </a:moveTo>
                  <a:lnTo>
                    <a:pt x="368414" y="372046"/>
                  </a:lnTo>
                  <a:lnTo>
                    <a:pt x="361162" y="378231"/>
                  </a:lnTo>
                  <a:lnTo>
                    <a:pt x="366598" y="384086"/>
                  </a:lnTo>
                  <a:lnTo>
                    <a:pt x="369290" y="380428"/>
                  </a:lnTo>
                  <a:lnTo>
                    <a:pt x="372325" y="376275"/>
                  </a:lnTo>
                  <a:close/>
                </a:path>
                <a:path w="454025" h="421639">
                  <a:moveTo>
                    <a:pt x="384200" y="343852"/>
                  </a:moveTo>
                  <a:lnTo>
                    <a:pt x="383501" y="340563"/>
                  </a:lnTo>
                  <a:lnTo>
                    <a:pt x="378879" y="340563"/>
                  </a:lnTo>
                  <a:lnTo>
                    <a:pt x="378167" y="343839"/>
                  </a:lnTo>
                  <a:lnTo>
                    <a:pt x="380047" y="345122"/>
                  </a:lnTo>
                  <a:lnTo>
                    <a:pt x="380873" y="345694"/>
                  </a:lnTo>
                  <a:lnTo>
                    <a:pt x="381508" y="345694"/>
                  </a:lnTo>
                  <a:lnTo>
                    <a:pt x="384200" y="343852"/>
                  </a:lnTo>
                  <a:close/>
                </a:path>
                <a:path w="454025" h="421639">
                  <a:moveTo>
                    <a:pt x="386918" y="317792"/>
                  </a:moveTo>
                  <a:lnTo>
                    <a:pt x="384619" y="315391"/>
                  </a:lnTo>
                  <a:lnTo>
                    <a:pt x="380339" y="316369"/>
                  </a:lnTo>
                  <a:lnTo>
                    <a:pt x="379018" y="318719"/>
                  </a:lnTo>
                  <a:lnTo>
                    <a:pt x="380695" y="323215"/>
                  </a:lnTo>
                  <a:lnTo>
                    <a:pt x="382943" y="323532"/>
                  </a:lnTo>
                  <a:lnTo>
                    <a:pt x="384187" y="321716"/>
                  </a:lnTo>
                  <a:lnTo>
                    <a:pt x="384606" y="321094"/>
                  </a:lnTo>
                  <a:lnTo>
                    <a:pt x="385114" y="320548"/>
                  </a:lnTo>
                  <a:lnTo>
                    <a:pt x="386918" y="317792"/>
                  </a:lnTo>
                  <a:close/>
                </a:path>
                <a:path w="454025" h="421639">
                  <a:moveTo>
                    <a:pt x="391820" y="364299"/>
                  </a:moveTo>
                  <a:lnTo>
                    <a:pt x="383882" y="364299"/>
                  </a:lnTo>
                  <a:lnTo>
                    <a:pt x="383882" y="370941"/>
                  </a:lnTo>
                  <a:lnTo>
                    <a:pt x="387845" y="370941"/>
                  </a:lnTo>
                  <a:lnTo>
                    <a:pt x="391807" y="370941"/>
                  </a:lnTo>
                  <a:lnTo>
                    <a:pt x="391820" y="364299"/>
                  </a:lnTo>
                  <a:close/>
                </a:path>
                <a:path w="454025" h="421639">
                  <a:moveTo>
                    <a:pt x="392633" y="408571"/>
                  </a:moveTo>
                  <a:lnTo>
                    <a:pt x="392391" y="407390"/>
                  </a:lnTo>
                  <a:lnTo>
                    <a:pt x="392404" y="406869"/>
                  </a:lnTo>
                  <a:lnTo>
                    <a:pt x="392391" y="406577"/>
                  </a:lnTo>
                  <a:lnTo>
                    <a:pt x="391883" y="406031"/>
                  </a:lnTo>
                  <a:lnTo>
                    <a:pt x="391490" y="406019"/>
                  </a:lnTo>
                  <a:lnTo>
                    <a:pt x="390677" y="405599"/>
                  </a:lnTo>
                  <a:lnTo>
                    <a:pt x="390867" y="405371"/>
                  </a:lnTo>
                  <a:lnTo>
                    <a:pt x="392036" y="404012"/>
                  </a:lnTo>
                  <a:lnTo>
                    <a:pt x="389394" y="401370"/>
                  </a:lnTo>
                  <a:lnTo>
                    <a:pt x="383997" y="405917"/>
                  </a:lnTo>
                  <a:lnTo>
                    <a:pt x="383933" y="406158"/>
                  </a:lnTo>
                  <a:lnTo>
                    <a:pt x="386829" y="411099"/>
                  </a:lnTo>
                  <a:lnTo>
                    <a:pt x="392049" y="410197"/>
                  </a:lnTo>
                  <a:lnTo>
                    <a:pt x="392633" y="408571"/>
                  </a:lnTo>
                  <a:close/>
                </a:path>
                <a:path w="454025" h="421639">
                  <a:moveTo>
                    <a:pt x="399199" y="349681"/>
                  </a:moveTo>
                  <a:lnTo>
                    <a:pt x="397510" y="349046"/>
                  </a:lnTo>
                  <a:lnTo>
                    <a:pt x="395122" y="349161"/>
                  </a:lnTo>
                  <a:lnTo>
                    <a:pt x="395122" y="351205"/>
                  </a:lnTo>
                  <a:lnTo>
                    <a:pt x="397497" y="351320"/>
                  </a:lnTo>
                  <a:lnTo>
                    <a:pt x="399199" y="350697"/>
                  </a:lnTo>
                  <a:lnTo>
                    <a:pt x="399199" y="349681"/>
                  </a:lnTo>
                  <a:close/>
                </a:path>
                <a:path w="454025" h="421639">
                  <a:moveTo>
                    <a:pt x="401167" y="385127"/>
                  </a:moveTo>
                  <a:lnTo>
                    <a:pt x="392112" y="381990"/>
                  </a:lnTo>
                  <a:lnTo>
                    <a:pt x="392074" y="392239"/>
                  </a:lnTo>
                  <a:lnTo>
                    <a:pt x="397256" y="390448"/>
                  </a:lnTo>
                  <a:lnTo>
                    <a:pt x="401129" y="389102"/>
                  </a:lnTo>
                  <a:lnTo>
                    <a:pt x="401167" y="385127"/>
                  </a:lnTo>
                  <a:close/>
                </a:path>
                <a:path w="454025" h="421639">
                  <a:moveTo>
                    <a:pt x="410273" y="323240"/>
                  </a:moveTo>
                  <a:lnTo>
                    <a:pt x="410248" y="314159"/>
                  </a:lnTo>
                  <a:lnTo>
                    <a:pt x="404876" y="313702"/>
                  </a:lnTo>
                  <a:lnTo>
                    <a:pt x="399199" y="313207"/>
                  </a:lnTo>
                  <a:lnTo>
                    <a:pt x="399224" y="322287"/>
                  </a:lnTo>
                  <a:lnTo>
                    <a:pt x="410273" y="323240"/>
                  </a:lnTo>
                  <a:close/>
                </a:path>
                <a:path w="454025" h="421639">
                  <a:moveTo>
                    <a:pt x="413054" y="208483"/>
                  </a:moveTo>
                  <a:lnTo>
                    <a:pt x="401637" y="208483"/>
                  </a:lnTo>
                  <a:lnTo>
                    <a:pt x="401624" y="218059"/>
                  </a:lnTo>
                  <a:lnTo>
                    <a:pt x="407339" y="218059"/>
                  </a:lnTo>
                  <a:lnTo>
                    <a:pt x="413054" y="218059"/>
                  </a:lnTo>
                  <a:lnTo>
                    <a:pt x="413054" y="208483"/>
                  </a:lnTo>
                  <a:close/>
                </a:path>
                <a:path w="454025" h="421639">
                  <a:moveTo>
                    <a:pt x="417995" y="200533"/>
                  </a:moveTo>
                  <a:lnTo>
                    <a:pt x="412851" y="200533"/>
                  </a:lnTo>
                  <a:lnTo>
                    <a:pt x="414274" y="203238"/>
                  </a:lnTo>
                  <a:lnTo>
                    <a:pt x="414997" y="204609"/>
                  </a:lnTo>
                  <a:lnTo>
                    <a:pt x="415848" y="204609"/>
                  </a:lnTo>
                  <a:lnTo>
                    <a:pt x="416585" y="203238"/>
                  </a:lnTo>
                  <a:lnTo>
                    <a:pt x="417995" y="200533"/>
                  </a:lnTo>
                  <a:close/>
                </a:path>
                <a:path w="454025" h="421639">
                  <a:moveTo>
                    <a:pt x="418858" y="181038"/>
                  </a:moveTo>
                  <a:lnTo>
                    <a:pt x="418338" y="179768"/>
                  </a:lnTo>
                  <a:lnTo>
                    <a:pt x="417144" y="179514"/>
                  </a:lnTo>
                  <a:lnTo>
                    <a:pt x="416953" y="179489"/>
                  </a:lnTo>
                  <a:lnTo>
                    <a:pt x="415620" y="179197"/>
                  </a:lnTo>
                  <a:lnTo>
                    <a:pt x="414731" y="180149"/>
                  </a:lnTo>
                  <a:lnTo>
                    <a:pt x="414959" y="181394"/>
                  </a:lnTo>
                  <a:lnTo>
                    <a:pt x="414997" y="181597"/>
                  </a:lnTo>
                  <a:lnTo>
                    <a:pt x="415023" y="181813"/>
                  </a:lnTo>
                  <a:lnTo>
                    <a:pt x="415074" y="182003"/>
                  </a:lnTo>
                  <a:lnTo>
                    <a:pt x="415264" y="183083"/>
                  </a:lnTo>
                  <a:lnTo>
                    <a:pt x="416433" y="183654"/>
                  </a:lnTo>
                  <a:lnTo>
                    <a:pt x="417347" y="183400"/>
                  </a:lnTo>
                  <a:lnTo>
                    <a:pt x="418084" y="183197"/>
                  </a:lnTo>
                  <a:lnTo>
                    <a:pt x="418439" y="182816"/>
                  </a:lnTo>
                  <a:lnTo>
                    <a:pt x="418579" y="182232"/>
                  </a:lnTo>
                  <a:lnTo>
                    <a:pt x="418858" y="181038"/>
                  </a:lnTo>
                  <a:close/>
                </a:path>
                <a:path w="454025" h="421639">
                  <a:moveTo>
                    <a:pt x="426554" y="407504"/>
                  </a:moveTo>
                  <a:lnTo>
                    <a:pt x="420293" y="403009"/>
                  </a:lnTo>
                  <a:lnTo>
                    <a:pt x="417487" y="409016"/>
                  </a:lnTo>
                  <a:lnTo>
                    <a:pt x="421322" y="410502"/>
                  </a:lnTo>
                  <a:lnTo>
                    <a:pt x="425145" y="411975"/>
                  </a:lnTo>
                  <a:lnTo>
                    <a:pt x="426554" y="407504"/>
                  </a:lnTo>
                  <a:close/>
                </a:path>
                <a:path w="454025" h="421639">
                  <a:moveTo>
                    <a:pt x="432701" y="57353"/>
                  </a:moveTo>
                  <a:lnTo>
                    <a:pt x="428586" y="57353"/>
                  </a:lnTo>
                  <a:lnTo>
                    <a:pt x="429717" y="59499"/>
                  </a:lnTo>
                  <a:lnTo>
                    <a:pt x="430339" y="60693"/>
                  </a:lnTo>
                  <a:lnTo>
                    <a:pt x="430936" y="60693"/>
                  </a:lnTo>
                  <a:lnTo>
                    <a:pt x="431431" y="59766"/>
                  </a:lnTo>
                  <a:lnTo>
                    <a:pt x="431558" y="59499"/>
                  </a:lnTo>
                  <a:lnTo>
                    <a:pt x="432701" y="57353"/>
                  </a:lnTo>
                  <a:close/>
                </a:path>
                <a:path w="454025" h="421639">
                  <a:moveTo>
                    <a:pt x="433044" y="383032"/>
                  </a:moveTo>
                  <a:lnTo>
                    <a:pt x="428231" y="383032"/>
                  </a:lnTo>
                  <a:lnTo>
                    <a:pt x="428231" y="387070"/>
                  </a:lnTo>
                  <a:lnTo>
                    <a:pt x="430644" y="387070"/>
                  </a:lnTo>
                  <a:lnTo>
                    <a:pt x="433044" y="387070"/>
                  </a:lnTo>
                  <a:lnTo>
                    <a:pt x="433044" y="383032"/>
                  </a:lnTo>
                  <a:close/>
                </a:path>
                <a:path w="454025" h="421639">
                  <a:moveTo>
                    <a:pt x="434771" y="395947"/>
                  </a:moveTo>
                  <a:lnTo>
                    <a:pt x="426516" y="395947"/>
                  </a:lnTo>
                  <a:lnTo>
                    <a:pt x="426504" y="402869"/>
                  </a:lnTo>
                  <a:lnTo>
                    <a:pt x="430644" y="402869"/>
                  </a:lnTo>
                  <a:lnTo>
                    <a:pt x="434759" y="402869"/>
                  </a:lnTo>
                  <a:lnTo>
                    <a:pt x="434771" y="395947"/>
                  </a:lnTo>
                  <a:close/>
                </a:path>
                <a:path w="454025" h="421639">
                  <a:moveTo>
                    <a:pt x="438213" y="60388"/>
                  </a:moveTo>
                  <a:lnTo>
                    <a:pt x="438035" y="59804"/>
                  </a:lnTo>
                  <a:lnTo>
                    <a:pt x="437248" y="58978"/>
                  </a:lnTo>
                  <a:lnTo>
                    <a:pt x="436067" y="57759"/>
                  </a:lnTo>
                  <a:lnTo>
                    <a:pt x="434301" y="59651"/>
                  </a:lnTo>
                  <a:lnTo>
                    <a:pt x="435444" y="60921"/>
                  </a:lnTo>
                  <a:lnTo>
                    <a:pt x="436206" y="61760"/>
                  </a:lnTo>
                  <a:lnTo>
                    <a:pt x="436740" y="61950"/>
                  </a:lnTo>
                  <a:lnTo>
                    <a:pt x="437159" y="61798"/>
                  </a:lnTo>
                  <a:lnTo>
                    <a:pt x="437718" y="61569"/>
                  </a:lnTo>
                  <a:lnTo>
                    <a:pt x="437845" y="61442"/>
                  </a:lnTo>
                  <a:lnTo>
                    <a:pt x="438213" y="60388"/>
                  </a:lnTo>
                  <a:close/>
                </a:path>
                <a:path w="454025" h="421639">
                  <a:moveTo>
                    <a:pt x="440791" y="331279"/>
                  </a:moveTo>
                  <a:lnTo>
                    <a:pt x="437299" y="325856"/>
                  </a:lnTo>
                  <a:lnTo>
                    <a:pt x="436905" y="325348"/>
                  </a:lnTo>
                  <a:lnTo>
                    <a:pt x="434441" y="323850"/>
                  </a:lnTo>
                  <a:lnTo>
                    <a:pt x="430161" y="325348"/>
                  </a:lnTo>
                  <a:lnTo>
                    <a:pt x="429044" y="326313"/>
                  </a:lnTo>
                  <a:lnTo>
                    <a:pt x="426135" y="330974"/>
                  </a:lnTo>
                  <a:lnTo>
                    <a:pt x="427824" y="336461"/>
                  </a:lnTo>
                  <a:lnTo>
                    <a:pt x="433870" y="337362"/>
                  </a:lnTo>
                  <a:lnTo>
                    <a:pt x="435635" y="336994"/>
                  </a:lnTo>
                  <a:lnTo>
                    <a:pt x="436587" y="335940"/>
                  </a:lnTo>
                  <a:lnTo>
                    <a:pt x="440791" y="331279"/>
                  </a:lnTo>
                  <a:close/>
                </a:path>
                <a:path w="454025" h="421639">
                  <a:moveTo>
                    <a:pt x="440893" y="300151"/>
                  </a:moveTo>
                  <a:lnTo>
                    <a:pt x="432320" y="297192"/>
                  </a:lnTo>
                  <a:lnTo>
                    <a:pt x="432282" y="306793"/>
                  </a:lnTo>
                  <a:lnTo>
                    <a:pt x="437146" y="305117"/>
                  </a:lnTo>
                  <a:lnTo>
                    <a:pt x="440855" y="303822"/>
                  </a:lnTo>
                  <a:lnTo>
                    <a:pt x="440893" y="300151"/>
                  </a:lnTo>
                  <a:close/>
                </a:path>
                <a:path w="454025" h="421639">
                  <a:moveTo>
                    <a:pt x="443242" y="48120"/>
                  </a:moveTo>
                  <a:lnTo>
                    <a:pt x="437045" y="48120"/>
                  </a:lnTo>
                  <a:lnTo>
                    <a:pt x="437045" y="53314"/>
                  </a:lnTo>
                  <a:lnTo>
                    <a:pt x="440143" y="53314"/>
                  </a:lnTo>
                  <a:lnTo>
                    <a:pt x="443242" y="53314"/>
                  </a:lnTo>
                  <a:lnTo>
                    <a:pt x="443242" y="48120"/>
                  </a:lnTo>
                  <a:close/>
                </a:path>
                <a:path w="454025" h="421639">
                  <a:moveTo>
                    <a:pt x="445719" y="349338"/>
                  </a:moveTo>
                  <a:lnTo>
                    <a:pt x="436562" y="345211"/>
                  </a:lnTo>
                  <a:lnTo>
                    <a:pt x="436524" y="357225"/>
                  </a:lnTo>
                  <a:lnTo>
                    <a:pt x="442010" y="354761"/>
                  </a:lnTo>
                  <a:lnTo>
                    <a:pt x="445719" y="353085"/>
                  </a:lnTo>
                  <a:lnTo>
                    <a:pt x="445719" y="349338"/>
                  </a:lnTo>
                  <a:close/>
                </a:path>
                <a:path w="454025" h="421639">
                  <a:moveTo>
                    <a:pt x="446278" y="317"/>
                  </a:moveTo>
                  <a:lnTo>
                    <a:pt x="445998" y="0"/>
                  </a:lnTo>
                  <a:lnTo>
                    <a:pt x="445008" y="495"/>
                  </a:lnTo>
                  <a:lnTo>
                    <a:pt x="444360" y="1638"/>
                  </a:lnTo>
                  <a:lnTo>
                    <a:pt x="444766" y="2095"/>
                  </a:lnTo>
                  <a:lnTo>
                    <a:pt x="445820" y="1397"/>
                  </a:lnTo>
                  <a:lnTo>
                    <a:pt x="446278" y="317"/>
                  </a:lnTo>
                  <a:close/>
                </a:path>
                <a:path w="454025" h="421639">
                  <a:moveTo>
                    <a:pt x="446798" y="11417"/>
                  </a:moveTo>
                  <a:lnTo>
                    <a:pt x="441109" y="11417"/>
                  </a:lnTo>
                  <a:lnTo>
                    <a:pt x="441109" y="16179"/>
                  </a:lnTo>
                  <a:lnTo>
                    <a:pt x="443953" y="16179"/>
                  </a:lnTo>
                  <a:lnTo>
                    <a:pt x="446786" y="16179"/>
                  </a:lnTo>
                  <a:lnTo>
                    <a:pt x="446798" y="11417"/>
                  </a:lnTo>
                  <a:close/>
                </a:path>
                <a:path w="454025" h="421639">
                  <a:moveTo>
                    <a:pt x="451446" y="378968"/>
                  </a:moveTo>
                  <a:lnTo>
                    <a:pt x="445122" y="372618"/>
                  </a:lnTo>
                  <a:lnTo>
                    <a:pt x="440982" y="377088"/>
                  </a:lnTo>
                  <a:lnTo>
                    <a:pt x="443674" y="380225"/>
                  </a:lnTo>
                  <a:lnTo>
                    <a:pt x="446862" y="383908"/>
                  </a:lnTo>
                  <a:lnTo>
                    <a:pt x="451446" y="378968"/>
                  </a:lnTo>
                  <a:close/>
                </a:path>
                <a:path w="454025" h="421639">
                  <a:moveTo>
                    <a:pt x="451815" y="33299"/>
                  </a:moveTo>
                  <a:lnTo>
                    <a:pt x="445516" y="29464"/>
                  </a:lnTo>
                  <a:lnTo>
                    <a:pt x="445516" y="39154"/>
                  </a:lnTo>
                  <a:lnTo>
                    <a:pt x="449884" y="36487"/>
                  </a:lnTo>
                  <a:lnTo>
                    <a:pt x="451815" y="35318"/>
                  </a:lnTo>
                  <a:lnTo>
                    <a:pt x="451815" y="33299"/>
                  </a:lnTo>
                  <a:close/>
                </a:path>
                <a:path w="454025" h="421639">
                  <a:moveTo>
                    <a:pt x="452196" y="289661"/>
                  </a:moveTo>
                  <a:lnTo>
                    <a:pt x="451802" y="288137"/>
                  </a:lnTo>
                  <a:lnTo>
                    <a:pt x="451129" y="285483"/>
                  </a:lnTo>
                  <a:lnTo>
                    <a:pt x="445173" y="284822"/>
                  </a:lnTo>
                  <a:lnTo>
                    <a:pt x="443115" y="287464"/>
                  </a:lnTo>
                  <a:lnTo>
                    <a:pt x="443420" y="291795"/>
                  </a:lnTo>
                  <a:lnTo>
                    <a:pt x="444385" y="293763"/>
                  </a:lnTo>
                  <a:lnTo>
                    <a:pt x="448894" y="294614"/>
                  </a:lnTo>
                  <a:lnTo>
                    <a:pt x="450545" y="293077"/>
                  </a:lnTo>
                  <a:lnTo>
                    <a:pt x="450672" y="292074"/>
                  </a:lnTo>
                  <a:lnTo>
                    <a:pt x="450837" y="290728"/>
                  </a:lnTo>
                  <a:lnTo>
                    <a:pt x="452196" y="289661"/>
                  </a:lnTo>
                  <a:close/>
                </a:path>
                <a:path w="454025" h="421639">
                  <a:moveTo>
                    <a:pt x="453974" y="21564"/>
                  </a:moveTo>
                  <a:lnTo>
                    <a:pt x="452945" y="21564"/>
                  </a:lnTo>
                  <a:lnTo>
                    <a:pt x="452945" y="22440"/>
                  </a:lnTo>
                  <a:lnTo>
                    <a:pt x="453466" y="22440"/>
                  </a:lnTo>
                  <a:lnTo>
                    <a:pt x="453974" y="22440"/>
                  </a:lnTo>
                  <a:lnTo>
                    <a:pt x="453974" y="21564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930628" y="2326899"/>
              <a:ext cx="264160" cy="208279"/>
            </a:xfrm>
            <a:custGeom>
              <a:avLst/>
              <a:gdLst/>
              <a:ahLst/>
              <a:cxnLst/>
              <a:rect l="l" t="t" r="r" b="b"/>
              <a:pathLst>
                <a:path w="264160" h="208280">
                  <a:moveTo>
                    <a:pt x="2717" y="206959"/>
                  </a:moveTo>
                  <a:lnTo>
                    <a:pt x="2235" y="206933"/>
                  </a:lnTo>
                  <a:lnTo>
                    <a:pt x="1612" y="206844"/>
                  </a:lnTo>
                  <a:lnTo>
                    <a:pt x="1016" y="206870"/>
                  </a:lnTo>
                  <a:lnTo>
                    <a:pt x="406" y="207010"/>
                  </a:lnTo>
                  <a:lnTo>
                    <a:pt x="0" y="207060"/>
                  </a:lnTo>
                  <a:lnTo>
                    <a:pt x="0" y="207645"/>
                  </a:lnTo>
                  <a:lnTo>
                    <a:pt x="406" y="207695"/>
                  </a:lnTo>
                  <a:lnTo>
                    <a:pt x="1016" y="207835"/>
                  </a:lnTo>
                  <a:lnTo>
                    <a:pt x="1612" y="207860"/>
                  </a:lnTo>
                  <a:lnTo>
                    <a:pt x="2235" y="207772"/>
                  </a:lnTo>
                  <a:lnTo>
                    <a:pt x="2717" y="207733"/>
                  </a:lnTo>
                  <a:lnTo>
                    <a:pt x="2717" y="206959"/>
                  </a:lnTo>
                  <a:close/>
                </a:path>
                <a:path w="264160" h="208280">
                  <a:moveTo>
                    <a:pt x="14960" y="205613"/>
                  </a:moveTo>
                  <a:lnTo>
                    <a:pt x="13157" y="205613"/>
                  </a:lnTo>
                  <a:lnTo>
                    <a:pt x="13144" y="207124"/>
                  </a:lnTo>
                  <a:lnTo>
                    <a:pt x="14058" y="207124"/>
                  </a:lnTo>
                  <a:lnTo>
                    <a:pt x="14947" y="207124"/>
                  </a:lnTo>
                  <a:lnTo>
                    <a:pt x="14960" y="205613"/>
                  </a:lnTo>
                  <a:close/>
                </a:path>
                <a:path w="264160" h="208280">
                  <a:moveTo>
                    <a:pt x="30175" y="179997"/>
                  </a:moveTo>
                  <a:lnTo>
                    <a:pt x="23418" y="179997"/>
                  </a:lnTo>
                  <a:lnTo>
                    <a:pt x="23406" y="185648"/>
                  </a:lnTo>
                  <a:lnTo>
                    <a:pt x="26784" y="185648"/>
                  </a:lnTo>
                  <a:lnTo>
                    <a:pt x="30162" y="185648"/>
                  </a:lnTo>
                  <a:lnTo>
                    <a:pt x="30175" y="179997"/>
                  </a:lnTo>
                  <a:close/>
                </a:path>
                <a:path w="264160" h="208280">
                  <a:moveTo>
                    <a:pt x="30721" y="131343"/>
                  </a:moveTo>
                  <a:lnTo>
                    <a:pt x="23774" y="131343"/>
                  </a:lnTo>
                  <a:lnTo>
                    <a:pt x="23774" y="137172"/>
                  </a:lnTo>
                  <a:lnTo>
                    <a:pt x="27241" y="137172"/>
                  </a:lnTo>
                  <a:lnTo>
                    <a:pt x="30721" y="137172"/>
                  </a:lnTo>
                  <a:lnTo>
                    <a:pt x="30721" y="131343"/>
                  </a:lnTo>
                  <a:close/>
                </a:path>
                <a:path w="264160" h="208280">
                  <a:moveTo>
                    <a:pt x="33642" y="164604"/>
                  </a:moveTo>
                  <a:lnTo>
                    <a:pt x="31724" y="163207"/>
                  </a:lnTo>
                  <a:lnTo>
                    <a:pt x="30873" y="163296"/>
                  </a:lnTo>
                  <a:lnTo>
                    <a:pt x="27292" y="163296"/>
                  </a:lnTo>
                  <a:lnTo>
                    <a:pt x="27292" y="167030"/>
                  </a:lnTo>
                  <a:lnTo>
                    <a:pt x="29514" y="167030"/>
                  </a:lnTo>
                  <a:lnTo>
                    <a:pt x="30899" y="167030"/>
                  </a:lnTo>
                  <a:lnTo>
                    <a:pt x="31724" y="167132"/>
                  </a:lnTo>
                  <a:lnTo>
                    <a:pt x="32854" y="166293"/>
                  </a:lnTo>
                  <a:lnTo>
                    <a:pt x="33642" y="165735"/>
                  </a:lnTo>
                  <a:lnTo>
                    <a:pt x="33642" y="164604"/>
                  </a:lnTo>
                  <a:close/>
                </a:path>
                <a:path w="264160" h="208280">
                  <a:moveTo>
                    <a:pt x="49911" y="132384"/>
                  </a:moveTo>
                  <a:lnTo>
                    <a:pt x="47294" y="131838"/>
                  </a:lnTo>
                  <a:lnTo>
                    <a:pt x="45313" y="131419"/>
                  </a:lnTo>
                  <a:lnTo>
                    <a:pt x="43980" y="134277"/>
                  </a:lnTo>
                  <a:lnTo>
                    <a:pt x="48260" y="137033"/>
                  </a:lnTo>
                  <a:lnTo>
                    <a:pt x="49911" y="132384"/>
                  </a:lnTo>
                  <a:close/>
                </a:path>
                <a:path w="264160" h="208280">
                  <a:moveTo>
                    <a:pt x="52082" y="108089"/>
                  </a:moveTo>
                  <a:lnTo>
                    <a:pt x="46977" y="108089"/>
                  </a:lnTo>
                  <a:lnTo>
                    <a:pt x="46977" y="112369"/>
                  </a:lnTo>
                  <a:lnTo>
                    <a:pt x="49530" y="112369"/>
                  </a:lnTo>
                  <a:lnTo>
                    <a:pt x="52082" y="112369"/>
                  </a:lnTo>
                  <a:lnTo>
                    <a:pt x="52082" y="108089"/>
                  </a:lnTo>
                  <a:close/>
                </a:path>
                <a:path w="264160" h="208280">
                  <a:moveTo>
                    <a:pt x="52489" y="154419"/>
                  </a:moveTo>
                  <a:lnTo>
                    <a:pt x="48869" y="153936"/>
                  </a:lnTo>
                  <a:lnTo>
                    <a:pt x="48920" y="156337"/>
                  </a:lnTo>
                  <a:lnTo>
                    <a:pt x="48958" y="158064"/>
                  </a:lnTo>
                  <a:lnTo>
                    <a:pt x="49885" y="159575"/>
                  </a:lnTo>
                  <a:lnTo>
                    <a:pt x="52057" y="159067"/>
                  </a:lnTo>
                  <a:lnTo>
                    <a:pt x="52387" y="158457"/>
                  </a:lnTo>
                  <a:lnTo>
                    <a:pt x="52120" y="157645"/>
                  </a:lnTo>
                  <a:lnTo>
                    <a:pt x="51854" y="157149"/>
                  </a:lnTo>
                  <a:lnTo>
                    <a:pt x="52489" y="154419"/>
                  </a:lnTo>
                  <a:close/>
                </a:path>
                <a:path w="264160" h="208280">
                  <a:moveTo>
                    <a:pt x="54737" y="186867"/>
                  </a:moveTo>
                  <a:lnTo>
                    <a:pt x="47980" y="186867"/>
                  </a:lnTo>
                  <a:lnTo>
                    <a:pt x="47967" y="192519"/>
                  </a:lnTo>
                  <a:lnTo>
                    <a:pt x="51346" y="192519"/>
                  </a:lnTo>
                  <a:lnTo>
                    <a:pt x="54724" y="192519"/>
                  </a:lnTo>
                  <a:lnTo>
                    <a:pt x="54737" y="186867"/>
                  </a:lnTo>
                  <a:close/>
                </a:path>
                <a:path w="264160" h="208280">
                  <a:moveTo>
                    <a:pt x="55816" y="198691"/>
                  </a:moveTo>
                  <a:lnTo>
                    <a:pt x="55727" y="197878"/>
                  </a:lnTo>
                  <a:lnTo>
                    <a:pt x="54140" y="197624"/>
                  </a:lnTo>
                  <a:lnTo>
                    <a:pt x="52260" y="197840"/>
                  </a:lnTo>
                  <a:lnTo>
                    <a:pt x="49618" y="198183"/>
                  </a:lnTo>
                  <a:lnTo>
                    <a:pt x="50977" y="202247"/>
                  </a:lnTo>
                  <a:lnTo>
                    <a:pt x="53035" y="200939"/>
                  </a:lnTo>
                  <a:lnTo>
                    <a:pt x="54737" y="199872"/>
                  </a:lnTo>
                  <a:lnTo>
                    <a:pt x="55816" y="198691"/>
                  </a:lnTo>
                  <a:close/>
                </a:path>
                <a:path w="264160" h="208280">
                  <a:moveTo>
                    <a:pt x="59169" y="92595"/>
                  </a:moveTo>
                  <a:lnTo>
                    <a:pt x="58877" y="91871"/>
                  </a:lnTo>
                  <a:lnTo>
                    <a:pt x="53873" y="93764"/>
                  </a:lnTo>
                  <a:lnTo>
                    <a:pt x="53086" y="94043"/>
                  </a:lnTo>
                  <a:lnTo>
                    <a:pt x="53530" y="95262"/>
                  </a:lnTo>
                  <a:lnTo>
                    <a:pt x="54305" y="94894"/>
                  </a:lnTo>
                  <a:lnTo>
                    <a:pt x="59169" y="92595"/>
                  </a:lnTo>
                  <a:close/>
                </a:path>
                <a:path w="264160" h="208280">
                  <a:moveTo>
                    <a:pt x="61074" y="169519"/>
                  </a:moveTo>
                  <a:lnTo>
                    <a:pt x="57315" y="165468"/>
                  </a:lnTo>
                  <a:lnTo>
                    <a:pt x="50393" y="171386"/>
                  </a:lnTo>
                  <a:lnTo>
                    <a:pt x="55587" y="176999"/>
                  </a:lnTo>
                  <a:lnTo>
                    <a:pt x="58166" y="173494"/>
                  </a:lnTo>
                  <a:lnTo>
                    <a:pt x="61074" y="169519"/>
                  </a:lnTo>
                  <a:close/>
                </a:path>
                <a:path w="264160" h="208280">
                  <a:moveTo>
                    <a:pt x="66890" y="67437"/>
                  </a:moveTo>
                  <a:lnTo>
                    <a:pt x="63106" y="67437"/>
                  </a:lnTo>
                  <a:lnTo>
                    <a:pt x="63106" y="70612"/>
                  </a:lnTo>
                  <a:lnTo>
                    <a:pt x="64998" y="70612"/>
                  </a:lnTo>
                  <a:lnTo>
                    <a:pt x="66890" y="70612"/>
                  </a:lnTo>
                  <a:lnTo>
                    <a:pt x="66890" y="67437"/>
                  </a:lnTo>
                  <a:close/>
                </a:path>
                <a:path w="264160" h="208280">
                  <a:moveTo>
                    <a:pt x="72351" y="23063"/>
                  </a:moveTo>
                  <a:lnTo>
                    <a:pt x="70383" y="23063"/>
                  </a:lnTo>
                  <a:lnTo>
                    <a:pt x="70370" y="24714"/>
                  </a:lnTo>
                  <a:lnTo>
                    <a:pt x="71361" y="24714"/>
                  </a:lnTo>
                  <a:lnTo>
                    <a:pt x="72351" y="24714"/>
                  </a:lnTo>
                  <a:lnTo>
                    <a:pt x="72351" y="23063"/>
                  </a:lnTo>
                  <a:close/>
                </a:path>
                <a:path w="264160" h="208280">
                  <a:moveTo>
                    <a:pt x="72428" y="138493"/>
                  </a:moveTo>
                  <a:lnTo>
                    <a:pt x="71755" y="135356"/>
                  </a:lnTo>
                  <a:lnTo>
                    <a:pt x="67335" y="135356"/>
                  </a:lnTo>
                  <a:lnTo>
                    <a:pt x="66662" y="138480"/>
                  </a:lnTo>
                  <a:lnTo>
                    <a:pt x="68440" y="139725"/>
                  </a:lnTo>
                  <a:lnTo>
                    <a:pt x="69240" y="140271"/>
                  </a:lnTo>
                  <a:lnTo>
                    <a:pt x="69850" y="140271"/>
                  </a:lnTo>
                  <a:lnTo>
                    <a:pt x="70510" y="139801"/>
                  </a:lnTo>
                  <a:lnTo>
                    <a:pt x="70650" y="139725"/>
                  </a:lnTo>
                  <a:lnTo>
                    <a:pt x="72428" y="138493"/>
                  </a:lnTo>
                  <a:close/>
                </a:path>
                <a:path w="264160" h="208280">
                  <a:moveTo>
                    <a:pt x="75018" y="113576"/>
                  </a:moveTo>
                  <a:lnTo>
                    <a:pt x="72834" y="111277"/>
                  </a:lnTo>
                  <a:lnTo>
                    <a:pt x="68732" y="112217"/>
                  </a:lnTo>
                  <a:lnTo>
                    <a:pt x="67475" y="114452"/>
                  </a:lnTo>
                  <a:lnTo>
                    <a:pt x="69075" y="118757"/>
                  </a:lnTo>
                  <a:lnTo>
                    <a:pt x="71221" y="119062"/>
                  </a:lnTo>
                  <a:lnTo>
                    <a:pt x="72415" y="117322"/>
                  </a:lnTo>
                  <a:lnTo>
                    <a:pt x="72821" y="116738"/>
                  </a:lnTo>
                  <a:lnTo>
                    <a:pt x="73291" y="116217"/>
                  </a:lnTo>
                  <a:lnTo>
                    <a:pt x="75018" y="113576"/>
                  </a:lnTo>
                  <a:close/>
                </a:path>
                <a:path w="264160" h="208280">
                  <a:moveTo>
                    <a:pt x="76047" y="0"/>
                  </a:moveTo>
                  <a:lnTo>
                    <a:pt x="73952" y="0"/>
                  </a:lnTo>
                  <a:lnTo>
                    <a:pt x="74041" y="1320"/>
                  </a:lnTo>
                  <a:lnTo>
                    <a:pt x="74104" y="2247"/>
                  </a:lnTo>
                  <a:lnTo>
                    <a:pt x="74142" y="2590"/>
                  </a:lnTo>
                  <a:lnTo>
                    <a:pt x="74460" y="4216"/>
                  </a:lnTo>
                  <a:lnTo>
                    <a:pt x="75539" y="4216"/>
                  </a:lnTo>
                  <a:lnTo>
                    <a:pt x="75857" y="2590"/>
                  </a:lnTo>
                  <a:lnTo>
                    <a:pt x="75895" y="2247"/>
                  </a:lnTo>
                  <a:lnTo>
                    <a:pt x="76047" y="0"/>
                  </a:lnTo>
                  <a:close/>
                </a:path>
                <a:path w="264160" h="208280">
                  <a:moveTo>
                    <a:pt x="79705" y="158064"/>
                  </a:moveTo>
                  <a:lnTo>
                    <a:pt x="72123" y="158064"/>
                  </a:lnTo>
                  <a:lnTo>
                    <a:pt x="72123" y="164414"/>
                  </a:lnTo>
                  <a:lnTo>
                    <a:pt x="75907" y="164414"/>
                  </a:lnTo>
                  <a:lnTo>
                    <a:pt x="79705" y="164414"/>
                  </a:lnTo>
                  <a:lnTo>
                    <a:pt x="79705" y="158064"/>
                  </a:lnTo>
                  <a:close/>
                </a:path>
                <a:path w="264160" h="208280">
                  <a:moveTo>
                    <a:pt x="80492" y="200406"/>
                  </a:moveTo>
                  <a:lnTo>
                    <a:pt x="80264" y="199275"/>
                  </a:lnTo>
                  <a:lnTo>
                    <a:pt x="80276" y="198793"/>
                  </a:lnTo>
                  <a:lnTo>
                    <a:pt x="80187" y="198424"/>
                  </a:lnTo>
                  <a:lnTo>
                    <a:pt x="79768" y="197993"/>
                  </a:lnTo>
                  <a:lnTo>
                    <a:pt x="79400" y="197967"/>
                  </a:lnTo>
                  <a:lnTo>
                    <a:pt x="79260" y="197878"/>
                  </a:lnTo>
                  <a:lnTo>
                    <a:pt x="78613" y="197586"/>
                  </a:lnTo>
                  <a:lnTo>
                    <a:pt x="78803" y="197358"/>
                  </a:lnTo>
                  <a:lnTo>
                    <a:pt x="79921" y="196062"/>
                  </a:lnTo>
                  <a:lnTo>
                    <a:pt x="77393" y="193535"/>
                  </a:lnTo>
                  <a:lnTo>
                    <a:pt x="72224" y="197878"/>
                  </a:lnTo>
                  <a:lnTo>
                    <a:pt x="72161" y="198107"/>
                  </a:lnTo>
                  <a:lnTo>
                    <a:pt x="74930" y="202844"/>
                  </a:lnTo>
                  <a:lnTo>
                    <a:pt x="79933" y="201968"/>
                  </a:lnTo>
                  <a:lnTo>
                    <a:pt x="80492" y="200406"/>
                  </a:lnTo>
                  <a:close/>
                </a:path>
                <a:path w="264160" h="208280">
                  <a:moveTo>
                    <a:pt x="82613" y="90449"/>
                  </a:moveTo>
                  <a:lnTo>
                    <a:pt x="82423" y="89496"/>
                  </a:lnTo>
                  <a:lnTo>
                    <a:pt x="80568" y="89052"/>
                  </a:lnTo>
                  <a:lnTo>
                    <a:pt x="80048" y="89103"/>
                  </a:lnTo>
                  <a:lnTo>
                    <a:pt x="75907" y="90093"/>
                  </a:lnTo>
                  <a:lnTo>
                    <a:pt x="78206" y="95605"/>
                  </a:lnTo>
                  <a:lnTo>
                    <a:pt x="80949" y="93052"/>
                  </a:lnTo>
                  <a:lnTo>
                    <a:pt x="81889" y="92176"/>
                  </a:lnTo>
                  <a:lnTo>
                    <a:pt x="82613" y="90449"/>
                  </a:lnTo>
                  <a:close/>
                </a:path>
                <a:path w="264160" h="208280">
                  <a:moveTo>
                    <a:pt x="86766" y="144081"/>
                  </a:moveTo>
                  <a:lnTo>
                    <a:pt x="85153" y="143484"/>
                  </a:lnTo>
                  <a:lnTo>
                    <a:pt x="82867" y="143586"/>
                  </a:lnTo>
                  <a:lnTo>
                    <a:pt x="82867" y="145542"/>
                  </a:lnTo>
                  <a:lnTo>
                    <a:pt x="85153" y="145643"/>
                  </a:lnTo>
                  <a:lnTo>
                    <a:pt x="86766" y="145059"/>
                  </a:lnTo>
                  <a:lnTo>
                    <a:pt x="86766" y="144081"/>
                  </a:lnTo>
                  <a:close/>
                </a:path>
                <a:path w="264160" h="208280">
                  <a:moveTo>
                    <a:pt x="88658" y="177990"/>
                  </a:moveTo>
                  <a:lnTo>
                    <a:pt x="79984" y="174980"/>
                  </a:lnTo>
                  <a:lnTo>
                    <a:pt x="79946" y="184797"/>
                  </a:lnTo>
                  <a:lnTo>
                    <a:pt x="84912" y="183070"/>
                  </a:lnTo>
                  <a:lnTo>
                    <a:pt x="88620" y="181800"/>
                  </a:lnTo>
                  <a:lnTo>
                    <a:pt x="88658" y="177990"/>
                  </a:lnTo>
                  <a:close/>
                </a:path>
                <a:path w="264160" h="208280">
                  <a:moveTo>
                    <a:pt x="88696" y="16217"/>
                  </a:moveTo>
                  <a:lnTo>
                    <a:pt x="88582" y="15862"/>
                  </a:lnTo>
                  <a:lnTo>
                    <a:pt x="86741" y="12992"/>
                  </a:lnTo>
                  <a:lnTo>
                    <a:pt x="83985" y="15925"/>
                  </a:lnTo>
                  <a:lnTo>
                    <a:pt x="86055" y="17475"/>
                  </a:lnTo>
                  <a:lnTo>
                    <a:pt x="86677" y="17932"/>
                  </a:lnTo>
                  <a:lnTo>
                    <a:pt x="86995" y="18072"/>
                  </a:lnTo>
                  <a:lnTo>
                    <a:pt x="88265" y="18059"/>
                  </a:lnTo>
                  <a:lnTo>
                    <a:pt x="88696" y="17589"/>
                  </a:lnTo>
                  <a:lnTo>
                    <a:pt x="88696" y="16217"/>
                  </a:lnTo>
                  <a:close/>
                </a:path>
                <a:path w="264160" h="208280">
                  <a:moveTo>
                    <a:pt x="88747" y="40119"/>
                  </a:moveTo>
                  <a:lnTo>
                    <a:pt x="85013" y="38595"/>
                  </a:lnTo>
                  <a:lnTo>
                    <a:pt x="81546" y="37198"/>
                  </a:lnTo>
                  <a:lnTo>
                    <a:pt x="79806" y="43561"/>
                  </a:lnTo>
                  <a:lnTo>
                    <a:pt x="83464" y="44653"/>
                  </a:lnTo>
                  <a:lnTo>
                    <a:pt x="87426" y="45834"/>
                  </a:lnTo>
                  <a:lnTo>
                    <a:pt x="88747" y="40119"/>
                  </a:lnTo>
                  <a:close/>
                </a:path>
                <a:path w="264160" h="208280">
                  <a:moveTo>
                    <a:pt x="95059" y="64389"/>
                  </a:moveTo>
                  <a:lnTo>
                    <a:pt x="93891" y="61976"/>
                  </a:lnTo>
                  <a:lnTo>
                    <a:pt x="90678" y="61976"/>
                  </a:lnTo>
                  <a:lnTo>
                    <a:pt x="89509" y="64401"/>
                  </a:lnTo>
                  <a:lnTo>
                    <a:pt x="90881" y="65620"/>
                  </a:lnTo>
                  <a:lnTo>
                    <a:pt x="91389" y="66065"/>
                  </a:lnTo>
                  <a:lnTo>
                    <a:pt x="91948" y="66573"/>
                  </a:lnTo>
                  <a:lnTo>
                    <a:pt x="92608" y="66586"/>
                  </a:lnTo>
                  <a:lnTo>
                    <a:pt x="95059" y="64389"/>
                  </a:lnTo>
                  <a:close/>
                </a:path>
                <a:path w="264160" h="208280">
                  <a:moveTo>
                    <a:pt x="97370" y="118795"/>
                  </a:moveTo>
                  <a:lnTo>
                    <a:pt x="97345" y="110096"/>
                  </a:lnTo>
                  <a:lnTo>
                    <a:pt x="92202" y="109651"/>
                  </a:lnTo>
                  <a:lnTo>
                    <a:pt x="86766" y="109181"/>
                  </a:lnTo>
                  <a:lnTo>
                    <a:pt x="86791" y="117881"/>
                  </a:lnTo>
                  <a:lnTo>
                    <a:pt x="97370" y="118795"/>
                  </a:lnTo>
                  <a:close/>
                </a:path>
                <a:path w="264160" h="208280">
                  <a:moveTo>
                    <a:pt x="100037" y="9004"/>
                  </a:moveTo>
                  <a:lnTo>
                    <a:pt x="89090" y="9004"/>
                  </a:lnTo>
                  <a:lnTo>
                    <a:pt x="89077" y="18161"/>
                  </a:lnTo>
                  <a:lnTo>
                    <a:pt x="94564" y="18161"/>
                  </a:lnTo>
                  <a:lnTo>
                    <a:pt x="100025" y="18161"/>
                  </a:lnTo>
                  <a:lnTo>
                    <a:pt x="100037" y="9004"/>
                  </a:lnTo>
                  <a:close/>
                </a:path>
                <a:path w="264160" h="208280">
                  <a:moveTo>
                    <a:pt x="111201" y="143852"/>
                  </a:moveTo>
                  <a:lnTo>
                    <a:pt x="102476" y="143852"/>
                  </a:lnTo>
                  <a:lnTo>
                    <a:pt x="102476" y="151168"/>
                  </a:lnTo>
                  <a:lnTo>
                    <a:pt x="106845" y="151168"/>
                  </a:lnTo>
                  <a:lnTo>
                    <a:pt x="111201" y="151168"/>
                  </a:lnTo>
                  <a:lnTo>
                    <a:pt x="111201" y="143852"/>
                  </a:lnTo>
                  <a:close/>
                </a:path>
                <a:path w="264160" h="208280">
                  <a:moveTo>
                    <a:pt x="112941" y="199390"/>
                  </a:moveTo>
                  <a:lnTo>
                    <a:pt x="106946" y="195097"/>
                  </a:lnTo>
                  <a:lnTo>
                    <a:pt x="104267" y="200837"/>
                  </a:lnTo>
                  <a:lnTo>
                    <a:pt x="107937" y="202260"/>
                  </a:lnTo>
                  <a:lnTo>
                    <a:pt x="111594" y="203669"/>
                  </a:lnTo>
                  <a:lnTo>
                    <a:pt x="112941" y="199390"/>
                  </a:lnTo>
                  <a:close/>
                </a:path>
                <a:path w="264160" h="208280">
                  <a:moveTo>
                    <a:pt x="114579" y="96113"/>
                  </a:moveTo>
                  <a:lnTo>
                    <a:pt x="113868" y="95465"/>
                  </a:lnTo>
                  <a:lnTo>
                    <a:pt x="111696" y="94538"/>
                  </a:lnTo>
                  <a:lnTo>
                    <a:pt x="110477" y="95846"/>
                  </a:lnTo>
                  <a:lnTo>
                    <a:pt x="110883" y="96913"/>
                  </a:lnTo>
                  <a:lnTo>
                    <a:pt x="110947" y="97104"/>
                  </a:lnTo>
                  <a:lnTo>
                    <a:pt x="111010" y="97294"/>
                  </a:lnTo>
                  <a:lnTo>
                    <a:pt x="111353" y="98171"/>
                  </a:lnTo>
                  <a:lnTo>
                    <a:pt x="111963" y="98945"/>
                  </a:lnTo>
                  <a:lnTo>
                    <a:pt x="113055" y="98793"/>
                  </a:lnTo>
                  <a:lnTo>
                    <a:pt x="113207" y="98780"/>
                  </a:lnTo>
                  <a:lnTo>
                    <a:pt x="113931" y="98691"/>
                  </a:lnTo>
                  <a:lnTo>
                    <a:pt x="114338" y="98247"/>
                  </a:lnTo>
                  <a:lnTo>
                    <a:pt x="114579" y="96113"/>
                  </a:lnTo>
                  <a:close/>
                </a:path>
                <a:path w="264160" h="208280">
                  <a:moveTo>
                    <a:pt x="115265" y="66535"/>
                  </a:moveTo>
                  <a:lnTo>
                    <a:pt x="109334" y="66535"/>
                  </a:lnTo>
                  <a:lnTo>
                    <a:pt x="109334" y="71501"/>
                  </a:lnTo>
                  <a:lnTo>
                    <a:pt x="112293" y="71501"/>
                  </a:lnTo>
                  <a:lnTo>
                    <a:pt x="115265" y="71501"/>
                  </a:lnTo>
                  <a:lnTo>
                    <a:pt x="115265" y="66535"/>
                  </a:lnTo>
                  <a:close/>
                </a:path>
                <a:path w="264160" h="208280">
                  <a:moveTo>
                    <a:pt x="117576" y="156832"/>
                  </a:moveTo>
                  <a:lnTo>
                    <a:pt x="107035" y="156832"/>
                  </a:lnTo>
                  <a:lnTo>
                    <a:pt x="107022" y="165658"/>
                  </a:lnTo>
                  <a:lnTo>
                    <a:pt x="112293" y="165658"/>
                  </a:lnTo>
                  <a:lnTo>
                    <a:pt x="117563" y="165658"/>
                  </a:lnTo>
                  <a:lnTo>
                    <a:pt x="117576" y="156832"/>
                  </a:lnTo>
                  <a:close/>
                </a:path>
                <a:path w="264160" h="208280">
                  <a:moveTo>
                    <a:pt x="119151" y="175983"/>
                  </a:moveTo>
                  <a:lnTo>
                    <a:pt x="114541" y="175983"/>
                  </a:lnTo>
                  <a:lnTo>
                    <a:pt x="114541" y="179857"/>
                  </a:lnTo>
                  <a:lnTo>
                    <a:pt x="116852" y="179857"/>
                  </a:lnTo>
                  <a:lnTo>
                    <a:pt x="119151" y="179857"/>
                  </a:lnTo>
                  <a:lnTo>
                    <a:pt x="119151" y="175983"/>
                  </a:lnTo>
                  <a:close/>
                </a:path>
                <a:path w="264160" h="208280">
                  <a:moveTo>
                    <a:pt x="120802" y="188341"/>
                  </a:moveTo>
                  <a:lnTo>
                    <a:pt x="112903" y="188341"/>
                  </a:lnTo>
                  <a:lnTo>
                    <a:pt x="112890" y="194970"/>
                  </a:lnTo>
                  <a:lnTo>
                    <a:pt x="116852" y="194970"/>
                  </a:lnTo>
                  <a:lnTo>
                    <a:pt x="120789" y="194970"/>
                  </a:lnTo>
                  <a:lnTo>
                    <a:pt x="120802" y="188341"/>
                  </a:lnTo>
                  <a:close/>
                </a:path>
                <a:path w="264160" h="208280">
                  <a:moveTo>
                    <a:pt x="121767" y="49542"/>
                  </a:moveTo>
                  <a:lnTo>
                    <a:pt x="119773" y="47459"/>
                  </a:lnTo>
                  <a:lnTo>
                    <a:pt x="119291" y="47040"/>
                  </a:lnTo>
                  <a:lnTo>
                    <a:pt x="117322" y="45796"/>
                  </a:lnTo>
                  <a:lnTo>
                    <a:pt x="116078" y="46609"/>
                  </a:lnTo>
                  <a:lnTo>
                    <a:pt x="115570" y="47904"/>
                  </a:lnTo>
                  <a:lnTo>
                    <a:pt x="115303" y="48412"/>
                  </a:lnTo>
                  <a:lnTo>
                    <a:pt x="115163" y="48971"/>
                  </a:lnTo>
                  <a:lnTo>
                    <a:pt x="115150" y="49555"/>
                  </a:lnTo>
                  <a:lnTo>
                    <a:pt x="114884" y="51460"/>
                  </a:lnTo>
                  <a:lnTo>
                    <a:pt x="115925" y="54089"/>
                  </a:lnTo>
                  <a:lnTo>
                    <a:pt x="118732" y="53746"/>
                  </a:lnTo>
                  <a:lnTo>
                    <a:pt x="119202" y="53670"/>
                  </a:lnTo>
                  <a:lnTo>
                    <a:pt x="121488" y="52336"/>
                  </a:lnTo>
                  <a:lnTo>
                    <a:pt x="121767" y="49542"/>
                  </a:lnTo>
                  <a:close/>
                </a:path>
                <a:path w="264160" h="208280">
                  <a:moveTo>
                    <a:pt x="126555" y="126479"/>
                  </a:moveTo>
                  <a:lnTo>
                    <a:pt x="124917" y="123926"/>
                  </a:lnTo>
                  <a:lnTo>
                    <a:pt x="124917" y="127952"/>
                  </a:lnTo>
                  <a:lnTo>
                    <a:pt x="123558" y="129514"/>
                  </a:lnTo>
                  <a:lnTo>
                    <a:pt x="124917" y="127952"/>
                  </a:lnTo>
                  <a:lnTo>
                    <a:pt x="124917" y="123926"/>
                  </a:lnTo>
                  <a:lnTo>
                    <a:pt x="124155" y="122732"/>
                  </a:lnTo>
                  <a:lnTo>
                    <a:pt x="124155" y="125653"/>
                  </a:lnTo>
                  <a:lnTo>
                    <a:pt x="124028" y="125577"/>
                  </a:lnTo>
                  <a:lnTo>
                    <a:pt x="124053" y="125349"/>
                  </a:lnTo>
                  <a:lnTo>
                    <a:pt x="124155" y="125653"/>
                  </a:lnTo>
                  <a:lnTo>
                    <a:pt x="124155" y="122732"/>
                  </a:lnTo>
                  <a:lnTo>
                    <a:pt x="123228" y="121285"/>
                  </a:lnTo>
                  <a:lnTo>
                    <a:pt x="122834" y="120815"/>
                  </a:lnTo>
                  <a:lnTo>
                    <a:pt x="120472" y="119367"/>
                  </a:lnTo>
                  <a:lnTo>
                    <a:pt x="116382" y="120815"/>
                  </a:lnTo>
                  <a:lnTo>
                    <a:pt x="115316" y="121716"/>
                  </a:lnTo>
                  <a:lnTo>
                    <a:pt x="112547" y="126187"/>
                  </a:lnTo>
                  <a:lnTo>
                    <a:pt x="114160" y="131432"/>
                  </a:lnTo>
                  <a:lnTo>
                    <a:pt x="119938" y="132295"/>
                  </a:lnTo>
                  <a:lnTo>
                    <a:pt x="121627" y="131953"/>
                  </a:lnTo>
                  <a:lnTo>
                    <a:pt x="122542" y="130937"/>
                  </a:lnTo>
                  <a:lnTo>
                    <a:pt x="126555" y="126479"/>
                  </a:lnTo>
                  <a:close/>
                </a:path>
                <a:path w="264160" h="208280">
                  <a:moveTo>
                    <a:pt x="126657" y="96697"/>
                  </a:moveTo>
                  <a:lnTo>
                    <a:pt x="118452" y="93865"/>
                  </a:lnTo>
                  <a:lnTo>
                    <a:pt x="118414" y="103060"/>
                  </a:lnTo>
                  <a:lnTo>
                    <a:pt x="123075" y="101447"/>
                  </a:lnTo>
                  <a:lnTo>
                    <a:pt x="126619" y="100215"/>
                  </a:lnTo>
                  <a:lnTo>
                    <a:pt x="126657" y="96697"/>
                  </a:lnTo>
                  <a:close/>
                </a:path>
                <a:path w="264160" h="208280">
                  <a:moveTo>
                    <a:pt x="131279" y="143751"/>
                  </a:moveTo>
                  <a:lnTo>
                    <a:pt x="122516" y="139801"/>
                  </a:lnTo>
                  <a:lnTo>
                    <a:pt x="122478" y="151307"/>
                  </a:lnTo>
                  <a:lnTo>
                    <a:pt x="127723" y="148932"/>
                  </a:lnTo>
                  <a:lnTo>
                    <a:pt x="131267" y="147332"/>
                  </a:lnTo>
                  <a:lnTo>
                    <a:pt x="131279" y="143751"/>
                  </a:lnTo>
                  <a:close/>
                </a:path>
                <a:path w="264160" h="208280">
                  <a:moveTo>
                    <a:pt x="136753" y="172097"/>
                  </a:moveTo>
                  <a:lnTo>
                    <a:pt x="130708" y="166014"/>
                  </a:lnTo>
                  <a:lnTo>
                    <a:pt x="126733" y="170307"/>
                  </a:lnTo>
                  <a:lnTo>
                    <a:pt x="129324" y="173291"/>
                  </a:lnTo>
                  <a:lnTo>
                    <a:pt x="132372" y="176822"/>
                  </a:lnTo>
                  <a:lnTo>
                    <a:pt x="136753" y="172097"/>
                  </a:lnTo>
                  <a:close/>
                </a:path>
                <a:path w="264160" h="208280">
                  <a:moveTo>
                    <a:pt x="137464" y="86664"/>
                  </a:moveTo>
                  <a:lnTo>
                    <a:pt x="137096" y="85217"/>
                  </a:lnTo>
                  <a:lnTo>
                    <a:pt x="136448" y="82664"/>
                  </a:lnTo>
                  <a:lnTo>
                    <a:pt x="130746" y="82029"/>
                  </a:lnTo>
                  <a:lnTo>
                    <a:pt x="128790" y="84556"/>
                  </a:lnTo>
                  <a:lnTo>
                    <a:pt x="129070" y="88696"/>
                  </a:lnTo>
                  <a:lnTo>
                    <a:pt x="129997" y="90589"/>
                  </a:lnTo>
                  <a:lnTo>
                    <a:pt x="134302" y="91401"/>
                  </a:lnTo>
                  <a:lnTo>
                    <a:pt x="135902" y="89928"/>
                  </a:lnTo>
                  <a:lnTo>
                    <a:pt x="136017" y="88976"/>
                  </a:lnTo>
                  <a:lnTo>
                    <a:pt x="136169" y="87680"/>
                  </a:lnTo>
                  <a:lnTo>
                    <a:pt x="137464" y="86664"/>
                  </a:lnTo>
                  <a:close/>
                </a:path>
                <a:path w="264160" h="208280">
                  <a:moveTo>
                    <a:pt x="145948" y="113296"/>
                  </a:moveTo>
                  <a:lnTo>
                    <a:pt x="136880" y="113296"/>
                  </a:lnTo>
                  <a:lnTo>
                    <a:pt x="136880" y="120891"/>
                  </a:lnTo>
                  <a:lnTo>
                    <a:pt x="141414" y="120891"/>
                  </a:lnTo>
                  <a:lnTo>
                    <a:pt x="145935" y="120891"/>
                  </a:lnTo>
                  <a:lnTo>
                    <a:pt x="145948" y="113296"/>
                  </a:lnTo>
                  <a:close/>
                </a:path>
                <a:path w="264160" h="208280">
                  <a:moveTo>
                    <a:pt x="146723" y="173456"/>
                  </a:moveTo>
                  <a:lnTo>
                    <a:pt x="144335" y="170916"/>
                  </a:lnTo>
                  <a:lnTo>
                    <a:pt x="141960" y="171958"/>
                  </a:lnTo>
                  <a:lnTo>
                    <a:pt x="141960" y="176034"/>
                  </a:lnTo>
                  <a:lnTo>
                    <a:pt x="144335" y="177076"/>
                  </a:lnTo>
                  <a:lnTo>
                    <a:pt x="145681" y="175653"/>
                  </a:lnTo>
                  <a:lnTo>
                    <a:pt x="146723" y="174548"/>
                  </a:lnTo>
                  <a:lnTo>
                    <a:pt x="146723" y="173456"/>
                  </a:lnTo>
                  <a:close/>
                </a:path>
                <a:path w="264160" h="208280">
                  <a:moveTo>
                    <a:pt x="147459" y="81267"/>
                  </a:moveTo>
                  <a:lnTo>
                    <a:pt x="141960" y="74028"/>
                  </a:lnTo>
                  <a:lnTo>
                    <a:pt x="136956" y="79425"/>
                  </a:lnTo>
                  <a:lnTo>
                    <a:pt x="140106" y="82207"/>
                  </a:lnTo>
                  <a:lnTo>
                    <a:pt x="143675" y="85356"/>
                  </a:lnTo>
                  <a:lnTo>
                    <a:pt x="147459" y="81267"/>
                  </a:lnTo>
                  <a:close/>
                </a:path>
                <a:path w="264160" h="208280">
                  <a:moveTo>
                    <a:pt x="149783" y="15151"/>
                  </a:moveTo>
                  <a:lnTo>
                    <a:pt x="147701" y="12890"/>
                  </a:lnTo>
                  <a:lnTo>
                    <a:pt x="145770" y="14020"/>
                  </a:lnTo>
                  <a:lnTo>
                    <a:pt x="141795" y="16357"/>
                  </a:lnTo>
                  <a:lnTo>
                    <a:pt x="146570" y="21539"/>
                  </a:lnTo>
                  <a:lnTo>
                    <a:pt x="149783" y="15151"/>
                  </a:lnTo>
                  <a:close/>
                </a:path>
                <a:path w="264160" h="208280">
                  <a:moveTo>
                    <a:pt x="151980" y="47625"/>
                  </a:moveTo>
                  <a:lnTo>
                    <a:pt x="145402" y="47625"/>
                  </a:lnTo>
                  <a:lnTo>
                    <a:pt x="145389" y="53136"/>
                  </a:lnTo>
                  <a:lnTo>
                    <a:pt x="148691" y="53136"/>
                  </a:lnTo>
                  <a:lnTo>
                    <a:pt x="151968" y="53136"/>
                  </a:lnTo>
                  <a:lnTo>
                    <a:pt x="151980" y="47625"/>
                  </a:lnTo>
                  <a:close/>
                </a:path>
                <a:path w="264160" h="208280">
                  <a:moveTo>
                    <a:pt x="155879" y="200596"/>
                  </a:moveTo>
                  <a:lnTo>
                    <a:pt x="153289" y="197497"/>
                  </a:lnTo>
                  <a:lnTo>
                    <a:pt x="151193" y="198628"/>
                  </a:lnTo>
                  <a:lnTo>
                    <a:pt x="151003" y="198742"/>
                  </a:lnTo>
                  <a:lnTo>
                    <a:pt x="149580" y="199517"/>
                  </a:lnTo>
                  <a:lnTo>
                    <a:pt x="149529" y="201485"/>
                  </a:lnTo>
                  <a:lnTo>
                    <a:pt x="150520" y="202615"/>
                  </a:lnTo>
                  <a:lnTo>
                    <a:pt x="150647" y="202768"/>
                  </a:lnTo>
                  <a:lnTo>
                    <a:pt x="151320" y="203530"/>
                  </a:lnTo>
                  <a:lnTo>
                    <a:pt x="152742" y="203631"/>
                  </a:lnTo>
                  <a:lnTo>
                    <a:pt x="153403" y="202768"/>
                  </a:lnTo>
                  <a:lnTo>
                    <a:pt x="153517" y="202577"/>
                  </a:lnTo>
                  <a:lnTo>
                    <a:pt x="153657" y="202438"/>
                  </a:lnTo>
                  <a:lnTo>
                    <a:pt x="153835" y="202323"/>
                  </a:lnTo>
                  <a:lnTo>
                    <a:pt x="155879" y="200596"/>
                  </a:lnTo>
                  <a:close/>
                </a:path>
                <a:path w="264160" h="208280">
                  <a:moveTo>
                    <a:pt x="163563" y="73558"/>
                  </a:moveTo>
                  <a:lnTo>
                    <a:pt x="155651" y="73558"/>
                  </a:lnTo>
                  <a:lnTo>
                    <a:pt x="155638" y="80175"/>
                  </a:lnTo>
                  <a:lnTo>
                    <a:pt x="159600" y="80175"/>
                  </a:lnTo>
                  <a:lnTo>
                    <a:pt x="163550" y="80175"/>
                  </a:lnTo>
                  <a:lnTo>
                    <a:pt x="163563" y="73558"/>
                  </a:lnTo>
                  <a:close/>
                </a:path>
                <a:path w="264160" h="208280">
                  <a:moveTo>
                    <a:pt x="164134" y="165074"/>
                  </a:moveTo>
                  <a:lnTo>
                    <a:pt x="156883" y="165074"/>
                  </a:lnTo>
                  <a:lnTo>
                    <a:pt x="156883" y="171145"/>
                  </a:lnTo>
                  <a:lnTo>
                    <a:pt x="160515" y="171145"/>
                  </a:lnTo>
                  <a:lnTo>
                    <a:pt x="164134" y="171145"/>
                  </a:lnTo>
                  <a:lnTo>
                    <a:pt x="164134" y="165074"/>
                  </a:lnTo>
                  <a:close/>
                </a:path>
                <a:path w="264160" h="208280">
                  <a:moveTo>
                    <a:pt x="168046" y="143002"/>
                  </a:moveTo>
                  <a:lnTo>
                    <a:pt x="167373" y="142062"/>
                  </a:lnTo>
                  <a:lnTo>
                    <a:pt x="163499" y="136677"/>
                  </a:lnTo>
                  <a:lnTo>
                    <a:pt x="158991" y="141325"/>
                  </a:lnTo>
                  <a:lnTo>
                    <a:pt x="158775" y="142062"/>
                  </a:lnTo>
                  <a:lnTo>
                    <a:pt x="158661" y="143116"/>
                  </a:lnTo>
                  <a:lnTo>
                    <a:pt x="159550" y="145821"/>
                  </a:lnTo>
                  <a:lnTo>
                    <a:pt x="160667" y="146812"/>
                  </a:lnTo>
                  <a:lnTo>
                    <a:pt x="164109" y="146964"/>
                  </a:lnTo>
                  <a:lnTo>
                    <a:pt x="164833" y="146088"/>
                  </a:lnTo>
                  <a:lnTo>
                    <a:pt x="165442" y="145351"/>
                  </a:lnTo>
                  <a:lnTo>
                    <a:pt x="165455" y="144868"/>
                  </a:lnTo>
                  <a:lnTo>
                    <a:pt x="168046" y="143002"/>
                  </a:lnTo>
                  <a:close/>
                </a:path>
                <a:path w="264160" h="208280">
                  <a:moveTo>
                    <a:pt x="172427" y="109842"/>
                  </a:moveTo>
                  <a:lnTo>
                    <a:pt x="171196" y="105498"/>
                  </a:lnTo>
                  <a:lnTo>
                    <a:pt x="168516" y="105740"/>
                  </a:lnTo>
                  <a:lnTo>
                    <a:pt x="163664" y="107289"/>
                  </a:lnTo>
                  <a:lnTo>
                    <a:pt x="165227" y="113118"/>
                  </a:lnTo>
                  <a:lnTo>
                    <a:pt x="168440" y="111810"/>
                  </a:lnTo>
                  <a:lnTo>
                    <a:pt x="169900" y="111226"/>
                  </a:lnTo>
                  <a:lnTo>
                    <a:pt x="172427" y="109842"/>
                  </a:lnTo>
                  <a:close/>
                </a:path>
                <a:path w="264160" h="208280">
                  <a:moveTo>
                    <a:pt x="179768" y="127177"/>
                  </a:moveTo>
                  <a:lnTo>
                    <a:pt x="178473" y="123799"/>
                  </a:lnTo>
                  <a:lnTo>
                    <a:pt x="173482" y="123799"/>
                  </a:lnTo>
                  <a:lnTo>
                    <a:pt x="172186" y="127177"/>
                  </a:lnTo>
                  <a:lnTo>
                    <a:pt x="173939" y="129095"/>
                  </a:lnTo>
                  <a:lnTo>
                    <a:pt x="175234" y="130517"/>
                  </a:lnTo>
                  <a:lnTo>
                    <a:pt x="176720" y="130517"/>
                  </a:lnTo>
                  <a:lnTo>
                    <a:pt x="179768" y="127177"/>
                  </a:lnTo>
                  <a:close/>
                </a:path>
                <a:path w="264160" h="208280">
                  <a:moveTo>
                    <a:pt x="181000" y="178714"/>
                  </a:moveTo>
                  <a:lnTo>
                    <a:pt x="179082" y="173710"/>
                  </a:lnTo>
                  <a:lnTo>
                    <a:pt x="176479" y="172491"/>
                  </a:lnTo>
                  <a:lnTo>
                    <a:pt x="172770" y="176504"/>
                  </a:lnTo>
                  <a:lnTo>
                    <a:pt x="173888" y="179311"/>
                  </a:lnTo>
                  <a:lnTo>
                    <a:pt x="176034" y="180263"/>
                  </a:lnTo>
                  <a:lnTo>
                    <a:pt x="178536" y="181381"/>
                  </a:lnTo>
                  <a:lnTo>
                    <a:pt x="181000" y="178714"/>
                  </a:lnTo>
                  <a:close/>
                </a:path>
                <a:path w="264160" h="208280">
                  <a:moveTo>
                    <a:pt x="181711" y="204279"/>
                  </a:moveTo>
                  <a:lnTo>
                    <a:pt x="179730" y="199986"/>
                  </a:lnTo>
                  <a:lnTo>
                    <a:pt x="179285" y="199364"/>
                  </a:lnTo>
                  <a:lnTo>
                    <a:pt x="175221" y="194983"/>
                  </a:lnTo>
                  <a:lnTo>
                    <a:pt x="169976" y="200647"/>
                  </a:lnTo>
                  <a:lnTo>
                    <a:pt x="173355" y="204292"/>
                  </a:lnTo>
                  <a:lnTo>
                    <a:pt x="174028" y="205028"/>
                  </a:lnTo>
                  <a:lnTo>
                    <a:pt x="174599" y="205511"/>
                  </a:lnTo>
                  <a:lnTo>
                    <a:pt x="178574" y="207645"/>
                  </a:lnTo>
                  <a:lnTo>
                    <a:pt x="181711" y="204279"/>
                  </a:lnTo>
                  <a:close/>
                </a:path>
                <a:path w="264160" h="208280">
                  <a:moveTo>
                    <a:pt x="182803" y="58000"/>
                  </a:moveTo>
                  <a:lnTo>
                    <a:pt x="180911" y="53594"/>
                  </a:lnTo>
                  <a:lnTo>
                    <a:pt x="174802" y="54356"/>
                  </a:lnTo>
                  <a:lnTo>
                    <a:pt x="172567" y="56692"/>
                  </a:lnTo>
                  <a:lnTo>
                    <a:pt x="174548" y="64274"/>
                  </a:lnTo>
                  <a:lnTo>
                    <a:pt x="180644" y="64681"/>
                  </a:lnTo>
                  <a:lnTo>
                    <a:pt x="181419" y="60629"/>
                  </a:lnTo>
                  <a:lnTo>
                    <a:pt x="181470" y="60337"/>
                  </a:lnTo>
                  <a:lnTo>
                    <a:pt x="181533" y="60210"/>
                  </a:lnTo>
                  <a:lnTo>
                    <a:pt x="182803" y="58000"/>
                  </a:lnTo>
                  <a:close/>
                </a:path>
                <a:path w="264160" h="208280">
                  <a:moveTo>
                    <a:pt x="184251" y="157416"/>
                  </a:moveTo>
                  <a:lnTo>
                    <a:pt x="180263" y="147510"/>
                  </a:lnTo>
                  <a:lnTo>
                    <a:pt x="172300" y="156032"/>
                  </a:lnTo>
                  <a:lnTo>
                    <a:pt x="177838" y="158635"/>
                  </a:lnTo>
                  <a:lnTo>
                    <a:pt x="181508" y="160362"/>
                  </a:lnTo>
                  <a:lnTo>
                    <a:pt x="184251" y="157416"/>
                  </a:lnTo>
                  <a:close/>
                </a:path>
                <a:path w="264160" h="208280">
                  <a:moveTo>
                    <a:pt x="196227" y="112661"/>
                  </a:moveTo>
                  <a:lnTo>
                    <a:pt x="187502" y="112661"/>
                  </a:lnTo>
                  <a:lnTo>
                    <a:pt x="187502" y="119976"/>
                  </a:lnTo>
                  <a:lnTo>
                    <a:pt x="191871" y="119976"/>
                  </a:lnTo>
                  <a:lnTo>
                    <a:pt x="196227" y="119976"/>
                  </a:lnTo>
                  <a:lnTo>
                    <a:pt x="196227" y="112661"/>
                  </a:lnTo>
                  <a:close/>
                </a:path>
                <a:path w="264160" h="208280">
                  <a:moveTo>
                    <a:pt x="200025" y="135293"/>
                  </a:moveTo>
                  <a:lnTo>
                    <a:pt x="191960" y="135293"/>
                  </a:lnTo>
                  <a:lnTo>
                    <a:pt x="191947" y="142062"/>
                  </a:lnTo>
                  <a:lnTo>
                    <a:pt x="195986" y="142062"/>
                  </a:lnTo>
                  <a:lnTo>
                    <a:pt x="200025" y="142062"/>
                  </a:lnTo>
                  <a:lnTo>
                    <a:pt x="200025" y="135293"/>
                  </a:lnTo>
                  <a:close/>
                </a:path>
                <a:path w="264160" h="208280">
                  <a:moveTo>
                    <a:pt x="201676" y="81915"/>
                  </a:moveTo>
                  <a:lnTo>
                    <a:pt x="190309" y="81915"/>
                  </a:lnTo>
                  <a:lnTo>
                    <a:pt x="190309" y="91440"/>
                  </a:lnTo>
                  <a:lnTo>
                    <a:pt x="195986" y="91440"/>
                  </a:lnTo>
                  <a:lnTo>
                    <a:pt x="201663" y="91440"/>
                  </a:lnTo>
                  <a:lnTo>
                    <a:pt x="201676" y="81915"/>
                  </a:lnTo>
                  <a:close/>
                </a:path>
                <a:path w="264160" h="208280">
                  <a:moveTo>
                    <a:pt x="202095" y="156133"/>
                  </a:moveTo>
                  <a:lnTo>
                    <a:pt x="189890" y="156133"/>
                  </a:lnTo>
                  <a:lnTo>
                    <a:pt x="189890" y="166344"/>
                  </a:lnTo>
                  <a:lnTo>
                    <a:pt x="195986" y="166344"/>
                  </a:lnTo>
                  <a:lnTo>
                    <a:pt x="202082" y="166344"/>
                  </a:lnTo>
                  <a:lnTo>
                    <a:pt x="202095" y="156133"/>
                  </a:lnTo>
                  <a:close/>
                </a:path>
                <a:path w="264160" h="208280">
                  <a:moveTo>
                    <a:pt x="205968" y="185432"/>
                  </a:moveTo>
                  <a:lnTo>
                    <a:pt x="202679" y="181876"/>
                  </a:lnTo>
                  <a:lnTo>
                    <a:pt x="196303" y="187096"/>
                  </a:lnTo>
                  <a:lnTo>
                    <a:pt x="201104" y="192328"/>
                  </a:lnTo>
                  <a:lnTo>
                    <a:pt x="203936" y="188315"/>
                  </a:lnTo>
                  <a:lnTo>
                    <a:pt x="205968" y="185432"/>
                  </a:lnTo>
                  <a:close/>
                </a:path>
                <a:path w="264160" h="208280">
                  <a:moveTo>
                    <a:pt x="208102" y="98513"/>
                  </a:moveTo>
                  <a:lnTo>
                    <a:pt x="204876" y="97624"/>
                  </a:lnTo>
                  <a:lnTo>
                    <a:pt x="204127" y="99847"/>
                  </a:lnTo>
                  <a:lnTo>
                    <a:pt x="203606" y="101346"/>
                  </a:lnTo>
                  <a:lnTo>
                    <a:pt x="203200" y="102133"/>
                  </a:lnTo>
                  <a:lnTo>
                    <a:pt x="204038" y="104343"/>
                  </a:lnTo>
                  <a:lnTo>
                    <a:pt x="204749" y="104800"/>
                  </a:lnTo>
                  <a:lnTo>
                    <a:pt x="206870" y="103454"/>
                  </a:lnTo>
                  <a:lnTo>
                    <a:pt x="206971" y="102539"/>
                  </a:lnTo>
                  <a:lnTo>
                    <a:pt x="208102" y="98513"/>
                  </a:lnTo>
                  <a:close/>
                </a:path>
                <a:path w="264160" h="208280">
                  <a:moveTo>
                    <a:pt x="213563" y="92202"/>
                  </a:moveTo>
                  <a:lnTo>
                    <a:pt x="213487" y="91249"/>
                  </a:lnTo>
                  <a:lnTo>
                    <a:pt x="213461" y="90932"/>
                  </a:lnTo>
                  <a:lnTo>
                    <a:pt x="213436" y="90601"/>
                  </a:lnTo>
                  <a:lnTo>
                    <a:pt x="213296" y="88811"/>
                  </a:lnTo>
                  <a:lnTo>
                    <a:pt x="211340" y="87693"/>
                  </a:lnTo>
                  <a:lnTo>
                    <a:pt x="208762" y="90474"/>
                  </a:lnTo>
                  <a:lnTo>
                    <a:pt x="209804" y="92583"/>
                  </a:lnTo>
                  <a:lnTo>
                    <a:pt x="211455" y="92748"/>
                  </a:lnTo>
                  <a:lnTo>
                    <a:pt x="211759" y="92773"/>
                  </a:lnTo>
                  <a:lnTo>
                    <a:pt x="212064" y="92798"/>
                  </a:lnTo>
                  <a:lnTo>
                    <a:pt x="212953" y="92875"/>
                  </a:lnTo>
                  <a:lnTo>
                    <a:pt x="213563" y="92202"/>
                  </a:lnTo>
                  <a:close/>
                </a:path>
                <a:path w="264160" h="208280">
                  <a:moveTo>
                    <a:pt x="218122" y="120878"/>
                  </a:moveTo>
                  <a:lnTo>
                    <a:pt x="216128" y="118719"/>
                  </a:lnTo>
                  <a:lnTo>
                    <a:pt x="213893" y="119799"/>
                  </a:lnTo>
                  <a:lnTo>
                    <a:pt x="212013" y="120688"/>
                  </a:lnTo>
                  <a:lnTo>
                    <a:pt x="214452" y="125577"/>
                  </a:lnTo>
                  <a:lnTo>
                    <a:pt x="216293" y="125323"/>
                  </a:lnTo>
                  <a:lnTo>
                    <a:pt x="218122" y="120878"/>
                  </a:lnTo>
                  <a:close/>
                </a:path>
                <a:path w="264160" h="208280">
                  <a:moveTo>
                    <a:pt x="222453" y="179501"/>
                  </a:moveTo>
                  <a:lnTo>
                    <a:pt x="216839" y="179501"/>
                  </a:lnTo>
                  <a:lnTo>
                    <a:pt x="216839" y="184188"/>
                  </a:lnTo>
                  <a:lnTo>
                    <a:pt x="219646" y="184188"/>
                  </a:lnTo>
                  <a:lnTo>
                    <a:pt x="222440" y="184188"/>
                  </a:lnTo>
                  <a:lnTo>
                    <a:pt x="222453" y="179501"/>
                  </a:lnTo>
                  <a:close/>
                </a:path>
                <a:path w="264160" h="208280">
                  <a:moveTo>
                    <a:pt x="222897" y="111798"/>
                  </a:moveTo>
                  <a:lnTo>
                    <a:pt x="221386" y="109105"/>
                  </a:lnTo>
                  <a:lnTo>
                    <a:pt x="217601" y="108559"/>
                  </a:lnTo>
                  <a:lnTo>
                    <a:pt x="216281" y="110007"/>
                  </a:lnTo>
                  <a:lnTo>
                    <a:pt x="216433" y="111201"/>
                  </a:lnTo>
                  <a:lnTo>
                    <a:pt x="216789" y="114058"/>
                  </a:lnTo>
                  <a:lnTo>
                    <a:pt x="219278" y="115709"/>
                  </a:lnTo>
                  <a:lnTo>
                    <a:pt x="222897" y="111798"/>
                  </a:lnTo>
                  <a:close/>
                </a:path>
                <a:path w="264160" h="208280">
                  <a:moveTo>
                    <a:pt x="223901" y="153263"/>
                  </a:moveTo>
                  <a:lnTo>
                    <a:pt x="219024" y="153263"/>
                  </a:lnTo>
                  <a:lnTo>
                    <a:pt x="220243" y="156121"/>
                  </a:lnTo>
                  <a:lnTo>
                    <a:pt x="220878" y="157619"/>
                  </a:lnTo>
                  <a:lnTo>
                    <a:pt x="222034" y="157619"/>
                  </a:lnTo>
                  <a:lnTo>
                    <a:pt x="222453" y="156629"/>
                  </a:lnTo>
                  <a:lnTo>
                    <a:pt x="222567" y="156387"/>
                  </a:lnTo>
                  <a:lnTo>
                    <a:pt x="222669" y="156121"/>
                  </a:lnTo>
                  <a:lnTo>
                    <a:pt x="223901" y="153263"/>
                  </a:lnTo>
                  <a:close/>
                </a:path>
                <a:path w="264160" h="208280">
                  <a:moveTo>
                    <a:pt x="231698" y="179641"/>
                  </a:moveTo>
                  <a:lnTo>
                    <a:pt x="230276" y="177228"/>
                  </a:lnTo>
                  <a:lnTo>
                    <a:pt x="227799" y="177850"/>
                  </a:lnTo>
                  <a:lnTo>
                    <a:pt x="227787" y="181914"/>
                  </a:lnTo>
                  <a:lnTo>
                    <a:pt x="230276" y="182537"/>
                  </a:lnTo>
                  <a:lnTo>
                    <a:pt x="231254" y="180898"/>
                  </a:lnTo>
                  <a:lnTo>
                    <a:pt x="231698" y="180136"/>
                  </a:lnTo>
                  <a:lnTo>
                    <a:pt x="231698" y="179641"/>
                  </a:lnTo>
                  <a:close/>
                </a:path>
                <a:path w="264160" h="208280">
                  <a:moveTo>
                    <a:pt x="238074" y="201168"/>
                  </a:moveTo>
                  <a:lnTo>
                    <a:pt x="230327" y="201168"/>
                  </a:lnTo>
                  <a:lnTo>
                    <a:pt x="230327" y="207657"/>
                  </a:lnTo>
                  <a:lnTo>
                    <a:pt x="234200" y="207657"/>
                  </a:lnTo>
                  <a:lnTo>
                    <a:pt x="238061" y="207657"/>
                  </a:lnTo>
                  <a:lnTo>
                    <a:pt x="238074" y="201168"/>
                  </a:lnTo>
                  <a:close/>
                </a:path>
                <a:path w="264160" h="208280">
                  <a:moveTo>
                    <a:pt x="243852" y="131457"/>
                  </a:moveTo>
                  <a:lnTo>
                    <a:pt x="233641" y="131457"/>
                  </a:lnTo>
                  <a:lnTo>
                    <a:pt x="233629" y="140004"/>
                  </a:lnTo>
                  <a:lnTo>
                    <a:pt x="238747" y="140004"/>
                  </a:lnTo>
                  <a:lnTo>
                    <a:pt x="243840" y="140004"/>
                  </a:lnTo>
                  <a:lnTo>
                    <a:pt x="243852" y="131457"/>
                  </a:lnTo>
                  <a:close/>
                </a:path>
                <a:path w="264160" h="208280">
                  <a:moveTo>
                    <a:pt x="257022" y="195503"/>
                  </a:moveTo>
                  <a:lnTo>
                    <a:pt x="256857" y="195503"/>
                  </a:lnTo>
                  <a:lnTo>
                    <a:pt x="256857" y="195656"/>
                  </a:lnTo>
                  <a:lnTo>
                    <a:pt x="257022" y="195656"/>
                  </a:lnTo>
                  <a:lnTo>
                    <a:pt x="257022" y="195503"/>
                  </a:lnTo>
                  <a:close/>
                </a:path>
                <a:path w="264160" h="208280">
                  <a:moveTo>
                    <a:pt x="263956" y="200469"/>
                  </a:moveTo>
                  <a:lnTo>
                    <a:pt x="261581" y="202552"/>
                  </a:lnTo>
                  <a:lnTo>
                    <a:pt x="260858" y="203187"/>
                  </a:lnTo>
                  <a:lnTo>
                    <a:pt x="260858" y="203669"/>
                  </a:lnTo>
                  <a:lnTo>
                    <a:pt x="263956" y="206387"/>
                  </a:lnTo>
                  <a:lnTo>
                    <a:pt x="263956" y="200469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626425" y="2136463"/>
              <a:ext cx="443865" cy="461009"/>
            </a:xfrm>
            <a:custGeom>
              <a:avLst/>
              <a:gdLst/>
              <a:ahLst/>
              <a:cxnLst/>
              <a:rect l="l" t="t" r="r" b="b"/>
              <a:pathLst>
                <a:path w="443864" h="461010">
                  <a:moveTo>
                    <a:pt x="4318" y="390220"/>
                  </a:moveTo>
                  <a:lnTo>
                    <a:pt x="4114" y="389699"/>
                  </a:lnTo>
                  <a:lnTo>
                    <a:pt x="0" y="391248"/>
                  </a:lnTo>
                  <a:lnTo>
                    <a:pt x="330" y="392099"/>
                  </a:lnTo>
                  <a:lnTo>
                    <a:pt x="876" y="391845"/>
                  </a:lnTo>
                  <a:lnTo>
                    <a:pt x="1930" y="391350"/>
                  </a:lnTo>
                  <a:lnTo>
                    <a:pt x="2984" y="390842"/>
                  </a:lnTo>
                  <a:lnTo>
                    <a:pt x="4318" y="390220"/>
                  </a:lnTo>
                  <a:close/>
                </a:path>
                <a:path w="443864" h="461010">
                  <a:moveTo>
                    <a:pt x="9779" y="372389"/>
                  </a:moveTo>
                  <a:lnTo>
                    <a:pt x="7099" y="372389"/>
                  </a:lnTo>
                  <a:lnTo>
                    <a:pt x="7099" y="374650"/>
                  </a:lnTo>
                  <a:lnTo>
                    <a:pt x="8445" y="374650"/>
                  </a:lnTo>
                  <a:lnTo>
                    <a:pt x="9779" y="374650"/>
                  </a:lnTo>
                  <a:lnTo>
                    <a:pt x="9779" y="372389"/>
                  </a:lnTo>
                  <a:close/>
                </a:path>
                <a:path w="443864" h="461010">
                  <a:moveTo>
                    <a:pt x="13652" y="340982"/>
                  </a:moveTo>
                  <a:lnTo>
                    <a:pt x="12255" y="340982"/>
                  </a:lnTo>
                  <a:lnTo>
                    <a:pt x="12255" y="342150"/>
                  </a:lnTo>
                  <a:lnTo>
                    <a:pt x="12954" y="342150"/>
                  </a:lnTo>
                  <a:lnTo>
                    <a:pt x="13652" y="342150"/>
                  </a:lnTo>
                  <a:lnTo>
                    <a:pt x="13652" y="340982"/>
                  </a:lnTo>
                  <a:close/>
                </a:path>
                <a:path w="443864" h="461010">
                  <a:moveTo>
                    <a:pt x="16268" y="324650"/>
                  </a:moveTo>
                  <a:lnTo>
                    <a:pt x="14782" y="324650"/>
                  </a:lnTo>
                  <a:lnTo>
                    <a:pt x="14846" y="325589"/>
                  </a:lnTo>
                  <a:lnTo>
                    <a:pt x="14884" y="326237"/>
                  </a:lnTo>
                  <a:lnTo>
                    <a:pt x="14922" y="326491"/>
                  </a:lnTo>
                  <a:lnTo>
                    <a:pt x="15151" y="327634"/>
                  </a:lnTo>
                  <a:lnTo>
                    <a:pt x="15900" y="327634"/>
                  </a:lnTo>
                  <a:lnTo>
                    <a:pt x="16129" y="326491"/>
                  </a:lnTo>
                  <a:lnTo>
                    <a:pt x="16205" y="325589"/>
                  </a:lnTo>
                  <a:lnTo>
                    <a:pt x="16268" y="324650"/>
                  </a:lnTo>
                  <a:close/>
                </a:path>
                <a:path w="443864" h="461010">
                  <a:moveTo>
                    <a:pt x="20916" y="388696"/>
                  </a:moveTo>
                  <a:lnTo>
                    <a:pt x="20777" y="388023"/>
                  </a:lnTo>
                  <a:lnTo>
                    <a:pt x="19469" y="387705"/>
                  </a:lnTo>
                  <a:lnTo>
                    <a:pt x="19100" y="387743"/>
                  </a:lnTo>
                  <a:lnTo>
                    <a:pt x="18326" y="387921"/>
                  </a:lnTo>
                  <a:lnTo>
                    <a:pt x="16167" y="388442"/>
                  </a:lnTo>
                  <a:lnTo>
                    <a:pt x="17792" y="392353"/>
                  </a:lnTo>
                  <a:lnTo>
                    <a:pt x="19735" y="390537"/>
                  </a:lnTo>
                  <a:lnTo>
                    <a:pt x="20396" y="389915"/>
                  </a:lnTo>
                  <a:lnTo>
                    <a:pt x="20701" y="389178"/>
                  </a:lnTo>
                  <a:lnTo>
                    <a:pt x="20916" y="388696"/>
                  </a:lnTo>
                  <a:close/>
                </a:path>
                <a:path w="443864" h="461010">
                  <a:moveTo>
                    <a:pt x="25222" y="336143"/>
                  </a:moveTo>
                  <a:lnTo>
                    <a:pt x="25146" y="335889"/>
                  </a:lnTo>
                  <a:lnTo>
                    <a:pt x="23837" y="333857"/>
                  </a:lnTo>
                  <a:lnTo>
                    <a:pt x="21882" y="335940"/>
                  </a:lnTo>
                  <a:lnTo>
                    <a:pt x="23355" y="337019"/>
                  </a:lnTo>
                  <a:lnTo>
                    <a:pt x="23787" y="337350"/>
                  </a:lnTo>
                  <a:lnTo>
                    <a:pt x="24015" y="337439"/>
                  </a:lnTo>
                  <a:lnTo>
                    <a:pt x="24549" y="337439"/>
                  </a:lnTo>
                  <a:lnTo>
                    <a:pt x="24904" y="337426"/>
                  </a:lnTo>
                  <a:lnTo>
                    <a:pt x="25222" y="337108"/>
                  </a:lnTo>
                  <a:lnTo>
                    <a:pt x="25222" y="336143"/>
                  </a:lnTo>
                  <a:close/>
                </a:path>
                <a:path w="443864" h="461010">
                  <a:moveTo>
                    <a:pt x="25260" y="353047"/>
                  </a:moveTo>
                  <a:lnTo>
                    <a:pt x="22834" y="352069"/>
                  </a:lnTo>
                  <a:lnTo>
                    <a:pt x="20154" y="350989"/>
                  </a:lnTo>
                  <a:lnTo>
                    <a:pt x="18935" y="355485"/>
                  </a:lnTo>
                  <a:lnTo>
                    <a:pt x="21513" y="356260"/>
                  </a:lnTo>
                  <a:lnTo>
                    <a:pt x="24320" y="357098"/>
                  </a:lnTo>
                  <a:lnTo>
                    <a:pt x="25260" y="353047"/>
                  </a:lnTo>
                  <a:close/>
                </a:path>
                <a:path w="443864" h="461010">
                  <a:moveTo>
                    <a:pt x="25476" y="307454"/>
                  </a:moveTo>
                  <a:lnTo>
                    <a:pt x="23609" y="307454"/>
                  </a:lnTo>
                  <a:lnTo>
                    <a:pt x="23609" y="309003"/>
                  </a:lnTo>
                  <a:lnTo>
                    <a:pt x="24549" y="309003"/>
                  </a:lnTo>
                  <a:lnTo>
                    <a:pt x="25476" y="309003"/>
                  </a:lnTo>
                  <a:lnTo>
                    <a:pt x="25476" y="307454"/>
                  </a:lnTo>
                  <a:close/>
                </a:path>
                <a:path w="443864" h="461010">
                  <a:moveTo>
                    <a:pt x="29730" y="370255"/>
                  </a:moveTo>
                  <a:lnTo>
                    <a:pt x="28892" y="368528"/>
                  </a:lnTo>
                  <a:lnTo>
                    <a:pt x="26619" y="368528"/>
                  </a:lnTo>
                  <a:lnTo>
                    <a:pt x="25793" y="370255"/>
                  </a:lnTo>
                  <a:lnTo>
                    <a:pt x="26771" y="371119"/>
                  </a:lnTo>
                  <a:lnTo>
                    <a:pt x="27000" y="371335"/>
                  </a:lnTo>
                  <a:lnTo>
                    <a:pt x="27127" y="371436"/>
                  </a:lnTo>
                  <a:lnTo>
                    <a:pt x="27520" y="371805"/>
                  </a:lnTo>
                  <a:lnTo>
                    <a:pt x="27990" y="371805"/>
                  </a:lnTo>
                  <a:lnTo>
                    <a:pt x="28638" y="371221"/>
                  </a:lnTo>
                  <a:lnTo>
                    <a:pt x="28765" y="371119"/>
                  </a:lnTo>
                  <a:lnTo>
                    <a:pt x="29730" y="370255"/>
                  </a:lnTo>
                  <a:close/>
                </a:path>
                <a:path w="443864" h="461010">
                  <a:moveTo>
                    <a:pt x="33896" y="276771"/>
                  </a:moveTo>
                  <a:lnTo>
                    <a:pt x="33845" y="275882"/>
                  </a:lnTo>
                  <a:lnTo>
                    <a:pt x="33083" y="274142"/>
                  </a:lnTo>
                  <a:lnTo>
                    <a:pt x="31584" y="274243"/>
                  </a:lnTo>
                  <a:lnTo>
                    <a:pt x="29946" y="275247"/>
                  </a:lnTo>
                  <a:lnTo>
                    <a:pt x="29781" y="276542"/>
                  </a:lnTo>
                  <a:lnTo>
                    <a:pt x="30454" y="277241"/>
                  </a:lnTo>
                  <a:lnTo>
                    <a:pt x="31394" y="278218"/>
                  </a:lnTo>
                  <a:lnTo>
                    <a:pt x="32346" y="278117"/>
                  </a:lnTo>
                  <a:lnTo>
                    <a:pt x="33896" y="276771"/>
                  </a:lnTo>
                  <a:close/>
                </a:path>
                <a:path w="443864" h="461010">
                  <a:moveTo>
                    <a:pt x="39865" y="261175"/>
                  </a:moveTo>
                  <a:lnTo>
                    <a:pt x="39039" y="256324"/>
                  </a:lnTo>
                  <a:lnTo>
                    <a:pt x="36118" y="255739"/>
                  </a:lnTo>
                  <a:lnTo>
                    <a:pt x="33680" y="256946"/>
                  </a:lnTo>
                  <a:lnTo>
                    <a:pt x="30810" y="259727"/>
                  </a:lnTo>
                  <a:lnTo>
                    <a:pt x="31750" y="263791"/>
                  </a:lnTo>
                  <a:lnTo>
                    <a:pt x="34378" y="264363"/>
                  </a:lnTo>
                  <a:lnTo>
                    <a:pt x="35572" y="264629"/>
                  </a:lnTo>
                  <a:lnTo>
                    <a:pt x="36779" y="264629"/>
                  </a:lnTo>
                  <a:lnTo>
                    <a:pt x="39255" y="262623"/>
                  </a:lnTo>
                  <a:lnTo>
                    <a:pt x="39865" y="261175"/>
                  </a:lnTo>
                  <a:close/>
                </a:path>
                <a:path w="443864" h="461010">
                  <a:moveTo>
                    <a:pt x="40106" y="298513"/>
                  </a:moveTo>
                  <a:lnTo>
                    <a:pt x="39992" y="297383"/>
                  </a:lnTo>
                  <a:lnTo>
                    <a:pt x="39751" y="297129"/>
                  </a:lnTo>
                  <a:lnTo>
                    <a:pt x="39357" y="297078"/>
                  </a:lnTo>
                  <a:lnTo>
                    <a:pt x="38696" y="297002"/>
                  </a:lnTo>
                  <a:lnTo>
                    <a:pt x="38646" y="291312"/>
                  </a:lnTo>
                  <a:lnTo>
                    <a:pt x="29781" y="291312"/>
                  </a:lnTo>
                  <a:lnTo>
                    <a:pt x="29768" y="295008"/>
                  </a:lnTo>
                  <a:lnTo>
                    <a:pt x="20002" y="295008"/>
                  </a:lnTo>
                  <a:lnTo>
                    <a:pt x="19989" y="304774"/>
                  </a:lnTo>
                  <a:lnTo>
                    <a:pt x="25831" y="304774"/>
                  </a:lnTo>
                  <a:lnTo>
                    <a:pt x="31661" y="304774"/>
                  </a:lnTo>
                  <a:lnTo>
                    <a:pt x="31661" y="298742"/>
                  </a:lnTo>
                  <a:lnTo>
                    <a:pt x="34201" y="298742"/>
                  </a:lnTo>
                  <a:lnTo>
                    <a:pt x="37211" y="298742"/>
                  </a:lnTo>
                  <a:lnTo>
                    <a:pt x="38430" y="300151"/>
                  </a:lnTo>
                  <a:lnTo>
                    <a:pt x="39420" y="299262"/>
                  </a:lnTo>
                  <a:lnTo>
                    <a:pt x="39903" y="298805"/>
                  </a:lnTo>
                  <a:lnTo>
                    <a:pt x="40106" y="298513"/>
                  </a:lnTo>
                  <a:close/>
                </a:path>
                <a:path w="443864" h="461010">
                  <a:moveTo>
                    <a:pt x="40551" y="277914"/>
                  </a:moveTo>
                  <a:lnTo>
                    <a:pt x="39293" y="276745"/>
                  </a:lnTo>
                  <a:lnTo>
                    <a:pt x="38811" y="276656"/>
                  </a:lnTo>
                  <a:lnTo>
                    <a:pt x="36410" y="277279"/>
                  </a:lnTo>
                  <a:lnTo>
                    <a:pt x="36410" y="279438"/>
                  </a:lnTo>
                  <a:lnTo>
                    <a:pt x="37706" y="279768"/>
                  </a:lnTo>
                  <a:lnTo>
                    <a:pt x="38785" y="280060"/>
                  </a:lnTo>
                  <a:lnTo>
                    <a:pt x="39281" y="279984"/>
                  </a:lnTo>
                  <a:lnTo>
                    <a:pt x="40551" y="278803"/>
                  </a:lnTo>
                  <a:lnTo>
                    <a:pt x="40551" y="277914"/>
                  </a:lnTo>
                  <a:close/>
                </a:path>
                <a:path w="443864" h="461010">
                  <a:moveTo>
                    <a:pt x="43548" y="392709"/>
                  </a:moveTo>
                  <a:lnTo>
                    <a:pt x="43040" y="392239"/>
                  </a:lnTo>
                  <a:lnTo>
                    <a:pt x="41503" y="391579"/>
                  </a:lnTo>
                  <a:lnTo>
                    <a:pt x="40640" y="392506"/>
                  </a:lnTo>
                  <a:lnTo>
                    <a:pt x="40932" y="393268"/>
                  </a:lnTo>
                  <a:lnTo>
                    <a:pt x="40982" y="393407"/>
                  </a:lnTo>
                  <a:lnTo>
                    <a:pt x="41021" y="393534"/>
                  </a:lnTo>
                  <a:lnTo>
                    <a:pt x="41262" y="394157"/>
                  </a:lnTo>
                  <a:lnTo>
                    <a:pt x="41694" y="394716"/>
                  </a:lnTo>
                  <a:lnTo>
                    <a:pt x="42252" y="394627"/>
                  </a:lnTo>
                  <a:lnTo>
                    <a:pt x="42468" y="394614"/>
                  </a:lnTo>
                  <a:lnTo>
                    <a:pt x="43091" y="394525"/>
                  </a:lnTo>
                  <a:lnTo>
                    <a:pt x="43383" y="394220"/>
                  </a:lnTo>
                  <a:lnTo>
                    <a:pt x="43472" y="393319"/>
                  </a:lnTo>
                  <a:lnTo>
                    <a:pt x="43548" y="392709"/>
                  </a:lnTo>
                  <a:close/>
                </a:path>
                <a:path w="443864" h="461010">
                  <a:moveTo>
                    <a:pt x="43827" y="342366"/>
                  </a:moveTo>
                  <a:lnTo>
                    <a:pt x="41109" y="338505"/>
                  </a:lnTo>
                  <a:lnTo>
                    <a:pt x="38442" y="341363"/>
                  </a:lnTo>
                  <a:lnTo>
                    <a:pt x="40487" y="343039"/>
                  </a:lnTo>
                  <a:lnTo>
                    <a:pt x="42024" y="344309"/>
                  </a:lnTo>
                  <a:lnTo>
                    <a:pt x="43827" y="342366"/>
                  </a:lnTo>
                  <a:close/>
                </a:path>
                <a:path w="443864" h="461010">
                  <a:moveTo>
                    <a:pt x="43865" y="254203"/>
                  </a:moveTo>
                  <a:lnTo>
                    <a:pt x="42583" y="254203"/>
                  </a:lnTo>
                  <a:lnTo>
                    <a:pt x="42583" y="255282"/>
                  </a:lnTo>
                  <a:lnTo>
                    <a:pt x="43218" y="255282"/>
                  </a:lnTo>
                  <a:lnTo>
                    <a:pt x="43865" y="255282"/>
                  </a:lnTo>
                  <a:lnTo>
                    <a:pt x="43865" y="254203"/>
                  </a:lnTo>
                  <a:close/>
                </a:path>
                <a:path w="443864" h="461010">
                  <a:moveTo>
                    <a:pt x="44043" y="371767"/>
                  </a:moveTo>
                  <a:lnTo>
                    <a:pt x="39839" y="371767"/>
                  </a:lnTo>
                  <a:lnTo>
                    <a:pt x="39827" y="375285"/>
                  </a:lnTo>
                  <a:lnTo>
                    <a:pt x="41935" y="375285"/>
                  </a:lnTo>
                  <a:lnTo>
                    <a:pt x="44030" y="375285"/>
                  </a:lnTo>
                  <a:lnTo>
                    <a:pt x="44043" y="371767"/>
                  </a:lnTo>
                  <a:close/>
                </a:path>
                <a:path w="443864" h="461010">
                  <a:moveTo>
                    <a:pt x="44081" y="237985"/>
                  </a:moveTo>
                  <a:lnTo>
                    <a:pt x="43802" y="237007"/>
                  </a:lnTo>
                  <a:lnTo>
                    <a:pt x="43713" y="236740"/>
                  </a:lnTo>
                  <a:lnTo>
                    <a:pt x="43688" y="236601"/>
                  </a:lnTo>
                  <a:lnTo>
                    <a:pt x="42748" y="233413"/>
                  </a:lnTo>
                  <a:lnTo>
                    <a:pt x="38900" y="237553"/>
                  </a:lnTo>
                  <a:lnTo>
                    <a:pt x="41986" y="238607"/>
                  </a:lnTo>
                  <a:lnTo>
                    <a:pt x="42240" y="238696"/>
                  </a:lnTo>
                  <a:lnTo>
                    <a:pt x="43154" y="239001"/>
                  </a:lnTo>
                  <a:lnTo>
                    <a:pt x="44081" y="237985"/>
                  </a:lnTo>
                  <a:close/>
                </a:path>
                <a:path w="443864" h="461010">
                  <a:moveTo>
                    <a:pt x="45669" y="435686"/>
                  </a:moveTo>
                  <a:lnTo>
                    <a:pt x="38201" y="435686"/>
                  </a:lnTo>
                  <a:lnTo>
                    <a:pt x="38188" y="441947"/>
                  </a:lnTo>
                  <a:lnTo>
                    <a:pt x="41935" y="441947"/>
                  </a:lnTo>
                  <a:lnTo>
                    <a:pt x="45656" y="441947"/>
                  </a:lnTo>
                  <a:lnTo>
                    <a:pt x="45669" y="435686"/>
                  </a:lnTo>
                  <a:close/>
                </a:path>
                <a:path w="443864" h="461010">
                  <a:moveTo>
                    <a:pt x="48641" y="359740"/>
                  </a:moveTo>
                  <a:lnTo>
                    <a:pt x="47231" y="358241"/>
                  </a:lnTo>
                  <a:lnTo>
                    <a:pt x="46875" y="357949"/>
                  </a:lnTo>
                  <a:lnTo>
                    <a:pt x="45491" y="357085"/>
                  </a:lnTo>
                  <a:lnTo>
                    <a:pt x="44602" y="357657"/>
                  </a:lnTo>
                  <a:lnTo>
                    <a:pt x="44246" y="358571"/>
                  </a:lnTo>
                  <a:lnTo>
                    <a:pt x="44069" y="358940"/>
                  </a:lnTo>
                  <a:lnTo>
                    <a:pt x="43954" y="359321"/>
                  </a:lnTo>
                  <a:lnTo>
                    <a:pt x="43954" y="359740"/>
                  </a:lnTo>
                  <a:lnTo>
                    <a:pt x="43764" y="361086"/>
                  </a:lnTo>
                  <a:lnTo>
                    <a:pt x="44488" y="362953"/>
                  </a:lnTo>
                  <a:lnTo>
                    <a:pt x="46494" y="362712"/>
                  </a:lnTo>
                  <a:lnTo>
                    <a:pt x="46824" y="362648"/>
                  </a:lnTo>
                  <a:lnTo>
                    <a:pt x="48437" y="361708"/>
                  </a:lnTo>
                  <a:lnTo>
                    <a:pt x="48641" y="359740"/>
                  </a:lnTo>
                  <a:close/>
                </a:path>
                <a:path w="443864" h="461010">
                  <a:moveTo>
                    <a:pt x="50165" y="207302"/>
                  </a:moveTo>
                  <a:lnTo>
                    <a:pt x="49453" y="206489"/>
                  </a:lnTo>
                  <a:lnTo>
                    <a:pt x="49187" y="206184"/>
                  </a:lnTo>
                  <a:lnTo>
                    <a:pt x="49123" y="206489"/>
                  </a:lnTo>
                  <a:lnTo>
                    <a:pt x="49060" y="206032"/>
                  </a:lnTo>
                  <a:lnTo>
                    <a:pt x="48920" y="205879"/>
                  </a:lnTo>
                  <a:lnTo>
                    <a:pt x="49098" y="205803"/>
                  </a:lnTo>
                  <a:lnTo>
                    <a:pt x="48260" y="205257"/>
                  </a:lnTo>
                  <a:lnTo>
                    <a:pt x="47688" y="205244"/>
                  </a:lnTo>
                  <a:lnTo>
                    <a:pt x="46748" y="206032"/>
                  </a:lnTo>
                  <a:lnTo>
                    <a:pt x="46253" y="206768"/>
                  </a:lnTo>
                  <a:lnTo>
                    <a:pt x="46913" y="208457"/>
                  </a:lnTo>
                  <a:lnTo>
                    <a:pt x="47383" y="208927"/>
                  </a:lnTo>
                  <a:lnTo>
                    <a:pt x="49644" y="209042"/>
                  </a:lnTo>
                  <a:lnTo>
                    <a:pt x="50165" y="207302"/>
                  </a:lnTo>
                  <a:close/>
                </a:path>
                <a:path w="443864" h="461010">
                  <a:moveTo>
                    <a:pt x="50419" y="308076"/>
                  </a:moveTo>
                  <a:lnTo>
                    <a:pt x="49123" y="305562"/>
                  </a:lnTo>
                  <a:lnTo>
                    <a:pt x="46812" y="307162"/>
                  </a:lnTo>
                  <a:lnTo>
                    <a:pt x="46621" y="308076"/>
                  </a:lnTo>
                  <a:lnTo>
                    <a:pt x="46659" y="308381"/>
                  </a:lnTo>
                  <a:lnTo>
                    <a:pt x="47764" y="310502"/>
                  </a:lnTo>
                  <a:lnTo>
                    <a:pt x="49695" y="309702"/>
                  </a:lnTo>
                  <a:lnTo>
                    <a:pt x="49364" y="308775"/>
                  </a:lnTo>
                  <a:lnTo>
                    <a:pt x="49314" y="308622"/>
                  </a:lnTo>
                  <a:lnTo>
                    <a:pt x="49796" y="308381"/>
                  </a:lnTo>
                  <a:lnTo>
                    <a:pt x="50419" y="308076"/>
                  </a:lnTo>
                  <a:close/>
                </a:path>
                <a:path w="443864" h="461010">
                  <a:moveTo>
                    <a:pt x="53149" y="325272"/>
                  </a:moveTo>
                  <a:lnTo>
                    <a:pt x="51904" y="324523"/>
                  </a:lnTo>
                  <a:lnTo>
                    <a:pt x="51752" y="324421"/>
                  </a:lnTo>
                  <a:lnTo>
                    <a:pt x="51587" y="324319"/>
                  </a:lnTo>
                  <a:lnTo>
                    <a:pt x="49974" y="323316"/>
                  </a:lnTo>
                  <a:lnTo>
                    <a:pt x="48082" y="324459"/>
                  </a:lnTo>
                  <a:lnTo>
                    <a:pt x="48082" y="328117"/>
                  </a:lnTo>
                  <a:lnTo>
                    <a:pt x="49974" y="329260"/>
                  </a:lnTo>
                  <a:lnTo>
                    <a:pt x="51422" y="328358"/>
                  </a:lnTo>
                  <a:lnTo>
                    <a:pt x="51587" y="328244"/>
                  </a:lnTo>
                  <a:lnTo>
                    <a:pt x="51904" y="328066"/>
                  </a:lnTo>
                  <a:lnTo>
                    <a:pt x="53149" y="327291"/>
                  </a:lnTo>
                  <a:lnTo>
                    <a:pt x="53149" y="325272"/>
                  </a:lnTo>
                  <a:close/>
                </a:path>
                <a:path w="443864" h="461010">
                  <a:moveTo>
                    <a:pt x="55346" y="238480"/>
                  </a:moveTo>
                  <a:lnTo>
                    <a:pt x="54533" y="238086"/>
                  </a:lnTo>
                  <a:lnTo>
                    <a:pt x="53174" y="237401"/>
                  </a:lnTo>
                  <a:lnTo>
                    <a:pt x="53174" y="240118"/>
                  </a:lnTo>
                  <a:lnTo>
                    <a:pt x="54533" y="239433"/>
                  </a:lnTo>
                  <a:lnTo>
                    <a:pt x="55041" y="239191"/>
                  </a:lnTo>
                  <a:lnTo>
                    <a:pt x="55346" y="239039"/>
                  </a:lnTo>
                  <a:lnTo>
                    <a:pt x="55346" y="238480"/>
                  </a:lnTo>
                  <a:close/>
                </a:path>
                <a:path w="443864" h="461010">
                  <a:moveTo>
                    <a:pt x="55664" y="260616"/>
                  </a:moveTo>
                  <a:lnTo>
                    <a:pt x="53238" y="257987"/>
                  </a:lnTo>
                  <a:lnTo>
                    <a:pt x="51663" y="259676"/>
                  </a:lnTo>
                  <a:lnTo>
                    <a:pt x="49771" y="261721"/>
                  </a:lnTo>
                  <a:lnTo>
                    <a:pt x="52209" y="264337"/>
                  </a:lnTo>
                  <a:lnTo>
                    <a:pt x="55664" y="260616"/>
                  </a:lnTo>
                  <a:close/>
                </a:path>
                <a:path w="443864" h="461010">
                  <a:moveTo>
                    <a:pt x="57531" y="289953"/>
                  </a:moveTo>
                  <a:lnTo>
                    <a:pt x="56781" y="289013"/>
                  </a:lnTo>
                  <a:lnTo>
                    <a:pt x="56540" y="288925"/>
                  </a:lnTo>
                  <a:lnTo>
                    <a:pt x="55803" y="288798"/>
                  </a:lnTo>
                  <a:lnTo>
                    <a:pt x="53695" y="288455"/>
                  </a:lnTo>
                  <a:lnTo>
                    <a:pt x="53670" y="291884"/>
                  </a:lnTo>
                  <a:lnTo>
                    <a:pt x="57531" y="289953"/>
                  </a:lnTo>
                  <a:close/>
                </a:path>
                <a:path w="443864" h="461010">
                  <a:moveTo>
                    <a:pt x="58496" y="213575"/>
                  </a:moveTo>
                  <a:lnTo>
                    <a:pt x="58242" y="213372"/>
                  </a:lnTo>
                  <a:lnTo>
                    <a:pt x="56349" y="212001"/>
                  </a:lnTo>
                  <a:lnTo>
                    <a:pt x="56349" y="215506"/>
                  </a:lnTo>
                  <a:lnTo>
                    <a:pt x="57785" y="214477"/>
                  </a:lnTo>
                  <a:lnTo>
                    <a:pt x="58242" y="214134"/>
                  </a:lnTo>
                  <a:lnTo>
                    <a:pt x="58496" y="213944"/>
                  </a:lnTo>
                  <a:lnTo>
                    <a:pt x="58496" y="213575"/>
                  </a:lnTo>
                  <a:close/>
                </a:path>
                <a:path w="443864" h="461010">
                  <a:moveTo>
                    <a:pt x="59880" y="351104"/>
                  </a:moveTo>
                  <a:lnTo>
                    <a:pt x="55460" y="350545"/>
                  </a:lnTo>
                  <a:lnTo>
                    <a:pt x="55587" y="353377"/>
                  </a:lnTo>
                  <a:lnTo>
                    <a:pt x="55626" y="354037"/>
                  </a:lnTo>
                  <a:lnTo>
                    <a:pt x="55753" y="354520"/>
                  </a:lnTo>
                  <a:lnTo>
                    <a:pt x="56286" y="355701"/>
                  </a:lnTo>
                  <a:lnTo>
                    <a:pt x="56896" y="355993"/>
                  </a:lnTo>
                  <a:lnTo>
                    <a:pt x="57467" y="356006"/>
                  </a:lnTo>
                  <a:lnTo>
                    <a:pt x="58280" y="356044"/>
                  </a:lnTo>
                  <a:lnTo>
                    <a:pt x="58928" y="355536"/>
                  </a:lnTo>
                  <a:lnTo>
                    <a:pt x="59105" y="354609"/>
                  </a:lnTo>
                  <a:lnTo>
                    <a:pt x="59067" y="354203"/>
                  </a:lnTo>
                  <a:lnTo>
                    <a:pt x="59156" y="353910"/>
                  </a:lnTo>
                  <a:lnTo>
                    <a:pt x="59880" y="351104"/>
                  </a:lnTo>
                  <a:close/>
                </a:path>
                <a:path w="443864" h="461010">
                  <a:moveTo>
                    <a:pt x="62420" y="240563"/>
                  </a:moveTo>
                  <a:lnTo>
                    <a:pt x="60096" y="240563"/>
                  </a:lnTo>
                  <a:lnTo>
                    <a:pt x="60096" y="242519"/>
                  </a:lnTo>
                  <a:lnTo>
                    <a:pt x="61252" y="242519"/>
                  </a:lnTo>
                  <a:lnTo>
                    <a:pt x="62420" y="242519"/>
                  </a:lnTo>
                  <a:lnTo>
                    <a:pt x="62420" y="240563"/>
                  </a:lnTo>
                  <a:close/>
                </a:path>
                <a:path w="443864" h="461010">
                  <a:moveTo>
                    <a:pt x="63995" y="233527"/>
                  </a:moveTo>
                  <a:lnTo>
                    <a:pt x="62903" y="230035"/>
                  </a:lnTo>
                  <a:lnTo>
                    <a:pt x="57365" y="232384"/>
                  </a:lnTo>
                  <a:lnTo>
                    <a:pt x="59270" y="236778"/>
                  </a:lnTo>
                  <a:lnTo>
                    <a:pt x="61658" y="235140"/>
                  </a:lnTo>
                  <a:lnTo>
                    <a:pt x="62064" y="234861"/>
                  </a:lnTo>
                  <a:lnTo>
                    <a:pt x="62255" y="234721"/>
                  </a:lnTo>
                  <a:lnTo>
                    <a:pt x="63995" y="233527"/>
                  </a:lnTo>
                  <a:close/>
                </a:path>
                <a:path w="443864" h="461010">
                  <a:moveTo>
                    <a:pt x="64871" y="317766"/>
                  </a:moveTo>
                  <a:lnTo>
                    <a:pt x="62788" y="317766"/>
                  </a:lnTo>
                  <a:lnTo>
                    <a:pt x="62788" y="319519"/>
                  </a:lnTo>
                  <a:lnTo>
                    <a:pt x="63830" y="319519"/>
                  </a:lnTo>
                  <a:lnTo>
                    <a:pt x="64871" y="319519"/>
                  </a:lnTo>
                  <a:lnTo>
                    <a:pt x="64871" y="317766"/>
                  </a:lnTo>
                  <a:close/>
                </a:path>
                <a:path w="443864" h="461010">
                  <a:moveTo>
                    <a:pt x="65760" y="404876"/>
                  </a:moveTo>
                  <a:lnTo>
                    <a:pt x="59334" y="404876"/>
                  </a:lnTo>
                  <a:lnTo>
                    <a:pt x="59334" y="410248"/>
                  </a:lnTo>
                  <a:lnTo>
                    <a:pt x="62547" y="410248"/>
                  </a:lnTo>
                  <a:lnTo>
                    <a:pt x="65747" y="410248"/>
                  </a:lnTo>
                  <a:lnTo>
                    <a:pt x="65760" y="404876"/>
                  </a:lnTo>
                  <a:close/>
                </a:path>
                <a:path w="443864" h="461010">
                  <a:moveTo>
                    <a:pt x="66217" y="269646"/>
                  </a:moveTo>
                  <a:lnTo>
                    <a:pt x="59232" y="264109"/>
                  </a:lnTo>
                  <a:lnTo>
                    <a:pt x="55435" y="271919"/>
                  </a:lnTo>
                  <a:lnTo>
                    <a:pt x="60350" y="273532"/>
                  </a:lnTo>
                  <a:lnTo>
                    <a:pt x="64706" y="274955"/>
                  </a:lnTo>
                  <a:lnTo>
                    <a:pt x="66217" y="269646"/>
                  </a:lnTo>
                  <a:close/>
                </a:path>
                <a:path w="443864" h="461010">
                  <a:moveTo>
                    <a:pt x="66306" y="447459"/>
                  </a:moveTo>
                  <a:lnTo>
                    <a:pt x="64604" y="445655"/>
                  </a:lnTo>
                  <a:lnTo>
                    <a:pt x="62941" y="446405"/>
                  </a:lnTo>
                  <a:lnTo>
                    <a:pt x="62941" y="449287"/>
                  </a:lnTo>
                  <a:lnTo>
                    <a:pt x="64604" y="450037"/>
                  </a:lnTo>
                  <a:lnTo>
                    <a:pt x="65570" y="449021"/>
                  </a:lnTo>
                  <a:lnTo>
                    <a:pt x="66306" y="448233"/>
                  </a:lnTo>
                  <a:lnTo>
                    <a:pt x="66306" y="447459"/>
                  </a:lnTo>
                  <a:close/>
                </a:path>
                <a:path w="443864" h="461010">
                  <a:moveTo>
                    <a:pt x="66827" y="382193"/>
                  </a:moveTo>
                  <a:lnTo>
                    <a:pt x="62941" y="377075"/>
                  </a:lnTo>
                  <a:lnTo>
                    <a:pt x="59397" y="380898"/>
                  </a:lnTo>
                  <a:lnTo>
                    <a:pt x="61620" y="382854"/>
                  </a:lnTo>
                  <a:lnTo>
                    <a:pt x="64147" y="385089"/>
                  </a:lnTo>
                  <a:lnTo>
                    <a:pt x="66827" y="382193"/>
                  </a:lnTo>
                  <a:close/>
                </a:path>
                <a:path w="443864" h="461010">
                  <a:moveTo>
                    <a:pt x="68478" y="335381"/>
                  </a:moveTo>
                  <a:lnTo>
                    <a:pt x="66992" y="333768"/>
                  </a:lnTo>
                  <a:lnTo>
                    <a:pt x="65633" y="334581"/>
                  </a:lnTo>
                  <a:lnTo>
                    <a:pt x="62814" y="336232"/>
                  </a:lnTo>
                  <a:lnTo>
                    <a:pt x="66192" y="339902"/>
                  </a:lnTo>
                  <a:lnTo>
                    <a:pt x="67602" y="337134"/>
                  </a:lnTo>
                  <a:lnTo>
                    <a:pt x="67665" y="336981"/>
                  </a:lnTo>
                  <a:lnTo>
                    <a:pt x="68478" y="335381"/>
                  </a:lnTo>
                  <a:close/>
                </a:path>
                <a:path w="443864" h="461010">
                  <a:moveTo>
                    <a:pt x="70027" y="358368"/>
                  </a:moveTo>
                  <a:lnTo>
                    <a:pt x="65366" y="358368"/>
                  </a:lnTo>
                  <a:lnTo>
                    <a:pt x="65366" y="362280"/>
                  </a:lnTo>
                  <a:lnTo>
                    <a:pt x="67691" y="362280"/>
                  </a:lnTo>
                  <a:lnTo>
                    <a:pt x="70027" y="362280"/>
                  </a:lnTo>
                  <a:lnTo>
                    <a:pt x="70027" y="358368"/>
                  </a:lnTo>
                  <a:close/>
                </a:path>
                <a:path w="443864" h="461010">
                  <a:moveTo>
                    <a:pt x="70904" y="272872"/>
                  </a:moveTo>
                  <a:lnTo>
                    <a:pt x="67056" y="272872"/>
                  </a:lnTo>
                  <a:lnTo>
                    <a:pt x="68199" y="274688"/>
                  </a:lnTo>
                  <a:lnTo>
                    <a:pt x="68516" y="275170"/>
                  </a:lnTo>
                  <a:lnTo>
                    <a:pt x="68745" y="275551"/>
                  </a:lnTo>
                  <a:lnTo>
                    <a:pt x="69215" y="275551"/>
                  </a:lnTo>
                  <a:lnTo>
                    <a:pt x="69443" y="275170"/>
                  </a:lnTo>
                  <a:lnTo>
                    <a:pt x="70904" y="272872"/>
                  </a:lnTo>
                  <a:close/>
                </a:path>
                <a:path w="443864" h="461010">
                  <a:moveTo>
                    <a:pt x="71259" y="301993"/>
                  </a:moveTo>
                  <a:lnTo>
                    <a:pt x="67995" y="301993"/>
                  </a:lnTo>
                  <a:lnTo>
                    <a:pt x="67995" y="304736"/>
                  </a:lnTo>
                  <a:lnTo>
                    <a:pt x="69621" y="304736"/>
                  </a:lnTo>
                  <a:lnTo>
                    <a:pt x="71259" y="304736"/>
                  </a:lnTo>
                  <a:lnTo>
                    <a:pt x="71259" y="301993"/>
                  </a:lnTo>
                  <a:close/>
                </a:path>
                <a:path w="443864" h="461010">
                  <a:moveTo>
                    <a:pt x="71450" y="258876"/>
                  </a:moveTo>
                  <a:lnTo>
                    <a:pt x="69011" y="256260"/>
                  </a:lnTo>
                  <a:lnTo>
                    <a:pt x="65557" y="259981"/>
                  </a:lnTo>
                  <a:lnTo>
                    <a:pt x="67983" y="262610"/>
                  </a:lnTo>
                  <a:lnTo>
                    <a:pt x="69557" y="260921"/>
                  </a:lnTo>
                  <a:lnTo>
                    <a:pt x="71450" y="258876"/>
                  </a:lnTo>
                  <a:close/>
                </a:path>
                <a:path w="443864" h="461010">
                  <a:moveTo>
                    <a:pt x="74904" y="287375"/>
                  </a:moveTo>
                  <a:lnTo>
                    <a:pt x="73088" y="286981"/>
                  </a:lnTo>
                  <a:lnTo>
                    <a:pt x="72682" y="286893"/>
                  </a:lnTo>
                  <a:lnTo>
                    <a:pt x="69761" y="286258"/>
                  </a:lnTo>
                  <a:lnTo>
                    <a:pt x="69748" y="291299"/>
                  </a:lnTo>
                  <a:lnTo>
                    <a:pt x="72682" y="290664"/>
                  </a:lnTo>
                  <a:lnTo>
                    <a:pt x="73088" y="290576"/>
                  </a:lnTo>
                  <a:lnTo>
                    <a:pt x="73291" y="290525"/>
                  </a:lnTo>
                  <a:lnTo>
                    <a:pt x="74904" y="290182"/>
                  </a:lnTo>
                  <a:lnTo>
                    <a:pt x="74904" y="287375"/>
                  </a:lnTo>
                  <a:close/>
                </a:path>
                <a:path w="443864" h="461010">
                  <a:moveTo>
                    <a:pt x="78232" y="376732"/>
                  </a:moveTo>
                  <a:lnTo>
                    <a:pt x="72631" y="376732"/>
                  </a:lnTo>
                  <a:lnTo>
                    <a:pt x="72618" y="381419"/>
                  </a:lnTo>
                  <a:lnTo>
                    <a:pt x="75425" y="381419"/>
                  </a:lnTo>
                  <a:lnTo>
                    <a:pt x="78219" y="381419"/>
                  </a:lnTo>
                  <a:lnTo>
                    <a:pt x="78232" y="376732"/>
                  </a:lnTo>
                  <a:close/>
                </a:path>
                <a:path w="443864" h="461010">
                  <a:moveTo>
                    <a:pt x="78638" y="441540"/>
                  </a:moveTo>
                  <a:lnTo>
                    <a:pt x="73507" y="441540"/>
                  </a:lnTo>
                  <a:lnTo>
                    <a:pt x="73507" y="445833"/>
                  </a:lnTo>
                  <a:lnTo>
                    <a:pt x="76073" y="445833"/>
                  </a:lnTo>
                  <a:lnTo>
                    <a:pt x="78638" y="445833"/>
                  </a:lnTo>
                  <a:lnTo>
                    <a:pt x="78638" y="441540"/>
                  </a:lnTo>
                  <a:close/>
                </a:path>
                <a:path w="443864" h="461010">
                  <a:moveTo>
                    <a:pt x="79692" y="326948"/>
                  </a:moveTo>
                  <a:lnTo>
                    <a:pt x="76314" y="326948"/>
                  </a:lnTo>
                  <a:lnTo>
                    <a:pt x="76301" y="329793"/>
                  </a:lnTo>
                  <a:lnTo>
                    <a:pt x="78003" y="329793"/>
                  </a:lnTo>
                  <a:lnTo>
                    <a:pt x="79692" y="329793"/>
                  </a:lnTo>
                  <a:lnTo>
                    <a:pt x="79692" y="326948"/>
                  </a:lnTo>
                  <a:close/>
                </a:path>
                <a:path w="443864" h="461010">
                  <a:moveTo>
                    <a:pt x="80340" y="314921"/>
                  </a:moveTo>
                  <a:lnTo>
                    <a:pt x="79540" y="313702"/>
                  </a:lnTo>
                  <a:lnTo>
                    <a:pt x="79057" y="313550"/>
                  </a:lnTo>
                  <a:lnTo>
                    <a:pt x="76022" y="313461"/>
                  </a:lnTo>
                  <a:lnTo>
                    <a:pt x="76009" y="316890"/>
                  </a:lnTo>
                  <a:lnTo>
                    <a:pt x="78003" y="316839"/>
                  </a:lnTo>
                  <a:lnTo>
                    <a:pt x="79044" y="316801"/>
                  </a:lnTo>
                  <a:lnTo>
                    <a:pt x="79527" y="316649"/>
                  </a:lnTo>
                  <a:lnTo>
                    <a:pt x="80340" y="315429"/>
                  </a:lnTo>
                  <a:lnTo>
                    <a:pt x="80340" y="314921"/>
                  </a:lnTo>
                  <a:close/>
                </a:path>
                <a:path w="443864" h="461010">
                  <a:moveTo>
                    <a:pt x="81305" y="425767"/>
                  </a:moveTo>
                  <a:lnTo>
                    <a:pt x="80924" y="425234"/>
                  </a:lnTo>
                  <a:lnTo>
                    <a:pt x="78181" y="421424"/>
                  </a:lnTo>
                  <a:lnTo>
                    <a:pt x="74993" y="424700"/>
                  </a:lnTo>
                  <a:lnTo>
                    <a:pt x="74841" y="425234"/>
                  </a:lnTo>
                  <a:lnTo>
                    <a:pt x="74764" y="425983"/>
                  </a:lnTo>
                  <a:lnTo>
                    <a:pt x="75387" y="427901"/>
                  </a:lnTo>
                  <a:lnTo>
                    <a:pt x="76187" y="428599"/>
                  </a:lnTo>
                  <a:lnTo>
                    <a:pt x="78613" y="428701"/>
                  </a:lnTo>
                  <a:lnTo>
                    <a:pt x="79121" y="428091"/>
                  </a:lnTo>
                  <a:lnTo>
                    <a:pt x="79552" y="427570"/>
                  </a:lnTo>
                  <a:lnTo>
                    <a:pt x="79565" y="427228"/>
                  </a:lnTo>
                  <a:lnTo>
                    <a:pt x="81292" y="425983"/>
                  </a:lnTo>
                  <a:lnTo>
                    <a:pt x="81305" y="425767"/>
                  </a:lnTo>
                  <a:close/>
                </a:path>
                <a:path w="443864" h="461010">
                  <a:moveTo>
                    <a:pt x="84505" y="402424"/>
                  </a:moveTo>
                  <a:lnTo>
                    <a:pt x="83642" y="399351"/>
                  </a:lnTo>
                  <a:lnTo>
                    <a:pt x="81737" y="399529"/>
                  </a:lnTo>
                  <a:lnTo>
                    <a:pt x="78295" y="400621"/>
                  </a:lnTo>
                  <a:lnTo>
                    <a:pt x="79400" y="404749"/>
                  </a:lnTo>
                  <a:lnTo>
                    <a:pt x="81673" y="403821"/>
                  </a:lnTo>
                  <a:lnTo>
                    <a:pt x="82715" y="403402"/>
                  </a:lnTo>
                  <a:lnTo>
                    <a:pt x="84505" y="402424"/>
                  </a:lnTo>
                  <a:close/>
                </a:path>
                <a:path w="443864" h="461010">
                  <a:moveTo>
                    <a:pt x="85369" y="343192"/>
                  </a:moveTo>
                  <a:lnTo>
                    <a:pt x="80937" y="343192"/>
                  </a:lnTo>
                  <a:lnTo>
                    <a:pt x="80937" y="346900"/>
                  </a:lnTo>
                  <a:lnTo>
                    <a:pt x="83146" y="346900"/>
                  </a:lnTo>
                  <a:lnTo>
                    <a:pt x="85369" y="346900"/>
                  </a:lnTo>
                  <a:lnTo>
                    <a:pt x="85369" y="343192"/>
                  </a:lnTo>
                  <a:close/>
                </a:path>
                <a:path w="443864" h="461010">
                  <a:moveTo>
                    <a:pt x="86017" y="300329"/>
                  </a:moveTo>
                  <a:lnTo>
                    <a:pt x="84035" y="298183"/>
                  </a:lnTo>
                  <a:lnTo>
                    <a:pt x="82054" y="299262"/>
                  </a:lnTo>
                  <a:lnTo>
                    <a:pt x="78181" y="301345"/>
                  </a:lnTo>
                  <a:lnTo>
                    <a:pt x="83083" y="306666"/>
                  </a:lnTo>
                  <a:lnTo>
                    <a:pt x="84886" y="302742"/>
                  </a:lnTo>
                  <a:lnTo>
                    <a:pt x="86017" y="300329"/>
                  </a:lnTo>
                  <a:close/>
                </a:path>
                <a:path w="443864" h="461010">
                  <a:moveTo>
                    <a:pt x="90360" y="332168"/>
                  </a:moveTo>
                  <a:lnTo>
                    <a:pt x="88823" y="332168"/>
                  </a:lnTo>
                  <a:lnTo>
                    <a:pt x="88823" y="333235"/>
                  </a:lnTo>
                  <a:lnTo>
                    <a:pt x="88823" y="334048"/>
                  </a:lnTo>
                  <a:lnTo>
                    <a:pt x="88836" y="334175"/>
                  </a:lnTo>
                  <a:lnTo>
                    <a:pt x="89369" y="335178"/>
                  </a:lnTo>
                  <a:lnTo>
                    <a:pt x="89814" y="335178"/>
                  </a:lnTo>
                  <a:lnTo>
                    <a:pt x="90347" y="334175"/>
                  </a:lnTo>
                  <a:lnTo>
                    <a:pt x="90360" y="334048"/>
                  </a:lnTo>
                  <a:lnTo>
                    <a:pt x="90360" y="332168"/>
                  </a:lnTo>
                  <a:close/>
                </a:path>
                <a:path w="443864" h="461010">
                  <a:moveTo>
                    <a:pt x="91694" y="320522"/>
                  </a:moveTo>
                  <a:lnTo>
                    <a:pt x="86207" y="320522"/>
                  </a:lnTo>
                  <a:lnTo>
                    <a:pt x="86207" y="325107"/>
                  </a:lnTo>
                  <a:lnTo>
                    <a:pt x="88950" y="325107"/>
                  </a:lnTo>
                  <a:lnTo>
                    <a:pt x="91694" y="325107"/>
                  </a:lnTo>
                  <a:lnTo>
                    <a:pt x="91694" y="320522"/>
                  </a:lnTo>
                  <a:close/>
                </a:path>
                <a:path w="443864" h="461010">
                  <a:moveTo>
                    <a:pt x="91859" y="365721"/>
                  </a:moveTo>
                  <a:lnTo>
                    <a:pt x="90500" y="362610"/>
                  </a:lnTo>
                  <a:lnTo>
                    <a:pt x="86194" y="363143"/>
                  </a:lnTo>
                  <a:lnTo>
                    <a:pt x="84607" y="364794"/>
                  </a:lnTo>
                  <a:lnTo>
                    <a:pt x="86017" y="370166"/>
                  </a:lnTo>
                  <a:lnTo>
                    <a:pt x="90322" y="370446"/>
                  </a:lnTo>
                  <a:lnTo>
                    <a:pt x="90868" y="367576"/>
                  </a:lnTo>
                  <a:lnTo>
                    <a:pt x="90906" y="367372"/>
                  </a:lnTo>
                  <a:lnTo>
                    <a:pt x="91859" y="365721"/>
                  </a:lnTo>
                  <a:close/>
                </a:path>
                <a:path w="443864" h="461010">
                  <a:moveTo>
                    <a:pt x="96913" y="310311"/>
                  </a:moveTo>
                  <a:lnTo>
                    <a:pt x="93281" y="308622"/>
                  </a:lnTo>
                  <a:lnTo>
                    <a:pt x="91744" y="308940"/>
                  </a:lnTo>
                  <a:lnTo>
                    <a:pt x="91427" y="310464"/>
                  </a:lnTo>
                  <a:lnTo>
                    <a:pt x="90843" y="313143"/>
                  </a:lnTo>
                  <a:lnTo>
                    <a:pt x="92748" y="315074"/>
                  </a:lnTo>
                  <a:lnTo>
                    <a:pt x="96342" y="313448"/>
                  </a:lnTo>
                  <a:lnTo>
                    <a:pt x="96913" y="310311"/>
                  </a:lnTo>
                  <a:close/>
                </a:path>
                <a:path w="443864" h="461010">
                  <a:moveTo>
                    <a:pt x="104051" y="420446"/>
                  </a:moveTo>
                  <a:lnTo>
                    <a:pt x="98323" y="420446"/>
                  </a:lnTo>
                  <a:lnTo>
                    <a:pt x="98323" y="425234"/>
                  </a:lnTo>
                  <a:lnTo>
                    <a:pt x="101180" y="425234"/>
                  </a:lnTo>
                  <a:lnTo>
                    <a:pt x="104051" y="425234"/>
                  </a:lnTo>
                  <a:lnTo>
                    <a:pt x="104051" y="420446"/>
                  </a:lnTo>
                  <a:close/>
                </a:path>
                <a:path w="443864" h="461010">
                  <a:moveTo>
                    <a:pt x="105219" y="382651"/>
                  </a:moveTo>
                  <a:lnTo>
                    <a:pt x="97167" y="382651"/>
                  </a:lnTo>
                  <a:lnTo>
                    <a:pt x="97155" y="389394"/>
                  </a:lnTo>
                  <a:lnTo>
                    <a:pt x="101180" y="389394"/>
                  </a:lnTo>
                  <a:lnTo>
                    <a:pt x="105206" y="389394"/>
                  </a:lnTo>
                  <a:lnTo>
                    <a:pt x="105219" y="382651"/>
                  </a:lnTo>
                  <a:close/>
                </a:path>
                <a:path w="443864" h="461010">
                  <a:moveTo>
                    <a:pt x="105397" y="339356"/>
                  </a:moveTo>
                  <a:lnTo>
                    <a:pt x="101879" y="336270"/>
                  </a:lnTo>
                  <a:lnTo>
                    <a:pt x="101180" y="335813"/>
                  </a:lnTo>
                  <a:lnTo>
                    <a:pt x="98298" y="334213"/>
                  </a:lnTo>
                  <a:lnTo>
                    <a:pt x="96202" y="336499"/>
                  </a:lnTo>
                  <a:lnTo>
                    <a:pt x="97243" y="338696"/>
                  </a:lnTo>
                  <a:lnTo>
                    <a:pt x="97675" y="339598"/>
                  </a:lnTo>
                  <a:lnTo>
                    <a:pt x="98094" y="340347"/>
                  </a:lnTo>
                  <a:lnTo>
                    <a:pt x="100926" y="344131"/>
                  </a:lnTo>
                  <a:lnTo>
                    <a:pt x="105397" y="339356"/>
                  </a:lnTo>
                  <a:close/>
                </a:path>
                <a:path w="443864" h="461010">
                  <a:moveTo>
                    <a:pt x="105511" y="435203"/>
                  </a:moveTo>
                  <a:lnTo>
                    <a:pt x="96875" y="435203"/>
                  </a:lnTo>
                  <a:lnTo>
                    <a:pt x="96862" y="442429"/>
                  </a:lnTo>
                  <a:lnTo>
                    <a:pt x="101180" y="442429"/>
                  </a:lnTo>
                  <a:lnTo>
                    <a:pt x="105498" y="442429"/>
                  </a:lnTo>
                  <a:lnTo>
                    <a:pt x="105511" y="435203"/>
                  </a:lnTo>
                  <a:close/>
                </a:path>
                <a:path w="443864" h="461010">
                  <a:moveTo>
                    <a:pt x="108254" y="455942"/>
                  </a:moveTo>
                  <a:lnTo>
                    <a:pt x="105918" y="453428"/>
                  </a:lnTo>
                  <a:lnTo>
                    <a:pt x="104254" y="454787"/>
                  </a:lnTo>
                  <a:lnTo>
                    <a:pt x="101409" y="457123"/>
                  </a:lnTo>
                  <a:lnTo>
                    <a:pt x="104813" y="460819"/>
                  </a:lnTo>
                  <a:lnTo>
                    <a:pt x="106807" y="457987"/>
                  </a:lnTo>
                  <a:lnTo>
                    <a:pt x="108254" y="455942"/>
                  </a:lnTo>
                  <a:close/>
                </a:path>
                <a:path w="443864" h="461010">
                  <a:moveTo>
                    <a:pt x="116865" y="410248"/>
                  </a:moveTo>
                  <a:lnTo>
                    <a:pt x="115443" y="408711"/>
                  </a:lnTo>
                  <a:lnTo>
                    <a:pt x="113868" y="409473"/>
                  </a:lnTo>
                  <a:lnTo>
                    <a:pt x="113461" y="409663"/>
                  </a:lnTo>
                  <a:lnTo>
                    <a:pt x="112534" y="410108"/>
                  </a:lnTo>
                  <a:lnTo>
                    <a:pt x="112369" y="411518"/>
                  </a:lnTo>
                  <a:lnTo>
                    <a:pt x="112953" y="412699"/>
                  </a:lnTo>
                  <a:lnTo>
                    <a:pt x="113169" y="412927"/>
                  </a:lnTo>
                  <a:lnTo>
                    <a:pt x="114261" y="413562"/>
                  </a:lnTo>
                  <a:lnTo>
                    <a:pt x="115557" y="413385"/>
                  </a:lnTo>
                  <a:lnTo>
                    <a:pt x="115976" y="412381"/>
                  </a:lnTo>
                  <a:lnTo>
                    <a:pt x="116039" y="412229"/>
                  </a:lnTo>
                  <a:lnTo>
                    <a:pt x="116865" y="410248"/>
                  </a:lnTo>
                  <a:close/>
                </a:path>
                <a:path w="443864" h="461010">
                  <a:moveTo>
                    <a:pt x="404241" y="199440"/>
                  </a:moveTo>
                  <a:lnTo>
                    <a:pt x="393293" y="199440"/>
                  </a:lnTo>
                  <a:lnTo>
                    <a:pt x="393280" y="208597"/>
                  </a:lnTo>
                  <a:lnTo>
                    <a:pt x="398767" y="208597"/>
                  </a:lnTo>
                  <a:lnTo>
                    <a:pt x="404228" y="208597"/>
                  </a:lnTo>
                  <a:lnTo>
                    <a:pt x="404241" y="199440"/>
                  </a:lnTo>
                  <a:close/>
                </a:path>
                <a:path w="443864" h="461010">
                  <a:moveTo>
                    <a:pt x="408952" y="191846"/>
                  </a:moveTo>
                  <a:lnTo>
                    <a:pt x="404037" y="191846"/>
                  </a:lnTo>
                  <a:lnTo>
                    <a:pt x="405396" y="194424"/>
                  </a:lnTo>
                  <a:lnTo>
                    <a:pt x="406082" y="195732"/>
                  </a:lnTo>
                  <a:lnTo>
                    <a:pt x="406908" y="195732"/>
                  </a:lnTo>
                  <a:lnTo>
                    <a:pt x="408952" y="191846"/>
                  </a:lnTo>
                  <a:close/>
                </a:path>
                <a:path w="443864" h="461010">
                  <a:moveTo>
                    <a:pt x="409790" y="173177"/>
                  </a:moveTo>
                  <a:lnTo>
                    <a:pt x="409282" y="171970"/>
                  </a:lnTo>
                  <a:lnTo>
                    <a:pt x="407962" y="171691"/>
                  </a:lnTo>
                  <a:lnTo>
                    <a:pt x="407771" y="171665"/>
                  </a:lnTo>
                  <a:lnTo>
                    <a:pt x="406692" y="171424"/>
                  </a:lnTo>
                  <a:lnTo>
                    <a:pt x="405841" y="172339"/>
                  </a:lnTo>
                  <a:lnTo>
                    <a:pt x="406044" y="173520"/>
                  </a:lnTo>
                  <a:lnTo>
                    <a:pt x="406082" y="173723"/>
                  </a:lnTo>
                  <a:lnTo>
                    <a:pt x="406120" y="173926"/>
                  </a:lnTo>
                  <a:lnTo>
                    <a:pt x="406336" y="175145"/>
                  </a:lnTo>
                  <a:lnTo>
                    <a:pt x="407466" y="175691"/>
                  </a:lnTo>
                  <a:lnTo>
                    <a:pt x="408432" y="175412"/>
                  </a:lnTo>
                  <a:lnTo>
                    <a:pt x="409041" y="175247"/>
                  </a:lnTo>
                  <a:lnTo>
                    <a:pt x="409384" y="174879"/>
                  </a:lnTo>
                  <a:lnTo>
                    <a:pt x="409486" y="174447"/>
                  </a:lnTo>
                  <a:lnTo>
                    <a:pt x="409536" y="174231"/>
                  </a:lnTo>
                  <a:lnTo>
                    <a:pt x="409790" y="173177"/>
                  </a:lnTo>
                  <a:close/>
                </a:path>
                <a:path w="443864" h="461010">
                  <a:moveTo>
                    <a:pt x="423011" y="54864"/>
                  </a:moveTo>
                  <a:lnTo>
                    <a:pt x="419087" y="54864"/>
                  </a:lnTo>
                  <a:lnTo>
                    <a:pt x="420166" y="56934"/>
                  </a:lnTo>
                  <a:lnTo>
                    <a:pt x="420763" y="58064"/>
                  </a:lnTo>
                  <a:lnTo>
                    <a:pt x="421335" y="58064"/>
                  </a:lnTo>
                  <a:lnTo>
                    <a:pt x="421678" y="57416"/>
                  </a:lnTo>
                  <a:lnTo>
                    <a:pt x="423011" y="54864"/>
                  </a:lnTo>
                  <a:close/>
                </a:path>
                <a:path w="443864" h="461010">
                  <a:moveTo>
                    <a:pt x="428282" y="57759"/>
                  </a:moveTo>
                  <a:lnTo>
                    <a:pt x="428117" y="57213"/>
                  </a:lnTo>
                  <a:lnTo>
                    <a:pt x="427520" y="56578"/>
                  </a:lnTo>
                  <a:lnTo>
                    <a:pt x="427367" y="56426"/>
                  </a:lnTo>
                  <a:lnTo>
                    <a:pt x="426250" y="55257"/>
                  </a:lnTo>
                  <a:lnTo>
                    <a:pt x="424561" y="57061"/>
                  </a:lnTo>
                  <a:lnTo>
                    <a:pt x="425653" y="58280"/>
                  </a:lnTo>
                  <a:lnTo>
                    <a:pt x="425945" y="58610"/>
                  </a:lnTo>
                  <a:lnTo>
                    <a:pt x="426377" y="59093"/>
                  </a:lnTo>
                  <a:lnTo>
                    <a:pt x="426897" y="59270"/>
                  </a:lnTo>
                  <a:lnTo>
                    <a:pt x="427812" y="58902"/>
                  </a:lnTo>
                  <a:lnTo>
                    <a:pt x="427939" y="58775"/>
                  </a:lnTo>
                  <a:lnTo>
                    <a:pt x="428282" y="57759"/>
                  </a:lnTo>
                  <a:close/>
                </a:path>
                <a:path w="443864" h="461010">
                  <a:moveTo>
                    <a:pt x="433108" y="46037"/>
                  </a:moveTo>
                  <a:lnTo>
                    <a:pt x="427189" y="46037"/>
                  </a:lnTo>
                  <a:lnTo>
                    <a:pt x="427189" y="51003"/>
                  </a:lnTo>
                  <a:lnTo>
                    <a:pt x="430149" y="51003"/>
                  </a:lnTo>
                  <a:lnTo>
                    <a:pt x="433108" y="51003"/>
                  </a:lnTo>
                  <a:lnTo>
                    <a:pt x="433108" y="46037"/>
                  </a:lnTo>
                  <a:close/>
                </a:path>
                <a:path w="443864" h="461010">
                  <a:moveTo>
                    <a:pt x="436016" y="292"/>
                  </a:moveTo>
                  <a:lnTo>
                    <a:pt x="435737" y="0"/>
                  </a:lnTo>
                  <a:lnTo>
                    <a:pt x="434797" y="482"/>
                  </a:lnTo>
                  <a:lnTo>
                    <a:pt x="434162" y="1574"/>
                  </a:lnTo>
                  <a:lnTo>
                    <a:pt x="434568" y="2006"/>
                  </a:lnTo>
                  <a:lnTo>
                    <a:pt x="435559" y="1346"/>
                  </a:lnTo>
                  <a:lnTo>
                    <a:pt x="436016" y="292"/>
                  </a:lnTo>
                  <a:close/>
                </a:path>
                <a:path w="443864" h="461010">
                  <a:moveTo>
                    <a:pt x="436511" y="10922"/>
                  </a:moveTo>
                  <a:lnTo>
                    <a:pt x="431076" y="10922"/>
                  </a:lnTo>
                  <a:lnTo>
                    <a:pt x="431063" y="15481"/>
                  </a:lnTo>
                  <a:lnTo>
                    <a:pt x="433781" y="15481"/>
                  </a:lnTo>
                  <a:lnTo>
                    <a:pt x="436499" y="15481"/>
                  </a:lnTo>
                  <a:lnTo>
                    <a:pt x="436511" y="10922"/>
                  </a:lnTo>
                  <a:close/>
                </a:path>
                <a:path w="443864" h="461010">
                  <a:moveTo>
                    <a:pt x="441312" y="31864"/>
                  </a:moveTo>
                  <a:lnTo>
                    <a:pt x="440143" y="31165"/>
                  </a:lnTo>
                  <a:lnTo>
                    <a:pt x="435279" y="28181"/>
                  </a:lnTo>
                  <a:lnTo>
                    <a:pt x="435279" y="37465"/>
                  </a:lnTo>
                  <a:lnTo>
                    <a:pt x="439458" y="34912"/>
                  </a:lnTo>
                  <a:lnTo>
                    <a:pt x="439928" y="34632"/>
                  </a:lnTo>
                  <a:lnTo>
                    <a:pt x="440143" y="34493"/>
                  </a:lnTo>
                  <a:lnTo>
                    <a:pt x="441312" y="33794"/>
                  </a:lnTo>
                  <a:lnTo>
                    <a:pt x="441312" y="31864"/>
                  </a:lnTo>
                  <a:close/>
                </a:path>
                <a:path w="443864" h="461010">
                  <a:moveTo>
                    <a:pt x="443369" y="20637"/>
                  </a:moveTo>
                  <a:lnTo>
                    <a:pt x="442391" y="20637"/>
                  </a:lnTo>
                  <a:lnTo>
                    <a:pt x="442391" y="21463"/>
                  </a:lnTo>
                  <a:lnTo>
                    <a:pt x="442887" y="21463"/>
                  </a:lnTo>
                  <a:lnTo>
                    <a:pt x="443369" y="21463"/>
                  </a:lnTo>
                  <a:lnTo>
                    <a:pt x="443369" y="20637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588846" y="2326290"/>
              <a:ext cx="187325" cy="282575"/>
            </a:xfrm>
            <a:custGeom>
              <a:avLst/>
              <a:gdLst/>
              <a:ahLst/>
              <a:cxnLst/>
              <a:rect l="l" t="t" r="r" b="b"/>
              <a:pathLst>
                <a:path w="187325" h="282575">
                  <a:moveTo>
                    <a:pt x="1930" y="281368"/>
                  </a:moveTo>
                  <a:lnTo>
                    <a:pt x="1574" y="281343"/>
                  </a:lnTo>
                  <a:lnTo>
                    <a:pt x="1155" y="281279"/>
                  </a:lnTo>
                  <a:lnTo>
                    <a:pt x="723" y="281292"/>
                  </a:lnTo>
                  <a:lnTo>
                    <a:pt x="292" y="281393"/>
                  </a:lnTo>
                  <a:lnTo>
                    <a:pt x="0" y="281432"/>
                  </a:lnTo>
                  <a:lnTo>
                    <a:pt x="0" y="281838"/>
                  </a:lnTo>
                  <a:lnTo>
                    <a:pt x="292" y="281876"/>
                  </a:lnTo>
                  <a:lnTo>
                    <a:pt x="723" y="281978"/>
                  </a:lnTo>
                  <a:lnTo>
                    <a:pt x="1155" y="281990"/>
                  </a:lnTo>
                  <a:lnTo>
                    <a:pt x="1574" y="281927"/>
                  </a:lnTo>
                  <a:lnTo>
                    <a:pt x="1930" y="281914"/>
                  </a:lnTo>
                  <a:lnTo>
                    <a:pt x="1930" y="281368"/>
                  </a:lnTo>
                  <a:close/>
                </a:path>
                <a:path w="187325" h="282575">
                  <a:moveTo>
                    <a:pt x="10591" y="280403"/>
                  </a:moveTo>
                  <a:lnTo>
                    <a:pt x="9309" y="280403"/>
                  </a:lnTo>
                  <a:lnTo>
                    <a:pt x="9309" y="281482"/>
                  </a:lnTo>
                  <a:lnTo>
                    <a:pt x="9956" y="281482"/>
                  </a:lnTo>
                  <a:lnTo>
                    <a:pt x="10591" y="281482"/>
                  </a:lnTo>
                  <a:lnTo>
                    <a:pt x="10591" y="280403"/>
                  </a:lnTo>
                  <a:close/>
                </a:path>
                <a:path w="187325" h="282575">
                  <a:moveTo>
                    <a:pt x="21361" y="262267"/>
                  </a:moveTo>
                  <a:lnTo>
                    <a:pt x="16586" y="262267"/>
                  </a:lnTo>
                  <a:lnTo>
                    <a:pt x="16573" y="266268"/>
                  </a:lnTo>
                  <a:lnTo>
                    <a:pt x="18973" y="266268"/>
                  </a:lnTo>
                  <a:lnTo>
                    <a:pt x="21361" y="266268"/>
                  </a:lnTo>
                  <a:lnTo>
                    <a:pt x="21361" y="262267"/>
                  </a:lnTo>
                  <a:close/>
                </a:path>
                <a:path w="187325" h="282575">
                  <a:moveTo>
                    <a:pt x="21755" y="227838"/>
                  </a:moveTo>
                  <a:lnTo>
                    <a:pt x="16827" y="227838"/>
                  </a:lnTo>
                  <a:lnTo>
                    <a:pt x="16827" y="231952"/>
                  </a:lnTo>
                  <a:lnTo>
                    <a:pt x="19291" y="231952"/>
                  </a:lnTo>
                  <a:lnTo>
                    <a:pt x="21755" y="231952"/>
                  </a:lnTo>
                  <a:lnTo>
                    <a:pt x="21755" y="227838"/>
                  </a:lnTo>
                  <a:close/>
                </a:path>
                <a:path w="187325" h="282575">
                  <a:moveTo>
                    <a:pt x="23825" y="251371"/>
                  </a:moveTo>
                  <a:lnTo>
                    <a:pt x="22466" y="250380"/>
                  </a:lnTo>
                  <a:lnTo>
                    <a:pt x="21869" y="250444"/>
                  </a:lnTo>
                  <a:lnTo>
                    <a:pt x="19329" y="250444"/>
                  </a:lnTo>
                  <a:lnTo>
                    <a:pt x="19329" y="253085"/>
                  </a:lnTo>
                  <a:lnTo>
                    <a:pt x="20904" y="253085"/>
                  </a:lnTo>
                  <a:lnTo>
                    <a:pt x="21882" y="253085"/>
                  </a:lnTo>
                  <a:lnTo>
                    <a:pt x="22466" y="253161"/>
                  </a:lnTo>
                  <a:lnTo>
                    <a:pt x="23825" y="252171"/>
                  </a:lnTo>
                  <a:lnTo>
                    <a:pt x="23825" y="251371"/>
                  </a:lnTo>
                  <a:close/>
                </a:path>
                <a:path w="187325" h="282575">
                  <a:moveTo>
                    <a:pt x="35344" y="228561"/>
                  </a:moveTo>
                  <a:lnTo>
                    <a:pt x="33489" y="228180"/>
                  </a:lnTo>
                  <a:lnTo>
                    <a:pt x="32080" y="227876"/>
                  </a:lnTo>
                  <a:lnTo>
                    <a:pt x="31140" y="229908"/>
                  </a:lnTo>
                  <a:lnTo>
                    <a:pt x="34163" y="231851"/>
                  </a:lnTo>
                  <a:lnTo>
                    <a:pt x="35344" y="228561"/>
                  </a:lnTo>
                  <a:close/>
                </a:path>
                <a:path w="187325" h="282575">
                  <a:moveTo>
                    <a:pt x="36880" y="211353"/>
                  </a:moveTo>
                  <a:lnTo>
                    <a:pt x="33261" y="211353"/>
                  </a:lnTo>
                  <a:lnTo>
                    <a:pt x="33261" y="214388"/>
                  </a:lnTo>
                  <a:lnTo>
                    <a:pt x="35077" y="214388"/>
                  </a:lnTo>
                  <a:lnTo>
                    <a:pt x="36880" y="214388"/>
                  </a:lnTo>
                  <a:lnTo>
                    <a:pt x="36880" y="211353"/>
                  </a:lnTo>
                  <a:close/>
                </a:path>
                <a:path w="187325" h="282575">
                  <a:moveTo>
                    <a:pt x="37172" y="244157"/>
                  </a:moveTo>
                  <a:lnTo>
                    <a:pt x="34607" y="243814"/>
                  </a:lnTo>
                  <a:lnTo>
                    <a:pt x="34645" y="245516"/>
                  </a:lnTo>
                  <a:lnTo>
                    <a:pt x="34658" y="246735"/>
                  </a:lnTo>
                  <a:lnTo>
                    <a:pt x="35318" y="247815"/>
                  </a:lnTo>
                  <a:lnTo>
                    <a:pt x="36855" y="247446"/>
                  </a:lnTo>
                  <a:lnTo>
                    <a:pt x="37096" y="247015"/>
                  </a:lnTo>
                  <a:lnTo>
                    <a:pt x="36906" y="246456"/>
                  </a:lnTo>
                  <a:lnTo>
                    <a:pt x="36715" y="246087"/>
                  </a:lnTo>
                  <a:lnTo>
                    <a:pt x="37172" y="244157"/>
                  </a:lnTo>
                  <a:close/>
                </a:path>
                <a:path w="187325" h="282575">
                  <a:moveTo>
                    <a:pt x="38760" y="267131"/>
                  </a:moveTo>
                  <a:lnTo>
                    <a:pt x="33972" y="267131"/>
                  </a:lnTo>
                  <a:lnTo>
                    <a:pt x="33959" y="271132"/>
                  </a:lnTo>
                  <a:lnTo>
                    <a:pt x="36360" y="271132"/>
                  </a:lnTo>
                  <a:lnTo>
                    <a:pt x="38747" y="271132"/>
                  </a:lnTo>
                  <a:lnTo>
                    <a:pt x="38760" y="267131"/>
                  </a:lnTo>
                  <a:close/>
                </a:path>
                <a:path w="187325" h="282575">
                  <a:moveTo>
                    <a:pt x="39522" y="275501"/>
                  </a:moveTo>
                  <a:lnTo>
                    <a:pt x="39458" y="274929"/>
                  </a:lnTo>
                  <a:lnTo>
                    <a:pt x="39065" y="274878"/>
                  </a:lnTo>
                  <a:lnTo>
                    <a:pt x="38341" y="274751"/>
                  </a:lnTo>
                  <a:lnTo>
                    <a:pt x="37007" y="274904"/>
                  </a:lnTo>
                  <a:lnTo>
                    <a:pt x="35128" y="275145"/>
                  </a:lnTo>
                  <a:lnTo>
                    <a:pt x="36093" y="278015"/>
                  </a:lnTo>
                  <a:lnTo>
                    <a:pt x="37553" y="277088"/>
                  </a:lnTo>
                  <a:lnTo>
                    <a:pt x="38214" y="276669"/>
                  </a:lnTo>
                  <a:lnTo>
                    <a:pt x="38760" y="276352"/>
                  </a:lnTo>
                  <a:lnTo>
                    <a:pt x="39522" y="275501"/>
                  </a:lnTo>
                  <a:close/>
                </a:path>
                <a:path w="187325" h="282575">
                  <a:moveTo>
                    <a:pt x="43243" y="254850"/>
                  </a:moveTo>
                  <a:lnTo>
                    <a:pt x="40589" y="251993"/>
                  </a:lnTo>
                  <a:lnTo>
                    <a:pt x="35674" y="256171"/>
                  </a:lnTo>
                  <a:lnTo>
                    <a:pt x="39357" y="260146"/>
                  </a:lnTo>
                  <a:lnTo>
                    <a:pt x="41186" y="257657"/>
                  </a:lnTo>
                  <a:lnTo>
                    <a:pt x="43243" y="254850"/>
                  </a:lnTo>
                  <a:close/>
                </a:path>
                <a:path w="187325" h="282575">
                  <a:moveTo>
                    <a:pt x="51282" y="232879"/>
                  </a:moveTo>
                  <a:lnTo>
                    <a:pt x="50812" y="230657"/>
                  </a:lnTo>
                  <a:lnTo>
                    <a:pt x="47675" y="230657"/>
                  </a:lnTo>
                  <a:lnTo>
                    <a:pt x="47193" y="232879"/>
                  </a:lnTo>
                  <a:lnTo>
                    <a:pt x="48463" y="233756"/>
                  </a:lnTo>
                  <a:lnTo>
                    <a:pt x="49034" y="234137"/>
                  </a:lnTo>
                  <a:lnTo>
                    <a:pt x="49453" y="234137"/>
                  </a:lnTo>
                  <a:lnTo>
                    <a:pt x="51282" y="232879"/>
                  </a:lnTo>
                  <a:close/>
                </a:path>
                <a:path w="187325" h="282575">
                  <a:moveTo>
                    <a:pt x="53111" y="215252"/>
                  </a:moveTo>
                  <a:lnTo>
                    <a:pt x="51562" y="213614"/>
                  </a:lnTo>
                  <a:lnTo>
                    <a:pt x="48666" y="214287"/>
                  </a:lnTo>
                  <a:lnTo>
                    <a:pt x="47777" y="215861"/>
                  </a:lnTo>
                  <a:lnTo>
                    <a:pt x="48907" y="218909"/>
                  </a:lnTo>
                  <a:lnTo>
                    <a:pt x="50419" y="219138"/>
                  </a:lnTo>
                  <a:lnTo>
                    <a:pt x="51269" y="217893"/>
                  </a:lnTo>
                  <a:lnTo>
                    <a:pt x="51562" y="217474"/>
                  </a:lnTo>
                  <a:lnTo>
                    <a:pt x="51892" y="217106"/>
                  </a:lnTo>
                  <a:lnTo>
                    <a:pt x="53111" y="215252"/>
                  </a:lnTo>
                  <a:close/>
                </a:path>
                <a:path w="187325" h="282575">
                  <a:moveTo>
                    <a:pt x="56426" y="246748"/>
                  </a:moveTo>
                  <a:lnTo>
                    <a:pt x="51066" y="246748"/>
                  </a:lnTo>
                  <a:lnTo>
                    <a:pt x="51066" y="251231"/>
                  </a:lnTo>
                  <a:lnTo>
                    <a:pt x="53746" y="251231"/>
                  </a:lnTo>
                  <a:lnTo>
                    <a:pt x="56426" y="251231"/>
                  </a:lnTo>
                  <a:lnTo>
                    <a:pt x="56426" y="246748"/>
                  </a:lnTo>
                  <a:close/>
                </a:path>
                <a:path w="187325" h="282575">
                  <a:moveTo>
                    <a:pt x="56984" y="276720"/>
                  </a:moveTo>
                  <a:lnTo>
                    <a:pt x="56832" y="275932"/>
                  </a:lnTo>
                  <a:lnTo>
                    <a:pt x="56705" y="275577"/>
                  </a:lnTo>
                  <a:lnTo>
                    <a:pt x="56832" y="275577"/>
                  </a:lnTo>
                  <a:lnTo>
                    <a:pt x="56832" y="275374"/>
                  </a:lnTo>
                  <a:lnTo>
                    <a:pt x="56489" y="275005"/>
                  </a:lnTo>
                  <a:lnTo>
                    <a:pt x="56197" y="274993"/>
                  </a:lnTo>
                  <a:lnTo>
                    <a:pt x="55664" y="274713"/>
                  </a:lnTo>
                  <a:lnTo>
                    <a:pt x="55524" y="274866"/>
                  </a:lnTo>
                  <a:lnTo>
                    <a:pt x="55562" y="274662"/>
                  </a:lnTo>
                  <a:lnTo>
                    <a:pt x="55791" y="274561"/>
                  </a:lnTo>
                  <a:lnTo>
                    <a:pt x="56591" y="273634"/>
                  </a:lnTo>
                  <a:lnTo>
                    <a:pt x="54800" y="271856"/>
                  </a:lnTo>
                  <a:lnTo>
                    <a:pt x="51206" y="274866"/>
                  </a:lnTo>
                  <a:lnTo>
                    <a:pt x="51104" y="275094"/>
                  </a:lnTo>
                  <a:lnTo>
                    <a:pt x="53047" y="278447"/>
                  </a:lnTo>
                  <a:lnTo>
                    <a:pt x="56603" y="277825"/>
                  </a:lnTo>
                  <a:lnTo>
                    <a:pt x="56984" y="276720"/>
                  </a:lnTo>
                  <a:close/>
                </a:path>
                <a:path w="187325" h="282575">
                  <a:moveTo>
                    <a:pt x="61442" y="236829"/>
                  </a:moveTo>
                  <a:lnTo>
                    <a:pt x="60299" y="236423"/>
                  </a:lnTo>
                  <a:lnTo>
                    <a:pt x="58674" y="236486"/>
                  </a:lnTo>
                  <a:lnTo>
                    <a:pt x="58661" y="237871"/>
                  </a:lnTo>
                  <a:lnTo>
                    <a:pt x="60299" y="237947"/>
                  </a:lnTo>
                  <a:lnTo>
                    <a:pt x="61442" y="237528"/>
                  </a:lnTo>
                  <a:lnTo>
                    <a:pt x="61442" y="236829"/>
                  </a:lnTo>
                  <a:close/>
                </a:path>
                <a:path w="187325" h="282575">
                  <a:moveTo>
                    <a:pt x="62776" y="260845"/>
                  </a:moveTo>
                  <a:lnTo>
                    <a:pt x="56642" y="258724"/>
                  </a:lnTo>
                  <a:lnTo>
                    <a:pt x="56616" y="265658"/>
                  </a:lnTo>
                  <a:lnTo>
                    <a:pt x="60121" y="264452"/>
                  </a:lnTo>
                  <a:lnTo>
                    <a:pt x="62738" y="263537"/>
                  </a:lnTo>
                  <a:lnTo>
                    <a:pt x="62776" y="260845"/>
                  </a:lnTo>
                  <a:close/>
                </a:path>
                <a:path w="187325" h="282575">
                  <a:moveTo>
                    <a:pt x="68948" y="218935"/>
                  </a:moveTo>
                  <a:lnTo>
                    <a:pt x="68922" y="212775"/>
                  </a:lnTo>
                  <a:lnTo>
                    <a:pt x="65278" y="212471"/>
                  </a:lnTo>
                  <a:lnTo>
                    <a:pt x="61442" y="212128"/>
                  </a:lnTo>
                  <a:lnTo>
                    <a:pt x="61455" y="218287"/>
                  </a:lnTo>
                  <a:lnTo>
                    <a:pt x="68948" y="218935"/>
                  </a:lnTo>
                  <a:close/>
                </a:path>
                <a:path w="187325" h="282575">
                  <a:moveTo>
                    <a:pt x="70827" y="141211"/>
                  </a:moveTo>
                  <a:lnTo>
                    <a:pt x="63093" y="141211"/>
                  </a:lnTo>
                  <a:lnTo>
                    <a:pt x="63080" y="147688"/>
                  </a:lnTo>
                  <a:lnTo>
                    <a:pt x="66954" y="147688"/>
                  </a:lnTo>
                  <a:lnTo>
                    <a:pt x="70815" y="147688"/>
                  </a:lnTo>
                  <a:lnTo>
                    <a:pt x="70827" y="141211"/>
                  </a:lnTo>
                  <a:close/>
                </a:path>
                <a:path w="187325" h="282575">
                  <a:moveTo>
                    <a:pt x="74168" y="135813"/>
                  </a:moveTo>
                  <a:lnTo>
                    <a:pt x="70688" y="135813"/>
                  </a:lnTo>
                  <a:lnTo>
                    <a:pt x="71640" y="137642"/>
                  </a:lnTo>
                  <a:lnTo>
                    <a:pt x="71920" y="138176"/>
                  </a:lnTo>
                  <a:lnTo>
                    <a:pt x="72136" y="138582"/>
                  </a:lnTo>
                  <a:lnTo>
                    <a:pt x="72720" y="138582"/>
                  </a:lnTo>
                  <a:lnTo>
                    <a:pt x="73025" y="137998"/>
                  </a:lnTo>
                  <a:lnTo>
                    <a:pt x="73126" y="137820"/>
                  </a:lnTo>
                  <a:lnTo>
                    <a:pt x="73202" y="137642"/>
                  </a:lnTo>
                  <a:lnTo>
                    <a:pt x="74168" y="135813"/>
                  </a:lnTo>
                  <a:close/>
                </a:path>
                <a:path w="187325" h="282575">
                  <a:moveTo>
                    <a:pt x="74764" y="122618"/>
                  </a:moveTo>
                  <a:lnTo>
                    <a:pt x="74409" y="121754"/>
                  </a:lnTo>
                  <a:lnTo>
                    <a:pt x="73723" y="121602"/>
                  </a:lnTo>
                  <a:lnTo>
                    <a:pt x="73596" y="121589"/>
                  </a:lnTo>
                  <a:lnTo>
                    <a:pt x="73456" y="121551"/>
                  </a:lnTo>
                  <a:lnTo>
                    <a:pt x="73329" y="121539"/>
                  </a:lnTo>
                  <a:lnTo>
                    <a:pt x="72555" y="121361"/>
                  </a:lnTo>
                  <a:lnTo>
                    <a:pt x="71958" y="122021"/>
                  </a:lnTo>
                  <a:lnTo>
                    <a:pt x="72110" y="122859"/>
                  </a:lnTo>
                  <a:lnTo>
                    <a:pt x="72136" y="122986"/>
                  </a:lnTo>
                  <a:lnTo>
                    <a:pt x="72161" y="123139"/>
                  </a:lnTo>
                  <a:lnTo>
                    <a:pt x="72186" y="123266"/>
                  </a:lnTo>
                  <a:lnTo>
                    <a:pt x="72313" y="123990"/>
                  </a:lnTo>
                  <a:lnTo>
                    <a:pt x="73113" y="124383"/>
                  </a:lnTo>
                  <a:lnTo>
                    <a:pt x="73939" y="124155"/>
                  </a:lnTo>
                  <a:lnTo>
                    <a:pt x="74231" y="124079"/>
                  </a:lnTo>
                  <a:lnTo>
                    <a:pt x="74472" y="123812"/>
                  </a:lnTo>
                  <a:lnTo>
                    <a:pt x="74549" y="123507"/>
                  </a:lnTo>
                  <a:lnTo>
                    <a:pt x="74599" y="123266"/>
                  </a:lnTo>
                  <a:lnTo>
                    <a:pt x="74764" y="122618"/>
                  </a:lnTo>
                  <a:close/>
                </a:path>
                <a:path w="187325" h="282575">
                  <a:moveTo>
                    <a:pt x="78740" y="236677"/>
                  </a:moveTo>
                  <a:lnTo>
                    <a:pt x="72555" y="236677"/>
                  </a:lnTo>
                  <a:lnTo>
                    <a:pt x="72555" y="241858"/>
                  </a:lnTo>
                  <a:lnTo>
                    <a:pt x="75653" y="241858"/>
                  </a:lnTo>
                  <a:lnTo>
                    <a:pt x="78740" y="241858"/>
                  </a:lnTo>
                  <a:lnTo>
                    <a:pt x="78740" y="236677"/>
                  </a:lnTo>
                  <a:close/>
                </a:path>
                <a:path w="187325" h="282575">
                  <a:moveTo>
                    <a:pt x="79971" y="275996"/>
                  </a:moveTo>
                  <a:lnTo>
                    <a:pt x="75730" y="272961"/>
                  </a:lnTo>
                  <a:lnTo>
                    <a:pt x="73825" y="277025"/>
                  </a:lnTo>
                  <a:lnTo>
                    <a:pt x="76428" y="278028"/>
                  </a:lnTo>
                  <a:lnTo>
                    <a:pt x="79006" y="279031"/>
                  </a:lnTo>
                  <a:lnTo>
                    <a:pt x="79971" y="275996"/>
                  </a:lnTo>
                  <a:close/>
                </a:path>
                <a:path w="187325" h="282575">
                  <a:moveTo>
                    <a:pt x="84124" y="38836"/>
                  </a:moveTo>
                  <a:lnTo>
                    <a:pt x="81343" y="38836"/>
                  </a:lnTo>
                  <a:lnTo>
                    <a:pt x="82105" y="40297"/>
                  </a:lnTo>
                  <a:lnTo>
                    <a:pt x="82524" y="41109"/>
                  </a:lnTo>
                  <a:lnTo>
                    <a:pt x="82931" y="41109"/>
                  </a:lnTo>
                  <a:lnTo>
                    <a:pt x="83172" y="40652"/>
                  </a:lnTo>
                  <a:lnTo>
                    <a:pt x="83362" y="40297"/>
                  </a:lnTo>
                  <a:lnTo>
                    <a:pt x="84124" y="38836"/>
                  </a:lnTo>
                  <a:close/>
                </a:path>
                <a:path w="187325" h="282575">
                  <a:moveTo>
                    <a:pt x="84366" y="259435"/>
                  </a:moveTo>
                  <a:lnTo>
                    <a:pt x="81102" y="259435"/>
                  </a:lnTo>
                  <a:lnTo>
                    <a:pt x="81102" y="262166"/>
                  </a:lnTo>
                  <a:lnTo>
                    <a:pt x="82727" y="262166"/>
                  </a:lnTo>
                  <a:lnTo>
                    <a:pt x="84366" y="262166"/>
                  </a:lnTo>
                  <a:lnTo>
                    <a:pt x="84366" y="259435"/>
                  </a:lnTo>
                  <a:close/>
                </a:path>
                <a:path w="187325" h="282575">
                  <a:moveTo>
                    <a:pt x="85534" y="268173"/>
                  </a:moveTo>
                  <a:lnTo>
                    <a:pt x="79933" y="268173"/>
                  </a:lnTo>
                  <a:lnTo>
                    <a:pt x="79921" y="272872"/>
                  </a:lnTo>
                  <a:lnTo>
                    <a:pt x="82727" y="272872"/>
                  </a:lnTo>
                  <a:lnTo>
                    <a:pt x="85534" y="272872"/>
                  </a:lnTo>
                  <a:lnTo>
                    <a:pt x="85534" y="268173"/>
                  </a:lnTo>
                  <a:close/>
                </a:path>
                <a:path w="187325" h="282575">
                  <a:moveTo>
                    <a:pt x="87858" y="40894"/>
                  </a:moveTo>
                  <a:lnTo>
                    <a:pt x="87731" y="40500"/>
                  </a:lnTo>
                  <a:lnTo>
                    <a:pt x="87312" y="40055"/>
                  </a:lnTo>
                  <a:lnTo>
                    <a:pt x="86410" y="39116"/>
                  </a:lnTo>
                  <a:lnTo>
                    <a:pt x="85217" y="40398"/>
                  </a:lnTo>
                  <a:lnTo>
                    <a:pt x="85991" y="41262"/>
                  </a:lnTo>
                  <a:lnTo>
                    <a:pt x="86194" y="41490"/>
                  </a:lnTo>
                  <a:lnTo>
                    <a:pt x="86296" y="41617"/>
                  </a:lnTo>
                  <a:lnTo>
                    <a:pt x="86499" y="41833"/>
                  </a:lnTo>
                  <a:lnTo>
                    <a:pt x="86868" y="41960"/>
                  </a:lnTo>
                  <a:lnTo>
                    <a:pt x="87147" y="41859"/>
                  </a:lnTo>
                  <a:lnTo>
                    <a:pt x="87528" y="41694"/>
                  </a:lnTo>
                  <a:lnTo>
                    <a:pt x="87858" y="40894"/>
                  </a:lnTo>
                  <a:close/>
                </a:path>
                <a:path w="187325" h="282575">
                  <a:moveTo>
                    <a:pt x="89598" y="224383"/>
                  </a:moveTo>
                  <a:lnTo>
                    <a:pt x="87909" y="221729"/>
                  </a:lnTo>
                  <a:lnTo>
                    <a:pt x="87909" y="223786"/>
                  </a:lnTo>
                  <a:lnTo>
                    <a:pt x="87833" y="223583"/>
                  </a:lnTo>
                  <a:lnTo>
                    <a:pt x="87909" y="223786"/>
                  </a:lnTo>
                  <a:lnTo>
                    <a:pt x="87909" y="221729"/>
                  </a:lnTo>
                  <a:lnTo>
                    <a:pt x="87249" y="220687"/>
                  </a:lnTo>
                  <a:lnTo>
                    <a:pt x="86969" y="220357"/>
                  </a:lnTo>
                  <a:lnTo>
                    <a:pt x="85305" y="219329"/>
                  </a:lnTo>
                  <a:lnTo>
                    <a:pt x="82410" y="220357"/>
                  </a:lnTo>
                  <a:lnTo>
                    <a:pt x="81661" y="221005"/>
                  </a:lnTo>
                  <a:lnTo>
                    <a:pt x="79692" y="224167"/>
                  </a:lnTo>
                  <a:lnTo>
                    <a:pt x="80822" y="227888"/>
                  </a:lnTo>
                  <a:lnTo>
                    <a:pt x="84924" y="228498"/>
                  </a:lnTo>
                  <a:lnTo>
                    <a:pt x="86118" y="228257"/>
                  </a:lnTo>
                  <a:lnTo>
                    <a:pt x="86766" y="227533"/>
                  </a:lnTo>
                  <a:lnTo>
                    <a:pt x="89598" y="224383"/>
                  </a:lnTo>
                  <a:close/>
                </a:path>
                <a:path w="187325" h="282575">
                  <a:moveTo>
                    <a:pt x="89687" y="203288"/>
                  </a:moveTo>
                  <a:lnTo>
                    <a:pt x="83858" y="201282"/>
                  </a:lnTo>
                  <a:lnTo>
                    <a:pt x="83845" y="207797"/>
                  </a:lnTo>
                  <a:lnTo>
                    <a:pt x="87134" y="206654"/>
                  </a:lnTo>
                  <a:lnTo>
                    <a:pt x="89649" y="205778"/>
                  </a:lnTo>
                  <a:lnTo>
                    <a:pt x="89687" y="203288"/>
                  </a:lnTo>
                  <a:close/>
                </a:path>
                <a:path w="187325" h="282575">
                  <a:moveTo>
                    <a:pt x="91274" y="32588"/>
                  </a:moveTo>
                  <a:lnTo>
                    <a:pt x="87083" y="32588"/>
                  </a:lnTo>
                  <a:lnTo>
                    <a:pt x="87071" y="36106"/>
                  </a:lnTo>
                  <a:lnTo>
                    <a:pt x="89179" y="36106"/>
                  </a:lnTo>
                  <a:lnTo>
                    <a:pt x="91262" y="36106"/>
                  </a:lnTo>
                  <a:lnTo>
                    <a:pt x="91274" y="32588"/>
                  </a:lnTo>
                  <a:close/>
                </a:path>
                <a:path w="187325" h="282575">
                  <a:moveTo>
                    <a:pt x="92951" y="236613"/>
                  </a:moveTo>
                  <a:lnTo>
                    <a:pt x="90614" y="235559"/>
                  </a:lnTo>
                  <a:lnTo>
                    <a:pt x="86741" y="233807"/>
                  </a:lnTo>
                  <a:lnTo>
                    <a:pt x="86715" y="241947"/>
                  </a:lnTo>
                  <a:lnTo>
                    <a:pt x="90436" y="240271"/>
                  </a:lnTo>
                  <a:lnTo>
                    <a:pt x="92938" y="239141"/>
                  </a:lnTo>
                  <a:lnTo>
                    <a:pt x="92951" y="236613"/>
                  </a:lnTo>
                  <a:close/>
                </a:path>
                <a:path w="187325" h="282575">
                  <a:moveTo>
                    <a:pt x="93268" y="368"/>
                  </a:moveTo>
                  <a:lnTo>
                    <a:pt x="93230" y="101"/>
                  </a:lnTo>
                  <a:lnTo>
                    <a:pt x="92430" y="368"/>
                  </a:lnTo>
                  <a:lnTo>
                    <a:pt x="92024" y="1104"/>
                  </a:lnTo>
                  <a:lnTo>
                    <a:pt x="92290" y="1409"/>
                  </a:lnTo>
                  <a:lnTo>
                    <a:pt x="93014" y="952"/>
                  </a:lnTo>
                  <a:lnTo>
                    <a:pt x="93268" y="368"/>
                  </a:lnTo>
                  <a:close/>
                </a:path>
                <a:path w="187325" h="282575">
                  <a:moveTo>
                    <a:pt x="93675" y="7734"/>
                  </a:moveTo>
                  <a:lnTo>
                    <a:pt x="89827" y="7734"/>
                  </a:lnTo>
                  <a:lnTo>
                    <a:pt x="89827" y="10960"/>
                  </a:lnTo>
                  <a:lnTo>
                    <a:pt x="91744" y="10960"/>
                  </a:lnTo>
                  <a:lnTo>
                    <a:pt x="93675" y="10960"/>
                  </a:lnTo>
                  <a:lnTo>
                    <a:pt x="93675" y="7734"/>
                  </a:lnTo>
                  <a:close/>
                </a:path>
                <a:path w="187325" h="282575">
                  <a:moveTo>
                    <a:pt x="96837" y="256679"/>
                  </a:moveTo>
                  <a:lnTo>
                    <a:pt x="94500" y="254355"/>
                  </a:lnTo>
                  <a:lnTo>
                    <a:pt x="92544" y="252374"/>
                  </a:lnTo>
                  <a:lnTo>
                    <a:pt x="89738" y="255397"/>
                  </a:lnTo>
                  <a:lnTo>
                    <a:pt x="91567" y="257530"/>
                  </a:lnTo>
                  <a:lnTo>
                    <a:pt x="93726" y="260032"/>
                  </a:lnTo>
                  <a:lnTo>
                    <a:pt x="96837" y="256679"/>
                  </a:lnTo>
                  <a:close/>
                </a:path>
                <a:path w="187325" h="282575">
                  <a:moveTo>
                    <a:pt x="97078" y="22555"/>
                  </a:moveTo>
                  <a:lnTo>
                    <a:pt x="92811" y="19951"/>
                  </a:lnTo>
                  <a:lnTo>
                    <a:pt x="92811" y="26517"/>
                  </a:lnTo>
                  <a:lnTo>
                    <a:pt x="95770" y="24714"/>
                  </a:lnTo>
                  <a:lnTo>
                    <a:pt x="97078" y="23914"/>
                  </a:lnTo>
                  <a:lnTo>
                    <a:pt x="97078" y="22555"/>
                  </a:lnTo>
                  <a:close/>
                </a:path>
                <a:path w="187325" h="282575">
                  <a:moveTo>
                    <a:pt x="97332" y="196189"/>
                  </a:moveTo>
                  <a:lnTo>
                    <a:pt x="97066" y="195148"/>
                  </a:lnTo>
                  <a:lnTo>
                    <a:pt x="96621" y="193357"/>
                  </a:lnTo>
                  <a:lnTo>
                    <a:pt x="92570" y="192913"/>
                  </a:lnTo>
                  <a:lnTo>
                    <a:pt x="91186" y="194703"/>
                  </a:lnTo>
                  <a:lnTo>
                    <a:pt x="91376" y="197637"/>
                  </a:lnTo>
                  <a:lnTo>
                    <a:pt x="92049" y="198958"/>
                  </a:lnTo>
                  <a:lnTo>
                    <a:pt x="95097" y="199542"/>
                  </a:lnTo>
                  <a:lnTo>
                    <a:pt x="96215" y="198501"/>
                  </a:lnTo>
                  <a:lnTo>
                    <a:pt x="96304" y="197827"/>
                  </a:lnTo>
                  <a:lnTo>
                    <a:pt x="96405" y="196913"/>
                  </a:lnTo>
                  <a:lnTo>
                    <a:pt x="97332" y="196189"/>
                  </a:lnTo>
                  <a:close/>
                </a:path>
                <a:path w="187325" h="282575">
                  <a:moveTo>
                    <a:pt x="98539" y="14605"/>
                  </a:moveTo>
                  <a:lnTo>
                    <a:pt x="97840" y="14605"/>
                  </a:lnTo>
                  <a:lnTo>
                    <a:pt x="97840" y="15189"/>
                  </a:lnTo>
                  <a:lnTo>
                    <a:pt x="98196" y="15189"/>
                  </a:lnTo>
                  <a:lnTo>
                    <a:pt x="98539" y="15189"/>
                  </a:lnTo>
                  <a:lnTo>
                    <a:pt x="98539" y="14605"/>
                  </a:lnTo>
                  <a:close/>
                </a:path>
                <a:path w="187325" h="282575">
                  <a:moveTo>
                    <a:pt x="110363" y="276860"/>
                  </a:moveTo>
                  <a:lnTo>
                    <a:pt x="108534" y="274662"/>
                  </a:lnTo>
                  <a:lnTo>
                    <a:pt x="107048" y="275463"/>
                  </a:lnTo>
                  <a:lnTo>
                    <a:pt x="106908" y="275539"/>
                  </a:lnTo>
                  <a:lnTo>
                    <a:pt x="105918" y="276085"/>
                  </a:lnTo>
                  <a:lnTo>
                    <a:pt x="105867" y="277482"/>
                  </a:lnTo>
                  <a:lnTo>
                    <a:pt x="106514" y="278231"/>
                  </a:lnTo>
                  <a:lnTo>
                    <a:pt x="107137" y="278930"/>
                  </a:lnTo>
                  <a:lnTo>
                    <a:pt x="108140" y="279006"/>
                  </a:lnTo>
                  <a:lnTo>
                    <a:pt x="108610" y="278396"/>
                  </a:lnTo>
                  <a:lnTo>
                    <a:pt x="108686" y="278257"/>
                  </a:lnTo>
                  <a:lnTo>
                    <a:pt x="108915" y="278066"/>
                  </a:lnTo>
                  <a:lnTo>
                    <a:pt x="110363" y="276860"/>
                  </a:lnTo>
                  <a:close/>
                </a:path>
                <a:path w="187325" h="282575">
                  <a:moveTo>
                    <a:pt x="127279" y="224866"/>
                  </a:moveTo>
                  <a:lnTo>
                    <a:pt x="126365" y="222478"/>
                  </a:lnTo>
                  <a:lnTo>
                    <a:pt x="122834" y="222478"/>
                  </a:lnTo>
                  <a:lnTo>
                    <a:pt x="121907" y="224878"/>
                  </a:lnTo>
                  <a:lnTo>
                    <a:pt x="123151" y="226237"/>
                  </a:lnTo>
                  <a:lnTo>
                    <a:pt x="123482" y="226580"/>
                  </a:lnTo>
                  <a:lnTo>
                    <a:pt x="124079" y="227241"/>
                  </a:lnTo>
                  <a:lnTo>
                    <a:pt x="125120" y="227241"/>
                  </a:lnTo>
                  <a:lnTo>
                    <a:pt x="127279" y="224866"/>
                  </a:lnTo>
                  <a:close/>
                </a:path>
                <a:path w="187325" h="282575">
                  <a:moveTo>
                    <a:pt x="128155" y="261353"/>
                  </a:moveTo>
                  <a:lnTo>
                    <a:pt x="126796" y="257822"/>
                  </a:lnTo>
                  <a:lnTo>
                    <a:pt x="124955" y="256959"/>
                  </a:lnTo>
                  <a:lnTo>
                    <a:pt x="122326" y="259803"/>
                  </a:lnTo>
                  <a:lnTo>
                    <a:pt x="123126" y="261785"/>
                  </a:lnTo>
                  <a:lnTo>
                    <a:pt x="124637" y="262458"/>
                  </a:lnTo>
                  <a:lnTo>
                    <a:pt x="126403" y="263245"/>
                  </a:lnTo>
                  <a:lnTo>
                    <a:pt x="128155" y="261353"/>
                  </a:lnTo>
                  <a:close/>
                </a:path>
                <a:path w="187325" h="282575">
                  <a:moveTo>
                    <a:pt x="128651" y="279463"/>
                  </a:moveTo>
                  <a:lnTo>
                    <a:pt x="127254" y="276415"/>
                  </a:lnTo>
                  <a:lnTo>
                    <a:pt x="126936" y="275983"/>
                  </a:lnTo>
                  <a:lnTo>
                    <a:pt x="124053" y="272884"/>
                  </a:lnTo>
                  <a:lnTo>
                    <a:pt x="120345" y="276885"/>
                  </a:lnTo>
                  <a:lnTo>
                    <a:pt x="122745" y="279476"/>
                  </a:lnTo>
                  <a:lnTo>
                    <a:pt x="123215" y="279984"/>
                  </a:lnTo>
                  <a:lnTo>
                    <a:pt x="123621" y="280327"/>
                  </a:lnTo>
                  <a:lnTo>
                    <a:pt x="126441" y="281851"/>
                  </a:lnTo>
                  <a:lnTo>
                    <a:pt x="128651" y="279463"/>
                  </a:lnTo>
                  <a:close/>
                </a:path>
                <a:path w="187325" h="282575">
                  <a:moveTo>
                    <a:pt x="130454" y="246278"/>
                  </a:moveTo>
                  <a:lnTo>
                    <a:pt x="127635" y="239268"/>
                  </a:lnTo>
                  <a:lnTo>
                    <a:pt x="121996" y="245313"/>
                  </a:lnTo>
                  <a:lnTo>
                    <a:pt x="125920" y="247142"/>
                  </a:lnTo>
                  <a:lnTo>
                    <a:pt x="128524" y="248361"/>
                  </a:lnTo>
                  <a:lnTo>
                    <a:pt x="130454" y="246278"/>
                  </a:lnTo>
                  <a:close/>
                </a:path>
                <a:path w="187325" h="282575">
                  <a:moveTo>
                    <a:pt x="138938" y="214604"/>
                  </a:moveTo>
                  <a:lnTo>
                    <a:pt x="132753" y="214604"/>
                  </a:lnTo>
                  <a:lnTo>
                    <a:pt x="132753" y="219773"/>
                  </a:lnTo>
                  <a:lnTo>
                    <a:pt x="135851" y="219773"/>
                  </a:lnTo>
                  <a:lnTo>
                    <a:pt x="138938" y="219773"/>
                  </a:lnTo>
                  <a:lnTo>
                    <a:pt x="138938" y="214604"/>
                  </a:lnTo>
                  <a:close/>
                </a:path>
                <a:path w="187325" h="282575">
                  <a:moveTo>
                    <a:pt x="147345" y="204571"/>
                  </a:moveTo>
                  <a:lnTo>
                    <a:pt x="145059" y="203949"/>
                  </a:lnTo>
                  <a:lnTo>
                    <a:pt x="144526" y="205524"/>
                  </a:lnTo>
                  <a:lnTo>
                    <a:pt x="144157" y="206590"/>
                  </a:lnTo>
                  <a:lnTo>
                    <a:pt x="143878" y="207137"/>
                  </a:lnTo>
                  <a:lnTo>
                    <a:pt x="144462" y="208699"/>
                  </a:lnTo>
                  <a:lnTo>
                    <a:pt x="144983" y="209029"/>
                  </a:lnTo>
                  <a:lnTo>
                    <a:pt x="146469" y="208076"/>
                  </a:lnTo>
                  <a:lnTo>
                    <a:pt x="146545" y="207429"/>
                  </a:lnTo>
                  <a:lnTo>
                    <a:pt x="147345" y="204571"/>
                  </a:lnTo>
                  <a:close/>
                </a:path>
                <a:path w="187325" h="282575">
                  <a:moveTo>
                    <a:pt x="151218" y="200113"/>
                  </a:moveTo>
                  <a:lnTo>
                    <a:pt x="151168" y="199669"/>
                  </a:lnTo>
                  <a:lnTo>
                    <a:pt x="151155" y="199440"/>
                  </a:lnTo>
                  <a:lnTo>
                    <a:pt x="151015" y="197713"/>
                  </a:lnTo>
                  <a:lnTo>
                    <a:pt x="149644" y="196926"/>
                  </a:lnTo>
                  <a:lnTo>
                    <a:pt x="148717" y="197904"/>
                  </a:lnTo>
                  <a:lnTo>
                    <a:pt x="147815" y="198894"/>
                  </a:lnTo>
                  <a:lnTo>
                    <a:pt x="148539" y="200380"/>
                  </a:lnTo>
                  <a:lnTo>
                    <a:pt x="149720" y="200494"/>
                  </a:lnTo>
                  <a:lnTo>
                    <a:pt x="150355" y="200558"/>
                  </a:lnTo>
                  <a:lnTo>
                    <a:pt x="150774" y="200583"/>
                  </a:lnTo>
                  <a:lnTo>
                    <a:pt x="151218" y="200113"/>
                  </a:lnTo>
                  <a:close/>
                </a:path>
                <a:path w="187325" h="282575">
                  <a:moveTo>
                    <a:pt x="154444" y="220421"/>
                  </a:moveTo>
                  <a:lnTo>
                    <a:pt x="153022" y="218884"/>
                  </a:lnTo>
                  <a:lnTo>
                    <a:pt x="151447" y="219646"/>
                  </a:lnTo>
                  <a:lnTo>
                    <a:pt x="151041" y="219837"/>
                  </a:lnTo>
                  <a:lnTo>
                    <a:pt x="150114" y="220281"/>
                  </a:lnTo>
                  <a:lnTo>
                    <a:pt x="149948" y="221691"/>
                  </a:lnTo>
                  <a:lnTo>
                    <a:pt x="150533" y="222872"/>
                  </a:lnTo>
                  <a:lnTo>
                    <a:pt x="150749" y="223100"/>
                  </a:lnTo>
                  <a:lnTo>
                    <a:pt x="151841" y="223735"/>
                  </a:lnTo>
                  <a:lnTo>
                    <a:pt x="153136" y="223558"/>
                  </a:lnTo>
                  <a:lnTo>
                    <a:pt x="153555" y="222554"/>
                  </a:lnTo>
                  <a:lnTo>
                    <a:pt x="153619" y="222402"/>
                  </a:lnTo>
                  <a:lnTo>
                    <a:pt x="154444" y="220421"/>
                  </a:lnTo>
                  <a:close/>
                </a:path>
                <a:path w="187325" h="282575">
                  <a:moveTo>
                    <a:pt x="157505" y="261924"/>
                  </a:moveTo>
                  <a:lnTo>
                    <a:pt x="153530" y="261924"/>
                  </a:lnTo>
                  <a:lnTo>
                    <a:pt x="153517" y="265239"/>
                  </a:lnTo>
                  <a:lnTo>
                    <a:pt x="155511" y="265239"/>
                  </a:lnTo>
                  <a:lnTo>
                    <a:pt x="157492" y="265239"/>
                  </a:lnTo>
                  <a:lnTo>
                    <a:pt x="157505" y="261924"/>
                  </a:lnTo>
                  <a:close/>
                </a:path>
                <a:path w="187325" h="282575">
                  <a:moveTo>
                    <a:pt x="157810" y="213995"/>
                  </a:moveTo>
                  <a:lnTo>
                    <a:pt x="156743" y="212077"/>
                  </a:lnTo>
                  <a:lnTo>
                    <a:pt x="154978" y="211823"/>
                  </a:lnTo>
                  <a:lnTo>
                    <a:pt x="154063" y="211683"/>
                  </a:lnTo>
                  <a:lnTo>
                    <a:pt x="153136" y="212699"/>
                  </a:lnTo>
                  <a:lnTo>
                    <a:pt x="153238" y="213563"/>
                  </a:lnTo>
                  <a:lnTo>
                    <a:pt x="153263" y="213791"/>
                  </a:lnTo>
                  <a:lnTo>
                    <a:pt x="153492" y="215582"/>
                  </a:lnTo>
                  <a:lnTo>
                    <a:pt x="155257" y="216763"/>
                  </a:lnTo>
                  <a:lnTo>
                    <a:pt x="156540" y="215366"/>
                  </a:lnTo>
                  <a:lnTo>
                    <a:pt x="157810" y="213995"/>
                  </a:lnTo>
                  <a:close/>
                </a:path>
                <a:path w="187325" h="282575">
                  <a:moveTo>
                    <a:pt x="158521" y="243344"/>
                  </a:moveTo>
                  <a:lnTo>
                    <a:pt x="155067" y="243344"/>
                  </a:lnTo>
                  <a:lnTo>
                    <a:pt x="155943" y="245364"/>
                  </a:lnTo>
                  <a:lnTo>
                    <a:pt x="156387" y="246418"/>
                  </a:lnTo>
                  <a:lnTo>
                    <a:pt x="157213" y="246418"/>
                  </a:lnTo>
                  <a:lnTo>
                    <a:pt x="158521" y="243344"/>
                  </a:lnTo>
                  <a:close/>
                </a:path>
                <a:path w="187325" h="282575">
                  <a:moveTo>
                    <a:pt x="164045" y="262013"/>
                  </a:moveTo>
                  <a:lnTo>
                    <a:pt x="163728" y="261467"/>
                  </a:lnTo>
                  <a:lnTo>
                    <a:pt x="163042" y="260311"/>
                  </a:lnTo>
                  <a:lnTo>
                    <a:pt x="161290" y="260756"/>
                  </a:lnTo>
                  <a:lnTo>
                    <a:pt x="161264" y="263626"/>
                  </a:lnTo>
                  <a:lnTo>
                    <a:pt x="163042" y="264071"/>
                  </a:lnTo>
                  <a:lnTo>
                    <a:pt x="163728" y="262902"/>
                  </a:lnTo>
                  <a:lnTo>
                    <a:pt x="163842" y="262699"/>
                  </a:lnTo>
                  <a:lnTo>
                    <a:pt x="164045" y="262369"/>
                  </a:lnTo>
                  <a:lnTo>
                    <a:pt x="164045" y="262013"/>
                  </a:lnTo>
                  <a:close/>
                </a:path>
                <a:path w="187325" h="282575">
                  <a:moveTo>
                    <a:pt x="168554" y="277266"/>
                  </a:moveTo>
                  <a:lnTo>
                    <a:pt x="163068" y="277266"/>
                  </a:lnTo>
                  <a:lnTo>
                    <a:pt x="163068" y="281851"/>
                  </a:lnTo>
                  <a:lnTo>
                    <a:pt x="165811" y="281851"/>
                  </a:lnTo>
                  <a:lnTo>
                    <a:pt x="168554" y="281851"/>
                  </a:lnTo>
                  <a:lnTo>
                    <a:pt x="168554" y="277266"/>
                  </a:lnTo>
                  <a:close/>
                </a:path>
                <a:path w="187325" h="282575">
                  <a:moveTo>
                    <a:pt x="172656" y="227901"/>
                  </a:moveTo>
                  <a:lnTo>
                    <a:pt x="165430" y="227901"/>
                  </a:lnTo>
                  <a:lnTo>
                    <a:pt x="165417" y="233959"/>
                  </a:lnTo>
                  <a:lnTo>
                    <a:pt x="169037" y="233959"/>
                  </a:lnTo>
                  <a:lnTo>
                    <a:pt x="172643" y="233959"/>
                  </a:lnTo>
                  <a:lnTo>
                    <a:pt x="172656" y="227901"/>
                  </a:lnTo>
                  <a:close/>
                </a:path>
                <a:path w="187325" h="282575">
                  <a:moveTo>
                    <a:pt x="181978" y="273253"/>
                  </a:moveTo>
                  <a:lnTo>
                    <a:pt x="181851" y="273253"/>
                  </a:lnTo>
                  <a:lnTo>
                    <a:pt x="181978" y="273354"/>
                  </a:lnTo>
                  <a:close/>
                </a:path>
                <a:path w="187325" h="282575">
                  <a:moveTo>
                    <a:pt x="186893" y="276758"/>
                  </a:moveTo>
                  <a:lnTo>
                    <a:pt x="185204" y="278231"/>
                  </a:lnTo>
                  <a:lnTo>
                    <a:pt x="184696" y="278688"/>
                  </a:lnTo>
                  <a:lnTo>
                    <a:pt x="184696" y="279031"/>
                  </a:lnTo>
                  <a:lnTo>
                    <a:pt x="186893" y="280949"/>
                  </a:lnTo>
                  <a:lnTo>
                    <a:pt x="186893" y="276758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7" name="object 467" descr=""/>
          <p:cNvSpPr txBox="1"/>
          <p:nvPr/>
        </p:nvSpPr>
        <p:spPr>
          <a:xfrm>
            <a:off x="624158" y="728636"/>
            <a:ext cx="2063114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Mountains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 spc="-20">
                <a:latin typeface="Open Sans"/>
                <a:cs typeface="Open Sans"/>
              </a:rPr>
              <a:t>Hills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18066" y="7820745"/>
            <a:ext cx="2132965" cy="539115"/>
            <a:chOff x="1618066" y="7820745"/>
            <a:chExt cx="2132965" cy="539115"/>
          </a:xfrm>
        </p:grpSpPr>
        <p:sp>
          <p:nvSpPr>
            <p:cNvPr id="3" name="object 3" descr=""/>
            <p:cNvSpPr/>
            <p:nvPr/>
          </p:nvSpPr>
          <p:spPr>
            <a:xfrm>
              <a:off x="1618066" y="7820745"/>
              <a:ext cx="2132965" cy="539115"/>
            </a:xfrm>
            <a:custGeom>
              <a:avLst/>
              <a:gdLst/>
              <a:ahLst/>
              <a:cxnLst/>
              <a:rect l="l" t="t" r="r" b="b"/>
              <a:pathLst>
                <a:path w="2132965" h="539115">
                  <a:moveTo>
                    <a:pt x="914696" y="0"/>
                  </a:moveTo>
                  <a:lnTo>
                    <a:pt x="869693" y="5749"/>
                  </a:lnTo>
                  <a:lnTo>
                    <a:pt x="825198" y="17274"/>
                  </a:lnTo>
                  <a:lnTo>
                    <a:pt x="781382" y="32603"/>
                  </a:lnTo>
                  <a:lnTo>
                    <a:pt x="738417" y="49765"/>
                  </a:lnTo>
                  <a:lnTo>
                    <a:pt x="0" y="352541"/>
                  </a:lnTo>
                  <a:lnTo>
                    <a:pt x="40135" y="377103"/>
                  </a:lnTo>
                  <a:lnTo>
                    <a:pt x="82181" y="399669"/>
                  </a:lnTo>
                  <a:lnTo>
                    <a:pt x="125944" y="420298"/>
                  </a:lnTo>
                  <a:lnTo>
                    <a:pt x="171229" y="439048"/>
                  </a:lnTo>
                  <a:lnTo>
                    <a:pt x="217839" y="455976"/>
                  </a:lnTo>
                  <a:lnTo>
                    <a:pt x="265580" y="471142"/>
                  </a:lnTo>
                  <a:lnTo>
                    <a:pt x="314256" y="484602"/>
                  </a:lnTo>
                  <a:lnTo>
                    <a:pt x="363674" y="496415"/>
                  </a:lnTo>
                  <a:lnTo>
                    <a:pt x="413636" y="506640"/>
                  </a:lnTo>
                  <a:lnTo>
                    <a:pt x="463949" y="515333"/>
                  </a:lnTo>
                  <a:lnTo>
                    <a:pt x="514416" y="522554"/>
                  </a:lnTo>
                  <a:lnTo>
                    <a:pt x="564844" y="528361"/>
                  </a:lnTo>
                  <a:lnTo>
                    <a:pt x="615035" y="532811"/>
                  </a:lnTo>
                  <a:lnTo>
                    <a:pt x="664797" y="535963"/>
                  </a:lnTo>
                  <a:lnTo>
                    <a:pt x="713932" y="537875"/>
                  </a:lnTo>
                  <a:lnTo>
                    <a:pt x="762247" y="538605"/>
                  </a:lnTo>
                  <a:lnTo>
                    <a:pt x="809546" y="538211"/>
                  </a:lnTo>
                  <a:lnTo>
                    <a:pt x="859188" y="536839"/>
                  </a:lnTo>
                  <a:lnTo>
                    <a:pt x="908826" y="534808"/>
                  </a:lnTo>
                  <a:lnTo>
                    <a:pt x="958457" y="532251"/>
                  </a:lnTo>
                  <a:lnTo>
                    <a:pt x="1008082" y="529300"/>
                  </a:lnTo>
                  <a:lnTo>
                    <a:pt x="1206522" y="516226"/>
                  </a:lnTo>
                  <a:lnTo>
                    <a:pt x="1256116" y="513305"/>
                  </a:lnTo>
                  <a:lnTo>
                    <a:pt x="1305703" y="510790"/>
                  </a:lnTo>
                  <a:lnTo>
                    <a:pt x="1355283" y="508813"/>
                  </a:lnTo>
                  <a:lnTo>
                    <a:pt x="1404857" y="507508"/>
                  </a:lnTo>
                  <a:lnTo>
                    <a:pt x="1454424" y="507008"/>
                  </a:lnTo>
                  <a:lnTo>
                    <a:pt x="1503984" y="507446"/>
                  </a:lnTo>
                  <a:lnTo>
                    <a:pt x="1553536" y="508954"/>
                  </a:lnTo>
                  <a:lnTo>
                    <a:pt x="1603082" y="511667"/>
                  </a:lnTo>
                  <a:lnTo>
                    <a:pt x="1649716" y="515307"/>
                  </a:lnTo>
                  <a:lnTo>
                    <a:pt x="1742966" y="523393"/>
                  </a:lnTo>
                  <a:lnTo>
                    <a:pt x="1789601" y="526464"/>
                  </a:lnTo>
                  <a:lnTo>
                    <a:pt x="1836254" y="527971"/>
                  </a:lnTo>
                  <a:lnTo>
                    <a:pt x="1882937" y="527227"/>
                  </a:lnTo>
                  <a:lnTo>
                    <a:pt x="1928835" y="522264"/>
                  </a:lnTo>
                  <a:lnTo>
                    <a:pt x="1973090" y="511851"/>
                  </a:lnTo>
                  <a:lnTo>
                    <a:pt x="2015644" y="496416"/>
                  </a:lnTo>
                  <a:lnTo>
                    <a:pt x="2056437" y="476388"/>
                  </a:lnTo>
                  <a:lnTo>
                    <a:pt x="2095412" y="452195"/>
                  </a:lnTo>
                  <a:lnTo>
                    <a:pt x="2132510" y="424267"/>
                  </a:lnTo>
                  <a:lnTo>
                    <a:pt x="2081634" y="414712"/>
                  </a:lnTo>
                  <a:lnTo>
                    <a:pt x="2030911" y="404374"/>
                  </a:lnTo>
                  <a:lnTo>
                    <a:pt x="1980354" y="393254"/>
                  </a:lnTo>
                  <a:lnTo>
                    <a:pt x="1929974" y="381358"/>
                  </a:lnTo>
                  <a:lnTo>
                    <a:pt x="1879783" y="368690"/>
                  </a:lnTo>
                  <a:lnTo>
                    <a:pt x="1829792" y="355253"/>
                  </a:lnTo>
                  <a:lnTo>
                    <a:pt x="1780012" y="341052"/>
                  </a:lnTo>
                  <a:lnTo>
                    <a:pt x="1730455" y="326091"/>
                  </a:lnTo>
                  <a:lnTo>
                    <a:pt x="1681132" y="310373"/>
                  </a:lnTo>
                  <a:lnTo>
                    <a:pt x="1632055" y="293903"/>
                  </a:lnTo>
                  <a:lnTo>
                    <a:pt x="1583236" y="276685"/>
                  </a:lnTo>
                  <a:lnTo>
                    <a:pt x="1534686" y="258723"/>
                  </a:lnTo>
                  <a:lnTo>
                    <a:pt x="1486416" y="240020"/>
                  </a:lnTo>
                  <a:lnTo>
                    <a:pt x="1438437" y="220582"/>
                  </a:lnTo>
                  <a:lnTo>
                    <a:pt x="1390762" y="200412"/>
                  </a:lnTo>
                  <a:lnTo>
                    <a:pt x="1343402" y="179514"/>
                  </a:lnTo>
                  <a:lnTo>
                    <a:pt x="1296368" y="157892"/>
                  </a:lnTo>
                  <a:lnTo>
                    <a:pt x="1249672" y="135550"/>
                  </a:lnTo>
                  <a:lnTo>
                    <a:pt x="1203325" y="112492"/>
                  </a:lnTo>
                  <a:lnTo>
                    <a:pt x="1157339" y="88723"/>
                  </a:lnTo>
                  <a:lnTo>
                    <a:pt x="1111725" y="64246"/>
                  </a:lnTo>
                  <a:lnTo>
                    <a:pt x="1075329" y="44497"/>
                  </a:lnTo>
                  <a:lnTo>
                    <a:pt x="1038200" y="26167"/>
                  </a:lnTo>
                  <a:lnTo>
                    <a:pt x="999910" y="11315"/>
                  </a:lnTo>
                  <a:lnTo>
                    <a:pt x="960033" y="1997"/>
                  </a:lnTo>
                  <a:lnTo>
                    <a:pt x="914696" y="0"/>
                  </a:lnTo>
                  <a:close/>
                </a:path>
              </a:pathLst>
            </a:custGeom>
            <a:solidFill>
              <a:srgbClr val="D482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0915" y="7835290"/>
              <a:ext cx="1455892" cy="513430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4506995" y="8030781"/>
            <a:ext cx="1551940" cy="391795"/>
            <a:chOff x="4506995" y="8030781"/>
            <a:chExt cx="1551940" cy="391795"/>
          </a:xfrm>
        </p:grpSpPr>
        <p:sp>
          <p:nvSpPr>
            <p:cNvPr id="6" name="object 6" descr=""/>
            <p:cNvSpPr/>
            <p:nvPr/>
          </p:nvSpPr>
          <p:spPr>
            <a:xfrm>
              <a:off x="4506995" y="8030781"/>
              <a:ext cx="1551940" cy="391795"/>
            </a:xfrm>
            <a:custGeom>
              <a:avLst/>
              <a:gdLst/>
              <a:ahLst/>
              <a:cxnLst/>
              <a:rect l="l" t="t" r="r" b="b"/>
              <a:pathLst>
                <a:path w="1551939" h="391795">
                  <a:moveTo>
                    <a:pt x="657447" y="0"/>
                  </a:moveTo>
                  <a:lnTo>
                    <a:pt x="616667" y="7368"/>
                  </a:lnTo>
                  <a:lnTo>
                    <a:pt x="576562" y="20183"/>
                  </a:lnTo>
                  <a:lnTo>
                    <a:pt x="537376" y="35642"/>
                  </a:lnTo>
                  <a:lnTo>
                    <a:pt x="0" y="255981"/>
                  </a:lnTo>
                  <a:lnTo>
                    <a:pt x="41797" y="280872"/>
                  </a:lnTo>
                  <a:lnTo>
                    <a:pt x="86267" y="302884"/>
                  </a:lnTo>
                  <a:lnTo>
                    <a:pt x="133006" y="322137"/>
                  </a:lnTo>
                  <a:lnTo>
                    <a:pt x="181610" y="338751"/>
                  </a:lnTo>
                  <a:lnTo>
                    <a:pt x="231676" y="352847"/>
                  </a:lnTo>
                  <a:lnTo>
                    <a:pt x="282800" y="364544"/>
                  </a:lnTo>
                  <a:lnTo>
                    <a:pt x="334578" y="373964"/>
                  </a:lnTo>
                  <a:lnTo>
                    <a:pt x="386606" y="381225"/>
                  </a:lnTo>
                  <a:lnTo>
                    <a:pt x="438480" y="386449"/>
                  </a:lnTo>
                  <a:lnTo>
                    <a:pt x="489797" y="389755"/>
                  </a:lnTo>
                  <a:lnTo>
                    <a:pt x="540153" y="391265"/>
                  </a:lnTo>
                  <a:lnTo>
                    <a:pt x="589144" y="391097"/>
                  </a:lnTo>
                  <a:lnTo>
                    <a:pt x="641690" y="389483"/>
                  </a:lnTo>
                  <a:lnTo>
                    <a:pt x="694227" y="386945"/>
                  </a:lnTo>
                  <a:lnTo>
                    <a:pt x="746755" y="383783"/>
                  </a:lnTo>
                  <a:lnTo>
                    <a:pt x="851782" y="376776"/>
                  </a:lnTo>
                  <a:lnTo>
                    <a:pt x="904281" y="373529"/>
                  </a:lnTo>
                  <a:lnTo>
                    <a:pt x="956770" y="370850"/>
                  </a:lnTo>
                  <a:lnTo>
                    <a:pt x="1009249" y="369037"/>
                  </a:lnTo>
                  <a:lnTo>
                    <a:pt x="1061718" y="368389"/>
                  </a:lnTo>
                  <a:lnTo>
                    <a:pt x="1114176" y="369203"/>
                  </a:lnTo>
                  <a:lnTo>
                    <a:pt x="1166624" y="371778"/>
                  </a:lnTo>
                  <a:lnTo>
                    <a:pt x="1217530" y="375922"/>
                  </a:lnTo>
                  <a:lnTo>
                    <a:pt x="1268427" y="380317"/>
                  </a:lnTo>
                  <a:lnTo>
                    <a:pt x="1319339" y="383275"/>
                  </a:lnTo>
                  <a:lnTo>
                    <a:pt x="1370293" y="383108"/>
                  </a:lnTo>
                  <a:lnTo>
                    <a:pt x="1419946" y="376184"/>
                  </a:lnTo>
                  <a:lnTo>
                    <a:pt x="1466862" y="360686"/>
                  </a:lnTo>
                  <a:lnTo>
                    <a:pt x="1510897" y="337666"/>
                  </a:lnTo>
                  <a:lnTo>
                    <a:pt x="1551910" y="308178"/>
                  </a:lnTo>
                  <a:lnTo>
                    <a:pt x="1503337" y="298935"/>
                  </a:lnTo>
                  <a:lnTo>
                    <a:pt x="1454962" y="288709"/>
                  </a:lnTo>
                  <a:lnTo>
                    <a:pt x="1406803" y="277509"/>
                  </a:lnTo>
                  <a:lnTo>
                    <a:pt x="1358880" y="265339"/>
                  </a:lnTo>
                  <a:lnTo>
                    <a:pt x="1311212" y="252208"/>
                  </a:lnTo>
                  <a:lnTo>
                    <a:pt x="1263817" y="238122"/>
                  </a:lnTo>
                  <a:lnTo>
                    <a:pt x="1216715" y="223087"/>
                  </a:lnTo>
                  <a:lnTo>
                    <a:pt x="1169923" y="207109"/>
                  </a:lnTo>
                  <a:lnTo>
                    <a:pt x="1123462" y="190197"/>
                  </a:lnTo>
                  <a:lnTo>
                    <a:pt x="1077349" y="172355"/>
                  </a:lnTo>
                  <a:lnTo>
                    <a:pt x="1031604" y="153592"/>
                  </a:lnTo>
                  <a:lnTo>
                    <a:pt x="986245" y="133913"/>
                  </a:lnTo>
                  <a:lnTo>
                    <a:pt x="941292" y="113325"/>
                  </a:lnTo>
                  <a:lnTo>
                    <a:pt x="896763" y="91836"/>
                  </a:lnTo>
                  <a:lnTo>
                    <a:pt x="852677" y="69450"/>
                  </a:lnTo>
                  <a:lnTo>
                    <a:pt x="809053" y="46176"/>
                  </a:lnTo>
                  <a:lnTo>
                    <a:pt x="782562" y="31801"/>
                  </a:lnTo>
                  <a:lnTo>
                    <a:pt x="755541" y="18462"/>
                  </a:lnTo>
                  <a:lnTo>
                    <a:pt x="727677" y="7656"/>
                  </a:lnTo>
                  <a:lnTo>
                    <a:pt x="698659" y="879"/>
                  </a:lnTo>
                  <a:lnTo>
                    <a:pt x="657447" y="0"/>
                  </a:lnTo>
                  <a:close/>
                </a:path>
              </a:pathLst>
            </a:custGeom>
            <a:solidFill>
              <a:srgbClr val="CD7D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7545" y="8040791"/>
              <a:ext cx="1059506" cy="373266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823024" y="7612049"/>
            <a:ext cx="9331325" cy="2878455"/>
            <a:chOff x="823024" y="7612049"/>
            <a:chExt cx="9331325" cy="2878455"/>
          </a:xfrm>
        </p:grpSpPr>
        <p:sp>
          <p:nvSpPr>
            <p:cNvPr id="9" name="object 9" descr=""/>
            <p:cNvSpPr/>
            <p:nvPr/>
          </p:nvSpPr>
          <p:spPr>
            <a:xfrm>
              <a:off x="6866746" y="8142081"/>
              <a:ext cx="2551430" cy="645160"/>
            </a:xfrm>
            <a:custGeom>
              <a:avLst/>
              <a:gdLst/>
              <a:ahLst/>
              <a:cxnLst/>
              <a:rect l="l" t="t" r="r" b="b"/>
              <a:pathLst>
                <a:path w="2551429" h="645159">
                  <a:moveTo>
                    <a:pt x="1103320" y="0"/>
                  </a:moveTo>
                  <a:lnTo>
                    <a:pt x="1058353" y="4009"/>
                  </a:lnTo>
                  <a:lnTo>
                    <a:pt x="1013759" y="13363"/>
                  </a:lnTo>
                  <a:lnTo>
                    <a:pt x="969657" y="26695"/>
                  </a:lnTo>
                  <a:lnTo>
                    <a:pt x="926167" y="42642"/>
                  </a:lnTo>
                  <a:lnTo>
                    <a:pt x="883407" y="59838"/>
                  </a:lnTo>
                  <a:lnTo>
                    <a:pt x="0" y="422068"/>
                  </a:lnTo>
                  <a:lnTo>
                    <a:pt x="40661" y="447198"/>
                  </a:lnTo>
                  <a:lnTo>
                    <a:pt x="83000" y="470597"/>
                  </a:lnTo>
                  <a:lnTo>
                    <a:pt x="126873" y="492306"/>
                  </a:lnTo>
                  <a:lnTo>
                    <a:pt x="172138" y="512368"/>
                  </a:lnTo>
                  <a:lnTo>
                    <a:pt x="218650" y="530826"/>
                  </a:lnTo>
                  <a:lnTo>
                    <a:pt x="266265" y="547722"/>
                  </a:lnTo>
                  <a:lnTo>
                    <a:pt x="314842" y="563099"/>
                  </a:lnTo>
                  <a:lnTo>
                    <a:pt x="364236" y="577000"/>
                  </a:lnTo>
                  <a:lnTo>
                    <a:pt x="414304" y="589467"/>
                  </a:lnTo>
                  <a:lnTo>
                    <a:pt x="464902" y="600544"/>
                  </a:lnTo>
                  <a:lnTo>
                    <a:pt x="515887" y="610272"/>
                  </a:lnTo>
                  <a:lnTo>
                    <a:pt x="567115" y="618695"/>
                  </a:lnTo>
                  <a:lnTo>
                    <a:pt x="618444" y="625854"/>
                  </a:lnTo>
                  <a:lnTo>
                    <a:pt x="669730" y="631794"/>
                  </a:lnTo>
                  <a:lnTo>
                    <a:pt x="720829" y="636556"/>
                  </a:lnTo>
                  <a:lnTo>
                    <a:pt x="771598" y="640183"/>
                  </a:lnTo>
                  <a:lnTo>
                    <a:pt x="821893" y="642718"/>
                  </a:lnTo>
                  <a:lnTo>
                    <a:pt x="871571" y="644204"/>
                  </a:lnTo>
                  <a:lnTo>
                    <a:pt x="920490" y="644682"/>
                  </a:lnTo>
                  <a:lnTo>
                    <a:pt x="968504" y="644197"/>
                  </a:lnTo>
                  <a:lnTo>
                    <a:pt x="1018517" y="642873"/>
                  </a:lnTo>
                  <a:lnTo>
                    <a:pt x="1068526" y="640971"/>
                  </a:lnTo>
                  <a:lnTo>
                    <a:pt x="1118529" y="638587"/>
                  </a:lnTo>
                  <a:lnTo>
                    <a:pt x="1168528" y="635815"/>
                  </a:lnTo>
                  <a:lnTo>
                    <a:pt x="1218521" y="632751"/>
                  </a:lnTo>
                  <a:lnTo>
                    <a:pt x="1368471" y="622757"/>
                  </a:lnTo>
                  <a:lnTo>
                    <a:pt x="1468411" y="616376"/>
                  </a:lnTo>
                  <a:lnTo>
                    <a:pt x="1518373" y="613556"/>
                  </a:lnTo>
                  <a:lnTo>
                    <a:pt x="1568329" y="611110"/>
                  </a:lnTo>
                  <a:lnTo>
                    <a:pt x="1618279" y="609132"/>
                  </a:lnTo>
                  <a:lnTo>
                    <a:pt x="1668224" y="607719"/>
                  </a:lnTo>
                  <a:lnTo>
                    <a:pt x="1718162" y="606964"/>
                  </a:lnTo>
                  <a:lnTo>
                    <a:pt x="1768095" y="606964"/>
                  </a:lnTo>
                  <a:lnTo>
                    <a:pt x="1818022" y="607813"/>
                  </a:lnTo>
                  <a:lnTo>
                    <a:pt x="1867943" y="609606"/>
                  </a:lnTo>
                  <a:lnTo>
                    <a:pt x="1917857" y="612439"/>
                  </a:lnTo>
                  <a:lnTo>
                    <a:pt x="1965678" y="616114"/>
                  </a:lnTo>
                  <a:lnTo>
                    <a:pt x="2061299" y="624519"/>
                  </a:lnTo>
                  <a:lnTo>
                    <a:pt x="2109114" y="628214"/>
                  </a:lnTo>
                  <a:lnTo>
                    <a:pt x="2156942" y="630881"/>
                  </a:lnTo>
                  <a:lnTo>
                    <a:pt x="2204789" y="632001"/>
                  </a:lnTo>
                  <a:lnTo>
                    <a:pt x="2252664" y="631056"/>
                  </a:lnTo>
                  <a:lnTo>
                    <a:pt x="2299847" y="626377"/>
                  </a:lnTo>
                  <a:lnTo>
                    <a:pt x="2345593" y="616853"/>
                  </a:lnTo>
                  <a:lnTo>
                    <a:pt x="2389859" y="602809"/>
                  </a:lnTo>
                  <a:lnTo>
                    <a:pt x="2432601" y="584566"/>
                  </a:lnTo>
                  <a:lnTo>
                    <a:pt x="2473775" y="562447"/>
                  </a:lnTo>
                  <a:lnTo>
                    <a:pt x="2513336" y="536777"/>
                  </a:lnTo>
                  <a:lnTo>
                    <a:pt x="2551241" y="507876"/>
                  </a:lnTo>
                  <a:lnTo>
                    <a:pt x="2502065" y="498718"/>
                  </a:lnTo>
                  <a:lnTo>
                    <a:pt x="2453007" y="488946"/>
                  </a:lnTo>
                  <a:lnTo>
                    <a:pt x="2404075" y="478564"/>
                  </a:lnTo>
                  <a:lnTo>
                    <a:pt x="2355277" y="467574"/>
                  </a:lnTo>
                  <a:lnTo>
                    <a:pt x="2306618" y="455979"/>
                  </a:lnTo>
                  <a:lnTo>
                    <a:pt x="2258107" y="443781"/>
                  </a:lnTo>
                  <a:lnTo>
                    <a:pt x="2209752" y="430982"/>
                  </a:lnTo>
                  <a:lnTo>
                    <a:pt x="2161558" y="417586"/>
                  </a:lnTo>
                  <a:lnTo>
                    <a:pt x="2113533" y="403595"/>
                  </a:lnTo>
                  <a:lnTo>
                    <a:pt x="2065685" y="389010"/>
                  </a:lnTo>
                  <a:lnTo>
                    <a:pt x="2018021" y="373836"/>
                  </a:lnTo>
                  <a:lnTo>
                    <a:pt x="1970547" y="358075"/>
                  </a:lnTo>
                  <a:lnTo>
                    <a:pt x="1923272" y="341728"/>
                  </a:lnTo>
                  <a:lnTo>
                    <a:pt x="1876202" y="324799"/>
                  </a:lnTo>
                  <a:lnTo>
                    <a:pt x="1829345" y="307291"/>
                  </a:lnTo>
                  <a:lnTo>
                    <a:pt x="1782708" y="289205"/>
                  </a:lnTo>
                  <a:lnTo>
                    <a:pt x="1736298" y="270544"/>
                  </a:lnTo>
                  <a:lnTo>
                    <a:pt x="1690122" y="251311"/>
                  </a:lnTo>
                  <a:lnTo>
                    <a:pt x="1644188" y="231509"/>
                  </a:lnTo>
                  <a:lnTo>
                    <a:pt x="1598503" y="211139"/>
                  </a:lnTo>
                  <a:lnTo>
                    <a:pt x="1553074" y="190205"/>
                  </a:lnTo>
                  <a:lnTo>
                    <a:pt x="1507908" y="168709"/>
                  </a:lnTo>
                  <a:lnTo>
                    <a:pt x="1463013" y="146653"/>
                  </a:lnTo>
                  <a:lnTo>
                    <a:pt x="1418395" y="124041"/>
                  </a:lnTo>
                  <a:lnTo>
                    <a:pt x="1374062" y="100875"/>
                  </a:lnTo>
                  <a:lnTo>
                    <a:pt x="1286475" y="53532"/>
                  </a:lnTo>
                  <a:lnTo>
                    <a:pt x="1242053" y="31607"/>
                  </a:lnTo>
                  <a:lnTo>
                    <a:pt x="1196245" y="13842"/>
                  </a:lnTo>
                  <a:lnTo>
                    <a:pt x="1148540" y="2698"/>
                  </a:lnTo>
                  <a:lnTo>
                    <a:pt x="1103320" y="0"/>
                  </a:lnTo>
                  <a:close/>
                </a:path>
              </a:pathLst>
            </a:custGeom>
            <a:solidFill>
              <a:srgbClr val="D482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3024" y="7612049"/>
              <a:ext cx="9330768" cy="2878427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2297708" y="4856071"/>
            <a:ext cx="6210300" cy="2128520"/>
            <a:chOff x="12297708" y="4856071"/>
            <a:chExt cx="6210300" cy="2128520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97709" y="4969356"/>
              <a:ext cx="1480227" cy="4504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97708" y="4856071"/>
              <a:ext cx="6210200" cy="212823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23608" y="5418121"/>
            <a:ext cx="5042535" cy="1804670"/>
            <a:chOff x="823608" y="5418121"/>
            <a:chExt cx="5042535" cy="1804670"/>
          </a:xfrm>
        </p:grpSpPr>
        <p:sp>
          <p:nvSpPr>
            <p:cNvPr id="15" name="object 15" descr=""/>
            <p:cNvSpPr/>
            <p:nvPr/>
          </p:nvSpPr>
          <p:spPr>
            <a:xfrm>
              <a:off x="3591805" y="5418121"/>
              <a:ext cx="2274570" cy="926465"/>
            </a:xfrm>
            <a:custGeom>
              <a:avLst/>
              <a:gdLst/>
              <a:ahLst/>
              <a:cxnLst/>
              <a:rect l="l" t="t" r="r" b="b"/>
              <a:pathLst>
                <a:path w="2274570" h="926464">
                  <a:moveTo>
                    <a:pt x="1360880" y="0"/>
                  </a:moveTo>
                  <a:lnTo>
                    <a:pt x="1194648" y="3308"/>
                  </a:lnTo>
                  <a:lnTo>
                    <a:pt x="997480" y="26467"/>
                  </a:lnTo>
                  <a:lnTo>
                    <a:pt x="641791" y="89328"/>
                  </a:lnTo>
                  <a:lnTo>
                    <a:pt x="0" y="211742"/>
                  </a:lnTo>
                  <a:lnTo>
                    <a:pt x="2273951" y="926191"/>
                  </a:lnTo>
                  <a:lnTo>
                    <a:pt x="2273951" y="111661"/>
                  </a:lnTo>
                  <a:lnTo>
                    <a:pt x="2170275" y="94214"/>
                  </a:lnTo>
                  <a:lnTo>
                    <a:pt x="1921391" y="55830"/>
                  </a:lnTo>
                  <a:lnTo>
                    <a:pt x="1620520" y="17447"/>
                  </a:lnTo>
                  <a:lnTo>
                    <a:pt x="1360880" y="0"/>
                  </a:lnTo>
                  <a:close/>
                </a:path>
              </a:pathLst>
            </a:custGeom>
            <a:solidFill>
              <a:srgbClr val="F9DE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608" y="5433311"/>
              <a:ext cx="4844606" cy="133612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608" y="5625975"/>
              <a:ext cx="5042150" cy="159633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3608" y="6100076"/>
              <a:ext cx="5042149" cy="112225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521570" y="6545446"/>
              <a:ext cx="2222500" cy="556895"/>
            </a:xfrm>
            <a:custGeom>
              <a:avLst/>
              <a:gdLst/>
              <a:ahLst/>
              <a:cxnLst/>
              <a:rect l="l" t="t" r="r" b="b"/>
              <a:pathLst>
                <a:path w="2222500" h="556895">
                  <a:moveTo>
                    <a:pt x="49085" y="545033"/>
                  </a:moveTo>
                  <a:lnTo>
                    <a:pt x="47155" y="540537"/>
                  </a:lnTo>
                  <a:lnTo>
                    <a:pt x="41897" y="536879"/>
                  </a:lnTo>
                  <a:lnTo>
                    <a:pt x="34086" y="534403"/>
                  </a:lnTo>
                  <a:lnTo>
                    <a:pt x="24536" y="533501"/>
                  </a:lnTo>
                  <a:lnTo>
                    <a:pt x="14986" y="534403"/>
                  </a:lnTo>
                  <a:lnTo>
                    <a:pt x="7175" y="536879"/>
                  </a:lnTo>
                  <a:lnTo>
                    <a:pt x="1917" y="540537"/>
                  </a:lnTo>
                  <a:lnTo>
                    <a:pt x="0" y="545033"/>
                  </a:lnTo>
                  <a:lnTo>
                    <a:pt x="1917" y="549516"/>
                  </a:lnTo>
                  <a:lnTo>
                    <a:pt x="7175" y="553173"/>
                  </a:lnTo>
                  <a:lnTo>
                    <a:pt x="14986" y="555650"/>
                  </a:lnTo>
                  <a:lnTo>
                    <a:pt x="24536" y="556552"/>
                  </a:lnTo>
                  <a:lnTo>
                    <a:pt x="34086" y="555650"/>
                  </a:lnTo>
                  <a:lnTo>
                    <a:pt x="41897" y="553173"/>
                  </a:lnTo>
                  <a:lnTo>
                    <a:pt x="47155" y="549516"/>
                  </a:lnTo>
                  <a:lnTo>
                    <a:pt x="49085" y="545033"/>
                  </a:lnTo>
                  <a:close/>
                </a:path>
                <a:path w="2222500" h="556895">
                  <a:moveTo>
                    <a:pt x="421157" y="442595"/>
                  </a:moveTo>
                  <a:lnTo>
                    <a:pt x="414108" y="437692"/>
                  </a:lnTo>
                  <a:lnTo>
                    <a:pt x="396760" y="437692"/>
                  </a:lnTo>
                  <a:lnTo>
                    <a:pt x="389724" y="442595"/>
                  </a:lnTo>
                  <a:lnTo>
                    <a:pt x="389724" y="454710"/>
                  </a:lnTo>
                  <a:lnTo>
                    <a:pt x="396760" y="459613"/>
                  </a:lnTo>
                  <a:lnTo>
                    <a:pt x="414108" y="459613"/>
                  </a:lnTo>
                  <a:lnTo>
                    <a:pt x="421157" y="454710"/>
                  </a:lnTo>
                  <a:lnTo>
                    <a:pt x="421157" y="448652"/>
                  </a:lnTo>
                  <a:lnTo>
                    <a:pt x="421157" y="442595"/>
                  </a:lnTo>
                  <a:close/>
                </a:path>
                <a:path w="2222500" h="556895">
                  <a:moveTo>
                    <a:pt x="439686" y="510451"/>
                  </a:moveTo>
                  <a:lnTo>
                    <a:pt x="436994" y="502183"/>
                  </a:lnTo>
                  <a:lnTo>
                    <a:pt x="429653" y="495439"/>
                  </a:lnTo>
                  <a:lnTo>
                    <a:pt x="418769" y="490893"/>
                  </a:lnTo>
                  <a:lnTo>
                    <a:pt x="405447" y="489216"/>
                  </a:lnTo>
                  <a:lnTo>
                    <a:pt x="392112" y="490893"/>
                  </a:lnTo>
                  <a:lnTo>
                    <a:pt x="381228" y="495439"/>
                  </a:lnTo>
                  <a:lnTo>
                    <a:pt x="373900" y="502183"/>
                  </a:lnTo>
                  <a:lnTo>
                    <a:pt x="371208" y="510451"/>
                  </a:lnTo>
                  <a:lnTo>
                    <a:pt x="373900" y="518706"/>
                  </a:lnTo>
                  <a:lnTo>
                    <a:pt x="381228" y="525449"/>
                  </a:lnTo>
                  <a:lnTo>
                    <a:pt x="392112" y="529996"/>
                  </a:lnTo>
                  <a:lnTo>
                    <a:pt x="405447" y="531660"/>
                  </a:lnTo>
                  <a:lnTo>
                    <a:pt x="418769" y="529996"/>
                  </a:lnTo>
                  <a:lnTo>
                    <a:pt x="429653" y="525449"/>
                  </a:lnTo>
                  <a:lnTo>
                    <a:pt x="436994" y="518706"/>
                  </a:lnTo>
                  <a:lnTo>
                    <a:pt x="439686" y="510451"/>
                  </a:lnTo>
                  <a:close/>
                </a:path>
                <a:path w="2222500" h="556895">
                  <a:moveTo>
                    <a:pt x="814070" y="307746"/>
                  </a:moveTo>
                  <a:lnTo>
                    <a:pt x="811377" y="299491"/>
                  </a:lnTo>
                  <a:lnTo>
                    <a:pt x="804037" y="292747"/>
                  </a:lnTo>
                  <a:lnTo>
                    <a:pt x="793165" y="288201"/>
                  </a:lnTo>
                  <a:lnTo>
                    <a:pt x="779830" y="286524"/>
                  </a:lnTo>
                  <a:lnTo>
                    <a:pt x="766508" y="288201"/>
                  </a:lnTo>
                  <a:lnTo>
                    <a:pt x="755624" y="292747"/>
                  </a:lnTo>
                  <a:lnTo>
                    <a:pt x="748284" y="299491"/>
                  </a:lnTo>
                  <a:lnTo>
                    <a:pt x="745591" y="307746"/>
                  </a:lnTo>
                  <a:lnTo>
                    <a:pt x="748284" y="316001"/>
                  </a:lnTo>
                  <a:lnTo>
                    <a:pt x="755624" y="322745"/>
                  </a:lnTo>
                  <a:lnTo>
                    <a:pt x="766508" y="327304"/>
                  </a:lnTo>
                  <a:lnTo>
                    <a:pt x="779830" y="328968"/>
                  </a:lnTo>
                  <a:lnTo>
                    <a:pt x="793165" y="327304"/>
                  </a:lnTo>
                  <a:lnTo>
                    <a:pt x="804037" y="322745"/>
                  </a:lnTo>
                  <a:lnTo>
                    <a:pt x="811377" y="316001"/>
                  </a:lnTo>
                  <a:lnTo>
                    <a:pt x="814070" y="307746"/>
                  </a:lnTo>
                  <a:close/>
                </a:path>
                <a:path w="2222500" h="556895">
                  <a:moveTo>
                    <a:pt x="873175" y="147053"/>
                  </a:moveTo>
                  <a:lnTo>
                    <a:pt x="871245" y="142557"/>
                  </a:lnTo>
                  <a:lnTo>
                    <a:pt x="865987" y="138899"/>
                  </a:lnTo>
                  <a:lnTo>
                    <a:pt x="858177" y="136423"/>
                  </a:lnTo>
                  <a:lnTo>
                    <a:pt x="848626" y="135521"/>
                  </a:lnTo>
                  <a:lnTo>
                    <a:pt x="839076" y="136423"/>
                  </a:lnTo>
                  <a:lnTo>
                    <a:pt x="831265" y="138899"/>
                  </a:lnTo>
                  <a:lnTo>
                    <a:pt x="826008" y="142557"/>
                  </a:lnTo>
                  <a:lnTo>
                    <a:pt x="824090" y="147053"/>
                  </a:lnTo>
                  <a:lnTo>
                    <a:pt x="826008" y="151536"/>
                  </a:lnTo>
                  <a:lnTo>
                    <a:pt x="831265" y="155206"/>
                  </a:lnTo>
                  <a:lnTo>
                    <a:pt x="839076" y="157670"/>
                  </a:lnTo>
                  <a:lnTo>
                    <a:pt x="848626" y="158572"/>
                  </a:lnTo>
                  <a:lnTo>
                    <a:pt x="858177" y="157670"/>
                  </a:lnTo>
                  <a:lnTo>
                    <a:pt x="865987" y="155206"/>
                  </a:lnTo>
                  <a:lnTo>
                    <a:pt x="871245" y="151536"/>
                  </a:lnTo>
                  <a:lnTo>
                    <a:pt x="873175" y="147053"/>
                  </a:lnTo>
                  <a:close/>
                </a:path>
                <a:path w="2222500" h="556895">
                  <a:moveTo>
                    <a:pt x="888885" y="280466"/>
                  </a:moveTo>
                  <a:lnTo>
                    <a:pt x="881849" y="275564"/>
                  </a:lnTo>
                  <a:lnTo>
                    <a:pt x="864501" y="275564"/>
                  </a:lnTo>
                  <a:lnTo>
                    <a:pt x="857465" y="280466"/>
                  </a:lnTo>
                  <a:lnTo>
                    <a:pt x="857465" y="292582"/>
                  </a:lnTo>
                  <a:lnTo>
                    <a:pt x="864501" y="297484"/>
                  </a:lnTo>
                  <a:lnTo>
                    <a:pt x="881849" y="297484"/>
                  </a:lnTo>
                  <a:lnTo>
                    <a:pt x="888885" y="292582"/>
                  </a:lnTo>
                  <a:lnTo>
                    <a:pt x="888885" y="286524"/>
                  </a:lnTo>
                  <a:lnTo>
                    <a:pt x="888885" y="280466"/>
                  </a:lnTo>
                  <a:close/>
                </a:path>
                <a:path w="2222500" h="556895">
                  <a:moveTo>
                    <a:pt x="939952" y="417741"/>
                  </a:moveTo>
                  <a:lnTo>
                    <a:pt x="938022" y="413245"/>
                  </a:lnTo>
                  <a:lnTo>
                    <a:pt x="932764" y="409587"/>
                  </a:lnTo>
                  <a:lnTo>
                    <a:pt x="924953" y="407111"/>
                  </a:lnTo>
                  <a:lnTo>
                    <a:pt x="915403" y="406209"/>
                  </a:lnTo>
                  <a:lnTo>
                    <a:pt x="905852" y="407111"/>
                  </a:lnTo>
                  <a:lnTo>
                    <a:pt x="898042" y="409587"/>
                  </a:lnTo>
                  <a:lnTo>
                    <a:pt x="892784" y="413245"/>
                  </a:lnTo>
                  <a:lnTo>
                    <a:pt x="890866" y="417741"/>
                  </a:lnTo>
                  <a:lnTo>
                    <a:pt x="892784" y="422224"/>
                  </a:lnTo>
                  <a:lnTo>
                    <a:pt x="898042" y="425881"/>
                  </a:lnTo>
                  <a:lnTo>
                    <a:pt x="905852" y="428358"/>
                  </a:lnTo>
                  <a:lnTo>
                    <a:pt x="915403" y="429260"/>
                  </a:lnTo>
                  <a:lnTo>
                    <a:pt x="924953" y="428358"/>
                  </a:lnTo>
                  <a:lnTo>
                    <a:pt x="932764" y="425881"/>
                  </a:lnTo>
                  <a:lnTo>
                    <a:pt x="938022" y="422224"/>
                  </a:lnTo>
                  <a:lnTo>
                    <a:pt x="939952" y="417741"/>
                  </a:lnTo>
                  <a:close/>
                </a:path>
                <a:path w="2222500" h="556895">
                  <a:moveTo>
                    <a:pt x="1038059" y="275551"/>
                  </a:moveTo>
                  <a:lnTo>
                    <a:pt x="1036129" y="271068"/>
                  </a:lnTo>
                  <a:lnTo>
                    <a:pt x="1030871" y="267398"/>
                  </a:lnTo>
                  <a:lnTo>
                    <a:pt x="1023061" y="264934"/>
                  </a:lnTo>
                  <a:lnTo>
                    <a:pt x="1013510" y="264033"/>
                  </a:lnTo>
                  <a:lnTo>
                    <a:pt x="1003960" y="264934"/>
                  </a:lnTo>
                  <a:lnTo>
                    <a:pt x="996149" y="267398"/>
                  </a:lnTo>
                  <a:lnTo>
                    <a:pt x="990892" y="271068"/>
                  </a:lnTo>
                  <a:lnTo>
                    <a:pt x="988974" y="275551"/>
                  </a:lnTo>
                  <a:lnTo>
                    <a:pt x="990892" y="280047"/>
                  </a:lnTo>
                  <a:lnTo>
                    <a:pt x="996149" y="283705"/>
                  </a:lnTo>
                  <a:lnTo>
                    <a:pt x="1003960" y="286181"/>
                  </a:lnTo>
                  <a:lnTo>
                    <a:pt x="1013510" y="287083"/>
                  </a:lnTo>
                  <a:lnTo>
                    <a:pt x="1023061" y="286181"/>
                  </a:lnTo>
                  <a:lnTo>
                    <a:pt x="1030871" y="283705"/>
                  </a:lnTo>
                  <a:lnTo>
                    <a:pt x="1036129" y="280047"/>
                  </a:lnTo>
                  <a:lnTo>
                    <a:pt x="1038059" y="275551"/>
                  </a:lnTo>
                  <a:close/>
                </a:path>
                <a:path w="2222500" h="556895">
                  <a:moveTo>
                    <a:pt x="1183500" y="119278"/>
                  </a:moveTo>
                  <a:lnTo>
                    <a:pt x="1177226" y="115671"/>
                  </a:lnTo>
                  <a:lnTo>
                    <a:pt x="1161364" y="115023"/>
                  </a:lnTo>
                  <a:lnTo>
                    <a:pt x="1154811" y="118084"/>
                  </a:lnTo>
                  <a:lnTo>
                    <a:pt x="1154468" y="126314"/>
                  </a:lnTo>
                  <a:lnTo>
                    <a:pt x="1160754" y="129908"/>
                  </a:lnTo>
                  <a:lnTo>
                    <a:pt x="1176604" y="130556"/>
                  </a:lnTo>
                  <a:lnTo>
                    <a:pt x="1183170" y="127495"/>
                  </a:lnTo>
                  <a:lnTo>
                    <a:pt x="1183335" y="123380"/>
                  </a:lnTo>
                  <a:lnTo>
                    <a:pt x="1183500" y="119278"/>
                  </a:lnTo>
                  <a:close/>
                </a:path>
                <a:path w="2222500" h="556895">
                  <a:moveTo>
                    <a:pt x="1232077" y="269506"/>
                  </a:moveTo>
                  <a:lnTo>
                    <a:pt x="1225054" y="264591"/>
                  </a:lnTo>
                  <a:lnTo>
                    <a:pt x="1207693" y="264591"/>
                  </a:lnTo>
                  <a:lnTo>
                    <a:pt x="1200658" y="269506"/>
                  </a:lnTo>
                  <a:lnTo>
                    <a:pt x="1200658" y="281622"/>
                  </a:lnTo>
                  <a:lnTo>
                    <a:pt x="1207693" y="286524"/>
                  </a:lnTo>
                  <a:lnTo>
                    <a:pt x="1225054" y="286524"/>
                  </a:lnTo>
                  <a:lnTo>
                    <a:pt x="1232077" y="281622"/>
                  </a:lnTo>
                  <a:lnTo>
                    <a:pt x="1232077" y="275551"/>
                  </a:lnTo>
                  <a:lnTo>
                    <a:pt x="1232077" y="269506"/>
                  </a:lnTo>
                  <a:close/>
                </a:path>
                <a:path w="2222500" h="556895">
                  <a:moveTo>
                    <a:pt x="1265453" y="239877"/>
                  </a:moveTo>
                  <a:lnTo>
                    <a:pt x="1263535" y="235394"/>
                  </a:lnTo>
                  <a:lnTo>
                    <a:pt x="1258277" y="231724"/>
                  </a:lnTo>
                  <a:lnTo>
                    <a:pt x="1250467" y="229247"/>
                  </a:lnTo>
                  <a:lnTo>
                    <a:pt x="1240917" y="228346"/>
                  </a:lnTo>
                  <a:lnTo>
                    <a:pt x="1231353" y="229247"/>
                  </a:lnTo>
                  <a:lnTo>
                    <a:pt x="1223556" y="231724"/>
                  </a:lnTo>
                  <a:lnTo>
                    <a:pt x="1218298" y="235394"/>
                  </a:lnTo>
                  <a:lnTo>
                    <a:pt x="1216367" y="239877"/>
                  </a:lnTo>
                  <a:lnTo>
                    <a:pt x="1218298" y="244360"/>
                  </a:lnTo>
                  <a:lnTo>
                    <a:pt x="1223556" y="248031"/>
                  </a:lnTo>
                  <a:lnTo>
                    <a:pt x="1231353" y="250494"/>
                  </a:lnTo>
                  <a:lnTo>
                    <a:pt x="1240917" y="251409"/>
                  </a:lnTo>
                  <a:lnTo>
                    <a:pt x="1250467" y="250494"/>
                  </a:lnTo>
                  <a:lnTo>
                    <a:pt x="1258277" y="248031"/>
                  </a:lnTo>
                  <a:lnTo>
                    <a:pt x="1263535" y="244360"/>
                  </a:lnTo>
                  <a:lnTo>
                    <a:pt x="1265453" y="239877"/>
                  </a:lnTo>
                  <a:close/>
                </a:path>
                <a:path w="2222500" h="556895">
                  <a:moveTo>
                    <a:pt x="1333931" y="406209"/>
                  </a:moveTo>
                  <a:lnTo>
                    <a:pt x="1331252" y="397954"/>
                  </a:lnTo>
                  <a:lnTo>
                    <a:pt x="1323911" y="391210"/>
                  </a:lnTo>
                  <a:lnTo>
                    <a:pt x="1313027" y="386664"/>
                  </a:lnTo>
                  <a:lnTo>
                    <a:pt x="1299692" y="385000"/>
                  </a:lnTo>
                  <a:lnTo>
                    <a:pt x="1286370" y="386664"/>
                  </a:lnTo>
                  <a:lnTo>
                    <a:pt x="1275486" y="391210"/>
                  </a:lnTo>
                  <a:lnTo>
                    <a:pt x="1268145" y="397954"/>
                  </a:lnTo>
                  <a:lnTo>
                    <a:pt x="1265453" y="406209"/>
                  </a:lnTo>
                  <a:lnTo>
                    <a:pt x="1268145" y="414464"/>
                  </a:lnTo>
                  <a:lnTo>
                    <a:pt x="1275486" y="421220"/>
                  </a:lnTo>
                  <a:lnTo>
                    <a:pt x="1286370" y="425767"/>
                  </a:lnTo>
                  <a:lnTo>
                    <a:pt x="1299692" y="427431"/>
                  </a:lnTo>
                  <a:lnTo>
                    <a:pt x="1313027" y="425767"/>
                  </a:lnTo>
                  <a:lnTo>
                    <a:pt x="1323911" y="421220"/>
                  </a:lnTo>
                  <a:lnTo>
                    <a:pt x="1331252" y="414464"/>
                  </a:lnTo>
                  <a:lnTo>
                    <a:pt x="1333931" y="406209"/>
                  </a:lnTo>
                  <a:close/>
                </a:path>
                <a:path w="2222500" h="556895">
                  <a:moveTo>
                    <a:pt x="1414932" y="111810"/>
                  </a:moveTo>
                  <a:lnTo>
                    <a:pt x="1408658" y="108204"/>
                  </a:lnTo>
                  <a:lnTo>
                    <a:pt x="1392796" y="107556"/>
                  </a:lnTo>
                  <a:lnTo>
                    <a:pt x="1386243" y="110617"/>
                  </a:lnTo>
                  <a:lnTo>
                    <a:pt x="1385900" y="118846"/>
                  </a:lnTo>
                  <a:lnTo>
                    <a:pt x="1392199" y="122440"/>
                  </a:lnTo>
                  <a:lnTo>
                    <a:pt x="1408036" y="123088"/>
                  </a:lnTo>
                  <a:lnTo>
                    <a:pt x="1414602" y="120027"/>
                  </a:lnTo>
                  <a:lnTo>
                    <a:pt x="1414767" y="115912"/>
                  </a:lnTo>
                  <a:lnTo>
                    <a:pt x="1414932" y="111810"/>
                  </a:lnTo>
                  <a:close/>
                </a:path>
                <a:path w="2222500" h="556895">
                  <a:moveTo>
                    <a:pt x="1449514" y="521970"/>
                  </a:moveTo>
                  <a:lnTo>
                    <a:pt x="1447584" y="517486"/>
                  </a:lnTo>
                  <a:lnTo>
                    <a:pt x="1442326" y="513816"/>
                  </a:lnTo>
                  <a:lnTo>
                    <a:pt x="1434515" y="511352"/>
                  </a:lnTo>
                  <a:lnTo>
                    <a:pt x="1424965" y="510438"/>
                  </a:lnTo>
                  <a:lnTo>
                    <a:pt x="1415415" y="511352"/>
                  </a:lnTo>
                  <a:lnTo>
                    <a:pt x="1407617" y="513816"/>
                  </a:lnTo>
                  <a:lnTo>
                    <a:pt x="1402359" y="517486"/>
                  </a:lnTo>
                  <a:lnTo>
                    <a:pt x="1400429" y="521970"/>
                  </a:lnTo>
                  <a:lnTo>
                    <a:pt x="1402359" y="526453"/>
                  </a:lnTo>
                  <a:lnTo>
                    <a:pt x="1407617" y="530123"/>
                  </a:lnTo>
                  <a:lnTo>
                    <a:pt x="1415415" y="532587"/>
                  </a:lnTo>
                  <a:lnTo>
                    <a:pt x="1424965" y="533501"/>
                  </a:lnTo>
                  <a:lnTo>
                    <a:pt x="1434515" y="532587"/>
                  </a:lnTo>
                  <a:lnTo>
                    <a:pt x="1442326" y="530123"/>
                  </a:lnTo>
                  <a:lnTo>
                    <a:pt x="1447584" y="526453"/>
                  </a:lnTo>
                  <a:lnTo>
                    <a:pt x="1449514" y="521970"/>
                  </a:lnTo>
                  <a:close/>
                </a:path>
                <a:path w="2222500" h="556895">
                  <a:moveTo>
                    <a:pt x="1493443" y="72885"/>
                  </a:moveTo>
                  <a:lnTo>
                    <a:pt x="1490751" y="64617"/>
                  </a:lnTo>
                  <a:lnTo>
                    <a:pt x="1483423" y="57873"/>
                  </a:lnTo>
                  <a:lnTo>
                    <a:pt x="1472539" y="53327"/>
                  </a:lnTo>
                  <a:lnTo>
                    <a:pt x="1459204" y="51663"/>
                  </a:lnTo>
                  <a:lnTo>
                    <a:pt x="1445882" y="53327"/>
                  </a:lnTo>
                  <a:lnTo>
                    <a:pt x="1434998" y="57873"/>
                  </a:lnTo>
                  <a:lnTo>
                    <a:pt x="1427657" y="64617"/>
                  </a:lnTo>
                  <a:lnTo>
                    <a:pt x="1424965" y="72885"/>
                  </a:lnTo>
                  <a:lnTo>
                    <a:pt x="1427657" y="81140"/>
                  </a:lnTo>
                  <a:lnTo>
                    <a:pt x="1434998" y="87896"/>
                  </a:lnTo>
                  <a:lnTo>
                    <a:pt x="1445882" y="92443"/>
                  </a:lnTo>
                  <a:lnTo>
                    <a:pt x="1459204" y="94107"/>
                  </a:lnTo>
                  <a:lnTo>
                    <a:pt x="1472539" y="92443"/>
                  </a:lnTo>
                  <a:lnTo>
                    <a:pt x="1483423" y="87896"/>
                  </a:lnTo>
                  <a:lnTo>
                    <a:pt x="1490751" y="81140"/>
                  </a:lnTo>
                  <a:lnTo>
                    <a:pt x="1493443" y="72885"/>
                  </a:lnTo>
                  <a:close/>
                </a:path>
                <a:path w="2222500" h="556895">
                  <a:moveTo>
                    <a:pt x="1508302" y="147053"/>
                  </a:moveTo>
                  <a:lnTo>
                    <a:pt x="1506372" y="142557"/>
                  </a:lnTo>
                  <a:lnTo>
                    <a:pt x="1501101" y="138899"/>
                  </a:lnTo>
                  <a:lnTo>
                    <a:pt x="1493304" y="136423"/>
                  </a:lnTo>
                  <a:lnTo>
                    <a:pt x="1483753" y="135521"/>
                  </a:lnTo>
                  <a:lnTo>
                    <a:pt x="1474203" y="136423"/>
                  </a:lnTo>
                  <a:lnTo>
                    <a:pt x="1466405" y="138899"/>
                  </a:lnTo>
                  <a:lnTo>
                    <a:pt x="1461135" y="142557"/>
                  </a:lnTo>
                  <a:lnTo>
                    <a:pt x="1459217" y="147053"/>
                  </a:lnTo>
                  <a:lnTo>
                    <a:pt x="1461135" y="151536"/>
                  </a:lnTo>
                  <a:lnTo>
                    <a:pt x="1466405" y="155206"/>
                  </a:lnTo>
                  <a:lnTo>
                    <a:pt x="1474203" y="157670"/>
                  </a:lnTo>
                  <a:lnTo>
                    <a:pt x="1483753" y="158572"/>
                  </a:lnTo>
                  <a:lnTo>
                    <a:pt x="1493304" y="157670"/>
                  </a:lnTo>
                  <a:lnTo>
                    <a:pt x="1501101" y="155206"/>
                  </a:lnTo>
                  <a:lnTo>
                    <a:pt x="1506372" y="151536"/>
                  </a:lnTo>
                  <a:lnTo>
                    <a:pt x="1508302" y="147053"/>
                  </a:lnTo>
                  <a:close/>
                </a:path>
                <a:path w="2222500" h="556895">
                  <a:moveTo>
                    <a:pt x="1589874" y="211315"/>
                  </a:moveTo>
                  <a:lnTo>
                    <a:pt x="1582826" y="206425"/>
                  </a:lnTo>
                  <a:lnTo>
                    <a:pt x="1565478" y="206425"/>
                  </a:lnTo>
                  <a:lnTo>
                    <a:pt x="1558455" y="211315"/>
                  </a:lnTo>
                  <a:lnTo>
                    <a:pt x="1558455" y="223431"/>
                  </a:lnTo>
                  <a:lnTo>
                    <a:pt x="1565478" y="228346"/>
                  </a:lnTo>
                  <a:lnTo>
                    <a:pt x="1582826" y="228346"/>
                  </a:lnTo>
                  <a:lnTo>
                    <a:pt x="1589874" y="223431"/>
                  </a:lnTo>
                  <a:lnTo>
                    <a:pt x="1589874" y="217385"/>
                  </a:lnTo>
                  <a:lnTo>
                    <a:pt x="1589874" y="211315"/>
                  </a:lnTo>
                  <a:close/>
                </a:path>
                <a:path w="2222500" h="556895">
                  <a:moveTo>
                    <a:pt x="1627136" y="153238"/>
                  </a:moveTo>
                  <a:lnTo>
                    <a:pt x="1620850" y="149631"/>
                  </a:lnTo>
                  <a:lnTo>
                    <a:pt x="1605000" y="148983"/>
                  </a:lnTo>
                  <a:lnTo>
                    <a:pt x="1598447" y="152044"/>
                  </a:lnTo>
                  <a:lnTo>
                    <a:pt x="1598104" y="160261"/>
                  </a:lnTo>
                  <a:lnTo>
                    <a:pt x="1604391" y="163868"/>
                  </a:lnTo>
                  <a:lnTo>
                    <a:pt x="1620240" y="164515"/>
                  </a:lnTo>
                  <a:lnTo>
                    <a:pt x="1626793" y="161455"/>
                  </a:lnTo>
                  <a:lnTo>
                    <a:pt x="1626971" y="157340"/>
                  </a:lnTo>
                  <a:lnTo>
                    <a:pt x="1627136" y="153238"/>
                  </a:lnTo>
                  <a:close/>
                </a:path>
                <a:path w="2222500" h="556895">
                  <a:moveTo>
                    <a:pt x="1848446" y="94107"/>
                  </a:moveTo>
                  <a:lnTo>
                    <a:pt x="1845754" y="85852"/>
                  </a:lnTo>
                  <a:lnTo>
                    <a:pt x="1838426" y="79095"/>
                  </a:lnTo>
                  <a:lnTo>
                    <a:pt x="1827542" y="74549"/>
                  </a:lnTo>
                  <a:lnTo>
                    <a:pt x="1814207" y="72885"/>
                  </a:lnTo>
                  <a:lnTo>
                    <a:pt x="1800885" y="74549"/>
                  </a:lnTo>
                  <a:lnTo>
                    <a:pt x="1790001" y="79095"/>
                  </a:lnTo>
                  <a:lnTo>
                    <a:pt x="1782660" y="85852"/>
                  </a:lnTo>
                  <a:lnTo>
                    <a:pt x="1779968" y="94107"/>
                  </a:lnTo>
                  <a:lnTo>
                    <a:pt x="1782660" y="102362"/>
                  </a:lnTo>
                  <a:lnTo>
                    <a:pt x="1790001" y="109105"/>
                  </a:lnTo>
                  <a:lnTo>
                    <a:pt x="1800885" y="113652"/>
                  </a:lnTo>
                  <a:lnTo>
                    <a:pt x="1814207" y="115316"/>
                  </a:lnTo>
                  <a:lnTo>
                    <a:pt x="1827542" y="113652"/>
                  </a:lnTo>
                  <a:lnTo>
                    <a:pt x="1838426" y="109105"/>
                  </a:lnTo>
                  <a:lnTo>
                    <a:pt x="1845754" y="102362"/>
                  </a:lnTo>
                  <a:lnTo>
                    <a:pt x="1848446" y="94107"/>
                  </a:lnTo>
                  <a:close/>
                </a:path>
                <a:path w="2222500" h="556895">
                  <a:moveTo>
                    <a:pt x="1920024" y="260756"/>
                  </a:moveTo>
                  <a:lnTo>
                    <a:pt x="1912988" y="255854"/>
                  </a:lnTo>
                  <a:lnTo>
                    <a:pt x="1895640" y="255854"/>
                  </a:lnTo>
                  <a:lnTo>
                    <a:pt x="1888617" y="260756"/>
                  </a:lnTo>
                  <a:lnTo>
                    <a:pt x="1888617" y="272872"/>
                  </a:lnTo>
                  <a:lnTo>
                    <a:pt x="1895640" y="277787"/>
                  </a:lnTo>
                  <a:lnTo>
                    <a:pt x="1912988" y="277787"/>
                  </a:lnTo>
                  <a:lnTo>
                    <a:pt x="1920024" y="272872"/>
                  </a:lnTo>
                  <a:lnTo>
                    <a:pt x="1920024" y="266827"/>
                  </a:lnTo>
                  <a:lnTo>
                    <a:pt x="1920024" y="260756"/>
                  </a:lnTo>
                  <a:close/>
                </a:path>
                <a:path w="2222500" h="556895">
                  <a:moveTo>
                    <a:pt x="1972805" y="448652"/>
                  </a:moveTo>
                  <a:lnTo>
                    <a:pt x="1970112" y="440397"/>
                  </a:lnTo>
                  <a:lnTo>
                    <a:pt x="1962772" y="433641"/>
                  </a:lnTo>
                  <a:lnTo>
                    <a:pt x="1951888" y="429094"/>
                  </a:lnTo>
                  <a:lnTo>
                    <a:pt x="1938553" y="427431"/>
                  </a:lnTo>
                  <a:lnTo>
                    <a:pt x="1925231" y="429094"/>
                  </a:lnTo>
                  <a:lnTo>
                    <a:pt x="1914347" y="433641"/>
                  </a:lnTo>
                  <a:lnTo>
                    <a:pt x="1907006" y="440397"/>
                  </a:lnTo>
                  <a:lnTo>
                    <a:pt x="1904314" y="448652"/>
                  </a:lnTo>
                  <a:lnTo>
                    <a:pt x="1907006" y="456907"/>
                  </a:lnTo>
                  <a:lnTo>
                    <a:pt x="1914347" y="463651"/>
                  </a:lnTo>
                  <a:lnTo>
                    <a:pt x="1925231" y="468198"/>
                  </a:lnTo>
                  <a:lnTo>
                    <a:pt x="1938553" y="469874"/>
                  </a:lnTo>
                  <a:lnTo>
                    <a:pt x="1951888" y="468198"/>
                  </a:lnTo>
                  <a:lnTo>
                    <a:pt x="1962772" y="463651"/>
                  </a:lnTo>
                  <a:lnTo>
                    <a:pt x="1970112" y="456907"/>
                  </a:lnTo>
                  <a:lnTo>
                    <a:pt x="1972805" y="448652"/>
                  </a:lnTo>
                  <a:close/>
                </a:path>
                <a:path w="2222500" h="556895">
                  <a:moveTo>
                    <a:pt x="2027859" y="4254"/>
                  </a:moveTo>
                  <a:lnTo>
                    <a:pt x="2021586" y="660"/>
                  </a:lnTo>
                  <a:lnTo>
                    <a:pt x="2005736" y="0"/>
                  </a:lnTo>
                  <a:lnTo>
                    <a:pt x="1999170" y="3073"/>
                  </a:lnTo>
                  <a:lnTo>
                    <a:pt x="1998827" y="11290"/>
                  </a:lnTo>
                  <a:lnTo>
                    <a:pt x="2005114" y="14884"/>
                  </a:lnTo>
                  <a:lnTo>
                    <a:pt x="2020963" y="15544"/>
                  </a:lnTo>
                  <a:lnTo>
                    <a:pt x="2027529" y="12471"/>
                  </a:lnTo>
                  <a:lnTo>
                    <a:pt x="2027694" y="8369"/>
                  </a:lnTo>
                  <a:lnTo>
                    <a:pt x="2027859" y="4254"/>
                  </a:lnTo>
                  <a:close/>
                </a:path>
                <a:path w="2222500" h="556895">
                  <a:moveTo>
                    <a:pt x="2029053" y="101803"/>
                  </a:moveTo>
                  <a:lnTo>
                    <a:pt x="2022030" y="96901"/>
                  </a:lnTo>
                  <a:lnTo>
                    <a:pt x="2004669" y="96901"/>
                  </a:lnTo>
                  <a:lnTo>
                    <a:pt x="1997633" y="101803"/>
                  </a:lnTo>
                  <a:lnTo>
                    <a:pt x="1997633" y="113919"/>
                  </a:lnTo>
                  <a:lnTo>
                    <a:pt x="2004669" y="118821"/>
                  </a:lnTo>
                  <a:lnTo>
                    <a:pt x="2022030" y="118821"/>
                  </a:lnTo>
                  <a:lnTo>
                    <a:pt x="2029053" y="113919"/>
                  </a:lnTo>
                  <a:lnTo>
                    <a:pt x="2029053" y="107861"/>
                  </a:lnTo>
                  <a:lnTo>
                    <a:pt x="2029053" y="101803"/>
                  </a:lnTo>
                  <a:close/>
                </a:path>
                <a:path w="2222500" h="556895">
                  <a:moveTo>
                    <a:pt x="2221915" y="251396"/>
                  </a:moveTo>
                  <a:lnTo>
                    <a:pt x="2219985" y="246913"/>
                  </a:lnTo>
                  <a:lnTo>
                    <a:pt x="2214727" y="243243"/>
                  </a:lnTo>
                  <a:lnTo>
                    <a:pt x="2206917" y="240779"/>
                  </a:lnTo>
                  <a:lnTo>
                    <a:pt x="2197366" y="239877"/>
                  </a:lnTo>
                  <a:lnTo>
                    <a:pt x="2187816" y="240779"/>
                  </a:lnTo>
                  <a:lnTo>
                    <a:pt x="2180018" y="243243"/>
                  </a:lnTo>
                  <a:lnTo>
                    <a:pt x="2174760" y="246913"/>
                  </a:lnTo>
                  <a:lnTo>
                    <a:pt x="2172830" y="251396"/>
                  </a:lnTo>
                  <a:lnTo>
                    <a:pt x="2174760" y="255892"/>
                  </a:lnTo>
                  <a:lnTo>
                    <a:pt x="2180018" y="259549"/>
                  </a:lnTo>
                  <a:lnTo>
                    <a:pt x="2187816" y="262026"/>
                  </a:lnTo>
                  <a:lnTo>
                    <a:pt x="2197366" y="262928"/>
                  </a:lnTo>
                  <a:lnTo>
                    <a:pt x="2206917" y="262026"/>
                  </a:lnTo>
                  <a:lnTo>
                    <a:pt x="2214727" y="259549"/>
                  </a:lnTo>
                  <a:lnTo>
                    <a:pt x="2219985" y="255892"/>
                  </a:lnTo>
                  <a:lnTo>
                    <a:pt x="2221915" y="251396"/>
                  </a:lnTo>
                  <a:close/>
                </a:path>
              </a:pathLst>
            </a:custGeom>
            <a:solidFill>
              <a:srgbClr val="F8CE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3608" y="6671755"/>
              <a:ext cx="1664263" cy="550559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1549844" y="1589758"/>
            <a:ext cx="5311775" cy="1390015"/>
            <a:chOff x="1549844" y="1589758"/>
            <a:chExt cx="5311775" cy="1390015"/>
          </a:xfrm>
        </p:grpSpPr>
        <p:sp>
          <p:nvSpPr>
            <p:cNvPr id="22" name="object 22" descr=""/>
            <p:cNvSpPr/>
            <p:nvPr/>
          </p:nvSpPr>
          <p:spPr>
            <a:xfrm>
              <a:off x="1549844" y="1589758"/>
              <a:ext cx="5311775" cy="1390015"/>
            </a:xfrm>
            <a:custGeom>
              <a:avLst/>
              <a:gdLst/>
              <a:ahLst/>
              <a:cxnLst/>
              <a:rect l="l" t="t" r="r" b="b"/>
              <a:pathLst>
                <a:path w="5311775" h="1390014">
                  <a:moveTo>
                    <a:pt x="3008698" y="0"/>
                  </a:moveTo>
                  <a:lnTo>
                    <a:pt x="2964922" y="5273"/>
                  </a:lnTo>
                  <a:lnTo>
                    <a:pt x="2921675" y="16631"/>
                  </a:lnTo>
                  <a:lnTo>
                    <a:pt x="2879354" y="34079"/>
                  </a:lnTo>
                  <a:lnTo>
                    <a:pt x="2838355" y="57625"/>
                  </a:lnTo>
                  <a:lnTo>
                    <a:pt x="2799077" y="87277"/>
                  </a:lnTo>
                  <a:lnTo>
                    <a:pt x="1756721" y="843149"/>
                  </a:lnTo>
                  <a:lnTo>
                    <a:pt x="1734181" y="856905"/>
                  </a:lnTo>
                  <a:lnTo>
                    <a:pt x="1709962" y="865636"/>
                  </a:lnTo>
                  <a:lnTo>
                    <a:pt x="1686330" y="866077"/>
                  </a:lnTo>
                  <a:lnTo>
                    <a:pt x="1665551" y="854960"/>
                  </a:lnTo>
                  <a:lnTo>
                    <a:pt x="1622596" y="815904"/>
                  </a:lnTo>
                  <a:lnTo>
                    <a:pt x="1579504" y="781558"/>
                  </a:lnTo>
                  <a:lnTo>
                    <a:pt x="1536322" y="751784"/>
                  </a:lnTo>
                  <a:lnTo>
                    <a:pt x="1493099" y="726443"/>
                  </a:lnTo>
                  <a:lnTo>
                    <a:pt x="1449881" y="705399"/>
                  </a:lnTo>
                  <a:lnTo>
                    <a:pt x="1406718" y="688514"/>
                  </a:lnTo>
                  <a:lnTo>
                    <a:pt x="1363657" y="675649"/>
                  </a:lnTo>
                  <a:lnTo>
                    <a:pt x="1320745" y="666667"/>
                  </a:lnTo>
                  <a:lnTo>
                    <a:pt x="1278031" y="661431"/>
                  </a:lnTo>
                  <a:lnTo>
                    <a:pt x="1235563" y="659802"/>
                  </a:lnTo>
                  <a:lnTo>
                    <a:pt x="1193388" y="661643"/>
                  </a:lnTo>
                  <a:lnTo>
                    <a:pt x="1151555" y="666816"/>
                  </a:lnTo>
                  <a:lnTo>
                    <a:pt x="1110110" y="675183"/>
                  </a:lnTo>
                  <a:lnTo>
                    <a:pt x="1069103" y="686607"/>
                  </a:lnTo>
                  <a:lnTo>
                    <a:pt x="1028580" y="700949"/>
                  </a:lnTo>
                  <a:lnTo>
                    <a:pt x="988591" y="718073"/>
                  </a:lnTo>
                  <a:lnTo>
                    <a:pt x="949182" y="737840"/>
                  </a:lnTo>
                  <a:lnTo>
                    <a:pt x="910401" y="760112"/>
                  </a:lnTo>
                  <a:lnTo>
                    <a:pt x="872298" y="784753"/>
                  </a:lnTo>
                  <a:lnTo>
                    <a:pt x="0" y="1380431"/>
                  </a:lnTo>
                  <a:lnTo>
                    <a:pt x="5311262" y="1389425"/>
                  </a:lnTo>
                  <a:lnTo>
                    <a:pt x="4498386" y="524237"/>
                  </a:lnTo>
                  <a:lnTo>
                    <a:pt x="4465551" y="486581"/>
                  </a:lnTo>
                  <a:lnTo>
                    <a:pt x="4430126" y="454840"/>
                  </a:lnTo>
                  <a:lnTo>
                    <a:pt x="4392548" y="429063"/>
                  </a:lnTo>
                  <a:lnTo>
                    <a:pt x="4353256" y="409297"/>
                  </a:lnTo>
                  <a:lnTo>
                    <a:pt x="4312686" y="395589"/>
                  </a:lnTo>
                  <a:lnTo>
                    <a:pt x="4271275" y="387987"/>
                  </a:lnTo>
                  <a:lnTo>
                    <a:pt x="4229462" y="386540"/>
                  </a:lnTo>
                  <a:lnTo>
                    <a:pt x="4187684" y="391293"/>
                  </a:lnTo>
                  <a:lnTo>
                    <a:pt x="4146378" y="402296"/>
                  </a:lnTo>
                  <a:lnTo>
                    <a:pt x="4105981" y="419596"/>
                  </a:lnTo>
                  <a:lnTo>
                    <a:pt x="4066932" y="443239"/>
                  </a:lnTo>
                  <a:lnTo>
                    <a:pt x="4029667" y="473275"/>
                  </a:lnTo>
                  <a:lnTo>
                    <a:pt x="3990453" y="501517"/>
                  </a:lnTo>
                  <a:lnTo>
                    <a:pt x="3946918" y="519349"/>
                  </a:lnTo>
                  <a:lnTo>
                    <a:pt x="3900988" y="526686"/>
                  </a:lnTo>
                  <a:lnTo>
                    <a:pt x="3854589" y="523443"/>
                  </a:lnTo>
                  <a:lnTo>
                    <a:pt x="3809645" y="509535"/>
                  </a:lnTo>
                  <a:lnTo>
                    <a:pt x="3768084" y="484877"/>
                  </a:lnTo>
                  <a:lnTo>
                    <a:pt x="3260225" y="95716"/>
                  </a:lnTo>
                  <a:lnTo>
                    <a:pt x="3221613" y="64637"/>
                  </a:lnTo>
                  <a:lnTo>
                    <a:pt x="3181149" y="39599"/>
                  </a:lnTo>
                  <a:lnTo>
                    <a:pt x="3139228" y="20609"/>
                  </a:lnTo>
                  <a:lnTo>
                    <a:pt x="3096248" y="7675"/>
                  </a:lnTo>
                  <a:lnTo>
                    <a:pt x="3052605" y="802"/>
                  </a:lnTo>
                  <a:lnTo>
                    <a:pt x="3008698" y="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19438" y="1590871"/>
              <a:ext cx="3175000" cy="1155700"/>
            </a:xfrm>
            <a:custGeom>
              <a:avLst/>
              <a:gdLst/>
              <a:ahLst/>
              <a:cxnLst/>
              <a:rect l="l" t="t" r="r" b="b"/>
              <a:pathLst>
                <a:path w="3175000" h="1155700">
                  <a:moveTo>
                    <a:pt x="759117" y="717321"/>
                  </a:moveTo>
                  <a:lnTo>
                    <a:pt x="587121" y="842035"/>
                  </a:lnTo>
                  <a:lnTo>
                    <a:pt x="564578" y="855802"/>
                  </a:lnTo>
                  <a:lnTo>
                    <a:pt x="540359" y="864527"/>
                  </a:lnTo>
                  <a:lnTo>
                    <a:pt x="516724" y="864971"/>
                  </a:lnTo>
                  <a:lnTo>
                    <a:pt x="495947" y="853846"/>
                  </a:lnTo>
                  <a:lnTo>
                    <a:pt x="451815" y="813790"/>
                  </a:lnTo>
                  <a:lnTo>
                    <a:pt x="407543" y="778687"/>
                  </a:lnTo>
                  <a:lnTo>
                    <a:pt x="363169" y="748423"/>
                  </a:lnTo>
                  <a:lnTo>
                    <a:pt x="318757" y="722807"/>
                  </a:lnTo>
                  <a:lnTo>
                    <a:pt x="274358" y="701725"/>
                  </a:lnTo>
                  <a:lnTo>
                    <a:pt x="230022" y="685012"/>
                  </a:lnTo>
                  <a:lnTo>
                    <a:pt x="185813" y="672515"/>
                  </a:lnTo>
                  <a:lnTo>
                    <a:pt x="141757" y="664083"/>
                  </a:lnTo>
                  <a:lnTo>
                    <a:pt x="97929" y="659587"/>
                  </a:lnTo>
                  <a:lnTo>
                    <a:pt x="54368" y="658850"/>
                  </a:lnTo>
                  <a:lnTo>
                    <a:pt x="11137" y="661746"/>
                  </a:lnTo>
                  <a:lnTo>
                    <a:pt x="0" y="663460"/>
                  </a:lnTo>
                  <a:lnTo>
                    <a:pt x="42405" y="663752"/>
                  </a:lnTo>
                  <a:lnTo>
                    <a:pt x="83629" y="671398"/>
                  </a:lnTo>
                  <a:lnTo>
                    <a:pt x="124485" y="686549"/>
                  </a:lnTo>
                  <a:lnTo>
                    <a:pt x="165747" y="709345"/>
                  </a:lnTo>
                  <a:lnTo>
                    <a:pt x="208216" y="739940"/>
                  </a:lnTo>
                  <a:lnTo>
                    <a:pt x="252666" y="778446"/>
                  </a:lnTo>
                  <a:lnTo>
                    <a:pt x="618604" y="1145882"/>
                  </a:lnTo>
                  <a:lnTo>
                    <a:pt x="638810" y="1155598"/>
                  </a:lnTo>
                  <a:lnTo>
                    <a:pt x="658825" y="1150785"/>
                  </a:lnTo>
                  <a:lnTo>
                    <a:pt x="672350" y="1135253"/>
                  </a:lnTo>
                  <a:lnTo>
                    <a:pt x="673061" y="1112850"/>
                  </a:lnTo>
                  <a:lnTo>
                    <a:pt x="651383" y="1044536"/>
                  </a:lnTo>
                  <a:lnTo>
                    <a:pt x="635889" y="993521"/>
                  </a:lnTo>
                  <a:lnTo>
                    <a:pt x="630402" y="945095"/>
                  </a:lnTo>
                  <a:lnTo>
                    <a:pt x="634047" y="899401"/>
                  </a:lnTo>
                  <a:lnTo>
                    <a:pt x="645960" y="856589"/>
                  </a:lnTo>
                  <a:lnTo>
                    <a:pt x="665289" y="816825"/>
                  </a:lnTo>
                  <a:lnTo>
                    <a:pt x="691172" y="780262"/>
                  </a:lnTo>
                  <a:lnTo>
                    <a:pt x="722731" y="747039"/>
                  </a:lnTo>
                  <a:lnTo>
                    <a:pt x="759117" y="717321"/>
                  </a:lnTo>
                  <a:close/>
                </a:path>
                <a:path w="3175000" h="1155700">
                  <a:moveTo>
                    <a:pt x="3174733" y="404634"/>
                  </a:moveTo>
                  <a:lnTo>
                    <a:pt x="3149231" y="396151"/>
                  </a:lnTo>
                  <a:lnTo>
                    <a:pt x="3123361" y="390080"/>
                  </a:lnTo>
                  <a:lnTo>
                    <a:pt x="3097238" y="386435"/>
                  </a:lnTo>
                  <a:lnTo>
                    <a:pt x="3070987" y="385216"/>
                  </a:lnTo>
                  <a:lnTo>
                    <a:pt x="3026943" y="388658"/>
                  </a:lnTo>
                  <a:lnTo>
                    <a:pt x="2983319" y="399008"/>
                  </a:lnTo>
                  <a:lnTo>
                    <a:pt x="2940634" y="416344"/>
                  </a:lnTo>
                  <a:lnTo>
                    <a:pt x="2899384" y="440702"/>
                  </a:lnTo>
                  <a:lnTo>
                    <a:pt x="2860090" y="472160"/>
                  </a:lnTo>
                  <a:lnTo>
                    <a:pt x="2820873" y="500405"/>
                  </a:lnTo>
                  <a:lnTo>
                    <a:pt x="2777325" y="518236"/>
                  </a:lnTo>
                  <a:lnTo>
                    <a:pt x="2731401" y="525576"/>
                  </a:lnTo>
                  <a:lnTo>
                    <a:pt x="2684996" y="522338"/>
                  </a:lnTo>
                  <a:lnTo>
                    <a:pt x="2640050" y="508431"/>
                  </a:lnTo>
                  <a:lnTo>
                    <a:pt x="2598483" y="483768"/>
                  </a:lnTo>
                  <a:lnTo>
                    <a:pt x="2090623" y="94615"/>
                  </a:lnTo>
                  <a:lnTo>
                    <a:pt x="2049970" y="62077"/>
                  </a:lnTo>
                  <a:lnTo>
                    <a:pt x="2007273" y="36245"/>
                  </a:lnTo>
                  <a:lnTo>
                    <a:pt x="1963013" y="17094"/>
                  </a:lnTo>
                  <a:lnTo>
                    <a:pt x="1917649" y="4635"/>
                  </a:lnTo>
                  <a:lnTo>
                    <a:pt x="1875434" y="292"/>
                  </a:lnTo>
                  <a:lnTo>
                    <a:pt x="1861235" y="0"/>
                  </a:lnTo>
                  <a:lnTo>
                    <a:pt x="1797723" y="5092"/>
                  </a:lnTo>
                  <a:lnTo>
                    <a:pt x="1845564" y="9982"/>
                  </a:lnTo>
                  <a:lnTo>
                    <a:pt x="1889404" y="28130"/>
                  </a:lnTo>
                  <a:lnTo>
                    <a:pt x="1930349" y="56654"/>
                  </a:lnTo>
                  <a:lnTo>
                    <a:pt x="1969477" y="92722"/>
                  </a:lnTo>
                  <a:lnTo>
                    <a:pt x="2007895" y="133438"/>
                  </a:lnTo>
                  <a:lnTo>
                    <a:pt x="2607094" y="721956"/>
                  </a:lnTo>
                  <a:lnTo>
                    <a:pt x="2644838" y="750468"/>
                  </a:lnTo>
                  <a:lnTo>
                    <a:pt x="2686481" y="767410"/>
                  </a:lnTo>
                  <a:lnTo>
                    <a:pt x="2729941" y="773252"/>
                  </a:lnTo>
                  <a:lnTo>
                    <a:pt x="2773134" y="768489"/>
                  </a:lnTo>
                  <a:lnTo>
                    <a:pt x="2813939" y="753605"/>
                  </a:lnTo>
                  <a:lnTo>
                    <a:pt x="2850299" y="729107"/>
                  </a:lnTo>
                  <a:lnTo>
                    <a:pt x="2880118" y="695452"/>
                  </a:lnTo>
                  <a:lnTo>
                    <a:pt x="2901302" y="653148"/>
                  </a:lnTo>
                  <a:lnTo>
                    <a:pt x="2922816" y="591362"/>
                  </a:lnTo>
                  <a:lnTo>
                    <a:pt x="2942717" y="547027"/>
                  </a:lnTo>
                  <a:lnTo>
                    <a:pt x="2969412" y="507593"/>
                  </a:lnTo>
                  <a:lnTo>
                    <a:pt x="3002051" y="473646"/>
                  </a:lnTo>
                  <a:lnTo>
                    <a:pt x="3039757" y="445782"/>
                  </a:lnTo>
                  <a:lnTo>
                    <a:pt x="3081693" y="424599"/>
                  </a:lnTo>
                  <a:lnTo>
                    <a:pt x="3126968" y="410679"/>
                  </a:lnTo>
                  <a:lnTo>
                    <a:pt x="3174733" y="404634"/>
                  </a:lnTo>
                  <a:close/>
                </a:path>
              </a:pathLst>
            </a:custGeom>
            <a:solidFill>
              <a:srgbClr val="A9D7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1422374" y="8024174"/>
            <a:ext cx="7750809" cy="2508250"/>
            <a:chOff x="11422374" y="8024174"/>
            <a:chExt cx="7750809" cy="2508250"/>
          </a:xfrm>
        </p:grpSpPr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22374" y="8024174"/>
              <a:ext cx="7750800" cy="166604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3128788" y="8115078"/>
              <a:ext cx="5355590" cy="1112520"/>
            </a:xfrm>
            <a:custGeom>
              <a:avLst/>
              <a:gdLst/>
              <a:ahLst/>
              <a:cxnLst/>
              <a:rect l="l" t="t" r="r" b="b"/>
              <a:pathLst>
                <a:path w="5355590" h="1112520">
                  <a:moveTo>
                    <a:pt x="5297514" y="0"/>
                  </a:moveTo>
                  <a:lnTo>
                    <a:pt x="5257295" y="15197"/>
                  </a:lnTo>
                  <a:lnTo>
                    <a:pt x="5211756" y="33159"/>
                  </a:lnTo>
                  <a:lnTo>
                    <a:pt x="5160576" y="54144"/>
                  </a:lnTo>
                  <a:lnTo>
                    <a:pt x="5103436" y="78405"/>
                  </a:lnTo>
                  <a:lnTo>
                    <a:pt x="5029030" y="111221"/>
                  </a:lnTo>
                  <a:lnTo>
                    <a:pt x="4968007" y="136960"/>
                  </a:lnTo>
                  <a:lnTo>
                    <a:pt x="4907848" y="159630"/>
                  </a:lnTo>
                  <a:lnTo>
                    <a:pt x="4848625" y="179465"/>
                  </a:lnTo>
                  <a:lnTo>
                    <a:pt x="4790406" y="196700"/>
                  </a:lnTo>
                  <a:lnTo>
                    <a:pt x="4733261" y="211571"/>
                  </a:lnTo>
                  <a:lnTo>
                    <a:pt x="4677260" y="224313"/>
                  </a:lnTo>
                  <a:lnTo>
                    <a:pt x="4622472" y="235162"/>
                  </a:lnTo>
                  <a:lnTo>
                    <a:pt x="4568968" y="244352"/>
                  </a:lnTo>
                  <a:lnTo>
                    <a:pt x="4516818" y="252118"/>
                  </a:lnTo>
                  <a:lnTo>
                    <a:pt x="4466090" y="258697"/>
                  </a:lnTo>
                  <a:lnTo>
                    <a:pt x="4416855" y="264323"/>
                  </a:lnTo>
                  <a:lnTo>
                    <a:pt x="4369183" y="269231"/>
                  </a:lnTo>
                  <a:lnTo>
                    <a:pt x="4236239" y="282003"/>
                  </a:lnTo>
                  <a:lnTo>
                    <a:pt x="4195515" y="286393"/>
                  </a:lnTo>
                  <a:lnTo>
                    <a:pt x="4156703" y="291241"/>
                  </a:lnTo>
                  <a:lnTo>
                    <a:pt x="4085091" y="303255"/>
                  </a:lnTo>
                  <a:lnTo>
                    <a:pt x="4018343" y="319254"/>
                  </a:lnTo>
                  <a:lnTo>
                    <a:pt x="3979578" y="327788"/>
                  </a:lnTo>
                  <a:lnTo>
                    <a:pt x="3936657" y="336406"/>
                  </a:lnTo>
                  <a:lnTo>
                    <a:pt x="3890096" y="345022"/>
                  </a:lnTo>
                  <a:lnTo>
                    <a:pt x="3840416" y="353550"/>
                  </a:lnTo>
                  <a:lnTo>
                    <a:pt x="3788133" y="361905"/>
                  </a:lnTo>
                  <a:lnTo>
                    <a:pt x="3733767" y="370002"/>
                  </a:lnTo>
                  <a:lnTo>
                    <a:pt x="3677836" y="377753"/>
                  </a:lnTo>
                  <a:lnTo>
                    <a:pt x="3620859" y="385075"/>
                  </a:lnTo>
                  <a:lnTo>
                    <a:pt x="3563354" y="391880"/>
                  </a:lnTo>
                  <a:lnTo>
                    <a:pt x="3505840" y="398084"/>
                  </a:lnTo>
                  <a:lnTo>
                    <a:pt x="3448835" y="403600"/>
                  </a:lnTo>
                  <a:lnTo>
                    <a:pt x="3392858" y="408344"/>
                  </a:lnTo>
                  <a:lnTo>
                    <a:pt x="3338427" y="412228"/>
                  </a:lnTo>
                  <a:lnTo>
                    <a:pt x="3286061" y="415168"/>
                  </a:lnTo>
                  <a:lnTo>
                    <a:pt x="3236279" y="417077"/>
                  </a:lnTo>
                  <a:lnTo>
                    <a:pt x="3189598" y="417871"/>
                  </a:lnTo>
                  <a:lnTo>
                    <a:pt x="3146537" y="417463"/>
                  </a:lnTo>
                  <a:lnTo>
                    <a:pt x="3107615" y="415768"/>
                  </a:lnTo>
                  <a:lnTo>
                    <a:pt x="3041135" y="409874"/>
                  </a:lnTo>
                  <a:lnTo>
                    <a:pt x="3005300" y="408583"/>
                  </a:lnTo>
                  <a:lnTo>
                    <a:pt x="2966178" y="408796"/>
                  </a:lnTo>
                  <a:lnTo>
                    <a:pt x="2924104" y="410479"/>
                  </a:lnTo>
                  <a:lnTo>
                    <a:pt x="2879409" y="413601"/>
                  </a:lnTo>
                  <a:lnTo>
                    <a:pt x="2832427" y="418130"/>
                  </a:lnTo>
                  <a:lnTo>
                    <a:pt x="2783491" y="424033"/>
                  </a:lnTo>
                  <a:lnTo>
                    <a:pt x="2732934" y="431279"/>
                  </a:lnTo>
                  <a:lnTo>
                    <a:pt x="2681088" y="439835"/>
                  </a:lnTo>
                  <a:lnTo>
                    <a:pt x="2628288" y="449669"/>
                  </a:lnTo>
                  <a:lnTo>
                    <a:pt x="2574865" y="460749"/>
                  </a:lnTo>
                  <a:lnTo>
                    <a:pt x="2521154" y="473043"/>
                  </a:lnTo>
                  <a:lnTo>
                    <a:pt x="2467487" y="486519"/>
                  </a:lnTo>
                  <a:lnTo>
                    <a:pt x="2414196" y="501145"/>
                  </a:lnTo>
                  <a:lnTo>
                    <a:pt x="2361616" y="516889"/>
                  </a:lnTo>
                  <a:lnTo>
                    <a:pt x="2310079" y="533719"/>
                  </a:lnTo>
                  <a:lnTo>
                    <a:pt x="2259918" y="551602"/>
                  </a:lnTo>
                  <a:lnTo>
                    <a:pt x="2211466" y="570506"/>
                  </a:lnTo>
                  <a:lnTo>
                    <a:pt x="2165056" y="590400"/>
                  </a:lnTo>
                  <a:lnTo>
                    <a:pt x="2121022" y="611251"/>
                  </a:lnTo>
                  <a:lnTo>
                    <a:pt x="2062181" y="642136"/>
                  </a:lnTo>
                  <a:lnTo>
                    <a:pt x="2041773" y="651564"/>
                  </a:lnTo>
                  <a:lnTo>
                    <a:pt x="1992671" y="671315"/>
                  </a:lnTo>
                  <a:lnTo>
                    <a:pt x="1933190" y="692158"/>
                  </a:lnTo>
                  <a:lnTo>
                    <a:pt x="1864131" y="713967"/>
                  </a:lnTo>
                  <a:lnTo>
                    <a:pt x="1826259" y="725195"/>
                  </a:lnTo>
                  <a:lnTo>
                    <a:pt x="1786293" y="736617"/>
                  </a:lnTo>
                  <a:lnTo>
                    <a:pt x="1744332" y="748220"/>
                  </a:lnTo>
                  <a:lnTo>
                    <a:pt x="1700476" y="759986"/>
                  </a:lnTo>
                  <a:lnTo>
                    <a:pt x="1654826" y="771900"/>
                  </a:lnTo>
                  <a:lnTo>
                    <a:pt x="1607482" y="783947"/>
                  </a:lnTo>
                  <a:lnTo>
                    <a:pt x="1558543" y="796111"/>
                  </a:lnTo>
                  <a:lnTo>
                    <a:pt x="1508110" y="808377"/>
                  </a:lnTo>
                  <a:lnTo>
                    <a:pt x="1456282" y="820729"/>
                  </a:lnTo>
                  <a:lnTo>
                    <a:pt x="1403160" y="833151"/>
                  </a:lnTo>
                  <a:lnTo>
                    <a:pt x="1293433" y="858145"/>
                  </a:lnTo>
                  <a:lnTo>
                    <a:pt x="1179729" y="883234"/>
                  </a:lnTo>
                  <a:lnTo>
                    <a:pt x="1062849" y="908294"/>
                  </a:lnTo>
                  <a:lnTo>
                    <a:pt x="943591" y="933200"/>
                  </a:lnTo>
                  <a:lnTo>
                    <a:pt x="822757" y="957828"/>
                  </a:lnTo>
                  <a:lnTo>
                    <a:pt x="701147" y="982054"/>
                  </a:lnTo>
                  <a:lnTo>
                    <a:pt x="579561" y="1005752"/>
                  </a:lnTo>
                  <a:lnTo>
                    <a:pt x="458799" y="1028800"/>
                  </a:lnTo>
                  <a:lnTo>
                    <a:pt x="339662" y="1051071"/>
                  </a:lnTo>
                  <a:lnTo>
                    <a:pt x="222949" y="1072443"/>
                  </a:lnTo>
                  <a:lnTo>
                    <a:pt x="109462" y="1092789"/>
                  </a:lnTo>
                  <a:lnTo>
                    <a:pt x="0" y="1111987"/>
                  </a:lnTo>
                  <a:lnTo>
                    <a:pt x="87533" y="1103982"/>
                  </a:lnTo>
                  <a:lnTo>
                    <a:pt x="153424" y="1096847"/>
                  </a:lnTo>
                  <a:lnTo>
                    <a:pt x="202566" y="1090595"/>
                  </a:lnTo>
                  <a:lnTo>
                    <a:pt x="270177" y="1080799"/>
                  </a:lnTo>
                  <a:lnTo>
                    <a:pt x="298435" y="1077283"/>
                  </a:lnTo>
                  <a:lnTo>
                    <a:pt x="329519" y="1074708"/>
                  </a:lnTo>
                  <a:lnTo>
                    <a:pt x="383035" y="1072516"/>
                  </a:lnTo>
                  <a:lnTo>
                    <a:pt x="401136" y="1071488"/>
                  </a:lnTo>
                  <a:lnTo>
                    <a:pt x="474490" y="1065663"/>
                  </a:lnTo>
                  <a:lnTo>
                    <a:pt x="537988" y="1059495"/>
                  </a:lnTo>
                  <a:lnTo>
                    <a:pt x="611966" y="1051498"/>
                  </a:lnTo>
                  <a:lnTo>
                    <a:pt x="695399" y="1041674"/>
                  </a:lnTo>
                  <a:lnTo>
                    <a:pt x="787262" y="1030022"/>
                  </a:lnTo>
                  <a:lnTo>
                    <a:pt x="836035" y="1023510"/>
                  </a:lnTo>
                  <a:lnTo>
                    <a:pt x="886531" y="1016542"/>
                  </a:lnTo>
                  <a:lnTo>
                    <a:pt x="938622" y="1009116"/>
                  </a:lnTo>
                  <a:lnTo>
                    <a:pt x="992180" y="1001234"/>
                  </a:lnTo>
                  <a:lnTo>
                    <a:pt x="1047077" y="992894"/>
                  </a:lnTo>
                  <a:lnTo>
                    <a:pt x="1103185" y="984098"/>
                  </a:lnTo>
                  <a:lnTo>
                    <a:pt x="1160375" y="974844"/>
                  </a:lnTo>
                  <a:lnTo>
                    <a:pt x="1218520" y="965134"/>
                  </a:lnTo>
                  <a:lnTo>
                    <a:pt x="1277491" y="954966"/>
                  </a:lnTo>
                  <a:lnTo>
                    <a:pt x="1337161" y="944342"/>
                  </a:lnTo>
                  <a:lnTo>
                    <a:pt x="1397400" y="933261"/>
                  </a:lnTo>
                  <a:lnTo>
                    <a:pt x="1458082" y="921722"/>
                  </a:lnTo>
                  <a:lnTo>
                    <a:pt x="1519078" y="909727"/>
                  </a:lnTo>
                  <a:lnTo>
                    <a:pt x="1580259" y="897275"/>
                  </a:lnTo>
                  <a:lnTo>
                    <a:pt x="1641498" y="884366"/>
                  </a:lnTo>
                  <a:lnTo>
                    <a:pt x="1702667" y="870999"/>
                  </a:lnTo>
                  <a:lnTo>
                    <a:pt x="1763637" y="857176"/>
                  </a:lnTo>
                  <a:lnTo>
                    <a:pt x="1824281" y="842896"/>
                  </a:lnTo>
                  <a:lnTo>
                    <a:pt x="1884469" y="828159"/>
                  </a:lnTo>
                  <a:lnTo>
                    <a:pt x="1944075" y="812965"/>
                  </a:lnTo>
                  <a:lnTo>
                    <a:pt x="2002970" y="797314"/>
                  </a:lnTo>
                  <a:lnTo>
                    <a:pt x="2061025" y="781206"/>
                  </a:lnTo>
                  <a:lnTo>
                    <a:pt x="2118114" y="764641"/>
                  </a:lnTo>
                  <a:lnTo>
                    <a:pt x="2174107" y="747619"/>
                  </a:lnTo>
                  <a:lnTo>
                    <a:pt x="2228876" y="730140"/>
                  </a:lnTo>
                  <a:lnTo>
                    <a:pt x="2282294" y="712204"/>
                  </a:lnTo>
                  <a:lnTo>
                    <a:pt x="2334232" y="693811"/>
                  </a:lnTo>
                  <a:lnTo>
                    <a:pt x="2358633" y="684475"/>
                  </a:lnTo>
                  <a:lnTo>
                    <a:pt x="2415732" y="664711"/>
                  </a:lnTo>
                  <a:lnTo>
                    <a:pt x="2481376" y="646885"/>
                  </a:lnTo>
                  <a:lnTo>
                    <a:pt x="2531409" y="643362"/>
                  </a:lnTo>
                  <a:lnTo>
                    <a:pt x="2542571" y="645791"/>
                  </a:lnTo>
                  <a:lnTo>
                    <a:pt x="2543503" y="646105"/>
                  </a:lnTo>
                  <a:lnTo>
                    <a:pt x="2582713" y="653056"/>
                  </a:lnTo>
                  <a:lnTo>
                    <a:pt x="2636044" y="661767"/>
                  </a:lnTo>
                  <a:lnTo>
                    <a:pt x="2697672" y="671208"/>
                  </a:lnTo>
                  <a:lnTo>
                    <a:pt x="2761459" y="680346"/>
                  </a:lnTo>
                  <a:lnTo>
                    <a:pt x="2821265" y="688151"/>
                  </a:lnTo>
                  <a:lnTo>
                    <a:pt x="2870953" y="693590"/>
                  </a:lnTo>
                  <a:lnTo>
                    <a:pt x="2921059" y="696289"/>
                  </a:lnTo>
                  <a:lnTo>
                    <a:pt x="2945774" y="698052"/>
                  </a:lnTo>
                  <a:lnTo>
                    <a:pt x="3016499" y="703671"/>
                  </a:lnTo>
                  <a:lnTo>
                    <a:pt x="3061104" y="706914"/>
                  </a:lnTo>
                  <a:lnTo>
                    <a:pt x="3110930" y="710036"/>
                  </a:lnTo>
                  <a:lnTo>
                    <a:pt x="3165276" y="712729"/>
                  </a:lnTo>
                  <a:lnTo>
                    <a:pt x="3223437" y="714688"/>
                  </a:lnTo>
                  <a:lnTo>
                    <a:pt x="3284709" y="715604"/>
                  </a:lnTo>
                  <a:lnTo>
                    <a:pt x="3348390" y="715172"/>
                  </a:lnTo>
                  <a:lnTo>
                    <a:pt x="3413774" y="713083"/>
                  </a:lnTo>
                  <a:lnTo>
                    <a:pt x="3480159" y="709032"/>
                  </a:lnTo>
                  <a:lnTo>
                    <a:pt x="3546840" y="702710"/>
                  </a:lnTo>
                  <a:lnTo>
                    <a:pt x="3613115" y="693811"/>
                  </a:lnTo>
                  <a:lnTo>
                    <a:pt x="3663424" y="685219"/>
                  </a:lnTo>
                  <a:lnTo>
                    <a:pt x="3716844" y="674777"/>
                  </a:lnTo>
                  <a:lnTo>
                    <a:pt x="3772797" y="662744"/>
                  </a:lnTo>
                  <a:lnTo>
                    <a:pt x="3830705" y="649376"/>
                  </a:lnTo>
                  <a:lnTo>
                    <a:pt x="3889990" y="634929"/>
                  </a:lnTo>
                  <a:lnTo>
                    <a:pt x="3950074" y="619662"/>
                  </a:lnTo>
                  <a:lnTo>
                    <a:pt x="4010377" y="603831"/>
                  </a:lnTo>
                  <a:lnTo>
                    <a:pt x="4070323" y="587694"/>
                  </a:lnTo>
                  <a:lnTo>
                    <a:pt x="4129332" y="571506"/>
                  </a:lnTo>
                  <a:lnTo>
                    <a:pt x="4390099" y="498821"/>
                  </a:lnTo>
                  <a:lnTo>
                    <a:pt x="4431349" y="487734"/>
                  </a:lnTo>
                  <a:lnTo>
                    <a:pt x="4467615" y="478396"/>
                  </a:lnTo>
                  <a:lnTo>
                    <a:pt x="4498320" y="471065"/>
                  </a:lnTo>
                  <a:lnTo>
                    <a:pt x="4522884" y="465998"/>
                  </a:lnTo>
                  <a:lnTo>
                    <a:pt x="4540730" y="463451"/>
                  </a:lnTo>
                  <a:lnTo>
                    <a:pt x="4566779" y="459014"/>
                  </a:lnTo>
                  <a:lnTo>
                    <a:pt x="4602130" y="449797"/>
                  </a:lnTo>
                  <a:lnTo>
                    <a:pt x="4645267" y="436685"/>
                  </a:lnTo>
                  <a:lnTo>
                    <a:pt x="4694671" y="420561"/>
                  </a:lnTo>
                  <a:lnTo>
                    <a:pt x="4806215" y="382823"/>
                  </a:lnTo>
                  <a:lnTo>
                    <a:pt x="4865320" y="362976"/>
                  </a:lnTo>
                  <a:lnTo>
                    <a:pt x="4924624" y="343659"/>
                  </a:lnTo>
                  <a:lnTo>
                    <a:pt x="4982610" y="325755"/>
                  </a:lnTo>
                  <a:lnTo>
                    <a:pt x="5037760" y="310149"/>
                  </a:lnTo>
                  <a:lnTo>
                    <a:pt x="5088558" y="297727"/>
                  </a:lnTo>
                  <a:lnTo>
                    <a:pt x="5133485" y="289372"/>
                  </a:lnTo>
                  <a:lnTo>
                    <a:pt x="5171025" y="285970"/>
                  </a:lnTo>
                  <a:lnTo>
                    <a:pt x="5222845" y="280716"/>
                  </a:lnTo>
                  <a:lnTo>
                    <a:pt x="5268547" y="267922"/>
                  </a:lnTo>
                  <a:lnTo>
                    <a:pt x="5306373" y="249309"/>
                  </a:lnTo>
                  <a:lnTo>
                    <a:pt x="5351361" y="201504"/>
                  </a:lnTo>
                  <a:lnTo>
                    <a:pt x="5355006" y="175754"/>
                  </a:lnTo>
                  <a:lnTo>
                    <a:pt x="5343740" y="151065"/>
                  </a:lnTo>
                  <a:lnTo>
                    <a:pt x="5315806" y="129158"/>
                  </a:lnTo>
                  <a:lnTo>
                    <a:pt x="5276329" y="100983"/>
                  </a:lnTo>
                  <a:lnTo>
                    <a:pt x="5256207" y="68792"/>
                  </a:lnTo>
                  <a:lnTo>
                    <a:pt x="5261312" y="34494"/>
                  </a:lnTo>
                  <a:lnTo>
                    <a:pt x="5297514" y="0"/>
                  </a:lnTo>
                  <a:close/>
                </a:path>
              </a:pathLst>
            </a:custGeom>
            <a:solidFill>
              <a:srgbClr val="D38F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22374" y="9634355"/>
              <a:ext cx="7750800" cy="897920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11128614" y="1326779"/>
            <a:ext cx="7900034" cy="2686050"/>
            <a:chOff x="11128614" y="1326779"/>
            <a:chExt cx="7900034" cy="2686050"/>
          </a:xfrm>
        </p:grpSpPr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979352" y="1334765"/>
              <a:ext cx="6218229" cy="195291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4646933" y="1326779"/>
              <a:ext cx="892810" cy="368300"/>
            </a:xfrm>
            <a:custGeom>
              <a:avLst/>
              <a:gdLst/>
              <a:ahLst/>
              <a:cxnLst/>
              <a:rect l="l" t="t" r="r" b="b"/>
              <a:pathLst>
                <a:path w="892809" h="368300">
                  <a:moveTo>
                    <a:pt x="490981" y="0"/>
                  </a:moveTo>
                  <a:lnTo>
                    <a:pt x="441536" y="1025"/>
                  </a:lnTo>
                  <a:lnTo>
                    <a:pt x="392096" y="0"/>
                  </a:lnTo>
                  <a:lnTo>
                    <a:pt x="347158" y="5619"/>
                  </a:lnTo>
                  <a:lnTo>
                    <a:pt x="309077" y="19740"/>
                  </a:lnTo>
                  <a:lnTo>
                    <a:pt x="280211" y="44218"/>
                  </a:lnTo>
                  <a:lnTo>
                    <a:pt x="237073" y="78663"/>
                  </a:lnTo>
                  <a:lnTo>
                    <a:pt x="193734" y="112494"/>
                  </a:lnTo>
                  <a:lnTo>
                    <a:pt x="150198" y="145721"/>
                  </a:lnTo>
                  <a:lnTo>
                    <a:pt x="106469" y="178354"/>
                  </a:lnTo>
                  <a:lnTo>
                    <a:pt x="62553" y="210401"/>
                  </a:lnTo>
                  <a:lnTo>
                    <a:pt x="0" y="269143"/>
                  </a:lnTo>
                  <a:lnTo>
                    <a:pt x="19868" y="255936"/>
                  </a:lnTo>
                  <a:lnTo>
                    <a:pt x="25448" y="260768"/>
                  </a:lnTo>
                  <a:lnTo>
                    <a:pt x="22596" y="276331"/>
                  </a:lnTo>
                  <a:lnTo>
                    <a:pt x="17172" y="295314"/>
                  </a:lnTo>
                  <a:lnTo>
                    <a:pt x="15036" y="310407"/>
                  </a:lnTo>
                  <a:lnTo>
                    <a:pt x="22046" y="314301"/>
                  </a:lnTo>
                  <a:lnTo>
                    <a:pt x="44061" y="299686"/>
                  </a:lnTo>
                  <a:lnTo>
                    <a:pt x="78429" y="259093"/>
                  </a:lnTo>
                  <a:lnTo>
                    <a:pt x="110782" y="232207"/>
                  </a:lnTo>
                  <a:lnTo>
                    <a:pt x="139531" y="219108"/>
                  </a:lnTo>
                  <a:lnTo>
                    <a:pt x="163084" y="219875"/>
                  </a:lnTo>
                  <a:lnTo>
                    <a:pt x="179849" y="234585"/>
                  </a:lnTo>
                  <a:lnTo>
                    <a:pt x="188236" y="263319"/>
                  </a:lnTo>
                  <a:lnTo>
                    <a:pt x="186654" y="306155"/>
                  </a:lnTo>
                  <a:lnTo>
                    <a:pt x="173513" y="363171"/>
                  </a:lnTo>
                  <a:lnTo>
                    <a:pt x="203330" y="359153"/>
                  </a:lnTo>
                  <a:lnTo>
                    <a:pt x="246874" y="338277"/>
                  </a:lnTo>
                  <a:lnTo>
                    <a:pt x="260866" y="306220"/>
                  </a:lnTo>
                  <a:lnTo>
                    <a:pt x="267697" y="293507"/>
                  </a:lnTo>
                  <a:lnTo>
                    <a:pt x="295842" y="265625"/>
                  </a:lnTo>
                  <a:lnTo>
                    <a:pt x="355774" y="235121"/>
                  </a:lnTo>
                  <a:lnTo>
                    <a:pt x="402339" y="219131"/>
                  </a:lnTo>
                  <a:lnTo>
                    <a:pt x="462467" y="202778"/>
                  </a:lnTo>
                  <a:lnTo>
                    <a:pt x="479782" y="186632"/>
                  </a:lnTo>
                  <a:lnTo>
                    <a:pt x="505879" y="190389"/>
                  </a:lnTo>
                  <a:lnTo>
                    <a:pt x="538846" y="209357"/>
                  </a:lnTo>
                  <a:lnTo>
                    <a:pt x="576769" y="238843"/>
                  </a:lnTo>
                  <a:lnTo>
                    <a:pt x="659832" y="310592"/>
                  </a:lnTo>
                  <a:lnTo>
                    <a:pt x="701147" y="343470"/>
                  </a:lnTo>
                  <a:lnTo>
                    <a:pt x="739768" y="368093"/>
                  </a:lnTo>
                  <a:lnTo>
                    <a:pt x="754002" y="367279"/>
                  </a:lnTo>
                  <a:lnTo>
                    <a:pt x="748924" y="353937"/>
                  </a:lnTo>
                  <a:lnTo>
                    <a:pt x="714397" y="308651"/>
                  </a:lnTo>
                  <a:lnTo>
                    <a:pt x="701730" y="286198"/>
                  </a:lnTo>
                  <a:lnTo>
                    <a:pt x="703317" y="270197"/>
                  </a:lnTo>
                  <a:lnTo>
                    <a:pt x="727548" y="265394"/>
                  </a:lnTo>
                  <a:lnTo>
                    <a:pt x="766631" y="274207"/>
                  </a:lnTo>
                  <a:lnTo>
                    <a:pt x="800131" y="290045"/>
                  </a:lnTo>
                  <a:lnTo>
                    <a:pt x="828202" y="308336"/>
                  </a:lnTo>
                  <a:lnTo>
                    <a:pt x="850995" y="324509"/>
                  </a:lnTo>
                  <a:lnTo>
                    <a:pt x="868661" y="333994"/>
                  </a:lnTo>
                  <a:lnTo>
                    <a:pt x="881353" y="332219"/>
                  </a:lnTo>
                  <a:lnTo>
                    <a:pt x="889223" y="314614"/>
                  </a:lnTo>
                  <a:lnTo>
                    <a:pt x="892423" y="276609"/>
                  </a:lnTo>
                  <a:lnTo>
                    <a:pt x="854867" y="242466"/>
                  </a:lnTo>
                  <a:lnTo>
                    <a:pt x="819755" y="209846"/>
                  </a:lnTo>
                  <a:lnTo>
                    <a:pt x="775995" y="177902"/>
                  </a:lnTo>
                  <a:lnTo>
                    <a:pt x="732422" y="145377"/>
                  </a:lnTo>
                  <a:lnTo>
                    <a:pt x="689040" y="112261"/>
                  </a:lnTo>
                  <a:lnTo>
                    <a:pt x="645851" y="78545"/>
                  </a:lnTo>
                  <a:lnTo>
                    <a:pt x="602861" y="44218"/>
                  </a:lnTo>
                  <a:lnTo>
                    <a:pt x="574001" y="19740"/>
                  </a:lnTo>
                  <a:lnTo>
                    <a:pt x="535922" y="5619"/>
                  </a:lnTo>
                  <a:lnTo>
                    <a:pt x="490981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28614" y="1602401"/>
              <a:ext cx="5432138" cy="170603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3458968" y="1595424"/>
              <a:ext cx="779780" cy="321945"/>
            </a:xfrm>
            <a:custGeom>
              <a:avLst/>
              <a:gdLst/>
              <a:ahLst/>
              <a:cxnLst/>
              <a:rect l="l" t="t" r="r" b="b"/>
              <a:pathLst>
                <a:path w="779780" h="321944">
                  <a:moveTo>
                    <a:pt x="428908" y="0"/>
                  </a:moveTo>
                  <a:lnTo>
                    <a:pt x="385716" y="897"/>
                  </a:lnTo>
                  <a:lnTo>
                    <a:pt x="342524" y="0"/>
                  </a:lnTo>
                  <a:lnTo>
                    <a:pt x="303268" y="4907"/>
                  </a:lnTo>
                  <a:lnTo>
                    <a:pt x="270003" y="17244"/>
                  </a:lnTo>
                  <a:lnTo>
                    <a:pt x="244788" y="38634"/>
                  </a:lnTo>
                  <a:lnTo>
                    <a:pt x="207103" y="68721"/>
                  </a:lnTo>
                  <a:lnTo>
                    <a:pt x="169243" y="98274"/>
                  </a:lnTo>
                  <a:lnTo>
                    <a:pt x="131210" y="127299"/>
                  </a:lnTo>
                  <a:lnTo>
                    <a:pt x="93010" y="155806"/>
                  </a:lnTo>
                  <a:lnTo>
                    <a:pt x="54647" y="183802"/>
                  </a:lnTo>
                  <a:lnTo>
                    <a:pt x="0" y="235120"/>
                  </a:lnTo>
                  <a:lnTo>
                    <a:pt x="18897" y="223362"/>
                  </a:lnTo>
                  <a:lnTo>
                    <a:pt x="21964" y="231606"/>
                  </a:lnTo>
                  <a:lnTo>
                    <a:pt x="17329" y="249713"/>
                  </a:lnTo>
                  <a:lnTo>
                    <a:pt x="13119" y="267541"/>
                  </a:lnTo>
                  <a:lnTo>
                    <a:pt x="17464" y="274951"/>
                  </a:lnTo>
                  <a:lnTo>
                    <a:pt x="38490" y="261800"/>
                  </a:lnTo>
                  <a:lnTo>
                    <a:pt x="72691" y="222249"/>
                  </a:lnTo>
                  <a:lnTo>
                    <a:pt x="104334" y="198350"/>
                  </a:lnTo>
                  <a:lnTo>
                    <a:pt x="131346" y="190208"/>
                  </a:lnTo>
                  <a:lnTo>
                    <a:pt x="151651" y="197924"/>
                  </a:lnTo>
                  <a:lnTo>
                    <a:pt x="163174" y="221602"/>
                  </a:lnTo>
                  <a:lnTo>
                    <a:pt x="163841" y="261344"/>
                  </a:lnTo>
                  <a:lnTo>
                    <a:pt x="151576" y="317254"/>
                  </a:lnTo>
                  <a:lnTo>
                    <a:pt x="181165" y="313028"/>
                  </a:lnTo>
                  <a:lnTo>
                    <a:pt x="219055" y="290050"/>
                  </a:lnTo>
                  <a:lnTo>
                    <a:pt x="227884" y="267507"/>
                  </a:lnTo>
                  <a:lnTo>
                    <a:pt x="235159" y="254475"/>
                  </a:lnTo>
                  <a:lnTo>
                    <a:pt x="268412" y="225569"/>
                  </a:lnTo>
                  <a:lnTo>
                    <a:pt x="343913" y="193780"/>
                  </a:lnTo>
                  <a:lnTo>
                    <a:pt x="403998" y="177143"/>
                  </a:lnTo>
                  <a:lnTo>
                    <a:pt x="421952" y="162539"/>
                  </a:lnTo>
                  <a:lnTo>
                    <a:pt x="449614" y="169879"/>
                  </a:lnTo>
                  <a:lnTo>
                    <a:pt x="484490" y="193043"/>
                  </a:lnTo>
                  <a:lnTo>
                    <a:pt x="524085" y="225913"/>
                  </a:lnTo>
                  <a:lnTo>
                    <a:pt x="565905" y="262368"/>
                  </a:lnTo>
                  <a:lnTo>
                    <a:pt x="607455" y="296289"/>
                  </a:lnTo>
                  <a:lnTo>
                    <a:pt x="646242" y="321557"/>
                  </a:lnTo>
                  <a:lnTo>
                    <a:pt x="658911" y="319553"/>
                  </a:lnTo>
                  <a:lnTo>
                    <a:pt x="650281" y="303592"/>
                  </a:lnTo>
                  <a:lnTo>
                    <a:pt x="631993" y="280258"/>
                  </a:lnTo>
                  <a:lnTo>
                    <a:pt x="615686" y="256133"/>
                  </a:lnTo>
                  <a:lnTo>
                    <a:pt x="612999" y="237801"/>
                  </a:lnTo>
                  <a:lnTo>
                    <a:pt x="635572" y="231843"/>
                  </a:lnTo>
                  <a:lnTo>
                    <a:pt x="674189" y="241235"/>
                  </a:lnTo>
                  <a:lnTo>
                    <a:pt x="706463" y="257897"/>
                  </a:lnTo>
                  <a:lnTo>
                    <a:pt x="732591" y="275870"/>
                  </a:lnTo>
                  <a:lnTo>
                    <a:pt x="752772" y="289190"/>
                  </a:lnTo>
                  <a:lnTo>
                    <a:pt x="767203" y="291899"/>
                  </a:lnTo>
                  <a:lnTo>
                    <a:pt x="776083" y="278033"/>
                  </a:lnTo>
                  <a:lnTo>
                    <a:pt x="779609" y="241633"/>
                  </a:lnTo>
                  <a:lnTo>
                    <a:pt x="746799" y="211808"/>
                  </a:lnTo>
                  <a:lnTo>
                    <a:pt x="716124" y="183310"/>
                  </a:lnTo>
                  <a:lnTo>
                    <a:pt x="677898" y="155409"/>
                  </a:lnTo>
                  <a:lnTo>
                    <a:pt x="639833" y="127000"/>
                  </a:lnTo>
                  <a:lnTo>
                    <a:pt x="601934" y="98073"/>
                  </a:lnTo>
                  <a:lnTo>
                    <a:pt x="564206" y="68621"/>
                  </a:lnTo>
                  <a:lnTo>
                    <a:pt x="526654" y="38634"/>
                  </a:lnTo>
                  <a:lnTo>
                    <a:pt x="501437" y="17244"/>
                  </a:lnTo>
                  <a:lnTo>
                    <a:pt x="468168" y="4907"/>
                  </a:lnTo>
                  <a:lnTo>
                    <a:pt x="428908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148393" y="1813609"/>
              <a:ext cx="7880158" cy="2199147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940138" y="3159494"/>
            <a:ext cx="6203315" cy="1886585"/>
            <a:chOff x="940138" y="3159494"/>
            <a:chExt cx="6203315" cy="1886585"/>
          </a:xfrm>
        </p:grpSpPr>
        <p:sp>
          <p:nvSpPr>
            <p:cNvPr id="35" name="object 35" descr=""/>
            <p:cNvSpPr/>
            <p:nvPr/>
          </p:nvSpPr>
          <p:spPr>
            <a:xfrm>
              <a:off x="1238670" y="3159494"/>
              <a:ext cx="3427729" cy="1392555"/>
            </a:xfrm>
            <a:custGeom>
              <a:avLst/>
              <a:gdLst/>
              <a:ahLst/>
              <a:cxnLst/>
              <a:rect l="l" t="t" r="r" b="b"/>
              <a:pathLst>
                <a:path w="3427729" h="1392554">
                  <a:moveTo>
                    <a:pt x="3425887" y="1368906"/>
                  </a:moveTo>
                  <a:lnTo>
                    <a:pt x="1466269" y="1368906"/>
                  </a:lnTo>
                  <a:lnTo>
                    <a:pt x="1509539" y="1375339"/>
                  </a:lnTo>
                  <a:lnTo>
                    <a:pt x="1554113" y="1381370"/>
                  </a:lnTo>
                  <a:lnTo>
                    <a:pt x="1599903" y="1387007"/>
                  </a:lnTo>
                  <a:lnTo>
                    <a:pt x="1646818" y="1392256"/>
                  </a:lnTo>
                  <a:lnTo>
                    <a:pt x="3346296" y="1392256"/>
                  </a:lnTo>
                  <a:lnTo>
                    <a:pt x="3386348" y="1385934"/>
                  </a:lnTo>
                  <a:lnTo>
                    <a:pt x="3425550" y="1377314"/>
                  </a:lnTo>
                  <a:lnTo>
                    <a:pt x="3427696" y="1372854"/>
                  </a:lnTo>
                  <a:lnTo>
                    <a:pt x="3425887" y="1368906"/>
                  </a:lnTo>
                  <a:close/>
                </a:path>
                <a:path w="3427729" h="1392554">
                  <a:moveTo>
                    <a:pt x="1386682" y="0"/>
                  </a:moveTo>
                  <a:lnTo>
                    <a:pt x="1344312" y="18401"/>
                  </a:lnTo>
                  <a:lnTo>
                    <a:pt x="1310580" y="50938"/>
                  </a:lnTo>
                  <a:lnTo>
                    <a:pt x="1265878" y="95703"/>
                  </a:lnTo>
                  <a:lnTo>
                    <a:pt x="1214852" y="147732"/>
                  </a:lnTo>
                  <a:lnTo>
                    <a:pt x="1112416" y="253735"/>
                  </a:lnTo>
                  <a:lnTo>
                    <a:pt x="1040438" y="329250"/>
                  </a:lnTo>
                  <a:lnTo>
                    <a:pt x="1027487" y="343168"/>
                  </a:lnTo>
                  <a:lnTo>
                    <a:pt x="1005220" y="352052"/>
                  </a:lnTo>
                  <a:lnTo>
                    <a:pt x="962670" y="362735"/>
                  </a:lnTo>
                  <a:lnTo>
                    <a:pt x="916208" y="375126"/>
                  </a:lnTo>
                  <a:lnTo>
                    <a:pt x="875584" y="395101"/>
                  </a:lnTo>
                  <a:lnTo>
                    <a:pt x="844087" y="427959"/>
                  </a:lnTo>
                  <a:lnTo>
                    <a:pt x="758851" y="520864"/>
                  </a:lnTo>
                  <a:lnTo>
                    <a:pt x="628750" y="665022"/>
                  </a:lnTo>
                  <a:lnTo>
                    <a:pt x="0" y="1370351"/>
                  </a:lnTo>
                  <a:lnTo>
                    <a:pt x="3425887" y="1368906"/>
                  </a:lnTo>
                  <a:lnTo>
                    <a:pt x="3401718" y="1341650"/>
                  </a:lnTo>
                  <a:lnTo>
                    <a:pt x="3399446" y="1339724"/>
                  </a:lnTo>
                  <a:lnTo>
                    <a:pt x="3399184" y="1339556"/>
                  </a:lnTo>
                  <a:lnTo>
                    <a:pt x="3328271" y="1284890"/>
                  </a:lnTo>
                  <a:lnTo>
                    <a:pt x="3249393" y="1236258"/>
                  </a:lnTo>
                  <a:lnTo>
                    <a:pt x="3112833" y="1166294"/>
                  </a:lnTo>
                  <a:lnTo>
                    <a:pt x="2868875" y="1047628"/>
                  </a:lnTo>
                  <a:lnTo>
                    <a:pt x="2537619" y="862390"/>
                  </a:lnTo>
                  <a:lnTo>
                    <a:pt x="2296433" y="731748"/>
                  </a:lnTo>
                  <a:lnTo>
                    <a:pt x="2158552" y="665451"/>
                  </a:lnTo>
                  <a:lnTo>
                    <a:pt x="2155703" y="664969"/>
                  </a:lnTo>
                  <a:lnTo>
                    <a:pt x="2133016" y="648290"/>
                  </a:lnTo>
                  <a:lnTo>
                    <a:pt x="2100410" y="606900"/>
                  </a:lnTo>
                  <a:lnTo>
                    <a:pt x="2062458" y="550518"/>
                  </a:lnTo>
                  <a:lnTo>
                    <a:pt x="2023732" y="488862"/>
                  </a:lnTo>
                  <a:lnTo>
                    <a:pt x="1988806" y="431648"/>
                  </a:lnTo>
                  <a:lnTo>
                    <a:pt x="1962252" y="388594"/>
                  </a:lnTo>
                  <a:lnTo>
                    <a:pt x="1948642" y="369418"/>
                  </a:lnTo>
                  <a:lnTo>
                    <a:pt x="1930833" y="354090"/>
                  </a:lnTo>
                  <a:lnTo>
                    <a:pt x="1902885" y="327838"/>
                  </a:lnTo>
                  <a:lnTo>
                    <a:pt x="1873730" y="299058"/>
                  </a:lnTo>
                  <a:lnTo>
                    <a:pt x="1852299" y="276144"/>
                  </a:lnTo>
                  <a:lnTo>
                    <a:pt x="1825538" y="262773"/>
                  </a:lnTo>
                  <a:lnTo>
                    <a:pt x="1773024" y="246444"/>
                  </a:lnTo>
                  <a:lnTo>
                    <a:pt x="1641202" y="210334"/>
                  </a:lnTo>
                  <a:lnTo>
                    <a:pt x="1587123" y="193265"/>
                  </a:lnTo>
                  <a:lnTo>
                    <a:pt x="1541570" y="161643"/>
                  </a:lnTo>
                  <a:lnTo>
                    <a:pt x="1496288" y="99133"/>
                  </a:lnTo>
                  <a:lnTo>
                    <a:pt x="1446291" y="24790"/>
                  </a:lnTo>
                  <a:lnTo>
                    <a:pt x="1436904" y="19244"/>
                  </a:lnTo>
                  <a:lnTo>
                    <a:pt x="1414271" y="8188"/>
                  </a:lnTo>
                  <a:lnTo>
                    <a:pt x="1386682" y="0"/>
                  </a:lnTo>
                  <a:close/>
                </a:path>
              </a:pathLst>
            </a:custGeom>
            <a:solidFill>
              <a:srgbClr val="669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601098" y="3159497"/>
              <a:ext cx="2040255" cy="1342390"/>
            </a:xfrm>
            <a:custGeom>
              <a:avLst/>
              <a:gdLst/>
              <a:ahLst/>
              <a:cxnLst/>
              <a:rect l="l" t="t" r="r" b="b"/>
              <a:pathLst>
                <a:path w="2040254" h="1342389">
                  <a:moveTo>
                    <a:pt x="24252" y="0"/>
                  </a:moveTo>
                  <a:lnTo>
                    <a:pt x="0" y="3052"/>
                  </a:lnTo>
                  <a:lnTo>
                    <a:pt x="6025" y="8189"/>
                  </a:lnTo>
                  <a:lnTo>
                    <a:pt x="19486" y="20255"/>
                  </a:lnTo>
                  <a:lnTo>
                    <a:pt x="33457" y="34235"/>
                  </a:lnTo>
                  <a:lnTo>
                    <a:pt x="41014" y="45114"/>
                  </a:lnTo>
                  <a:lnTo>
                    <a:pt x="61197" y="146794"/>
                  </a:lnTo>
                  <a:lnTo>
                    <a:pt x="76103" y="215605"/>
                  </a:lnTo>
                  <a:lnTo>
                    <a:pt x="87756" y="254710"/>
                  </a:lnTo>
                  <a:lnTo>
                    <a:pt x="107954" y="267662"/>
                  </a:lnTo>
                  <a:lnTo>
                    <a:pt x="150155" y="286656"/>
                  </a:lnTo>
                  <a:lnTo>
                    <a:pt x="203468" y="309571"/>
                  </a:lnTo>
                  <a:lnTo>
                    <a:pt x="257000" y="334285"/>
                  </a:lnTo>
                  <a:lnTo>
                    <a:pt x="299859" y="358680"/>
                  </a:lnTo>
                  <a:lnTo>
                    <a:pt x="321152" y="380633"/>
                  </a:lnTo>
                  <a:lnTo>
                    <a:pt x="330100" y="405650"/>
                  </a:lnTo>
                  <a:lnTo>
                    <a:pt x="340827" y="430774"/>
                  </a:lnTo>
                  <a:lnTo>
                    <a:pt x="360302" y="471111"/>
                  </a:lnTo>
                  <a:lnTo>
                    <a:pt x="395495" y="541769"/>
                  </a:lnTo>
                  <a:lnTo>
                    <a:pt x="524915" y="784055"/>
                  </a:lnTo>
                  <a:lnTo>
                    <a:pt x="870161" y="1026812"/>
                  </a:lnTo>
                  <a:lnTo>
                    <a:pt x="902597" y="1040080"/>
                  </a:lnTo>
                  <a:lnTo>
                    <a:pt x="939726" y="1057450"/>
                  </a:lnTo>
                  <a:lnTo>
                    <a:pt x="1025603" y="1100110"/>
                  </a:lnTo>
                  <a:lnTo>
                    <a:pt x="1073124" y="1123207"/>
                  </a:lnTo>
                  <a:lnTo>
                    <a:pt x="1122879" y="1146019"/>
                  </a:lnTo>
                  <a:lnTo>
                    <a:pt x="1174256" y="1167451"/>
                  </a:lnTo>
                  <a:lnTo>
                    <a:pt x="1226639" y="1186407"/>
                  </a:lnTo>
                  <a:lnTo>
                    <a:pt x="1279415" y="1201788"/>
                  </a:lnTo>
                  <a:lnTo>
                    <a:pt x="1331968" y="1212500"/>
                  </a:lnTo>
                  <a:lnTo>
                    <a:pt x="1383685" y="1217445"/>
                  </a:lnTo>
                  <a:lnTo>
                    <a:pt x="1440340" y="1210148"/>
                  </a:lnTo>
                  <a:lnTo>
                    <a:pt x="1496123" y="1207406"/>
                  </a:lnTo>
                  <a:lnTo>
                    <a:pt x="1550695" y="1208606"/>
                  </a:lnTo>
                  <a:lnTo>
                    <a:pt x="1603715" y="1213135"/>
                  </a:lnTo>
                  <a:lnTo>
                    <a:pt x="1654843" y="1220381"/>
                  </a:lnTo>
                  <a:lnTo>
                    <a:pt x="1703738" y="1229729"/>
                  </a:lnTo>
                  <a:lnTo>
                    <a:pt x="1750058" y="1240567"/>
                  </a:lnTo>
                  <a:lnTo>
                    <a:pt x="1793465" y="1252283"/>
                  </a:lnTo>
                  <a:lnTo>
                    <a:pt x="1833617" y="1264262"/>
                  </a:lnTo>
                  <a:lnTo>
                    <a:pt x="1870173" y="1275893"/>
                  </a:lnTo>
                  <a:lnTo>
                    <a:pt x="1931935" y="1297663"/>
                  </a:lnTo>
                  <a:lnTo>
                    <a:pt x="1985813" y="1318947"/>
                  </a:lnTo>
                  <a:lnTo>
                    <a:pt x="2024370" y="1335319"/>
                  </a:lnTo>
                  <a:lnTo>
                    <a:pt x="2040168" y="1342352"/>
                  </a:lnTo>
                  <a:lnTo>
                    <a:pt x="1965847" y="1284885"/>
                  </a:lnTo>
                  <a:lnTo>
                    <a:pt x="1886971" y="1236257"/>
                  </a:lnTo>
                  <a:lnTo>
                    <a:pt x="1750409" y="1166294"/>
                  </a:lnTo>
                  <a:lnTo>
                    <a:pt x="1506446" y="1047628"/>
                  </a:lnTo>
                  <a:lnTo>
                    <a:pt x="1404422" y="990107"/>
                  </a:lnTo>
                  <a:lnTo>
                    <a:pt x="1175189" y="862390"/>
                  </a:lnTo>
                  <a:lnTo>
                    <a:pt x="934003" y="731748"/>
                  </a:lnTo>
                  <a:lnTo>
                    <a:pt x="796122" y="665451"/>
                  </a:lnTo>
                  <a:lnTo>
                    <a:pt x="793274" y="664969"/>
                  </a:lnTo>
                  <a:lnTo>
                    <a:pt x="770586" y="648286"/>
                  </a:lnTo>
                  <a:lnTo>
                    <a:pt x="737980" y="606895"/>
                  </a:lnTo>
                  <a:lnTo>
                    <a:pt x="700028" y="550513"/>
                  </a:lnTo>
                  <a:lnTo>
                    <a:pt x="661303" y="488857"/>
                  </a:lnTo>
                  <a:lnTo>
                    <a:pt x="626377" y="431643"/>
                  </a:lnTo>
                  <a:lnTo>
                    <a:pt x="599822" y="388587"/>
                  </a:lnTo>
                  <a:lnTo>
                    <a:pt x="586212" y="369408"/>
                  </a:lnTo>
                  <a:lnTo>
                    <a:pt x="568403" y="354086"/>
                  </a:lnTo>
                  <a:lnTo>
                    <a:pt x="540456" y="327836"/>
                  </a:lnTo>
                  <a:lnTo>
                    <a:pt x="511300" y="299053"/>
                  </a:lnTo>
                  <a:lnTo>
                    <a:pt x="489869" y="276133"/>
                  </a:lnTo>
                  <a:lnTo>
                    <a:pt x="463108" y="262767"/>
                  </a:lnTo>
                  <a:lnTo>
                    <a:pt x="410595" y="246441"/>
                  </a:lnTo>
                  <a:lnTo>
                    <a:pt x="278772" y="210334"/>
                  </a:lnTo>
                  <a:lnTo>
                    <a:pt x="224694" y="193265"/>
                  </a:lnTo>
                  <a:lnTo>
                    <a:pt x="179140" y="161637"/>
                  </a:lnTo>
                  <a:lnTo>
                    <a:pt x="133858" y="99127"/>
                  </a:lnTo>
                  <a:lnTo>
                    <a:pt x="83861" y="24790"/>
                  </a:lnTo>
                  <a:lnTo>
                    <a:pt x="74474" y="19244"/>
                  </a:lnTo>
                  <a:lnTo>
                    <a:pt x="51841" y="8188"/>
                  </a:lnTo>
                  <a:lnTo>
                    <a:pt x="24252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0138" y="4347219"/>
              <a:ext cx="6202491" cy="69836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941533" y="4438486"/>
              <a:ext cx="6201410" cy="607695"/>
            </a:xfrm>
            <a:custGeom>
              <a:avLst/>
              <a:gdLst/>
              <a:ahLst/>
              <a:cxnLst/>
              <a:rect l="l" t="t" r="r" b="b"/>
              <a:pathLst>
                <a:path w="6201409" h="607695">
                  <a:moveTo>
                    <a:pt x="1720492" y="0"/>
                  </a:moveTo>
                  <a:lnTo>
                    <a:pt x="1676519" y="186"/>
                  </a:lnTo>
                  <a:lnTo>
                    <a:pt x="1631244" y="869"/>
                  </a:lnTo>
                  <a:lnTo>
                    <a:pt x="1584759" y="2040"/>
                  </a:lnTo>
                  <a:lnTo>
                    <a:pt x="1537157" y="3689"/>
                  </a:lnTo>
                  <a:lnTo>
                    <a:pt x="1488529" y="5809"/>
                  </a:lnTo>
                  <a:lnTo>
                    <a:pt x="1438968" y="8390"/>
                  </a:lnTo>
                  <a:lnTo>
                    <a:pt x="1388566" y="11423"/>
                  </a:lnTo>
                  <a:lnTo>
                    <a:pt x="1337416" y="14899"/>
                  </a:lnTo>
                  <a:lnTo>
                    <a:pt x="1285608" y="18810"/>
                  </a:lnTo>
                  <a:lnTo>
                    <a:pt x="1233236" y="23146"/>
                  </a:lnTo>
                  <a:lnTo>
                    <a:pt x="1180392" y="27899"/>
                  </a:lnTo>
                  <a:lnTo>
                    <a:pt x="1127168" y="33060"/>
                  </a:lnTo>
                  <a:lnTo>
                    <a:pt x="1073656" y="38619"/>
                  </a:lnTo>
                  <a:lnTo>
                    <a:pt x="1019949" y="44568"/>
                  </a:lnTo>
                  <a:lnTo>
                    <a:pt x="966138" y="50899"/>
                  </a:lnTo>
                  <a:lnTo>
                    <a:pt x="912316" y="57601"/>
                  </a:lnTo>
                  <a:lnTo>
                    <a:pt x="858575" y="64667"/>
                  </a:lnTo>
                  <a:lnTo>
                    <a:pt x="805007" y="72087"/>
                  </a:lnTo>
                  <a:lnTo>
                    <a:pt x="751704" y="79853"/>
                  </a:lnTo>
                  <a:lnTo>
                    <a:pt x="698759" y="87955"/>
                  </a:lnTo>
                  <a:lnTo>
                    <a:pt x="646264" y="96384"/>
                  </a:lnTo>
                  <a:lnTo>
                    <a:pt x="594311" y="105133"/>
                  </a:lnTo>
                  <a:lnTo>
                    <a:pt x="542993" y="114191"/>
                  </a:lnTo>
                  <a:lnTo>
                    <a:pt x="492400" y="123550"/>
                  </a:lnTo>
                  <a:lnTo>
                    <a:pt x="442627" y="133201"/>
                  </a:lnTo>
                  <a:lnTo>
                    <a:pt x="393764" y="143136"/>
                  </a:lnTo>
                  <a:lnTo>
                    <a:pt x="345904" y="153345"/>
                  </a:lnTo>
                  <a:lnTo>
                    <a:pt x="299140" y="163819"/>
                  </a:lnTo>
                  <a:lnTo>
                    <a:pt x="253562" y="174549"/>
                  </a:lnTo>
                  <a:lnTo>
                    <a:pt x="214985" y="189089"/>
                  </a:lnTo>
                  <a:lnTo>
                    <a:pt x="181617" y="212243"/>
                  </a:lnTo>
                  <a:lnTo>
                    <a:pt x="154939" y="242808"/>
                  </a:lnTo>
                  <a:lnTo>
                    <a:pt x="136435" y="279583"/>
                  </a:lnTo>
                  <a:lnTo>
                    <a:pt x="117484" y="332164"/>
                  </a:lnTo>
                  <a:lnTo>
                    <a:pt x="97917" y="384006"/>
                  </a:lnTo>
                  <a:lnTo>
                    <a:pt x="77658" y="435043"/>
                  </a:lnTo>
                  <a:lnTo>
                    <a:pt x="56628" y="485209"/>
                  </a:lnTo>
                  <a:lnTo>
                    <a:pt x="34750" y="534441"/>
                  </a:lnTo>
                  <a:lnTo>
                    <a:pt x="11947" y="582673"/>
                  </a:lnTo>
                  <a:lnTo>
                    <a:pt x="0" y="607101"/>
                  </a:lnTo>
                  <a:lnTo>
                    <a:pt x="6201099" y="607101"/>
                  </a:lnTo>
                  <a:lnTo>
                    <a:pt x="6201214" y="606662"/>
                  </a:lnTo>
                  <a:lnTo>
                    <a:pt x="6201308" y="606327"/>
                  </a:lnTo>
                  <a:lnTo>
                    <a:pt x="6135511" y="582767"/>
                  </a:lnTo>
                  <a:lnTo>
                    <a:pt x="6087329" y="566404"/>
                  </a:lnTo>
                  <a:lnTo>
                    <a:pt x="6027833" y="546980"/>
                  </a:lnTo>
                  <a:lnTo>
                    <a:pt x="5957808" y="525097"/>
                  </a:lnTo>
                  <a:lnTo>
                    <a:pt x="5919092" y="513421"/>
                  </a:lnTo>
                  <a:lnTo>
                    <a:pt x="5878038" y="501356"/>
                  </a:lnTo>
                  <a:lnTo>
                    <a:pt x="5834745" y="488978"/>
                  </a:lnTo>
                  <a:lnTo>
                    <a:pt x="5789310" y="476362"/>
                  </a:lnTo>
                  <a:lnTo>
                    <a:pt x="5741832" y="463582"/>
                  </a:lnTo>
                  <a:lnTo>
                    <a:pt x="5692409" y="450715"/>
                  </a:lnTo>
                  <a:lnTo>
                    <a:pt x="5641138" y="437836"/>
                  </a:lnTo>
                  <a:lnTo>
                    <a:pt x="5588120" y="425019"/>
                  </a:lnTo>
                  <a:lnTo>
                    <a:pt x="5533450" y="412340"/>
                  </a:lnTo>
                  <a:lnTo>
                    <a:pt x="5477228" y="399875"/>
                  </a:lnTo>
                  <a:lnTo>
                    <a:pt x="5419552" y="387699"/>
                  </a:lnTo>
                  <a:lnTo>
                    <a:pt x="5360520" y="375887"/>
                  </a:lnTo>
                  <a:lnTo>
                    <a:pt x="5300230" y="364514"/>
                  </a:lnTo>
                  <a:lnTo>
                    <a:pt x="5238781" y="353656"/>
                  </a:lnTo>
                  <a:lnTo>
                    <a:pt x="5176269" y="343388"/>
                  </a:lnTo>
                  <a:lnTo>
                    <a:pt x="5112795" y="333785"/>
                  </a:lnTo>
                  <a:lnTo>
                    <a:pt x="5048455" y="324923"/>
                  </a:lnTo>
                  <a:lnTo>
                    <a:pt x="4983349" y="316877"/>
                  </a:lnTo>
                  <a:lnTo>
                    <a:pt x="4917573" y="309721"/>
                  </a:lnTo>
                  <a:lnTo>
                    <a:pt x="4851227" y="303533"/>
                  </a:lnTo>
                  <a:lnTo>
                    <a:pt x="4784409" y="298386"/>
                  </a:lnTo>
                  <a:lnTo>
                    <a:pt x="4717216" y="294356"/>
                  </a:lnTo>
                  <a:lnTo>
                    <a:pt x="4649747" y="291518"/>
                  </a:lnTo>
                  <a:lnTo>
                    <a:pt x="4582101" y="289948"/>
                  </a:lnTo>
                  <a:lnTo>
                    <a:pt x="4514374" y="289722"/>
                  </a:lnTo>
                  <a:lnTo>
                    <a:pt x="4446666" y="290913"/>
                  </a:lnTo>
                  <a:lnTo>
                    <a:pt x="4379075" y="293598"/>
                  </a:lnTo>
                  <a:lnTo>
                    <a:pt x="4311698" y="297852"/>
                  </a:lnTo>
                  <a:lnTo>
                    <a:pt x="4191667" y="308575"/>
                  </a:lnTo>
                  <a:lnTo>
                    <a:pt x="4139074" y="312355"/>
                  </a:lnTo>
                  <a:lnTo>
                    <a:pt x="4086842" y="315126"/>
                  </a:lnTo>
                  <a:lnTo>
                    <a:pt x="4034961" y="316927"/>
                  </a:lnTo>
                  <a:lnTo>
                    <a:pt x="3983418" y="317795"/>
                  </a:lnTo>
                  <a:lnTo>
                    <a:pt x="3932201" y="317768"/>
                  </a:lnTo>
                  <a:lnTo>
                    <a:pt x="3881298" y="316883"/>
                  </a:lnTo>
                  <a:lnTo>
                    <a:pt x="3830697" y="315177"/>
                  </a:lnTo>
                  <a:lnTo>
                    <a:pt x="3780386" y="312690"/>
                  </a:lnTo>
                  <a:lnTo>
                    <a:pt x="3730353" y="309458"/>
                  </a:lnTo>
                  <a:lnTo>
                    <a:pt x="3680586" y="305519"/>
                  </a:lnTo>
                  <a:lnTo>
                    <a:pt x="3631072" y="300910"/>
                  </a:lnTo>
                  <a:lnTo>
                    <a:pt x="3581800" y="295670"/>
                  </a:lnTo>
                  <a:lnTo>
                    <a:pt x="3532758" y="289835"/>
                  </a:lnTo>
                  <a:lnTo>
                    <a:pt x="3483934" y="283445"/>
                  </a:lnTo>
                  <a:lnTo>
                    <a:pt x="3435316" y="276535"/>
                  </a:lnTo>
                  <a:lnTo>
                    <a:pt x="3386891" y="269144"/>
                  </a:lnTo>
                  <a:lnTo>
                    <a:pt x="3338647" y="261310"/>
                  </a:lnTo>
                  <a:lnTo>
                    <a:pt x="3290574" y="253071"/>
                  </a:lnTo>
                  <a:lnTo>
                    <a:pt x="3242657" y="244463"/>
                  </a:lnTo>
                  <a:lnTo>
                    <a:pt x="3194887" y="235524"/>
                  </a:lnTo>
                  <a:lnTo>
                    <a:pt x="3147249" y="226293"/>
                  </a:lnTo>
                  <a:lnTo>
                    <a:pt x="3099734" y="216807"/>
                  </a:lnTo>
                  <a:lnTo>
                    <a:pt x="3052327" y="207103"/>
                  </a:lnTo>
                  <a:lnTo>
                    <a:pt x="2957794" y="187194"/>
                  </a:lnTo>
                  <a:lnTo>
                    <a:pt x="2628606" y="116197"/>
                  </a:lnTo>
                  <a:lnTo>
                    <a:pt x="2534634" y="96780"/>
                  </a:lnTo>
                  <a:lnTo>
                    <a:pt x="2487601" y="87404"/>
                  </a:lnTo>
                  <a:lnTo>
                    <a:pt x="2440521" y="78300"/>
                  </a:lnTo>
                  <a:lnTo>
                    <a:pt x="2393382" y="69505"/>
                  </a:lnTo>
                  <a:lnTo>
                    <a:pt x="2346172" y="61059"/>
                  </a:lnTo>
                  <a:lnTo>
                    <a:pt x="2298879" y="52997"/>
                  </a:lnTo>
                  <a:lnTo>
                    <a:pt x="2251491" y="45358"/>
                  </a:lnTo>
                  <a:lnTo>
                    <a:pt x="2203995" y="38179"/>
                  </a:lnTo>
                  <a:lnTo>
                    <a:pt x="2156380" y="31499"/>
                  </a:lnTo>
                  <a:lnTo>
                    <a:pt x="2108634" y="25354"/>
                  </a:lnTo>
                  <a:lnTo>
                    <a:pt x="2060745" y="19783"/>
                  </a:lnTo>
                  <a:lnTo>
                    <a:pt x="2012699" y="14822"/>
                  </a:lnTo>
                  <a:lnTo>
                    <a:pt x="1964487" y="10510"/>
                  </a:lnTo>
                  <a:lnTo>
                    <a:pt x="1916095" y="6885"/>
                  </a:lnTo>
                  <a:lnTo>
                    <a:pt x="1867512" y="3983"/>
                  </a:lnTo>
                  <a:lnTo>
                    <a:pt x="1818724" y="1844"/>
                  </a:lnTo>
                  <a:lnTo>
                    <a:pt x="1769722" y="503"/>
                  </a:lnTo>
                  <a:lnTo>
                    <a:pt x="1720492" y="0"/>
                  </a:lnTo>
                  <a:close/>
                </a:path>
              </a:pathLst>
            </a:custGeom>
            <a:solidFill>
              <a:srgbClr val="087D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624158" y="728636"/>
            <a:ext cx="285750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Mountains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Sand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Dunes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257163" y="7138749"/>
            <a:ext cx="9112250" cy="1071880"/>
          </a:xfrm>
          <a:custGeom>
            <a:avLst/>
            <a:gdLst/>
            <a:ahLst/>
            <a:cxnLst/>
            <a:rect l="l" t="t" r="r" b="b"/>
            <a:pathLst>
              <a:path w="9112250" h="1071879">
                <a:moveTo>
                  <a:pt x="6451049" y="0"/>
                </a:moveTo>
                <a:lnTo>
                  <a:pt x="6420272" y="4680"/>
                </a:lnTo>
                <a:lnTo>
                  <a:pt x="6393830" y="17661"/>
                </a:lnTo>
                <a:lnTo>
                  <a:pt x="6373487" y="37353"/>
                </a:lnTo>
                <a:lnTo>
                  <a:pt x="6359848" y="64615"/>
                </a:lnTo>
                <a:lnTo>
                  <a:pt x="6349008" y="61815"/>
                </a:lnTo>
                <a:lnTo>
                  <a:pt x="6311713" y="75872"/>
                </a:lnTo>
                <a:lnTo>
                  <a:pt x="6306415" y="88238"/>
                </a:lnTo>
                <a:lnTo>
                  <a:pt x="6303965" y="81892"/>
                </a:lnTo>
                <a:lnTo>
                  <a:pt x="6259538" y="61940"/>
                </a:lnTo>
                <a:lnTo>
                  <a:pt x="6242786" y="61815"/>
                </a:lnTo>
                <a:lnTo>
                  <a:pt x="6226585" y="64615"/>
                </a:lnTo>
                <a:lnTo>
                  <a:pt x="6206218" y="37353"/>
                </a:lnTo>
                <a:lnTo>
                  <a:pt x="6175823" y="17661"/>
                </a:lnTo>
                <a:lnTo>
                  <a:pt x="6136313" y="4680"/>
                </a:lnTo>
                <a:lnTo>
                  <a:pt x="6090327" y="0"/>
                </a:lnTo>
                <a:lnTo>
                  <a:pt x="6044863" y="9964"/>
                </a:lnTo>
                <a:lnTo>
                  <a:pt x="6001800" y="36242"/>
                </a:lnTo>
                <a:lnTo>
                  <a:pt x="5962541" y="73410"/>
                </a:lnTo>
                <a:lnTo>
                  <a:pt x="5928492" y="116046"/>
                </a:lnTo>
                <a:lnTo>
                  <a:pt x="5901056" y="158725"/>
                </a:lnTo>
                <a:lnTo>
                  <a:pt x="5881637" y="196026"/>
                </a:lnTo>
                <a:lnTo>
                  <a:pt x="5871640" y="222525"/>
                </a:lnTo>
                <a:lnTo>
                  <a:pt x="5872470" y="232799"/>
                </a:lnTo>
                <a:lnTo>
                  <a:pt x="5865633" y="265267"/>
                </a:lnTo>
                <a:lnTo>
                  <a:pt x="5835807" y="315217"/>
                </a:lnTo>
                <a:lnTo>
                  <a:pt x="5787149" y="347411"/>
                </a:lnTo>
                <a:lnTo>
                  <a:pt x="5722900" y="364520"/>
                </a:lnTo>
                <a:lnTo>
                  <a:pt x="5646302" y="369215"/>
                </a:lnTo>
                <a:lnTo>
                  <a:pt x="5604385" y="367741"/>
                </a:lnTo>
                <a:lnTo>
                  <a:pt x="5560597" y="364164"/>
                </a:lnTo>
                <a:lnTo>
                  <a:pt x="5515343" y="358819"/>
                </a:lnTo>
                <a:lnTo>
                  <a:pt x="5469027" y="352039"/>
                </a:lnTo>
                <a:lnTo>
                  <a:pt x="5422056" y="344158"/>
                </a:lnTo>
                <a:lnTo>
                  <a:pt x="5374835" y="335510"/>
                </a:lnTo>
                <a:lnTo>
                  <a:pt x="5235720" y="308300"/>
                </a:lnTo>
                <a:lnTo>
                  <a:pt x="5191549" y="299921"/>
                </a:lnTo>
                <a:lnTo>
                  <a:pt x="5149154" y="292443"/>
                </a:lnTo>
                <a:lnTo>
                  <a:pt x="5108940" y="286201"/>
                </a:lnTo>
                <a:lnTo>
                  <a:pt x="5036676" y="278759"/>
                </a:lnTo>
                <a:lnTo>
                  <a:pt x="5005436" y="278226"/>
                </a:lnTo>
                <a:lnTo>
                  <a:pt x="4977998" y="280263"/>
                </a:lnTo>
                <a:lnTo>
                  <a:pt x="4954768" y="285205"/>
                </a:lnTo>
                <a:lnTo>
                  <a:pt x="4936150" y="293386"/>
                </a:lnTo>
                <a:lnTo>
                  <a:pt x="4922550" y="305138"/>
                </a:lnTo>
                <a:lnTo>
                  <a:pt x="4914373" y="320796"/>
                </a:lnTo>
                <a:lnTo>
                  <a:pt x="4912541" y="315142"/>
                </a:lnTo>
                <a:lnTo>
                  <a:pt x="4909075" y="309823"/>
                </a:lnTo>
                <a:lnTo>
                  <a:pt x="4903976" y="305456"/>
                </a:lnTo>
                <a:lnTo>
                  <a:pt x="4891043" y="298141"/>
                </a:lnTo>
                <a:lnTo>
                  <a:pt x="4876498" y="295928"/>
                </a:lnTo>
                <a:lnTo>
                  <a:pt x="4862090" y="298780"/>
                </a:lnTo>
                <a:lnTo>
                  <a:pt x="4849569" y="306660"/>
                </a:lnTo>
                <a:lnTo>
                  <a:pt x="4847255" y="309058"/>
                </a:lnTo>
                <a:lnTo>
                  <a:pt x="4843308" y="304975"/>
                </a:lnTo>
                <a:lnTo>
                  <a:pt x="4841098" y="303079"/>
                </a:lnTo>
                <a:lnTo>
                  <a:pt x="4817227" y="289582"/>
                </a:lnTo>
                <a:lnTo>
                  <a:pt x="4790369" y="285499"/>
                </a:lnTo>
                <a:lnTo>
                  <a:pt x="4763767" y="290761"/>
                </a:lnTo>
                <a:lnTo>
                  <a:pt x="4732328" y="314813"/>
                </a:lnTo>
                <a:lnTo>
                  <a:pt x="4721091" y="347717"/>
                </a:lnTo>
                <a:lnTo>
                  <a:pt x="4717678" y="342157"/>
                </a:lnTo>
                <a:lnTo>
                  <a:pt x="4677294" y="316928"/>
                </a:lnTo>
                <a:lnTo>
                  <a:pt x="4660314" y="314781"/>
                </a:lnTo>
                <a:lnTo>
                  <a:pt x="4643282" y="316325"/>
                </a:lnTo>
                <a:lnTo>
                  <a:pt x="4636519" y="301636"/>
                </a:lnTo>
                <a:lnTo>
                  <a:pt x="4604435" y="262170"/>
                </a:lnTo>
                <a:lnTo>
                  <a:pt x="4563480" y="237063"/>
                </a:lnTo>
                <a:lnTo>
                  <a:pt x="4517439" y="225343"/>
                </a:lnTo>
                <a:lnTo>
                  <a:pt x="4470042" y="226927"/>
                </a:lnTo>
                <a:lnTo>
                  <a:pt x="4425017" y="241730"/>
                </a:lnTo>
                <a:lnTo>
                  <a:pt x="4419289" y="241018"/>
                </a:lnTo>
                <a:lnTo>
                  <a:pt x="4429820" y="220463"/>
                </a:lnTo>
                <a:lnTo>
                  <a:pt x="4431749" y="198364"/>
                </a:lnTo>
                <a:lnTo>
                  <a:pt x="4425135" y="176891"/>
                </a:lnTo>
                <a:lnTo>
                  <a:pt x="4410033" y="158215"/>
                </a:lnTo>
                <a:lnTo>
                  <a:pt x="4395493" y="148595"/>
                </a:lnTo>
                <a:lnTo>
                  <a:pt x="4379288" y="142736"/>
                </a:lnTo>
                <a:lnTo>
                  <a:pt x="4362231" y="140619"/>
                </a:lnTo>
                <a:lnTo>
                  <a:pt x="4345134" y="142226"/>
                </a:lnTo>
                <a:lnTo>
                  <a:pt x="4341242" y="129935"/>
                </a:lnTo>
                <a:lnTo>
                  <a:pt x="4317292" y="97190"/>
                </a:lnTo>
                <a:lnTo>
                  <a:pt x="4254878" y="73413"/>
                </a:lnTo>
                <a:lnTo>
                  <a:pt x="4221496" y="77483"/>
                </a:lnTo>
                <a:lnTo>
                  <a:pt x="4191128" y="92091"/>
                </a:lnTo>
                <a:lnTo>
                  <a:pt x="4190123" y="84342"/>
                </a:lnTo>
                <a:lnTo>
                  <a:pt x="4159002" y="61940"/>
                </a:lnTo>
                <a:lnTo>
                  <a:pt x="4147796" y="61815"/>
                </a:lnTo>
                <a:lnTo>
                  <a:pt x="4136963" y="64615"/>
                </a:lnTo>
                <a:lnTo>
                  <a:pt x="4123309" y="37353"/>
                </a:lnTo>
                <a:lnTo>
                  <a:pt x="4102969" y="17661"/>
                </a:lnTo>
                <a:lnTo>
                  <a:pt x="4076527" y="4680"/>
                </a:lnTo>
                <a:lnTo>
                  <a:pt x="4045751" y="0"/>
                </a:lnTo>
                <a:lnTo>
                  <a:pt x="4032721" y="812"/>
                </a:lnTo>
                <a:lnTo>
                  <a:pt x="4020242" y="3177"/>
                </a:lnTo>
                <a:lnTo>
                  <a:pt x="4008437" y="6988"/>
                </a:lnTo>
                <a:lnTo>
                  <a:pt x="3997428" y="12135"/>
                </a:lnTo>
                <a:lnTo>
                  <a:pt x="3986427" y="6988"/>
                </a:lnTo>
                <a:lnTo>
                  <a:pt x="3974631" y="3177"/>
                </a:lnTo>
                <a:lnTo>
                  <a:pt x="3962157" y="812"/>
                </a:lnTo>
                <a:lnTo>
                  <a:pt x="3949125" y="0"/>
                </a:lnTo>
                <a:lnTo>
                  <a:pt x="3918349" y="4680"/>
                </a:lnTo>
                <a:lnTo>
                  <a:pt x="3891907" y="17661"/>
                </a:lnTo>
                <a:lnTo>
                  <a:pt x="3871567" y="37353"/>
                </a:lnTo>
                <a:lnTo>
                  <a:pt x="3857934" y="64615"/>
                </a:lnTo>
                <a:lnTo>
                  <a:pt x="3847088" y="61815"/>
                </a:lnTo>
                <a:lnTo>
                  <a:pt x="3808669" y="76845"/>
                </a:lnTo>
                <a:lnTo>
                  <a:pt x="3803748" y="92091"/>
                </a:lnTo>
                <a:lnTo>
                  <a:pt x="3773389" y="77483"/>
                </a:lnTo>
                <a:lnTo>
                  <a:pt x="3706953" y="79958"/>
                </a:lnTo>
                <a:lnTo>
                  <a:pt x="3667565" y="107196"/>
                </a:lnTo>
                <a:lnTo>
                  <a:pt x="3649742" y="142226"/>
                </a:lnTo>
                <a:lnTo>
                  <a:pt x="3632654" y="140619"/>
                </a:lnTo>
                <a:lnTo>
                  <a:pt x="3584843" y="158215"/>
                </a:lnTo>
                <a:lnTo>
                  <a:pt x="3563127" y="198364"/>
                </a:lnTo>
                <a:lnTo>
                  <a:pt x="3565056" y="220463"/>
                </a:lnTo>
                <a:lnTo>
                  <a:pt x="3575587" y="241018"/>
                </a:lnTo>
                <a:lnTo>
                  <a:pt x="3569859" y="241730"/>
                </a:lnTo>
                <a:lnTo>
                  <a:pt x="3524836" y="226927"/>
                </a:lnTo>
                <a:lnTo>
                  <a:pt x="3477441" y="225343"/>
                </a:lnTo>
                <a:lnTo>
                  <a:pt x="3431400" y="237063"/>
                </a:lnTo>
                <a:lnTo>
                  <a:pt x="3390441" y="262170"/>
                </a:lnTo>
                <a:lnTo>
                  <a:pt x="3358359" y="301636"/>
                </a:lnTo>
                <a:lnTo>
                  <a:pt x="3351594" y="316325"/>
                </a:lnTo>
                <a:lnTo>
                  <a:pt x="3334561" y="314781"/>
                </a:lnTo>
                <a:lnTo>
                  <a:pt x="3286988" y="332366"/>
                </a:lnTo>
                <a:lnTo>
                  <a:pt x="3273785" y="347717"/>
                </a:lnTo>
                <a:lnTo>
                  <a:pt x="3272326" y="336318"/>
                </a:lnTo>
                <a:lnTo>
                  <a:pt x="3231113" y="290761"/>
                </a:lnTo>
                <a:lnTo>
                  <a:pt x="3204509" y="285499"/>
                </a:lnTo>
                <a:lnTo>
                  <a:pt x="3177654" y="289582"/>
                </a:lnTo>
                <a:lnTo>
                  <a:pt x="3153788" y="303079"/>
                </a:lnTo>
                <a:lnTo>
                  <a:pt x="3149516" y="306974"/>
                </a:lnTo>
                <a:lnTo>
                  <a:pt x="3147631" y="309058"/>
                </a:lnTo>
                <a:lnTo>
                  <a:pt x="3145317" y="306660"/>
                </a:lnTo>
                <a:lnTo>
                  <a:pt x="3132795" y="298780"/>
                </a:lnTo>
                <a:lnTo>
                  <a:pt x="3118385" y="295928"/>
                </a:lnTo>
                <a:lnTo>
                  <a:pt x="3103839" y="298141"/>
                </a:lnTo>
                <a:lnTo>
                  <a:pt x="3090911" y="305456"/>
                </a:lnTo>
                <a:lnTo>
                  <a:pt x="3085811" y="309823"/>
                </a:lnTo>
                <a:lnTo>
                  <a:pt x="3082345" y="315142"/>
                </a:lnTo>
                <a:lnTo>
                  <a:pt x="3080503" y="320796"/>
                </a:lnTo>
                <a:lnTo>
                  <a:pt x="3073885" y="279522"/>
                </a:lnTo>
                <a:lnTo>
                  <a:pt x="3045997" y="213950"/>
                </a:lnTo>
                <a:lnTo>
                  <a:pt x="3001959" y="169633"/>
                </a:lnTo>
                <a:lnTo>
                  <a:pt x="2945841" y="144914"/>
                </a:lnTo>
                <a:lnTo>
                  <a:pt x="2881709" y="138135"/>
                </a:lnTo>
                <a:lnTo>
                  <a:pt x="2847909" y="140955"/>
                </a:lnTo>
                <a:lnTo>
                  <a:pt x="2779383" y="157979"/>
                </a:lnTo>
                <a:lnTo>
                  <a:pt x="2713013" y="188799"/>
                </a:lnTo>
                <a:lnTo>
                  <a:pt x="2652865" y="231759"/>
                </a:lnTo>
                <a:lnTo>
                  <a:pt x="2603008" y="285200"/>
                </a:lnTo>
                <a:lnTo>
                  <a:pt x="2567509" y="347465"/>
                </a:lnTo>
                <a:lnTo>
                  <a:pt x="2550435" y="416898"/>
                </a:lnTo>
                <a:lnTo>
                  <a:pt x="2549304" y="419191"/>
                </a:lnTo>
                <a:lnTo>
                  <a:pt x="2548917" y="420385"/>
                </a:lnTo>
                <a:lnTo>
                  <a:pt x="2543925" y="391886"/>
                </a:lnTo>
                <a:lnTo>
                  <a:pt x="2533555" y="364296"/>
                </a:lnTo>
                <a:lnTo>
                  <a:pt x="2496604" y="314451"/>
                </a:lnTo>
                <a:lnTo>
                  <a:pt x="2458167" y="286548"/>
                </a:lnTo>
                <a:lnTo>
                  <a:pt x="2414578" y="268880"/>
                </a:lnTo>
                <a:lnTo>
                  <a:pt x="2368134" y="261490"/>
                </a:lnTo>
                <a:lnTo>
                  <a:pt x="2321133" y="264421"/>
                </a:lnTo>
                <a:lnTo>
                  <a:pt x="2290259" y="222279"/>
                </a:lnTo>
                <a:lnTo>
                  <a:pt x="2256199" y="182788"/>
                </a:lnTo>
                <a:lnTo>
                  <a:pt x="2219568" y="146865"/>
                </a:lnTo>
                <a:lnTo>
                  <a:pt x="2180977" y="115428"/>
                </a:lnTo>
                <a:lnTo>
                  <a:pt x="2141041" y="89394"/>
                </a:lnTo>
                <a:lnTo>
                  <a:pt x="2100374" y="69683"/>
                </a:lnTo>
                <a:lnTo>
                  <a:pt x="2059588" y="57210"/>
                </a:lnTo>
                <a:lnTo>
                  <a:pt x="2019298" y="52895"/>
                </a:lnTo>
                <a:lnTo>
                  <a:pt x="1980116" y="57655"/>
                </a:lnTo>
                <a:lnTo>
                  <a:pt x="1942657" y="72407"/>
                </a:lnTo>
                <a:lnTo>
                  <a:pt x="1907533" y="98070"/>
                </a:lnTo>
                <a:lnTo>
                  <a:pt x="1891549" y="96602"/>
                </a:lnTo>
                <a:lnTo>
                  <a:pt x="1846844" y="112708"/>
                </a:lnTo>
                <a:lnTo>
                  <a:pt x="1826545" y="149469"/>
                </a:lnTo>
                <a:lnTo>
                  <a:pt x="1828348" y="169707"/>
                </a:lnTo>
                <a:lnTo>
                  <a:pt x="1838184" y="188538"/>
                </a:lnTo>
                <a:lnTo>
                  <a:pt x="1832823" y="189177"/>
                </a:lnTo>
                <a:lnTo>
                  <a:pt x="1795927" y="176612"/>
                </a:lnTo>
                <a:lnTo>
                  <a:pt x="1756988" y="173439"/>
                </a:lnTo>
                <a:lnTo>
                  <a:pt x="1718386" y="179706"/>
                </a:lnTo>
                <a:lnTo>
                  <a:pt x="1682503" y="195460"/>
                </a:lnTo>
                <a:lnTo>
                  <a:pt x="1640116" y="174417"/>
                </a:lnTo>
                <a:lnTo>
                  <a:pt x="1596601" y="159407"/>
                </a:lnTo>
                <a:lnTo>
                  <a:pt x="1552654" y="151020"/>
                </a:lnTo>
                <a:lnTo>
                  <a:pt x="1508973" y="149848"/>
                </a:lnTo>
                <a:lnTo>
                  <a:pt x="1466256" y="156483"/>
                </a:lnTo>
                <a:lnTo>
                  <a:pt x="1425200" y="171514"/>
                </a:lnTo>
                <a:lnTo>
                  <a:pt x="1386502" y="195534"/>
                </a:lnTo>
                <a:lnTo>
                  <a:pt x="1350859" y="229134"/>
                </a:lnTo>
                <a:lnTo>
                  <a:pt x="1315774" y="192966"/>
                </a:lnTo>
                <a:lnTo>
                  <a:pt x="1277914" y="164221"/>
                </a:lnTo>
                <a:lnTo>
                  <a:pt x="1237719" y="142461"/>
                </a:lnTo>
                <a:lnTo>
                  <a:pt x="1195626" y="127252"/>
                </a:lnTo>
                <a:lnTo>
                  <a:pt x="1152076" y="118158"/>
                </a:lnTo>
                <a:lnTo>
                  <a:pt x="1107508" y="114741"/>
                </a:lnTo>
                <a:lnTo>
                  <a:pt x="1062360" y="116567"/>
                </a:lnTo>
                <a:lnTo>
                  <a:pt x="1017071" y="123198"/>
                </a:lnTo>
                <a:lnTo>
                  <a:pt x="972082" y="134200"/>
                </a:lnTo>
                <a:lnTo>
                  <a:pt x="927830" y="149136"/>
                </a:lnTo>
                <a:lnTo>
                  <a:pt x="884755" y="167570"/>
                </a:lnTo>
                <a:lnTo>
                  <a:pt x="843295" y="189066"/>
                </a:lnTo>
                <a:lnTo>
                  <a:pt x="803891" y="213188"/>
                </a:lnTo>
                <a:lnTo>
                  <a:pt x="766981" y="239500"/>
                </a:lnTo>
                <a:lnTo>
                  <a:pt x="713102" y="227929"/>
                </a:lnTo>
                <a:lnTo>
                  <a:pt x="656795" y="224457"/>
                </a:lnTo>
                <a:lnTo>
                  <a:pt x="600753" y="229065"/>
                </a:lnTo>
                <a:lnTo>
                  <a:pt x="547669" y="241730"/>
                </a:lnTo>
                <a:lnTo>
                  <a:pt x="538936" y="241018"/>
                </a:lnTo>
                <a:lnTo>
                  <a:pt x="554993" y="220463"/>
                </a:lnTo>
                <a:lnTo>
                  <a:pt x="557935" y="198364"/>
                </a:lnTo>
                <a:lnTo>
                  <a:pt x="547841" y="176891"/>
                </a:lnTo>
                <a:lnTo>
                  <a:pt x="524790" y="158215"/>
                </a:lnTo>
                <a:lnTo>
                  <a:pt x="502608" y="148595"/>
                </a:lnTo>
                <a:lnTo>
                  <a:pt x="477883" y="142736"/>
                </a:lnTo>
                <a:lnTo>
                  <a:pt x="451858" y="140619"/>
                </a:lnTo>
                <a:lnTo>
                  <a:pt x="425777" y="142226"/>
                </a:lnTo>
                <a:lnTo>
                  <a:pt x="424049" y="137283"/>
                </a:lnTo>
                <a:lnTo>
                  <a:pt x="421578" y="132425"/>
                </a:lnTo>
                <a:lnTo>
                  <a:pt x="418364" y="127702"/>
                </a:lnTo>
                <a:lnTo>
                  <a:pt x="424354" y="117710"/>
                </a:lnTo>
                <a:lnTo>
                  <a:pt x="428793" y="106984"/>
                </a:lnTo>
                <a:lnTo>
                  <a:pt x="431551" y="95636"/>
                </a:lnTo>
                <a:lnTo>
                  <a:pt x="432499" y="83777"/>
                </a:lnTo>
                <a:lnTo>
                  <a:pt x="425020" y="51171"/>
                </a:lnTo>
                <a:lnTo>
                  <a:pt x="404623" y="24541"/>
                </a:lnTo>
                <a:lnTo>
                  <a:pt x="374375" y="6584"/>
                </a:lnTo>
                <a:lnTo>
                  <a:pt x="337340" y="0"/>
                </a:lnTo>
                <a:lnTo>
                  <a:pt x="305912" y="4680"/>
                </a:lnTo>
                <a:lnTo>
                  <a:pt x="278910" y="17661"/>
                </a:lnTo>
                <a:lnTo>
                  <a:pt x="258139" y="37353"/>
                </a:lnTo>
                <a:lnTo>
                  <a:pt x="244212" y="64615"/>
                </a:lnTo>
                <a:lnTo>
                  <a:pt x="233137" y="61815"/>
                </a:lnTo>
                <a:lnTo>
                  <a:pt x="195041" y="75872"/>
                </a:lnTo>
                <a:lnTo>
                  <a:pt x="189627" y="88238"/>
                </a:lnTo>
                <a:lnTo>
                  <a:pt x="187135" y="81892"/>
                </a:lnTo>
                <a:lnTo>
                  <a:pt x="141767" y="61940"/>
                </a:lnTo>
                <a:lnTo>
                  <a:pt x="124658" y="61815"/>
                </a:lnTo>
                <a:lnTo>
                  <a:pt x="108111" y="64615"/>
                </a:lnTo>
                <a:lnTo>
                  <a:pt x="91284" y="41070"/>
                </a:lnTo>
                <a:lnTo>
                  <a:pt x="67477" y="23390"/>
                </a:lnTo>
                <a:lnTo>
                  <a:pt x="36519" y="10059"/>
                </a:lnTo>
                <a:lnTo>
                  <a:pt x="0" y="2010"/>
                </a:lnTo>
                <a:lnTo>
                  <a:pt x="0" y="1071297"/>
                </a:lnTo>
                <a:lnTo>
                  <a:pt x="9111774" y="1071297"/>
                </a:lnTo>
                <a:lnTo>
                  <a:pt x="9111774" y="258651"/>
                </a:lnTo>
                <a:lnTo>
                  <a:pt x="9071286" y="250942"/>
                </a:lnTo>
                <a:lnTo>
                  <a:pt x="9033012" y="266934"/>
                </a:lnTo>
                <a:lnTo>
                  <a:pt x="9013903" y="297844"/>
                </a:lnTo>
                <a:lnTo>
                  <a:pt x="9002176" y="296740"/>
                </a:lnTo>
                <a:lnTo>
                  <a:pt x="8959012" y="321631"/>
                </a:lnTo>
                <a:lnTo>
                  <a:pt x="8954473" y="336366"/>
                </a:lnTo>
                <a:lnTo>
                  <a:pt x="8955796" y="351534"/>
                </a:lnTo>
                <a:lnTo>
                  <a:pt x="8963015" y="365643"/>
                </a:lnTo>
                <a:lnTo>
                  <a:pt x="8959088" y="366124"/>
                </a:lnTo>
                <a:lnTo>
                  <a:pt x="8928196" y="355970"/>
                </a:lnTo>
                <a:lnTo>
                  <a:pt x="8895672" y="354884"/>
                </a:lnTo>
                <a:lnTo>
                  <a:pt x="8864077" y="362923"/>
                </a:lnTo>
                <a:lnTo>
                  <a:pt x="8827290" y="388539"/>
                </a:lnTo>
                <a:lnTo>
                  <a:pt x="8809323" y="417306"/>
                </a:lnTo>
                <a:lnTo>
                  <a:pt x="8797635" y="416250"/>
                </a:lnTo>
                <a:lnTo>
                  <a:pt x="8761293" y="431484"/>
                </a:lnTo>
                <a:lnTo>
                  <a:pt x="8755921" y="438855"/>
                </a:lnTo>
                <a:lnTo>
                  <a:pt x="8754925" y="431033"/>
                </a:lnTo>
                <a:lnTo>
                  <a:pt x="8726642" y="399763"/>
                </a:lnTo>
                <a:lnTo>
                  <a:pt x="8708389" y="396152"/>
                </a:lnTo>
                <a:lnTo>
                  <a:pt x="8689963" y="398954"/>
                </a:lnTo>
                <a:lnTo>
                  <a:pt x="8673589" y="408217"/>
                </a:lnTo>
                <a:lnTo>
                  <a:pt x="8670657" y="410888"/>
                </a:lnTo>
                <a:lnTo>
                  <a:pt x="8669359" y="412322"/>
                </a:lnTo>
                <a:lnTo>
                  <a:pt x="8667767" y="410678"/>
                </a:lnTo>
                <a:lnTo>
                  <a:pt x="8659178" y="405272"/>
                </a:lnTo>
                <a:lnTo>
                  <a:pt x="8649291" y="403316"/>
                </a:lnTo>
                <a:lnTo>
                  <a:pt x="8639310" y="404837"/>
                </a:lnTo>
                <a:lnTo>
                  <a:pt x="8630438" y="409861"/>
                </a:lnTo>
                <a:lnTo>
                  <a:pt x="8626941" y="412846"/>
                </a:lnTo>
                <a:lnTo>
                  <a:pt x="8624564" y="416500"/>
                </a:lnTo>
                <a:lnTo>
                  <a:pt x="8623308" y="420385"/>
                </a:lnTo>
                <a:lnTo>
                  <a:pt x="8618335" y="391886"/>
                </a:lnTo>
                <a:lnTo>
                  <a:pt x="8592299" y="338267"/>
                </a:lnTo>
                <a:lnTo>
                  <a:pt x="8532345" y="286241"/>
                </a:lnTo>
                <a:lnTo>
                  <a:pt x="8488255" y="268537"/>
                </a:lnTo>
                <a:lnTo>
                  <a:pt x="8441309" y="261390"/>
                </a:lnTo>
                <a:lnTo>
                  <a:pt x="8393891" y="264850"/>
                </a:lnTo>
                <a:lnTo>
                  <a:pt x="8363662" y="222649"/>
                </a:lnTo>
                <a:lnTo>
                  <a:pt x="8330303" y="183095"/>
                </a:lnTo>
                <a:lnTo>
                  <a:pt x="8294416" y="147108"/>
                </a:lnTo>
                <a:lnTo>
                  <a:pt x="8256604" y="115609"/>
                </a:lnTo>
                <a:lnTo>
                  <a:pt x="8217468" y="89518"/>
                </a:lnTo>
                <a:lnTo>
                  <a:pt x="8177612" y="69755"/>
                </a:lnTo>
                <a:lnTo>
                  <a:pt x="8137638" y="57240"/>
                </a:lnTo>
                <a:lnTo>
                  <a:pt x="8098147" y="52894"/>
                </a:lnTo>
                <a:lnTo>
                  <a:pt x="8059743" y="57637"/>
                </a:lnTo>
                <a:lnTo>
                  <a:pt x="8023028" y="72389"/>
                </a:lnTo>
                <a:lnTo>
                  <a:pt x="7988604" y="98070"/>
                </a:lnTo>
                <a:lnTo>
                  <a:pt x="7972950" y="96602"/>
                </a:lnTo>
                <a:lnTo>
                  <a:pt x="7929182" y="112708"/>
                </a:lnTo>
                <a:lnTo>
                  <a:pt x="7909294" y="149469"/>
                </a:lnTo>
                <a:lnTo>
                  <a:pt x="7911060" y="169707"/>
                </a:lnTo>
                <a:lnTo>
                  <a:pt x="7920701" y="188538"/>
                </a:lnTo>
                <a:lnTo>
                  <a:pt x="7915455" y="189177"/>
                </a:lnTo>
                <a:lnTo>
                  <a:pt x="7879322" y="176612"/>
                </a:lnTo>
                <a:lnTo>
                  <a:pt x="7841191" y="173439"/>
                </a:lnTo>
                <a:lnTo>
                  <a:pt x="7803393" y="179706"/>
                </a:lnTo>
                <a:lnTo>
                  <a:pt x="7768255" y="195460"/>
                </a:lnTo>
                <a:lnTo>
                  <a:pt x="7726749" y="174417"/>
                </a:lnTo>
                <a:lnTo>
                  <a:pt x="7684137" y="159406"/>
                </a:lnTo>
                <a:lnTo>
                  <a:pt x="7641104" y="151020"/>
                </a:lnTo>
                <a:lnTo>
                  <a:pt x="7598331" y="149847"/>
                </a:lnTo>
                <a:lnTo>
                  <a:pt x="7556502" y="156480"/>
                </a:lnTo>
                <a:lnTo>
                  <a:pt x="7516298" y="171510"/>
                </a:lnTo>
                <a:lnTo>
                  <a:pt x="7478404" y="195527"/>
                </a:lnTo>
                <a:lnTo>
                  <a:pt x="7443501" y="229123"/>
                </a:lnTo>
                <a:lnTo>
                  <a:pt x="7409145" y="192958"/>
                </a:lnTo>
                <a:lnTo>
                  <a:pt x="7372073" y="164214"/>
                </a:lnTo>
                <a:lnTo>
                  <a:pt x="7332713" y="142456"/>
                </a:lnTo>
                <a:lnTo>
                  <a:pt x="7291496" y="127249"/>
                </a:lnTo>
                <a:lnTo>
                  <a:pt x="7248851" y="118155"/>
                </a:lnTo>
                <a:lnTo>
                  <a:pt x="7205209" y="114739"/>
                </a:lnTo>
                <a:lnTo>
                  <a:pt x="7160999" y="116565"/>
                </a:lnTo>
                <a:lnTo>
                  <a:pt x="7116651" y="123197"/>
                </a:lnTo>
                <a:lnTo>
                  <a:pt x="7072597" y="134200"/>
                </a:lnTo>
                <a:lnTo>
                  <a:pt x="7029264" y="149136"/>
                </a:lnTo>
                <a:lnTo>
                  <a:pt x="6987084" y="167570"/>
                </a:lnTo>
                <a:lnTo>
                  <a:pt x="6946487" y="189066"/>
                </a:lnTo>
                <a:lnTo>
                  <a:pt x="6907902" y="213188"/>
                </a:lnTo>
                <a:lnTo>
                  <a:pt x="6871759" y="239500"/>
                </a:lnTo>
                <a:lnTo>
                  <a:pt x="6819000" y="227929"/>
                </a:lnTo>
                <a:lnTo>
                  <a:pt x="6763866" y="224457"/>
                </a:lnTo>
                <a:lnTo>
                  <a:pt x="6708988" y="229065"/>
                </a:lnTo>
                <a:lnTo>
                  <a:pt x="6657001" y="241730"/>
                </a:lnTo>
                <a:lnTo>
                  <a:pt x="6648457" y="241018"/>
                </a:lnTo>
                <a:lnTo>
                  <a:pt x="6664180" y="220463"/>
                </a:lnTo>
                <a:lnTo>
                  <a:pt x="6667061" y="198364"/>
                </a:lnTo>
                <a:lnTo>
                  <a:pt x="6657177" y="176891"/>
                </a:lnTo>
                <a:lnTo>
                  <a:pt x="6634604" y="158215"/>
                </a:lnTo>
                <a:lnTo>
                  <a:pt x="6612885" y="148595"/>
                </a:lnTo>
                <a:lnTo>
                  <a:pt x="6588672" y="142736"/>
                </a:lnTo>
                <a:lnTo>
                  <a:pt x="6563185" y="140619"/>
                </a:lnTo>
                <a:lnTo>
                  <a:pt x="6537643" y="142226"/>
                </a:lnTo>
                <a:lnTo>
                  <a:pt x="6535947" y="137283"/>
                </a:lnTo>
                <a:lnTo>
                  <a:pt x="6533528" y="132425"/>
                </a:lnTo>
                <a:lnTo>
                  <a:pt x="6530398" y="127702"/>
                </a:lnTo>
                <a:lnTo>
                  <a:pt x="6536250" y="117710"/>
                </a:lnTo>
                <a:lnTo>
                  <a:pt x="6540591" y="106984"/>
                </a:lnTo>
                <a:lnTo>
                  <a:pt x="6543290" y="95636"/>
                </a:lnTo>
                <a:lnTo>
                  <a:pt x="6544219" y="83777"/>
                </a:lnTo>
                <a:lnTo>
                  <a:pt x="6536896" y="51171"/>
                </a:lnTo>
                <a:lnTo>
                  <a:pt x="6516925" y="24541"/>
                </a:lnTo>
                <a:lnTo>
                  <a:pt x="6487310" y="6584"/>
                </a:lnTo>
                <a:lnTo>
                  <a:pt x="64510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106208" y="4286548"/>
            <a:ext cx="2280920" cy="699135"/>
          </a:xfrm>
          <a:custGeom>
            <a:avLst/>
            <a:gdLst/>
            <a:ahLst/>
            <a:cxnLst/>
            <a:rect l="l" t="t" r="r" b="b"/>
            <a:pathLst>
              <a:path w="2280920" h="699135">
                <a:moveTo>
                  <a:pt x="1495818" y="0"/>
                </a:moveTo>
                <a:lnTo>
                  <a:pt x="1444887" y="2449"/>
                </a:lnTo>
                <a:lnTo>
                  <a:pt x="1395464" y="9634"/>
                </a:lnTo>
                <a:lnTo>
                  <a:pt x="1347811" y="21312"/>
                </a:lnTo>
                <a:lnTo>
                  <a:pt x="1302188" y="37239"/>
                </a:lnTo>
                <a:lnTo>
                  <a:pt x="1258857" y="57172"/>
                </a:lnTo>
                <a:lnTo>
                  <a:pt x="1218079" y="80866"/>
                </a:lnTo>
                <a:lnTo>
                  <a:pt x="1180114" y="108079"/>
                </a:lnTo>
                <a:lnTo>
                  <a:pt x="1145223" y="138567"/>
                </a:lnTo>
                <a:lnTo>
                  <a:pt x="1113668" y="172086"/>
                </a:lnTo>
                <a:lnTo>
                  <a:pt x="1085709" y="208393"/>
                </a:lnTo>
                <a:lnTo>
                  <a:pt x="1061607" y="247245"/>
                </a:lnTo>
                <a:lnTo>
                  <a:pt x="1041624" y="288397"/>
                </a:lnTo>
                <a:lnTo>
                  <a:pt x="1026021" y="331606"/>
                </a:lnTo>
                <a:lnTo>
                  <a:pt x="1015057" y="376629"/>
                </a:lnTo>
                <a:lnTo>
                  <a:pt x="1008995" y="423222"/>
                </a:lnTo>
                <a:lnTo>
                  <a:pt x="978396" y="391617"/>
                </a:lnTo>
                <a:lnTo>
                  <a:pt x="939883" y="363916"/>
                </a:lnTo>
                <a:lnTo>
                  <a:pt x="890881" y="347353"/>
                </a:lnTo>
                <a:lnTo>
                  <a:pt x="828812" y="349162"/>
                </a:lnTo>
                <a:lnTo>
                  <a:pt x="767732" y="377122"/>
                </a:lnTo>
                <a:lnTo>
                  <a:pt x="739066" y="422144"/>
                </a:lnTo>
                <a:lnTo>
                  <a:pt x="727513" y="473672"/>
                </a:lnTo>
                <a:lnTo>
                  <a:pt x="723373" y="498575"/>
                </a:lnTo>
                <a:lnTo>
                  <a:pt x="717773" y="521146"/>
                </a:lnTo>
                <a:lnTo>
                  <a:pt x="708801" y="540064"/>
                </a:lnTo>
                <a:lnTo>
                  <a:pt x="694543" y="554008"/>
                </a:lnTo>
                <a:lnTo>
                  <a:pt x="673088" y="561661"/>
                </a:lnTo>
                <a:lnTo>
                  <a:pt x="642523" y="561701"/>
                </a:lnTo>
                <a:lnTo>
                  <a:pt x="600934" y="552810"/>
                </a:lnTo>
                <a:lnTo>
                  <a:pt x="499322" y="525871"/>
                </a:lnTo>
                <a:lnTo>
                  <a:pt x="446246" y="527545"/>
                </a:lnTo>
                <a:lnTo>
                  <a:pt x="424425" y="567418"/>
                </a:lnTo>
                <a:lnTo>
                  <a:pt x="416573" y="655079"/>
                </a:lnTo>
                <a:lnTo>
                  <a:pt x="329010" y="624774"/>
                </a:lnTo>
                <a:lnTo>
                  <a:pt x="254132" y="605142"/>
                </a:lnTo>
                <a:lnTo>
                  <a:pt x="191026" y="594910"/>
                </a:lnTo>
                <a:lnTo>
                  <a:pt x="138774" y="592807"/>
                </a:lnTo>
                <a:lnTo>
                  <a:pt x="96460" y="597562"/>
                </a:lnTo>
                <a:lnTo>
                  <a:pt x="37986" y="622558"/>
                </a:lnTo>
                <a:lnTo>
                  <a:pt x="8275" y="659728"/>
                </a:lnTo>
                <a:lnTo>
                  <a:pt x="0" y="698900"/>
                </a:lnTo>
                <a:lnTo>
                  <a:pt x="2149002" y="698900"/>
                </a:lnTo>
                <a:lnTo>
                  <a:pt x="2187923" y="693986"/>
                </a:lnTo>
                <a:lnTo>
                  <a:pt x="2245578" y="659776"/>
                </a:lnTo>
                <a:lnTo>
                  <a:pt x="2275879" y="604376"/>
                </a:lnTo>
                <a:lnTo>
                  <a:pt x="2280608" y="572977"/>
                </a:lnTo>
                <a:lnTo>
                  <a:pt x="2278302" y="541376"/>
                </a:lnTo>
                <a:lnTo>
                  <a:pt x="2252322" y="484364"/>
                </a:lnTo>
                <a:lnTo>
                  <a:pt x="2197415" y="446928"/>
                </a:lnTo>
                <a:lnTo>
                  <a:pt x="2158949" y="439798"/>
                </a:lnTo>
                <a:lnTo>
                  <a:pt x="2153211" y="439567"/>
                </a:lnTo>
                <a:lnTo>
                  <a:pt x="2095108" y="443676"/>
                </a:lnTo>
                <a:lnTo>
                  <a:pt x="2046394" y="457152"/>
                </a:lnTo>
                <a:lnTo>
                  <a:pt x="2008119" y="477317"/>
                </a:lnTo>
                <a:lnTo>
                  <a:pt x="1981332" y="501492"/>
                </a:lnTo>
                <a:lnTo>
                  <a:pt x="1982411" y="489974"/>
                </a:lnTo>
                <a:lnTo>
                  <a:pt x="1983184" y="478435"/>
                </a:lnTo>
                <a:lnTo>
                  <a:pt x="1983648" y="466880"/>
                </a:lnTo>
                <a:lnTo>
                  <a:pt x="1983803" y="455315"/>
                </a:lnTo>
                <a:lnTo>
                  <a:pt x="1981284" y="408761"/>
                </a:lnTo>
                <a:lnTo>
                  <a:pt x="1973889" y="363552"/>
                </a:lnTo>
                <a:lnTo>
                  <a:pt x="1961865" y="319917"/>
                </a:lnTo>
                <a:lnTo>
                  <a:pt x="1945457" y="278084"/>
                </a:lnTo>
                <a:lnTo>
                  <a:pt x="1924909" y="238283"/>
                </a:lnTo>
                <a:lnTo>
                  <a:pt x="1900466" y="200742"/>
                </a:lnTo>
                <a:lnTo>
                  <a:pt x="1872375" y="165690"/>
                </a:lnTo>
                <a:lnTo>
                  <a:pt x="1840881" y="133357"/>
                </a:lnTo>
                <a:lnTo>
                  <a:pt x="1806227" y="103970"/>
                </a:lnTo>
                <a:lnTo>
                  <a:pt x="1768661" y="77759"/>
                </a:lnTo>
                <a:lnTo>
                  <a:pt x="1728427" y="54953"/>
                </a:lnTo>
                <a:lnTo>
                  <a:pt x="1685770" y="35780"/>
                </a:lnTo>
                <a:lnTo>
                  <a:pt x="1640935" y="20469"/>
                </a:lnTo>
                <a:lnTo>
                  <a:pt x="1594168" y="9250"/>
                </a:lnTo>
                <a:lnTo>
                  <a:pt x="1545714" y="2350"/>
                </a:lnTo>
                <a:lnTo>
                  <a:pt x="14958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39924" y="3148356"/>
            <a:ext cx="2426335" cy="707390"/>
          </a:xfrm>
          <a:custGeom>
            <a:avLst/>
            <a:gdLst/>
            <a:ahLst/>
            <a:cxnLst/>
            <a:rect l="l" t="t" r="r" b="b"/>
            <a:pathLst>
              <a:path w="2426335" h="707389">
                <a:moveTo>
                  <a:pt x="1283583" y="0"/>
                </a:moveTo>
                <a:lnTo>
                  <a:pt x="1231845" y="2371"/>
                </a:lnTo>
                <a:lnTo>
                  <a:pt x="1181826" y="9313"/>
                </a:lnTo>
                <a:lnTo>
                  <a:pt x="1133849" y="20565"/>
                </a:lnTo>
                <a:lnTo>
                  <a:pt x="1088240" y="35864"/>
                </a:lnTo>
                <a:lnTo>
                  <a:pt x="1045320" y="54951"/>
                </a:lnTo>
                <a:lnTo>
                  <a:pt x="1005414" y="77565"/>
                </a:lnTo>
                <a:lnTo>
                  <a:pt x="968845" y="103445"/>
                </a:lnTo>
                <a:lnTo>
                  <a:pt x="935937" y="132330"/>
                </a:lnTo>
                <a:lnTo>
                  <a:pt x="907012" y="163959"/>
                </a:lnTo>
                <a:lnTo>
                  <a:pt x="882396" y="198072"/>
                </a:lnTo>
                <a:lnTo>
                  <a:pt x="862411" y="234407"/>
                </a:lnTo>
                <a:lnTo>
                  <a:pt x="847380" y="272704"/>
                </a:lnTo>
                <a:lnTo>
                  <a:pt x="837628" y="312702"/>
                </a:lnTo>
                <a:lnTo>
                  <a:pt x="796035" y="290314"/>
                </a:lnTo>
                <a:lnTo>
                  <a:pt x="751909" y="274122"/>
                </a:lnTo>
                <a:lnTo>
                  <a:pt x="705937" y="264323"/>
                </a:lnTo>
                <a:lnTo>
                  <a:pt x="658807" y="261112"/>
                </a:lnTo>
                <a:lnTo>
                  <a:pt x="608395" y="264845"/>
                </a:lnTo>
                <a:lnTo>
                  <a:pt x="560466" y="275668"/>
                </a:lnTo>
                <a:lnTo>
                  <a:pt x="515619" y="293011"/>
                </a:lnTo>
                <a:lnTo>
                  <a:pt x="474453" y="316310"/>
                </a:lnTo>
                <a:lnTo>
                  <a:pt x="437565" y="344996"/>
                </a:lnTo>
                <a:lnTo>
                  <a:pt x="405554" y="378502"/>
                </a:lnTo>
                <a:lnTo>
                  <a:pt x="379019" y="416261"/>
                </a:lnTo>
                <a:lnTo>
                  <a:pt x="358557" y="457706"/>
                </a:lnTo>
                <a:lnTo>
                  <a:pt x="344769" y="502270"/>
                </a:lnTo>
                <a:lnTo>
                  <a:pt x="338251" y="549386"/>
                </a:lnTo>
                <a:lnTo>
                  <a:pt x="309604" y="535264"/>
                </a:lnTo>
                <a:lnTo>
                  <a:pt x="279473" y="525104"/>
                </a:lnTo>
                <a:lnTo>
                  <a:pt x="248266" y="519012"/>
                </a:lnTo>
                <a:lnTo>
                  <a:pt x="216391" y="517094"/>
                </a:lnTo>
                <a:lnTo>
                  <a:pt x="166783" y="522001"/>
                </a:lnTo>
                <a:lnTo>
                  <a:pt x="121239" y="536012"/>
                </a:lnTo>
                <a:lnTo>
                  <a:pt x="81060" y="558010"/>
                </a:lnTo>
                <a:lnTo>
                  <a:pt x="47547" y="586877"/>
                </a:lnTo>
                <a:lnTo>
                  <a:pt x="21998" y="621494"/>
                </a:lnTo>
                <a:lnTo>
                  <a:pt x="5716" y="660743"/>
                </a:lnTo>
                <a:lnTo>
                  <a:pt x="0" y="703507"/>
                </a:lnTo>
                <a:lnTo>
                  <a:pt x="0" y="707266"/>
                </a:lnTo>
                <a:lnTo>
                  <a:pt x="2425926" y="707266"/>
                </a:lnTo>
                <a:lnTo>
                  <a:pt x="2418023" y="662488"/>
                </a:lnTo>
                <a:lnTo>
                  <a:pt x="2396613" y="623642"/>
                </a:lnTo>
                <a:lnTo>
                  <a:pt x="2364143" y="593037"/>
                </a:lnTo>
                <a:lnTo>
                  <a:pt x="2323061" y="572982"/>
                </a:lnTo>
                <a:lnTo>
                  <a:pt x="2275815" y="565783"/>
                </a:lnTo>
                <a:lnTo>
                  <a:pt x="2037728" y="565783"/>
                </a:lnTo>
                <a:lnTo>
                  <a:pt x="2043403" y="564516"/>
                </a:lnTo>
                <a:lnTo>
                  <a:pt x="2019293" y="526446"/>
                </a:lnTo>
                <a:lnTo>
                  <a:pt x="1989402" y="492562"/>
                </a:lnTo>
                <a:lnTo>
                  <a:pt x="1954370" y="463474"/>
                </a:lnTo>
                <a:lnTo>
                  <a:pt x="1914841" y="439791"/>
                </a:lnTo>
                <a:lnTo>
                  <a:pt x="1871454" y="422121"/>
                </a:lnTo>
                <a:lnTo>
                  <a:pt x="1824851" y="411072"/>
                </a:lnTo>
                <a:lnTo>
                  <a:pt x="1775673" y="407254"/>
                </a:lnTo>
                <a:lnTo>
                  <a:pt x="1764227" y="407458"/>
                </a:lnTo>
                <a:lnTo>
                  <a:pt x="1752797" y="408070"/>
                </a:lnTo>
                <a:lnTo>
                  <a:pt x="1741394" y="409087"/>
                </a:lnTo>
                <a:lnTo>
                  <a:pt x="1730031" y="410511"/>
                </a:lnTo>
                <a:lnTo>
                  <a:pt x="1731707" y="398708"/>
                </a:lnTo>
                <a:lnTo>
                  <a:pt x="1732905" y="386853"/>
                </a:lnTo>
                <a:lnTo>
                  <a:pt x="1733623" y="374961"/>
                </a:lnTo>
                <a:lnTo>
                  <a:pt x="1733863" y="363046"/>
                </a:lnTo>
                <a:lnTo>
                  <a:pt x="1730833" y="320713"/>
                </a:lnTo>
                <a:lnTo>
                  <a:pt x="1721969" y="279812"/>
                </a:lnTo>
                <a:lnTo>
                  <a:pt x="1707609" y="240617"/>
                </a:lnTo>
                <a:lnTo>
                  <a:pt x="1688091" y="203400"/>
                </a:lnTo>
                <a:lnTo>
                  <a:pt x="1663752" y="168434"/>
                </a:lnTo>
                <a:lnTo>
                  <a:pt x="1634932" y="135991"/>
                </a:lnTo>
                <a:lnTo>
                  <a:pt x="1601968" y="106344"/>
                </a:lnTo>
                <a:lnTo>
                  <a:pt x="1565198" y="79766"/>
                </a:lnTo>
                <a:lnTo>
                  <a:pt x="1524960" y="56529"/>
                </a:lnTo>
                <a:lnTo>
                  <a:pt x="1481592" y="36905"/>
                </a:lnTo>
                <a:lnTo>
                  <a:pt x="1435432" y="21168"/>
                </a:lnTo>
                <a:lnTo>
                  <a:pt x="1386819" y="9589"/>
                </a:lnTo>
                <a:lnTo>
                  <a:pt x="1336090" y="2442"/>
                </a:lnTo>
                <a:lnTo>
                  <a:pt x="12835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857110" y="2058621"/>
            <a:ext cx="2780030" cy="1278255"/>
          </a:xfrm>
          <a:custGeom>
            <a:avLst/>
            <a:gdLst/>
            <a:ahLst/>
            <a:cxnLst/>
            <a:rect l="l" t="t" r="r" b="b"/>
            <a:pathLst>
              <a:path w="2780029" h="1278254">
                <a:moveTo>
                  <a:pt x="1727518" y="0"/>
                </a:moveTo>
                <a:lnTo>
                  <a:pt x="1677404" y="2687"/>
                </a:lnTo>
                <a:lnTo>
                  <a:pt x="1628846" y="10563"/>
                </a:lnTo>
                <a:lnTo>
                  <a:pt x="1582122" y="23350"/>
                </a:lnTo>
                <a:lnTo>
                  <a:pt x="1537510" y="40770"/>
                </a:lnTo>
                <a:lnTo>
                  <a:pt x="1495288" y="62544"/>
                </a:lnTo>
                <a:lnTo>
                  <a:pt x="1455733" y="88394"/>
                </a:lnTo>
                <a:lnTo>
                  <a:pt x="1419125" y="118042"/>
                </a:lnTo>
                <a:lnTo>
                  <a:pt x="1385739" y="151210"/>
                </a:lnTo>
                <a:lnTo>
                  <a:pt x="1355855" y="187619"/>
                </a:lnTo>
                <a:lnTo>
                  <a:pt x="1329751" y="226991"/>
                </a:lnTo>
                <a:lnTo>
                  <a:pt x="1307703" y="269048"/>
                </a:lnTo>
                <a:lnTo>
                  <a:pt x="1289991" y="313512"/>
                </a:lnTo>
                <a:lnTo>
                  <a:pt x="1276893" y="360104"/>
                </a:lnTo>
                <a:lnTo>
                  <a:pt x="1239382" y="348626"/>
                </a:lnTo>
                <a:lnTo>
                  <a:pt x="1200623" y="340240"/>
                </a:lnTo>
                <a:lnTo>
                  <a:pt x="1160756" y="335098"/>
                </a:lnTo>
                <a:lnTo>
                  <a:pt x="1119924" y="333351"/>
                </a:lnTo>
                <a:lnTo>
                  <a:pt x="1071935" y="335759"/>
                </a:lnTo>
                <a:lnTo>
                  <a:pt x="1025323" y="342829"/>
                </a:lnTo>
                <a:lnTo>
                  <a:pt x="980323" y="354328"/>
                </a:lnTo>
                <a:lnTo>
                  <a:pt x="937165" y="370022"/>
                </a:lnTo>
                <a:lnTo>
                  <a:pt x="896084" y="389679"/>
                </a:lnTo>
                <a:lnTo>
                  <a:pt x="857311" y="413065"/>
                </a:lnTo>
                <a:lnTo>
                  <a:pt x="821079" y="439947"/>
                </a:lnTo>
                <a:lnTo>
                  <a:pt x="787622" y="470092"/>
                </a:lnTo>
                <a:lnTo>
                  <a:pt x="757172" y="503267"/>
                </a:lnTo>
                <a:lnTo>
                  <a:pt x="729961" y="539238"/>
                </a:lnTo>
                <a:lnTo>
                  <a:pt x="706223" y="577773"/>
                </a:lnTo>
                <a:lnTo>
                  <a:pt x="686190" y="618639"/>
                </a:lnTo>
                <a:lnTo>
                  <a:pt x="670094" y="661602"/>
                </a:lnTo>
                <a:lnTo>
                  <a:pt x="641499" y="620388"/>
                </a:lnTo>
                <a:lnTo>
                  <a:pt x="605055" y="586134"/>
                </a:lnTo>
                <a:lnTo>
                  <a:pt x="562021" y="560104"/>
                </a:lnTo>
                <a:lnTo>
                  <a:pt x="513660" y="543559"/>
                </a:lnTo>
                <a:lnTo>
                  <a:pt x="461232" y="537763"/>
                </a:lnTo>
                <a:lnTo>
                  <a:pt x="414413" y="542369"/>
                </a:lnTo>
                <a:lnTo>
                  <a:pt x="370709" y="555594"/>
                </a:lnTo>
                <a:lnTo>
                  <a:pt x="331004" y="576549"/>
                </a:lnTo>
                <a:lnTo>
                  <a:pt x="296185" y="604343"/>
                </a:lnTo>
                <a:lnTo>
                  <a:pt x="267139" y="638088"/>
                </a:lnTo>
                <a:lnTo>
                  <a:pt x="244751" y="676895"/>
                </a:lnTo>
                <a:lnTo>
                  <a:pt x="229909" y="719873"/>
                </a:lnTo>
                <a:lnTo>
                  <a:pt x="209871" y="701119"/>
                </a:lnTo>
                <a:lnTo>
                  <a:pt x="186241" y="686865"/>
                </a:lnTo>
                <a:lnTo>
                  <a:pt x="159700" y="677803"/>
                </a:lnTo>
                <a:lnTo>
                  <a:pt x="130927" y="674628"/>
                </a:lnTo>
                <a:lnTo>
                  <a:pt x="79968" y="684917"/>
                </a:lnTo>
                <a:lnTo>
                  <a:pt x="38350" y="712975"/>
                </a:lnTo>
                <a:lnTo>
                  <a:pt x="10290" y="754592"/>
                </a:lnTo>
                <a:lnTo>
                  <a:pt x="0" y="805556"/>
                </a:lnTo>
                <a:lnTo>
                  <a:pt x="10290" y="856522"/>
                </a:lnTo>
                <a:lnTo>
                  <a:pt x="38350" y="898142"/>
                </a:lnTo>
                <a:lnTo>
                  <a:pt x="79968" y="926204"/>
                </a:lnTo>
                <a:lnTo>
                  <a:pt x="130927" y="936495"/>
                </a:lnTo>
                <a:lnTo>
                  <a:pt x="165578" y="931858"/>
                </a:lnTo>
                <a:lnTo>
                  <a:pt x="196732" y="918771"/>
                </a:lnTo>
                <a:lnTo>
                  <a:pt x="223166" y="898465"/>
                </a:lnTo>
                <a:lnTo>
                  <a:pt x="243657" y="872172"/>
                </a:lnTo>
                <a:lnTo>
                  <a:pt x="265875" y="911614"/>
                </a:lnTo>
                <a:lnTo>
                  <a:pt x="294927" y="945939"/>
                </a:lnTo>
                <a:lnTo>
                  <a:pt x="329902" y="974232"/>
                </a:lnTo>
                <a:lnTo>
                  <a:pt x="369885" y="995575"/>
                </a:lnTo>
                <a:lnTo>
                  <a:pt x="413966" y="1009053"/>
                </a:lnTo>
                <a:lnTo>
                  <a:pt x="461232" y="1013749"/>
                </a:lnTo>
                <a:lnTo>
                  <a:pt x="509332" y="1008884"/>
                </a:lnTo>
                <a:lnTo>
                  <a:pt x="554118" y="994934"/>
                </a:lnTo>
                <a:lnTo>
                  <a:pt x="594625" y="972866"/>
                </a:lnTo>
                <a:lnTo>
                  <a:pt x="629891" y="943647"/>
                </a:lnTo>
                <a:lnTo>
                  <a:pt x="658953" y="908244"/>
                </a:lnTo>
                <a:lnTo>
                  <a:pt x="671127" y="952692"/>
                </a:lnTo>
                <a:lnTo>
                  <a:pt x="687410" y="995279"/>
                </a:lnTo>
                <a:lnTo>
                  <a:pt x="707573" y="1035777"/>
                </a:lnTo>
                <a:lnTo>
                  <a:pt x="731387" y="1073955"/>
                </a:lnTo>
                <a:lnTo>
                  <a:pt x="758623" y="1109586"/>
                </a:lnTo>
                <a:lnTo>
                  <a:pt x="789051" y="1142439"/>
                </a:lnTo>
                <a:lnTo>
                  <a:pt x="822443" y="1172286"/>
                </a:lnTo>
                <a:lnTo>
                  <a:pt x="858569" y="1198897"/>
                </a:lnTo>
                <a:lnTo>
                  <a:pt x="897201" y="1222042"/>
                </a:lnTo>
                <a:lnTo>
                  <a:pt x="938110" y="1241494"/>
                </a:lnTo>
                <a:lnTo>
                  <a:pt x="981065" y="1257022"/>
                </a:lnTo>
                <a:lnTo>
                  <a:pt x="1025838" y="1268397"/>
                </a:lnTo>
                <a:lnTo>
                  <a:pt x="1072201" y="1275390"/>
                </a:lnTo>
                <a:lnTo>
                  <a:pt x="1119924" y="1277772"/>
                </a:lnTo>
                <a:lnTo>
                  <a:pt x="1168211" y="1275333"/>
                </a:lnTo>
                <a:lnTo>
                  <a:pt x="1215103" y="1268175"/>
                </a:lnTo>
                <a:lnTo>
                  <a:pt x="1260364" y="1256534"/>
                </a:lnTo>
                <a:lnTo>
                  <a:pt x="1303755" y="1240649"/>
                </a:lnTo>
                <a:lnTo>
                  <a:pt x="1345039" y="1220757"/>
                </a:lnTo>
                <a:lnTo>
                  <a:pt x="1383978" y="1197095"/>
                </a:lnTo>
                <a:lnTo>
                  <a:pt x="1420335" y="1169901"/>
                </a:lnTo>
                <a:lnTo>
                  <a:pt x="1453871" y="1139413"/>
                </a:lnTo>
                <a:lnTo>
                  <a:pt x="1484351" y="1105868"/>
                </a:lnTo>
                <a:lnTo>
                  <a:pt x="1511535" y="1069503"/>
                </a:lnTo>
                <a:lnTo>
                  <a:pt x="1535186" y="1030556"/>
                </a:lnTo>
                <a:lnTo>
                  <a:pt x="1555068" y="989265"/>
                </a:lnTo>
                <a:lnTo>
                  <a:pt x="1570941" y="945868"/>
                </a:lnTo>
                <a:lnTo>
                  <a:pt x="1582569" y="900600"/>
                </a:lnTo>
                <a:lnTo>
                  <a:pt x="1617325" y="910587"/>
                </a:lnTo>
                <a:lnTo>
                  <a:pt x="1653147" y="917868"/>
                </a:lnTo>
                <a:lnTo>
                  <a:pt x="1689916" y="922324"/>
                </a:lnTo>
                <a:lnTo>
                  <a:pt x="1727518" y="923835"/>
                </a:lnTo>
                <a:lnTo>
                  <a:pt x="1779092" y="920987"/>
                </a:lnTo>
                <a:lnTo>
                  <a:pt x="1829009" y="912645"/>
                </a:lnTo>
                <a:lnTo>
                  <a:pt x="1876964" y="899114"/>
                </a:lnTo>
                <a:lnTo>
                  <a:pt x="1922655" y="880697"/>
                </a:lnTo>
                <a:lnTo>
                  <a:pt x="1965777" y="857700"/>
                </a:lnTo>
                <a:lnTo>
                  <a:pt x="2006026" y="830426"/>
                </a:lnTo>
                <a:lnTo>
                  <a:pt x="2043100" y="799179"/>
                </a:lnTo>
                <a:lnTo>
                  <a:pt x="2076980" y="830577"/>
                </a:lnTo>
                <a:lnTo>
                  <a:pt x="2115612" y="856205"/>
                </a:lnTo>
                <a:lnTo>
                  <a:pt x="2158310" y="875369"/>
                </a:lnTo>
                <a:lnTo>
                  <a:pt x="2204383" y="887376"/>
                </a:lnTo>
                <a:lnTo>
                  <a:pt x="2253146" y="891533"/>
                </a:lnTo>
                <a:lnTo>
                  <a:pt x="2301822" y="887392"/>
                </a:lnTo>
                <a:lnTo>
                  <a:pt x="2347817" y="875429"/>
                </a:lnTo>
                <a:lnTo>
                  <a:pt x="2390447" y="856334"/>
                </a:lnTo>
                <a:lnTo>
                  <a:pt x="2429028" y="830795"/>
                </a:lnTo>
                <a:lnTo>
                  <a:pt x="2462877" y="799504"/>
                </a:lnTo>
                <a:lnTo>
                  <a:pt x="2488498" y="837361"/>
                </a:lnTo>
                <a:lnTo>
                  <a:pt x="2523288" y="866815"/>
                </a:lnTo>
                <a:lnTo>
                  <a:pt x="2565301" y="885916"/>
                </a:lnTo>
                <a:lnTo>
                  <a:pt x="2612590" y="892716"/>
                </a:lnTo>
                <a:lnTo>
                  <a:pt x="2656937" y="886758"/>
                </a:lnTo>
                <a:lnTo>
                  <a:pt x="2696786" y="869943"/>
                </a:lnTo>
                <a:lnTo>
                  <a:pt x="2730546" y="843863"/>
                </a:lnTo>
                <a:lnTo>
                  <a:pt x="2756628" y="810106"/>
                </a:lnTo>
                <a:lnTo>
                  <a:pt x="2773444" y="770263"/>
                </a:lnTo>
                <a:lnTo>
                  <a:pt x="2779402" y="725925"/>
                </a:lnTo>
                <a:lnTo>
                  <a:pt x="2773444" y="681577"/>
                </a:lnTo>
                <a:lnTo>
                  <a:pt x="2756628" y="641727"/>
                </a:lnTo>
                <a:lnTo>
                  <a:pt x="2730546" y="607964"/>
                </a:lnTo>
                <a:lnTo>
                  <a:pt x="2696786" y="581879"/>
                </a:lnTo>
                <a:lnTo>
                  <a:pt x="2656937" y="565062"/>
                </a:lnTo>
                <a:lnTo>
                  <a:pt x="2612590" y="559103"/>
                </a:lnTo>
                <a:lnTo>
                  <a:pt x="2592422" y="560319"/>
                </a:lnTo>
                <a:lnTo>
                  <a:pt x="2572971" y="563866"/>
                </a:lnTo>
                <a:lnTo>
                  <a:pt x="2554372" y="569594"/>
                </a:lnTo>
                <a:lnTo>
                  <a:pt x="2536760" y="577354"/>
                </a:lnTo>
                <a:lnTo>
                  <a:pt x="2528052" y="530709"/>
                </a:lnTo>
                <a:lnTo>
                  <a:pt x="2512096" y="487066"/>
                </a:lnTo>
                <a:lnTo>
                  <a:pt x="2489554" y="447090"/>
                </a:lnTo>
                <a:lnTo>
                  <a:pt x="2461090" y="411444"/>
                </a:lnTo>
                <a:lnTo>
                  <a:pt x="2427366" y="380791"/>
                </a:lnTo>
                <a:lnTo>
                  <a:pt x="2389047" y="355795"/>
                </a:lnTo>
                <a:lnTo>
                  <a:pt x="2346795" y="337119"/>
                </a:lnTo>
                <a:lnTo>
                  <a:pt x="2301273" y="325427"/>
                </a:lnTo>
                <a:lnTo>
                  <a:pt x="2253146" y="321382"/>
                </a:lnTo>
                <a:lnTo>
                  <a:pt x="2231996" y="322163"/>
                </a:lnTo>
                <a:lnTo>
                  <a:pt x="2211269" y="324462"/>
                </a:lnTo>
                <a:lnTo>
                  <a:pt x="2191015" y="328216"/>
                </a:lnTo>
                <a:lnTo>
                  <a:pt x="2171284" y="333361"/>
                </a:lnTo>
                <a:lnTo>
                  <a:pt x="2156311" y="289886"/>
                </a:lnTo>
                <a:lnTo>
                  <a:pt x="2137252" y="248490"/>
                </a:lnTo>
                <a:lnTo>
                  <a:pt x="2114352" y="209418"/>
                </a:lnTo>
                <a:lnTo>
                  <a:pt x="2087853" y="172913"/>
                </a:lnTo>
                <a:lnTo>
                  <a:pt x="2057998" y="139217"/>
                </a:lnTo>
                <a:lnTo>
                  <a:pt x="2025030" y="108575"/>
                </a:lnTo>
                <a:lnTo>
                  <a:pt x="1989193" y="81229"/>
                </a:lnTo>
                <a:lnTo>
                  <a:pt x="1950730" y="57422"/>
                </a:lnTo>
                <a:lnTo>
                  <a:pt x="1909882" y="37399"/>
                </a:lnTo>
                <a:lnTo>
                  <a:pt x="1866894" y="21401"/>
                </a:lnTo>
                <a:lnTo>
                  <a:pt x="1822009" y="9674"/>
                </a:lnTo>
                <a:lnTo>
                  <a:pt x="1775469" y="2459"/>
                </a:lnTo>
                <a:lnTo>
                  <a:pt x="17275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044008" y="1760454"/>
            <a:ext cx="3327400" cy="1231265"/>
          </a:xfrm>
          <a:custGeom>
            <a:avLst/>
            <a:gdLst/>
            <a:ahLst/>
            <a:cxnLst/>
            <a:rect l="l" t="t" r="r" b="b"/>
            <a:pathLst>
              <a:path w="3327400" h="1231264">
                <a:moveTo>
                  <a:pt x="1689709" y="1034757"/>
                </a:moveTo>
                <a:lnTo>
                  <a:pt x="1682394" y="989406"/>
                </a:lnTo>
                <a:lnTo>
                  <a:pt x="1662023" y="950010"/>
                </a:lnTo>
                <a:lnTo>
                  <a:pt x="1630972" y="918959"/>
                </a:lnTo>
                <a:lnTo>
                  <a:pt x="1591576" y="898588"/>
                </a:lnTo>
                <a:lnTo>
                  <a:pt x="1546225" y="891260"/>
                </a:lnTo>
                <a:lnTo>
                  <a:pt x="1532013" y="891971"/>
                </a:lnTo>
                <a:lnTo>
                  <a:pt x="1518196" y="894016"/>
                </a:lnTo>
                <a:lnTo>
                  <a:pt x="1504835" y="897356"/>
                </a:lnTo>
                <a:lnTo>
                  <a:pt x="1492008" y="901903"/>
                </a:lnTo>
                <a:lnTo>
                  <a:pt x="1463713" y="878078"/>
                </a:lnTo>
                <a:lnTo>
                  <a:pt x="1431112" y="860056"/>
                </a:lnTo>
                <a:lnTo>
                  <a:pt x="1394993" y="848664"/>
                </a:lnTo>
                <a:lnTo>
                  <a:pt x="1356156" y="844677"/>
                </a:lnTo>
                <a:lnTo>
                  <a:pt x="1348422" y="844677"/>
                </a:lnTo>
                <a:lnTo>
                  <a:pt x="1340827" y="845210"/>
                </a:lnTo>
                <a:lnTo>
                  <a:pt x="1333347" y="846099"/>
                </a:lnTo>
                <a:lnTo>
                  <a:pt x="1326591" y="801687"/>
                </a:lnTo>
                <a:lnTo>
                  <a:pt x="1312748" y="760056"/>
                </a:lnTo>
                <a:lnTo>
                  <a:pt x="1292440" y="721842"/>
                </a:lnTo>
                <a:lnTo>
                  <a:pt x="1266342" y="687717"/>
                </a:lnTo>
                <a:lnTo>
                  <a:pt x="1235100" y="658329"/>
                </a:lnTo>
                <a:lnTo>
                  <a:pt x="1199362" y="634326"/>
                </a:lnTo>
                <a:lnTo>
                  <a:pt x="1159789" y="616369"/>
                </a:lnTo>
                <a:lnTo>
                  <a:pt x="1117041" y="605116"/>
                </a:lnTo>
                <a:lnTo>
                  <a:pt x="1071765" y="601218"/>
                </a:lnTo>
                <a:lnTo>
                  <a:pt x="1023581" y="605637"/>
                </a:lnTo>
                <a:lnTo>
                  <a:pt x="978319" y="618363"/>
                </a:lnTo>
                <a:lnTo>
                  <a:pt x="936777" y="638606"/>
                </a:lnTo>
                <a:lnTo>
                  <a:pt x="899744" y="665581"/>
                </a:lnTo>
                <a:lnTo>
                  <a:pt x="868006" y="698474"/>
                </a:lnTo>
                <a:lnTo>
                  <a:pt x="842340" y="736498"/>
                </a:lnTo>
                <a:lnTo>
                  <a:pt x="823556" y="778878"/>
                </a:lnTo>
                <a:lnTo>
                  <a:pt x="789203" y="741146"/>
                </a:lnTo>
                <a:lnTo>
                  <a:pt x="748588" y="710133"/>
                </a:lnTo>
                <a:lnTo>
                  <a:pt x="702665" y="686803"/>
                </a:lnTo>
                <a:lnTo>
                  <a:pt x="652360" y="672109"/>
                </a:lnTo>
                <a:lnTo>
                  <a:pt x="598652" y="667004"/>
                </a:lnTo>
                <a:lnTo>
                  <a:pt x="550938" y="671017"/>
                </a:lnTo>
                <a:lnTo>
                  <a:pt x="505828" y="682637"/>
                </a:lnTo>
                <a:lnTo>
                  <a:pt x="463981" y="701192"/>
                </a:lnTo>
                <a:lnTo>
                  <a:pt x="426034" y="726020"/>
                </a:lnTo>
                <a:lnTo>
                  <a:pt x="392658" y="756462"/>
                </a:lnTo>
                <a:lnTo>
                  <a:pt x="364502" y="791857"/>
                </a:lnTo>
                <a:lnTo>
                  <a:pt x="342239" y="831545"/>
                </a:lnTo>
                <a:lnTo>
                  <a:pt x="326161" y="823264"/>
                </a:lnTo>
                <a:lnTo>
                  <a:pt x="308965" y="817092"/>
                </a:lnTo>
                <a:lnTo>
                  <a:pt x="290804" y="813257"/>
                </a:lnTo>
                <a:lnTo>
                  <a:pt x="271830" y="811923"/>
                </a:lnTo>
                <a:lnTo>
                  <a:pt x="232473" y="817676"/>
                </a:lnTo>
                <a:lnTo>
                  <a:pt x="197624" y="833793"/>
                </a:lnTo>
                <a:lnTo>
                  <a:pt x="168910" y="858608"/>
                </a:lnTo>
                <a:lnTo>
                  <a:pt x="147967" y="890447"/>
                </a:lnTo>
                <a:lnTo>
                  <a:pt x="135102" y="879233"/>
                </a:lnTo>
                <a:lnTo>
                  <a:pt x="120180" y="870737"/>
                </a:lnTo>
                <a:lnTo>
                  <a:pt x="103568" y="865339"/>
                </a:lnTo>
                <a:lnTo>
                  <a:pt x="85661" y="863460"/>
                </a:lnTo>
                <a:lnTo>
                  <a:pt x="52311" y="870191"/>
                </a:lnTo>
                <a:lnTo>
                  <a:pt x="25095" y="888542"/>
                </a:lnTo>
                <a:lnTo>
                  <a:pt x="6731" y="915758"/>
                </a:lnTo>
                <a:lnTo>
                  <a:pt x="0" y="949096"/>
                </a:lnTo>
                <a:lnTo>
                  <a:pt x="6731" y="982446"/>
                </a:lnTo>
                <a:lnTo>
                  <a:pt x="25095" y="1009675"/>
                </a:lnTo>
                <a:lnTo>
                  <a:pt x="52311" y="1028026"/>
                </a:lnTo>
                <a:lnTo>
                  <a:pt x="85661" y="1034757"/>
                </a:lnTo>
                <a:lnTo>
                  <a:pt x="103568" y="1032878"/>
                </a:lnTo>
                <a:lnTo>
                  <a:pt x="120180" y="1027480"/>
                </a:lnTo>
                <a:lnTo>
                  <a:pt x="135102" y="1018971"/>
                </a:lnTo>
                <a:lnTo>
                  <a:pt x="147967" y="1007757"/>
                </a:lnTo>
                <a:lnTo>
                  <a:pt x="168910" y="1039596"/>
                </a:lnTo>
                <a:lnTo>
                  <a:pt x="197624" y="1064412"/>
                </a:lnTo>
                <a:lnTo>
                  <a:pt x="232473" y="1080541"/>
                </a:lnTo>
                <a:lnTo>
                  <a:pt x="271830" y="1086281"/>
                </a:lnTo>
                <a:lnTo>
                  <a:pt x="290804" y="1084961"/>
                </a:lnTo>
                <a:lnTo>
                  <a:pt x="308965" y="1081112"/>
                </a:lnTo>
                <a:lnTo>
                  <a:pt x="326161" y="1074953"/>
                </a:lnTo>
                <a:lnTo>
                  <a:pt x="342239" y="1066673"/>
                </a:lnTo>
                <a:lnTo>
                  <a:pt x="364502" y="1106360"/>
                </a:lnTo>
                <a:lnTo>
                  <a:pt x="392658" y="1141742"/>
                </a:lnTo>
                <a:lnTo>
                  <a:pt x="426034" y="1172184"/>
                </a:lnTo>
                <a:lnTo>
                  <a:pt x="463981" y="1197013"/>
                </a:lnTo>
                <a:lnTo>
                  <a:pt x="505828" y="1215567"/>
                </a:lnTo>
                <a:lnTo>
                  <a:pt x="550938" y="1227188"/>
                </a:lnTo>
                <a:lnTo>
                  <a:pt x="598652" y="1231201"/>
                </a:lnTo>
                <a:lnTo>
                  <a:pt x="645528" y="1227328"/>
                </a:lnTo>
                <a:lnTo>
                  <a:pt x="689914" y="1216101"/>
                </a:lnTo>
                <a:lnTo>
                  <a:pt x="731189" y="1198168"/>
                </a:lnTo>
                <a:lnTo>
                  <a:pt x="768731" y="1174153"/>
                </a:lnTo>
                <a:lnTo>
                  <a:pt x="801903" y="1144676"/>
                </a:lnTo>
                <a:lnTo>
                  <a:pt x="830084" y="1110361"/>
                </a:lnTo>
                <a:lnTo>
                  <a:pt x="852652" y="1071829"/>
                </a:lnTo>
                <a:lnTo>
                  <a:pt x="868984" y="1029728"/>
                </a:lnTo>
                <a:lnTo>
                  <a:pt x="900696" y="1062189"/>
                </a:lnTo>
                <a:lnTo>
                  <a:pt x="937602" y="1088809"/>
                </a:lnTo>
                <a:lnTo>
                  <a:pt x="978941" y="1108773"/>
                </a:lnTo>
                <a:lnTo>
                  <a:pt x="1023912" y="1121321"/>
                </a:lnTo>
                <a:lnTo>
                  <a:pt x="1071765" y="1125677"/>
                </a:lnTo>
                <a:lnTo>
                  <a:pt x="1099947" y="1124165"/>
                </a:lnTo>
                <a:lnTo>
                  <a:pt x="1127264" y="1119759"/>
                </a:lnTo>
                <a:lnTo>
                  <a:pt x="1153553" y="1112596"/>
                </a:lnTo>
                <a:lnTo>
                  <a:pt x="1178687" y="1102868"/>
                </a:lnTo>
                <a:lnTo>
                  <a:pt x="1199896" y="1142936"/>
                </a:lnTo>
                <a:lnTo>
                  <a:pt x="1229677" y="1176604"/>
                </a:lnTo>
                <a:lnTo>
                  <a:pt x="1266596" y="1202436"/>
                </a:lnTo>
                <a:lnTo>
                  <a:pt x="1309243" y="1218996"/>
                </a:lnTo>
                <a:lnTo>
                  <a:pt x="1356156" y="1224838"/>
                </a:lnTo>
                <a:lnTo>
                  <a:pt x="1394993" y="1220863"/>
                </a:lnTo>
                <a:lnTo>
                  <a:pt x="1431112" y="1209471"/>
                </a:lnTo>
                <a:lnTo>
                  <a:pt x="1463713" y="1191463"/>
                </a:lnTo>
                <a:lnTo>
                  <a:pt x="1492008" y="1167638"/>
                </a:lnTo>
                <a:lnTo>
                  <a:pt x="1504835" y="1172184"/>
                </a:lnTo>
                <a:lnTo>
                  <a:pt x="1518196" y="1175512"/>
                </a:lnTo>
                <a:lnTo>
                  <a:pt x="1532013" y="1177569"/>
                </a:lnTo>
                <a:lnTo>
                  <a:pt x="1546225" y="1178267"/>
                </a:lnTo>
                <a:lnTo>
                  <a:pt x="1591576" y="1170952"/>
                </a:lnTo>
                <a:lnTo>
                  <a:pt x="1630972" y="1150569"/>
                </a:lnTo>
                <a:lnTo>
                  <a:pt x="1662023" y="1119505"/>
                </a:lnTo>
                <a:lnTo>
                  <a:pt x="1682394" y="1080122"/>
                </a:lnTo>
                <a:lnTo>
                  <a:pt x="1689709" y="1034757"/>
                </a:lnTo>
                <a:close/>
              </a:path>
              <a:path w="3327400" h="1231264">
                <a:moveTo>
                  <a:pt x="3327196" y="337489"/>
                </a:moveTo>
                <a:lnTo>
                  <a:pt x="3319145" y="297611"/>
                </a:lnTo>
                <a:lnTo>
                  <a:pt x="3297186" y="265036"/>
                </a:lnTo>
                <a:lnTo>
                  <a:pt x="3264611" y="243065"/>
                </a:lnTo>
                <a:lnTo>
                  <a:pt x="3224733" y="235013"/>
                </a:lnTo>
                <a:lnTo>
                  <a:pt x="3203295" y="237274"/>
                </a:lnTo>
                <a:lnTo>
                  <a:pt x="3183420" y="243725"/>
                </a:lnTo>
                <a:lnTo>
                  <a:pt x="3165564" y="253898"/>
                </a:lnTo>
                <a:lnTo>
                  <a:pt x="3150158" y="267322"/>
                </a:lnTo>
                <a:lnTo>
                  <a:pt x="3125114" y="229235"/>
                </a:lnTo>
                <a:lnTo>
                  <a:pt x="3090761" y="199542"/>
                </a:lnTo>
                <a:lnTo>
                  <a:pt x="3049066" y="180251"/>
                </a:lnTo>
                <a:lnTo>
                  <a:pt x="3001988" y="173367"/>
                </a:lnTo>
                <a:lnTo>
                  <a:pt x="2979280" y="174955"/>
                </a:lnTo>
                <a:lnTo>
                  <a:pt x="2957538" y="179552"/>
                </a:lnTo>
                <a:lnTo>
                  <a:pt x="2936976" y="186931"/>
                </a:lnTo>
                <a:lnTo>
                  <a:pt x="2917748" y="196837"/>
                </a:lnTo>
                <a:lnTo>
                  <a:pt x="2894838" y="155028"/>
                </a:lnTo>
                <a:lnTo>
                  <a:pt x="2866453" y="117081"/>
                </a:lnTo>
                <a:lnTo>
                  <a:pt x="2833141" y="83515"/>
                </a:lnTo>
                <a:lnTo>
                  <a:pt x="2795422" y="54864"/>
                </a:lnTo>
                <a:lnTo>
                  <a:pt x="2753817" y="31648"/>
                </a:lnTo>
                <a:lnTo>
                  <a:pt x="2708859" y="14414"/>
                </a:lnTo>
                <a:lnTo>
                  <a:pt x="2661056" y="3695"/>
                </a:lnTo>
                <a:lnTo>
                  <a:pt x="2610967" y="0"/>
                </a:lnTo>
                <a:lnTo>
                  <a:pt x="2560967" y="3670"/>
                </a:lnTo>
                <a:lnTo>
                  <a:pt x="2513266" y="14351"/>
                </a:lnTo>
                <a:lnTo>
                  <a:pt x="2468384" y="31521"/>
                </a:lnTo>
                <a:lnTo>
                  <a:pt x="2426830" y="54622"/>
                </a:lnTo>
                <a:lnTo>
                  <a:pt x="2389149" y="83159"/>
                </a:lnTo>
                <a:lnTo>
                  <a:pt x="2355837" y="116598"/>
                </a:lnTo>
                <a:lnTo>
                  <a:pt x="2327452" y="154406"/>
                </a:lnTo>
                <a:lnTo>
                  <a:pt x="2304504" y="196062"/>
                </a:lnTo>
                <a:lnTo>
                  <a:pt x="2287511" y="241046"/>
                </a:lnTo>
                <a:lnTo>
                  <a:pt x="2256345" y="208203"/>
                </a:lnTo>
                <a:lnTo>
                  <a:pt x="2220772" y="180136"/>
                </a:lnTo>
                <a:lnTo>
                  <a:pt x="2181301" y="157365"/>
                </a:lnTo>
                <a:lnTo>
                  <a:pt x="2138476" y="140436"/>
                </a:lnTo>
                <a:lnTo>
                  <a:pt x="2092845" y="129882"/>
                </a:lnTo>
                <a:lnTo>
                  <a:pt x="2044928" y="126238"/>
                </a:lnTo>
                <a:lnTo>
                  <a:pt x="2011197" y="128054"/>
                </a:lnTo>
                <a:lnTo>
                  <a:pt x="1978507" y="133337"/>
                </a:lnTo>
                <a:lnTo>
                  <a:pt x="1947049" y="141897"/>
                </a:lnTo>
                <a:lnTo>
                  <a:pt x="1916988" y="153543"/>
                </a:lnTo>
                <a:lnTo>
                  <a:pt x="1896605" y="113093"/>
                </a:lnTo>
                <a:lnTo>
                  <a:pt x="1868893" y="77774"/>
                </a:lnTo>
                <a:lnTo>
                  <a:pt x="1834857" y="48564"/>
                </a:lnTo>
                <a:lnTo>
                  <a:pt x="1795475" y="26466"/>
                </a:lnTo>
                <a:lnTo>
                  <a:pt x="1751749" y="12484"/>
                </a:lnTo>
                <a:lnTo>
                  <a:pt x="1704670" y="7594"/>
                </a:lnTo>
                <a:lnTo>
                  <a:pt x="1658200" y="12357"/>
                </a:lnTo>
                <a:lnTo>
                  <a:pt x="1614982" y="25984"/>
                </a:lnTo>
                <a:lnTo>
                  <a:pt x="1575968" y="47536"/>
                </a:lnTo>
                <a:lnTo>
                  <a:pt x="1542110" y="76047"/>
                </a:lnTo>
                <a:lnTo>
                  <a:pt x="1526768" y="70612"/>
                </a:lnTo>
                <a:lnTo>
                  <a:pt x="1510779" y="66624"/>
                </a:lnTo>
                <a:lnTo>
                  <a:pt x="1494256" y="64173"/>
                </a:lnTo>
                <a:lnTo>
                  <a:pt x="1477251" y="63334"/>
                </a:lnTo>
                <a:lnTo>
                  <a:pt x="1431607" y="69469"/>
                </a:lnTo>
                <a:lnTo>
                  <a:pt x="1390599" y="86779"/>
                </a:lnTo>
                <a:lnTo>
                  <a:pt x="1355852" y="113614"/>
                </a:lnTo>
                <a:lnTo>
                  <a:pt x="1329004" y="148361"/>
                </a:lnTo>
                <a:lnTo>
                  <a:pt x="1311694" y="189382"/>
                </a:lnTo>
                <a:lnTo>
                  <a:pt x="1305560" y="235013"/>
                </a:lnTo>
                <a:lnTo>
                  <a:pt x="1311694" y="280657"/>
                </a:lnTo>
                <a:lnTo>
                  <a:pt x="1329004" y="321665"/>
                </a:lnTo>
                <a:lnTo>
                  <a:pt x="1355852" y="356412"/>
                </a:lnTo>
                <a:lnTo>
                  <a:pt x="1390599" y="383260"/>
                </a:lnTo>
                <a:lnTo>
                  <a:pt x="1431607" y="400570"/>
                </a:lnTo>
                <a:lnTo>
                  <a:pt x="1477251" y="406704"/>
                </a:lnTo>
                <a:lnTo>
                  <a:pt x="1494256" y="405866"/>
                </a:lnTo>
                <a:lnTo>
                  <a:pt x="1510779" y="403415"/>
                </a:lnTo>
                <a:lnTo>
                  <a:pt x="1526768" y="399427"/>
                </a:lnTo>
                <a:lnTo>
                  <a:pt x="1542110" y="393979"/>
                </a:lnTo>
                <a:lnTo>
                  <a:pt x="1575968" y="422490"/>
                </a:lnTo>
                <a:lnTo>
                  <a:pt x="1614982" y="444042"/>
                </a:lnTo>
                <a:lnTo>
                  <a:pt x="1658200" y="457669"/>
                </a:lnTo>
                <a:lnTo>
                  <a:pt x="1704670" y="462432"/>
                </a:lnTo>
                <a:lnTo>
                  <a:pt x="1711566" y="462318"/>
                </a:lnTo>
                <a:lnTo>
                  <a:pt x="1725206" y="461454"/>
                </a:lnTo>
                <a:lnTo>
                  <a:pt x="1731937" y="460743"/>
                </a:lnTo>
                <a:lnTo>
                  <a:pt x="1738820" y="508698"/>
                </a:lnTo>
                <a:lnTo>
                  <a:pt x="1752638" y="554024"/>
                </a:lnTo>
                <a:lnTo>
                  <a:pt x="1772831" y="596163"/>
                </a:lnTo>
                <a:lnTo>
                  <a:pt x="1798840" y="634542"/>
                </a:lnTo>
                <a:lnTo>
                  <a:pt x="1830095" y="668578"/>
                </a:lnTo>
                <a:lnTo>
                  <a:pt x="1865998" y="697699"/>
                </a:lnTo>
                <a:lnTo>
                  <a:pt x="1906016" y="721360"/>
                </a:lnTo>
                <a:lnTo>
                  <a:pt x="1949551" y="738962"/>
                </a:lnTo>
                <a:lnTo>
                  <a:pt x="1996046" y="749935"/>
                </a:lnTo>
                <a:lnTo>
                  <a:pt x="2044928" y="753719"/>
                </a:lnTo>
                <a:lnTo>
                  <a:pt x="2095538" y="749655"/>
                </a:lnTo>
                <a:lnTo>
                  <a:pt x="2143556" y="737895"/>
                </a:lnTo>
                <a:lnTo>
                  <a:pt x="2188362" y="719061"/>
                </a:lnTo>
                <a:lnTo>
                  <a:pt x="2229307" y="693801"/>
                </a:lnTo>
                <a:lnTo>
                  <a:pt x="2265769" y="662749"/>
                </a:lnTo>
                <a:lnTo>
                  <a:pt x="2297099" y="626541"/>
                </a:lnTo>
                <a:lnTo>
                  <a:pt x="2322690" y="585800"/>
                </a:lnTo>
                <a:lnTo>
                  <a:pt x="2341880" y="541185"/>
                </a:lnTo>
                <a:lnTo>
                  <a:pt x="2375585" y="579323"/>
                </a:lnTo>
                <a:lnTo>
                  <a:pt x="2414613" y="612013"/>
                </a:lnTo>
                <a:lnTo>
                  <a:pt x="2458326" y="638594"/>
                </a:lnTo>
                <a:lnTo>
                  <a:pt x="2506065" y="658393"/>
                </a:lnTo>
                <a:lnTo>
                  <a:pt x="2557157" y="670750"/>
                </a:lnTo>
                <a:lnTo>
                  <a:pt x="2610967" y="675017"/>
                </a:lnTo>
                <a:lnTo>
                  <a:pt x="2661056" y="671322"/>
                </a:lnTo>
                <a:lnTo>
                  <a:pt x="2708859" y="660603"/>
                </a:lnTo>
                <a:lnTo>
                  <a:pt x="2753817" y="643356"/>
                </a:lnTo>
                <a:lnTo>
                  <a:pt x="2795422" y="620153"/>
                </a:lnTo>
                <a:lnTo>
                  <a:pt x="2833141" y="591489"/>
                </a:lnTo>
                <a:lnTo>
                  <a:pt x="2866453" y="557923"/>
                </a:lnTo>
                <a:lnTo>
                  <a:pt x="2894838" y="519963"/>
                </a:lnTo>
                <a:lnTo>
                  <a:pt x="2917748" y="478155"/>
                </a:lnTo>
                <a:lnTo>
                  <a:pt x="2936976" y="488073"/>
                </a:lnTo>
                <a:lnTo>
                  <a:pt x="2957538" y="495439"/>
                </a:lnTo>
                <a:lnTo>
                  <a:pt x="2979280" y="500037"/>
                </a:lnTo>
                <a:lnTo>
                  <a:pt x="3001988" y="501624"/>
                </a:lnTo>
                <a:lnTo>
                  <a:pt x="3049066" y="494753"/>
                </a:lnTo>
                <a:lnTo>
                  <a:pt x="3090761" y="475462"/>
                </a:lnTo>
                <a:lnTo>
                  <a:pt x="3125114" y="445770"/>
                </a:lnTo>
                <a:lnTo>
                  <a:pt x="3150158" y="407682"/>
                </a:lnTo>
                <a:lnTo>
                  <a:pt x="3165564" y="421093"/>
                </a:lnTo>
                <a:lnTo>
                  <a:pt x="3183420" y="431266"/>
                </a:lnTo>
                <a:lnTo>
                  <a:pt x="3203295" y="437718"/>
                </a:lnTo>
                <a:lnTo>
                  <a:pt x="3224733" y="439966"/>
                </a:lnTo>
                <a:lnTo>
                  <a:pt x="3264611" y="431914"/>
                </a:lnTo>
                <a:lnTo>
                  <a:pt x="3297186" y="409956"/>
                </a:lnTo>
                <a:lnTo>
                  <a:pt x="3319145" y="377380"/>
                </a:lnTo>
                <a:lnTo>
                  <a:pt x="3327196" y="3374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628483" y="1674020"/>
            <a:ext cx="2251075" cy="1156335"/>
          </a:xfrm>
          <a:custGeom>
            <a:avLst/>
            <a:gdLst/>
            <a:ahLst/>
            <a:cxnLst/>
            <a:rect l="l" t="t" r="r" b="b"/>
            <a:pathLst>
              <a:path w="2251075" h="1156335">
                <a:moveTo>
                  <a:pt x="1147462" y="0"/>
                </a:moveTo>
                <a:lnTo>
                  <a:pt x="1096368" y="2227"/>
                </a:lnTo>
                <a:lnTo>
                  <a:pt x="1046517" y="8786"/>
                </a:lnTo>
                <a:lnTo>
                  <a:pt x="998094" y="19488"/>
                </a:lnTo>
                <a:lnTo>
                  <a:pt x="951288" y="34148"/>
                </a:lnTo>
                <a:lnTo>
                  <a:pt x="906284" y="52578"/>
                </a:lnTo>
                <a:lnTo>
                  <a:pt x="863270" y="74592"/>
                </a:lnTo>
                <a:lnTo>
                  <a:pt x="822432" y="100003"/>
                </a:lnTo>
                <a:lnTo>
                  <a:pt x="783957" y="128624"/>
                </a:lnTo>
                <a:lnTo>
                  <a:pt x="748031" y="160269"/>
                </a:lnTo>
                <a:lnTo>
                  <a:pt x="714841" y="194750"/>
                </a:lnTo>
                <a:lnTo>
                  <a:pt x="684575" y="231881"/>
                </a:lnTo>
                <a:lnTo>
                  <a:pt x="657418" y="271476"/>
                </a:lnTo>
                <a:lnTo>
                  <a:pt x="633558" y="313347"/>
                </a:lnTo>
                <a:lnTo>
                  <a:pt x="613181" y="357307"/>
                </a:lnTo>
                <a:lnTo>
                  <a:pt x="596473" y="403170"/>
                </a:lnTo>
                <a:lnTo>
                  <a:pt x="583076" y="402368"/>
                </a:lnTo>
                <a:lnTo>
                  <a:pt x="517679" y="405775"/>
                </a:lnTo>
                <a:lnTo>
                  <a:pt x="468100" y="416575"/>
                </a:lnTo>
                <a:lnTo>
                  <a:pt x="421330" y="433941"/>
                </a:lnTo>
                <a:lnTo>
                  <a:pt x="377887" y="457358"/>
                </a:lnTo>
                <a:lnTo>
                  <a:pt x="338283" y="486308"/>
                </a:lnTo>
                <a:lnTo>
                  <a:pt x="303034" y="520273"/>
                </a:lnTo>
                <a:lnTo>
                  <a:pt x="272655" y="558737"/>
                </a:lnTo>
                <a:lnTo>
                  <a:pt x="247662" y="601181"/>
                </a:lnTo>
                <a:lnTo>
                  <a:pt x="228568" y="647090"/>
                </a:lnTo>
                <a:lnTo>
                  <a:pt x="212777" y="640804"/>
                </a:lnTo>
                <a:lnTo>
                  <a:pt x="196220" y="636175"/>
                </a:lnTo>
                <a:lnTo>
                  <a:pt x="178998" y="633315"/>
                </a:lnTo>
                <a:lnTo>
                  <a:pt x="161209" y="632336"/>
                </a:lnTo>
                <a:lnTo>
                  <a:pt x="118353" y="638095"/>
                </a:lnTo>
                <a:lnTo>
                  <a:pt x="79843" y="654346"/>
                </a:lnTo>
                <a:lnTo>
                  <a:pt x="47217" y="679555"/>
                </a:lnTo>
                <a:lnTo>
                  <a:pt x="22009" y="712183"/>
                </a:lnTo>
                <a:lnTo>
                  <a:pt x="5758" y="750696"/>
                </a:lnTo>
                <a:lnTo>
                  <a:pt x="0" y="793556"/>
                </a:lnTo>
                <a:lnTo>
                  <a:pt x="5758" y="836413"/>
                </a:lnTo>
                <a:lnTo>
                  <a:pt x="22009" y="874922"/>
                </a:lnTo>
                <a:lnTo>
                  <a:pt x="47217" y="907549"/>
                </a:lnTo>
                <a:lnTo>
                  <a:pt x="79843" y="932756"/>
                </a:lnTo>
                <a:lnTo>
                  <a:pt x="118353" y="949008"/>
                </a:lnTo>
                <a:lnTo>
                  <a:pt x="161209" y="954766"/>
                </a:lnTo>
                <a:lnTo>
                  <a:pt x="185464" y="952951"/>
                </a:lnTo>
                <a:lnTo>
                  <a:pt x="208582" y="947684"/>
                </a:lnTo>
                <a:lnTo>
                  <a:pt x="230306" y="939230"/>
                </a:lnTo>
                <a:lnTo>
                  <a:pt x="250379" y="927856"/>
                </a:lnTo>
                <a:lnTo>
                  <a:pt x="275626" y="969237"/>
                </a:lnTo>
                <a:lnTo>
                  <a:pt x="306041" y="1006704"/>
                </a:lnTo>
                <a:lnTo>
                  <a:pt x="341133" y="1039764"/>
                </a:lnTo>
                <a:lnTo>
                  <a:pt x="380411" y="1067921"/>
                </a:lnTo>
                <a:lnTo>
                  <a:pt x="423383" y="1090682"/>
                </a:lnTo>
                <a:lnTo>
                  <a:pt x="469558" y="1107552"/>
                </a:lnTo>
                <a:lnTo>
                  <a:pt x="518445" y="1118036"/>
                </a:lnTo>
                <a:lnTo>
                  <a:pt x="569553" y="1121641"/>
                </a:lnTo>
                <a:lnTo>
                  <a:pt x="620932" y="1117998"/>
                </a:lnTo>
                <a:lnTo>
                  <a:pt x="670070" y="1107404"/>
                </a:lnTo>
                <a:lnTo>
                  <a:pt x="716466" y="1090361"/>
                </a:lnTo>
                <a:lnTo>
                  <a:pt x="759620" y="1067373"/>
                </a:lnTo>
                <a:lnTo>
                  <a:pt x="799033" y="1038942"/>
                </a:lnTo>
                <a:lnTo>
                  <a:pt x="841969" y="1068503"/>
                </a:lnTo>
                <a:lnTo>
                  <a:pt x="887583" y="1094174"/>
                </a:lnTo>
                <a:lnTo>
                  <a:pt x="935636" y="1115715"/>
                </a:lnTo>
                <a:lnTo>
                  <a:pt x="985888" y="1132886"/>
                </a:lnTo>
                <a:lnTo>
                  <a:pt x="1038102" y="1145449"/>
                </a:lnTo>
                <a:lnTo>
                  <a:pt x="1092040" y="1153162"/>
                </a:lnTo>
                <a:lnTo>
                  <a:pt x="1147462" y="1155786"/>
                </a:lnTo>
                <a:lnTo>
                  <a:pt x="1196543" y="1153730"/>
                </a:lnTo>
                <a:lnTo>
                  <a:pt x="1244483" y="1147673"/>
                </a:lnTo>
                <a:lnTo>
                  <a:pt x="1291117" y="1137781"/>
                </a:lnTo>
                <a:lnTo>
                  <a:pt x="1336282" y="1124219"/>
                </a:lnTo>
                <a:lnTo>
                  <a:pt x="1379813" y="1107154"/>
                </a:lnTo>
                <a:lnTo>
                  <a:pt x="1421546" y="1086751"/>
                </a:lnTo>
                <a:lnTo>
                  <a:pt x="1461316" y="1063177"/>
                </a:lnTo>
                <a:lnTo>
                  <a:pt x="1498959" y="1036596"/>
                </a:lnTo>
                <a:lnTo>
                  <a:pt x="1511137" y="1037057"/>
                </a:lnTo>
                <a:lnTo>
                  <a:pt x="1517294" y="1037057"/>
                </a:lnTo>
                <a:lnTo>
                  <a:pt x="1568671" y="1033913"/>
                </a:lnTo>
                <a:lnTo>
                  <a:pt x="1618174" y="1024731"/>
                </a:lnTo>
                <a:lnTo>
                  <a:pt x="1665438" y="1009886"/>
                </a:lnTo>
                <a:lnTo>
                  <a:pt x="1710097" y="989755"/>
                </a:lnTo>
                <a:lnTo>
                  <a:pt x="1751784" y="964712"/>
                </a:lnTo>
                <a:lnTo>
                  <a:pt x="1790133" y="935133"/>
                </a:lnTo>
                <a:lnTo>
                  <a:pt x="1813700" y="947199"/>
                </a:lnTo>
                <a:lnTo>
                  <a:pt x="1838934" y="956131"/>
                </a:lnTo>
                <a:lnTo>
                  <a:pt x="1865584" y="961678"/>
                </a:lnTo>
                <a:lnTo>
                  <a:pt x="1893397" y="963583"/>
                </a:lnTo>
                <a:lnTo>
                  <a:pt x="1939099" y="958380"/>
                </a:lnTo>
                <a:lnTo>
                  <a:pt x="1981105" y="943550"/>
                </a:lnTo>
                <a:lnTo>
                  <a:pt x="2018254" y="920264"/>
                </a:lnTo>
                <a:lnTo>
                  <a:pt x="2049385" y="889691"/>
                </a:lnTo>
                <a:lnTo>
                  <a:pt x="2073340" y="853000"/>
                </a:lnTo>
                <a:lnTo>
                  <a:pt x="2088718" y="869192"/>
                </a:lnTo>
                <a:lnTo>
                  <a:pt x="2107386" y="881580"/>
                </a:lnTo>
                <a:lnTo>
                  <a:pt x="2128707" y="889499"/>
                </a:lnTo>
                <a:lnTo>
                  <a:pt x="2152049" y="892286"/>
                </a:lnTo>
                <a:lnTo>
                  <a:pt x="2190477" y="884529"/>
                </a:lnTo>
                <a:lnTo>
                  <a:pt x="2221860" y="863371"/>
                </a:lnTo>
                <a:lnTo>
                  <a:pt x="2243020" y="831989"/>
                </a:lnTo>
                <a:lnTo>
                  <a:pt x="2250779" y="793556"/>
                </a:lnTo>
                <a:lnTo>
                  <a:pt x="2243020" y="755127"/>
                </a:lnTo>
                <a:lnTo>
                  <a:pt x="2221860" y="723741"/>
                </a:lnTo>
                <a:lnTo>
                  <a:pt x="2190477" y="702577"/>
                </a:lnTo>
                <a:lnTo>
                  <a:pt x="2152049" y="694816"/>
                </a:lnTo>
                <a:lnTo>
                  <a:pt x="2134818" y="696318"/>
                </a:lnTo>
                <a:lnTo>
                  <a:pt x="2118567" y="700654"/>
                </a:lnTo>
                <a:lnTo>
                  <a:pt x="2103548" y="707565"/>
                </a:lnTo>
                <a:lnTo>
                  <a:pt x="2090009" y="716794"/>
                </a:lnTo>
                <a:lnTo>
                  <a:pt x="2074125" y="672281"/>
                </a:lnTo>
                <a:lnTo>
                  <a:pt x="2048786" y="633302"/>
                </a:lnTo>
                <a:lnTo>
                  <a:pt x="2015383" y="601248"/>
                </a:lnTo>
                <a:lnTo>
                  <a:pt x="1975308" y="577511"/>
                </a:lnTo>
                <a:lnTo>
                  <a:pt x="1929951" y="563480"/>
                </a:lnTo>
                <a:lnTo>
                  <a:pt x="1920592" y="515905"/>
                </a:lnTo>
                <a:lnTo>
                  <a:pt x="1905998" y="470439"/>
                </a:lnTo>
                <a:lnTo>
                  <a:pt x="1886502" y="427413"/>
                </a:lnTo>
                <a:lnTo>
                  <a:pt x="1862435" y="387160"/>
                </a:lnTo>
                <a:lnTo>
                  <a:pt x="1834129" y="350011"/>
                </a:lnTo>
                <a:lnTo>
                  <a:pt x="1801918" y="316300"/>
                </a:lnTo>
                <a:lnTo>
                  <a:pt x="1766133" y="286358"/>
                </a:lnTo>
                <a:lnTo>
                  <a:pt x="1727106" y="260517"/>
                </a:lnTo>
                <a:lnTo>
                  <a:pt x="1685170" y="239110"/>
                </a:lnTo>
                <a:lnTo>
                  <a:pt x="1640657" y="222469"/>
                </a:lnTo>
                <a:lnTo>
                  <a:pt x="1593899" y="210925"/>
                </a:lnTo>
                <a:lnTo>
                  <a:pt x="1560496" y="173720"/>
                </a:lnTo>
                <a:lnTo>
                  <a:pt x="1524030" y="139529"/>
                </a:lnTo>
                <a:lnTo>
                  <a:pt x="1484711" y="108563"/>
                </a:lnTo>
                <a:lnTo>
                  <a:pt x="1442752" y="81037"/>
                </a:lnTo>
                <a:lnTo>
                  <a:pt x="1398367" y="57161"/>
                </a:lnTo>
                <a:lnTo>
                  <a:pt x="1351766" y="37150"/>
                </a:lnTo>
                <a:lnTo>
                  <a:pt x="1303163" y="21216"/>
                </a:lnTo>
                <a:lnTo>
                  <a:pt x="1252769" y="9571"/>
                </a:lnTo>
                <a:lnTo>
                  <a:pt x="1200798" y="2428"/>
                </a:lnTo>
                <a:lnTo>
                  <a:pt x="11474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496840" y="807502"/>
            <a:ext cx="2780030" cy="1278255"/>
          </a:xfrm>
          <a:custGeom>
            <a:avLst/>
            <a:gdLst/>
            <a:ahLst/>
            <a:cxnLst/>
            <a:rect l="l" t="t" r="r" b="b"/>
            <a:pathLst>
              <a:path w="2780030" h="1278255">
                <a:moveTo>
                  <a:pt x="1727518" y="0"/>
                </a:moveTo>
                <a:lnTo>
                  <a:pt x="1677404" y="2687"/>
                </a:lnTo>
                <a:lnTo>
                  <a:pt x="1628846" y="10562"/>
                </a:lnTo>
                <a:lnTo>
                  <a:pt x="1582122" y="23349"/>
                </a:lnTo>
                <a:lnTo>
                  <a:pt x="1537510" y="40768"/>
                </a:lnTo>
                <a:lnTo>
                  <a:pt x="1495288" y="62541"/>
                </a:lnTo>
                <a:lnTo>
                  <a:pt x="1455733" y="88391"/>
                </a:lnTo>
                <a:lnTo>
                  <a:pt x="1419125" y="118038"/>
                </a:lnTo>
                <a:lnTo>
                  <a:pt x="1385739" y="151205"/>
                </a:lnTo>
                <a:lnTo>
                  <a:pt x="1355855" y="187614"/>
                </a:lnTo>
                <a:lnTo>
                  <a:pt x="1329751" y="226987"/>
                </a:lnTo>
                <a:lnTo>
                  <a:pt x="1307703" y="269044"/>
                </a:lnTo>
                <a:lnTo>
                  <a:pt x="1289991" y="313510"/>
                </a:lnTo>
                <a:lnTo>
                  <a:pt x="1276893" y="360104"/>
                </a:lnTo>
                <a:lnTo>
                  <a:pt x="1239382" y="348626"/>
                </a:lnTo>
                <a:lnTo>
                  <a:pt x="1200623" y="340240"/>
                </a:lnTo>
                <a:lnTo>
                  <a:pt x="1160756" y="335098"/>
                </a:lnTo>
                <a:lnTo>
                  <a:pt x="1119924" y="333351"/>
                </a:lnTo>
                <a:lnTo>
                  <a:pt x="1071935" y="335759"/>
                </a:lnTo>
                <a:lnTo>
                  <a:pt x="1025323" y="342829"/>
                </a:lnTo>
                <a:lnTo>
                  <a:pt x="980323" y="354327"/>
                </a:lnTo>
                <a:lnTo>
                  <a:pt x="937165" y="370021"/>
                </a:lnTo>
                <a:lnTo>
                  <a:pt x="896084" y="389677"/>
                </a:lnTo>
                <a:lnTo>
                  <a:pt x="857311" y="413062"/>
                </a:lnTo>
                <a:lnTo>
                  <a:pt x="821079" y="439944"/>
                </a:lnTo>
                <a:lnTo>
                  <a:pt x="787622" y="470090"/>
                </a:lnTo>
                <a:lnTo>
                  <a:pt x="757172" y="503265"/>
                </a:lnTo>
                <a:lnTo>
                  <a:pt x="729961" y="539239"/>
                </a:lnTo>
                <a:lnTo>
                  <a:pt x="706223" y="577776"/>
                </a:lnTo>
                <a:lnTo>
                  <a:pt x="686190" y="618645"/>
                </a:lnTo>
                <a:lnTo>
                  <a:pt x="670094" y="661613"/>
                </a:lnTo>
                <a:lnTo>
                  <a:pt x="641499" y="620394"/>
                </a:lnTo>
                <a:lnTo>
                  <a:pt x="605055" y="586137"/>
                </a:lnTo>
                <a:lnTo>
                  <a:pt x="562021" y="560104"/>
                </a:lnTo>
                <a:lnTo>
                  <a:pt x="513660" y="543559"/>
                </a:lnTo>
                <a:lnTo>
                  <a:pt x="461232" y="537763"/>
                </a:lnTo>
                <a:lnTo>
                  <a:pt x="414413" y="542369"/>
                </a:lnTo>
                <a:lnTo>
                  <a:pt x="370709" y="555594"/>
                </a:lnTo>
                <a:lnTo>
                  <a:pt x="331004" y="576549"/>
                </a:lnTo>
                <a:lnTo>
                  <a:pt x="296185" y="604343"/>
                </a:lnTo>
                <a:lnTo>
                  <a:pt x="267139" y="638088"/>
                </a:lnTo>
                <a:lnTo>
                  <a:pt x="244751" y="676895"/>
                </a:lnTo>
                <a:lnTo>
                  <a:pt x="229909" y="719873"/>
                </a:lnTo>
                <a:lnTo>
                  <a:pt x="209871" y="701113"/>
                </a:lnTo>
                <a:lnTo>
                  <a:pt x="186241" y="686856"/>
                </a:lnTo>
                <a:lnTo>
                  <a:pt x="159700" y="677793"/>
                </a:lnTo>
                <a:lnTo>
                  <a:pt x="130927" y="674618"/>
                </a:lnTo>
                <a:lnTo>
                  <a:pt x="79968" y="684908"/>
                </a:lnTo>
                <a:lnTo>
                  <a:pt x="38350" y="712970"/>
                </a:lnTo>
                <a:lnTo>
                  <a:pt x="10290" y="754590"/>
                </a:lnTo>
                <a:lnTo>
                  <a:pt x="0" y="805556"/>
                </a:lnTo>
                <a:lnTo>
                  <a:pt x="10290" y="856526"/>
                </a:lnTo>
                <a:lnTo>
                  <a:pt x="38350" y="898146"/>
                </a:lnTo>
                <a:lnTo>
                  <a:pt x="79968" y="926206"/>
                </a:lnTo>
                <a:lnTo>
                  <a:pt x="130927" y="936495"/>
                </a:lnTo>
                <a:lnTo>
                  <a:pt x="165578" y="931858"/>
                </a:lnTo>
                <a:lnTo>
                  <a:pt x="196732" y="918771"/>
                </a:lnTo>
                <a:lnTo>
                  <a:pt x="223166" y="898465"/>
                </a:lnTo>
                <a:lnTo>
                  <a:pt x="243657" y="872172"/>
                </a:lnTo>
                <a:lnTo>
                  <a:pt x="265875" y="911615"/>
                </a:lnTo>
                <a:lnTo>
                  <a:pt x="294927" y="945942"/>
                </a:lnTo>
                <a:lnTo>
                  <a:pt x="329902" y="974237"/>
                </a:lnTo>
                <a:lnTo>
                  <a:pt x="369885" y="995583"/>
                </a:lnTo>
                <a:lnTo>
                  <a:pt x="413966" y="1009062"/>
                </a:lnTo>
                <a:lnTo>
                  <a:pt x="461232" y="1013759"/>
                </a:lnTo>
                <a:lnTo>
                  <a:pt x="509332" y="1008894"/>
                </a:lnTo>
                <a:lnTo>
                  <a:pt x="554118" y="994944"/>
                </a:lnTo>
                <a:lnTo>
                  <a:pt x="594625" y="972874"/>
                </a:lnTo>
                <a:lnTo>
                  <a:pt x="629891" y="943652"/>
                </a:lnTo>
                <a:lnTo>
                  <a:pt x="658953" y="908244"/>
                </a:lnTo>
                <a:lnTo>
                  <a:pt x="671127" y="952692"/>
                </a:lnTo>
                <a:lnTo>
                  <a:pt x="687410" y="995279"/>
                </a:lnTo>
                <a:lnTo>
                  <a:pt x="707573" y="1035775"/>
                </a:lnTo>
                <a:lnTo>
                  <a:pt x="731387" y="1073953"/>
                </a:lnTo>
                <a:lnTo>
                  <a:pt x="758623" y="1109583"/>
                </a:lnTo>
                <a:lnTo>
                  <a:pt x="789051" y="1142435"/>
                </a:lnTo>
                <a:lnTo>
                  <a:pt x="822443" y="1172281"/>
                </a:lnTo>
                <a:lnTo>
                  <a:pt x="858569" y="1198890"/>
                </a:lnTo>
                <a:lnTo>
                  <a:pt x="897201" y="1222035"/>
                </a:lnTo>
                <a:lnTo>
                  <a:pt x="938110" y="1241485"/>
                </a:lnTo>
                <a:lnTo>
                  <a:pt x="981065" y="1257012"/>
                </a:lnTo>
                <a:lnTo>
                  <a:pt x="1025838" y="1268387"/>
                </a:lnTo>
                <a:lnTo>
                  <a:pt x="1072201" y="1275380"/>
                </a:lnTo>
                <a:lnTo>
                  <a:pt x="1119924" y="1277762"/>
                </a:lnTo>
                <a:lnTo>
                  <a:pt x="1168211" y="1275323"/>
                </a:lnTo>
                <a:lnTo>
                  <a:pt x="1215103" y="1268165"/>
                </a:lnTo>
                <a:lnTo>
                  <a:pt x="1260364" y="1256525"/>
                </a:lnTo>
                <a:lnTo>
                  <a:pt x="1303755" y="1240640"/>
                </a:lnTo>
                <a:lnTo>
                  <a:pt x="1345039" y="1220749"/>
                </a:lnTo>
                <a:lnTo>
                  <a:pt x="1383978" y="1197088"/>
                </a:lnTo>
                <a:lnTo>
                  <a:pt x="1420335" y="1169896"/>
                </a:lnTo>
                <a:lnTo>
                  <a:pt x="1453871" y="1139409"/>
                </a:lnTo>
                <a:lnTo>
                  <a:pt x="1484351" y="1105865"/>
                </a:lnTo>
                <a:lnTo>
                  <a:pt x="1511535" y="1069501"/>
                </a:lnTo>
                <a:lnTo>
                  <a:pt x="1535186" y="1030555"/>
                </a:lnTo>
                <a:lnTo>
                  <a:pt x="1555068" y="989265"/>
                </a:lnTo>
                <a:lnTo>
                  <a:pt x="1570941" y="945867"/>
                </a:lnTo>
                <a:lnTo>
                  <a:pt x="1582569" y="900600"/>
                </a:lnTo>
                <a:lnTo>
                  <a:pt x="1617325" y="910583"/>
                </a:lnTo>
                <a:lnTo>
                  <a:pt x="1653147" y="917864"/>
                </a:lnTo>
                <a:lnTo>
                  <a:pt x="1689916" y="922322"/>
                </a:lnTo>
                <a:lnTo>
                  <a:pt x="1727518" y="923835"/>
                </a:lnTo>
                <a:lnTo>
                  <a:pt x="1779092" y="920987"/>
                </a:lnTo>
                <a:lnTo>
                  <a:pt x="1829009" y="912645"/>
                </a:lnTo>
                <a:lnTo>
                  <a:pt x="1876964" y="899114"/>
                </a:lnTo>
                <a:lnTo>
                  <a:pt x="1922655" y="880697"/>
                </a:lnTo>
                <a:lnTo>
                  <a:pt x="1965777" y="857700"/>
                </a:lnTo>
                <a:lnTo>
                  <a:pt x="2006026" y="830426"/>
                </a:lnTo>
                <a:lnTo>
                  <a:pt x="2043100" y="799179"/>
                </a:lnTo>
                <a:lnTo>
                  <a:pt x="2076980" y="830582"/>
                </a:lnTo>
                <a:lnTo>
                  <a:pt x="2115612" y="856213"/>
                </a:lnTo>
                <a:lnTo>
                  <a:pt x="2158310" y="875379"/>
                </a:lnTo>
                <a:lnTo>
                  <a:pt x="2204383" y="887386"/>
                </a:lnTo>
                <a:lnTo>
                  <a:pt x="2253146" y="891543"/>
                </a:lnTo>
                <a:lnTo>
                  <a:pt x="2301822" y="887400"/>
                </a:lnTo>
                <a:lnTo>
                  <a:pt x="2347817" y="875432"/>
                </a:lnTo>
                <a:lnTo>
                  <a:pt x="2390447" y="856330"/>
                </a:lnTo>
                <a:lnTo>
                  <a:pt x="2429028" y="830787"/>
                </a:lnTo>
                <a:lnTo>
                  <a:pt x="2462877" y="799493"/>
                </a:lnTo>
                <a:lnTo>
                  <a:pt x="2488498" y="837354"/>
                </a:lnTo>
                <a:lnTo>
                  <a:pt x="2523288" y="866815"/>
                </a:lnTo>
                <a:lnTo>
                  <a:pt x="2565301" y="885923"/>
                </a:lnTo>
                <a:lnTo>
                  <a:pt x="2612590" y="892726"/>
                </a:lnTo>
                <a:lnTo>
                  <a:pt x="2656937" y="886767"/>
                </a:lnTo>
                <a:lnTo>
                  <a:pt x="2696786" y="869951"/>
                </a:lnTo>
                <a:lnTo>
                  <a:pt x="2730546" y="843866"/>
                </a:lnTo>
                <a:lnTo>
                  <a:pt x="2756628" y="810106"/>
                </a:lnTo>
                <a:lnTo>
                  <a:pt x="2773444" y="770258"/>
                </a:lnTo>
                <a:lnTo>
                  <a:pt x="2779402" y="725915"/>
                </a:lnTo>
                <a:lnTo>
                  <a:pt x="2773444" y="681571"/>
                </a:lnTo>
                <a:lnTo>
                  <a:pt x="2756628" y="641724"/>
                </a:lnTo>
                <a:lnTo>
                  <a:pt x="2730546" y="607963"/>
                </a:lnTo>
                <a:lnTo>
                  <a:pt x="2696786" y="581879"/>
                </a:lnTo>
                <a:lnTo>
                  <a:pt x="2656937" y="565062"/>
                </a:lnTo>
                <a:lnTo>
                  <a:pt x="2612590" y="559103"/>
                </a:lnTo>
                <a:lnTo>
                  <a:pt x="2592422" y="560319"/>
                </a:lnTo>
                <a:lnTo>
                  <a:pt x="2572971" y="563866"/>
                </a:lnTo>
                <a:lnTo>
                  <a:pt x="2554372" y="569594"/>
                </a:lnTo>
                <a:lnTo>
                  <a:pt x="2536760" y="577354"/>
                </a:lnTo>
                <a:lnTo>
                  <a:pt x="2528052" y="530711"/>
                </a:lnTo>
                <a:lnTo>
                  <a:pt x="2512096" y="487069"/>
                </a:lnTo>
                <a:lnTo>
                  <a:pt x="2489554" y="447092"/>
                </a:lnTo>
                <a:lnTo>
                  <a:pt x="2461090" y="411444"/>
                </a:lnTo>
                <a:lnTo>
                  <a:pt x="2427366" y="380789"/>
                </a:lnTo>
                <a:lnTo>
                  <a:pt x="2389047" y="355790"/>
                </a:lnTo>
                <a:lnTo>
                  <a:pt x="2346795" y="337111"/>
                </a:lnTo>
                <a:lnTo>
                  <a:pt x="2301273" y="325417"/>
                </a:lnTo>
                <a:lnTo>
                  <a:pt x="2253146" y="321372"/>
                </a:lnTo>
                <a:lnTo>
                  <a:pt x="2231996" y="322154"/>
                </a:lnTo>
                <a:lnTo>
                  <a:pt x="2211269" y="324457"/>
                </a:lnTo>
                <a:lnTo>
                  <a:pt x="2191015" y="328214"/>
                </a:lnTo>
                <a:lnTo>
                  <a:pt x="2171284" y="333361"/>
                </a:lnTo>
                <a:lnTo>
                  <a:pt x="2156311" y="289886"/>
                </a:lnTo>
                <a:lnTo>
                  <a:pt x="2137252" y="248490"/>
                </a:lnTo>
                <a:lnTo>
                  <a:pt x="2114352" y="209418"/>
                </a:lnTo>
                <a:lnTo>
                  <a:pt x="2087853" y="172913"/>
                </a:lnTo>
                <a:lnTo>
                  <a:pt x="2057998" y="139217"/>
                </a:lnTo>
                <a:lnTo>
                  <a:pt x="2025030" y="108575"/>
                </a:lnTo>
                <a:lnTo>
                  <a:pt x="1989193" y="81229"/>
                </a:lnTo>
                <a:lnTo>
                  <a:pt x="1950730" y="57422"/>
                </a:lnTo>
                <a:lnTo>
                  <a:pt x="1909882" y="37399"/>
                </a:lnTo>
                <a:lnTo>
                  <a:pt x="1866894" y="21401"/>
                </a:lnTo>
                <a:lnTo>
                  <a:pt x="1822009" y="9674"/>
                </a:lnTo>
                <a:lnTo>
                  <a:pt x="1775469" y="2459"/>
                </a:lnTo>
                <a:lnTo>
                  <a:pt x="17275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1268681" y="1166689"/>
            <a:ext cx="1264920" cy="471805"/>
          </a:xfrm>
          <a:custGeom>
            <a:avLst/>
            <a:gdLst/>
            <a:ahLst/>
            <a:cxnLst/>
            <a:rect l="l" t="t" r="r" b="b"/>
            <a:pathLst>
              <a:path w="1264920" h="471805">
                <a:moveTo>
                  <a:pt x="802237" y="0"/>
                </a:moveTo>
                <a:lnTo>
                  <a:pt x="752330" y="6404"/>
                </a:lnTo>
                <a:lnTo>
                  <a:pt x="707176" y="24531"/>
                </a:lnTo>
                <a:lnTo>
                  <a:pt x="668397" y="52752"/>
                </a:lnTo>
                <a:lnTo>
                  <a:pt x="637615" y="89437"/>
                </a:lnTo>
                <a:lnTo>
                  <a:pt x="616452" y="132959"/>
                </a:lnTo>
                <a:lnTo>
                  <a:pt x="583545" y="98426"/>
                </a:lnTo>
                <a:lnTo>
                  <a:pt x="543593" y="72029"/>
                </a:lnTo>
                <a:lnTo>
                  <a:pt x="497983" y="55165"/>
                </a:lnTo>
                <a:lnTo>
                  <a:pt x="448101" y="49234"/>
                </a:lnTo>
                <a:lnTo>
                  <a:pt x="398625" y="55065"/>
                </a:lnTo>
                <a:lnTo>
                  <a:pt x="353342" y="71654"/>
                </a:lnTo>
                <a:lnTo>
                  <a:pt x="313603" y="97643"/>
                </a:lnTo>
                <a:lnTo>
                  <a:pt x="280762" y="131675"/>
                </a:lnTo>
                <a:lnTo>
                  <a:pt x="256170" y="172392"/>
                </a:lnTo>
                <a:lnTo>
                  <a:pt x="244141" y="166193"/>
                </a:lnTo>
                <a:lnTo>
                  <a:pt x="231270" y="161581"/>
                </a:lnTo>
                <a:lnTo>
                  <a:pt x="217676" y="158704"/>
                </a:lnTo>
                <a:lnTo>
                  <a:pt x="203480" y="157712"/>
                </a:lnTo>
                <a:lnTo>
                  <a:pt x="174018" y="162013"/>
                </a:lnTo>
                <a:lnTo>
                  <a:pt x="147923" y="174079"/>
                </a:lnTo>
                <a:lnTo>
                  <a:pt x="126424" y="192658"/>
                </a:lnTo>
                <a:lnTo>
                  <a:pt x="110750" y="216496"/>
                </a:lnTo>
                <a:lnTo>
                  <a:pt x="101122" y="208097"/>
                </a:lnTo>
                <a:lnTo>
                  <a:pt x="89954" y="201729"/>
                </a:lnTo>
                <a:lnTo>
                  <a:pt x="77527" y="197689"/>
                </a:lnTo>
                <a:lnTo>
                  <a:pt x="64123" y="196276"/>
                </a:lnTo>
                <a:lnTo>
                  <a:pt x="39160" y="201314"/>
                </a:lnTo>
                <a:lnTo>
                  <a:pt x="18778" y="215054"/>
                </a:lnTo>
                <a:lnTo>
                  <a:pt x="5037" y="235437"/>
                </a:lnTo>
                <a:lnTo>
                  <a:pt x="0" y="260400"/>
                </a:lnTo>
                <a:lnTo>
                  <a:pt x="5037" y="285353"/>
                </a:lnTo>
                <a:lnTo>
                  <a:pt x="18778" y="305732"/>
                </a:lnTo>
                <a:lnTo>
                  <a:pt x="39160" y="319474"/>
                </a:lnTo>
                <a:lnTo>
                  <a:pt x="64123" y="324513"/>
                </a:lnTo>
                <a:lnTo>
                  <a:pt x="77527" y="323102"/>
                </a:lnTo>
                <a:lnTo>
                  <a:pt x="89954" y="319064"/>
                </a:lnTo>
                <a:lnTo>
                  <a:pt x="101122" y="312697"/>
                </a:lnTo>
                <a:lnTo>
                  <a:pt x="110750" y="304294"/>
                </a:lnTo>
                <a:lnTo>
                  <a:pt x="126424" y="328127"/>
                </a:lnTo>
                <a:lnTo>
                  <a:pt x="147923" y="346706"/>
                </a:lnTo>
                <a:lnTo>
                  <a:pt x="174018" y="358775"/>
                </a:lnTo>
                <a:lnTo>
                  <a:pt x="203480" y="363077"/>
                </a:lnTo>
                <a:lnTo>
                  <a:pt x="217676" y="362085"/>
                </a:lnTo>
                <a:lnTo>
                  <a:pt x="231270" y="359208"/>
                </a:lnTo>
                <a:lnTo>
                  <a:pt x="244141" y="354596"/>
                </a:lnTo>
                <a:lnTo>
                  <a:pt x="256170" y="348397"/>
                </a:lnTo>
                <a:lnTo>
                  <a:pt x="280762" y="389110"/>
                </a:lnTo>
                <a:lnTo>
                  <a:pt x="313603" y="423142"/>
                </a:lnTo>
                <a:lnTo>
                  <a:pt x="353342" y="449132"/>
                </a:lnTo>
                <a:lnTo>
                  <a:pt x="398625" y="465723"/>
                </a:lnTo>
                <a:lnTo>
                  <a:pt x="448101" y="471556"/>
                </a:lnTo>
                <a:lnTo>
                  <a:pt x="494497" y="466440"/>
                </a:lnTo>
                <a:lnTo>
                  <a:pt x="537304" y="451834"/>
                </a:lnTo>
                <a:lnTo>
                  <a:pt x="575413" y="428849"/>
                </a:lnTo>
                <a:lnTo>
                  <a:pt x="607715" y="398596"/>
                </a:lnTo>
                <a:lnTo>
                  <a:pt x="633100" y="362187"/>
                </a:lnTo>
                <a:lnTo>
                  <a:pt x="650461" y="320733"/>
                </a:lnTo>
                <a:lnTo>
                  <a:pt x="680761" y="350451"/>
                </a:lnTo>
                <a:lnTo>
                  <a:pt x="716910" y="373084"/>
                </a:lnTo>
                <a:lnTo>
                  <a:pt x="757778" y="387496"/>
                </a:lnTo>
                <a:lnTo>
                  <a:pt x="802237" y="392553"/>
                </a:lnTo>
                <a:lnTo>
                  <a:pt x="823334" y="391425"/>
                </a:lnTo>
                <a:lnTo>
                  <a:pt x="843781" y="388122"/>
                </a:lnTo>
                <a:lnTo>
                  <a:pt x="863469" y="382768"/>
                </a:lnTo>
                <a:lnTo>
                  <a:pt x="882287" y="375485"/>
                </a:lnTo>
                <a:lnTo>
                  <a:pt x="903163" y="412276"/>
                </a:lnTo>
                <a:lnTo>
                  <a:pt x="933656" y="441160"/>
                </a:lnTo>
                <a:lnTo>
                  <a:pt x="971670" y="460033"/>
                </a:lnTo>
                <a:lnTo>
                  <a:pt x="1015110" y="466792"/>
                </a:lnTo>
                <a:lnTo>
                  <a:pt x="1044184" y="463815"/>
                </a:lnTo>
                <a:lnTo>
                  <a:pt x="1071220" y="455285"/>
                </a:lnTo>
                <a:lnTo>
                  <a:pt x="1095626" y="441802"/>
                </a:lnTo>
                <a:lnTo>
                  <a:pt x="1116814" y="423966"/>
                </a:lnTo>
                <a:lnTo>
                  <a:pt x="1126412" y="427365"/>
                </a:lnTo>
                <a:lnTo>
                  <a:pt x="1136406" y="429861"/>
                </a:lnTo>
                <a:lnTo>
                  <a:pt x="1146747" y="431399"/>
                </a:lnTo>
                <a:lnTo>
                  <a:pt x="1157388" y="431924"/>
                </a:lnTo>
                <a:lnTo>
                  <a:pt x="1199196" y="423482"/>
                </a:lnTo>
                <a:lnTo>
                  <a:pt x="1233338" y="400462"/>
                </a:lnTo>
                <a:lnTo>
                  <a:pt x="1256357" y="366321"/>
                </a:lnTo>
                <a:lnTo>
                  <a:pt x="1264799" y="324513"/>
                </a:lnTo>
                <a:lnTo>
                  <a:pt x="1256357" y="282701"/>
                </a:lnTo>
                <a:lnTo>
                  <a:pt x="1233338" y="248560"/>
                </a:lnTo>
                <a:lnTo>
                  <a:pt x="1199196" y="225543"/>
                </a:lnTo>
                <a:lnTo>
                  <a:pt x="1157388" y="217103"/>
                </a:lnTo>
                <a:lnTo>
                  <a:pt x="1146747" y="217628"/>
                </a:lnTo>
                <a:lnTo>
                  <a:pt x="1136406" y="219166"/>
                </a:lnTo>
                <a:lnTo>
                  <a:pt x="1126412" y="221662"/>
                </a:lnTo>
                <a:lnTo>
                  <a:pt x="1116814" y="225061"/>
                </a:lnTo>
                <a:lnTo>
                  <a:pt x="1095626" y="207224"/>
                </a:lnTo>
                <a:lnTo>
                  <a:pt x="1071220" y="193741"/>
                </a:lnTo>
                <a:lnTo>
                  <a:pt x="1044184" y="185211"/>
                </a:lnTo>
                <a:lnTo>
                  <a:pt x="1015110" y="182235"/>
                </a:lnTo>
                <a:lnTo>
                  <a:pt x="1009330" y="182235"/>
                </a:lnTo>
                <a:lnTo>
                  <a:pt x="1003644" y="182622"/>
                </a:lnTo>
                <a:lnTo>
                  <a:pt x="998032" y="183292"/>
                </a:lnTo>
                <a:lnTo>
                  <a:pt x="988434" y="134176"/>
                </a:lnTo>
                <a:lnTo>
                  <a:pt x="967421" y="90282"/>
                </a:lnTo>
                <a:lnTo>
                  <a:pt x="936644" y="53264"/>
                </a:lnTo>
                <a:lnTo>
                  <a:pt x="897753" y="24775"/>
                </a:lnTo>
                <a:lnTo>
                  <a:pt x="852401" y="6469"/>
                </a:lnTo>
                <a:lnTo>
                  <a:pt x="8022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399095" y="2214497"/>
            <a:ext cx="2494280" cy="930275"/>
          </a:xfrm>
          <a:custGeom>
            <a:avLst/>
            <a:gdLst/>
            <a:ahLst/>
            <a:cxnLst/>
            <a:rect l="l" t="t" r="r" b="b"/>
            <a:pathLst>
              <a:path w="2494280" h="930275">
                <a:moveTo>
                  <a:pt x="1610254" y="0"/>
                </a:moveTo>
                <a:lnTo>
                  <a:pt x="1559613" y="3050"/>
                </a:lnTo>
                <a:lnTo>
                  <a:pt x="1510782" y="11963"/>
                </a:lnTo>
                <a:lnTo>
                  <a:pt x="1464116" y="26383"/>
                </a:lnTo>
                <a:lnTo>
                  <a:pt x="1419970" y="45956"/>
                </a:lnTo>
                <a:lnTo>
                  <a:pt x="1378698" y="70325"/>
                </a:lnTo>
                <a:lnTo>
                  <a:pt x="1340654" y="99135"/>
                </a:lnTo>
                <a:lnTo>
                  <a:pt x="1306193" y="132030"/>
                </a:lnTo>
                <a:lnTo>
                  <a:pt x="1275670" y="168655"/>
                </a:lnTo>
                <a:lnTo>
                  <a:pt x="1249439" y="208654"/>
                </a:lnTo>
                <a:lnTo>
                  <a:pt x="1227855" y="251671"/>
                </a:lnTo>
                <a:lnTo>
                  <a:pt x="1211272" y="297352"/>
                </a:lnTo>
                <a:lnTo>
                  <a:pt x="1178676" y="262291"/>
                </a:lnTo>
                <a:lnTo>
                  <a:pt x="1142000" y="231475"/>
                </a:lnTo>
                <a:lnTo>
                  <a:pt x="1101661" y="205324"/>
                </a:lnTo>
                <a:lnTo>
                  <a:pt x="1058078" y="184256"/>
                </a:lnTo>
                <a:lnTo>
                  <a:pt x="1011667" y="168689"/>
                </a:lnTo>
                <a:lnTo>
                  <a:pt x="962847" y="159042"/>
                </a:lnTo>
                <a:lnTo>
                  <a:pt x="912035" y="155733"/>
                </a:lnTo>
                <a:lnTo>
                  <a:pt x="870425" y="157961"/>
                </a:lnTo>
                <a:lnTo>
                  <a:pt x="830110" y="164479"/>
                </a:lnTo>
                <a:lnTo>
                  <a:pt x="791304" y="175037"/>
                </a:lnTo>
                <a:lnTo>
                  <a:pt x="754217" y="189386"/>
                </a:lnTo>
                <a:lnTo>
                  <a:pt x="733244" y="146275"/>
                </a:lnTo>
                <a:lnTo>
                  <a:pt x="705506" y="107673"/>
                </a:lnTo>
                <a:lnTo>
                  <a:pt x="671776" y="74355"/>
                </a:lnTo>
                <a:lnTo>
                  <a:pt x="632822" y="47094"/>
                </a:lnTo>
                <a:lnTo>
                  <a:pt x="589417" y="26664"/>
                </a:lnTo>
                <a:lnTo>
                  <a:pt x="542329" y="13839"/>
                </a:lnTo>
                <a:lnTo>
                  <a:pt x="492330" y="9392"/>
                </a:lnTo>
                <a:lnTo>
                  <a:pt x="446175" y="13172"/>
                </a:lnTo>
                <a:lnTo>
                  <a:pt x="402445" y="24109"/>
                </a:lnTo>
                <a:lnTo>
                  <a:pt x="361737" y="41596"/>
                </a:lnTo>
                <a:lnTo>
                  <a:pt x="324647" y="65028"/>
                </a:lnTo>
                <a:lnTo>
                  <a:pt x="291771" y="93798"/>
                </a:lnTo>
                <a:lnTo>
                  <a:pt x="272848" y="87103"/>
                </a:lnTo>
                <a:lnTo>
                  <a:pt x="253148" y="82187"/>
                </a:lnTo>
                <a:lnTo>
                  <a:pt x="232762" y="79157"/>
                </a:lnTo>
                <a:lnTo>
                  <a:pt x="211784" y="78123"/>
                </a:lnTo>
                <a:lnTo>
                  <a:pt x="163225" y="83717"/>
                </a:lnTo>
                <a:lnTo>
                  <a:pt x="118649" y="99652"/>
                </a:lnTo>
                <a:lnTo>
                  <a:pt x="79326" y="124654"/>
                </a:lnTo>
                <a:lnTo>
                  <a:pt x="46528" y="157453"/>
                </a:lnTo>
                <a:lnTo>
                  <a:pt x="21526" y="196777"/>
                </a:lnTo>
                <a:lnTo>
                  <a:pt x="5593" y="241352"/>
                </a:lnTo>
                <a:lnTo>
                  <a:pt x="0" y="289907"/>
                </a:lnTo>
                <a:lnTo>
                  <a:pt x="5593" y="338469"/>
                </a:lnTo>
                <a:lnTo>
                  <a:pt x="21526" y="383049"/>
                </a:lnTo>
                <a:lnTo>
                  <a:pt x="46528" y="422373"/>
                </a:lnTo>
                <a:lnTo>
                  <a:pt x="79326" y="455172"/>
                </a:lnTo>
                <a:lnTo>
                  <a:pt x="118649" y="480174"/>
                </a:lnTo>
                <a:lnTo>
                  <a:pt x="163225" y="496108"/>
                </a:lnTo>
                <a:lnTo>
                  <a:pt x="211784" y="501702"/>
                </a:lnTo>
                <a:lnTo>
                  <a:pt x="232762" y="500667"/>
                </a:lnTo>
                <a:lnTo>
                  <a:pt x="253148" y="497634"/>
                </a:lnTo>
                <a:lnTo>
                  <a:pt x="272848" y="492708"/>
                </a:lnTo>
                <a:lnTo>
                  <a:pt x="291771" y="485995"/>
                </a:lnTo>
                <a:lnTo>
                  <a:pt x="324647" y="514780"/>
                </a:lnTo>
                <a:lnTo>
                  <a:pt x="361737" y="538221"/>
                </a:lnTo>
                <a:lnTo>
                  <a:pt x="402445" y="555713"/>
                </a:lnTo>
                <a:lnTo>
                  <a:pt x="446175" y="566652"/>
                </a:lnTo>
                <a:lnTo>
                  <a:pt x="492330" y="570432"/>
                </a:lnTo>
                <a:lnTo>
                  <a:pt x="500829" y="570294"/>
                </a:lnTo>
                <a:lnTo>
                  <a:pt x="509267" y="569889"/>
                </a:lnTo>
                <a:lnTo>
                  <a:pt x="517642" y="569235"/>
                </a:lnTo>
                <a:lnTo>
                  <a:pt x="525952" y="568349"/>
                </a:lnTo>
                <a:lnTo>
                  <a:pt x="531687" y="614110"/>
                </a:lnTo>
                <a:lnTo>
                  <a:pt x="542591" y="658055"/>
                </a:lnTo>
                <a:lnTo>
                  <a:pt x="558342" y="699861"/>
                </a:lnTo>
                <a:lnTo>
                  <a:pt x="578620" y="739209"/>
                </a:lnTo>
                <a:lnTo>
                  <a:pt x="603106" y="775777"/>
                </a:lnTo>
                <a:lnTo>
                  <a:pt x="631479" y="809244"/>
                </a:lnTo>
                <a:lnTo>
                  <a:pt x="663419" y="839291"/>
                </a:lnTo>
                <a:lnTo>
                  <a:pt x="698606" y="865594"/>
                </a:lnTo>
                <a:lnTo>
                  <a:pt x="736719" y="887835"/>
                </a:lnTo>
                <a:lnTo>
                  <a:pt x="777439" y="905692"/>
                </a:lnTo>
                <a:lnTo>
                  <a:pt x="820445" y="918845"/>
                </a:lnTo>
                <a:lnTo>
                  <a:pt x="865417" y="926971"/>
                </a:lnTo>
                <a:lnTo>
                  <a:pt x="912035" y="929751"/>
                </a:lnTo>
                <a:lnTo>
                  <a:pt x="962210" y="926527"/>
                </a:lnTo>
                <a:lnTo>
                  <a:pt x="1010441" y="917123"/>
                </a:lnTo>
                <a:lnTo>
                  <a:pt x="1056329" y="901940"/>
                </a:lnTo>
                <a:lnTo>
                  <a:pt x="1099473" y="881380"/>
                </a:lnTo>
                <a:lnTo>
                  <a:pt x="1139474" y="855844"/>
                </a:lnTo>
                <a:lnTo>
                  <a:pt x="1175932" y="825733"/>
                </a:lnTo>
                <a:lnTo>
                  <a:pt x="1208447" y="791449"/>
                </a:lnTo>
                <a:lnTo>
                  <a:pt x="1236619" y="753393"/>
                </a:lnTo>
                <a:lnTo>
                  <a:pt x="1260049" y="711966"/>
                </a:lnTo>
                <a:lnTo>
                  <a:pt x="1278338" y="667571"/>
                </a:lnTo>
                <a:lnTo>
                  <a:pt x="1308866" y="703459"/>
                </a:lnTo>
                <a:lnTo>
                  <a:pt x="1343210" y="735677"/>
                </a:lnTo>
                <a:lnTo>
                  <a:pt x="1381028" y="763881"/>
                </a:lnTo>
                <a:lnTo>
                  <a:pt x="1421977" y="787727"/>
                </a:lnTo>
                <a:lnTo>
                  <a:pt x="1465716" y="806872"/>
                </a:lnTo>
                <a:lnTo>
                  <a:pt x="1511903" y="820973"/>
                </a:lnTo>
                <a:lnTo>
                  <a:pt x="1560197" y="829685"/>
                </a:lnTo>
                <a:lnTo>
                  <a:pt x="1610254" y="832665"/>
                </a:lnTo>
                <a:lnTo>
                  <a:pt x="1659896" y="829735"/>
                </a:lnTo>
                <a:lnTo>
                  <a:pt x="1707804" y="821166"/>
                </a:lnTo>
                <a:lnTo>
                  <a:pt x="1753645" y="807295"/>
                </a:lnTo>
                <a:lnTo>
                  <a:pt x="1797085" y="788455"/>
                </a:lnTo>
                <a:lnTo>
                  <a:pt x="1837793" y="764981"/>
                </a:lnTo>
                <a:lnTo>
                  <a:pt x="1875435" y="737210"/>
                </a:lnTo>
                <a:lnTo>
                  <a:pt x="1909679" y="705474"/>
                </a:lnTo>
                <a:lnTo>
                  <a:pt x="1940192" y="670110"/>
                </a:lnTo>
                <a:lnTo>
                  <a:pt x="1966641" y="631452"/>
                </a:lnTo>
                <a:lnTo>
                  <a:pt x="1988693" y="589835"/>
                </a:lnTo>
                <a:lnTo>
                  <a:pt x="2012406" y="602065"/>
                </a:lnTo>
                <a:lnTo>
                  <a:pt x="2037783" y="611158"/>
                </a:lnTo>
                <a:lnTo>
                  <a:pt x="2064593" y="616824"/>
                </a:lnTo>
                <a:lnTo>
                  <a:pt x="2092606" y="618776"/>
                </a:lnTo>
                <a:lnTo>
                  <a:pt x="2139524" y="613296"/>
                </a:lnTo>
                <a:lnTo>
                  <a:pt x="2182499" y="597700"/>
                </a:lnTo>
                <a:lnTo>
                  <a:pt x="2220293" y="573257"/>
                </a:lnTo>
                <a:lnTo>
                  <a:pt x="2251668" y="541236"/>
                </a:lnTo>
                <a:lnTo>
                  <a:pt x="2275386" y="502906"/>
                </a:lnTo>
                <a:lnTo>
                  <a:pt x="2294385" y="519451"/>
                </a:lnTo>
                <a:lnTo>
                  <a:pt x="2316416" y="531992"/>
                </a:lnTo>
                <a:lnTo>
                  <a:pt x="2340928" y="539946"/>
                </a:lnTo>
                <a:lnTo>
                  <a:pt x="2367372" y="542726"/>
                </a:lnTo>
                <a:lnTo>
                  <a:pt x="2416564" y="532794"/>
                </a:lnTo>
                <a:lnTo>
                  <a:pt x="2456740" y="505708"/>
                </a:lnTo>
                <a:lnTo>
                  <a:pt x="2483831" y="465532"/>
                </a:lnTo>
                <a:lnTo>
                  <a:pt x="2493767" y="416332"/>
                </a:lnTo>
                <a:lnTo>
                  <a:pt x="2483831" y="367123"/>
                </a:lnTo>
                <a:lnTo>
                  <a:pt x="2456740" y="326937"/>
                </a:lnTo>
                <a:lnTo>
                  <a:pt x="2416564" y="299842"/>
                </a:lnTo>
                <a:lnTo>
                  <a:pt x="2367372" y="289907"/>
                </a:lnTo>
                <a:lnTo>
                  <a:pt x="2340928" y="292693"/>
                </a:lnTo>
                <a:lnTo>
                  <a:pt x="2316416" y="300658"/>
                </a:lnTo>
                <a:lnTo>
                  <a:pt x="2294385" y="313213"/>
                </a:lnTo>
                <a:lnTo>
                  <a:pt x="2275386" y="329770"/>
                </a:lnTo>
                <a:lnTo>
                  <a:pt x="2251668" y="291428"/>
                </a:lnTo>
                <a:lnTo>
                  <a:pt x="2220293" y="259398"/>
                </a:lnTo>
                <a:lnTo>
                  <a:pt x="2182499" y="234949"/>
                </a:lnTo>
                <a:lnTo>
                  <a:pt x="2139524" y="219349"/>
                </a:lnTo>
                <a:lnTo>
                  <a:pt x="2092606" y="213867"/>
                </a:lnTo>
                <a:lnTo>
                  <a:pt x="2064593" y="215825"/>
                </a:lnTo>
                <a:lnTo>
                  <a:pt x="2037783" y="221499"/>
                </a:lnTo>
                <a:lnTo>
                  <a:pt x="2012406" y="230596"/>
                </a:lnTo>
                <a:lnTo>
                  <a:pt x="1988693" y="242819"/>
                </a:lnTo>
                <a:lnTo>
                  <a:pt x="1966641" y="201202"/>
                </a:lnTo>
                <a:lnTo>
                  <a:pt x="1940192" y="162545"/>
                </a:lnTo>
                <a:lnTo>
                  <a:pt x="1909679" y="127182"/>
                </a:lnTo>
                <a:lnTo>
                  <a:pt x="1875435" y="95448"/>
                </a:lnTo>
                <a:lnTo>
                  <a:pt x="1837793" y="67678"/>
                </a:lnTo>
                <a:lnTo>
                  <a:pt x="1797085" y="44206"/>
                </a:lnTo>
                <a:lnTo>
                  <a:pt x="1753645" y="25368"/>
                </a:lnTo>
                <a:lnTo>
                  <a:pt x="1707804" y="11498"/>
                </a:lnTo>
                <a:lnTo>
                  <a:pt x="1659896" y="2930"/>
                </a:lnTo>
                <a:lnTo>
                  <a:pt x="16102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413081" y="1669604"/>
            <a:ext cx="1669414" cy="857250"/>
          </a:xfrm>
          <a:custGeom>
            <a:avLst/>
            <a:gdLst/>
            <a:ahLst/>
            <a:cxnLst/>
            <a:rect l="l" t="t" r="r" b="b"/>
            <a:pathLst>
              <a:path w="1669415" h="857250">
                <a:moveTo>
                  <a:pt x="851052" y="0"/>
                </a:moveTo>
                <a:lnTo>
                  <a:pt x="799597" y="3056"/>
                </a:lnTo>
                <a:lnTo>
                  <a:pt x="749950" y="11992"/>
                </a:lnTo>
                <a:lnTo>
                  <a:pt x="702461" y="26456"/>
                </a:lnTo>
                <a:lnTo>
                  <a:pt x="657483" y="46097"/>
                </a:lnTo>
                <a:lnTo>
                  <a:pt x="615365" y="70563"/>
                </a:lnTo>
                <a:lnTo>
                  <a:pt x="576460" y="99503"/>
                </a:lnTo>
                <a:lnTo>
                  <a:pt x="541117" y="132566"/>
                </a:lnTo>
                <a:lnTo>
                  <a:pt x="509688" y="169400"/>
                </a:lnTo>
                <a:lnTo>
                  <a:pt x="482524" y="209654"/>
                </a:lnTo>
                <a:lnTo>
                  <a:pt x="459976" y="252976"/>
                </a:lnTo>
                <a:lnTo>
                  <a:pt x="442394" y="299017"/>
                </a:lnTo>
                <a:lnTo>
                  <a:pt x="429149" y="298200"/>
                </a:lnTo>
                <a:lnTo>
                  <a:pt x="422426" y="298200"/>
                </a:lnTo>
                <a:lnTo>
                  <a:pt x="373254" y="302724"/>
                </a:lnTo>
                <a:lnTo>
                  <a:pt x="327077" y="315753"/>
                </a:lnTo>
                <a:lnTo>
                  <a:pt x="284706" y="336471"/>
                </a:lnTo>
                <a:lnTo>
                  <a:pt x="246954" y="364063"/>
                </a:lnTo>
                <a:lnTo>
                  <a:pt x="214632" y="397714"/>
                </a:lnTo>
                <a:lnTo>
                  <a:pt x="188551" y="436609"/>
                </a:lnTo>
                <a:lnTo>
                  <a:pt x="169523" y="479933"/>
                </a:lnTo>
                <a:lnTo>
                  <a:pt x="157817" y="475268"/>
                </a:lnTo>
                <a:lnTo>
                  <a:pt x="145540" y="471835"/>
                </a:lnTo>
                <a:lnTo>
                  <a:pt x="132767" y="469715"/>
                </a:lnTo>
                <a:lnTo>
                  <a:pt x="119577" y="468990"/>
                </a:lnTo>
                <a:lnTo>
                  <a:pt x="73037" y="478386"/>
                </a:lnTo>
                <a:lnTo>
                  <a:pt x="35027" y="504009"/>
                </a:lnTo>
                <a:lnTo>
                  <a:pt x="9398" y="542015"/>
                </a:lnTo>
                <a:lnTo>
                  <a:pt x="0" y="588557"/>
                </a:lnTo>
                <a:lnTo>
                  <a:pt x="9398" y="635100"/>
                </a:lnTo>
                <a:lnTo>
                  <a:pt x="35027" y="673106"/>
                </a:lnTo>
                <a:lnTo>
                  <a:pt x="73037" y="698729"/>
                </a:lnTo>
                <a:lnTo>
                  <a:pt x="119577" y="708125"/>
                </a:lnTo>
                <a:lnTo>
                  <a:pt x="137560" y="706779"/>
                </a:lnTo>
                <a:lnTo>
                  <a:pt x="154704" y="702873"/>
                </a:lnTo>
                <a:lnTo>
                  <a:pt x="170816" y="696604"/>
                </a:lnTo>
                <a:lnTo>
                  <a:pt x="185701" y="688167"/>
                </a:lnTo>
                <a:lnTo>
                  <a:pt x="211542" y="728462"/>
                </a:lnTo>
                <a:lnTo>
                  <a:pt x="243979" y="763377"/>
                </a:lnTo>
                <a:lnTo>
                  <a:pt x="282149" y="792045"/>
                </a:lnTo>
                <a:lnTo>
                  <a:pt x="325189" y="813597"/>
                </a:lnTo>
                <a:lnTo>
                  <a:pt x="372236" y="827164"/>
                </a:lnTo>
                <a:lnTo>
                  <a:pt x="422426" y="831880"/>
                </a:lnTo>
                <a:lnTo>
                  <a:pt x="469819" y="827684"/>
                </a:lnTo>
                <a:lnTo>
                  <a:pt x="514467" y="815581"/>
                </a:lnTo>
                <a:lnTo>
                  <a:pt x="555645" y="796298"/>
                </a:lnTo>
                <a:lnTo>
                  <a:pt x="592631" y="770562"/>
                </a:lnTo>
                <a:lnTo>
                  <a:pt x="629976" y="795862"/>
                </a:lnTo>
                <a:lnTo>
                  <a:pt x="669986" y="817196"/>
                </a:lnTo>
                <a:lnTo>
                  <a:pt x="712378" y="834282"/>
                </a:lnTo>
                <a:lnTo>
                  <a:pt x="756874" y="846836"/>
                </a:lnTo>
                <a:lnTo>
                  <a:pt x="803192" y="854576"/>
                </a:lnTo>
                <a:lnTo>
                  <a:pt x="851052" y="857219"/>
                </a:lnTo>
                <a:lnTo>
                  <a:pt x="899402" y="854521"/>
                </a:lnTo>
                <a:lnTo>
                  <a:pt x="946177" y="846620"/>
                </a:lnTo>
                <a:lnTo>
                  <a:pt x="991088" y="833808"/>
                </a:lnTo>
                <a:lnTo>
                  <a:pt x="1033845" y="816375"/>
                </a:lnTo>
                <a:lnTo>
                  <a:pt x="1074157" y="794614"/>
                </a:lnTo>
                <a:lnTo>
                  <a:pt x="1111735" y="768814"/>
                </a:lnTo>
                <a:lnTo>
                  <a:pt x="1120782" y="769149"/>
                </a:lnTo>
                <a:lnTo>
                  <a:pt x="1125337" y="769149"/>
                </a:lnTo>
                <a:lnTo>
                  <a:pt x="1181998" y="763955"/>
                </a:lnTo>
                <a:lnTo>
                  <a:pt x="1235221" y="749000"/>
                </a:lnTo>
                <a:lnTo>
                  <a:pt x="1284090" y="725222"/>
                </a:lnTo>
                <a:lnTo>
                  <a:pt x="1327687" y="693560"/>
                </a:lnTo>
                <a:lnTo>
                  <a:pt x="1345177" y="702511"/>
                </a:lnTo>
                <a:lnTo>
                  <a:pt x="1363896" y="709135"/>
                </a:lnTo>
                <a:lnTo>
                  <a:pt x="1383663" y="713246"/>
                </a:lnTo>
                <a:lnTo>
                  <a:pt x="1404292" y="714658"/>
                </a:lnTo>
                <a:lnTo>
                  <a:pt x="1446257" y="708687"/>
                </a:lnTo>
                <a:lnTo>
                  <a:pt x="1483611" y="691901"/>
                </a:lnTo>
                <a:lnTo>
                  <a:pt x="1514671" y="665992"/>
                </a:lnTo>
                <a:lnTo>
                  <a:pt x="1537754" y="632650"/>
                </a:lnTo>
                <a:lnTo>
                  <a:pt x="1549154" y="644660"/>
                </a:lnTo>
                <a:lnTo>
                  <a:pt x="1562998" y="653849"/>
                </a:lnTo>
                <a:lnTo>
                  <a:pt x="1578811" y="659723"/>
                </a:lnTo>
                <a:lnTo>
                  <a:pt x="1596118" y="661791"/>
                </a:lnTo>
                <a:lnTo>
                  <a:pt x="1624620" y="656036"/>
                </a:lnTo>
                <a:lnTo>
                  <a:pt x="1647894" y="640343"/>
                </a:lnTo>
                <a:lnTo>
                  <a:pt x="1663587" y="617065"/>
                </a:lnTo>
                <a:lnTo>
                  <a:pt x="1669341" y="588557"/>
                </a:lnTo>
                <a:lnTo>
                  <a:pt x="1663587" y="560055"/>
                </a:lnTo>
                <a:lnTo>
                  <a:pt x="1647894" y="536776"/>
                </a:lnTo>
                <a:lnTo>
                  <a:pt x="1624620" y="521080"/>
                </a:lnTo>
                <a:lnTo>
                  <a:pt x="1596118" y="515324"/>
                </a:lnTo>
                <a:lnTo>
                  <a:pt x="1583338" y="516439"/>
                </a:lnTo>
                <a:lnTo>
                  <a:pt x="1571287" y="519655"/>
                </a:lnTo>
                <a:lnTo>
                  <a:pt x="1560146" y="524782"/>
                </a:lnTo>
                <a:lnTo>
                  <a:pt x="1550099" y="531627"/>
                </a:lnTo>
                <a:lnTo>
                  <a:pt x="1534246" y="490961"/>
                </a:lnTo>
                <a:lnTo>
                  <a:pt x="1507836" y="457113"/>
                </a:lnTo>
                <a:lnTo>
                  <a:pt x="1472886" y="432093"/>
                </a:lnTo>
                <a:lnTo>
                  <a:pt x="1431411" y="417913"/>
                </a:lnTo>
                <a:lnTo>
                  <a:pt x="1420847" y="369790"/>
                </a:lnTo>
                <a:lnTo>
                  <a:pt x="1403118" y="324797"/>
                </a:lnTo>
                <a:lnTo>
                  <a:pt x="1378866" y="283574"/>
                </a:lnTo>
                <a:lnTo>
                  <a:pt x="1348731" y="246763"/>
                </a:lnTo>
                <a:lnTo>
                  <a:pt x="1313352" y="215004"/>
                </a:lnTo>
                <a:lnTo>
                  <a:pt x="1273371" y="188937"/>
                </a:lnTo>
                <a:lnTo>
                  <a:pt x="1229428" y="169204"/>
                </a:lnTo>
                <a:lnTo>
                  <a:pt x="1182162" y="156445"/>
                </a:lnTo>
                <a:lnTo>
                  <a:pt x="1150834" y="122296"/>
                </a:lnTo>
                <a:lnTo>
                  <a:pt x="1116014" y="91700"/>
                </a:lnTo>
                <a:lnTo>
                  <a:pt x="1078012" y="64966"/>
                </a:lnTo>
                <a:lnTo>
                  <a:pt x="1037135" y="42400"/>
                </a:lnTo>
                <a:lnTo>
                  <a:pt x="993693" y="24312"/>
                </a:lnTo>
                <a:lnTo>
                  <a:pt x="947993" y="11011"/>
                </a:lnTo>
                <a:lnTo>
                  <a:pt x="900343" y="2804"/>
                </a:lnTo>
                <a:lnTo>
                  <a:pt x="8510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452642" y="5921581"/>
            <a:ext cx="1087755" cy="749300"/>
          </a:xfrm>
          <a:custGeom>
            <a:avLst/>
            <a:gdLst/>
            <a:ahLst/>
            <a:cxnLst/>
            <a:rect l="l" t="t" r="r" b="b"/>
            <a:pathLst>
              <a:path w="1087754" h="749300">
                <a:moveTo>
                  <a:pt x="378441" y="0"/>
                </a:moveTo>
                <a:lnTo>
                  <a:pt x="332863" y="1557"/>
                </a:lnTo>
                <a:lnTo>
                  <a:pt x="288203" y="8317"/>
                </a:lnTo>
                <a:lnTo>
                  <a:pt x="244946" y="20147"/>
                </a:lnTo>
                <a:lnTo>
                  <a:pt x="203580" y="36914"/>
                </a:lnTo>
                <a:lnTo>
                  <a:pt x="164590" y="58485"/>
                </a:lnTo>
                <a:lnTo>
                  <a:pt x="128463" y="84728"/>
                </a:lnTo>
                <a:lnTo>
                  <a:pt x="95683" y="115510"/>
                </a:lnTo>
                <a:lnTo>
                  <a:pt x="66738" y="150697"/>
                </a:lnTo>
                <a:lnTo>
                  <a:pt x="42112" y="190159"/>
                </a:lnTo>
                <a:lnTo>
                  <a:pt x="22825" y="232479"/>
                </a:lnTo>
                <a:lnTo>
                  <a:pt x="9482" y="276040"/>
                </a:lnTo>
                <a:lnTo>
                  <a:pt x="1926" y="320364"/>
                </a:lnTo>
                <a:lnTo>
                  <a:pt x="0" y="364975"/>
                </a:lnTo>
                <a:lnTo>
                  <a:pt x="3544" y="409393"/>
                </a:lnTo>
                <a:lnTo>
                  <a:pt x="12403" y="453140"/>
                </a:lnTo>
                <a:lnTo>
                  <a:pt x="26417" y="495740"/>
                </a:lnTo>
                <a:lnTo>
                  <a:pt x="45430" y="536714"/>
                </a:lnTo>
                <a:lnTo>
                  <a:pt x="69282" y="575584"/>
                </a:lnTo>
                <a:lnTo>
                  <a:pt x="97817" y="611872"/>
                </a:lnTo>
                <a:lnTo>
                  <a:pt x="130877" y="645101"/>
                </a:lnTo>
                <a:lnTo>
                  <a:pt x="168304" y="674792"/>
                </a:lnTo>
                <a:lnTo>
                  <a:pt x="209940" y="700468"/>
                </a:lnTo>
                <a:lnTo>
                  <a:pt x="256275" y="721782"/>
                </a:lnTo>
                <a:lnTo>
                  <a:pt x="303699" y="736869"/>
                </a:lnTo>
                <a:lnTo>
                  <a:pt x="351660" y="745880"/>
                </a:lnTo>
                <a:lnTo>
                  <a:pt x="399609" y="748967"/>
                </a:lnTo>
                <a:lnTo>
                  <a:pt x="446994" y="746278"/>
                </a:lnTo>
                <a:lnTo>
                  <a:pt x="493266" y="737966"/>
                </a:lnTo>
                <a:lnTo>
                  <a:pt x="537874" y="724180"/>
                </a:lnTo>
                <a:lnTo>
                  <a:pt x="580267" y="705071"/>
                </a:lnTo>
                <a:lnTo>
                  <a:pt x="619896" y="680789"/>
                </a:lnTo>
                <a:lnTo>
                  <a:pt x="656209" y="651485"/>
                </a:lnTo>
                <a:lnTo>
                  <a:pt x="623067" y="620766"/>
                </a:lnTo>
                <a:lnTo>
                  <a:pt x="596238" y="585582"/>
                </a:lnTo>
                <a:lnTo>
                  <a:pt x="576032" y="546906"/>
                </a:lnTo>
                <a:lnTo>
                  <a:pt x="562760" y="505712"/>
                </a:lnTo>
                <a:lnTo>
                  <a:pt x="556732" y="462974"/>
                </a:lnTo>
                <a:lnTo>
                  <a:pt x="558259" y="419666"/>
                </a:lnTo>
                <a:lnTo>
                  <a:pt x="567650" y="376761"/>
                </a:lnTo>
                <a:lnTo>
                  <a:pt x="585216" y="335233"/>
                </a:lnTo>
                <a:lnTo>
                  <a:pt x="587258" y="331453"/>
                </a:lnTo>
                <a:lnTo>
                  <a:pt x="591593" y="324092"/>
                </a:lnTo>
                <a:lnTo>
                  <a:pt x="579886" y="370143"/>
                </a:lnTo>
                <a:lnTo>
                  <a:pt x="577365" y="416818"/>
                </a:lnTo>
                <a:lnTo>
                  <a:pt x="583641" y="462899"/>
                </a:lnTo>
                <a:lnTo>
                  <a:pt x="598326" y="507171"/>
                </a:lnTo>
                <a:lnTo>
                  <a:pt x="621032" y="548415"/>
                </a:lnTo>
                <a:lnTo>
                  <a:pt x="651370" y="585414"/>
                </a:lnTo>
                <a:lnTo>
                  <a:pt x="688951" y="616952"/>
                </a:lnTo>
                <a:lnTo>
                  <a:pt x="761033" y="652242"/>
                </a:lnTo>
                <a:lnTo>
                  <a:pt x="808800" y="662421"/>
                </a:lnTo>
                <a:lnTo>
                  <a:pt x="856605" y="663565"/>
                </a:lnTo>
                <a:lnTo>
                  <a:pt x="903192" y="656028"/>
                </a:lnTo>
                <a:lnTo>
                  <a:pt x="947304" y="640169"/>
                </a:lnTo>
                <a:lnTo>
                  <a:pt x="987684" y="616344"/>
                </a:lnTo>
                <a:lnTo>
                  <a:pt x="1023074" y="584909"/>
                </a:lnTo>
                <a:lnTo>
                  <a:pt x="1052218" y="546221"/>
                </a:lnTo>
                <a:lnTo>
                  <a:pt x="1076120" y="493684"/>
                </a:lnTo>
                <a:lnTo>
                  <a:pt x="1085531" y="450943"/>
                </a:lnTo>
                <a:lnTo>
                  <a:pt x="1087135" y="407798"/>
                </a:lnTo>
                <a:lnTo>
                  <a:pt x="1081240" y="365210"/>
                </a:lnTo>
                <a:lnTo>
                  <a:pt x="1068152" y="324140"/>
                </a:lnTo>
                <a:lnTo>
                  <a:pt x="1048179" y="285551"/>
                </a:lnTo>
                <a:lnTo>
                  <a:pt x="1021628" y="250402"/>
                </a:lnTo>
                <a:lnTo>
                  <a:pt x="988806" y="219656"/>
                </a:lnTo>
                <a:lnTo>
                  <a:pt x="950022" y="194274"/>
                </a:lnTo>
                <a:lnTo>
                  <a:pt x="902309" y="174317"/>
                </a:lnTo>
                <a:lnTo>
                  <a:pt x="853261" y="164247"/>
                </a:lnTo>
                <a:lnTo>
                  <a:pt x="804237" y="163680"/>
                </a:lnTo>
                <a:lnTo>
                  <a:pt x="756598" y="172229"/>
                </a:lnTo>
                <a:lnTo>
                  <a:pt x="711705" y="189510"/>
                </a:lnTo>
                <a:lnTo>
                  <a:pt x="680979" y="147048"/>
                </a:lnTo>
                <a:lnTo>
                  <a:pt x="645166" y="109083"/>
                </a:lnTo>
                <a:lnTo>
                  <a:pt x="604749" y="76065"/>
                </a:lnTo>
                <a:lnTo>
                  <a:pt x="560212" y="48446"/>
                </a:lnTo>
                <a:lnTo>
                  <a:pt x="515822" y="27867"/>
                </a:lnTo>
                <a:lnTo>
                  <a:pt x="470407" y="13022"/>
                </a:lnTo>
                <a:lnTo>
                  <a:pt x="424451" y="3777"/>
                </a:lnTo>
                <a:lnTo>
                  <a:pt x="3784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711166" y="5805646"/>
            <a:ext cx="1410970" cy="971550"/>
          </a:xfrm>
          <a:custGeom>
            <a:avLst/>
            <a:gdLst/>
            <a:ahLst/>
            <a:cxnLst/>
            <a:rect l="l" t="t" r="r" b="b"/>
            <a:pathLst>
              <a:path w="1410970" h="971550">
                <a:moveTo>
                  <a:pt x="501618" y="0"/>
                </a:moveTo>
                <a:lnTo>
                  <a:pt x="456211" y="5"/>
                </a:lnTo>
                <a:lnTo>
                  <a:pt x="411349" y="3999"/>
                </a:lnTo>
                <a:lnTo>
                  <a:pt x="367313" y="11904"/>
                </a:lnTo>
                <a:lnTo>
                  <a:pt x="324386" y="23645"/>
                </a:lnTo>
                <a:lnTo>
                  <a:pt x="282850" y="39143"/>
                </a:lnTo>
                <a:lnTo>
                  <a:pt x="242986" y="58322"/>
                </a:lnTo>
                <a:lnTo>
                  <a:pt x="205077" y="81105"/>
                </a:lnTo>
                <a:lnTo>
                  <a:pt x="169405" y="107414"/>
                </a:lnTo>
                <a:lnTo>
                  <a:pt x="136251" y="137174"/>
                </a:lnTo>
                <a:lnTo>
                  <a:pt x="105898" y="170306"/>
                </a:lnTo>
                <a:lnTo>
                  <a:pt x="78627" y="206733"/>
                </a:lnTo>
                <a:lnTo>
                  <a:pt x="54722" y="246380"/>
                </a:lnTo>
                <a:lnTo>
                  <a:pt x="34883" y="288201"/>
                </a:lnTo>
                <a:lnTo>
                  <a:pt x="19583" y="331049"/>
                </a:lnTo>
                <a:lnTo>
                  <a:pt x="8730" y="374648"/>
                </a:lnTo>
                <a:lnTo>
                  <a:pt x="2233" y="418719"/>
                </a:lnTo>
                <a:lnTo>
                  <a:pt x="0" y="462986"/>
                </a:lnTo>
                <a:lnTo>
                  <a:pt x="1939" y="507171"/>
                </a:lnTo>
                <a:lnTo>
                  <a:pt x="7959" y="550997"/>
                </a:lnTo>
                <a:lnTo>
                  <a:pt x="17969" y="594187"/>
                </a:lnTo>
                <a:lnTo>
                  <a:pt x="31877" y="636462"/>
                </a:lnTo>
                <a:lnTo>
                  <a:pt x="49591" y="677547"/>
                </a:lnTo>
                <a:lnTo>
                  <a:pt x="71020" y="717164"/>
                </a:lnTo>
                <a:lnTo>
                  <a:pt x="96073" y="755036"/>
                </a:lnTo>
                <a:lnTo>
                  <a:pt x="124658" y="790884"/>
                </a:lnTo>
                <a:lnTo>
                  <a:pt x="156683" y="824433"/>
                </a:lnTo>
                <a:lnTo>
                  <a:pt x="192057" y="855404"/>
                </a:lnTo>
                <a:lnTo>
                  <a:pt x="230688" y="883521"/>
                </a:lnTo>
                <a:lnTo>
                  <a:pt x="272485" y="908506"/>
                </a:lnTo>
                <a:lnTo>
                  <a:pt x="318579" y="930500"/>
                </a:lnTo>
                <a:lnTo>
                  <a:pt x="365605" y="947689"/>
                </a:lnTo>
                <a:lnTo>
                  <a:pt x="413240" y="960160"/>
                </a:lnTo>
                <a:lnTo>
                  <a:pt x="461157" y="968002"/>
                </a:lnTo>
                <a:lnTo>
                  <a:pt x="509031" y="971305"/>
                </a:lnTo>
                <a:lnTo>
                  <a:pt x="556538" y="970157"/>
                </a:lnTo>
                <a:lnTo>
                  <a:pt x="603353" y="964646"/>
                </a:lnTo>
                <a:lnTo>
                  <a:pt x="649151" y="954863"/>
                </a:lnTo>
                <a:lnTo>
                  <a:pt x="693606" y="940894"/>
                </a:lnTo>
                <a:lnTo>
                  <a:pt x="736394" y="922829"/>
                </a:lnTo>
                <a:lnTo>
                  <a:pt x="777190" y="900758"/>
                </a:lnTo>
                <a:lnTo>
                  <a:pt x="815668" y="874768"/>
                </a:lnTo>
                <a:lnTo>
                  <a:pt x="851504" y="844948"/>
                </a:lnTo>
                <a:lnTo>
                  <a:pt x="816461" y="813565"/>
                </a:lnTo>
                <a:lnTo>
                  <a:pt x="786609" y="778313"/>
                </a:lnTo>
                <a:lnTo>
                  <a:pt x="762154" y="739839"/>
                </a:lnTo>
                <a:lnTo>
                  <a:pt x="743302" y="698789"/>
                </a:lnTo>
                <a:lnTo>
                  <a:pt x="730259" y="655809"/>
                </a:lnTo>
                <a:lnTo>
                  <a:pt x="723232" y="611548"/>
                </a:lnTo>
                <a:lnTo>
                  <a:pt x="722426" y="566651"/>
                </a:lnTo>
                <a:lnTo>
                  <a:pt x="728049" y="521766"/>
                </a:lnTo>
                <a:lnTo>
                  <a:pt x="740305" y="477538"/>
                </a:lnTo>
                <a:lnTo>
                  <a:pt x="759402" y="434615"/>
                </a:lnTo>
                <a:lnTo>
                  <a:pt x="762051" y="429704"/>
                </a:lnTo>
                <a:lnTo>
                  <a:pt x="767674" y="420165"/>
                </a:lnTo>
                <a:lnTo>
                  <a:pt x="754810" y="466508"/>
                </a:lnTo>
                <a:lnTo>
                  <a:pt x="749224" y="513554"/>
                </a:lnTo>
                <a:lnTo>
                  <a:pt x="750680" y="560561"/>
                </a:lnTo>
                <a:lnTo>
                  <a:pt x="758940" y="606784"/>
                </a:lnTo>
                <a:lnTo>
                  <a:pt x="773766" y="651480"/>
                </a:lnTo>
                <a:lnTo>
                  <a:pt x="794922" y="693906"/>
                </a:lnTo>
                <a:lnTo>
                  <a:pt x="822171" y="733319"/>
                </a:lnTo>
                <a:lnTo>
                  <a:pt x="855274" y="768976"/>
                </a:lnTo>
                <a:lnTo>
                  <a:pt x="893995" y="800132"/>
                </a:lnTo>
                <a:lnTo>
                  <a:pt x="927229" y="820530"/>
                </a:lnTo>
                <a:lnTo>
                  <a:pt x="970843" y="840230"/>
                </a:lnTo>
                <a:lnTo>
                  <a:pt x="1015582" y="853417"/>
                </a:lnTo>
                <a:lnTo>
                  <a:pt x="1060819" y="860267"/>
                </a:lnTo>
                <a:lnTo>
                  <a:pt x="1105926" y="860960"/>
                </a:lnTo>
                <a:lnTo>
                  <a:pt x="1150277" y="855674"/>
                </a:lnTo>
                <a:lnTo>
                  <a:pt x="1193242" y="844586"/>
                </a:lnTo>
                <a:lnTo>
                  <a:pt x="1234196" y="827876"/>
                </a:lnTo>
                <a:lnTo>
                  <a:pt x="1272509" y="805720"/>
                </a:lnTo>
                <a:lnTo>
                  <a:pt x="1307554" y="778298"/>
                </a:lnTo>
                <a:lnTo>
                  <a:pt x="1338704" y="745787"/>
                </a:lnTo>
                <a:lnTo>
                  <a:pt x="1365331" y="708365"/>
                </a:lnTo>
                <a:lnTo>
                  <a:pt x="1393010" y="650139"/>
                </a:lnTo>
                <a:lnTo>
                  <a:pt x="1405311" y="605046"/>
                </a:lnTo>
                <a:lnTo>
                  <a:pt x="1410735" y="559297"/>
                </a:lnTo>
                <a:lnTo>
                  <a:pt x="1409499" y="513576"/>
                </a:lnTo>
                <a:lnTo>
                  <a:pt x="1401823" y="468567"/>
                </a:lnTo>
                <a:lnTo>
                  <a:pt x="1387924" y="424952"/>
                </a:lnTo>
                <a:lnTo>
                  <a:pt x="1368021" y="383416"/>
                </a:lnTo>
                <a:lnTo>
                  <a:pt x="1342331" y="344641"/>
                </a:lnTo>
                <a:lnTo>
                  <a:pt x="1311074" y="309311"/>
                </a:lnTo>
                <a:lnTo>
                  <a:pt x="1274467" y="278110"/>
                </a:lnTo>
                <a:lnTo>
                  <a:pt x="1232728" y="251720"/>
                </a:lnTo>
                <a:lnTo>
                  <a:pt x="1188763" y="231894"/>
                </a:lnTo>
                <a:lnTo>
                  <a:pt x="1143656" y="218685"/>
                </a:lnTo>
                <a:lnTo>
                  <a:pt x="1098050" y="211913"/>
                </a:lnTo>
                <a:lnTo>
                  <a:pt x="1052589" y="211394"/>
                </a:lnTo>
                <a:lnTo>
                  <a:pt x="1007917" y="216946"/>
                </a:lnTo>
                <a:lnTo>
                  <a:pt x="964677" y="228386"/>
                </a:lnTo>
                <a:lnTo>
                  <a:pt x="923512" y="245531"/>
                </a:lnTo>
                <a:lnTo>
                  <a:pt x="892170" y="201014"/>
                </a:lnTo>
                <a:lnTo>
                  <a:pt x="856520" y="160153"/>
                </a:lnTo>
                <a:lnTo>
                  <a:pt x="816886" y="123248"/>
                </a:lnTo>
                <a:lnTo>
                  <a:pt x="773589" y="90597"/>
                </a:lnTo>
                <a:lnTo>
                  <a:pt x="726953" y="62500"/>
                </a:lnTo>
                <a:lnTo>
                  <a:pt x="683052" y="41407"/>
                </a:lnTo>
                <a:lnTo>
                  <a:pt x="638287" y="24687"/>
                </a:lnTo>
                <a:lnTo>
                  <a:pt x="592938" y="12263"/>
                </a:lnTo>
                <a:lnTo>
                  <a:pt x="547288" y="4060"/>
                </a:lnTo>
                <a:lnTo>
                  <a:pt x="5016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4795" y="6190524"/>
            <a:ext cx="108380" cy="108387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3606395" y="6714948"/>
            <a:ext cx="619760" cy="535940"/>
          </a:xfrm>
          <a:custGeom>
            <a:avLst/>
            <a:gdLst/>
            <a:ahLst/>
            <a:cxnLst/>
            <a:rect l="l" t="t" r="r" b="b"/>
            <a:pathLst>
              <a:path w="619760" h="535940">
                <a:moveTo>
                  <a:pt x="366070" y="0"/>
                </a:moveTo>
                <a:lnTo>
                  <a:pt x="316554" y="6373"/>
                </a:lnTo>
                <a:lnTo>
                  <a:pt x="270703" y="22005"/>
                </a:lnTo>
                <a:lnTo>
                  <a:pt x="229480" y="45876"/>
                </a:lnTo>
                <a:lnTo>
                  <a:pt x="193847" y="76968"/>
                </a:lnTo>
                <a:lnTo>
                  <a:pt x="164769" y="114264"/>
                </a:lnTo>
                <a:lnTo>
                  <a:pt x="143208" y="156744"/>
                </a:lnTo>
                <a:lnTo>
                  <a:pt x="130130" y="203390"/>
                </a:lnTo>
                <a:lnTo>
                  <a:pt x="126496" y="253186"/>
                </a:lnTo>
                <a:lnTo>
                  <a:pt x="126496" y="255301"/>
                </a:lnTo>
                <a:lnTo>
                  <a:pt x="156150" y="261456"/>
                </a:lnTo>
                <a:lnTo>
                  <a:pt x="183252" y="274081"/>
                </a:lnTo>
                <a:lnTo>
                  <a:pt x="206770" y="292544"/>
                </a:lnTo>
                <a:lnTo>
                  <a:pt x="225676" y="316210"/>
                </a:lnTo>
                <a:lnTo>
                  <a:pt x="204937" y="298261"/>
                </a:lnTo>
                <a:lnTo>
                  <a:pt x="181172" y="285171"/>
                </a:lnTo>
                <a:lnTo>
                  <a:pt x="155212" y="277292"/>
                </a:lnTo>
                <a:lnTo>
                  <a:pt x="126852" y="274975"/>
                </a:lnTo>
                <a:lnTo>
                  <a:pt x="90794" y="281093"/>
                </a:lnTo>
                <a:lnTo>
                  <a:pt x="58419" y="296608"/>
                </a:lnTo>
                <a:lnTo>
                  <a:pt x="31495" y="320354"/>
                </a:lnTo>
                <a:lnTo>
                  <a:pt x="11787" y="351162"/>
                </a:lnTo>
                <a:lnTo>
                  <a:pt x="0" y="401620"/>
                </a:lnTo>
                <a:lnTo>
                  <a:pt x="8190" y="450966"/>
                </a:lnTo>
                <a:lnTo>
                  <a:pt x="34286" y="493639"/>
                </a:lnTo>
                <a:lnTo>
                  <a:pt x="76214" y="524078"/>
                </a:lnTo>
                <a:lnTo>
                  <a:pt x="126673" y="535865"/>
                </a:lnTo>
                <a:lnTo>
                  <a:pt x="176019" y="527675"/>
                </a:lnTo>
                <a:lnTo>
                  <a:pt x="218692" y="501578"/>
                </a:lnTo>
                <a:lnTo>
                  <a:pt x="249131" y="459650"/>
                </a:lnTo>
                <a:lnTo>
                  <a:pt x="279755" y="474696"/>
                </a:lnTo>
                <a:lnTo>
                  <a:pt x="312015" y="485309"/>
                </a:lnTo>
                <a:lnTo>
                  <a:pt x="345432" y="491367"/>
                </a:lnTo>
                <a:lnTo>
                  <a:pt x="379525" y="492749"/>
                </a:lnTo>
                <a:lnTo>
                  <a:pt x="429197" y="486385"/>
                </a:lnTo>
                <a:lnTo>
                  <a:pt x="475048" y="470754"/>
                </a:lnTo>
                <a:lnTo>
                  <a:pt x="516271" y="446883"/>
                </a:lnTo>
                <a:lnTo>
                  <a:pt x="551904" y="415791"/>
                </a:lnTo>
                <a:lnTo>
                  <a:pt x="580982" y="378495"/>
                </a:lnTo>
                <a:lnTo>
                  <a:pt x="602543" y="336015"/>
                </a:lnTo>
                <a:lnTo>
                  <a:pt x="615622" y="289368"/>
                </a:lnTo>
                <a:lnTo>
                  <a:pt x="619256" y="239573"/>
                </a:lnTo>
                <a:lnTo>
                  <a:pt x="612882" y="190058"/>
                </a:lnTo>
                <a:lnTo>
                  <a:pt x="597250" y="144207"/>
                </a:lnTo>
                <a:lnTo>
                  <a:pt x="573379" y="102984"/>
                </a:lnTo>
                <a:lnTo>
                  <a:pt x="542287" y="67351"/>
                </a:lnTo>
                <a:lnTo>
                  <a:pt x="504991" y="38273"/>
                </a:lnTo>
                <a:lnTo>
                  <a:pt x="462511" y="16712"/>
                </a:lnTo>
                <a:lnTo>
                  <a:pt x="415865" y="3633"/>
                </a:lnTo>
                <a:lnTo>
                  <a:pt x="3660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491870" y="6376404"/>
            <a:ext cx="952500" cy="711200"/>
          </a:xfrm>
          <a:custGeom>
            <a:avLst/>
            <a:gdLst/>
            <a:ahLst/>
            <a:cxnLst/>
            <a:rect l="l" t="t" r="r" b="b"/>
            <a:pathLst>
              <a:path w="952500" h="711200">
                <a:moveTo>
                  <a:pt x="345520" y="0"/>
                </a:moveTo>
                <a:lnTo>
                  <a:pt x="300232" y="4144"/>
                </a:lnTo>
                <a:lnTo>
                  <a:pt x="255701" y="14053"/>
                </a:lnTo>
                <a:lnTo>
                  <a:pt x="212528" y="29711"/>
                </a:lnTo>
                <a:lnTo>
                  <a:pt x="171311" y="51102"/>
                </a:lnTo>
                <a:lnTo>
                  <a:pt x="132649" y="78209"/>
                </a:lnTo>
                <a:lnTo>
                  <a:pt x="97141" y="111016"/>
                </a:lnTo>
                <a:lnTo>
                  <a:pt x="66344" y="148281"/>
                </a:lnTo>
                <a:lnTo>
                  <a:pt x="41412" y="188380"/>
                </a:lnTo>
                <a:lnTo>
                  <a:pt x="22328" y="230715"/>
                </a:lnTo>
                <a:lnTo>
                  <a:pt x="9075" y="274686"/>
                </a:lnTo>
                <a:lnTo>
                  <a:pt x="1638" y="319696"/>
                </a:lnTo>
                <a:lnTo>
                  <a:pt x="0" y="365144"/>
                </a:lnTo>
                <a:lnTo>
                  <a:pt x="4143" y="410433"/>
                </a:lnTo>
                <a:lnTo>
                  <a:pt x="14052" y="454963"/>
                </a:lnTo>
                <a:lnTo>
                  <a:pt x="29710" y="498136"/>
                </a:lnTo>
                <a:lnTo>
                  <a:pt x="51101" y="539353"/>
                </a:lnTo>
                <a:lnTo>
                  <a:pt x="78208" y="578016"/>
                </a:lnTo>
                <a:lnTo>
                  <a:pt x="111014" y="613524"/>
                </a:lnTo>
                <a:lnTo>
                  <a:pt x="148279" y="644321"/>
                </a:lnTo>
                <a:lnTo>
                  <a:pt x="188379" y="669253"/>
                </a:lnTo>
                <a:lnTo>
                  <a:pt x="230714" y="688337"/>
                </a:lnTo>
                <a:lnTo>
                  <a:pt x="274685" y="701589"/>
                </a:lnTo>
                <a:lnTo>
                  <a:pt x="319695" y="709026"/>
                </a:lnTo>
                <a:lnTo>
                  <a:pt x="365144" y="710665"/>
                </a:lnTo>
                <a:lnTo>
                  <a:pt x="410434" y="706522"/>
                </a:lnTo>
                <a:lnTo>
                  <a:pt x="454965" y="696612"/>
                </a:lnTo>
                <a:lnTo>
                  <a:pt x="498140" y="680954"/>
                </a:lnTo>
                <a:lnTo>
                  <a:pt x="539358" y="659563"/>
                </a:lnTo>
                <a:lnTo>
                  <a:pt x="578022" y="632457"/>
                </a:lnTo>
                <a:lnTo>
                  <a:pt x="613533" y="599650"/>
                </a:lnTo>
                <a:lnTo>
                  <a:pt x="615690" y="597493"/>
                </a:lnTo>
                <a:lnTo>
                  <a:pt x="591721" y="560974"/>
                </a:lnTo>
                <a:lnTo>
                  <a:pt x="576956" y="520461"/>
                </a:lnTo>
                <a:lnTo>
                  <a:pt x="571799" y="477652"/>
                </a:lnTo>
                <a:lnTo>
                  <a:pt x="576655" y="434242"/>
                </a:lnTo>
                <a:lnTo>
                  <a:pt x="579502" y="473685"/>
                </a:lnTo>
                <a:lnTo>
                  <a:pt x="590390" y="511265"/>
                </a:lnTo>
                <a:lnTo>
                  <a:pt x="608828" y="545775"/>
                </a:lnTo>
                <a:lnTo>
                  <a:pt x="634328" y="576007"/>
                </a:lnTo>
                <a:lnTo>
                  <a:pt x="678398" y="607599"/>
                </a:lnTo>
                <a:lnTo>
                  <a:pt x="727237" y="624787"/>
                </a:lnTo>
                <a:lnTo>
                  <a:pt x="778910" y="628030"/>
                </a:lnTo>
                <a:lnTo>
                  <a:pt x="830427" y="616718"/>
                </a:lnTo>
                <a:lnTo>
                  <a:pt x="874958" y="592949"/>
                </a:lnTo>
                <a:lnTo>
                  <a:pt x="910457" y="559475"/>
                </a:lnTo>
                <a:lnTo>
                  <a:pt x="935870" y="518602"/>
                </a:lnTo>
                <a:lnTo>
                  <a:pt x="950143" y="472637"/>
                </a:lnTo>
                <a:lnTo>
                  <a:pt x="952222" y="423888"/>
                </a:lnTo>
                <a:lnTo>
                  <a:pt x="941052" y="374662"/>
                </a:lnTo>
                <a:lnTo>
                  <a:pt x="917288" y="330135"/>
                </a:lnTo>
                <a:lnTo>
                  <a:pt x="883817" y="294637"/>
                </a:lnTo>
                <a:lnTo>
                  <a:pt x="842945" y="269223"/>
                </a:lnTo>
                <a:lnTo>
                  <a:pt x="796981" y="254948"/>
                </a:lnTo>
                <a:lnTo>
                  <a:pt x="748233" y="252868"/>
                </a:lnTo>
                <a:lnTo>
                  <a:pt x="699007" y="264037"/>
                </a:lnTo>
                <a:lnTo>
                  <a:pt x="683125" y="217460"/>
                </a:lnTo>
                <a:lnTo>
                  <a:pt x="661055" y="173739"/>
                </a:lnTo>
                <a:lnTo>
                  <a:pt x="633158" y="133485"/>
                </a:lnTo>
                <a:lnTo>
                  <a:pt x="599795" y="97309"/>
                </a:lnTo>
                <a:lnTo>
                  <a:pt x="562384" y="66337"/>
                </a:lnTo>
                <a:lnTo>
                  <a:pt x="522285" y="41407"/>
                </a:lnTo>
                <a:lnTo>
                  <a:pt x="479950" y="22325"/>
                </a:lnTo>
                <a:lnTo>
                  <a:pt x="435978" y="9074"/>
                </a:lnTo>
                <a:lnTo>
                  <a:pt x="390969" y="1637"/>
                </a:lnTo>
                <a:lnTo>
                  <a:pt x="345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9367" y="7213789"/>
            <a:ext cx="83955" cy="8396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9270" y="7443669"/>
            <a:ext cx="85086" cy="8507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7356" y="6132700"/>
            <a:ext cx="79987" cy="79987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2145368" y="6112003"/>
            <a:ext cx="395605" cy="395605"/>
          </a:xfrm>
          <a:custGeom>
            <a:avLst/>
            <a:gdLst/>
            <a:ahLst/>
            <a:cxnLst/>
            <a:rect l="l" t="t" r="r" b="b"/>
            <a:pathLst>
              <a:path w="395605" h="395604">
                <a:moveTo>
                  <a:pt x="197721" y="0"/>
                </a:moveTo>
                <a:lnTo>
                  <a:pt x="152385" y="5221"/>
                </a:lnTo>
                <a:lnTo>
                  <a:pt x="110767" y="20096"/>
                </a:lnTo>
                <a:lnTo>
                  <a:pt x="74055" y="43436"/>
                </a:lnTo>
                <a:lnTo>
                  <a:pt x="43436" y="74055"/>
                </a:lnTo>
                <a:lnTo>
                  <a:pt x="20096" y="110767"/>
                </a:lnTo>
                <a:lnTo>
                  <a:pt x="5221" y="152385"/>
                </a:lnTo>
                <a:lnTo>
                  <a:pt x="0" y="197721"/>
                </a:lnTo>
                <a:lnTo>
                  <a:pt x="5221" y="243058"/>
                </a:lnTo>
                <a:lnTo>
                  <a:pt x="20096" y="284677"/>
                </a:lnTo>
                <a:lnTo>
                  <a:pt x="43436" y="321391"/>
                </a:lnTo>
                <a:lnTo>
                  <a:pt x="74055" y="352013"/>
                </a:lnTo>
                <a:lnTo>
                  <a:pt x="110767" y="375355"/>
                </a:lnTo>
                <a:lnTo>
                  <a:pt x="152385" y="390231"/>
                </a:lnTo>
                <a:lnTo>
                  <a:pt x="197721" y="395453"/>
                </a:lnTo>
                <a:lnTo>
                  <a:pt x="243058" y="390231"/>
                </a:lnTo>
                <a:lnTo>
                  <a:pt x="284675" y="375355"/>
                </a:lnTo>
                <a:lnTo>
                  <a:pt x="321387" y="352013"/>
                </a:lnTo>
                <a:lnTo>
                  <a:pt x="352006" y="321391"/>
                </a:lnTo>
                <a:lnTo>
                  <a:pt x="375347" y="284677"/>
                </a:lnTo>
                <a:lnTo>
                  <a:pt x="390221" y="243058"/>
                </a:lnTo>
                <a:lnTo>
                  <a:pt x="395443" y="197721"/>
                </a:lnTo>
                <a:lnTo>
                  <a:pt x="390221" y="152385"/>
                </a:lnTo>
                <a:lnTo>
                  <a:pt x="375347" y="110767"/>
                </a:lnTo>
                <a:lnTo>
                  <a:pt x="352006" y="74055"/>
                </a:lnTo>
                <a:lnTo>
                  <a:pt x="321387" y="43436"/>
                </a:lnTo>
                <a:lnTo>
                  <a:pt x="284675" y="20096"/>
                </a:lnTo>
                <a:lnTo>
                  <a:pt x="243058" y="5221"/>
                </a:lnTo>
                <a:lnTo>
                  <a:pt x="197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3797031" y="5907212"/>
            <a:ext cx="2890520" cy="1389380"/>
            <a:chOff x="3797031" y="5907212"/>
            <a:chExt cx="2890520" cy="1389380"/>
          </a:xfrm>
        </p:grpSpPr>
        <p:sp>
          <p:nvSpPr>
            <p:cNvPr id="23" name="object 23" descr=""/>
            <p:cNvSpPr/>
            <p:nvPr/>
          </p:nvSpPr>
          <p:spPr>
            <a:xfrm>
              <a:off x="3797031" y="5907212"/>
              <a:ext cx="2890520" cy="1389380"/>
            </a:xfrm>
            <a:custGeom>
              <a:avLst/>
              <a:gdLst/>
              <a:ahLst/>
              <a:cxnLst/>
              <a:rect l="l" t="t" r="r" b="b"/>
              <a:pathLst>
                <a:path w="2890520" h="1389379">
                  <a:moveTo>
                    <a:pt x="867575" y="0"/>
                  </a:moveTo>
                  <a:lnTo>
                    <a:pt x="811515" y="2596"/>
                  </a:lnTo>
                  <a:lnTo>
                    <a:pt x="757540" y="10177"/>
                  </a:lnTo>
                  <a:lnTo>
                    <a:pt x="706079" y="22426"/>
                  </a:lnTo>
                  <a:lnTo>
                    <a:pt x="657558" y="39029"/>
                  </a:lnTo>
                  <a:lnTo>
                    <a:pt x="612402" y="59673"/>
                  </a:lnTo>
                  <a:lnTo>
                    <a:pt x="571040" y="84041"/>
                  </a:lnTo>
                  <a:lnTo>
                    <a:pt x="533897" y="111820"/>
                  </a:lnTo>
                  <a:lnTo>
                    <a:pt x="501399" y="142694"/>
                  </a:lnTo>
                  <a:lnTo>
                    <a:pt x="473975" y="176350"/>
                  </a:lnTo>
                  <a:lnTo>
                    <a:pt x="564231" y="220569"/>
                  </a:lnTo>
                  <a:lnTo>
                    <a:pt x="606723" y="262429"/>
                  </a:lnTo>
                  <a:lnTo>
                    <a:pt x="612618" y="326336"/>
                  </a:lnTo>
                  <a:lnTo>
                    <a:pt x="593081" y="436698"/>
                  </a:lnTo>
                  <a:lnTo>
                    <a:pt x="583675" y="387658"/>
                  </a:lnTo>
                  <a:lnTo>
                    <a:pt x="565478" y="342014"/>
                  </a:lnTo>
                  <a:lnTo>
                    <a:pt x="539364" y="300561"/>
                  </a:lnTo>
                  <a:lnTo>
                    <a:pt x="506204" y="264096"/>
                  </a:lnTo>
                  <a:lnTo>
                    <a:pt x="465967" y="233259"/>
                  </a:lnTo>
                  <a:lnTo>
                    <a:pt x="422688" y="210516"/>
                  </a:lnTo>
                  <a:lnTo>
                    <a:pt x="378620" y="195158"/>
                  </a:lnTo>
                  <a:lnTo>
                    <a:pt x="336017" y="186480"/>
                  </a:lnTo>
                  <a:lnTo>
                    <a:pt x="297132" y="183774"/>
                  </a:lnTo>
                  <a:lnTo>
                    <a:pt x="249062" y="187389"/>
                  </a:lnTo>
                  <a:lnTo>
                    <a:pt x="203453" y="197855"/>
                  </a:lnTo>
                  <a:lnTo>
                    <a:pt x="160912" y="214605"/>
                  </a:lnTo>
                  <a:lnTo>
                    <a:pt x="122045" y="237071"/>
                  </a:lnTo>
                  <a:lnTo>
                    <a:pt x="87460" y="264688"/>
                  </a:lnTo>
                  <a:lnTo>
                    <a:pt x="57764" y="296887"/>
                  </a:lnTo>
                  <a:lnTo>
                    <a:pt x="33562" y="333101"/>
                  </a:lnTo>
                  <a:lnTo>
                    <a:pt x="15463" y="372763"/>
                  </a:lnTo>
                  <a:lnTo>
                    <a:pt x="4073" y="415307"/>
                  </a:lnTo>
                  <a:lnTo>
                    <a:pt x="0" y="460163"/>
                  </a:lnTo>
                  <a:lnTo>
                    <a:pt x="0" y="461430"/>
                  </a:lnTo>
                  <a:lnTo>
                    <a:pt x="3889" y="506468"/>
                  </a:lnTo>
                  <a:lnTo>
                    <a:pt x="15149" y="549193"/>
                  </a:lnTo>
                  <a:lnTo>
                    <a:pt x="33168" y="589032"/>
                  </a:lnTo>
                  <a:lnTo>
                    <a:pt x="57334" y="625415"/>
                  </a:lnTo>
                  <a:lnTo>
                    <a:pt x="87035" y="657769"/>
                  </a:lnTo>
                  <a:lnTo>
                    <a:pt x="121659" y="685522"/>
                  </a:lnTo>
                  <a:lnTo>
                    <a:pt x="160595" y="708104"/>
                  </a:lnTo>
                  <a:lnTo>
                    <a:pt x="203231" y="724941"/>
                  </a:lnTo>
                  <a:lnTo>
                    <a:pt x="248954" y="735463"/>
                  </a:lnTo>
                  <a:lnTo>
                    <a:pt x="297153" y="739097"/>
                  </a:lnTo>
                  <a:lnTo>
                    <a:pt x="346710" y="735253"/>
                  </a:lnTo>
                  <a:lnTo>
                    <a:pt x="393627" y="724135"/>
                  </a:lnTo>
                  <a:lnTo>
                    <a:pt x="437238" y="706366"/>
                  </a:lnTo>
                  <a:lnTo>
                    <a:pt x="476877" y="682567"/>
                  </a:lnTo>
                  <a:lnTo>
                    <a:pt x="511879" y="653362"/>
                  </a:lnTo>
                  <a:lnTo>
                    <a:pt x="507128" y="675521"/>
                  </a:lnTo>
                  <a:lnTo>
                    <a:pt x="503716" y="697905"/>
                  </a:lnTo>
                  <a:lnTo>
                    <a:pt x="501653" y="720453"/>
                  </a:lnTo>
                  <a:lnTo>
                    <a:pt x="500948" y="743108"/>
                  </a:lnTo>
                  <a:lnTo>
                    <a:pt x="504178" y="791116"/>
                  </a:lnTo>
                  <a:lnTo>
                    <a:pt x="513587" y="837162"/>
                  </a:lnTo>
                  <a:lnTo>
                    <a:pt x="528753" y="880824"/>
                  </a:lnTo>
                  <a:lnTo>
                    <a:pt x="549255" y="921680"/>
                  </a:lnTo>
                  <a:lnTo>
                    <a:pt x="574671" y="959308"/>
                  </a:lnTo>
                  <a:lnTo>
                    <a:pt x="604579" y="993287"/>
                  </a:lnTo>
                  <a:lnTo>
                    <a:pt x="638558" y="1023196"/>
                  </a:lnTo>
                  <a:lnTo>
                    <a:pt x="676187" y="1048612"/>
                  </a:lnTo>
                  <a:lnTo>
                    <a:pt x="717043" y="1069114"/>
                  </a:lnTo>
                  <a:lnTo>
                    <a:pt x="760704" y="1084280"/>
                  </a:lnTo>
                  <a:lnTo>
                    <a:pt x="806750" y="1093689"/>
                  </a:lnTo>
                  <a:lnTo>
                    <a:pt x="854759" y="1096919"/>
                  </a:lnTo>
                  <a:lnTo>
                    <a:pt x="900831" y="1093580"/>
                  </a:lnTo>
                  <a:lnTo>
                    <a:pt x="947193" y="1083955"/>
                  </a:lnTo>
                  <a:lnTo>
                    <a:pt x="992935" y="1068637"/>
                  </a:lnTo>
                  <a:lnTo>
                    <a:pt x="1037148" y="1048216"/>
                  </a:lnTo>
                  <a:lnTo>
                    <a:pt x="1078925" y="1023283"/>
                  </a:lnTo>
                  <a:lnTo>
                    <a:pt x="1117356" y="994430"/>
                  </a:lnTo>
                  <a:lnTo>
                    <a:pt x="1151534" y="962247"/>
                  </a:lnTo>
                  <a:lnTo>
                    <a:pt x="1180548" y="927325"/>
                  </a:lnTo>
                  <a:lnTo>
                    <a:pt x="1203492" y="890255"/>
                  </a:lnTo>
                  <a:lnTo>
                    <a:pt x="1233067" y="846882"/>
                  </a:lnTo>
                  <a:lnTo>
                    <a:pt x="1268344" y="808250"/>
                  </a:lnTo>
                  <a:lnTo>
                    <a:pt x="1309066" y="775771"/>
                  </a:lnTo>
                  <a:lnTo>
                    <a:pt x="1354974" y="750856"/>
                  </a:lnTo>
                  <a:lnTo>
                    <a:pt x="1402631" y="733103"/>
                  </a:lnTo>
                  <a:lnTo>
                    <a:pt x="1478198" y="716445"/>
                  </a:lnTo>
                  <a:lnTo>
                    <a:pt x="1523849" y="713322"/>
                  </a:lnTo>
                  <a:lnTo>
                    <a:pt x="1573359" y="716229"/>
                  </a:lnTo>
                  <a:lnTo>
                    <a:pt x="1625688" y="727082"/>
                  </a:lnTo>
                  <a:lnTo>
                    <a:pt x="1679798" y="747799"/>
                  </a:lnTo>
                  <a:lnTo>
                    <a:pt x="1734648" y="780300"/>
                  </a:lnTo>
                  <a:lnTo>
                    <a:pt x="1772675" y="814441"/>
                  </a:lnTo>
                  <a:lnTo>
                    <a:pt x="1812053" y="858439"/>
                  </a:lnTo>
                  <a:lnTo>
                    <a:pt x="1844110" y="898236"/>
                  </a:lnTo>
                  <a:lnTo>
                    <a:pt x="1860173" y="919773"/>
                  </a:lnTo>
                  <a:lnTo>
                    <a:pt x="1887901" y="952355"/>
                  </a:lnTo>
                  <a:lnTo>
                    <a:pt x="1924069" y="979073"/>
                  </a:lnTo>
                  <a:lnTo>
                    <a:pt x="1966208" y="999137"/>
                  </a:lnTo>
                  <a:lnTo>
                    <a:pt x="2011852" y="1011754"/>
                  </a:lnTo>
                  <a:lnTo>
                    <a:pt x="2058534" y="1016136"/>
                  </a:lnTo>
                  <a:lnTo>
                    <a:pt x="2094641" y="1013281"/>
                  </a:lnTo>
                  <a:lnTo>
                    <a:pt x="2129558" y="1004608"/>
                  </a:lnTo>
                  <a:lnTo>
                    <a:pt x="2162590" y="990350"/>
                  </a:lnTo>
                  <a:lnTo>
                    <a:pt x="2193043" y="970745"/>
                  </a:lnTo>
                  <a:lnTo>
                    <a:pt x="2183140" y="999153"/>
                  </a:lnTo>
                  <a:lnTo>
                    <a:pt x="2171699" y="1058019"/>
                  </a:lnTo>
                  <a:lnTo>
                    <a:pt x="2173544" y="1134519"/>
                  </a:lnTo>
                  <a:lnTo>
                    <a:pt x="2183358" y="1178185"/>
                  </a:lnTo>
                  <a:lnTo>
                    <a:pt x="2199198" y="1218721"/>
                  </a:lnTo>
                  <a:lnTo>
                    <a:pt x="2220585" y="1255783"/>
                  </a:lnTo>
                  <a:lnTo>
                    <a:pt x="2247040" y="1289026"/>
                  </a:lnTo>
                  <a:lnTo>
                    <a:pt x="2278084" y="1318102"/>
                  </a:lnTo>
                  <a:lnTo>
                    <a:pt x="2313236" y="1342667"/>
                  </a:lnTo>
                  <a:lnTo>
                    <a:pt x="2352018" y="1362375"/>
                  </a:lnTo>
                  <a:lnTo>
                    <a:pt x="2393951" y="1376881"/>
                  </a:lnTo>
                  <a:lnTo>
                    <a:pt x="2438554" y="1385837"/>
                  </a:lnTo>
                  <a:lnTo>
                    <a:pt x="2485348" y="1388900"/>
                  </a:lnTo>
                  <a:lnTo>
                    <a:pt x="2529278" y="1386107"/>
                  </a:lnTo>
                  <a:lnTo>
                    <a:pt x="2572269" y="1377640"/>
                  </a:lnTo>
                  <a:lnTo>
                    <a:pt x="2613940" y="1363368"/>
                  </a:lnTo>
                  <a:lnTo>
                    <a:pt x="2653913" y="1343157"/>
                  </a:lnTo>
                  <a:lnTo>
                    <a:pt x="2691807" y="1316876"/>
                  </a:lnTo>
                  <a:lnTo>
                    <a:pt x="2727243" y="1284393"/>
                  </a:lnTo>
                  <a:lnTo>
                    <a:pt x="2759842" y="1245574"/>
                  </a:lnTo>
                  <a:lnTo>
                    <a:pt x="2786682" y="1206387"/>
                  </a:lnTo>
                  <a:lnTo>
                    <a:pt x="2810560" y="1165571"/>
                  </a:lnTo>
                  <a:lnTo>
                    <a:pt x="2831420" y="1123297"/>
                  </a:lnTo>
                  <a:lnTo>
                    <a:pt x="2849206" y="1079732"/>
                  </a:lnTo>
                  <a:lnTo>
                    <a:pt x="2863864" y="1035048"/>
                  </a:lnTo>
                  <a:lnTo>
                    <a:pt x="2875338" y="989413"/>
                  </a:lnTo>
                  <a:lnTo>
                    <a:pt x="2883572" y="942996"/>
                  </a:lnTo>
                  <a:lnTo>
                    <a:pt x="2888511" y="895968"/>
                  </a:lnTo>
                  <a:lnTo>
                    <a:pt x="2890100" y="848497"/>
                  </a:lnTo>
                  <a:lnTo>
                    <a:pt x="2888459" y="801170"/>
                  </a:lnTo>
                  <a:lnTo>
                    <a:pt x="2883610" y="754740"/>
                  </a:lnTo>
                  <a:lnTo>
                    <a:pt x="2875663" y="709321"/>
                  </a:lnTo>
                  <a:lnTo>
                    <a:pt x="2864729" y="665023"/>
                  </a:lnTo>
                  <a:lnTo>
                    <a:pt x="2850919" y="621960"/>
                  </a:lnTo>
                  <a:lnTo>
                    <a:pt x="2834342" y="580244"/>
                  </a:lnTo>
                  <a:lnTo>
                    <a:pt x="2815110" y="539986"/>
                  </a:lnTo>
                  <a:lnTo>
                    <a:pt x="2793333" y="501300"/>
                  </a:lnTo>
                  <a:lnTo>
                    <a:pt x="2769121" y="464296"/>
                  </a:lnTo>
                  <a:lnTo>
                    <a:pt x="2742585" y="429087"/>
                  </a:lnTo>
                  <a:lnTo>
                    <a:pt x="2713836" y="395786"/>
                  </a:lnTo>
                  <a:lnTo>
                    <a:pt x="2682984" y="364504"/>
                  </a:lnTo>
                  <a:lnTo>
                    <a:pt x="2650139" y="335355"/>
                  </a:lnTo>
                  <a:lnTo>
                    <a:pt x="2615413" y="308448"/>
                  </a:lnTo>
                  <a:lnTo>
                    <a:pt x="2578915" y="283898"/>
                  </a:lnTo>
                  <a:lnTo>
                    <a:pt x="2540756" y="261816"/>
                  </a:lnTo>
                  <a:lnTo>
                    <a:pt x="2501047" y="242315"/>
                  </a:lnTo>
                  <a:lnTo>
                    <a:pt x="2459898" y="225506"/>
                  </a:lnTo>
                  <a:lnTo>
                    <a:pt x="2417420" y="211501"/>
                  </a:lnTo>
                  <a:lnTo>
                    <a:pt x="2373722" y="200414"/>
                  </a:lnTo>
                  <a:lnTo>
                    <a:pt x="2328917" y="192355"/>
                  </a:lnTo>
                  <a:lnTo>
                    <a:pt x="2283114" y="187438"/>
                  </a:lnTo>
                  <a:lnTo>
                    <a:pt x="2236424" y="185774"/>
                  </a:lnTo>
                  <a:lnTo>
                    <a:pt x="2182799" y="187955"/>
                  </a:lnTo>
                  <a:lnTo>
                    <a:pt x="2129635" y="194577"/>
                  </a:lnTo>
                  <a:lnTo>
                    <a:pt x="2077207" y="205593"/>
                  </a:lnTo>
                  <a:lnTo>
                    <a:pt x="2025791" y="220956"/>
                  </a:lnTo>
                  <a:lnTo>
                    <a:pt x="2027990" y="236837"/>
                  </a:lnTo>
                  <a:lnTo>
                    <a:pt x="2028904" y="280104"/>
                  </a:lnTo>
                  <a:lnTo>
                    <a:pt x="2020004" y="344193"/>
                  </a:lnTo>
                  <a:lnTo>
                    <a:pt x="1992766" y="422542"/>
                  </a:lnTo>
                  <a:lnTo>
                    <a:pt x="1987743" y="378503"/>
                  </a:lnTo>
                  <a:lnTo>
                    <a:pt x="1976979" y="336170"/>
                  </a:lnTo>
                  <a:lnTo>
                    <a:pt x="1960831" y="295859"/>
                  </a:lnTo>
                  <a:lnTo>
                    <a:pt x="1939658" y="257887"/>
                  </a:lnTo>
                  <a:lnTo>
                    <a:pt x="1913780" y="222519"/>
                  </a:lnTo>
                  <a:lnTo>
                    <a:pt x="1883583" y="190124"/>
                  </a:lnTo>
                  <a:lnTo>
                    <a:pt x="1849423" y="161020"/>
                  </a:lnTo>
                  <a:lnTo>
                    <a:pt x="1811659" y="135524"/>
                  </a:lnTo>
                  <a:lnTo>
                    <a:pt x="1770650" y="113952"/>
                  </a:lnTo>
                  <a:lnTo>
                    <a:pt x="1726754" y="96622"/>
                  </a:lnTo>
                  <a:lnTo>
                    <a:pt x="1680328" y="83851"/>
                  </a:lnTo>
                  <a:lnTo>
                    <a:pt x="1631732" y="75956"/>
                  </a:lnTo>
                  <a:lnTo>
                    <a:pt x="1581323" y="73254"/>
                  </a:lnTo>
                  <a:lnTo>
                    <a:pt x="1531981" y="75841"/>
                  </a:lnTo>
                  <a:lnTo>
                    <a:pt x="1484367" y="83406"/>
                  </a:lnTo>
                  <a:lnTo>
                    <a:pt x="1438818" y="95651"/>
                  </a:lnTo>
                  <a:lnTo>
                    <a:pt x="1395669" y="112280"/>
                  </a:lnTo>
                  <a:lnTo>
                    <a:pt x="1355256" y="132998"/>
                  </a:lnTo>
                  <a:lnTo>
                    <a:pt x="1317914" y="157508"/>
                  </a:lnTo>
                  <a:lnTo>
                    <a:pt x="1283981" y="185512"/>
                  </a:lnTo>
                  <a:lnTo>
                    <a:pt x="1273594" y="195449"/>
                  </a:lnTo>
                  <a:lnTo>
                    <a:pt x="1250320" y="161993"/>
                  </a:lnTo>
                  <a:lnTo>
                    <a:pt x="1222214" y="130901"/>
                  </a:lnTo>
                  <a:lnTo>
                    <a:pt x="1189644" y="102447"/>
                  </a:lnTo>
                  <a:lnTo>
                    <a:pt x="1152978" y="76902"/>
                  </a:lnTo>
                  <a:lnTo>
                    <a:pt x="1112583" y="54540"/>
                  </a:lnTo>
                  <a:lnTo>
                    <a:pt x="1068829" y="35632"/>
                  </a:lnTo>
                  <a:lnTo>
                    <a:pt x="1022084" y="20452"/>
                  </a:lnTo>
                  <a:lnTo>
                    <a:pt x="972714" y="9271"/>
                  </a:lnTo>
                  <a:lnTo>
                    <a:pt x="921088" y="2363"/>
                  </a:lnTo>
                  <a:lnTo>
                    <a:pt x="867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4214" y="6775580"/>
              <a:ext cx="85086" cy="8507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3254" y="7091967"/>
              <a:ext cx="85086" cy="85075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705656" y="6324204"/>
            <a:ext cx="1820545" cy="1336675"/>
            <a:chOff x="705656" y="6324204"/>
            <a:chExt cx="1820545" cy="1336675"/>
          </a:xfrm>
        </p:grpSpPr>
        <p:sp>
          <p:nvSpPr>
            <p:cNvPr id="27" name="object 27" descr=""/>
            <p:cNvSpPr/>
            <p:nvPr/>
          </p:nvSpPr>
          <p:spPr>
            <a:xfrm>
              <a:off x="1061153" y="6324204"/>
              <a:ext cx="1464945" cy="1336675"/>
            </a:xfrm>
            <a:custGeom>
              <a:avLst/>
              <a:gdLst/>
              <a:ahLst/>
              <a:cxnLst/>
              <a:rect l="l" t="t" r="r" b="b"/>
              <a:pathLst>
                <a:path w="1464945" h="1336675">
                  <a:moveTo>
                    <a:pt x="590432" y="0"/>
                  </a:moveTo>
                  <a:lnTo>
                    <a:pt x="542007" y="1951"/>
                  </a:lnTo>
                  <a:lnTo>
                    <a:pt x="494661" y="7706"/>
                  </a:lnTo>
                  <a:lnTo>
                    <a:pt x="448545" y="17111"/>
                  </a:lnTo>
                  <a:lnTo>
                    <a:pt x="403810" y="30016"/>
                  </a:lnTo>
                  <a:lnTo>
                    <a:pt x="360610" y="46268"/>
                  </a:lnTo>
                  <a:lnTo>
                    <a:pt x="319095" y="65717"/>
                  </a:lnTo>
                  <a:lnTo>
                    <a:pt x="279418" y="88211"/>
                  </a:lnTo>
                  <a:lnTo>
                    <a:pt x="241731" y="113598"/>
                  </a:lnTo>
                  <a:lnTo>
                    <a:pt x="206186" y="141727"/>
                  </a:lnTo>
                  <a:lnTo>
                    <a:pt x="172934" y="172446"/>
                  </a:lnTo>
                  <a:lnTo>
                    <a:pt x="142128" y="205603"/>
                  </a:lnTo>
                  <a:lnTo>
                    <a:pt x="113919" y="241048"/>
                  </a:lnTo>
                  <a:lnTo>
                    <a:pt x="88460" y="278628"/>
                  </a:lnTo>
                  <a:lnTo>
                    <a:pt x="65903" y="318193"/>
                  </a:lnTo>
                  <a:lnTo>
                    <a:pt x="46399" y="359589"/>
                  </a:lnTo>
                  <a:lnTo>
                    <a:pt x="30100" y="402667"/>
                  </a:lnTo>
                  <a:lnTo>
                    <a:pt x="17159" y="447274"/>
                  </a:lnTo>
                  <a:lnTo>
                    <a:pt x="7727" y="493259"/>
                  </a:lnTo>
                  <a:lnTo>
                    <a:pt x="1957" y="540470"/>
                  </a:lnTo>
                  <a:lnTo>
                    <a:pt x="0" y="588756"/>
                  </a:lnTo>
                  <a:lnTo>
                    <a:pt x="2048" y="638153"/>
                  </a:lnTo>
                  <a:lnTo>
                    <a:pt x="8085" y="686421"/>
                  </a:lnTo>
                  <a:lnTo>
                    <a:pt x="17948" y="733397"/>
                  </a:lnTo>
                  <a:lnTo>
                    <a:pt x="31474" y="778920"/>
                  </a:lnTo>
                  <a:lnTo>
                    <a:pt x="48500" y="822826"/>
                  </a:lnTo>
                  <a:lnTo>
                    <a:pt x="68864" y="864954"/>
                  </a:lnTo>
                  <a:lnTo>
                    <a:pt x="92403" y="905140"/>
                  </a:lnTo>
                  <a:lnTo>
                    <a:pt x="118953" y="943222"/>
                  </a:lnTo>
                  <a:lnTo>
                    <a:pt x="148354" y="979039"/>
                  </a:lnTo>
                  <a:lnTo>
                    <a:pt x="180440" y="1012426"/>
                  </a:lnTo>
                  <a:lnTo>
                    <a:pt x="215051" y="1043223"/>
                  </a:lnTo>
                  <a:lnTo>
                    <a:pt x="252023" y="1071265"/>
                  </a:lnTo>
                  <a:lnTo>
                    <a:pt x="289901" y="1046092"/>
                  </a:lnTo>
                  <a:lnTo>
                    <a:pt x="332711" y="1034206"/>
                  </a:lnTo>
                  <a:lnTo>
                    <a:pt x="377105" y="1035997"/>
                  </a:lnTo>
                  <a:lnTo>
                    <a:pt x="419735" y="1051852"/>
                  </a:lnTo>
                  <a:lnTo>
                    <a:pt x="412804" y="1050837"/>
                  </a:lnTo>
                  <a:lnTo>
                    <a:pt x="405799" y="1050313"/>
                  </a:lnTo>
                  <a:lnTo>
                    <a:pt x="353562" y="1057604"/>
                  </a:lnTo>
                  <a:lnTo>
                    <a:pt x="314278" y="1077926"/>
                  </a:lnTo>
                  <a:lnTo>
                    <a:pt x="283302" y="1108909"/>
                  </a:lnTo>
                  <a:lnTo>
                    <a:pt x="262989" y="1148196"/>
                  </a:lnTo>
                  <a:lnTo>
                    <a:pt x="255699" y="1193429"/>
                  </a:lnTo>
                  <a:lnTo>
                    <a:pt x="262996" y="1238469"/>
                  </a:lnTo>
                  <a:lnTo>
                    <a:pt x="283315" y="1277369"/>
                  </a:lnTo>
                  <a:lnTo>
                    <a:pt x="314295" y="1308059"/>
                  </a:lnTo>
                  <a:lnTo>
                    <a:pt x="353575" y="1328471"/>
                  </a:lnTo>
                  <a:lnTo>
                    <a:pt x="398794" y="1336535"/>
                  </a:lnTo>
                  <a:lnTo>
                    <a:pt x="456793" y="1326332"/>
                  </a:lnTo>
                  <a:lnTo>
                    <a:pt x="498363" y="1298174"/>
                  </a:lnTo>
                  <a:lnTo>
                    <a:pt x="525399" y="1260807"/>
                  </a:lnTo>
                  <a:lnTo>
                    <a:pt x="539796" y="1222977"/>
                  </a:lnTo>
                  <a:lnTo>
                    <a:pt x="543449" y="1193429"/>
                  </a:lnTo>
                  <a:lnTo>
                    <a:pt x="533653" y="1141838"/>
                  </a:lnTo>
                  <a:lnTo>
                    <a:pt x="515930" y="1108163"/>
                  </a:lnTo>
                  <a:lnTo>
                    <a:pt x="498944" y="1089840"/>
                  </a:lnTo>
                  <a:lnTo>
                    <a:pt x="491356" y="1084302"/>
                  </a:lnTo>
                  <a:lnTo>
                    <a:pt x="511526" y="1025227"/>
                  </a:lnTo>
                  <a:lnTo>
                    <a:pt x="536486" y="973004"/>
                  </a:lnTo>
                  <a:lnTo>
                    <a:pt x="565681" y="928643"/>
                  </a:lnTo>
                  <a:lnTo>
                    <a:pt x="598559" y="893150"/>
                  </a:lnTo>
                  <a:lnTo>
                    <a:pt x="634567" y="867533"/>
                  </a:lnTo>
                  <a:lnTo>
                    <a:pt x="675788" y="843120"/>
                  </a:lnTo>
                  <a:lnTo>
                    <a:pt x="733677" y="827758"/>
                  </a:lnTo>
                  <a:lnTo>
                    <a:pt x="767536" y="831576"/>
                  </a:lnTo>
                  <a:lnTo>
                    <a:pt x="803958" y="847383"/>
                  </a:lnTo>
                  <a:lnTo>
                    <a:pt x="842409" y="878422"/>
                  </a:lnTo>
                  <a:lnTo>
                    <a:pt x="882355" y="927935"/>
                  </a:lnTo>
                  <a:lnTo>
                    <a:pt x="923259" y="999163"/>
                  </a:lnTo>
                  <a:lnTo>
                    <a:pt x="936306" y="1034104"/>
                  </a:lnTo>
                  <a:lnTo>
                    <a:pt x="952127" y="1025269"/>
                  </a:lnTo>
                  <a:lnTo>
                    <a:pt x="962508" y="1021533"/>
                  </a:lnTo>
                  <a:lnTo>
                    <a:pt x="972047" y="1022185"/>
                  </a:lnTo>
                  <a:lnTo>
                    <a:pt x="985341" y="1026513"/>
                  </a:lnTo>
                  <a:lnTo>
                    <a:pt x="1026641" y="1054039"/>
                  </a:lnTo>
                  <a:lnTo>
                    <a:pt x="1070250" y="1105023"/>
                  </a:lnTo>
                  <a:lnTo>
                    <a:pt x="1095215" y="1143975"/>
                  </a:lnTo>
                  <a:lnTo>
                    <a:pt x="1100699" y="1151975"/>
                  </a:lnTo>
                  <a:lnTo>
                    <a:pt x="1133914" y="1182001"/>
                  </a:lnTo>
                  <a:lnTo>
                    <a:pt x="1172253" y="1204184"/>
                  </a:lnTo>
                  <a:lnTo>
                    <a:pt x="1214363" y="1217919"/>
                  </a:lnTo>
                  <a:lnTo>
                    <a:pt x="1258893" y="1222601"/>
                  </a:lnTo>
                  <a:lnTo>
                    <a:pt x="1306246" y="1217429"/>
                  </a:lnTo>
                  <a:lnTo>
                    <a:pt x="1349990" y="1202698"/>
                  </a:lnTo>
                  <a:lnTo>
                    <a:pt x="1388698" y="1179586"/>
                  </a:lnTo>
                  <a:lnTo>
                    <a:pt x="1420939" y="1149272"/>
                  </a:lnTo>
                  <a:lnTo>
                    <a:pt x="1445286" y="1112932"/>
                  </a:lnTo>
                  <a:lnTo>
                    <a:pt x="1460311" y="1071746"/>
                  </a:lnTo>
                  <a:lnTo>
                    <a:pt x="1464583" y="1026890"/>
                  </a:lnTo>
                  <a:lnTo>
                    <a:pt x="1444624" y="947678"/>
                  </a:lnTo>
                  <a:lnTo>
                    <a:pt x="1404776" y="892779"/>
                  </a:lnTo>
                  <a:lnTo>
                    <a:pt x="1365710" y="860834"/>
                  </a:lnTo>
                  <a:lnTo>
                    <a:pt x="1348095" y="850487"/>
                  </a:lnTo>
                  <a:lnTo>
                    <a:pt x="1360867" y="830243"/>
                  </a:lnTo>
                  <a:lnTo>
                    <a:pt x="1370189" y="808361"/>
                  </a:lnTo>
                  <a:lnTo>
                    <a:pt x="1375917" y="785275"/>
                  </a:lnTo>
                  <a:lnTo>
                    <a:pt x="1377905" y="761421"/>
                  </a:lnTo>
                  <a:lnTo>
                    <a:pt x="1371421" y="718309"/>
                  </a:lnTo>
                  <a:lnTo>
                    <a:pt x="1353124" y="679568"/>
                  </a:lnTo>
                  <a:lnTo>
                    <a:pt x="1324742" y="646747"/>
                  </a:lnTo>
                  <a:lnTo>
                    <a:pt x="1288006" y="621389"/>
                  </a:lnTo>
                  <a:lnTo>
                    <a:pt x="1244646" y="605041"/>
                  </a:lnTo>
                  <a:lnTo>
                    <a:pt x="1196392" y="599248"/>
                  </a:lnTo>
                  <a:lnTo>
                    <a:pt x="1145436" y="605724"/>
                  </a:lnTo>
                  <a:lnTo>
                    <a:pt x="1100080" y="623932"/>
                  </a:lnTo>
                  <a:lnTo>
                    <a:pt x="1062379" y="652041"/>
                  </a:lnTo>
                  <a:lnTo>
                    <a:pt x="1034387" y="688219"/>
                  </a:lnTo>
                  <a:lnTo>
                    <a:pt x="1051873" y="640929"/>
                  </a:lnTo>
                  <a:lnTo>
                    <a:pt x="1083850" y="601369"/>
                  </a:lnTo>
                  <a:lnTo>
                    <a:pt x="1127487" y="572056"/>
                  </a:lnTo>
                  <a:lnTo>
                    <a:pt x="1179953" y="555511"/>
                  </a:lnTo>
                  <a:lnTo>
                    <a:pt x="1175257" y="507169"/>
                  </a:lnTo>
                  <a:lnTo>
                    <a:pt x="1166731" y="460048"/>
                  </a:lnTo>
                  <a:lnTo>
                    <a:pt x="1154535" y="414307"/>
                  </a:lnTo>
                  <a:lnTo>
                    <a:pt x="1138827" y="370105"/>
                  </a:lnTo>
                  <a:lnTo>
                    <a:pt x="1119769" y="327601"/>
                  </a:lnTo>
                  <a:lnTo>
                    <a:pt x="1097519" y="286955"/>
                  </a:lnTo>
                  <a:lnTo>
                    <a:pt x="1072237" y="248325"/>
                  </a:lnTo>
                  <a:lnTo>
                    <a:pt x="1044082" y="211872"/>
                  </a:lnTo>
                  <a:lnTo>
                    <a:pt x="1013215" y="177753"/>
                  </a:lnTo>
                  <a:lnTo>
                    <a:pt x="979794" y="146128"/>
                  </a:lnTo>
                  <a:lnTo>
                    <a:pt x="943979" y="117157"/>
                  </a:lnTo>
                  <a:lnTo>
                    <a:pt x="905930" y="90998"/>
                  </a:lnTo>
                  <a:lnTo>
                    <a:pt x="865806" y="67810"/>
                  </a:lnTo>
                  <a:lnTo>
                    <a:pt x="823767" y="47753"/>
                  </a:lnTo>
                  <a:lnTo>
                    <a:pt x="779973" y="30986"/>
                  </a:lnTo>
                  <a:lnTo>
                    <a:pt x="734583" y="17668"/>
                  </a:lnTo>
                  <a:lnTo>
                    <a:pt x="687756" y="7958"/>
                  </a:lnTo>
                  <a:lnTo>
                    <a:pt x="639653" y="2016"/>
                  </a:lnTo>
                  <a:lnTo>
                    <a:pt x="590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5003" y="6963110"/>
              <a:ext cx="85086" cy="8507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05650" y="6436645"/>
              <a:ext cx="1357630" cy="1187450"/>
            </a:xfrm>
            <a:custGeom>
              <a:avLst/>
              <a:gdLst/>
              <a:ahLst/>
              <a:cxnLst/>
              <a:rect l="l" t="t" r="r" b="b"/>
              <a:pathLst>
                <a:path w="1357630" h="1187450">
                  <a:moveTo>
                    <a:pt x="615035" y="541693"/>
                  </a:moveTo>
                  <a:lnTo>
                    <a:pt x="611708" y="496252"/>
                  </a:lnTo>
                  <a:lnTo>
                    <a:pt x="602018" y="452882"/>
                  </a:lnTo>
                  <a:lnTo>
                    <a:pt x="586460" y="412051"/>
                  </a:lnTo>
                  <a:lnTo>
                    <a:pt x="565492" y="374243"/>
                  </a:lnTo>
                  <a:lnTo>
                    <a:pt x="539610" y="339940"/>
                  </a:lnTo>
                  <a:lnTo>
                    <a:pt x="518795" y="319138"/>
                  </a:lnTo>
                  <a:lnTo>
                    <a:pt x="549135" y="295706"/>
                  </a:lnTo>
                  <a:lnTo>
                    <a:pt x="576211" y="260642"/>
                  </a:lnTo>
                  <a:lnTo>
                    <a:pt x="593674" y="219265"/>
                  </a:lnTo>
                  <a:lnTo>
                    <a:pt x="599871" y="173215"/>
                  </a:lnTo>
                  <a:lnTo>
                    <a:pt x="593674" y="127177"/>
                  </a:lnTo>
                  <a:lnTo>
                    <a:pt x="576211" y="85801"/>
                  </a:lnTo>
                  <a:lnTo>
                    <a:pt x="549135" y="50736"/>
                  </a:lnTo>
                  <a:lnTo>
                    <a:pt x="514070" y="23647"/>
                  </a:lnTo>
                  <a:lnTo>
                    <a:pt x="472694" y="6184"/>
                  </a:lnTo>
                  <a:lnTo>
                    <a:pt x="426643" y="0"/>
                  </a:lnTo>
                  <a:lnTo>
                    <a:pt x="380593" y="6184"/>
                  </a:lnTo>
                  <a:lnTo>
                    <a:pt x="339217" y="23647"/>
                  </a:lnTo>
                  <a:lnTo>
                    <a:pt x="304165" y="50736"/>
                  </a:lnTo>
                  <a:lnTo>
                    <a:pt x="277075" y="85801"/>
                  </a:lnTo>
                  <a:lnTo>
                    <a:pt x="259613" y="127177"/>
                  </a:lnTo>
                  <a:lnTo>
                    <a:pt x="253428" y="173215"/>
                  </a:lnTo>
                  <a:lnTo>
                    <a:pt x="259613" y="219265"/>
                  </a:lnTo>
                  <a:lnTo>
                    <a:pt x="267144" y="237134"/>
                  </a:lnTo>
                  <a:lnTo>
                    <a:pt x="262077" y="237502"/>
                  </a:lnTo>
                  <a:lnTo>
                    <a:pt x="218706" y="247192"/>
                  </a:lnTo>
                  <a:lnTo>
                    <a:pt x="177876" y="262750"/>
                  </a:lnTo>
                  <a:lnTo>
                    <a:pt x="140068" y="283718"/>
                  </a:lnTo>
                  <a:lnTo>
                    <a:pt x="105765" y="309600"/>
                  </a:lnTo>
                  <a:lnTo>
                    <a:pt x="75425" y="339940"/>
                  </a:lnTo>
                  <a:lnTo>
                    <a:pt x="49542" y="374243"/>
                  </a:lnTo>
                  <a:lnTo>
                    <a:pt x="28575" y="412051"/>
                  </a:lnTo>
                  <a:lnTo>
                    <a:pt x="13017" y="452882"/>
                  </a:lnTo>
                  <a:lnTo>
                    <a:pt x="3340" y="496252"/>
                  </a:lnTo>
                  <a:lnTo>
                    <a:pt x="0" y="541693"/>
                  </a:lnTo>
                  <a:lnTo>
                    <a:pt x="3340" y="587133"/>
                  </a:lnTo>
                  <a:lnTo>
                    <a:pt x="13017" y="630504"/>
                  </a:lnTo>
                  <a:lnTo>
                    <a:pt x="28575" y="671334"/>
                  </a:lnTo>
                  <a:lnTo>
                    <a:pt x="49542" y="709142"/>
                  </a:lnTo>
                  <a:lnTo>
                    <a:pt x="75425" y="743445"/>
                  </a:lnTo>
                  <a:lnTo>
                    <a:pt x="105765" y="773785"/>
                  </a:lnTo>
                  <a:lnTo>
                    <a:pt x="140068" y="799668"/>
                  </a:lnTo>
                  <a:lnTo>
                    <a:pt x="177876" y="820635"/>
                  </a:lnTo>
                  <a:lnTo>
                    <a:pt x="218706" y="836193"/>
                  </a:lnTo>
                  <a:lnTo>
                    <a:pt x="262077" y="845883"/>
                  </a:lnTo>
                  <a:lnTo>
                    <a:pt x="307517" y="849210"/>
                  </a:lnTo>
                  <a:lnTo>
                    <a:pt x="352958" y="845883"/>
                  </a:lnTo>
                  <a:lnTo>
                    <a:pt x="396328" y="836193"/>
                  </a:lnTo>
                  <a:lnTo>
                    <a:pt x="437159" y="820635"/>
                  </a:lnTo>
                  <a:lnTo>
                    <a:pt x="474967" y="799668"/>
                  </a:lnTo>
                  <a:lnTo>
                    <a:pt x="509270" y="773785"/>
                  </a:lnTo>
                  <a:lnTo>
                    <a:pt x="539610" y="743445"/>
                  </a:lnTo>
                  <a:lnTo>
                    <a:pt x="565492" y="709142"/>
                  </a:lnTo>
                  <a:lnTo>
                    <a:pt x="586460" y="671334"/>
                  </a:lnTo>
                  <a:lnTo>
                    <a:pt x="602018" y="630504"/>
                  </a:lnTo>
                  <a:lnTo>
                    <a:pt x="611708" y="587133"/>
                  </a:lnTo>
                  <a:lnTo>
                    <a:pt x="615035" y="541693"/>
                  </a:lnTo>
                  <a:close/>
                </a:path>
                <a:path w="1357630" h="1187450">
                  <a:moveTo>
                    <a:pt x="1357528" y="879690"/>
                  </a:moveTo>
                  <a:lnTo>
                    <a:pt x="1354188" y="834250"/>
                  </a:lnTo>
                  <a:lnTo>
                    <a:pt x="1344498" y="790879"/>
                  </a:lnTo>
                  <a:lnTo>
                    <a:pt x="1328940" y="750049"/>
                  </a:lnTo>
                  <a:lnTo>
                    <a:pt x="1307973" y="712241"/>
                  </a:lnTo>
                  <a:lnTo>
                    <a:pt x="1282090" y="677938"/>
                  </a:lnTo>
                  <a:lnTo>
                    <a:pt x="1251762" y="647598"/>
                  </a:lnTo>
                  <a:lnTo>
                    <a:pt x="1217447" y="621715"/>
                  </a:lnTo>
                  <a:lnTo>
                    <a:pt x="1179639" y="600748"/>
                  </a:lnTo>
                  <a:lnTo>
                    <a:pt x="1138821" y="585190"/>
                  </a:lnTo>
                  <a:lnTo>
                    <a:pt x="1095451" y="575500"/>
                  </a:lnTo>
                  <a:lnTo>
                    <a:pt x="1049997" y="572173"/>
                  </a:lnTo>
                  <a:lnTo>
                    <a:pt x="1004557" y="575500"/>
                  </a:lnTo>
                  <a:lnTo>
                    <a:pt x="961186" y="585190"/>
                  </a:lnTo>
                  <a:lnTo>
                    <a:pt x="920356" y="600748"/>
                  </a:lnTo>
                  <a:lnTo>
                    <a:pt x="882561" y="621715"/>
                  </a:lnTo>
                  <a:lnTo>
                    <a:pt x="848245" y="647598"/>
                  </a:lnTo>
                  <a:lnTo>
                    <a:pt x="817918" y="677938"/>
                  </a:lnTo>
                  <a:lnTo>
                    <a:pt x="792022" y="712241"/>
                  </a:lnTo>
                  <a:lnTo>
                    <a:pt x="771067" y="750049"/>
                  </a:lnTo>
                  <a:lnTo>
                    <a:pt x="755497" y="790879"/>
                  </a:lnTo>
                  <a:lnTo>
                    <a:pt x="745820" y="834250"/>
                  </a:lnTo>
                  <a:lnTo>
                    <a:pt x="742480" y="879690"/>
                  </a:lnTo>
                  <a:lnTo>
                    <a:pt x="745820" y="925131"/>
                  </a:lnTo>
                  <a:lnTo>
                    <a:pt x="755497" y="968502"/>
                  </a:lnTo>
                  <a:lnTo>
                    <a:pt x="771067" y="1009332"/>
                  </a:lnTo>
                  <a:lnTo>
                    <a:pt x="792022" y="1047140"/>
                  </a:lnTo>
                  <a:lnTo>
                    <a:pt x="817918" y="1081443"/>
                  </a:lnTo>
                  <a:lnTo>
                    <a:pt x="848245" y="1111783"/>
                  </a:lnTo>
                  <a:lnTo>
                    <a:pt x="882561" y="1137666"/>
                  </a:lnTo>
                  <a:lnTo>
                    <a:pt x="920356" y="1158633"/>
                  </a:lnTo>
                  <a:lnTo>
                    <a:pt x="961186" y="1174191"/>
                  </a:lnTo>
                  <a:lnTo>
                    <a:pt x="1004557" y="1183868"/>
                  </a:lnTo>
                  <a:lnTo>
                    <a:pt x="1049997" y="1187208"/>
                  </a:lnTo>
                  <a:lnTo>
                    <a:pt x="1095451" y="1183868"/>
                  </a:lnTo>
                  <a:lnTo>
                    <a:pt x="1138821" y="1174191"/>
                  </a:lnTo>
                  <a:lnTo>
                    <a:pt x="1179639" y="1158633"/>
                  </a:lnTo>
                  <a:lnTo>
                    <a:pt x="1217447" y="1137666"/>
                  </a:lnTo>
                  <a:lnTo>
                    <a:pt x="1251762" y="1111783"/>
                  </a:lnTo>
                  <a:lnTo>
                    <a:pt x="1282090" y="1081443"/>
                  </a:lnTo>
                  <a:lnTo>
                    <a:pt x="1307973" y="1047140"/>
                  </a:lnTo>
                  <a:lnTo>
                    <a:pt x="1328940" y="1009332"/>
                  </a:lnTo>
                  <a:lnTo>
                    <a:pt x="1344498" y="968502"/>
                  </a:lnTo>
                  <a:lnTo>
                    <a:pt x="1354188" y="925131"/>
                  </a:lnTo>
                  <a:lnTo>
                    <a:pt x="1357528" y="8796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5408447" y="6713686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173219" y="0"/>
                </a:moveTo>
                <a:lnTo>
                  <a:pt x="127172" y="6187"/>
                </a:lnTo>
                <a:lnTo>
                  <a:pt x="85794" y="23650"/>
                </a:lnTo>
                <a:lnTo>
                  <a:pt x="50736" y="50736"/>
                </a:lnTo>
                <a:lnTo>
                  <a:pt x="23650" y="85794"/>
                </a:lnTo>
                <a:lnTo>
                  <a:pt x="6187" y="127172"/>
                </a:lnTo>
                <a:lnTo>
                  <a:pt x="0" y="173219"/>
                </a:lnTo>
                <a:lnTo>
                  <a:pt x="6187" y="219266"/>
                </a:lnTo>
                <a:lnTo>
                  <a:pt x="23650" y="260645"/>
                </a:lnTo>
                <a:lnTo>
                  <a:pt x="50736" y="295703"/>
                </a:lnTo>
                <a:lnTo>
                  <a:pt x="85794" y="322789"/>
                </a:lnTo>
                <a:lnTo>
                  <a:pt x="127172" y="340251"/>
                </a:lnTo>
                <a:lnTo>
                  <a:pt x="173219" y="346439"/>
                </a:lnTo>
                <a:lnTo>
                  <a:pt x="219270" y="340251"/>
                </a:lnTo>
                <a:lnTo>
                  <a:pt x="260649" y="322789"/>
                </a:lnTo>
                <a:lnTo>
                  <a:pt x="295706" y="295703"/>
                </a:lnTo>
                <a:lnTo>
                  <a:pt x="322791" y="260645"/>
                </a:lnTo>
                <a:lnTo>
                  <a:pt x="340252" y="219266"/>
                </a:lnTo>
                <a:lnTo>
                  <a:pt x="346439" y="173219"/>
                </a:lnTo>
                <a:lnTo>
                  <a:pt x="340252" y="127172"/>
                </a:lnTo>
                <a:lnTo>
                  <a:pt x="322791" y="85794"/>
                </a:lnTo>
                <a:lnTo>
                  <a:pt x="295706" y="50736"/>
                </a:lnTo>
                <a:lnTo>
                  <a:pt x="260649" y="23650"/>
                </a:lnTo>
                <a:lnTo>
                  <a:pt x="219270" y="6187"/>
                </a:lnTo>
                <a:lnTo>
                  <a:pt x="1732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19806" y="6508677"/>
            <a:ext cx="202894" cy="202883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25489" y="4883770"/>
            <a:ext cx="9538117" cy="86995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250440" y="5923012"/>
            <a:ext cx="9085881" cy="1004570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2555532" y="9032335"/>
            <a:ext cx="222885" cy="104139"/>
          </a:xfrm>
          <a:custGeom>
            <a:avLst/>
            <a:gdLst/>
            <a:ahLst/>
            <a:cxnLst/>
            <a:rect l="l" t="t" r="r" b="b"/>
            <a:pathLst>
              <a:path w="222885" h="104140">
                <a:moveTo>
                  <a:pt x="135356" y="6870"/>
                </a:moveTo>
                <a:lnTo>
                  <a:pt x="128485" y="0"/>
                </a:lnTo>
                <a:lnTo>
                  <a:pt x="120015" y="0"/>
                </a:lnTo>
                <a:lnTo>
                  <a:pt x="6870" y="0"/>
                </a:lnTo>
                <a:lnTo>
                  <a:pt x="0" y="6870"/>
                </a:lnTo>
                <a:lnTo>
                  <a:pt x="0" y="23812"/>
                </a:lnTo>
                <a:lnTo>
                  <a:pt x="6870" y="30670"/>
                </a:lnTo>
                <a:lnTo>
                  <a:pt x="128485" y="30670"/>
                </a:lnTo>
                <a:lnTo>
                  <a:pt x="135356" y="23812"/>
                </a:lnTo>
                <a:lnTo>
                  <a:pt x="135356" y="6870"/>
                </a:lnTo>
                <a:close/>
              </a:path>
              <a:path w="222885" h="104140">
                <a:moveTo>
                  <a:pt x="222618" y="79908"/>
                </a:moveTo>
                <a:lnTo>
                  <a:pt x="215747" y="73037"/>
                </a:lnTo>
                <a:lnTo>
                  <a:pt x="207276" y="73037"/>
                </a:lnTo>
                <a:lnTo>
                  <a:pt x="58978" y="73037"/>
                </a:lnTo>
                <a:lnTo>
                  <a:pt x="52120" y="79908"/>
                </a:lnTo>
                <a:lnTo>
                  <a:pt x="52120" y="96850"/>
                </a:lnTo>
                <a:lnTo>
                  <a:pt x="58978" y="103708"/>
                </a:lnTo>
                <a:lnTo>
                  <a:pt x="215747" y="103708"/>
                </a:lnTo>
                <a:lnTo>
                  <a:pt x="222618" y="96850"/>
                </a:lnTo>
                <a:lnTo>
                  <a:pt x="222618" y="79908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2441637" y="9032334"/>
            <a:ext cx="67945" cy="31115"/>
          </a:xfrm>
          <a:custGeom>
            <a:avLst/>
            <a:gdLst/>
            <a:ahLst/>
            <a:cxnLst/>
            <a:rect l="l" t="t" r="r" b="b"/>
            <a:pathLst>
              <a:path w="67944" h="31115">
                <a:moveTo>
                  <a:pt x="60553" y="0"/>
                </a:moveTo>
                <a:lnTo>
                  <a:pt x="52082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60553" y="30669"/>
                </a:lnTo>
                <a:lnTo>
                  <a:pt x="67422" y="23810"/>
                </a:lnTo>
                <a:lnTo>
                  <a:pt x="67422" y="6868"/>
                </a:lnTo>
                <a:lnTo>
                  <a:pt x="60553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2554533" y="9105372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4" h="31115">
                <a:moveTo>
                  <a:pt x="23810" y="0"/>
                </a:moveTo>
                <a:lnTo>
                  <a:pt x="15339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23810" y="30669"/>
                </a:lnTo>
                <a:lnTo>
                  <a:pt x="30679" y="23810"/>
                </a:lnTo>
                <a:lnTo>
                  <a:pt x="30679" y="6868"/>
                </a:lnTo>
                <a:lnTo>
                  <a:pt x="23810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2710538" y="9032334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4" h="31115">
                <a:moveTo>
                  <a:pt x="23810" y="0"/>
                </a:moveTo>
                <a:lnTo>
                  <a:pt x="15339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23810" y="30669"/>
                </a:lnTo>
                <a:lnTo>
                  <a:pt x="30679" y="23810"/>
                </a:lnTo>
                <a:lnTo>
                  <a:pt x="30679" y="6868"/>
                </a:lnTo>
                <a:lnTo>
                  <a:pt x="23810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7889151" y="8859932"/>
            <a:ext cx="222885" cy="104139"/>
          </a:xfrm>
          <a:custGeom>
            <a:avLst/>
            <a:gdLst/>
            <a:ahLst/>
            <a:cxnLst/>
            <a:rect l="l" t="t" r="r" b="b"/>
            <a:pathLst>
              <a:path w="222884" h="104140">
                <a:moveTo>
                  <a:pt x="135356" y="6870"/>
                </a:moveTo>
                <a:lnTo>
                  <a:pt x="128485" y="0"/>
                </a:lnTo>
                <a:lnTo>
                  <a:pt x="120015" y="0"/>
                </a:lnTo>
                <a:lnTo>
                  <a:pt x="6870" y="0"/>
                </a:lnTo>
                <a:lnTo>
                  <a:pt x="0" y="6870"/>
                </a:lnTo>
                <a:lnTo>
                  <a:pt x="0" y="23812"/>
                </a:lnTo>
                <a:lnTo>
                  <a:pt x="6870" y="30670"/>
                </a:lnTo>
                <a:lnTo>
                  <a:pt x="128485" y="30670"/>
                </a:lnTo>
                <a:lnTo>
                  <a:pt x="135356" y="23812"/>
                </a:lnTo>
                <a:lnTo>
                  <a:pt x="135356" y="6870"/>
                </a:lnTo>
                <a:close/>
              </a:path>
              <a:path w="222884" h="104140">
                <a:moveTo>
                  <a:pt x="222605" y="79908"/>
                </a:moveTo>
                <a:lnTo>
                  <a:pt x="215747" y="73037"/>
                </a:lnTo>
                <a:lnTo>
                  <a:pt x="207276" y="73037"/>
                </a:lnTo>
                <a:lnTo>
                  <a:pt x="58978" y="73037"/>
                </a:lnTo>
                <a:lnTo>
                  <a:pt x="52120" y="79908"/>
                </a:lnTo>
                <a:lnTo>
                  <a:pt x="52120" y="96850"/>
                </a:lnTo>
                <a:lnTo>
                  <a:pt x="58978" y="103708"/>
                </a:lnTo>
                <a:lnTo>
                  <a:pt x="215747" y="103708"/>
                </a:lnTo>
                <a:lnTo>
                  <a:pt x="222605" y="96850"/>
                </a:lnTo>
                <a:lnTo>
                  <a:pt x="222605" y="79908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775255" y="8859927"/>
            <a:ext cx="67945" cy="31115"/>
          </a:xfrm>
          <a:custGeom>
            <a:avLst/>
            <a:gdLst/>
            <a:ahLst/>
            <a:cxnLst/>
            <a:rect l="l" t="t" r="r" b="b"/>
            <a:pathLst>
              <a:path w="67945" h="31115">
                <a:moveTo>
                  <a:pt x="60553" y="0"/>
                </a:moveTo>
                <a:lnTo>
                  <a:pt x="52082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60553" y="30669"/>
                </a:lnTo>
                <a:lnTo>
                  <a:pt x="67422" y="23810"/>
                </a:lnTo>
                <a:lnTo>
                  <a:pt x="67422" y="6868"/>
                </a:lnTo>
                <a:lnTo>
                  <a:pt x="60553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7888150" y="8932964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23810" y="0"/>
                </a:moveTo>
                <a:lnTo>
                  <a:pt x="15339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23810" y="30669"/>
                </a:lnTo>
                <a:lnTo>
                  <a:pt x="30679" y="23810"/>
                </a:lnTo>
                <a:lnTo>
                  <a:pt x="30679" y="6868"/>
                </a:lnTo>
                <a:lnTo>
                  <a:pt x="23810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8044154" y="8859927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23810" y="0"/>
                </a:moveTo>
                <a:lnTo>
                  <a:pt x="15339" y="0"/>
                </a:lnTo>
                <a:lnTo>
                  <a:pt x="6868" y="0"/>
                </a:lnTo>
                <a:lnTo>
                  <a:pt x="0" y="6868"/>
                </a:lnTo>
                <a:lnTo>
                  <a:pt x="0" y="23810"/>
                </a:lnTo>
                <a:lnTo>
                  <a:pt x="6868" y="30669"/>
                </a:lnTo>
                <a:lnTo>
                  <a:pt x="23810" y="30669"/>
                </a:lnTo>
                <a:lnTo>
                  <a:pt x="30679" y="23810"/>
                </a:lnTo>
                <a:lnTo>
                  <a:pt x="30679" y="6868"/>
                </a:lnTo>
                <a:lnTo>
                  <a:pt x="23810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5232374" y="9250876"/>
            <a:ext cx="199390" cy="33020"/>
          </a:xfrm>
          <a:custGeom>
            <a:avLst/>
            <a:gdLst/>
            <a:ahLst/>
            <a:cxnLst/>
            <a:rect l="l" t="t" r="r" b="b"/>
            <a:pathLst>
              <a:path w="199389" h="33020">
                <a:moveTo>
                  <a:pt x="32562" y="7289"/>
                </a:moveTo>
                <a:lnTo>
                  <a:pt x="25273" y="0"/>
                </a:lnTo>
                <a:lnTo>
                  <a:pt x="16281" y="0"/>
                </a:lnTo>
                <a:lnTo>
                  <a:pt x="7289" y="0"/>
                </a:lnTo>
                <a:lnTo>
                  <a:pt x="0" y="7289"/>
                </a:lnTo>
                <a:lnTo>
                  <a:pt x="0" y="25273"/>
                </a:lnTo>
                <a:lnTo>
                  <a:pt x="7289" y="32575"/>
                </a:lnTo>
                <a:lnTo>
                  <a:pt x="25273" y="32575"/>
                </a:lnTo>
                <a:lnTo>
                  <a:pt x="32562" y="25273"/>
                </a:lnTo>
                <a:lnTo>
                  <a:pt x="32562" y="7289"/>
                </a:lnTo>
                <a:close/>
              </a:path>
              <a:path w="199389" h="33020">
                <a:moveTo>
                  <a:pt x="198856" y="7289"/>
                </a:moveTo>
                <a:lnTo>
                  <a:pt x="191566" y="0"/>
                </a:lnTo>
                <a:lnTo>
                  <a:pt x="182575" y="0"/>
                </a:lnTo>
                <a:lnTo>
                  <a:pt x="78778" y="0"/>
                </a:lnTo>
                <a:lnTo>
                  <a:pt x="71475" y="7289"/>
                </a:lnTo>
                <a:lnTo>
                  <a:pt x="71475" y="25273"/>
                </a:lnTo>
                <a:lnTo>
                  <a:pt x="78778" y="32575"/>
                </a:lnTo>
                <a:lnTo>
                  <a:pt x="191566" y="32575"/>
                </a:lnTo>
                <a:lnTo>
                  <a:pt x="198856" y="25273"/>
                </a:lnTo>
                <a:lnTo>
                  <a:pt x="198856" y="7289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115512" y="9358693"/>
            <a:ext cx="234315" cy="33655"/>
          </a:xfrm>
          <a:custGeom>
            <a:avLst/>
            <a:gdLst/>
            <a:ahLst/>
            <a:cxnLst/>
            <a:rect l="l" t="t" r="r" b="b"/>
            <a:pathLst>
              <a:path w="234314" h="33654">
                <a:moveTo>
                  <a:pt x="226286" y="0"/>
                </a:moveTo>
                <a:lnTo>
                  <a:pt x="217103" y="0"/>
                </a:lnTo>
                <a:lnTo>
                  <a:pt x="7444" y="0"/>
                </a:lnTo>
                <a:lnTo>
                  <a:pt x="0" y="7444"/>
                </a:lnTo>
                <a:lnTo>
                  <a:pt x="0" y="25800"/>
                </a:lnTo>
                <a:lnTo>
                  <a:pt x="7444" y="33245"/>
                </a:lnTo>
                <a:lnTo>
                  <a:pt x="226286" y="33245"/>
                </a:lnTo>
                <a:lnTo>
                  <a:pt x="233731" y="25800"/>
                </a:lnTo>
                <a:lnTo>
                  <a:pt x="233731" y="7444"/>
                </a:lnTo>
                <a:lnTo>
                  <a:pt x="226286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122733" y="9096946"/>
            <a:ext cx="422909" cy="100330"/>
          </a:xfrm>
          <a:custGeom>
            <a:avLst/>
            <a:gdLst/>
            <a:ahLst/>
            <a:cxnLst/>
            <a:rect l="l" t="t" r="r" b="b"/>
            <a:pathLst>
              <a:path w="422910" h="100329">
                <a:moveTo>
                  <a:pt x="155628" y="0"/>
                </a:moveTo>
                <a:lnTo>
                  <a:pt x="138452" y="2576"/>
                </a:lnTo>
                <a:lnTo>
                  <a:pt x="123312" y="9792"/>
                </a:lnTo>
                <a:lnTo>
                  <a:pt x="110980" y="20876"/>
                </a:lnTo>
                <a:lnTo>
                  <a:pt x="102227" y="35056"/>
                </a:lnTo>
                <a:lnTo>
                  <a:pt x="97431" y="34763"/>
                </a:lnTo>
                <a:lnTo>
                  <a:pt x="83042" y="37374"/>
                </a:lnTo>
                <a:lnTo>
                  <a:pt x="70900" y="44569"/>
                </a:lnTo>
                <a:lnTo>
                  <a:pt x="61959" y="55392"/>
                </a:lnTo>
                <a:lnTo>
                  <a:pt x="57171" y="68887"/>
                </a:lnTo>
                <a:lnTo>
                  <a:pt x="54302" y="67704"/>
                </a:lnTo>
                <a:lnTo>
                  <a:pt x="51150" y="67045"/>
                </a:lnTo>
                <a:lnTo>
                  <a:pt x="47851" y="67045"/>
                </a:lnTo>
                <a:lnTo>
                  <a:pt x="40130" y="68280"/>
                </a:lnTo>
                <a:lnTo>
                  <a:pt x="33416" y="71722"/>
                </a:lnTo>
                <a:lnTo>
                  <a:pt x="28098" y="76975"/>
                </a:lnTo>
                <a:lnTo>
                  <a:pt x="24564" y="83641"/>
                </a:lnTo>
                <a:lnTo>
                  <a:pt x="22439" y="82730"/>
                </a:lnTo>
                <a:lnTo>
                  <a:pt x="20093" y="82217"/>
                </a:lnTo>
                <a:lnTo>
                  <a:pt x="7895" y="82217"/>
                </a:lnTo>
                <a:lnTo>
                  <a:pt x="0" y="90112"/>
                </a:lnTo>
                <a:lnTo>
                  <a:pt x="0" y="99850"/>
                </a:lnTo>
                <a:lnTo>
                  <a:pt x="422395" y="99850"/>
                </a:lnTo>
                <a:lnTo>
                  <a:pt x="422479" y="98258"/>
                </a:lnTo>
                <a:lnTo>
                  <a:pt x="421054" y="91203"/>
                </a:lnTo>
                <a:lnTo>
                  <a:pt x="417170" y="85442"/>
                </a:lnTo>
                <a:lnTo>
                  <a:pt x="411409" y="81558"/>
                </a:lnTo>
                <a:lnTo>
                  <a:pt x="404354" y="80133"/>
                </a:lnTo>
                <a:lnTo>
                  <a:pt x="400239" y="80133"/>
                </a:lnTo>
                <a:lnTo>
                  <a:pt x="396459" y="81515"/>
                </a:lnTo>
                <a:lnTo>
                  <a:pt x="393412" y="83829"/>
                </a:lnTo>
                <a:lnTo>
                  <a:pt x="388888" y="77453"/>
                </a:lnTo>
                <a:lnTo>
                  <a:pt x="381464" y="73275"/>
                </a:lnTo>
                <a:lnTo>
                  <a:pt x="367706" y="73275"/>
                </a:lnTo>
                <a:lnTo>
                  <a:pt x="362763" y="74961"/>
                </a:lnTo>
                <a:lnTo>
                  <a:pt x="358701" y="77819"/>
                </a:lnTo>
                <a:lnTo>
                  <a:pt x="353730" y="70864"/>
                </a:lnTo>
                <a:lnTo>
                  <a:pt x="347119" y="65466"/>
                </a:lnTo>
                <a:lnTo>
                  <a:pt x="339210" y="61972"/>
                </a:lnTo>
                <a:lnTo>
                  <a:pt x="330345" y="60731"/>
                </a:lnTo>
                <a:lnTo>
                  <a:pt x="320050" y="62419"/>
                </a:lnTo>
                <a:lnTo>
                  <a:pt x="311142" y="67113"/>
                </a:lnTo>
                <a:lnTo>
                  <a:pt x="304174" y="74257"/>
                </a:lnTo>
                <a:lnTo>
                  <a:pt x="299697" y="83295"/>
                </a:lnTo>
                <a:lnTo>
                  <a:pt x="296786" y="81306"/>
                </a:lnTo>
                <a:lnTo>
                  <a:pt x="293268" y="80133"/>
                </a:lnTo>
                <a:lnTo>
                  <a:pt x="287174" y="80133"/>
                </a:lnTo>
                <a:lnTo>
                  <a:pt x="284975" y="80583"/>
                </a:lnTo>
                <a:lnTo>
                  <a:pt x="282954" y="81358"/>
                </a:lnTo>
                <a:lnTo>
                  <a:pt x="279202" y="75561"/>
                </a:lnTo>
                <a:lnTo>
                  <a:pt x="274021" y="71037"/>
                </a:lnTo>
                <a:lnTo>
                  <a:pt x="267716" y="68094"/>
                </a:lnTo>
                <a:lnTo>
                  <a:pt x="260588" y="67045"/>
                </a:lnTo>
                <a:lnTo>
                  <a:pt x="258274" y="67045"/>
                </a:lnTo>
                <a:lnTo>
                  <a:pt x="256034" y="67390"/>
                </a:lnTo>
                <a:lnTo>
                  <a:pt x="253908" y="67987"/>
                </a:lnTo>
                <a:lnTo>
                  <a:pt x="248951" y="54818"/>
                </a:lnTo>
                <a:lnTo>
                  <a:pt x="240011" y="44283"/>
                </a:lnTo>
                <a:lnTo>
                  <a:pt x="227996" y="37295"/>
                </a:lnTo>
                <a:lnTo>
                  <a:pt x="213815" y="34763"/>
                </a:lnTo>
                <a:lnTo>
                  <a:pt x="209019" y="35056"/>
                </a:lnTo>
                <a:lnTo>
                  <a:pt x="200268" y="20876"/>
                </a:lnTo>
                <a:lnTo>
                  <a:pt x="187939" y="9792"/>
                </a:lnTo>
                <a:lnTo>
                  <a:pt x="172802" y="2576"/>
                </a:lnTo>
                <a:lnTo>
                  <a:pt x="155628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6047921" y="8964846"/>
            <a:ext cx="1186815" cy="270510"/>
          </a:xfrm>
          <a:custGeom>
            <a:avLst/>
            <a:gdLst/>
            <a:ahLst/>
            <a:cxnLst/>
            <a:rect l="l" t="t" r="r" b="b"/>
            <a:pathLst>
              <a:path w="1186815" h="270509">
                <a:moveTo>
                  <a:pt x="611845" y="0"/>
                </a:moveTo>
                <a:lnTo>
                  <a:pt x="562353" y="6104"/>
                </a:lnTo>
                <a:lnTo>
                  <a:pt x="517323" y="23423"/>
                </a:lnTo>
                <a:lnTo>
                  <a:pt x="478239" y="50467"/>
                </a:lnTo>
                <a:lnTo>
                  <a:pt x="446583" y="85745"/>
                </a:lnTo>
                <a:lnTo>
                  <a:pt x="423840" y="127765"/>
                </a:lnTo>
                <a:lnTo>
                  <a:pt x="410769" y="120326"/>
                </a:lnTo>
                <a:lnTo>
                  <a:pt x="396613" y="114793"/>
                </a:lnTo>
                <a:lnTo>
                  <a:pt x="381542" y="111343"/>
                </a:lnTo>
                <a:lnTo>
                  <a:pt x="365727" y="110153"/>
                </a:lnTo>
                <a:lnTo>
                  <a:pt x="331450" y="115899"/>
                </a:lnTo>
                <a:lnTo>
                  <a:pt x="301952" y="131848"/>
                </a:lnTo>
                <a:lnTo>
                  <a:pt x="279144" y="156063"/>
                </a:lnTo>
                <a:lnTo>
                  <a:pt x="264934" y="186612"/>
                </a:lnTo>
                <a:lnTo>
                  <a:pt x="257227" y="184099"/>
                </a:lnTo>
                <a:lnTo>
                  <a:pt x="249018" y="182696"/>
                </a:lnTo>
                <a:lnTo>
                  <a:pt x="240474" y="182696"/>
                </a:lnTo>
                <a:lnTo>
                  <a:pt x="225485" y="184130"/>
                </a:lnTo>
                <a:lnTo>
                  <a:pt x="211458" y="188248"/>
                </a:lnTo>
                <a:lnTo>
                  <a:pt x="198645" y="194773"/>
                </a:lnTo>
                <a:lnTo>
                  <a:pt x="187303" y="203428"/>
                </a:lnTo>
                <a:lnTo>
                  <a:pt x="175489" y="192810"/>
                </a:lnTo>
                <a:lnTo>
                  <a:pt x="161697" y="184745"/>
                </a:lnTo>
                <a:lnTo>
                  <a:pt x="146290" y="179621"/>
                </a:lnTo>
                <a:lnTo>
                  <a:pt x="129629" y="177827"/>
                </a:lnTo>
                <a:lnTo>
                  <a:pt x="106381" y="181350"/>
                </a:lnTo>
                <a:lnTo>
                  <a:pt x="85926" y="191208"/>
                </a:lnTo>
                <a:lnTo>
                  <a:pt x="69331" y="206336"/>
                </a:lnTo>
                <a:lnTo>
                  <a:pt x="57663" y="225668"/>
                </a:lnTo>
                <a:lnTo>
                  <a:pt x="53925" y="224694"/>
                </a:lnTo>
                <a:lnTo>
                  <a:pt x="13487" y="237501"/>
                </a:lnTo>
                <a:lnTo>
                  <a:pt x="0" y="270065"/>
                </a:lnTo>
                <a:lnTo>
                  <a:pt x="1184728" y="270065"/>
                </a:lnTo>
                <a:lnTo>
                  <a:pt x="1185702" y="264777"/>
                </a:lnTo>
                <a:lnTo>
                  <a:pt x="1186278" y="259353"/>
                </a:lnTo>
                <a:lnTo>
                  <a:pt x="1186278" y="253793"/>
                </a:lnTo>
                <a:lnTo>
                  <a:pt x="1179249" y="218982"/>
                </a:lnTo>
                <a:lnTo>
                  <a:pt x="1160083" y="190555"/>
                </a:lnTo>
                <a:lnTo>
                  <a:pt x="1131656" y="171389"/>
                </a:lnTo>
                <a:lnTo>
                  <a:pt x="1096846" y="164361"/>
                </a:lnTo>
                <a:lnTo>
                  <a:pt x="1077559" y="166460"/>
                </a:lnTo>
                <a:lnTo>
                  <a:pt x="1059741" y="172451"/>
                </a:lnTo>
                <a:lnTo>
                  <a:pt x="1043821" y="181876"/>
                </a:lnTo>
                <a:lnTo>
                  <a:pt x="1030230" y="194276"/>
                </a:lnTo>
                <a:lnTo>
                  <a:pt x="1020894" y="189388"/>
                </a:lnTo>
                <a:lnTo>
                  <a:pt x="1010888" y="185749"/>
                </a:lnTo>
                <a:lnTo>
                  <a:pt x="1000303" y="183479"/>
                </a:lnTo>
                <a:lnTo>
                  <a:pt x="989236" y="182696"/>
                </a:lnTo>
                <a:lnTo>
                  <a:pt x="979611" y="183287"/>
                </a:lnTo>
                <a:lnTo>
                  <a:pt x="970334" y="185008"/>
                </a:lnTo>
                <a:lnTo>
                  <a:pt x="961469" y="187780"/>
                </a:lnTo>
                <a:lnTo>
                  <a:pt x="953080" y="191522"/>
                </a:lnTo>
                <a:lnTo>
                  <a:pt x="939652" y="159155"/>
                </a:lnTo>
                <a:lnTo>
                  <a:pt x="916745" y="133368"/>
                </a:lnTo>
                <a:lnTo>
                  <a:pt x="886494" y="116316"/>
                </a:lnTo>
                <a:lnTo>
                  <a:pt x="851031" y="110153"/>
                </a:lnTo>
                <a:lnTo>
                  <a:pt x="836914" y="111110"/>
                </a:lnTo>
                <a:lnTo>
                  <a:pt x="823380" y="113890"/>
                </a:lnTo>
                <a:lnTo>
                  <a:pt x="810541" y="118356"/>
                </a:lnTo>
                <a:lnTo>
                  <a:pt x="798509" y="124373"/>
                </a:lnTo>
                <a:lnTo>
                  <a:pt x="775460" y="83393"/>
                </a:lnTo>
                <a:lnTo>
                  <a:pt x="743850" y="49042"/>
                </a:lnTo>
                <a:lnTo>
                  <a:pt x="705097" y="22745"/>
                </a:lnTo>
                <a:lnTo>
                  <a:pt x="660622" y="5923"/>
                </a:lnTo>
                <a:lnTo>
                  <a:pt x="611845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002086" y="8510571"/>
            <a:ext cx="1194435" cy="272415"/>
          </a:xfrm>
          <a:custGeom>
            <a:avLst/>
            <a:gdLst/>
            <a:ahLst/>
            <a:cxnLst/>
            <a:rect l="l" t="t" r="r" b="b"/>
            <a:pathLst>
              <a:path w="1194435" h="272415">
                <a:moveTo>
                  <a:pt x="90049" y="165492"/>
                </a:moveTo>
                <a:lnTo>
                  <a:pt x="54996" y="172568"/>
                </a:lnTo>
                <a:lnTo>
                  <a:pt x="26373" y="191865"/>
                </a:lnTo>
                <a:lnTo>
                  <a:pt x="7076" y="220489"/>
                </a:lnTo>
                <a:lnTo>
                  <a:pt x="0" y="255541"/>
                </a:lnTo>
                <a:lnTo>
                  <a:pt x="0" y="261143"/>
                </a:lnTo>
                <a:lnTo>
                  <a:pt x="575" y="266599"/>
                </a:lnTo>
                <a:lnTo>
                  <a:pt x="1560" y="271918"/>
                </a:lnTo>
                <a:lnTo>
                  <a:pt x="1194403" y="271918"/>
                </a:lnTo>
                <a:lnTo>
                  <a:pt x="1166087" y="229197"/>
                </a:lnTo>
                <a:lnTo>
                  <a:pt x="1136352" y="227218"/>
                </a:lnTo>
                <a:lnTo>
                  <a:pt x="1124602" y="207756"/>
                </a:lnTo>
                <a:lnTo>
                  <a:pt x="1121393" y="204831"/>
                </a:lnTo>
                <a:lnTo>
                  <a:pt x="1005812" y="204831"/>
                </a:lnTo>
                <a:lnTo>
                  <a:pt x="994393" y="196118"/>
                </a:lnTo>
                <a:lnTo>
                  <a:pt x="993389" y="195606"/>
                </a:lnTo>
                <a:lnTo>
                  <a:pt x="157115" y="195606"/>
                </a:lnTo>
                <a:lnTo>
                  <a:pt x="143435" y="183122"/>
                </a:lnTo>
                <a:lnTo>
                  <a:pt x="127407" y="173634"/>
                </a:lnTo>
                <a:lnTo>
                  <a:pt x="109466" y="167604"/>
                </a:lnTo>
                <a:lnTo>
                  <a:pt x="90049" y="165492"/>
                </a:lnTo>
                <a:close/>
              </a:path>
              <a:path w="1194435" h="272415">
                <a:moveTo>
                  <a:pt x="1148038" y="225553"/>
                </a:moveTo>
                <a:lnTo>
                  <a:pt x="1143975" y="225553"/>
                </a:lnTo>
                <a:lnTo>
                  <a:pt x="1140101" y="226244"/>
                </a:lnTo>
                <a:lnTo>
                  <a:pt x="1136352" y="227218"/>
                </a:lnTo>
                <a:lnTo>
                  <a:pt x="1156283" y="227218"/>
                </a:lnTo>
                <a:lnTo>
                  <a:pt x="1148038" y="225553"/>
                </a:lnTo>
                <a:close/>
              </a:path>
              <a:path w="1194435" h="272415">
                <a:moveTo>
                  <a:pt x="1063883" y="179052"/>
                </a:moveTo>
                <a:lnTo>
                  <a:pt x="1047113" y="180858"/>
                </a:lnTo>
                <a:lnTo>
                  <a:pt x="1031600" y="186016"/>
                </a:lnTo>
                <a:lnTo>
                  <a:pt x="1017711" y="194137"/>
                </a:lnTo>
                <a:lnTo>
                  <a:pt x="1005812" y="204831"/>
                </a:lnTo>
                <a:lnTo>
                  <a:pt x="1121393" y="204831"/>
                </a:lnTo>
                <a:lnTo>
                  <a:pt x="1107892" y="192525"/>
                </a:lnTo>
                <a:lnTo>
                  <a:pt x="1087296" y="182599"/>
                </a:lnTo>
                <a:lnTo>
                  <a:pt x="1063883" y="179052"/>
                </a:lnTo>
                <a:close/>
              </a:path>
              <a:path w="1194435" h="272415">
                <a:moveTo>
                  <a:pt x="198391" y="183952"/>
                </a:moveTo>
                <a:lnTo>
                  <a:pt x="187248" y="184741"/>
                </a:lnTo>
                <a:lnTo>
                  <a:pt x="176591" y="187027"/>
                </a:lnTo>
                <a:lnTo>
                  <a:pt x="166515" y="190689"/>
                </a:lnTo>
                <a:lnTo>
                  <a:pt x="157115" y="195606"/>
                </a:lnTo>
                <a:lnTo>
                  <a:pt x="993389" y="195606"/>
                </a:lnTo>
                <a:lnTo>
                  <a:pt x="987963" y="192842"/>
                </a:lnTo>
                <a:lnTo>
                  <a:pt x="234788" y="192842"/>
                </a:lnTo>
                <a:lnTo>
                  <a:pt x="226345" y="189072"/>
                </a:lnTo>
                <a:lnTo>
                  <a:pt x="217422" y="186280"/>
                </a:lnTo>
                <a:lnTo>
                  <a:pt x="208083" y="184547"/>
                </a:lnTo>
                <a:lnTo>
                  <a:pt x="198391" y="183952"/>
                </a:lnTo>
                <a:close/>
              </a:path>
              <a:path w="1194435" h="272415">
                <a:moveTo>
                  <a:pt x="337539" y="110907"/>
                </a:moveTo>
                <a:lnTo>
                  <a:pt x="301837" y="117114"/>
                </a:lnTo>
                <a:lnTo>
                  <a:pt x="271380" y="134287"/>
                </a:lnTo>
                <a:lnTo>
                  <a:pt x="248315" y="160254"/>
                </a:lnTo>
                <a:lnTo>
                  <a:pt x="234788" y="192842"/>
                </a:lnTo>
                <a:lnTo>
                  <a:pt x="987963" y="192842"/>
                </a:lnTo>
                <a:lnTo>
                  <a:pt x="981493" y="189546"/>
                </a:lnTo>
                <a:lnTo>
                  <a:pt x="975887" y="187900"/>
                </a:lnTo>
                <a:lnTo>
                  <a:pt x="927647" y="187900"/>
                </a:lnTo>
                <a:lnTo>
                  <a:pt x="913345" y="157140"/>
                </a:lnTo>
                <a:lnTo>
                  <a:pt x="890382" y="132755"/>
                </a:lnTo>
                <a:lnTo>
                  <a:pt x="882782" y="128645"/>
                </a:lnTo>
                <a:lnTo>
                  <a:pt x="767662" y="128645"/>
                </a:lnTo>
                <a:lnTo>
                  <a:pt x="765809" y="125221"/>
                </a:lnTo>
                <a:lnTo>
                  <a:pt x="390427" y="125221"/>
                </a:lnTo>
                <a:lnTo>
                  <a:pt x="378313" y="119172"/>
                </a:lnTo>
                <a:lnTo>
                  <a:pt x="365385" y="114675"/>
                </a:lnTo>
                <a:lnTo>
                  <a:pt x="351756" y="111873"/>
                </a:lnTo>
                <a:lnTo>
                  <a:pt x="337539" y="110907"/>
                </a:lnTo>
                <a:close/>
              </a:path>
              <a:path w="1194435" h="272415">
                <a:moveTo>
                  <a:pt x="952274" y="183952"/>
                </a:moveTo>
                <a:lnTo>
                  <a:pt x="943678" y="183952"/>
                </a:lnTo>
                <a:lnTo>
                  <a:pt x="935406" y="185366"/>
                </a:lnTo>
                <a:lnTo>
                  <a:pt x="927647" y="187900"/>
                </a:lnTo>
                <a:lnTo>
                  <a:pt x="975887" y="187900"/>
                </a:lnTo>
                <a:lnTo>
                  <a:pt x="967369" y="185397"/>
                </a:lnTo>
                <a:lnTo>
                  <a:pt x="952274" y="183952"/>
                </a:lnTo>
                <a:close/>
              </a:path>
              <a:path w="1194435" h="272415">
                <a:moveTo>
                  <a:pt x="826173" y="110907"/>
                </a:moveTo>
                <a:lnTo>
                  <a:pt x="810250" y="112106"/>
                </a:lnTo>
                <a:lnTo>
                  <a:pt x="795076" y="115582"/>
                </a:lnTo>
                <a:lnTo>
                  <a:pt x="780823" y="121155"/>
                </a:lnTo>
                <a:lnTo>
                  <a:pt x="767662" y="128645"/>
                </a:lnTo>
                <a:lnTo>
                  <a:pt x="882782" y="128645"/>
                </a:lnTo>
                <a:lnTo>
                  <a:pt x="860683" y="116694"/>
                </a:lnTo>
                <a:lnTo>
                  <a:pt x="826173" y="110907"/>
                </a:lnTo>
                <a:close/>
              </a:path>
              <a:path w="1194435" h="272415">
                <a:moveTo>
                  <a:pt x="578369" y="0"/>
                </a:moveTo>
                <a:lnTo>
                  <a:pt x="529258" y="5964"/>
                </a:lnTo>
                <a:lnTo>
                  <a:pt x="484479" y="22902"/>
                </a:lnTo>
                <a:lnTo>
                  <a:pt x="445461" y="49379"/>
                </a:lnTo>
                <a:lnTo>
                  <a:pt x="413634" y="83964"/>
                </a:lnTo>
                <a:lnTo>
                  <a:pt x="390427" y="125221"/>
                </a:lnTo>
                <a:lnTo>
                  <a:pt x="765809" y="125221"/>
                </a:lnTo>
                <a:lnTo>
                  <a:pt x="744761" y="86336"/>
                </a:lnTo>
                <a:lnTo>
                  <a:pt x="712888" y="50816"/>
                </a:lnTo>
                <a:lnTo>
                  <a:pt x="673537" y="23585"/>
                </a:lnTo>
                <a:lnTo>
                  <a:pt x="628200" y="6146"/>
                </a:lnTo>
                <a:lnTo>
                  <a:pt x="578369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8471979" y="8710582"/>
            <a:ext cx="641350" cy="146050"/>
          </a:xfrm>
          <a:custGeom>
            <a:avLst/>
            <a:gdLst/>
            <a:ahLst/>
            <a:cxnLst/>
            <a:rect l="l" t="t" r="r" b="b"/>
            <a:pathLst>
              <a:path w="641350" h="146050">
                <a:moveTo>
                  <a:pt x="48333" y="88834"/>
                </a:moveTo>
                <a:lnTo>
                  <a:pt x="29517" y="92633"/>
                </a:lnTo>
                <a:lnTo>
                  <a:pt x="14154" y="102992"/>
                </a:lnTo>
                <a:lnTo>
                  <a:pt x="3797" y="118356"/>
                </a:lnTo>
                <a:lnTo>
                  <a:pt x="0" y="137168"/>
                </a:lnTo>
                <a:lnTo>
                  <a:pt x="0" y="140173"/>
                </a:lnTo>
                <a:lnTo>
                  <a:pt x="303" y="143105"/>
                </a:lnTo>
                <a:lnTo>
                  <a:pt x="837" y="145964"/>
                </a:lnTo>
                <a:lnTo>
                  <a:pt x="641142" y="145964"/>
                </a:lnTo>
                <a:lnTo>
                  <a:pt x="609981" y="121975"/>
                </a:lnTo>
                <a:lnTo>
                  <a:pt x="603670" y="111524"/>
                </a:lnTo>
                <a:lnTo>
                  <a:pt x="601949" y="109954"/>
                </a:lnTo>
                <a:lnTo>
                  <a:pt x="539910" y="109954"/>
                </a:lnTo>
                <a:lnTo>
                  <a:pt x="533780" y="105273"/>
                </a:lnTo>
                <a:lnTo>
                  <a:pt x="533247" y="105002"/>
                </a:lnTo>
                <a:lnTo>
                  <a:pt x="84342" y="105002"/>
                </a:lnTo>
                <a:lnTo>
                  <a:pt x="76993" y="98301"/>
                </a:lnTo>
                <a:lnTo>
                  <a:pt x="68387" y="93207"/>
                </a:lnTo>
                <a:lnTo>
                  <a:pt x="58757" y="89969"/>
                </a:lnTo>
                <a:lnTo>
                  <a:pt x="48333" y="88834"/>
                </a:lnTo>
                <a:close/>
              </a:path>
              <a:path w="641350" h="146050">
                <a:moveTo>
                  <a:pt x="616253" y="121074"/>
                </a:moveTo>
                <a:lnTo>
                  <a:pt x="614075" y="121074"/>
                </a:lnTo>
                <a:lnTo>
                  <a:pt x="611991" y="121441"/>
                </a:lnTo>
                <a:lnTo>
                  <a:pt x="609981" y="121975"/>
                </a:lnTo>
                <a:lnTo>
                  <a:pt x="620714" y="121975"/>
                </a:lnTo>
                <a:lnTo>
                  <a:pt x="616253" y="121074"/>
                </a:lnTo>
                <a:close/>
              </a:path>
              <a:path w="641350" h="146050">
                <a:moveTo>
                  <a:pt x="571082" y="96112"/>
                </a:moveTo>
                <a:lnTo>
                  <a:pt x="562079" y="97082"/>
                </a:lnTo>
                <a:lnTo>
                  <a:pt x="553752" y="99852"/>
                </a:lnTo>
                <a:lnTo>
                  <a:pt x="546297" y="104213"/>
                </a:lnTo>
                <a:lnTo>
                  <a:pt x="539910" y="109954"/>
                </a:lnTo>
                <a:lnTo>
                  <a:pt x="601949" y="109954"/>
                </a:lnTo>
                <a:lnTo>
                  <a:pt x="594701" y="103346"/>
                </a:lnTo>
                <a:lnTo>
                  <a:pt x="583647" y="98016"/>
                </a:lnTo>
                <a:lnTo>
                  <a:pt x="571082" y="96112"/>
                </a:lnTo>
                <a:close/>
              </a:path>
              <a:path w="641350" h="146050">
                <a:moveTo>
                  <a:pt x="113546" y="98740"/>
                </a:moveTo>
                <a:lnTo>
                  <a:pt x="98363" y="98740"/>
                </a:lnTo>
                <a:lnTo>
                  <a:pt x="90803" y="101054"/>
                </a:lnTo>
                <a:lnTo>
                  <a:pt x="84342" y="105002"/>
                </a:lnTo>
                <a:lnTo>
                  <a:pt x="533247" y="105002"/>
                </a:lnTo>
                <a:lnTo>
                  <a:pt x="530329" y="103515"/>
                </a:lnTo>
                <a:lnTo>
                  <a:pt x="126027" y="103515"/>
                </a:lnTo>
                <a:lnTo>
                  <a:pt x="120174" y="100489"/>
                </a:lnTo>
                <a:lnTo>
                  <a:pt x="113546" y="98740"/>
                </a:lnTo>
                <a:close/>
              </a:path>
              <a:path w="641350" h="146050">
                <a:moveTo>
                  <a:pt x="181188" y="59537"/>
                </a:moveTo>
                <a:lnTo>
                  <a:pt x="162022" y="62869"/>
                </a:lnTo>
                <a:lnTo>
                  <a:pt x="145672" y="72086"/>
                </a:lnTo>
                <a:lnTo>
                  <a:pt x="133290" y="86024"/>
                </a:lnTo>
                <a:lnTo>
                  <a:pt x="126027" y="103515"/>
                </a:lnTo>
                <a:lnTo>
                  <a:pt x="530329" y="103515"/>
                </a:lnTo>
                <a:lnTo>
                  <a:pt x="526854" y="101744"/>
                </a:lnTo>
                <a:lnTo>
                  <a:pt x="523829" y="100855"/>
                </a:lnTo>
                <a:lnTo>
                  <a:pt x="497953" y="100855"/>
                </a:lnTo>
                <a:lnTo>
                  <a:pt x="490274" y="84350"/>
                </a:lnTo>
                <a:lnTo>
                  <a:pt x="477947" y="71263"/>
                </a:lnTo>
                <a:lnTo>
                  <a:pt x="473864" y="69055"/>
                </a:lnTo>
                <a:lnTo>
                  <a:pt x="412071" y="69055"/>
                </a:lnTo>
                <a:lnTo>
                  <a:pt x="411008" y="67223"/>
                </a:lnTo>
                <a:lnTo>
                  <a:pt x="209574" y="67223"/>
                </a:lnTo>
                <a:lnTo>
                  <a:pt x="203070" y="63972"/>
                </a:lnTo>
                <a:lnTo>
                  <a:pt x="196131" y="61558"/>
                </a:lnTo>
                <a:lnTo>
                  <a:pt x="188817" y="60055"/>
                </a:lnTo>
                <a:lnTo>
                  <a:pt x="181188" y="59537"/>
                </a:lnTo>
                <a:close/>
              </a:path>
              <a:path w="641350" h="146050">
                <a:moveTo>
                  <a:pt x="511167" y="98740"/>
                </a:moveTo>
                <a:lnTo>
                  <a:pt x="506550" y="98740"/>
                </a:lnTo>
                <a:lnTo>
                  <a:pt x="502084" y="99516"/>
                </a:lnTo>
                <a:lnTo>
                  <a:pt x="497953" y="100855"/>
                </a:lnTo>
                <a:lnTo>
                  <a:pt x="523829" y="100855"/>
                </a:lnTo>
                <a:lnTo>
                  <a:pt x="519270" y="99516"/>
                </a:lnTo>
                <a:lnTo>
                  <a:pt x="511167" y="98740"/>
                </a:lnTo>
                <a:close/>
              </a:path>
              <a:path w="641350" h="146050">
                <a:moveTo>
                  <a:pt x="443483" y="59537"/>
                </a:moveTo>
                <a:lnTo>
                  <a:pt x="434935" y="60179"/>
                </a:lnTo>
                <a:lnTo>
                  <a:pt x="426788" y="62042"/>
                </a:lnTo>
                <a:lnTo>
                  <a:pt x="419135" y="65032"/>
                </a:lnTo>
                <a:lnTo>
                  <a:pt x="412071" y="69055"/>
                </a:lnTo>
                <a:lnTo>
                  <a:pt x="473864" y="69055"/>
                </a:lnTo>
                <a:lnTo>
                  <a:pt x="462006" y="62643"/>
                </a:lnTo>
                <a:lnTo>
                  <a:pt x="443483" y="59537"/>
                </a:lnTo>
                <a:close/>
              </a:path>
              <a:path w="641350" h="146050">
                <a:moveTo>
                  <a:pt x="310461" y="0"/>
                </a:moveTo>
                <a:lnTo>
                  <a:pt x="277839" y="4952"/>
                </a:lnTo>
                <a:lnTo>
                  <a:pt x="249153" y="18808"/>
                </a:lnTo>
                <a:lnTo>
                  <a:pt x="225899" y="40065"/>
                </a:lnTo>
                <a:lnTo>
                  <a:pt x="209574" y="67223"/>
                </a:lnTo>
                <a:lnTo>
                  <a:pt x="411008" y="67223"/>
                </a:lnTo>
                <a:lnTo>
                  <a:pt x="395920" y="41205"/>
                </a:lnTo>
                <a:lnTo>
                  <a:pt x="372559" y="19363"/>
                </a:lnTo>
                <a:lnTo>
                  <a:pt x="343551" y="5103"/>
                </a:lnTo>
                <a:lnTo>
                  <a:pt x="310461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330931" y="8262683"/>
            <a:ext cx="1114425" cy="287020"/>
          </a:xfrm>
          <a:custGeom>
            <a:avLst/>
            <a:gdLst/>
            <a:ahLst/>
            <a:cxnLst/>
            <a:rect l="l" t="t" r="r" b="b"/>
            <a:pathLst>
              <a:path w="1114425" h="287020">
                <a:moveTo>
                  <a:pt x="378637" y="0"/>
                </a:moveTo>
                <a:lnTo>
                  <a:pt x="332918" y="6143"/>
                </a:lnTo>
                <a:lnTo>
                  <a:pt x="291835" y="23481"/>
                </a:lnTo>
                <a:lnTo>
                  <a:pt x="257027" y="50374"/>
                </a:lnTo>
                <a:lnTo>
                  <a:pt x="230134" y="85181"/>
                </a:lnTo>
                <a:lnTo>
                  <a:pt x="212797" y="126265"/>
                </a:lnTo>
                <a:lnTo>
                  <a:pt x="206653" y="171984"/>
                </a:lnTo>
                <a:lnTo>
                  <a:pt x="206912" y="181373"/>
                </a:lnTo>
                <a:lnTo>
                  <a:pt x="207676" y="190625"/>
                </a:lnTo>
                <a:lnTo>
                  <a:pt x="208923" y="199731"/>
                </a:lnTo>
                <a:lnTo>
                  <a:pt x="210632" y="208684"/>
                </a:lnTo>
                <a:lnTo>
                  <a:pt x="184488" y="212501"/>
                </a:lnTo>
                <a:lnTo>
                  <a:pt x="163254" y="221967"/>
                </a:lnTo>
                <a:lnTo>
                  <a:pt x="148997" y="238154"/>
                </a:lnTo>
                <a:lnTo>
                  <a:pt x="143786" y="262138"/>
                </a:lnTo>
                <a:lnTo>
                  <a:pt x="121279" y="266726"/>
                </a:lnTo>
                <a:lnTo>
                  <a:pt x="22347" y="282099"/>
                </a:lnTo>
                <a:lnTo>
                  <a:pt x="0" y="286640"/>
                </a:lnTo>
                <a:lnTo>
                  <a:pt x="1114049" y="286640"/>
                </a:lnTo>
                <a:lnTo>
                  <a:pt x="1096963" y="282967"/>
                </a:lnTo>
                <a:lnTo>
                  <a:pt x="1021000" y="271413"/>
                </a:lnTo>
                <a:lnTo>
                  <a:pt x="1003707" y="267688"/>
                </a:lnTo>
                <a:lnTo>
                  <a:pt x="999274" y="247467"/>
                </a:lnTo>
                <a:lnTo>
                  <a:pt x="987185" y="233352"/>
                </a:lnTo>
                <a:lnTo>
                  <a:pt x="969256" y="225079"/>
                </a:lnTo>
                <a:lnTo>
                  <a:pt x="947300" y="222380"/>
                </a:lnTo>
                <a:lnTo>
                  <a:pt x="939347" y="222945"/>
                </a:lnTo>
                <a:lnTo>
                  <a:pt x="931742" y="224583"/>
                </a:lnTo>
                <a:lnTo>
                  <a:pt x="924555" y="227208"/>
                </a:lnTo>
                <a:lnTo>
                  <a:pt x="917856" y="230736"/>
                </a:lnTo>
                <a:lnTo>
                  <a:pt x="905648" y="207160"/>
                </a:lnTo>
                <a:lnTo>
                  <a:pt x="887060" y="188563"/>
                </a:lnTo>
                <a:lnTo>
                  <a:pt x="863491" y="176365"/>
                </a:lnTo>
                <a:lnTo>
                  <a:pt x="836341" y="171984"/>
                </a:lnTo>
                <a:lnTo>
                  <a:pt x="814322" y="174839"/>
                </a:lnTo>
                <a:lnTo>
                  <a:pt x="794433" y="182911"/>
                </a:lnTo>
                <a:lnTo>
                  <a:pt x="777392" y="195462"/>
                </a:lnTo>
                <a:lnTo>
                  <a:pt x="763913" y="211752"/>
                </a:lnTo>
                <a:lnTo>
                  <a:pt x="753087" y="203637"/>
                </a:lnTo>
                <a:lnTo>
                  <a:pt x="740898" y="197525"/>
                </a:lnTo>
                <a:lnTo>
                  <a:pt x="727579" y="193670"/>
                </a:lnTo>
                <a:lnTo>
                  <a:pt x="713360" y="192329"/>
                </a:lnTo>
                <a:lnTo>
                  <a:pt x="706051" y="192329"/>
                </a:lnTo>
                <a:lnTo>
                  <a:pt x="698994" y="193418"/>
                </a:lnTo>
                <a:lnTo>
                  <a:pt x="692303" y="195355"/>
                </a:lnTo>
                <a:lnTo>
                  <a:pt x="674295" y="160020"/>
                </a:lnTo>
                <a:lnTo>
                  <a:pt x="646650" y="132136"/>
                </a:lnTo>
                <a:lnTo>
                  <a:pt x="611497" y="113837"/>
                </a:lnTo>
                <a:lnTo>
                  <a:pt x="570966" y="107263"/>
                </a:lnTo>
                <a:lnTo>
                  <a:pt x="562892" y="107516"/>
                </a:lnTo>
                <a:lnTo>
                  <a:pt x="554951" y="108263"/>
                </a:lnTo>
                <a:lnTo>
                  <a:pt x="547160" y="109490"/>
                </a:lnTo>
                <a:lnTo>
                  <a:pt x="539533" y="111179"/>
                </a:lnTo>
                <a:lnTo>
                  <a:pt x="514372" y="66398"/>
                </a:lnTo>
                <a:lnTo>
                  <a:pt x="477461" y="31225"/>
                </a:lnTo>
                <a:lnTo>
                  <a:pt x="431362" y="8235"/>
                </a:lnTo>
                <a:lnTo>
                  <a:pt x="378637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6937690" y="8288015"/>
            <a:ext cx="1114425" cy="287020"/>
          </a:xfrm>
          <a:custGeom>
            <a:avLst/>
            <a:gdLst/>
            <a:ahLst/>
            <a:cxnLst/>
            <a:rect l="l" t="t" r="r" b="b"/>
            <a:pathLst>
              <a:path w="1114425" h="287020">
                <a:moveTo>
                  <a:pt x="735412" y="0"/>
                </a:moveTo>
                <a:lnTo>
                  <a:pt x="682691" y="8235"/>
                </a:lnTo>
                <a:lnTo>
                  <a:pt x="636591" y="31225"/>
                </a:lnTo>
                <a:lnTo>
                  <a:pt x="599678" y="66398"/>
                </a:lnTo>
                <a:lnTo>
                  <a:pt x="574516" y="111179"/>
                </a:lnTo>
                <a:lnTo>
                  <a:pt x="566889" y="109490"/>
                </a:lnTo>
                <a:lnTo>
                  <a:pt x="559098" y="108263"/>
                </a:lnTo>
                <a:lnTo>
                  <a:pt x="551157" y="107516"/>
                </a:lnTo>
                <a:lnTo>
                  <a:pt x="543082" y="107263"/>
                </a:lnTo>
                <a:lnTo>
                  <a:pt x="502552" y="113837"/>
                </a:lnTo>
                <a:lnTo>
                  <a:pt x="467399" y="132136"/>
                </a:lnTo>
                <a:lnTo>
                  <a:pt x="439753" y="160020"/>
                </a:lnTo>
                <a:lnTo>
                  <a:pt x="421746" y="195355"/>
                </a:lnTo>
                <a:lnTo>
                  <a:pt x="415055" y="193428"/>
                </a:lnTo>
                <a:lnTo>
                  <a:pt x="407998" y="192329"/>
                </a:lnTo>
                <a:lnTo>
                  <a:pt x="400689" y="192329"/>
                </a:lnTo>
                <a:lnTo>
                  <a:pt x="386470" y="193670"/>
                </a:lnTo>
                <a:lnTo>
                  <a:pt x="373150" y="197525"/>
                </a:lnTo>
                <a:lnTo>
                  <a:pt x="360962" y="203637"/>
                </a:lnTo>
                <a:lnTo>
                  <a:pt x="350135" y="211752"/>
                </a:lnTo>
                <a:lnTo>
                  <a:pt x="336657" y="195462"/>
                </a:lnTo>
                <a:lnTo>
                  <a:pt x="319615" y="182911"/>
                </a:lnTo>
                <a:lnTo>
                  <a:pt x="299727" y="174839"/>
                </a:lnTo>
                <a:lnTo>
                  <a:pt x="277708" y="171984"/>
                </a:lnTo>
                <a:lnTo>
                  <a:pt x="250562" y="176365"/>
                </a:lnTo>
                <a:lnTo>
                  <a:pt x="226993" y="188564"/>
                </a:lnTo>
                <a:lnTo>
                  <a:pt x="208402" y="207164"/>
                </a:lnTo>
                <a:lnTo>
                  <a:pt x="196192" y="230746"/>
                </a:lnTo>
                <a:lnTo>
                  <a:pt x="189494" y="227213"/>
                </a:lnTo>
                <a:lnTo>
                  <a:pt x="182307" y="224584"/>
                </a:lnTo>
                <a:lnTo>
                  <a:pt x="174702" y="222945"/>
                </a:lnTo>
                <a:lnTo>
                  <a:pt x="166748" y="222380"/>
                </a:lnTo>
                <a:lnTo>
                  <a:pt x="144793" y="225079"/>
                </a:lnTo>
                <a:lnTo>
                  <a:pt x="126863" y="233352"/>
                </a:lnTo>
                <a:lnTo>
                  <a:pt x="114775" y="247467"/>
                </a:lnTo>
                <a:lnTo>
                  <a:pt x="110342" y="267688"/>
                </a:lnTo>
                <a:lnTo>
                  <a:pt x="93051" y="271418"/>
                </a:lnTo>
                <a:lnTo>
                  <a:pt x="17090" y="282969"/>
                </a:lnTo>
                <a:lnTo>
                  <a:pt x="0" y="286640"/>
                </a:lnTo>
                <a:lnTo>
                  <a:pt x="1114049" y="286640"/>
                </a:lnTo>
                <a:lnTo>
                  <a:pt x="1091702" y="282099"/>
                </a:lnTo>
                <a:lnTo>
                  <a:pt x="992770" y="266726"/>
                </a:lnTo>
                <a:lnTo>
                  <a:pt x="970263" y="262138"/>
                </a:lnTo>
                <a:lnTo>
                  <a:pt x="965052" y="238154"/>
                </a:lnTo>
                <a:lnTo>
                  <a:pt x="950795" y="221967"/>
                </a:lnTo>
                <a:lnTo>
                  <a:pt x="929561" y="212501"/>
                </a:lnTo>
                <a:lnTo>
                  <a:pt x="903417" y="208684"/>
                </a:lnTo>
                <a:lnTo>
                  <a:pt x="905125" y="199731"/>
                </a:lnTo>
                <a:lnTo>
                  <a:pt x="906372" y="190625"/>
                </a:lnTo>
                <a:lnTo>
                  <a:pt x="907136" y="181373"/>
                </a:lnTo>
                <a:lnTo>
                  <a:pt x="907396" y="171984"/>
                </a:lnTo>
                <a:lnTo>
                  <a:pt x="901252" y="126265"/>
                </a:lnTo>
                <a:lnTo>
                  <a:pt x="883914" y="85181"/>
                </a:lnTo>
                <a:lnTo>
                  <a:pt x="857022" y="50374"/>
                </a:lnTo>
                <a:lnTo>
                  <a:pt x="822214" y="23481"/>
                </a:lnTo>
                <a:lnTo>
                  <a:pt x="781131" y="6143"/>
                </a:lnTo>
                <a:lnTo>
                  <a:pt x="735412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761707" y="9500825"/>
            <a:ext cx="1684020" cy="1051560"/>
          </a:xfrm>
          <a:custGeom>
            <a:avLst/>
            <a:gdLst/>
            <a:ahLst/>
            <a:cxnLst/>
            <a:rect l="l" t="t" r="r" b="b"/>
            <a:pathLst>
              <a:path w="1684020" h="1051559">
                <a:moveTo>
                  <a:pt x="1683524" y="720547"/>
                </a:moveTo>
                <a:lnTo>
                  <a:pt x="1680895" y="671791"/>
                </a:lnTo>
                <a:lnTo>
                  <a:pt x="1673199" y="624560"/>
                </a:lnTo>
                <a:lnTo>
                  <a:pt x="1660702" y="579107"/>
                </a:lnTo>
                <a:lnTo>
                  <a:pt x="1643697" y="535736"/>
                </a:lnTo>
                <a:lnTo>
                  <a:pt x="1622425" y="494703"/>
                </a:lnTo>
                <a:lnTo>
                  <a:pt x="1597190" y="456285"/>
                </a:lnTo>
                <a:lnTo>
                  <a:pt x="1568234" y="420738"/>
                </a:lnTo>
                <a:lnTo>
                  <a:pt x="1535861" y="388366"/>
                </a:lnTo>
                <a:lnTo>
                  <a:pt x="1500327" y="359422"/>
                </a:lnTo>
                <a:lnTo>
                  <a:pt x="1461897" y="334175"/>
                </a:lnTo>
                <a:lnTo>
                  <a:pt x="1420863" y="312915"/>
                </a:lnTo>
                <a:lnTo>
                  <a:pt x="1377492" y="295897"/>
                </a:lnTo>
                <a:lnTo>
                  <a:pt x="1332052" y="283400"/>
                </a:lnTo>
                <a:lnTo>
                  <a:pt x="1284808" y="275704"/>
                </a:lnTo>
                <a:lnTo>
                  <a:pt x="1236052" y="273088"/>
                </a:lnTo>
                <a:lnTo>
                  <a:pt x="1187297" y="275704"/>
                </a:lnTo>
                <a:lnTo>
                  <a:pt x="1140066" y="283400"/>
                </a:lnTo>
                <a:lnTo>
                  <a:pt x="1094625" y="295897"/>
                </a:lnTo>
                <a:lnTo>
                  <a:pt x="1051255" y="312915"/>
                </a:lnTo>
                <a:lnTo>
                  <a:pt x="1010221" y="334175"/>
                </a:lnTo>
                <a:lnTo>
                  <a:pt x="971791" y="359422"/>
                </a:lnTo>
                <a:lnTo>
                  <a:pt x="936256" y="388366"/>
                </a:lnTo>
                <a:lnTo>
                  <a:pt x="926642" y="397979"/>
                </a:lnTo>
                <a:lnTo>
                  <a:pt x="922705" y="372160"/>
                </a:lnTo>
                <a:lnTo>
                  <a:pt x="911225" y="327494"/>
                </a:lnTo>
                <a:lnTo>
                  <a:pt x="895553" y="284670"/>
                </a:lnTo>
                <a:lnTo>
                  <a:pt x="875919" y="243928"/>
                </a:lnTo>
                <a:lnTo>
                  <a:pt x="852576" y="205498"/>
                </a:lnTo>
                <a:lnTo>
                  <a:pt x="825741" y="169621"/>
                </a:lnTo>
                <a:lnTo>
                  <a:pt x="795667" y="136512"/>
                </a:lnTo>
                <a:lnTo>
                  <a:pt x="762558" y="106438"/>
                </a:lnTo>
                <a:lnTo>
                  <a:pt x="726681" y="79603"/>
                </a:lnTo>
                <a:lnTo>
                  <a:pt x="688251" y="56261"/>
                </a:lnTo>
                <a:lnTo>
                  <a:pt x="647509" y="36626"/>
                </a:lnTo>
                <a:lnTo>
                  <a:pt x="604685" y="20955"/>
                </a:lnTo>
                <a:lnTo>
                  <a:pt x="560019" y="9474"/>
                </a:lnTo>
                <a:lnTo>
                  <a:pt x="513740" y="2413"/>
                </a:lnTo>
                <a:lnTo>
                  <a:pt x="466090" y="0"/>
                </a:lnTo>
                <a:lnTo>
                  <a:pt x="418426" y="2413"/>
                </a:lnTo>
                <a:lnTo>
                  <a:pt x="372148" y="9474"/>
                </a:lnTo>
                <a:lnTo>
                  <a:pt x="327482" y="20955"/>
                </a:lnTo>
                <a:lnTo>
                  <a:pt x="284657" y="36626"/>
                </a:lnTo>
                <a:lnTo>
                  <a:pt x="243916" y="56261"/>
                </a:lnTo>
                <a:lnTo>
                  <a:pt x="205486" y="79603"/>
                </a:lnTo>
                <a:lnTo>
                  <a:pt x="169608" y="106438"/>
                </a:lnTo>
                <a:lnTo>
                  <a:pt x="136512" y="136512"/>
                </a:lnTo>
                <a:lnTo>
                  <a:pt x="106426" y="169621"/>
                </a:lnTo>
                <a:lnTo>
                  <a:pt x="79590" y="205498"/>
                </a:lnTo>
                <a:lnTo>
                  <a:pt x="56248" y="243928"/>
                </a:lnTo>
                <a:lnTo>
                  <a:pt x="36626" y="284670"/>
                </a:lnTo>
                <a:lnTo>
                  <a:pt x="20955" y="327494"/>
                </a:lnTo>
                <a:lnTo>
                  <a:pt x="9461" y="372160"/>
                </a:lnTo>
                <a:lnTo>
                  <a:pt x="2400" y="418439"/>
                </a:lnTo>
                <a:lnTo>
                  <a:pt x="0" y="466090"/>
                </a:lnTo>
                <a:lnTo>
                  <a:pt x="2400" y="513753"/>
                </a:lnTo>
                <a:lnTo>
                  <a:pt x="9461" y="560019"/>
                </a:lnTo>
                <a:lnTo>
                  <a:pt x="20955" y="604685"/>
                </a:lnTo>
                <a:lnTo>
                  <a:pt x="36626" y="647509"/>
                </a:lnTo>
                <a:lnTo>
                  <a:pt x="56248" y="688251"/>
                </a:lnTo>
                <a:lnTo>
                  <a:pt x="79590" y="726681"/>
                </a:lnTo>
                <a:lnTo>
                  <a:pt x="106426" y="762558"/>
                </a:lnTo>
                <a:lnTo>
                  <a:pt x="136512" y="795655"/>
                </a:lnTo>
                <a:lnTo>
                  <a:pt x="169608" y="825741"/>
                </a:lnTo>
                <a:lnTo>
                  <a:pt x="205486" y="852576"/>
                </a:lnTo>
                <a:lnTo>
                  <a:pt x="243916" y="875919"/>
                </a:lnTo>
                <a:lnTo>
                  <a:pt x="284657" y="895553"/>
                </a:lnTo>
                <a:lnTo>
                  <a:pt x="327482" y="911225"/>
                </a:lnTo>
                <a:lnTo>
                  <a:pt x="372148" y="922705"/>
                </a:lnTo>
                <a:lnTo>
                  <a:pt x="418426" y="929767"/>
                </a:lnTo>
                <a:lnTo>
                  <a:pt x="466090" y="932180"/>
                </a:lnTo>
                <a:lnTo>
                  <a:pt x="513740" y="929767"/>
                </a:lnTo>
                <a:lnTo>
                  <a:pt x="560019" y="922705"/>
                </a:lnTo>
                <a:lnTo>
                  <a:pt x="604685" y="911225"/>
                </a:lnTo>
                <a:lnTo>
                  <a:pt x="647509" y="895553"/>
                </a:lnTo>
                <a:lnTo>
                  <a:pt x="688251" y="875919"/>
                </a:lnTo>
                <a:lnTo>
                  <a:pt x="726681" y="852576"/>
                </a:lnTo>
                <a:lnTo>
                  <a:pt x="762558" y="825741"/>
                </a:lnTo>
                <a:lnTo>
                  <a:pt x="795515" y="795794"/>
                </a:lnTo>
                <a:lnTo>
                  <a:pt x="798779" y="815924"/>
                </a:lnTo>
                <a:lnTo>
                  <a:pt x="811110" y="861085"/>
                </a:lnTo>
                <a:lnTo>
                  <a:pt x="827913" y="904227"/>
                </a:lnTo>
                <a:lnTo>
                  <a:pt x="848918" y="945057"/>
                </a:lnTo>
                <a:lnTo>
                  <a:pt x="873861" y="983322"/>
                </a:lnTo>
                <a:lnTo>
                  <a:pt x="902462" y="1018755"/>
                </a:lnTo>
                <a:lnTo>
                  <a:pt x="934466" y="1051077"/>
                </a:lnTo>
                <a:lnTo>
                  <a:pt x="1537652" y="1051077"/>
                </a:lnTo>
                <a:lnTo>
                  <a:pt x="1569656" y="1018755"/>
                </a:lnTo>
                <a:lnTo>
                  <a:pt x="1598256" y="983322"/>
                </a:lnTo>
                <a:lnTo>
                  <a:pt x="1623199" y="945057"/>
                </a:lnTo>
                <a:lnTo>
                  <a:pt x="1644192" y="904227"/>
                </a:lnTo>
                <a:lnTo>
                  <a:pt x="1660994" y="861085"/>
                </a:lnTo>
                <a:lnTo>
                  <a:pt x="1673339" y="815924"/>
                </a:lnTo>
                <a:lnTo>
                  <a:pt x="1680933" y="768985"/>
                </a:lnTo>
                <a:lnTo>
                  <a:pt x="1683524" y="720547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524832" y="9479743"/>
            <a:ext cx="2331720" cy="1072515"/>
          </a:xfrm>
          <a:custGeom>
            <a:avLst/>
            <a:gdLst/>
            <a:ahLst/>
            <a:cxnLst/>
            <a:rect l="l" t="t" r="r" b="b"/>
            <a:pathLst>
              <a:path w="2331720" h="1072515">
                <a:moveTo>
                  <a:pt x="2331250" y="795223"/>
                </a:moveTo>
                <a:lnTo>
                  <a:pt x="2328926" y="746188"/>
                </a:lnTo>
                <a:lnTo>
                  <a:pt x="2322068" y="698461"/>
                </a:lnTo>
                <a:lnTo>
                  <a:pt x="2310917" y="652272"/>
                </a:lnTo>
                <a:lnTo>
                  <a:pt x="2295664" y="607834"/>
                </a:lnTo>
                <a:lnTo>
                  <a:pt x="2276538" y="565353"/>
                </a:lnTo>
                <a:lnTo>
                  <a:pt x="2253742" y="525043"/>
                </a:lnTo>
                <a:lnTo>
                  <a:pt x="2227491" y="487108"/>
                </a:lnTo>
                <a:lnTo>
                  <a:pt x="2198001" y="451789"/>
                </a:lnTo>
                <a:lnTo>
                  <a:pt x="2165489" y="419265"/>
                </a:lnTo>
                <a:lnTo>
                  <a:pt x="2130158" y="389788"/>
                </a:lnTo>
                <a:lnTo>
                  <a:pt x="2092236" y="363537"/>
                </a:lnTo>
                <a:lnTo>
                  <a:pt x="2051926" y="340741"/>
                </a:lnTo>
                <a:lnTo>
                  <a:pt x="2009432" y="321602"/>
                </a:lnTo>
                <a:lnTo>
                  <a:pt x="1964994" y="306362"/>
                </a:lnTo>
                <a:lnTo>
                  <a:pt x="1918804" y="295198"/>
                </a:lnTo>
                <a:lnTo>
                  <a:pt x="1871091" y="288353"/>
                </a:lnTo>
                <a:lnTo>
                  <a:pt x="1822043" y="286016"/>
                </a:lnTo>
                <a:lnTo>
                  <a:pt x="1773008" y="288353"/>
                </a:lnTo>
                <a:lnTo>
                  <a:pt x="1725282" y="295198"/>
                </a:lnTo>
                <a:lnTo>
                  <a:pt x="1679092" y="306362"/>
                </a:lnTo>
                <a:lnTo>
                  <a:pt x="1634655" y="321602"/>
                </a:lnTo>
                <a:lnTo>
                  <a:pt x="1592160" y="340741"/>
                </a:lnTo>
                <a:lnTo>
                  <a:pt x="1551851" y="363537"/>
                </a:lnTo>
                <a:lnTo>
                  <a:pt x="1513928" y="389788"/>
                </a:lnTo>
                <a:lnTo>
                  <a:pt x="1478597" y="419265"/>
                </a:lnTo>
                <a:lnTo>
                  <a:pt x="1466557" y="431304"/>
                </a:lnTo>
                <a:lnTo>
                  <a:pt x="1433995" y="417525"/>
                </a:lnTo>
                <a:lnTo>
                  <a:pt x="1390345" y="403428"/>
                </a:lnTo>
                <a:lnTo>
                  <a:pt x="1345120" y="393128"/>
                </a:lnTo>
                <a:lnTo>
                  <a:pt x="1298498" y="386803"/>
                </a:lnTo>
                <a:lnTo>
                  <a:pt x="1250683" y="384657"/>
                </a:lnTo>
                <a:lnTo>
                  <a:pt x="1202867" y="386803"/>
                </a:lnTo>
                <a:lnTo>
                  <a:pt x="1156258" y="393128"/>
                </a:lnTo>
                <a:lnTo>
                  <a:pt x="1111034" y="403428"/>
                </a:lnTo>
                <a:lnTo>
                  <a:pt x="1067371" y="417525"/>
                </a:lnTo>
                <a:lnTo>
                  <a:pt x="1025486" y="435241"/>
                </a:lnTo>
                <a:lnTo>
                  <a:pt x="985532" y="456387"/>
                </a:lnTo>
                <a:lnTo>
                  <a:pt x="947724" y="480771"/>
                </a:lnTo>
                <a:lnTo>
                  <a:pt x="930719" y="493915"/>
                </a:lnTo>
                <a:lnTo>
                  <a:pt x="932180" y="466090"/>
                </a:lnTo>
                <a:lnTo>
                  <a:pt x="929767" y="418439"/>
                </a:lnTo>
                <a:lnTo>
                  <a:pt x="922705" y="372160"/>
                </a:lnTo>
                <a:lnTo>
                  <a:pt x="911225" y="327494"/>
                </a:lnTo>
                <a:lnTo>
                  <a:pt x="895553" y="284670"/>
                </a:lnTo>
                <a:lnTo>
                  <a:pt x="875919" y="243928"/>
                </a:lnTo>
                <a:lnTo>
                  <a:pt x="852576" y="205498"/>
                </a:lnTo>
                <a:lnTo>
                  <a:pt x="825741" y="169621"/>
                </a:lnTo>
                <a:lnTo>
                  <a:pt x="795655" y="136512"/>
                </a:lnTo>
                <a:lnTo>
                  <a:pt x="762558" y="106438"/>
                </a:lnTo>
                <a:lnTo>
                  <a:pt x="726681" y="79603"/>
                </a:lnTo>
                <a:lnTo>
                  <a:pt x="688251" y="56261"/>
                </a:lnTo>
                <a:lnTo>
                  <a:pt x="647509" y="36626"/>
                </a:lnTo>
                <a:lnTo>
                  <a:pt x="604685" y="20955"/>
                </a:lnTo>
                <a:lnTo>
                  <a:pt x="560019" y="9474"/>
                </a:lnTo>
                <a:lnTo>
                  <a:pt x="513740" y="2413"/>
                </a:lnTo>
                <a:lnTo>
                  <a:pt x="466090" y="0"/>
                </a:lnTo>
                <a:lnTo>
                  <a:pt x="418426" y="2413"/>
                </a:lnTo>
                <a:lnTo>
                  <a:pt x="372148" y="9474"/>
                </a:lnTo>
                <a:lnTo>
                  <a:pt x="327482" y="20955"/>
                </a:lnTo>
                <a:lnTo>
                  <a:pt x="284657" y="36626"/>
                </a:lnTo>
                <a:lnTo>
                  <a:pt x="243916" y="56261"/>
                </a:lnTo>
                <a:lnTo>
                  <a:pt x="205486" y="79603"/>
                </a:lnTo>
                <a:lnTo>
                  <a:pt x="169608" y="106438"/>
                </a:lnTo>
                <a:lnTo>
                  <a:pt x="136512" y="136512"/>
                </a:lnTo>
                <a:lnTo>
                  <a:pt x="106426" y="169621"/>
                </a:lnTo>
                <a:lnTo>
                  <a:pt x="79590" y="205498"/>
                </a:lnTo>
                <a:lnTo>
                  <a:pt x="56248" y="243928"/>
                </a:lnTo>
                <a:lnTo>
                  <a:pt x="36626" y="284670"/>
                </a:lnTo>
                <a:lnTo>
                  <a:pt x="20955" y="327494"/>
                </a:lnTo>
                <a:lnTo>
                  <a:pt x="9461" y="372160"/>
                </a:lnTo>
                <a:lnTo>
                  <a:pt x="2400" y="418439"/>
                </a:lnTo>
                <a:lnTo>
                  <a:pt x="0" y="466090"/>
                </a:lnTo>
                <a:lnTo>
                  <a:pt x="2565" y="515302"/>
                </a:lnTo>
                <a:lnTo>
                  <a:pt x="10096" y="563041"/>
                </a:lnTo>
                <a:lnTo>
                  <a:pt x="22326" y="609041"/>
                </a:lnTo>
                <a:lnTo>
                  <a:pt x="39001" y="653034"/>
                </a:lnTo>
                <a:lnTo>
                  <a:pt x="59867" y="694791"/>
                </a:lnTo>
                <a:lnTo>
                  <a:pt x="84670" y="734021"/>
                </a:lnTo>
                <a:lnTo>
                  <a:pt x="113131" y="770496"/>
                </a:lnTo>
                <a:lnTo>
                  <a:pt x="145008" y="803935"/>
                </a:lnTo>
                <a:lnTo>
                  <a:pt x="180047" y="834085"/>
                </a:lnTo>
                <a:lnTo>
                  <a:pt x="217970" y="860704"/>
                </a:lnTo>
                <a:lnTo>
                  <a:pt x="258533" y="883513"/>
                </a:lnTo>
                <a:lnTo>
                  <a:pt x="301485" y="902258"/>
                </a:lnTo>
                <a:lnTo>
                  <a:pt x="346544" y="916686"/>
                </a:lnTo>
                <a:lnTo>
                  <a:pt x="393471" y="926528"/>
                </a:lnTo>
                <a:lnTo>
                  <a:pt x="538695" y="926528"/>
                </a:lnTo>
                <a:lnTo>
                  <a:pt x="585622" y="916686"/>
                </a:lnTo>
                <a:lnTo>
                  <a:pt x="630694" y="902258"/>
                </a:lnTo>
                <a:lnTo>
                  <a:pt x="673633" y="883513"/>
                </a:lnTo>
                <a:lnTo>
                  <a:pt x="714197" y="860704"/>
                </a:lnTo>
                <a:lnTo>
                  <a:pt x="729107" y="850239"/>
                </a:lnTo>
                <a:lnTo>
                  <a:pt x="727494" y="862177"/>
                </a:lnTo>
                <a:lnTo>
                  <a:pt x="725347" y="909993"/>
                </a:lnTo>
                <a:lnTo>
                  <a:pt x="727011" y="952030"/>
                </a:lnTo>
                <a:lnTo>
                  <a:pt x="731913" y="993152"/>
                </a:lnTo>
                <a:lnTo>
                  <a:pt x="739914" y="1033233"/>
                </a:lnTo>
                <a:lnTo>
                  <a:pt x="750887" y="1072159"/>
                </a:lnTo>
                <a:lnTo>
                  <a:pt x="1394726" y="1072159"/>
                </a:lnTo>
                <a:lnTo>
                  <a:pt x="1750479" y="1072159"/>
                </a:lnTo>
                <a:lnTo>
                  <a:pt x="2249360" y="1072159"/>
                </a:lnTo>
                <a:lnTo>
                  <a:pt x="2273401" y="1031062"/>
                </a:lnTo>
                <a:lnTo>
                  <a:pt x="2293607" y="987628"/>
                </a:lnTo>
                <a:lnTo>
                  <a:pt x="2309723" y="942098"/>
                </a:lnTo>
                <a:lnTo>
                  <a:pt x="2321522" y="894702"/>
                </a:lnTo>
                <a:lnTo>
                  <a:pt x="2328786" y="845667"/>
                </a:lnTo>
                <a:lnTo>
                  <a:pt x="2331250" y="795223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939131" y="9606588"/>
            <a:ext cx="1018540" cy="932180"/>
          </a:xfrm>
          <a:custGeom>
            <a:avLst/>
            <a:gdLst/>
            <a:ahLst/>
            <a:cxnLst/>
            <a:rect l="l" t="t" r="r" b="b"/>
            <a:pathLst>
              <a:path w="1018539" h="932179">
                <a:moveTo>
                  <a:pt x="509209" y="0"/>
                </a:moveTo>
                <a:lnTo>
                  <a:pt x="460169" y="2331"/>
                </a:lnTo>
                <a:lnTo>
                  <a:pt x="412448" y="9181"/>
                </a:lnTo>
                <a:lnTo>
                  <a:pt x="366259" y="20339"/>
                </a:lnTo>
                <a:lnTo>
                  <a:pt x="321816" y="35589"/>
                </a:lnTo>
                <a:lnTo>
                  <a:pt x="279331" y="54719"/>
                </a:lnTo>
                <a:lnTo>
                  <a:pt x="239019" y="77515"/>
                </a:lnTo>
                <a:lnTo>
                  <a:pt x="201093" y="103764"/>
                </a:lnTo>
                <a:lnTo>
                  <a:pt x="165766" y="133252"/>
                </a:lnTo>
                <a:lnTo>
                  <a:pt x="133252" y="165766"/>
                </a:lnTo>
                <a:lnTo>
                  <a:pt x="103764" y="201093"/>
                </a:lnTo>
                <a:lnTo>
                  <a:pt x="77515" y="239019"/>
                </a:lnTo>
                <a:lnTo>
                  <a:pt x="54719" y="279331"/>
                </a:lnTo>
                <a:lnTo>
                  <a:pt x="35589" y="321816"/>
                </a:lnTo>
                <a:lnTo>
                  <a:pt x="20339" y="366259"/>
                </a:lnTo>
                <a:lnTo>
                  <a:pt x="9181" y="412448"/>
                </a:lnTo>
                <a:lnTo>
                  <a:pt x="2331" y="460169"/>
                </a:lnTo>
                <a:lnTo>
                  <a:pt x="0" y="509209"/>
                </a:lnTo>
                <a:lnTo>
                  <a:pt x="2635" y="561333"/>
                </a:lnTo>
                <a:lnTo>
                  <a:pt x="10370" y="611949"/>
                </a:lnTo>
                <a:lnTo>
                  <a:pt x="22948" y="660801"/>
                </a:lnTo>
                <a:lnTo>
                  <a:pt x="40111" y="707631"/>
                </a:lnTo>
                <a:lnTo>
                  <a:pt x="61604" y="752182"/>
                </a:lnTo>
                <a:lnTo>
                  <a:pt x="87168" y="794198"/>
                </a:lnTo>
                <a:lnTo>
                  <a:pt x="116548" y="833422"/>
                </a:lnTo>
                <a:lnTo>
                  <a:pt x="149486" y="869597"/>
                </a:lnTo>
                <a:lnTo>
                  <a:pt x="185725" y="902466"/>
                </a:lnTo>
                <a:lnTo>
                  <a:pt x="225008" y="931772"/>
                </a:lnTo>
                <a:lnTo>
                  <a:pt x="793410" y="931772"/>
                </a:lnTo>
                <a:lnTo>
                  <a:pt x="832694" y="902466"/>
                </a:lnTo>
                <a:lnTo>
                  <a:pt x="868933" y="869597"/>
                </a:lnTo>
                <a:lnTo>
                  <a:pt x="901871" y="833422"/>
                </a:lnTo>
                <a:lnTo>
                  <a:pt x="931250" y="794198"/>
                </a:lnTo>
                <a:lnTo>
                  <a:pt x="956815" y="752182"/>
                </a:lnTo>
                <a:lnTo>
                  <a:pt x="978307" y="707631"/>
                </a:lnTo>
                <a:lnTo>
                  <a:pt x="995471" y="660801"/>
                </a:lnTo>
                <a:lnTo>
                  <a:pt x="1008048" y="611949"/>
                </a:lnTo>
                <a:lnTo>
                  <a:pt x="1015783" y="561333"/>
                </a:lnTo>
                <a:lnTo>
                  <a:pt x="1018419" y="509209"/>
                </a:lnTo>
                <a:lnTo>
                  <a:pt x="1016088" y="460169"/>
                </a:lnTo>
                <a:lnTo>
                  <a:pt x="1009237" y="412448"/>
                </a:lnTo>
                <a:lnTo>
                  <a:pt x="998080" y="366259"/>
                </a:lnTo>
                <a:lnTo>
                  <a:pt x="982829" y="321816"/>
                </a:lnTo>
                <a:lnTo>
                  <a:pt x="963700" y="279331"/>
                </a:lnTo>
                <a:lnTo>
                  <a:pt x="940903" y="239019"/>
                </a:lnTo>
                <a:lnTo>
                  <a:pt x="914655" y="201093"/>
                </a:lnTo>
                <a:lnTo>
                  <a:pt x="885166" y="165766"/>
                </a:lnTo>
                <a:lnTo>
                  <a:pt x="852652" y="133252"/>
                </a:lnTo>
                <a:lnTo>
                  <a:pt x="817325" y="103764"/>
                </a:lnTo>
                <a:lnTo>
                  <a:pt x="779399" y="77515"/>
                </a:lnTo>
                <a:lnTo>
                  <a:pt x="739087" y="54719"/>
                </a:lnTo>
                <a:lnTo>
                  <a:pt x="696603" y="35589"/>
                </a:lnTo>
                <a:lnTo>
                  <a:pt x="652159" y="20339"/>
                </a:lnTo>
                <a:lnTo>
                  <a:pt x="605970" y="9181"/>
                </a:lnTo>
                <a:lnTo>
                  <a:pt x="558249" y="2331"/>
                </a:lnTo>
                <a:lnTo>
                  <a:pt x="509209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4136578" y="9817598"/>
            <a:ext cx="691515" cy="632460"/>
          </a:xfrm>
          <a:custGeom>
            <a:avLst/>
            <a:gdLst/>
            <a:ahLst/>
            <a:cxnLst/>
            <a:rect l="l" t="t" r="r" b="b"/>
            <a:pathLst>
              <a:path w="691514" h="632459">
                <a:moveTo>
                  <a:pt x="345507" y="0"/>
                </a:moveTo>
                <a:lnTo>
                  <a:pt x="298623" y="3154"/>
                </a:lnTo>
                <a:lnTo>
                  <a:pt x="253657" y="12341"/>
                </a:lnTo>
                <a:lnTo>
                  <a:pt x="211019" y="27151"/>
                </a:lnTo>
                <a:lnTo>
                  <a:pt x="171122" y="47171"/>
                </a:lnTo>
                <a:lnTo>
                  <a:pt x="134377" y="71990"/>
                </a:lnTo>
                <a:lnTo>
                  <a:pt x="101195" y="101195"/>
                </a:lnTo>
                <a:lnTo>
                  <a:pt x="71990" y="134377"/>
                </a:lnTo>
                <a:lnTo>
                  <a:pt x="47171" y="171122"/>
                </a:lnTo>
                <a:lnTo>
                  <a:pt x="27151" y="211019"/>
                </a:lnTo>
                <a:lnTo>
                  <a:pt x="12341" y="253657"/>
                </a:lnTo>
                <a:lnTo>
                  <a:pt x="3154" y="298623"/>
                </a:lnTo>
                <a:lnTo>
                  <a:pt x="0" y="345507"/>
                </a:lnTo>
                <a:lnTo>
                  <a:pt x="3623" y="395732"/>
                </a:lnTo>
                <a:lnTo>
                  <a:pt x="14156" y="443715"/>
                </a:lnTo>
                <a:lnTo>
                  <a:pt x="31090" y="488948"/>
                </a:lnTo>
                <a:lnTo>
                  <a:pt x="53916" y="530925"/>
                </a:lnTo>
                <a:lnTo>
                  <a:pt x="82126" y="569136"/>
                </a:lnTo>
                <a:lnTo>
                  <a:pt x="115212" y="603074"/>
                </a:lnTo>
                <a:lnTo>
                  <a:pt x="152665" y="632232"/>
                </a:lnTo>
                <a:lnTo>
                  <a:pt x="538350" y="632232"/>
                </a:lnTo>
                <a:lnTo>
                  <a:pt x="575803" y="603074"/>
                </a:lnTo>
                <a:lnTo>
                  <a:pt x="608889" y="569136"/>
                </a:lnTo>
                <a:lnTo>
                  <a:pt x="637099" y="530925"/>
                </a:lnTo>
                <a:lnTo>
                  <a:pt x="659925" y="488948"/>
                </a:lnTo>
                <a:lnTo>
                  <a:pt x="676858" y="443715"/>
                </a:lnTo>
                <a:lnTo>
                  <a:pt x="687391" y="395732"/>
                </a:lnTo>
                <a:lnTo>
                  <a:pt x="691015" y="345507"/>
                </a:lnTo>
                <a:lnTo>
                  <a:pt x="687861" y="298623"/>
                </a:lnTo>
                <a:lnTo>
                  <a:pt x="678673" y="253657"/>
                </a:lnTo>
                <a:lnTo>
                  <a:pt x="663864" y="211019"/>
                </a:lnTo>
                <a:lnTo>
                  <a:pt x="643844" y="171122"/>
                </a:lnTo>
                <a:lnTo>
                  <a:pt x="619025" y="134377"/>
                </a:lnTo>
                <a:lnTo>
                  <a:pt x="589819" y="101195"/>
                </a:lnTo>
                <a:lnTo>
                  <a:pt x="556638" y="71990"/>
                </a:lnTo>
                <a:lnTo>
                  <a:pt x="519893" y="47171"/>
                </a:lnTo>
                <a:lnTo>
                  <a:pt x="479996" y="27151"/>
                </a:lnTo>
                <a:lnTo>
                  <a:pt x="437358" y="12341"/>
                </a:lnTo>
                <a:lnTo>
                  <a:pt x="392391" y="3154"/>
                </a:lnTo>
                <a:lnTo>
                  <a:pt x="345507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768307" y="9919582"/>
            <a:ext cx="691515" cy="632460"/>
          </a:xfrm>
          <a:custGeom>
            <a:avLst/>
            <a:gdLst/>
            <a:ahLst/>
            <a:cxnLst/>
            <a:rect l="l" t="t" r="r" b="b"/>
            <a:pathLst>
              <a:path w="691514" h="632459">
                <a:moveTo>
                  <a:pt x="345507" y="0"/>
                </a:moveTo>
                <a:lnTo>
                  <a:pt x="298623" y="3154"/>
                </a:lnTo>
                <a:lnTo>
                  <a:pt x="253657" y="12341"/>
                </a:lnTo>
                <a:lnTo>
                  <a:pt x="211019" y="27151"/>
                </a:lnTo>
                <a:lnTo>
                  <a:pt x="171122" y="47171"/>
                </a:lnTo>
                <a:lnTo>
                  <a:pt x="134377" y="71990"/>
                </a:lnTo>
                <a:lnTo>
                  <a:pt x="101195" y="101195"/>
                </a:lnTo>
                <a:lnTo>
                  <a:pt x="71990" y="134377"/>
                </a:lnTo>
                <a:lnTo>
                  <a:pt x="47171" y="171122"/>
                </a:lnTo>
                <a:lnTo>
                  <a:pt x="27151" y="211019"/>
                </a:lnTo>
                <a:lnTo>
                  <a:pt x="12341" y="253657"/>
                </a:lnTo>
                <a:lnTo>
                  <a:pt x="3154" y="298623"/>
                </a:lnTo>
                <a:lnTo>
                  <a:pt x="0" y="345507"/>
                </a:lnTo>
                <a:lnTo>
                  <a:pt x="3623" y="395732"/>
                </a:lnTo>
                <a:lnTo>
                  <a:pt x="14156" y="443715"/>
                </a:lnTo>
                <a:lnTo>
                  <a:pt x="31090" y="488948"/>
                </a:lnTo>
                <a:lnTo>
                  <a:pt x="53916" y="530925"/>
                </a:lnTo>
                <a:lnTo>
                  <a:pt x="82126" y="569136"/>
                </a:lnTo>
                <a:lnTo>
                  <a:pt x="115212" y="603074"/>
                </a:lnTo>
                <a:lnTo>
                  <a:pt x="152665" y="632232"/>
                </a:lnTo>
                <a:lnTo>
                  <a:pt x="538350" y="632232"/>
                </a:lnTo>
                <a:lnTo>
                  <a:pt x="575803" y="603074"/>
                </a:lnTo>
                <a:lnTo>
                  <a:pt x="608889" y="569136"/>
                </a:lnTo>
                <a:lnTo>
                  <a:pt x="637099" y="530925"/>
                </a:lnTo>
                <a:lnTo>
                  <a:pt x="659925" y="488948"/>
                </a:lnTo>
                <a:lnTo>
                  <a:pt x="676858" y="443715"/>
                </a:lnTo>
                <a:lnTo>
                  <a:pt x="687391" y="395732"/>
                </a:lnTo>
                <a:lnTo>
                  <a:pt x="691015" y="345507"/>
                </a:lnTo>
                <a:lnTo>
                  <a:pt x="687861" y="298623"/>
                </a:lnTo>
                <a:lnTo>
                  <a:pt x="678673" y="253657"/>
                </a:lnTo>
                <a:lnTo>
                  <a:pt x="663864" y="211019"/>
                </a:lnTo>
                <a:lnTo>
                  <a:pt x="643844" y="171122"/>
                </a:lnTo>
                <a:lnTo>
                  <a:pt x="619025" y="134377"/>
                </a:lnTo>
                <a:lnTo>
                  <a:pt x="589819" y="101195"/>
                </a:lnTo>
                <a:lnTo>
                  <a:pt x="556638" y="71990"/>
                </a:lnTo>
                <a:lnTo>
                  <a:pt x="519893" y="47171"/>
                </a:lnTo>
                <a:lnTo>
                  <a:pt x="479996" y="27151"/>
                </a:lnTo>
                <a:lnTo>
                  <a:pt x="437358" y="12341"/>
                </a:lnTo>
                <a:lnTo>
                  <a:pt x="392391" y="3154"/>
                </a:lnTo>
                <a:lnTo>
                  <a:pt x="345507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6431115" y="9116561"/>
            <a:ext cx="2947670" cy="1435735"/>
          </a:xfrm>
          <a:custGeom>
            <a:avLst/>
            <a:gdLst/>
            <a:ahLst/>
            <a:cxnLst/>
            <a:rect l="l" t="t" r="r" b="b"/>
            <a:pathLst>
              <a:path w="2947670" h="1435734">
                <a:moveTo>
                  <a:pt x="2947390" y="248005"/>
                </a:moveTo>
                <a:lnTo>
                  <a:pt x="2911271" y="213715"/>
                </a:lnTo>
                <a:lnTo>
                  <a:pt x="2873184" y="181597"/>
                </a:lnTo>
                <a:lnTo>
                  <a:pt x="2833205" y="151752"/>
                </a:lnTo>
                <a:lnTo>
                  <a:pt x="2791460" y="124269"/>
                </a:lnTo>
                <a:lnTo>
                  <a:pt x="2748013" y="99250"/>
                </a:lnTo>
                <a:lnTo>
                  <a:pt x="2703004" y="76809"/>
                </a:lnTo>
                <a:lnTo>
                  <a:pt x="2656497" y="57035"/>
                </a:lnTo>
                <a:lnTo>
                  <a:pt x="2608605" y="40017"/>
                </a:lnTo>
                <a:lnTo>
                  <a:pt x="2559431" y="25882"/>
                </a:lnTo>
                <a:lnTo>
                  <a:pt x="2509075" y="14706"/>
                </a:lnTo>
                <a:lnTo>
                  <a:pt x="2457627" y="6604"/>
                </a:lnTo>
                <a:lnTo>
                  <a:pt x="2405189" y="1676"/>
                </a:lnTo>
                <a:lnTo>
                  <a:pt x="2351875" y="0"/>
                </a:lnTo>
                <a:lnTo>
                  <a:pt x="2304250" y="1333"/>
                </a:lnTo>
                <a:lnTo>
                  <a:pt x="2257310" y="5270"/>
                </a:lnTo>
                <a:lnTo>
                  <a:pt x="2211146" y="11747"/>
                </a:lnTo>
                <a:lnTo>
                  <a:pt x="2165820" y="20688"/>
                </a:lnTo>
                <a:lnTo>
                  <a:pt x="2121408" y="32042"/>
                </a:lnTo>
                <a:lnTo>
                  <a:pt x="2077974" y="45707"/>
                </a:lnTo>
                <a:lnTo>
                  <a:pt x="2035594" y="61633"/>
                </a:lnTo>
                <a:lnTo>
                  <a:pt x="1994331" y="79743"/>
                </a:lnTo>
                <a:lnTo>
                  <a:pt x="1954263" y="99974"/>
                </a:lnTo>
                <a:lnTo>
                  <a:pt x="1915452" y="122237"/>
                </a:lnTo>
                <a:lnTo>
                  <a:pt x="1877987" y="146481"/>
                </a:lnTo>
                <a:lnTo>
                  <a:pt x="1841919" y="172631"/>
                </a:lnTo>
                <a:lnTo>
                  <a:pt x="1807337" y="200596"/>
                </a:lnTo>
                <a:lnTo>
                  <a:pt x="1774291" y="230327"/>
                </a:lnTo>
                <a:lnTo>
                  <a:pt x="1742871" y="261759"/>
                </a:lnTo>
                <a:lnTo>
                  <a:pt x="1713128" y="294792"/>
                </a:lnTo>
                <a:lnTo>
                  <a:pt x="1685163" y="329387"/>
                </a:lnTo>
                <a:lnTo>
                  <a:pt x="1659013" y="365442"/>
                </a:lnTo>
                <a:lnTo>
                  <a:pt x="1634782" y="402920"/>
                </a:lnTo>
                <a:lnTo>
                  <a:pt x="1612506" y="441718"/>
                </a:lnTo>
                <a:lnTo>
                  <a:pt x="1603679" y="459219"/>
                </a:lnTo>
                <a:lnTo>
                  <a:pt x="1583283" y="448818"/>
                </a:lnTo>
                <a:lnTo>
                  <a:pt x="1541589" y="431190"/>
                </a:lnTo>
                <a:lnTo>
                  <a:pt x="1498434" y="416483"/>
                </a:lnTo>
                <a:lnTo>
                  <a:pt x="1453972" y="404825"/>
                </a:lnTo>
                <a:lnTo>
                  <a:pt x="1408303" y="396354"/>
                </a:lnTo>
                <a:lnTo>
                  <a:pt x="1361554" y="391172"/>
                </a:lnTo>
                <a:lnTo>
                  <a:pt x="1313865" y="389420"/>
                </a:lnTo>
                <a:lnTo>
                  <a:pt x="1266164" y="391172"/>
                </a:lnTo>
                <a:lnTo>
                  <a:pt x="1219415" y="396354"/>
                </a:lnTo>
                <a:lnTo>
                  <a:pt x="1173746" y="404825"/>
                </a:lnTo>
                <a:lnTo>
                  <a:pt x="1129284" y="416483"/>
                </a:lnTo>
                <a:lnTo>
                  <a:pt x="1086129" y="431190"/>
                </a:lnTo>
                <a:lnTo>
                  <a:pt x="1044435" y="448818"/>
                </a:lnTo>
                <a:lnTo>
                  <a:pt x="1004303" y="469265"/>
                </a:lnTo>
                <a:lnTo>
                  <a:pt x="965873" y="492391"/>
                </a:lnTo>
                <a:lnTo>
                  <a:pt x="929246" y="518071"/>
                </a:lnTo>
                <a:lnTo>
                  <a:pt x="894562" y="546188"/>
                </a:lnTo>
                <a:lnTo>
                  <a:pt x="861949" y="576618"/>
                </a:lnTo>
                <a:lnTo>
                  <a:pt x="831532" y="609231"/>
                </a:lnTo>
                <a:lnTo>
                  <a:pt x="803414" y="643902"/>
                </a:lnTo>
                <a:lnTo>
                  <a:pt x="777735" y="680529"/>
                </a:lnTo>
                <a:lnTo>
                  <a:pt x="754608" y="718959"/>
                </a:lnTo>
                <a:lnTo>
                  <a:pt x="734161" y="759091"/>
                </a:lnTo>
                <a:lnTo>
                  <a:pt x="716534" y="800798"/>
                </a:lnTo>
                <a:lnTo>
                  <a:pt x="701827" y="843940"/>
                </a:lnTo>
                <a:lnTo>
                  <a:pt x="690168" y="888403"/>
                </a:lnTo>
                <a:lnTo>
                  <a:pt x="688721" y="896188"/>
                </a:lnTo>
                <a:lnTo>
                  <a:pt x="652170" y="883627"/>
                </a:lnTo>
                <a:lnTo>
                  <a:pt x="605980" y="872477"/>
                </a:lnTo>
                <a:lnTo>
                  <a:pt x="558253" y="865632"/>
                </a:lnTo>
                <a:lnTo>
                  <a:pt x="509219" y="863295"/>
                </a:lnTo>
                <a:lnTo>
                  <a:pt x="460171" y="865632"/>
                </a:lnTo>
                <a:lnTo>
                  <a:pt x="412457" y="872477"/>
                </a:lnTo>
                <a:lnTo>
                  <a:pt x="366268" y="883627"/>
                </a:lnTo>
                <a:lnTo>
                  <a:pt x="321818" y="898880"/>
                </a:lnTo>
                <a:lnTo>
                  <a:pt x="279336" y="918019"/>
                </a:lnTo>
                <a:lnTo>
                  <a:pt x="239026" y="940816"/>
                </a:lnTo>
                <a:lnTo>
                  <a:pt x="201104" y="967054"/>
                </a:lnTo>
                <a:lnTo>
                  <a:pt x="165773" y="996543"/>
                </a:lnTo>
                <a:lnTo>
                  <a:pt x="133261" y="1029055"/>
                </a:lnTo>
                <a:lnTo>
                  <a:pt x="103771" y="1064387"/>
                </a:lnTo>
                <a:lnTo>
                  <a:pt x="77520" y="1102309"/>
                </a:lnTo>
                <a:lnTo>
                  <a:pt x="54724" y="1142631"/>
                </a:lnTo>
                <a:lnTo>
                  <a:pt x="35598" y="1185113"/>
                </a:lnTo>
                <a:lnTo>
                  <a:pt x="20345" y="1229550"/>
                </a:lnTo>
                <a:lnTo>
                  <a:pt x="9182" y="1275740"/>
                </a:lnTo>
                <a:lnTo>
                  <a:pt x="2336" y="1323467"/>
                </a:lnTo>
                <a:lnTo>
                  <a:pt x="0" y="1372501"/>
                </a:lnTo>
                <a:lnTo>
                  <a:pt x="254" y="1388402"/>
                </a:lnTo>
                <a:lnTo>
                  <a:pt x="1003" y="1404175"/>
                </a:lnTo>
                <a:lnTo>
                  <a:pt x="2209" y="1419834"/>
                </a:lnTo>
                <a:lnTo>
                  <a:pt x="3886" y="1435354"/>
                </a:lnTo>
                <a:lnTo>
                  <a:pt x="1014539" y="1435354"/>
                </a:lnTo>
                <a:lnTo>
                  <a:pt x="1761070" y="1435341"/>
                </a:lnTo>
                <a:lnTo>
                  <a:pt x="1806727" y="1435341"/>
                </a:lnTo>
                <a:lnTo>
                  <a:pt x="2942564" y="1435341"/>
                </a:lnTo>
                <a:lnTo>
                  <a:pt x="2947390" y="1430667"/>
                </a:lnTo>
                <a:lnTo>
                  <a:pt x="2947390" y="248005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640638" y="8783339"/>
            <a:ext cx="8738235" cy="1769110"/>
          </a:xfrm>
          <a:custGeom>
            <a:avLst/>
            <a:gdLst/>
            <a:ahLst/>
            <a:cxnLst/>
            <a:rect l="l" t="t" r="r" b="b"/>
            <a:pathLst>
              <a:path w="8738235" h="1769109">
                <a:moveTo>
                  <a:pt x="8737867" y="1665160"/>
                </a:moveTo>
                <a:lnTo>
                  <a:pt x="2489" y="1665160"/>
                </a:lnTo>
                <a:lnTo>
                  <a:pt x="46558" y="1657515"/>
                </a:lnTo>
                <a:lnTo>
                  <a:pt x="92202" y="1646923"/>
                </a:lnTo>
                <a:lnTo>
                  <a:pt x="136855" y="1633893"/>
                </a:lnTo>
                <a:lnTo>
                  <a:pt x="180441" y="1618500"/>
                </a:lnTo>
                <a:lnTo>
                  <a:pt x="222897" y="1600822"/>
                </a:lnTo>
                <a:lnTo>
                  <a:pt x="264134" y="1580921"/>
                </a:lnTo>
                <a:lnTo>
                  <a:pt x="304101" y="1558886"/>
                </a:lnTo>
                <a:lnTo>
                  <a:pt x="342696" y="1534782"/>
                </a:lnTo>
                <a:lnTo>
                  <a:pt x="379869" y="1508696"/>
                </a:lnTo>
                <a:lnTo>
                  <a:pt x="415518" y="1480693"/>
                </a:lnTo>
                <a:lnTo>
                  <a:pt x="449592" y="1450835"/>
                </a:lnTo>
                <a:lnTo>
                  <a:pt x="482015" y="1419225"/>
                </a:lnTo>
                <a:lnTo>
                  <a:pt x="512699" y="1385912"/>
                </a:lnTo>
                <a:lnTo>
                  <a:pt x="541578" y="1350987"/>
                </a:lnTo>
                <a:lnTo>
                  <a:pt x="568566" y="1314513"/>
                </a:lnTo>
                <a:lnTo>
                  <a:pt x="593610" y="1276578"/>
                </a:lnTo>
                <a:lnTo>
                  <a:pt x="616623" y="1237246"/>
                </a:lnTo>
                <a:lnTo>
                  <a:pt x="637527" y="1196594"/>
                </a:lnTo>
                <a:lnTo>
                  <a:pt x="656247" y="1154696"/>
                </a:lnTo>
                <a:lnTo>
                  <a:pt x="672719" y="1111618"/>
                </a:lnTo>
                <a:lnTo>
                  <a:pt x="686854" y="1067460"/>
                </a:lnTo>
                <a:lnTo>
                  <a:pt x="698588" y="1022273"/>
                </a:lnTo>
                <a:lnTo>
                  <a:pt x="707847" y="976134"/>
                </a:lnTo>
                <a:lnTo>
                  <a:pt x="714552" y="929132"/>
                </a:lnTo>
                <a:lnTo>
                  <a:pt x="718629" y="881329"/>
                </a:lnTo>
                <a:lnTo>
                  <a:pt x="720013" y="832802"/>
                </a:lnTo>
                <a:lnTo>
                  <a:pt x="718629" y="784263"/>
                </a:lnTo>
                <a:lnTo>
                  <a:pt x="714552" y="736460"/>
                </a:lnTo>
                <a:lnTo>
                  <a:pt x="707847" y="689457"/>
                </a:lnTo>
                <a:lnTo>
                  <a:pt x="698588" y="643318"/>
                </a:lnTo>
                <a:lnTo>
                  <a:pt x="686854" y="598131"/>
                </a:lnTo>
                <a:lnTo>
                  <a:pt x="672719" y="553974"/>
                </a:lnTo>
                <a:lnTo>
                  <a:pt x="656247" y="510895"/>
                </a:lnTo>
                <a:lnTo>
                  <a:pt x="637527" y="468998"/>
                </a:lnTo>
                <a:lnTo>
                  <a:pt x="616623" y="428345"/>
                </a:lnTo>
                <a:lnTo>
                  <a:pt x="593610" y="389013"/>
                </a:lnTo>
                <a:lnTo>
                  <a:pt x="568566" y="351078"/>
                </a:lnTo>
                <a:lnTo>
                  <a:pt x="541578" y="314604"/>
                </a:lnTo>
                <a:lnTo>
                  <a:pt x="512699" y="279679"/>
                </a:lnTo>
                <a:lnTo>
                  <a:pt x="482015" y="246367"/>
                </a:lnTo>
                <a:lnTo>
                  <a:pt x="449592" y="214757"/>
                </a:lnTo>
                <a:lnTo>
                  <a:pt x="415518" y="184899"/>
                </a:lnTo>
                <a:lnTo>
                  <a:pt x="379869" y="156895"/>
                </a:lnTo>
                <a:lnTo>
                  <a:pt x="342696" y="130810"/>
                </a:lnTo>
                <a:lnTo>
                  <a:pt x="304101" y="106705"/>
                </a:lnTo>
                <a:lnTo>
                  <a:pt x="264134" y="84670"/>
                </a:lnTo>
                <a:lnTo>
                  <a:pt x="222897" y="64770"/>
                </a:lnTo>
                <a:lnTo>
                  <a:pt x="180441" y="47091"/>
                </a:lnTo>
                <a:lnTo>
                  <a:pt x="136855" y="31699"/>
                </a:lnTo>
                <a:lnTo>
                  <a:pt x="92202" y="18669"/>
                </a:lnTo>
                <a:lnTo>
                  <a:pt x="46558" y="8077"/>
                </a:lnTo>
                <a:lnTo>
                  <a:pt x="12" y="0"/>
                </a:lnTo>
                <a:lnTo>
                  <a:pt x="12" y="1665160"/>
                </a:lnTo>
                <a:lnTo>
                  <a:pt x="0" y="1768563"/>
                </a:lnTo>
                <a:lnTo>
                  <a:pt x="8737867" y="1768563"/>
                </a:lnTo>
                <a:lnTo>
                  <a:pt x="8737867" y="166516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624158" y="728636"/>
            <a:ext cx="7277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Clouds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40" y="5572411"/>
            <a:ext cx="69893" cy="7794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3773" y="4786231"/>
            <a:ext cx="69893" cy="7794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0024" y="3458275"/>
            <a:ext cx="69893" cy="7794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1133" y="2977669"/>
            <a:ext cx="69893" cy="7794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147088" y="518845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86354" y="403568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199114" y="382353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095623" y="297834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215298" y="380498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232982" y="470852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567" y="4683731"/>
            <a:ext cx="69893" cy="7794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080" y="2111553"/>
            <a:ext cx="69893" cy="77945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2233653" y="305524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203545" y="407451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267522" y="394023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0380" y="4477834"/>
            <a:ext cx="69893" cy="7794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3662" y="4420160"/>
            <a:ext cx="69893" cy="7794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5098" y="3631969"/>
            <a:ext cx="69893" cy="77945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9094188" y="3997231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336343" y="470920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128057" y="488222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487916" y="599828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18511" y="0"/>
                </a:moveTo>
                <a:lnTo>
                  <a:pt x="12151" y="523"/>
                </a:lnTo>
                <a:lnTo>
                  <a:pt x="6432" y="3667"/>
                </a:lnTo>
                <a:lnTo>
                  <a:pt x="2081" y="9210"/>
                </a:lnTo>
                <a:lnTo>
                  <a:pt x="0" y="16199"/>
                </a:lnTo>
                <a:lnTo>
                  <a:pt x="470" y="23289"/>
                </a:lnTo>
                <a:lnTo>
                  <a:pt x="3290" y="29667"/>
                </a:lnTo>
                <a:lnTo>
                  <a:pt x="8259" y="34518"/>
                </a:lnTo>
                <a:lnTo>
                  <a:pt x="14525" y="36838"/>
                </a:lnTo>
                <a:lnTo>
                  <a:pt x="20884" y="36315"/>
                </a:lnTo>
                <a:lnTo>
                  <a:pt x="26603" y="33171"/>
                </a:lnTo>
                <a:lnTo>
                  <a:pt x="30949" y="27628"/>
                </a:lnTo>
                <a:lnTo>
                  <a:pt x="33032" y="20639"/>
                </a:lnTo>
                <a:lnTo>
                  <a:pt x="32565" y="13549"/>
                </a:lnTo>
                <a:lnTo>
                  <a:pt x="29749" y="7171"/>
                </a:lnTo>
                <a:lnTo>
                  <a:pt x="24782" y="2320"/>
                </a:lnTo>
                <a:lnTo>
                  <a:pt x="1851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705297" y="556191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18511" y="0"/>
                </a:moveTo>
                <a:lnTo>
                  <a:pt x="12151" y="523"/>
                </a:lnTo>
                <a:lnTo>
                  <a:pt x="6432" y="3667"/>
                </a:lnTo>
                <a:lnTo>
                  <a:pt x="2081" y="9210"/>
                </a:lnTo>
                <a:lnTo>
                  <a:pt x="0" y="16199"/>
                </a:lnTo>
                <a:lnTo>
                  <a:pt x="470" y="23289"/>
                </a:lnTo>
                <a:lnTo>
                  <a:pt x="3290" y="29667"/>
                </a:lnTo>
                <a:lnTo>
                  <a:pt x="8259" y="34518"/>
                </a:lnTo>
                <a:lnTo>
                  <a:pt x="14525" y="36838"/>
                </a:lnTo>
                <a:lnTo>
                  <a:pt x="20884" y="36315"/>
                </a:lnTo>
                <a:lnTo>
                  <a:pt x="26603" y="33171"/>
                </a:lnTo>
                <a:lnTo>
                  <a:pt x="30949" y="27628"/>
                </a:lnTo>
                <a:lnTo>
                  <a:pt x="33032" y="20639"/>
                </a:lnTo>
                <a:lnTo>
                  <a:pt x="32565" y="13549"/>
                </a:lnTo>
                <a:lnTo>
                  <a:pt x="29749" y="7171"/>
                </a:lnTo>
                <a:lnTo>
                  <a:pt x="24782" y="2320"/>
                </a:lnTo>
                <a:lnTo>
                  <a:pt x="1851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0147" y="4919990"/>
            <a:ext cx="69893" cy="77945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93428" y="4862317"/>
            <a:ext cx="69893" cy="77945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12473956" y="4439388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716110" y="515135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2507824" y="532437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080" y="4893684"/>
            <a:ext cx="69893" cy="7794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75001" y="5458268"/>
            <a:ext cx="69893" cy="77945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597683" y="574730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389397" y="592032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20" y="2997570"/>
            <a:ext cx="69893" cy="77945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62602" y="2939897"/>
            <a:ext cx="69893" cy="77945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04040" y="2151705"/>
            <a:ext cx="69893" cy="77945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11543130" y="2516968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0785284" y="322893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9818770" y="299689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1576998" y="340195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1146060" y="4305494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0697278" y="5323701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38226" y="3831930"/>
            <a:ext cx="69893" cy="77945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779662" y="3043738"/>
            <a:ext cx="69893" cy="77945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17452621" y="429399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7502047" y="5654164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18511" y="0"/>
                </a:moveTo>
                <a:lnTo>
                  <a:pt x="12151" y="523"/>
                </a:lnTo>
                <a:lnTo>
                  <a:pt x="6432" y="3667"/>
                </a:lnTo>
                <a:lnTo>
                  <a:pt x="2081" y="9210"/>
                </a:lnTo>
                <a:lnTo>
                  <a:pt x="0" y="16199"/>
                </a:lnTo>
                <a:lnTo>
                  <a:pt x="470" y="23289"/>
                </a:lnTo>
                <a:lnTo>
                  <a:pt x="3290" y="29667"/>
                </a:lnTo>
                <a:lnTo>
                  <a:pt x="8259" y="34518"/>
                </a:lnTo>
                <a:lnTo>
                  <a:pt x="14525" y="36838"/>
                </a:lnTo>
                <a:lnTo>
                  <a:pt x="20884" y="36315"/>
                </a:lnTo>
                <a:lnTo>
                  <a:pt x="26603" y="33171"/>
                </a:lnTo>
                <a:lnTo>
                  <a:pt x="30949" y="27628"/>
                </a:lnTo>
                <a:lnTo>
                  <a:pt x="33032" y="20639"/>
                </a:lnTo>
                <a:lnTo>
                  <a:pt x="32565" y="13549"/>
                </a:lnTo>
                <a:lnTo>
                  <a:pt x="29749" y="7171"/>
                </a:lnTo>
                <a:lnTo>
                  <a:pt x="24782" y="2320"/>
                </a:lnTo>
                <a:lnTo>
                  <a:pt x="1851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8029860" y="497368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18511" y="0"/>
                </a:moveTo>
                <a:lnTo>
                  <a:pt x="12151" y="523"/>
                </a:lnTo>
                <a:lnTo>
                  <a:pt x="6432" y="3667"/>
                </a:lnTo>
                <a:lnTo>
                  <a:pt x="2081" y="9210"/>
                </a:lnTo>
                <a:lnTo>
                  <a:pt x="0" y="16199"/>
                </a:lnTo>
                <a:lnTo>
                  <a:pt x="470" y="23289"/>
                </a:lnTo>
                <a:lnTo>
                  <a:pt x="3290" y="29667"/>
                </a:lnTo>
                <a:lnTo>
                  <a:pt x="8259" y="34518"/>
                </a:lnTo>
                <a:lnTo>
                  <a:pt x="14525" y="36838"/>
                </a:lnTo>
                <a:lnTo>
                  <a:pt x="20884" y="36315"/>
                </a:lnTo>
                <a:lnTo>
                  <a:pt x="26603" y="33171"/>
                </a:lnTo>
                <a:lnTo>
                  <a:pt x="30949" y="27628"/>
                </a:lnTo>
                <a:lnTo>
                  <a:pt x="33032" y="20639"/>
                </a:lnTo>
                <a:lnTo>
                  <a:pt x="32565" y="13549"/>
                </a:lnTo>
                <a:lnTo>
                  <a:pt x="29749" y="7171"/>
                </a:lnTo>
                <a:lnTo>
                  <a:pt x="24782" y="2320"/>
                </a:lnTo>
                <a:lnTo>
                  <a:pt x="1851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63884" y="2409340"/>
            <a:ext cx="69893" cy="77945"/>
          </a:xfrm>
          <a:prstGeom prst="rect">
            <a:avLst/>
          </a:prstGeom>
        </p:spPr>
      </p:pic>
      <p:sp>
        <p:nvSpPr>
          <p:cNvPr id="50" name="object 50" descr=""/>
          <p:cNvSpPr/>
          <p:nvPr/>
        </p:nvSpPr>
        <p:spPr>
          <a:xfrm>
            <a:off x="19109847" y="264070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8143334" y="240866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9470623" y="3717264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9021842" y="4735471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992710" y="5092334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object 5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459989" y="2490487"/>
            <a:ext cx="69893" cy="77945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183272" y="2432814"/>
            <a:ext cx="69893" cy="77945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15805953" y="272185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6597667" y="289487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3572" y="3041219"/>
            <a:ext cx="69893" cy="77945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48494" y="2545883"/>
            <a:ext cx="69893" cy="77945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6044098" y="261828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6768680" y="161795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20772" y="2448337"/>
            <a:ext cx="69893" cy="77945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5826327" y="1276171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5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036173" y="4304139"/>
            <a:ext cx="69893" cy="77945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62407" y="5572411"/>
            <a:ext cx="69893" cy="77945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59454" y="4246467"/>
            <a:ext cx="69893" cy="77945"/>
          </a:xfrm>
          <a:prstGeom prst="rect">
            <a:avLst/>
          </a:prstGeom>
        </p:spPr>
      </p:pic>
      <p:sp>
        <p:nvSpPr>
          <p:cNvPr id="68" name="object 68" descr=""/>
          <p:cNvSpPr/>
          <p:nvPr/>
        </p:nvSpPr>
        <p:spPr>
          <a:xfrm>
            <a:off x="14227223" y="403568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6139982" y="3823537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178495" y="6249148"/>
            <a:ext cx="69893" cy="77945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5282302" y="5768545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4524456" y="648051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5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19395" y="7216935"/>
            <a:ext cx="69893" cy="77945"/>
          </a:xfrm>
          <a:prstGeom prst="rect">
            <a:avLst/>
          </a:prstGeom>
        </p:spPr>
      </p:pic>
      <p:sp>
        <p:nvSpPr>
          <p:cNvPr id="74" name="object 74" descr=""/>
          <p:cNvSpPr/>
          <p:nvPr/>
        </p:nvSpPr>
        <p:spPr>
          <a:xfrm>
            <a:off x="14858485" y="7582198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5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5382135" y="4535509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6173851" y="4708526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5" h="37464">
                <a:moveTo>
                  <a:pt x="25821" y="0"/>
                </a:moveTo>
                <a:lnTo>
                  <a:pt x="7444" y="0"/>
                </a:lnTo>
                <a:lnTo>
                  <a:pt x="0" y="8303"/>
                </a:lnTo>
                <a:lnTo>
                  <a:pt x="0" y="18543"/>
                </a:lnTo>
                <a:lnTo>
                  <a:pt x="0" y="28784"/>
                </a:lnTo>
                <a:lnTo>
                  <a:pt x="7444" y="37087"/>
                </a:lnTo>
                <a:lnTo>
                  <a:pt x="25821" y="37087"/>
                </a:lnTo>
                <a:lnTo>
                  <a:pt x="33266" y="28784"/>
                </a:lnTo>
                <a:lnTo>
                  <a:pt x="33266" y="8303"/>
                </a:lnTo>
                <a:lnTo>
                  <a:pt x="25821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793993" y="3478175"/>
            <a:ext cx="69893" cy="77945"/>
          </a:xfrm>
          <a:prstGeom prst="rect">
            <a:avLst/>
          </a:prstGeom>
        </p:spPr>
      </p:pic>
      <p:pic>
        <p:nvPicPr>
          <p:cNvPr id="78" name="object 7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535431" y="2689983"/>
            <a:ext cx="69893" cy="77945"/>
          </a:xfrm>
          <a:prstGeom prst="rect">
            <a:avLst/>
          </a:prstGeom>
        </p:spPr>
      </p:pic>
      <p:grpSp>
        <p:nvGrpSpPr>
          <p:cNvPr id="79" name="object 79" descr=""/>
          <p:cNvGrpSpPr/>
          <p:nvPr/>
        </p:nvGrpSpPr>
        <p:grpSpPr>
          <a:xfrm>
            <a:off x="3647072" y="5949283"/>
            <a:ext cx="450215" cy="5344160"/>
            <a:chOff x="3647072" y="5949283"/>
            <a:chExt cx="450215" cy="5344160"/>
          </a:xfrm>
        </p:grpSpPr>
        <p:sp>
          <p:nvSpPr>
            <p:cNvPr id="80" name="object 80" descr=""/>
            <p:cNvSpPr/>
            <p:nvPr/>
          </p:nvSpPr>
          <p:spPr>
            <a:xfrm>
              <a:off x="3647072" y="6026384"/>
              <a:ext cx="450215" cy="5267325"/>
            </a:xfrm>
            <a:custGeom>
              <a:avLst/>
              <a:gdLst/>
              <a:ahLst/>
              <a:cxnLst/>
              <a:rect l="l" t="t" r="r" b="b"/>
              <a:pathLst>
                <a:path w="450214" h="5267325">
                  <a:moveTo>
                    <a:pt x="449897" y="86855"/>
                  </a:moveTo>
                  <a:lnTo>
                    <a:pt x="395516" y="86855"/>
                  </a:lnTo>
                  <a:lnTo>
                    <a:pt x="386537" y="73291"/>
                  </a:lnTo>
                  <a:lnTo>
                    <a:pt x="357352" y="43434"/>
                  </a:lnTo>
                  <a:lnTo>
                    <a:pt x="304622" y="13563"/>
                  </a:lnTo>
                  <a:lnTo>
                    <a:pt x="224942" y="0"/>
                  </a:lnTo>
                  <a:lnTo>
                    <a:pt x="151663" y="1346"/>
                  </a:lnTo>
                  <a:lnTo>
                    <a:pt x="109918" y="10858"/>
                  </a:lnTo>
                  <a:lnTo>
                    <a:pt x="84124" y="36639"/>
                  </a:lnTo>
                  <a:lnTo>
                    <a:pt x="58724" y="86855"/>
                  </a:lnTo>
                  <a:lnTo>
                    <a:pt x="0" y="86855"/>
                  </a:lnTo>
                  <a:lnTo>
                    <a:pt x="0" y="682332"/>
                  </a:lnTo>
                  <a:lnTo>
                    <a:pt x="164960" y="682332"/>
                  </a:lnTo>
                  <a:lnTo>
                    <a:pt x="161505" y="974788"/>
                  </a:lnTo>
                  <a:lnTo>
                    <a:pt x="118148" y="4680051"/>
                  </a:lnTo>
                  <a:lnTo>
                    <a:pt x="81178" y="4680051"/>
                  </a:lnTo>
                  <a:lnTo>
                    <a:pt x="81178" y="5267020"/>
                  </a:lnTo>
                  <a:lnTo>
                    <a:pt x="367284" y="5267020"/>
                  </a:lnTo>
                  <a:lnTo>
                    <a:pt x="367284" y="4680051"/>
                  </a:lnTo>
                  <a:lnTo>
                    <a:pt x="331876" y="4680051"/>
                  </a:lnTo>
                  <a:lnTo>
                    <a:pt x="285038" y="682332"/>
                  </a:lnTo>
                  <a:lnTo>
                    <a:pt x="449897" y="682332"/>
                  </a:lnTo>
                  <a:lnTo>
                    <a:pt x="449897" y="86855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23313" y="5949283"/>
              <a:ext cx="97421" cy="97421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675583" y="6139655"/>
              <a:ext cx="395605" cy="542925"/>
            </a:xfrm>
            <a:custGeom>
              <a:avLst/>
              <a:gdLst/>
              <a:ahLst/>
              <a:cxnLst/>
              <a:rect l="l" t="t" r="r" b="b"/>
              <a:pathLst>
                <a:path w="395604" h="542925">
                  <a:moveTo>
                    <a:pt x="172605" y="0"/>
                  </a:moveTo>
                  <a:lnTo>
                    <a:pt x="0" y="0"/>
                  </a:lnTo>
                  <a:lnTo>
                    <a:pt x="0" y="542531"/>
                  </a:lnTo>
                  <a:lnTo>
                    <a:pt x="172605" y="542531"/>
                  </a:lnTo>
                  <a:lnTo>
                    <a:pt x="172605" y="0"/>
                  </a:lnTo>
                  <a:close/>
                </a:path>
                <a:path w="395604" h="542925">
                  <a:moveTo>
                    <a:pt x="395236" y="0"/>
                  </a:moveTo>
                  <a:lnTo>
                    <a:pt x="222643" y="0"/>
                  </a:lnTo>
                  <a:lnTo>
                    <a:pt x="222643" y="542531"/>
                  </a:lnTo>
                  <a:lnTo>
                    <a:pt x="395236" y="542531"/>
                  </a:lnTo>
                  <a:lnTo>
                    <a:pt x="395236" y="0"/>
                  </a:lnTo>
                  <a:close/>
                </a:path>
              </a:pathLst>
            </a:custGeom>
            <a:solidFill>
              <a:srgbClr val="FFFF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808581" y="6708778"/>
              <a:ext cx="127635" cy="292735"/>
            </a:xfrm>
            <a:custGeom>
              <a:avLst/>
              <a:gdLst/>
              <a:ahLst/>
              <a:cxnLst/>
              <a:rect l="l" t="t" r="r" b="b"/>
              <a:pathLst>
                <a:path w="127635" h="292734">
                  <a:moveTo>
                    <a:pt x="123504" y="0"/>
                  </a:moveTo>
                  <a:lnTo>
                    <a:pt x="3528" y="0"/>
                  </a:lnTo>
                  <a:lnTo>
                    <a:pt x="0" y="292378"/>
                  </a:lnTo>
                  <a:lnTo>
                    <a:pt x="127032" y="292378"/>
                  </a:lnTo>
                  <a:lnTo>
                    <a:pt x="123504" y="0"/>
                  </a:lnTo>
                  <a:close/>
                </a:path>
              </a:pathLst>
            </a:custGeom>
            <a:solidFill>
              <a:srgbClr val="87466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8231" y="6398729"/>
              <a:ext cx="82950" cy="208307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67100" y="6399285"/>
              <a:ext cx="81097" cy="207197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3728253" y="10706427"/>
              <a:ext cx="286385" cy="43180"/>
            </a:xfrm>
            <a:custGeom>
              <a:avLst/>
              <a:gdLst/>
              <a:ahLst/>
              <a:cxnLst/>
              <a:rect l="l" t="t" r="r" b="b"/>
              <a:pathLst>
                <a:path w="286385" h="43179">
                  <a:moveTo>
                    <a:pt x="286106" y="0"/>
                  </a:moveTo>
                  <a:lnTo>
                    <a:pt x="0" y="0"/>
                  </a:lnTo>
                  <a:lnTo>
                    <a:pt x="0" y="42867"/>
                  </a:lnTo>
                  <a:lnTo>
                    <a:pt x="286106" y="42867"/>
                  </a:lnTo>
                  <a:lnTo>
                    <a:pt x="28610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 descr=""/>
          <p:cNvGrpSpPr/>
          <p:nvPr/>
        </p:nvGrpSpPr>
        <p:grpSpPr>
          <a:xfrm>
            <a:off x="0" y="5949283"/>
            <a:ext cx="20104100" cy="5359400"/>
            <a:chOff x="0" y="5949283"/>
            <a:chExt cx="20104100" cy="5359400"/>
          </a:xfrm>
        </p:grpSpPr>
        <p:sp>
          <p:nvSpPr>
            <p:cNvPr id="88" name="object 88" descr=""/>
            <p:cNvSpPr/>
            <p:nvPr/>
          </p:nvSpPr>
          <p:spPr>
            <a:xfrm>
              <a:off x="16007130" y="6026384"/>
              <a:ext cx="450215" cy="5267325"/>
            </a:xfrm>
            <a:custGeom>
              <a:avLst/>
              <a:gdLst/>
              <a:ahLst/>
              <a:cxnLst/>
              <a:rect l="l" t="t" r="r" b="b"/>
              <a:pathLst>
                <a:path w="450215" h="5267325">
                  <a:moveTo>
                    <a:pt x="449884" y="86855"/>
                  </a:moveTo>
                  <a:lnTo>
                    <a:pt x="395516" y="86855"/>
                  </a:lnTo>
                  <a:lnTo>
                    <a:pt x="386537" y="73291"/>
                  </a:lnTo>
                  <a:lnTo>
                    <a:pt x="357352" y="43434"/>
                  </a:lnTo>
                  <a:lnTo>
                    <a:pt x="304609" y="13563"/>
                  </a:lnTo>
                  <a:lnTo>
                    <a:pt x="224942" y="0"/>
                  </a:lnTo>
                  <a:lnTo>
                    <a:pt x="151650" y="1346"/>
                  </a:lnTo>
                  <a:lnTo>
                    <a:pt x="109905" y="10858"/>
                  </a:lnTo>
                  <a:lnTo>
                    <a:pt x="84124" y="36639"/>
                  </a:lnTo>
                  <a:lnTo>
                    <a:pt x="58712" y="86855"/>
                  </a:lnTo>
                  <a:lnTo>
                    <a:pt x="0" y="86855"/>
                  </a:lnTo>
                  <a:lnTo>
                    <a:pt x="0" y="682332"/>
                  </a:lnTo>
                  <a:lnTo>
                    <a:pt x="164960" y="682332"/>
                  </a:lnTo>
                  <a:lnTo>
                    <a:pt x="161493" y="974788"/>
                  </a:lnTo>
                  <a:lnTo>
                    <a:pt x="111277" y="5266931"/>
                  </a:lnTo>
                  <a:lnTo>
                    <a:pt x="338747" y="5266931"/>
                  </a:lnTo>
                  <a:lnTo>
                    <a:pt x="285026" y="682332"/>
                  </a:lnTo>
                  <a:lnTo>
                    <a:pt x="449884" y="682332"/>
                  </a:lnTo>
                  <a:lnTo>
                    <a:pt x="449884" y="86855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183368" y="5949283"/>
              <a:ext cx="97421" cy="97421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6035642" y="6139655"/>
              <a:ext cx="395605" cy="542925"/>
            </a:xfrm>
            <a:custGeom>
              <a:avLst/>
              <a:gdLst/>
              <a:ahLst/>
              <a:cxnLst/>
              <a:rect l="l" t="t" r="r" b="b"/>
              <a:pathLst>
                <a:path w="395605" h="542925">
                  <a:moveTo>
                    <a:pt x="172605" y="0"/>
                  </a:moveTo>
                  <a:lnTo>
                    <a:pt x="0" y="0"/>
                  </a:lnTo>
                  <a:lnTo>
                    <a:pt x="0" y="542531"/>
                  </a:lnTo>
                  <a:lnTo>
                    <a:pt x="172605" y="542531"/>
                  </a:lnTo>
                  <a:lnTo>
                    <a:pt x="172605" y="0"/>
                  </a:lnTo>
                  <a:close/>
                </a:path>
                <a:path w="395605" h="542925">
                  <a:moveTo>
                    <a:pt x="395236" y="0"/>
                  </a:moveTo>
                  <a:lnTo>
                    <a:pt x="222631" y="0"/>
                  </a:lnTo>
                  <a:lnTo>
                    <a:pt x="222631" y="542531"/>
                  </a:lnTo>
                  <a:lnTo>
                    <a:pt x="395236" y="542531"/>
                  </a:lnTo>
                  <a:lnTo>
                    <a:pt x="395236" y="0"/>
                  </a:lnTo>
                  <a:close/>
                </a:path>
              </a:pathLst>
            </a:custGeom>
            <a:solidFill>
              <a:srgbClr val="FFFF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6168635" y="6708778"/>
              <a:ext cx="127635" cy="292735"/>
            </a:xfrm>
            <a:custGeom>
              <a:avLst/>
              <a:gdLst/>
              <a:ahLst/>
              <a:cxnLst/>
              <a:rect l="l" t="t" r="r" b="b"/>
              <a:pathLst>
                <a:path w="127634" h="292734">
                  <a:moveTo>
                    <a:pt x="123493" y="0"/>
                  </a:moveTo>
                  <a:lnTo>
                    <a:pt x="3528" y="0"/>
                  </a:lnTo>
                  <a:lnTo>
                    <a:pt x="0" y="292378"/>
                  </a:lnTo>
                  <a:lnTo>
                    <a:pt x="127032" y="292378"/>
                  </a:lnTo>
                  <a:lnTo>
                    <a:pt x="123493" y="0"/>
                  </a:lnTo>
                  <a:close/>
                </a:path>
              </a:pathLst>
            </a:custGeom>
            <a:solidFill>
              <a:srgbClr val="87466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127154" y="6399285"/>
              <a:ext cx="81097" cy="207197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58284" y="6398729"/>
              <a:ext cx="82950" cy="208307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0" y="9829294"/>
              <a:ext cx="20104100" cy="1479261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10152685" y="10223747"/>
              <a:ext cx="9951720" cy="1085215"/>
            </a:xfrm>
            <a:custGeom>
              <a:avLst/>
              <a:gdLst/>
              <a:ahLst/>
              <a:cxnLst/>
              <a:rect l="l" t="t" r="r" b="b"/>
              <a:pathLst>
                <a:path w="9951719" h="1085215">
                  <a:moveTo>
                    <a:pt x="3306330" y="1084808"/>
                  </a:moveTo>
                  <a:lnTo>
                    <a:pt x="3220059" y="778484"/>
                  </a:lnTo>
                  <a:lnTo>
                    <a:pt x="3197034" y="696722"/>
                  </a:lnTo>
                  <a:lnTo>
                    <a:pt x="3078530" y="491782"/>
                  </a:lnTo>
                  <a:lnTo>
                    <a:pt x="2963189" y="456044"/>
                  </a:lnTo>
                  <a:lnTo>
                    <a:pt x="2885389" y="431927"/>
                  </a:lnTo>
                  <a:lnTo>
                    <a:pt x="2545677" y="456044"/>
                  </a:lnTo>
                  <a:lnTo>
                    <a:pt x="2529116" y="387172"/>
                  </a:lnTo>
                  <a:lnTo>
                    <a:pt x="2507399" y="330377"/>
                  </a:lnTo>
                  <a:lnTo>
                    <a:pt x="2481605" y="285000"/>
                  </a:lnTo>
                  <a:lnTo>
                    <a:pt x="2452814" y="250342"/>
                  </a:lnTo>
                  <a:lnTo>
                    <a:pt x="2422093" y="225729"/>
                  </a:lnTo>
                  <a:lnTo>
                    <a:pt x="2359139" y="203949"/>
                  </a:lnTo>
                  <a:lnTo>
                    <a:pt x="2329040" y="205409"/>
                  </a:lnTo>
                  <a:lnTo>
                    <a:pt x="2301316" y="214198"/>
                  </a:lnTo>
                  <a:lnTo>
                    <a:pt x="2277008" y="229654"/>
                  </a:lnTo>
                  <a:lnTo>
                    <a:pt x="2257209" y="251079"/>
                  </a:lnTo>
                  <a:lnTo>
                    <a:pt x="2242972" y="277799"/>
                  </a:lnTo>
                  <a:lnTo>
                    <a:pt x="2208771" y="256933"/>
                  </a:lnTo>
                  <a:lnTo>
                    <a:pt x="2173376" y="243078"/>
                  </a:lnTo>
                  <a:lnTo>
                    <a:pt x="2137460" y="235978"/>
                  </a:lnTo>
                  <a:lnTo>
                    <a:pt x="2101735" y="235394"/>
                  </a:lnTo>
                  <a:lnTo>
                    <a:pt x="2066886" y="241046"/>
                  </a:lnTo>
                  <a:lnTo>
                    <a:pt x="2002612" y="270090"/>
                  </a:lnTo>
                  <a:lnTo>
                    <a:pt x="1950199" y="321056"/>
                  </a:lnTo>
                  <a:lnTo>
                    <a:pt x="1930171" y="354139"/>
                  </a:lnTo>
                  <a:lnTo>
                    <a:pt x="1915198" y="391922"/>
                  </a:lnTo>
                  <a:lnTo>
                    <a:pt x="1905965" y="434174"/>
                  </a:lnTo>
                  <a:lnTo>
                    <a:pt x="1903183" y="480631"/>
                  </a:lnTo>
                  <a:lnTo>
                    <a:pt x="1907540" y="531037"/>
                  </a:lnTo>
                  <a:lnTo>
                    <a:pt x="1919719" y="585139"/>
                  </a:lnTo>
                  <a:lnTo>
                    <a:pt x="1806549" y="625906"/>
                  </a:lnTo>
                  <a:lnTo>
                    <a:pt x="1749920" y="691197"/>
                  </a:lnTo>
                  <a:lnTo>
                    <a:pt x="1730273" y="751789"/>
                  </a:lnTo>
                  <a:lnTo>
                    <a:pt x="1728076" y="778484"/>
                  </a:lnTo>
                  <a:lnTo>
                    <a:pt x="1639138" y="548233"/>
                  </a:lnTo>
                  <a:lnTo>
                    <a:pt x="1573479" y="434695"/>
                  </a:lnTo>
                  <a:lnTo>
                    <a:pt x="1549819" y="425208"/>
                  </a:lnTo>
                  <a:lnTo>
                    <a:pt x="1498676" y="404723"/>
                  </a:lnTo>
                  <a:lnTo>
                    <a:pt x="1382293" y="425208"/>
                  </a:lnTo>
                  <a:lnTo>
                    <a:pt x="1374089" y="389064"/>
                  </a:lnTo>
                  <a:lnTo>
                    <a:pt x="1348219" y="317119"/>
                  </a:lnTo>
                  <a:lnTo>
                    <a:pt x="1330972" y="281876"/>
                  </a:lnTo>
                  <a:lnTo>
                    <a:pt x="1311148" y="247459"/>
                  </a:lnTo>
                  <a:lnTo>
                    <a:pt x="1288948" y="214172"/>
                  </a:lnTo>
                  <a:lnTo>
                    <a:pt x="1264589" y="182270"/>
                  </a:lnTo>
                  <a:lnTo>
                    <a:pt x="1238275" y="152044"/>
                  </a:lnTo>
                  <a:lnTo>
                    <a:pt x="1210221" y="123748"/>
                  </a:lnTo>
                  <a:lnTo>
                    <a:pt x="1180630" y="97663"/>
                  </a:lnTo>
                  <a:lnTo>
                    <a:pt x="1149718" y="74066"/>
                  </a:lnTo>
                  <a:lnTo>
                    <a:pt x="1117701" y="53225"/>
                  </a:lnTo>
                  <a:lnTo>
                    <a:pt x="1051191" y="20916"/>
                  </a:lnTo>
                  <a:lnTo>
                    <a:pt x="982789" y="2933"/>
                  </a:lnTo>
                  <a:lnTo>
                    <a:pt x="948397" y="0"/>
                  </a:lnTo>
                  <a:lnTo>
                    <a:pt x="914171" y="1460"/>
                  </a:lnTo>
                  <a:lnTo>
                    <a:pt x="847039" y="18681"/>
                  </a:lnTo>
                  <a:lnTo>
                    <a:pt x="783069" y="56781"/>
                  </a:lnTo>
                  <a:lnTo>
                    <a:pt x="752817" y="84353"/>
                  </a:lnTo>
                  <a:lnTo>
                    <a:pt x="723976" y="117970"/>
                  </a:lnTo>
                  <a:lnTo>
                    <a:pt x="696772" y="157886"/>
                  </a:lnTo>
                  <a:lnTo>
                    <a:pt x="600862" y="152857"/>
                  </a:lnTo>
                  <a:lnTo>
                    <a:pt x="550570" y="196723"/>
                  </a:lnTo>
                  <a:lnTo>
                    <a:pt x="531164" y="251142"/>
                  </a:lnTo>
                  <a:lnTo>
                    <a:pt x="527964" y="277799"/>
                  </a:lnTo>
                  <a:lnTo>
                    <a:pt x="355917" y="151536"/>
                  </a:lnTo>
                  <a:lnTo>
                    <a:pt x="243573" y="109448"/>
                  </a:lnTo>
                  <a:lnTo>
                    <a:pt x="141427" y="151536"/>
                  </a:lnTo>
                  <a:lnTo>
                    <a:pt x="0" y="277799"/>
                  </a:lnTo>
                  <a:lnTo>
                    <a:pt x="0" y="1084808"/>
                  </a:lnTo>
                  <a:lnTo>
                    <a:pt x="3306330" y="1084808"/>
                  </a:lnTo>
                  <a:close/>
                </a:path>
                <a:path w="9951719" h="1085215">
                  <a:moveTo>
                    <a:pt x="7009308" y="1084808"/>
                  </a:moveTo>
                  <a:lnTo>
                    <a:pt x="7002031" y="933831"/>
                  </a:lnTo>
                  <a:lnTo>
                    <a:pt x="7001650" y="926122"/>
                  </a:lnTo>
                  <a:lnTo>
                    <a:pt x="6990143" y="687679"/>
                  </a:lnTo>
                  <a:lnTo>
                    <a:pt x="6935902" y="548513"/>
                  </a:lnTo>
                  <a:lnTo>
                    <a:pt x="6909079" y="479717"/>
                  </a:lnTo>
                  <a:lnTo>
                    <a:pt x="6822135" y="456044"/>
                  </a:lnTo>
                  <a:lnTo>
                    <a:pt x="6700355" y="422871"/>
                  </a:lnTo>
                  <a:lnTo>
                    <a:pt x="6297079" y="456044"/>
                  </a:lnTo>
                  <a:lnTo>
                    <a:pt x="6295707" y="407873"/>
                  </a:lnTo>
                  <a:lnTo>
                    <a:pt x="6295606" y="406387"/>
                  </a:lnTo>
                  <a:lnTo>
                    <a:pt x="6281966" y="370243"/>
                  </a:lnTo>
                  <a:lnTo>
                    <a:pt x="6229705" y="332016"/>
                  </a:lnTo>
                  <a:lnTo>
                    <a:pt x="6197130" y="327494"/>
                  </a:lnTo>
                  <a:lnTo>
                    <a:pt x="6164275" y="330974"/>
                  </a:lnTo>
                  <a:lnTo>
                    <a:pt x="6134100" y="341172"/>
                  </a:lnTo>
                  <a:lnTo>
                    <a:pt x="6109627" y="356793"/>
                  </a:lnTo>
                  <a:lnTo>
                    <a:pt x="6093853" y="376529"/>
                  </a:lnTo>
                  <a:lnTo>
                    <a:pt x="6069012" y="353631"/>
                  </a:lnTo>
                  <a:lnTo>
                    <a:pt x="6038647" y="338315"/>
                  </a:lnTo>
                  <a:lnTo>
                    <a:pt x="6004242" y="330619"/>
                  </a:lnTo>
                  <a:lnTo>
                    <a:pt x="5967387" y="330568"/>
                  </a:lnTo>
                  <a:lnTo>
                    <a:pt x="5929617" y="338226"/>
                  </a:lnTo>
                  <a:lnTo>
                    <a:pt x="5892495" y="353644"/>
                  </a:lnTo>
                  <a:lnTo>
                    <a:pt x="5857595" y="376834"/>
                  </a:lnTo>
                  <a:lnTo>
                    <a:pt x="5826442" y="407873"/>
                  </a:lnTo>
                  <a:lnTo>
                    <a:pt x="5800598" y="446798"/>
                  </a:lnTo>
                  <a:lnTo>
                    <a:pt x="5781611" y="493661"/>
                  </a:lnTo>
                  <a:lnTo>
                    <a:pt x="5771045" y="548513"/>
                  </a:lnTo>
                  <a:lnTo>
                    <a:pt x="5733288" y="533171"/>
                  </a:lnTo>
                  <a:lnTo>
                    <a:pt x="5667972" y="544360"/>
                  </a:lnTo>
                  <a:lnTo>
                    <a:pt x="5627090" y="600760"/>
                  </a:lnTo>
                  <a:lnTo>
                    <a:pt x="5619877" y="641921"/>
                  </a:lnTo>
                  <a:lnTo>
                    <a:pt x="5623661" y="689597"/>
                  </a:lnTo>
                  <a:lnTo>
                    <a:pt x="5640044" y="742188"/>
                  </a:lnTo>
                  <a:lnTo>
                    <a:pt x="5529364" y="754240"/>
                  </a:lnTo>
                  <a:lnTo>
                    <a:pt x="5437683" y="819327"/>
                  </a:lnTo>
                  <a:lnTo>
                    <a:pt x="5375186" y="891819"/>
                  </a:lnTo>
                  <a:lnTo>
                    <a:pt x="5352097" y="926122"/>
                  </a:lnTo>
                  <a:lnTo>
                    <a:pt x="5326405" y="677227"/>
                  </a:lnTo>
                  <a:lnTo>
                    <a:pt x="5277205" y="553326"/>
                  </a:lnTo>
                  <a:lnTo>
                    <a:pt x="5215382" y="533095"/>
                  </a:lnTo>
                  <a:lnTo>
                    <a:pt x="5167935" y="517563"/>
                  </a:lnTo>
                  <a:lnTo>
                    <a:pt x="4962017" y="533095"/>
                  </a:lnTo>
                  <a:lnTo>
                    <a:pt x="4949558" y="477850"/>
                  </a:lnTo>
                  <a:lnTo>
                    <a:pt x="4926914" y="436054"/>
                  </a:lnTo>
                  <a:lnTo>
                    <a:pt x="4896497" y="406387"/>
                  </a:lnTo>
                  <a:lnTo>
                    <a:pt x="4860709" y="387477"/>
                  </a:lnTo>
                  <a:lnTo>
                    <a:pt x="4821961" y="378002"/>
                  </a:lnTo>
                  <a:lnTo>
                    <a:pt x="4782642" y="376631"/>
                  </a:lnTo>
                  <a:lnTo>
                    <a:pt x="4745177" y="382003"/>
                  </a:lnTo>
                  <a:lnTo>
                    <a:pt x="4711954" y="392785"/>
                  </a:lnTo>
                  <a:lnTo>
                    <a:pt x="4685373" y="407631"/>
                  </a:lnTo>
                  <a:lnTo>
                    <a:pt x="4667847" y="425208"/>
                  </a:lnTo>
                  <a:lnTo>
                    <a:pt x="4646282" y="403758"/>
                  </a:lnTo>
                  <a:lnTo>
                    <a:pt x="4620793" y="387680"/>
                  </a:lnTo>
                  <a:lnTo>
                    <a:pt x="4591964" y="376745"/>
                  </a:lnTo>
                  <a:lnTo>
                    <a:pt x="4560367" y="370725"/>
                  </a:lnTo>
                  <a:lnTo>
                    <a:pt x="4526546" y="369417"/>
                  </a:lnTo>
                  <a:lnTo>
                    <a:pt x="4491113" y="372567"/>
                  </a:lnTo>
                  <a:lnTo>
                    <a:pt x="4417619" y="391401"/>
                  </a:lnTo>
                  <a:lnTo>
                    <a:pt x="4380712" y="406615"/>
                  </a:lnTo>
                  <a:lnTo>
                    <a:pt x="4344467" y="425386"/>
                  </a:lnTo>
                  <a:lnTo>
                    <a:pt x="4309453" y="447509"/>
                  </a:lnTo>
                  <a:lnTo>
                    <a:pt x="4276229" y="472757"/>
                  </a:lnTo>
                  <a:lnTo>
                    <a:pt x="4245381" y="500875"/>
                  </a:lnTo>
                  <a:lnTo>
                    <a:pt x="4217479" y="531672"/>
                  </a:lnTo>
                  <a:lnTo>
                    <a:pt x="4193095" y="564896"/>
                  </a:lnTo>
                  <a:lnTo>
                    <a:pt x="4172801" y="600341"/>
                  </a:lnTo>
                  <a:lnTo>
                    <a:pt x="4157167" y="637768"/>
                  </a:lnTo>
                  <a:lnTo>
                    <a:pt x="4146766" y="676948"/>
                  </a:lnTo>
                  <a:lnTo>
                    <a:pt x="4142168" y="717677"/>
                  </a:lnTo>
                  <a:lnTo>
                    <a:pt x="4143946" y="759701"/>
                  </a:lnTo>
                  <a:lnTo>
                    <a:pt x="4152671" y="802817"/>
                  </a:lnTo>
                  <a:lnTo>
                    <a:pt x="4063009" y="839546"/>
                  </a:lnTo>
                  <a:lnTo>
                    <a:pt x="4000042" y="882764"/>
                  </a:lnTo>
                  <a:lnTo>
                    <a:pt x="3962895" y="918768"/>
                  </a:lnTo>
                  <a:lnTo>
                    <a:pt x="3950703" y="933831"/>
                  </a:lnTo>
                  <a:lnTo>
                    <a:pt x="3797135" y="928611"/>
                  </a:lnTo>
                  <a:lnTo>
                    <a:pt x="3715994" y="944994"/>
                  </a:lnTo>
                  <a:lnTo>
                    <a:pt x="3680345" y="999312"/>
                  </a:lnTo>
                  <a:lnTo>
                    <a:pt x="3666871" y="1084808"/>
                  </a:lnTo>
                  <a:lnTo>
                    <a:pt x="7009308" y="1084808"/>
                  </a:lnTo>
                  <a:close/>
                </a:path>
                <a:path w="9951719" h="1085215">
                  <a:moveTo>
                    <a:pt x="9951402" y="333654"/>
                  </a:moveTo>
                  <a:lnTo>
                    <a:pt x="9852812" y="341083"/>
                  </a:lnTo>
                  <a:lnTo>
                    <a:pt x="9744278" y="451967"/>
                  </a:lnTo>
                  <a:lnTo>
                    <a:pt x="9611462" y="691083"/>
                  </a:lnTo>
                  <a:lnTo>
                    <a:pt x="9568917" y="670636"/>
                  </a:lnTo>
                  <a:lnTo>
                    <a:pt x="9530080" y="663663"/>
                  </a:lnTo>
                  <a:lnTo>
                    <a:pt x="9495358" y="668502"/>
                  </a:lnTo>
                  <a:lnTo>
                    <a:pt x="9465183" y="683475"/>
                  </a:lnTo>
                  <a:lnTo>
                    <a:pt x="9420060" y="737146"/>
                  </a:lnTo>
                  <a:lnTo>
                    <a:pt x="9398013" y="811263"/>
                  </a:lnTo>
                  <a:lnTo>
                    <a:pt x="9396666" y="851827"/>
                  </a:lnTo>
                  <a:lnTo>
                    <a:pt x="9402331" y="892479"/>
                  </a:lnTo>
                  <a:lnTo>
                    <a:pt x="9278264" y="863282"/>
                  </a:lnTo>
                  <a:lnTo>
                    <a:pt x="9184081" y="893978"/>
                  </a:lnTo>
                  <a:lnTo>
                    <a:pt x="9124251" y="942924"/>
                  </a:lnTo>
                  <a:lnTo>
                    <a:pt x="9103309" y="968502"/>
                  </a:lnTo>
                  <a:lnTo>
                    <a:pt x="9023388" y="745794"/>
                  </a:lnTo>
                  <a:lnTo>
                    <a:pt x="8954503" y="631634"/>
                  </a:lnTo>
                  <a:lnTo>
                    <a:pt x="8858644" y="590054"/>
                  </a:lnTo>
                  <a:lnTo>
                    <a:pt x="8697798" y="585139"/>
                  </a:lnTo>
                  <a:lnTo>
                    <a:pt x="8684920" y="538822"/>
                  </a:lnTo>
                  <a:lnTo>
                    <a:pt x="8679790" y="528142"/>
                  </a:lnTo>
                  <a:lnTo>
                    <a:pt x="8665693" y="498792"/>
                  </a:lnTo>
                  <a:lnTo>
                    <a:pt x="8640991" y="464921"/>
                  </a:lnTo>
                  <a:lnTo>
                    <a:pt x="8611705" y="437083"/>
                  </a:lnTo>
                  <a:lnTo>
                    <a:pt x="8578672" y="415150"/>
                  </a:lnTo>
                  <a:lnTo>
                    <a:pt x="8542782" y="398995"/>
                  </a:lnTo>
                  <a:lnTo>
                    <a:pt x="8504911" y="388505"/>
                  </a:lnTo>
                  <a:lnTo>
                    <a:pt x="8465922" y="383552"/>
                  </a:lnTo>
                  <a:lnTo>
                    <a:pt x="8426691" y="383997"/>
                  </a:lnTo>
                  <a:lnTo>
                    <a:pt x="8388096" y="389737"/>
                  </a:lnTo>
                  <a:lnTo>
                    <a:pt x="8350999" y="400634"/>
                  </a:lnTo>
                  <a:lnTo>
                    <a:pt x="8316265" y="416560"/>
                  </a:lnTo>
                  <a:lnTo>
                    <a:pt x="8257413" y="463029"/>
                  </a:lnTo>
                  <a:lnTo>
                    <a:pt x="8218513" y="528142"/>
                  </a:lnTo>
                  <a:lnTo>
                    <a:pt x="8124241" y="510133"/>
                  </a:lnTo>
                  <a:lnTo>
                    <a:pt x="8063065" y="549008"/>
                  </a:lnTo>
                  <a:lnTo>
                    <a:pt x="8030019" y="602983"/>
                  </a:lnTo>
                  <a:lnTo>
                    <a:pt x="8020101" y="630250"/>
                  </a:lnTo>
                  <a:lnTo>
                    <a:pt x="7810233" y="643750"/>
                  </a:lnTo>
                  <a:lnTo>
                    <a:pt x="7707744" y="683475"/>
                  </a:lnTo>
                  <a:lnTo>
                    <a:pt x="7683335" y="781151"/>
                  </a:lnTo>
                  <a:lnTo>
                    <a:pt x="7707744" y="968502"/>
                  </a:lnTo>
                  <a:lnTo>
                    <a:pt x="7559815" y="941514"/>
                  </a:lnTo>
                  <a:lnTo>
                    <a:pt x="7482040" y="994829"/>
                  </a:lnTo>
                  <a:lnTo>
                    <a:pt x="7451903" y="1069835"/>
                  </a:lnTo>
                  <a:lnTo>
                    <a:pt x="7449921" y="1084808"/>
                  </a:lnTo>
                  <a:lnTo>
                    <a:pt x="9951402" y="1084808"/>
                  </a:lnTo>
                  <a:lnTo>
                    <a:pt x="9951402" y="968502"/>
                  </a:lnTo>
                  <a:lnTo>
                    <a:pt x="9951402" y="892479"/>
                  </a:lnTo>
                  <a:lnTo>
                    <a:pt x="9951402" y="691083"/>
                  </a:lnTo>
                  <a:lnTo>
                    <a:pt x="9951402" y="333654"/>
                  </a:lnTo>
                  <a:close/>
                </a:path>
              </a:pathLst>
            </a:custGeom>
            <a:solidFill>
              <a:srgbClr val="2B52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0539438" y="10897228"/>
              <a:ext cx="8448675" cy="411480"/>
            </a:xfrm>
            <a:custGeom>
              <a:avLst/>
              <a:gdLst/>
              <a:ahLst/>
              <a:cxnLst/>
              <a:rect l="l" t="t" r="r" b="b"/>
              <a:pathLst>
                <a:path w="8448675" h="411479">
                  <a:moveTo>
                    <a:pt x="2475496" y="411327"/>
                  </a:moveTo>
                  <a:lnTo>
                    <a:pt x="2460942" y="388137"/>
                  </a:lnTo>
                  <a:lnTo>
                    <a:pt x="2434793" y="346456"/>
                  </a:lnTo>
                  <a:lnTo>
                    <a:pt x="2375243" y="251548"/>
                  </a:lnTo>
                  <a:lnTo>
                    <a:pt x="2359088" y="225806"/>
                  </a:lnTo>
                  <a:lnTo>
                    <a:pt x="2256929" y="137274"/>
                  </a:lnTo>
                  <a:lnTo>
                    <a:pt x="2130755" y="151561"/>
                  </a:lnTo>
                  <a:lnTo>
                    <a:pt x="1927860" y="251548"/>
                  </a:lnTo>
                  <a:lnTo>
                    <a:pt x="1884146" y="223494"/>
                  </a:lnTo>
                  <a:lnTo>
                    <a:pt x="1839683" y="205206"/>
                  </a:lnTo>
                  <a:lnTo>
                    <a:pt x="1795614" y="195884"/>
                  </a:lnTo>
                  <a:lnTo>
                    <a:pt x="1753095" y="194716"/>
                  </a:lnTo>
                  <a:lnTo>
                    <a:pt x="1713255" y="200875"/>
                  </a:lnTo>
                  <a:lnTo>
                    <a:pt x="1677263" y="213563"/>
                  </a:lnTo>
                  <a:lnTo>
                    <a:pt x="1621421" y="255270"/>
                  </a:lnTo>
                  <a:lnTo>
                    <a:pt x="1594726" y="313321"/>
                  </a:lnTo>
                  <a:lnTo>
                    <a:pt x="1595196" y="346456"/>
                  </a:lnTo>
                  <a:lnTo>
                    <a:pt x="1489138" y="319570"/>
                  </a:lnTo>
                  <a:lnTo>
                    <a:pt x="1397050" y="337604"/>
                  </a:lnTo>
                  <a:lnTo>
                    <a:pt x="1332115" y="370484"/>
                  </a:lnTo>
                  <a:lnTo>
                    <a:pt x="1307541" y="388137"/>
                  </a:lnTo>
                  <a:lnTo>
                    <a:pt x="1278128" y="333959"/>
                  </a:lnTo>
                  <a:lnTo>
                    <a:pt x="1202283" y="194246"/>
                  </a:lnTo>
                  <a:lnTo>
                    <a:pt x="1193850" y="178701"/>
                  </a:lnTo>
                  <a:lnTo>
                    <a:pt x="1092428" y="88696"/>
                  </a:lnTo>
                  <a:lnTo>
                    <a:pt x="946124" y="99936"/>
                  </a:lnTo>
                  <a:lnTo>
                    <a:pt x="697776" y="194246"/>
                  </a:lnTo>
                  <a:lnTo>
                    <a:pt x="683882" y="156197"/>
                  </a:lnTo>
                  <a:lnTo>
                    <a:pt x="644169" y="93713"/>
                  </a:lnTo>
                  <a:lnTo>
                    <a:pt x="591591" y="48653"/>
                  </a:lnTo>
                  <a:lnTo>
                    <a:pt x="529755" y="20218"/>
                  </a:lnTo>
                  <a:lnTo>
                    <a:pt x="462280" y="7581"/>
                  </a:lnTo>
                  <a:lnTo>
                    <a:pt x="427545" y="6921"/>
                  </a:lnTo>
                  <a:lnTo>
                    <a:pt x="392772" y="9918"/>
                  </a:lnTo>
                  <a:lnTo>
                    <a:pt x="324853" y="26428"/>
                  </a:lnTo>
                  <a:lnTo>
                    <a:pt x="262140" y="56299"/>
                  </a:lnTo>
                  <a:lnTo>
                    <a:pt x="208241" y="98691"/>
                  </a:lnTo>
                  <a:lnTo>
                    <a:pt x="166776" y="152793"/>
                  </a:lnTo>
                  <a:lnTo>
                    <a:pt x="141351" y="217805"/>
                  </a:lnTo>
                  <a:lnTo>
                    <a:pt x="135585" y="292887"/>
                  </a:lnTo>
                  <a:lnTo>
                    <a:pt x="141211" y="333959"/>
                  </a:lnTo>
                  <a:lnTo>
                    <a:pt x="68300" y="326796"/>
                  </a:lnTo>
                  <a:lnTo>
                    <a:pt x="23114" y="363855"/>
                  </a:lnTo>
                  <a:lnTo>
                    <a:pt x="63" y="411073"/>
                  </a:lnTo>
                  <a:lnTo>
                    <a:pt x="0" y="411327"/>
                  </a:lnTo>
                  <a:lnTo>
                    <a:pt x="2475496" y="411327"/>
                  </a:lnTo>
                  <a:close/>
                </a:path>
                <a:path w="8448675" h="411479">
                  <a:moveTo>
                    <a:pt x="4512297" y="411327"/>
                  </a:moveTo>
                  <a:lnTo>
                    <a:pt x="4446511" y="255181"/>
                  </a:lnTo>
                  <a:lnTo>
                    <a:pt x="4427258" y="233946"/>
                  </a:lnTo>
                  <a:lnTo>
                    <a:pt x="4373448" y="174599"/>
                  </a:lnTo>
                  <a:lnTo>
                    <a:pt x="4259707" y="173786"/>
                  </a:lnTo>
                  <a:lnTo>
                    <a:pt x="4062158" y="233946"/>
                  </a:lnTo>
                  <a:lnTo>
                    <a:pt x="4040416" y="205714"/>
                  </a:lnTo>
                  <a:lnTo>
                    <a:pt x="4013835" y="185153"/>
                  </a:lnTo>
                  <a:lnTo>
                    <a:pt x="3983583" y="171958"/>
                  </a:lnTo>
                  <a:lnTo>
                    <a:pt x="3950868" y="165862"/>
                  </a:lnTo>
                  <a:lnTo>
                    <a:pt x="3916857" y="166598"/>
                  </a:lnTo>
                  <a:lnTo>
                    <a:pt x="3849713" y="187426"/>
                  </a:lnTo>
                  <a:lnTo>
                    <a:pt x="3791635" y="232206"/>
                  </a:lnTo>
                  <a:lnTo>
                    <a:pt x="3768966" y="262877"/>
                  </a:lnTo>
                  <a:lnTo>
                    <a:pt x="3752126" y="298716"/>
                  </a:lnTo>
                  <a:lnTo>
                    <a:pt x="3742296" y="339432"/>
                  </a:lnTo>
                  <a:lnTo>
                    <a:pt x="3740658" y="384746"/>
                  </a:lnTo>
                  <a:lnTo>
                    <a:pt x="3744811" y="411327"/>
                  </a:lnTo>
                  <a:lnTo>
                    <a:pt x="4512297" y="411327"/>
                  </a:lnTo>
                  <a:close/>
                </a:path>
                <a:path w="8448675" h="411479">
                  <a:moveTo>
                    <a:pt x="6501917" y="168884"/>
                  </a:moveTo>
                  <a:lnTo>
                    <a:pt x="6435903" y="123494"/>
                  </a:lnTo>
                  <a:lnTo>
                    <a:pt x="6289078" y="86271"/>
                  </a:lnTo>
                  <a:lnTo>
                    <a:pt x="6288964" y="85394"/>
                  </a:lnTo>
                  <a:lnTo>
                    <a:pt x="6270053" y="32613"/>
                  </a:lnTo>
                  <a:lnTo>
                    <a:pt x="6215126" y="1117"/>
                  </a:lnTo>
                  <a:lnTo>
                    <a:pt x="6181991" y="0"/>
                  </a:lnTo>
                  <a:lnTo>
                    <a:pt x="6149238" y="11988"/>
                  </a:lnTo>
                  <a:lnTo>
                    <a:pt x="6119977" y="39611"/>
                  </a:lnTo>
                  <a:lnTo>
                    <a:pt x="6097346" y="85394"/>
                  </a:lnTo>
                  <a:lnTo>
                    <a:pt x="6063869" y="68376"/>
                  </a:lnTo>
                  <a:lnTo>
                    <a:pt x="6027128" y="60794"/>
                  </a:lnTo>
                  <a:lnTo>
                    <a:pt x="5988634" y="61887"/>
                  </a:lnTo>
                  <a:lnTo>
                    <a:pt x="5949886" y="70916"/>
                  </a:lnTo>
                  <a:lnTo>
                    <a:pt x="5912396" y="87109"/>
                  </a:lnTo>
                  <a:lnTo>
                    <a:pt x="5877649" y="109702"/>
                  </a:lnTo>
                  <a:lnTo>
                    <a:pt x="5847169" y="137947"/>
                  </a:lnTo>
                  <a:lnTo>
                    <a:pt x="5822429" y="171094"/>
                  </a:lnTo>
                  <a:lnTo>
                    <a:pt x="5804967" y="208368"/>
                  </a:lnTo>
                  <a:lnTo>
                    <a:pt x="5796254" y="249008"/>
                  </a:lnTo>
                  <a:lnTo>
                    <a:pt x="5797816" y="292277"/>
                  </a:lnTo>
                  <a:lnTo>
                    <a:pt x="5663743" y="296900"/>
                  </a:lnTo>
                  <a:lnTo>
                    <a:pt x="5601297" y="347700"/>
                  </a:lnTo>
                  <a:lnTo>
                    <a:pt x="5583555" y="406323"/>
                  </a:lnTo>
                  <a:lnTo>
                    <a:pt x="5583567" y="411327"/>
                  </a:lnTo>
                  <a:lnTo>
                    <a:pt x="6501854" y="411327"/>
                  </a:lnTo>
                  <a:lnTo>
                    <a:pt x="6501917" y="168884"/>
                  </a:lnTo>
                  <a:close/>
                </a:path>
                <a:path w="8448675" h="411479">
                  <a:moveTo>
                    <a:pt x="8448345" y="411327"/>
                  </a:moveTo>
                  <a:lnTo>
                    <a:pt x="8441703" y="350621"/>
                  </a:lnTo>
                  <a:lnTo>
                    <a:pt x="8434578" y="285597"/>
                  </a:lnTo>
                  <a:lnTo>
                    <a:pt x="8410372" y="229781"/>
                  </a:lnTo>
                  <a:lnTo>
                    <a:pt x="8403844" y="214718"/>
                  </a:lnTo>
                  <a:lnTo>
                    <a:pt x="8335886" y="202501"/>
                  </a:lnTo>
                  <a:lnTo>
                    <a:pt x="8207946" y="229781"/>
                  </a:lnTo>
                  <a:lnTo>
                    <a:pt x="8194027" y="196557"/>
                  </a:lnTo>
                  <a:lnTo>
                    <a:pt x="8147748" y="142240"/>
                  </a:lnTo>
                  <a:lnTo>
                    <a:pt x="8083474" y="105283"/>
                  </a:lnTo>
                  <a:lnTo>
                    <a:pt x="8047050" y="93751"/>
                  </a:lnTo>
                  <a:lnTo>
                    <a:pt x="8009102" y="87096"/>
                  </a:lnTo>
                  <a:lnTo>
                    <a:pt x="7970609" y="85496"/>
                  </a:lnTo>
                  <a:lnTo>
                    <a:pt x="7932547" y="89103"/>
                  </a:lnTo>
                  <a:lnTo>
                    <a:pt x="7861744" y="112725"/>
                  </a:lnTo>
                  <a:lnTo>
                    <a:pt x="7804569" y="159372"/>
                  </a:lnTo>
                  <a:lnTo>
                    <a:pt x="7783576" y="191770"/>
                  </a:lnTo>
                  <a:lnTo>
                    <a:pt x="7768958" y="230454"/>
                  </a:lnTo>
                  <a:lnTo>
                    <a:pt x="7761706" y="275615"/>
                  </a:lnTo>
                  <a:lnTo>
                    <a:pt x="7711402" y="282054"/>
                  </a:lnTo>
                  <a:lnTo>
                    <a:pt x="7682128" y="308432"/>
                  </a:lnTo>
                  <a:lnTo>
                    <a:pt x="7668514" y="337146"/>
                  </a:lnTo>
                  <a:lnTo>
                    <a:pt x="7665174" y="350621"/>
                  </a:lnTo>
                  <a:lnTo>
                    <a:pt x="7563650" y="282003"/>
                  </a:lnTo>
                  <a:lnTo>
                    <a:pt x="7506475" y="267855"/>
                  </a:lnTo>
                  <a:lnTo>
                    <a:pt x="7472629" y="316014"/>
                  </a:lnTo>
                  <a:lnTo>
                    <a:pt x="7447229" y="411327"/>
                  </a:lnTo>
                  <a:lnTo>
                    <a:pt x="8448345" y="411327"/>
                  </a:lnTo>
                  <a:close/>
                </a:path>
              </a:pathLst>
            </a:custGeom>
            <a:solidFill>
              <a:srgbClr val="2B529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3108991" y="9992569"/>
              <a:ext cx="4930775" cy="920750"/>
            </a:xfrm>
            <a:custGeom>
              <a:avLst/>
              <a:gdLst/>
              <a:ahLst/>
              <a:cxnLst/>
              <a:rect l="l" t="t" r="r" b="b"/>
              <a:pathLst>
                <a:path w="4930775" h="920750">
                  <a:moveTo>
                    <a:pt x="1125931" y="0"/>
                  </a:moveTo>
                  <a:lnTo>
                    <a:pt x="1052131" y="10414"/>
                  </a:lnTo>
                  <a:lnTo>
                    <a:pt x="1014984" y="19545"/>
                  </a:lnTo>
                  <a:lnTo>
                    <a:pt x="978001" y="31369"/>
                  </a:lnTo>
                  <a:lnTo>
                    <a:pt x="941451" y="45923"/>
                  </a:lnTo>
                  <a:lnTo>
                    <a:pt x="905611" y="63258"/>
                  </a:lnTo>
                  <a:lnTo>
                    <a:pt x="870737" y="83413"/>
                  </a:lnTo>
                  <a:lnTo>
                    <a:pt x="837069" y="106438"/>
                  </a:lnTo>
                  <a:lnTo>
                    <a:pt x="804887" y="132372"/>
                  </a:lnTo>
                  <a:lnTo>
                    <a:pt x="774458" y="161264"/>
                  </a:lnTo>
                  <a:lnTo>
                    <a:pt x="746023" y="193167"/>
                  </a:lnTo>
                  <a:lnTo>
                    <a:pt x="719861" y="228117"/>
                  </a:lnTo>
                  <a:lnTo>
                    <a:pt x="696214" y="266153"/>
                  </a:lnTo>
                  <a:lnTo>
                    <a:pt x="675373" y="307352"/>
                  </a:lnTo>
                  <a:lnTo>
                    <a:pt x="657567" y="351726"/>
                  </a:lnTo>
                  <a:lnTo>
                    <a:pt x="643077" y="399338"/>
                  </a:lnTo>
                  <a:lnTo>
                    <a:pt x="632155" y="450227"/>
                  </a:lnTo>
                  <a:lnTo>
                    <a:pt x="625055" y="504444"/>
                  </a:lnTo>
                  <a:lnTo>
                    <a:pt x="622058" y="562025"/>
                  </a:lnTo>
                  <a:lnTo>
                    <a:pt x="623417" y="623036"/>
                  </a:lnTo>
                  <a:lnTo>
                    <a:pt x="512749" y="629119"/>
                  </a:lnTo>
                  <a:lnTo>
                    <a:pt x="441909" y="677646"/>
                  </a:lnTo>
                  <a:lnTo>
                    <a:pt x="404266" y="732929"/>
                  </a:lnTo>
                  <a:lnTo>
                    <a:pt x="393179" y="759294"/>
                  </a:lnTo>
                  <a:lnTo>
                    <a:pt x="349872" y="437692"/>
                  </a:lnTo>
                  <a:lnTo>
                    <a:pt x="294474" y="261302"/>
                  </a:lnTo>
                  <a:lnTo>
                    <a:pt x="190144" y="167830"/>
                  </a:lnTo>
                  <a:lnTo>
                    <a:pt x="0" y="95021"/>
                  </a:lnTo>
                  <a:lnTo>
                    <a:pt x="35128" y="132156"/>
                  </a:lnTo>
                  <a:lnTo>
                    <a:pt x="68249" y="170815"/>
                  </a:lnTo>
                  <a:lnTo>
                    <a:pt x="99225" y="210337"/>
                  </a:lnTo>
                  <a:lnTo>
                    <a:pt x="127850" y="250050"/>
                  </a:lnTo>
                  <a:lnTo>
                    <a:pt x="163906" y="307492"/>
                  </a:lnTo>
                  <a:lnTo>
                    <a:pt x="194386" y="366585"/>
                  </a:lnTo>
                  <a:lnTo>
                    <a:pt x="219710" y="426415"/>
                  </a:lnTo>
                  <a:lnTo>
                    <a:pt x="240296" y="486041"/>
                  </a:lnTo>
                  <a:lnTo>
                    <a:pt x="256540" y="544525"/>
                  </a:lnTo>
                  <a:lnTo>
                    <a:pt x="268859" y="600938"/>
                  </a:lnTo>
                  <a:lnTo>
                    <a:pt x="277672" y="654342"/>
                  </a:lnTo>
                  <a:lnTo>
                    <a:pt x="283387" y="703795"/>
                  </a:lnTo>
                  <a:lnTo>
                    <a:pt x="286397" y="748385"/>
                  </a:lnTo>
                  <a:lnTo>
                    <a:pt x="287134" y="787158"/>
                  </a:lnTo>
                  <a:lnTo>
                    <a:pt x="286004" y="819188"/>
                  </a:lnTo>
                  <a:lnTo>
                    <a:pt x="283400" y="843546"/>
                  </a:lnTo>
                  <a:lnTo>
                    <a:pt x="279755" y="859282"/>
                  </a:lnTo>
                  <a:lnTo>
                    <a:pt x="330555" y="856589"/>
                  </a:lnTo>
                  <a:lnTo>
                    <a:pt x="381812" y="858227"/>
                  </a:lnTo>
                  <a:lnTo>
                    <a:pt x="431165" y="867308"/>
                  </a:lnTo>
                  <a:lnTo>
                    <a:pt x="476211" y="886942"/>
                  </a:lnTo>
                  <a:lnTo>
                    <a:pt x="514591" y="920229"/>
                  </a:lnTo>
                  <a:lnTo>
                    <a:pt x="544322" y="880364"/>
                  </a:lnTo>
                  <a:lnTo>
                    <a:pt x="578802" y="845858"/>
                  </a:lnTo>
                  <a:lnTo>
                    <a:pt x="617220" y="817067"/>
                  </a:lnTo>
                  <a:lnTo>
                    <a:pt x="658749" y="794385"/>
                  </a:lnTo>
                  <a:lnTo>
                    <a:pt x="702576" y="778154"/>
                  </a:lnTo>
                  <a:lnTo>
                    <a:pt x="747877" y="768781"/>
                  </a:lnTo>
                  <a:lnTo>
                    <a:pt x="793851" y="766610"/>
                  </a:lnTo>
                  <a:lnTo>
                    <a:pt x="839647" y="772033"/>
                  </a:lnTo>
                  <a:lnTo>
                    <a:pt x="821143" y="728268"/>
                  </a:lnTo>
                  <a:lnTo>
                    <a:pt x="806500" y="682713"/>
                  </a:lnTo>
                  <a:lnTo>
                    <a:pt x="795718" y="635787"/>
                  </a:lnTo>
                  <a:lnTo>
                    <a:pt x="788835" y="587908"/>
                  </a:lnTo>
                  <a:lnTo>
                    <a:pt x="785825" y="539496"/>
                  </a:lnTo>
                  <a:lnTo>
                    <a:pt x="786714" y="490982"/>
                  </a:lnTo>
                  <a:lnTo>
                    <a:pt x="791514" y="442785"/>
                  </a:lnTo>
                  <a:lnTo>
                    <a:pt x="800227" y="395312"/>
                  </a:lnTo>
                  <a:lnTo>
                    <a:pt x="812863" y="349008"/>
                  </a:lnTo>
                  <a:lnTo>
                    <a:pt x="829424" y="304279"/>
                  </a:lnTo>
                  <a:lnTo>
                    <a:pt x="850988" y="257390"/>
                  </a:lnTo>
                  <a:lnTo>
                    <a:pt x="875525" y="212204"/>
                  </a:lnTo>
                  <a:lnTo>
                    <a:pt x="902957" y="169392"/>
                  </a:lnTo>
                  <a:lnTo>
                    <a:pt x="933246" y="129616"/>
                  </a:lnTo>
                  <a:lnTo>
                    <a:pt x="966343" y="93560"/>
                  </a:lnTo>
                  <a:lnTo>
                    <a:pt x="1002220" y="61899"/>
                  </a:lnTo>
                  <a:lnTo>
                    <a:pt x="1040803" y="35306"/>
                  </a:lnTo>
                  <a:lnTo>
                    <a:pt x="1082052" y="14439"/>
                  </a:lnTo>
                  <a:lnTo>
                    <a:pt x="1125931" y="0"/>
                  </a:lnTo>
                  <a:close/>
                </a:path>
                <a:path w="4930775" h="920750">
                  <a:moveTo>
                    <a:pt x="4930483" y="352475"/>
                  </a:moveTo>
                  <a:lnTo>
                    <a:pt x="4880407" y="329387"/>
                  </a:lnTo>
                  <a:lnTo>
                    <a:pt x="4826000" y="308178"/>
                  </a:lnTo>
                  <a:lnTo>
                    <a:pt x="4755540" y="285254"/>
                  </a:lnTo>
                  <a:lnTo>
                    <a:pt x="4715116" y="274269"/>
                  </a:lnTo>
                  <a:lnTo>
                    <a:pt x="4671682" y="264210"/>
                  </a:lnTo>
                  <a:lnTo>
                    <a:pt x="4625568" y="255511"/>
                  </a:lnTo>
                  <a:lnTo>
                    <a:pt x="4577105" y="248627"/>
                  </a:lnTo>
                  <a:lnTo>
                    <a:pt x="4526623" y="243992"/>
                  </a:lnTo>
                  <a:lnTo>
                    <a:pt x="4474451" y="242074"/>
                  </a:lnTo>
                  <a:lnTo>
                    <a:pt x="4420933" y="243306"/>
                  </a:lnTo>
                  <a:lnTo>
                    <a:pt x="4366399" y="248145"/>
                  </a:lnTo>
                  <a:lnTo>
                    <a:pt x="4311193" y="257035"/>
                  </a:lnTo>
                  <a:lnTo>
                    <a:pt x="4255617" y="270421"/>
                  </a:lnTo>
                  <a:lnTo>
                    <a:pt x="4200029" y="288747"/>
                  </a:lnTo>
                  <a:lnTo>
                    <a:pt x="4144759" y="312470"/>
                  </a:lnTo>
                  <a:lnTo>
                    <a:pt x="4090136" y="342036"/>
                  </a:lnTo>
                  <a:lnTo>
                    <a:pt x="4036491" y="377901"/>
                  </a:lnTo>
                  <a:lnTo>
                    <a:pt x="3984155" y="420484"/>
                  </a:lnTo>
                  <a:lnTo>
                    <a:pt x="3959377" y="378536"/>
                  </a:lnTo>
                  <a:lnTo>
                    <a:pt x="3929875" y="341782"/>
                  </a:lnTo>
                  <a:lnTo>
                    <a:pt x="3896220" y="310134"/>
                  </a:lnTo>
                  <a:lnTo>
                    <a:pt x="3858971" y="283464"/>
                  </a:lnTo>
                  <a:lnTo>
                    <a:pt x="3818712" y="261670"/>
                  </a:lnTo>
                  <a:lnTo>
                    <a:pt x="3776002" y="244652"/>
                  </a:lnTo>
                  <a:lnTo>
                    <a:pt x="3731412" y="232295"/>
                  </a:lnTo>
                  <a:lnTo>
                    <a:pt x="3685514" y="224472"/>
                  </a:lnTo>
                  <a:lnTo>
                    <a:pt x="3638880" y="221107"/>
                  </a:lnTo>
                  <a:lnTo>
                    <a:pt x="3592080" y="222072"/>
                  </a:lnTo>
                  <a:lnTo>
                    <a:pt x="3545675" y="227266"/>
                  </a:lnTo>
                  <a:lnTo>
                    <a:pt x="3500234" y="236562"/>
                  </a:lnTo>
                  <a:lnTo>
                    <a:pt x="3456330" y="249872"/>
                  </a:lnTo>
                  <a:lnTo>
                    <a:pt x="3414534" y="267081"/>
                  </a:lnTo>
                  <a:lnTo>
                    <a:pt x="3633914" y="300304"/>
                  </a:lnTo>
                  <a:lnTo>
                    <a:pt x="3774973" y="405485"/>
                  </a:lnTo>
                  <a:lnTo>
                    <a:pt x="3850348" y="516839"/>
                  </a:lnTo>
                  <a:lnTo>
                    <a:pt x="3872674" y="568566"/>
                  </a:lnTo>
                  <a:lnTo>
                    <a:pt x="3943312" y="530860"/>
                  </a:lnTo>
                  <a:lnTo>
                    <a:pt x="3995521" y="515467"/>
                  </a:lnTo>
                  <a:lnTo>
                    <a:pt x="4055122" y="519849"/>
                  </a:lnTo>
                  <a:lnTo>
                    <a:pt x="4147909" y="541464"/>
                  </a:lnTo>
                  <a:lnTo>
                    <a:pt x="4160774" y="502729"/>
                  </a:lnTo>
                  <a:lnTo>
                    <a:pt x="4186110" y="475094"/>
                  </a:lnTo>
                  <a:lnTo>
                    <a:pt x="4219422" y="459219"/>
                  </a:lnTo>
                  <a:lnTo>
                    <a:pt x="4256189" y="455726"/>
                  </a:lnTo>
                  <a:lnTo>
                    <a:pt x="4291914" y="465264"/>
                  </a:lnTo>
                  <a:lnTo>
                    <a:pt x="4322076" y="488492"/>
                  </a:lnTo>
                  <a:lnTo>
                    <a:pt x="4485233" y="370789"/>
                  </a:lnTo>
                  <a:lnTo>
                    <a:pt x="4686808" y="334746"/>
                  </a:lnTo>
                  <a:lnTo>
                    <a:pt x="4858118" y="341566"/>
                  </a:lnTo>
                  <a:lnTo>
                    <a:pt x="4930483" y="352475"/>
                  </a:lnTo>
                  <a:close/>
                </a:path>
              </a:pathLst>
            </a:custGeom>
            <a:solidFill>
              <a:srgbClr val="C9F0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687105" y="10211482"/>
              <a:ext cx="982344" cy="1097280"/>
            </a:xfrm>
            <a:custGeom>
              <a:avLst/>
              <a:gdLst/>
              <a:ahLst/>
              <a:cxnLst/>
              <a:rect l="l" t="t" r="r" b="b"/>
              <a:pathLst>
                <a:path w="982345" h="1097279">
                  <a:moveTo>
                    <a:pt x="491074" y="0"/>
                  </a:moveTo>
                  <a:lnTo>
                    <a:pt x="446377" y="2331"/>
                  </a:lnTo>
                  <a:lnTo>
                    <a:pt x="402804" y="9192"/>
                  </a:lnTo>
                  <a:lnTo>
                    <a:pt x="360529" y="20380"/>
                  </a:lnTo>
                  <a:lnTo>
                    <a:pt x="319724" y="35695"/>
                  </a:lnTo>
                  <a:lnTo>
                    <a:pt x="280564" y="54935"/>
                  </a:lnTo>
                  <a:lnTo>
                    <a:pt x="243222" y="77897"/>
                  </a:lnTo>
                  <a:lnTo>
                    <a:pt x="207870" y="104382"/>
                  </a:lnTo>
                  <a:lnTo>
                    <a:pt x="174683" y="134188"/>
                  </a:lnTo>
                  <a:lnTo>
                    <a:pt x="143834" y="167112"/>
                  </a:lnTo>
                  <a:lnTo>
                    <a:pt x="115496" y="202954"/>
                  </a:lnTo>
                  <a:lnTo>
                    <a:pt x="89843" y="241513"/>
                  </a:lnTo>
                  <a:lnTo>
                    <a:pt x="67047" y="282586"/>
                  </a:lnTo>
                  <a:lnTo>
                    <a:pt x="47283" y="325973"/>
                  </a:lnTo>
                  <a:lnTo>
                    <a:pt x="30723" y="371472"/>
                  </a:lnTo>
                  <a:lnTo>
                    <a:pt x="17542" y="418881"/>
                  </a:lnTo>
                  <a:lnTo>
                    <a:pt x="7912" y="467999"/>
                  </a:lnTo>
                  <a:lnTo>
                    <a:pt x="2006" y="518626"/>
                  </a:lnTo>
                  <a:lnTo>
                    <a:pt x="0" y="570558"/>
                  </a:lnTo>
                  <a:lnTo>
                    <a:pt x="2006" y="622491"/>
                  </a:lnTo>
                  <a:lnTo>
                    <a:pt x="7912" y="673117"/>
                  </a:lnTo>
                  <a:lnTo>
                    <a:pt x="17542" y="722235"/>
                  </a:lnTo>
                  <a:lnTo>
                    <a:pt x="30723" y="769644"/>
                  </a:lnTo>
                  <a:lnTo>
                    <a:pt x="47283" y="815143"/>
                  </a:lnTo>
                  <a:lnTo>
                    <a:pt x="67047" y="858530"/>
                  </a:lnTo>
                  <a:lnTo>
                    <a:pt x="89843" y="899603"/>
                  </a:lnTo>
                  <a:lnTo>
                    <a:pt x="115496" y="938162"/>
                  </a:lnTo>
                  <a:lnTo>
                    <a:pt x="143834" y="974004"/>
                  </a:lnTo>
                  <a:lnTo>
                    <a:pt x="174683" y="1006928"/>
                  </a:lnTo>
                  <a:lnTo>
                    <a:pt x="207870" y="1036734"/>
                  </a:lnTo>
                  <a:lnTo>
                    <a:pt x="243222" y="1063219"/>
                  </a:lnTo>
                  <a:lnTo>
                    <a:pt x="280564" y="1086182"/>
                  </a:lnTo>
                  <a:lnTo>
                    <a:pt x="302733" y="1097073"/>
                  </a:lnTo>
                  <a:lnTo>
                    <a:pt x="679419" y="1097073"/>
                  </a:lnTo>
                  <a:lnTo>
                    <a:pt x="738930" y="1063219"/>
                  </a:lnTo>
                  <a:lnTo>
                    <a:pt x="774281" y="1036734"/>
                  </a:lnTo>
                  <a:lnTo>
                    <a:pt x="807468" y="1006928"/>
                  </a:lnTo>
                  <a:lnTo>
                    <a:pt x="838317" y="974004"/>
                  </a:lnTo>
                  <a:lnTo>
                    <a:pt x="866655" y="938162"/>
                  </a:lnTo>
                  <a:lnTo>
                    <a:pt x="892308" y="899603"/>
                  </a:lnTo>
                  <a:lnTo>
                    <a:pt x="915103" y="858530"/>
                  </a:lnTo>
                  <a:lnTo>
                    <a:pt x="934866" y="815143"/>
                  </a:lnTo>
                  <a:lnTo>
                    <a:pt x="951425" y="769644"/>
                  </a:lnTo>
                  <a:lnTo>
                    <a:pt x="964606" y="722235"/>
                  </a:lnTo>
                  <a:lnTo>
                    <a:pt x="974236" y="673117"/>
                  </a:lnTo>
                  <a:lnTo>
                    <a:pt x="980141" y="622491"/>
                  </a:lnTo>
                  <a:lnTo>
                    <a:pt x="982148" y="570558"/>
                  </a:lnTo>
                  <a:lnTo>
                    <a:pt x="980141" y="518626"/>
                  </a:lnTo>
                  <a:lnTo>
                    <a:pt x="974236" y="467999"/>
                  </a:lnTo>
                  <a:lnTo>
                    <a:pt x="964606" y="418881"/>
                  </a:lnTo>
                  <a:lnTo>
                    <a:pt x="951425" y="371472"/>
                  </a:lnTo>
                  <a:lnTo>
                    <a:pt x="934866" y="325973"/>
                  </a:lnTo>
                  <a:lnTo>
                    <a:pt x="915103" y="282586"/>
                  </a:lnTo>
                  <a:lnTo>
                    <a:pt x="892308" y="241513"/>
                  </a:lnTo>
                  <a:lnTo>
                    <a:pt x="866655" y="202954"/>
                  </a:lnTo>
                  <a:lnTo>
                    <a:pt x="838317" y="167112"/>
                  </a:lnTo>
                  <a:lnTo>
                    <a:pt x="807468" y="134188"/>
                  </a:lnTo>
                  <a:lnTo>
                    <a:pt x="774281" y="104382"/>
                  </a:lnTo>
                  <a:lnTo>
                    <a:pt x="738930" y="77897"/>
                  </a:lnTo>
                  <a:lnTo>
                    <a:pt x="701587" y="54935"/>
                  </a:lnTo>
                  <a:lnTo>
                    <a:pt x="662427" y="35695"/>
                  </a:lnTo>
                  <a:lnTo>
                    <a:pt x="621622" y="20380"/>
                  </a:lnTo>
                  <a:lnTo>
                    <a:pt x="579346" y="9192"/>
                  </a:lnTo>
                  <a:lnTo>
                    <a:pt x="535772" y="2331"/>
                  </a:lnTo>
                  <a:lnTo>
                    <a:pt x="491074" y="0"/>
                  </a:lnTo>
                  <a:close/>
                </a:path>
              </a:pathLst>
            </a:custGeom>
            <a:solidFill>
              <a:srgbClr val="2B529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624158" y="728636"/>
            <a:ext cx="5410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solidFill>
                  <a:srgbClr val="FAEBEC"/>
                </a:solidFill>
                <a:latin typeface="Open Sans"/>
                <a:cs typeface="Open Sans"/>
              </a:rPr>
              <a:t>Stars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42785" y="2344312"/>
            <a:ext cx="14618969" cy="6620509"/>
            <a:chOff x="2742785" y="2344312"/>
            <a:chExt cx="14618969" cy="6620509"/>
          </a:xfrm>
        </p:grpSpPr>
        <p:sp>
          <p:nvSpPr>
            <p:cNvPr id="3" name="object 3" descr=""/>
            <p:cNvSpPr/>
            <p:nvPr/>
          </p:nvSpPr>
          <p:spPr>
            <a:xfrm>
              <a:off x="3423859" y="3213820"/>
              <a:ext cx="13238480" cy="4902835"/>
            </a:xfrm>
            <a:custGeom>
              <a:avLst/>
              <a:gdLst/>
              <a:ahLst/>
              <a:cxnLst/>
              <a:rect l="l" t="t" r="r" b="b"/>
              <a:pathLst>
                <a:path w="13238480" h="4902834">
                  <a:moveTo>
                    <a:pt x="3122606" y="1645633"/>
                  </a:moveTo>
                  <a:lnTo>
                    <a:pt x="3078389" y="1646949"/>
                  </a:lnTo>
                  <a:lnTo>
                    <a:pt x="3034311" y="1649758"/>
                  </a:lnTo>
                  <a:lnTo>
                    <a:pt x="2990384" y="1654035"/>
                  </a:lnTo>
                  <a:lnTo>
                    <a:pt x="2946614" y="1659755"/>
                  </a:lnTo>
                  <a:lnTo>
                    <a:pt x="2903011" y="1666892"/>
                  </a:lnTo>
                  <a:lnTo>
                    <a:pt x="2854421" y="1676577"/>
                  </a:lnTo>
                  <a:lnTo>
                    <a:pt x="2806379" y="1688018"/>
                  </a:lnTo>
                  <a:lnTo>
                    <a:pt x="2758921" y="1701184"/>
                  </a:lnTo>
                  <a:lnTo>
                    <a:pt x="2712083" y="1716044"/>
                  </a:lnTo>
                  <a:lnTo>
                    <a:pt x="2665902" y="1732566"/>
                  </a:lnTo>
                  <a:lnTo>
                    <a:pt x="2620413" y="1750720"/>
                  </a:lnTo>
                  <a:lnTo>
                    <a:pt x="2575654" y="1770474"/>
                  </a:lnTo>
                  <a:lnTo>
                    <a:pt x="2531660" y="1791797"/>
                  </a:lnTo>
                  <a:lnTo>
                    <a:pt x="2488469" y="1814659"/>
                  </a:lnTo>
                  <a:lnTo>
                    <a:pt x="2446116" y="1839027"/>
                  </a:lnTo>
                  <a:lnTo>
                    <a:pt x="2404637" y="1864872"/>
                  </a:lnTo>
                  <a:lnTo>
                    <a:pt x="2364070" y="1892162"/>
                  </a:lnTo>
                  <a:lnTo>
                    <a:pt x="2324449" y="1920866"/>
                  </a:lnTo>
                  <a:lnTo>
                    <a:pt x="2285813" y="1950953"/>
                  </a:lnTo>
                  <a:lnTo>
                    <a:pt x="2248197" y="1982392"/>
                  </a:lnTo>
                  <a:lnTo>
                    <a:pt x="2211637" y="2015151"/>
                  </a:lnTo>
                  <a:lnTo>
                    <a:pt x="2176170" y="2049200"/>
                  </a:lnTo>
                  <a:lnTo>
                    <a:pt x="2141833" y="2084508"/>
                  </a:lnTo>
                  <a:lnTo>
                    <a:pt x="2108660" y="2121043"/>
                  </a:lnTo>
                  <a:lnTo>
                    <a:pt x="2076690" y="2158775"/>
                  </a:lnTo>
                  <a:lnTo>
                    <a:pt x="2045958" y="2197672"/>
                  </a:lnTo>
                  <a:lnTo>
                    <a:pt x="0" y="4880344"/>
                  </a:lnTo>
                  <a:lnTo>
                    <a:pt x="13238246" y="4902752"/>
                  </a:lnTo>
                  <a:lnTo>
                    <a:pt x="11724240" y="2140838"/>
                  </a:lnTo>
                  <a:lnTo>
                    <a:pt x="4293327" y="2140838"/>
                  </a:lnTo>
                  <a:lnTo>
                    <a:pt x="4244087" y="2132693"/>
                  </a:lnTo>
                  <a:lnTo>
                    <a:pt x="4198089" y="2114406"/>
                  </a:lnTo>
                  <a:lnTo>
                    <a:pt x="4157988" y="2086167"/>
                  </a:lnTo>
                  <a:lnTo>
                    <a:pt x="4112985" y="2046104"/>
                  </a:lnTo>
                  <a:lnTo>
                    <a:pt x="4067919" y="2008120"/>
                  </a:lnTo>
                  <a:lnTo>
                    <a:pt x="4022799" y="1972189"/>
                  </a:lnTo>
                  <a:lnTo>
                    <a:pt x="3977633" y="1938286"/>
                  </a:lnTo>
                  <a:lnTo>
                    <a:pt x="3932430" y="1906387"/>
                  </a:lnTo>
                  <a:lnTo>
                    <a:pt x="3887200" y="1876464"/>
                  </a:lnTo>
                  <a:lnTo>
                    <a:pt x="3841951" y="1848493"/>
                  </a:lnTo>
                  <a:lnTo>
                    <a:pt x="3796691" y="1822449"/>
                  </a:lnTo>
                  <a:lnTo>
                    <a:pt x="3751431" y="1798305"/>
                  </a:lnTo>
                  <a:lnTo>
                    <a:pt x="3706178" y="1776037"/>
                  </a:lnTo>
                  <a:lnTo>
                    <a:pt x="3660941" y="1755618"/>
                  </a:lnTo>
                  <a:lnTo>
                    <a:pt x="3615730" y="1737025"/>
                  </a:lnTo>
                  <a:lnTo>
                    <a:pt x="3570552" y="1720230"/>
                  </a:lnTo>
                  <a:lnTo>
                    <a:pt x="3525418" y="1705209"/>
                  </a:lnTo>
                  <a:lnTo>
                    <a:pt x="3480336" y="1691936"/>
                  </a:lnTo>
                  <a:lnTo>
                    <a:pt x="3435314" y="1680386"/>
                  </a:lnTo>
                  <a:lnTo>
                    <a:pt x="3390362" y="1670533"/>
                  </a:lnTo>
                  <a:lnTo>
                    <a:pt x="3345489" y="1662352"/>
                  </a:lnTo>
                  <a:lnTo>
                    <a:pt x="3300702" y="1655817"/>
                  </a:lnTo>
                  <a:lnTo>
                    <a:pt x="3256012" y="1650904"/>
                  </a:lnTo>
                  <a:lnTo>
                    <a:pt x="3211427" y="1647585"/>
                  </a:lnTo>
                  <a:lnTo>
                    <a:pt x="3166955" y="1645837"/>
                  </a:lnTo>
                  <a:lnTo>
                    <a:pt x="3122606" y="1645633"/>
                  </a:lnTo>
                  <a:close/>
                </a:path>
                <a:path w="13238480" h="4902834">
                  <a:moveTo>
                    <a:pt x="7586912" y="0"/>
                  </a:moveTo>
                  <a:lnTo>
                    <a:pt x="7542318" y="1697"/>
                  </a:lnTo>
                  <a:lnTo>
                    <a:pt x="7497797" y="5908"/>
                  </a:lnTo>
                  <a:lnTo>
                    <a:pt x="7453415" y="12635"/>
                  </a:lnTo>
                  <a:lnTo>
                    <a:pt x="7409240" y="21879"/>
                  </a:lnTo>
                  <a:lnTo>
                    <a:pt x="7365339" y="33641"/>
                  </a:lnTo>
                  <a:lnTo>
                    <a:pt x="7321777" y="47922"/>
                  </a:lnTo>
                  <a:lnTo>
                    <a:pt x="7278623" y="64723"/>
                  </a:lnTo>
                  <a:lnTo>
                    <a:pt x="7235943" y="84046"/>
                  </a:lnTo>
                  <a:lnTo>
                    <a:pt x="7193803" y="105892"/>
                  </a:lnTo>
                  <a:lnTo>
                    <a:pt x="7152272" y="130262"/>
                  </a:lnTo>
                  <a:lnTo>
                    <a:pt x="7111416" y="157157"/>
                  </a:lnTo>
                  <a:lnTo>
                    <a:pt x="7071301" y="186578"/>
                  </a:lnTo>
                  <a:lnTo>
                    <a:pt x="7031995" y="218528"/>
                  </a:lnTo>
                  <a:lnTo>
                    <a:pt x="4433927" y="2102512"/>
                  </a:lnTo>
                  <a:lnTo>
                    <a:pt x="4390904" y="2125939"/>
                  </a:lnTo>
                  <a:lnTo>
                    <a:pt x="4343151" y="2138650"/>
                  </a:lnTo>
                  <a:lnTo>
                    <a:pt x="4293327" y="2140838"/>
                  </a:lnTo>
                  <a:lnTo>
                    <a:pt x="11724240" y="2140838"/>
                  </a:lnTo>
                  <a:lnTo>
                    <a:pt x="11318126" y="1399989"/>
                  </a:lnTo>
                  <a:lnTo>
                    <a:pt x="11292001" y="1355311"/>
                  </a:lnTo>
                  <a:lnTo>
                    <a:pt x="11264801" y="1314249"/>
                  </a:lnTo>
                  <a:lnTo>
                    <a:pt x="9755311" y="1314249"/>
                  </a:lnTo>
                  <a:lnTo>
                    <a:pt x="9708944" y="1312079"/>
                  </a:lnTo>
                  <a:lnTo>
                    <a:pt x="9662849" y="1305669"/>
                  </a:lnTo>
                  <a:lnTo>
                    <a:pt x="9617336" y="1295005"/>
                  </a:lnTo>
                  <a:lnTo>
                    <a:pt x="9572710" y="1280075"/>
                  </a:lnTo>
                  <a:lnTo>
                    <a:pt x="9529279" y="1260864"/>
                  </a:lnTo>
                  <a:lnTo>
                    <a:pt x="9487350" y="1237358"/>
                  </a:lnTo>
                  <a:lnTo>
                    <a:pt x="9447230" y="1209545"/>
                  </a:lnTo>
                  <a:lnTo>
                    <a:pt x="8181394" y="239553"/>
                  </a:lnTo>
                  <a:lnTo>
                    <a:pt x="8142807" y="206179"/>
                  </a:lnTo>
                  <a:lnTo>
                    <a:pt x="8103357" y="175302"/>
                  </a:lnTo>
                  <a:lnTo>
                    <a:pt x="8063109" y="146923"/>
                  </a:lnTo>
                  <a:lnTo>
                    <a:pt x="8022131" y="121044"/>
                  </a:lnTo>
                  <a:lnTo>
                    <a:pt x="7980490" y="97665"/>
                  </a:lnTo>
                  <a:lnTo>
                    <a:pt x="7938252" y="76789"/>
                  </a:lnTo>
                  <a:lnTo>
                    <a:pt x="7895485" y="58416"/>
                  </a:lnTo>
                  <a:lnTo>
                    <a:pt x="7852256" y="42547"/>
                  </a:lnTo>
                  <a:lnTo>
                    <a:pt x="7808630" y="29185"/>
                  </a:lnTo>
                  <a:lnTo>
                    <a:pt x="7764677" y="18329"/>
                  </a:lnTo>
                  <a:lnTo>
                    <a:pt x="7720461" y="9981"/>
                  </a:lnTo>
                  <a:lnTo>
                    <a:pt x="7676050" y="4143"/>
                  </a:lnTo>
                  <a:lnTo>
                    <a:pt x="7631512" y="815"/>
                  </a:lnTo>
                  <a:lnTo>
                    <a:pt x="7586912" y="0"/>
                  </a:lnTo>
                  <a:close/>
                </a:path>
                <a:path w="13238480" h="4902834">
                  <a:moveTo>
                    <a:pt x="10612122" y="964010"/>
                  </a:moveTo>
                  <a:lnTo>
                    <a:pt x="10567405" y="966241"/>
                  </a:lnTo>
                  <a:lnTo>
                    <a:pt x="10522763" y="971316"/>
                  </a:lnTo>
                  <a:lnTo>
                    <a:pt x="10478279" y="979247"/>
                  </a:lnTo>
                  <a:lnTo>
                    <a:pt x="10434040" y="990041"/>
                  </a:lnTo>
                  <a:lnTo>
                    <a:pt x="10390131" y="1003709"/>
                  </a:lnTo>
                  <a:lnTo>
                    <a:pt x="10346640" y="1020258"/>
                  </a:lnTo>
                  <a:lnTo>
                    <a:pt x="10303650" y="1039700"/>
                  </a:lnTo>
                  <a:lnTo>
                    <a:pt x="10261249" y="1062043"/>
                  </a:lnTo>
                  <a:lnTo>
                    <a:pt x="10219522" y="1087297"/>
                  </a:lnTo>
                  <a:lnTo>
                    <a:pt x="10178554" y="1115470"/>
                  </a:lnTo>
                  <a:lnTo>
                    <a:pt x="10138432" y="1146573"/>
                  </a:lnTo>
                  <a:lnTo>
                    <a:pt x="10099242" y="1180614"/>
                  </a:lnTo>
                  <a:lnTo>
                    <a:pt x="10061743" y="1211871"/>
                  </a:lnTo>
                  <a:lnTo>
                    <a:pt x="10022061" y="1238998"/>
                  </a:lnTo>
                  <a:lnTo>
                    <a:pt x="9980502" y="1261980"/>
                  </a:lnTo>
                  <a:lnTo>
                    <a:pt x="9937374" y="1280805"/>
                  </a:lnTo>
                  <a:lnTo>
                    <a:pt x="9892984" y="1295457"/>
                  </a:lnTo>
                  <a:lnTo>
                    <a:pt x="9847638" y="1305925"/>
                  </a:lnTo>
                  <a:lnTo>
                    <a:pt x="9801645" y="1312193"/>
                  </a:lnTo>
                  <a:lnTo>
                    <a:pt x="9755311" y="1314249"/>
                  </a:lnTo>
                  <a:lnTo>
                    <a:pt x="11264801" y="1314249"/>
                  </a:lnTo>
                  <a:lnTo>
                    <a:pt x="11232579" y="1270926"/>
                  </a:lnTo>
                  <a:lnTo>
                    <a:pt x="11199378" y="1231527"/>
                  </a:lnTo>
                  <a:lnTo>
                    <a:pt x="11163915" y="1194195"/>
                  </a:lnTo>
                  <a:lnTo>
                    <a:pt x="11126237" y="1159083"/>
                  </a:lnTo>
                  <a:lnTo>
                    <a:pt x="11086392" y="1126345"/>
                  </a:lnTo>
                  <a:lnTo>
                    <a:pt x="11044428" y="1096135"/>
                  </a:lnTo>
                  <a:lnTo>
                    <a:pt x="11003700" y="1070427"/>
                  </a:lnTo>
                  <a:lnTo>
                    <a:pt x="10962187" y="1047471"/>
                  </a:lnTo>
                  <a:lnTo>
                    <a:pt x="10919975" y="1027276"/>
                  </a:lnTo>
                  <a:lnTo>
                    <a:pt x="10877149" y="1009852"/>
                  </a:lnTo>
                  <a:lnTo>
                    <a:pt x="10833796" y="995208"/>
                  </a:lnTo>
                  <a:lnTo>
                    <a:pt x="10790002" y="983352"/>
                  </a:lnTo>
                  <a:lnTo>
                    <a:pt x="10745851" y="974296"/>
                  </a:lnTo>
                  <a:lnTo>
                    <a:pt x="10701430" y="968047"/>
                  </a:lnTo>
                  <a:lnTo>
                    <a:pt x="10656825" y="964615"/>
                  </a:lnTo>
                  <a:lnTo>
                    <a:pt x="10612122" y="96401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394399" y="3217589"/>
              <a:ext cx="7913370" cy="2880360"/>
            </a:xfrm>
            <a:custGeom>
              <a:avLst/>
              <a:gdLst/>
              <a:ahLst/>
              <a:cxnLst/>
              <a:rect l="l" t="t" r="r" b="b"/>
              <a:pathLst>
                <a:path w="7913369" h="2880360">
                  <a:moveTo>
                    <a:pt x="1892084" y="1787880"/>
                  </a:moveTo>
                  <a:lnTo>
                    <a:pt x="1463395" y="2098751"/>
                  </a:lnTo>
                  <a:lnTo>
                    <a:pt x="1418958" y="2126945"/>
                  </a:lnTo>
                  <a:lnTo>
                    <a:pt x="1371130" y="2148141"/>
                  </a:lnTo>
                  <a:lnTo>
                    <a:pt x="1322781" y="2158187"/>
                  </a:lnTo>
                  <a:lnTo>
                    <a:pt x="1276819" y="2152929"/>
                  </a:lnTo>
                  <a:lnTo>
                    <a:pt x="1236141" y="2128202"/>
                  </a:lnTo>
                  <a:lnTo>
                    <a:pt x="1191374" y="2086000"/>
                  </a:lnTo>
                  <a:lnTo>
                    <a:pt x="1146543" y="2045893"/>
                  </a:lnTo>
                  <a:lnTo>
                    <a:pt x="1101636" y="2007844"/>
                  </a:lnTo>
                  <a:lnTo>
                    <a:pt x="1056690" y="1971852"/>
                  </a:lnTo>
                  <a:lnTo>
                    <a:pt x="1011682" y="1937867"/>
                  </a:lnTo>
                  <a:lnTo>
                    <a:pt x="966647" y="1905876"/>
                  </a:lnTo>
                  <a:lnTo>
                    <a:pt x="921575" y="1875840"/>
                  </a:lnTo>
                  <a:lnTo>
                    <a:pt x="876490" y="1847761"/>
                  </a:lnTo>
                  <a:lnTo>
                    <a:pt x="831392" y="1821586"/>
                  </a:lnTo>
                  <a:lnTo>
                    <a:pt x="786295" y="1797316"/>
                  </a:lnTo>
                  <a:lnTo>
                    <a:pt x="741210" y="1774901"/>
                  </a:lnTo>
                  <a:lnTo>
                    <a:pt x="696125" y="1754327"/>
                  </a:lnTo>
                  <a:lnTo>
                    <a:pt x="651078" y="1735569"/>
                  </a:lnTo>
                  <a:lnTo>
                    <a:pt x="606056" y="1718589"/>
                  </a:lnTo>
                  <a:lnTo>
                    <a:pt x="561073" y="1703387"/>
                  </a:lnTo>
                  <a:lnTo>
                    <a:pt x="516140" y="1689925"/>
                  </a:lnTo>
                  <a:lnTo>
                    <a:pt x="471271" y="1678178"/>
                  </a:lnTo>
                  <a:lnTo>
                    <a:pt x="426478" y="1668106"/>
                  </a:lnTo>
                  <a:lnTo>
                    <a:pt x="381749" y="1659712"/>
                  </a:lnTo>
                  <a:lnTo>
                    <a:pt x="337108" y="1652955"/>
                  </a:lnTo>
                  <a:lnTo>
                    <a:pt x="292569" y="1647799"/>
                  </a:lnTo>
                  <a:lnTo>
                    <a:pt x="248119" y="1644243"/>
                  </a:lnTo>
                  <a:lnTo>
                    <a:pt x="203796" y="1642249"/>
                  </a:lnTo>
                  <a:lnTo>
                    <a:pt x="159575" y="1641792"/>
                  </a:lnTo>
                  <a:lnTo>
                    <a:pt x="115493" y="1642846"/>
                  </a:lnTo>
                  <a:lnTo>
                    <a:pt x="71551" y="1645386"/>
                  </a:lnTo>
                  <a:lnTo>
                    <a:pt x="27762" y="1649387"/>
                  </a:lnTo>
                  <a:lnTo>
                    <a:pt x="0" y="1653654"/>
                  </a:lnTo>
                  <a:lnTo>
                    <a:pt x="45770" y="1651736"/>
                  </a:lnTo>
                  <a:lnTo>
                    <a:pt x="90805" y="1653146"/>
                  </a:lnTo>
                  <a:lnTo>
                    <a:pt x="135255" y="1657921"/>
                  </a:lnTo>
                  <a:lnTo>
                    <a:pt x="179260" y="1666087"/>
                  </a:lnTo>
                  <a:lnTo>
                    <a:pt x="222999" y="1677670"/>
                  </a:lnTo>
                  <a:lnTo>
                    <a:pt x="266623" y="1692694"/>
                  </a:lnTo>
                  <a:lnTo>
                    <a:pt x="310273" y="1711198"/>
                  </a:lnTo>
                  <a:lnTo>
                    <a:pt x="354101" y="1733194"/>
                  </a:lnTo>
                  <a:lnTo>
                    <a:pt x="398284" y="1758721"/>
                  </a:lnTo>
                  <a:lnTo>
                    <a:pt x="442963" y="1787817"/>
                  </a:lnTo>
                  <a:lnTo>
                    <a:pt x="488302" y="1820481"/>
                  </a:lnTo>
                  <a:lnTo>
                    <a:pt x="534441" y="1856752"/>
                  </a:lnTo>
                  <a:lnTo>
                    <a:pt x="581545" y="1896681"/>
                  </a:lnTo>
                  <a:lnTo>
                    <a:pt x="629767" y="1940255"/>
                  </a:lnTo>
                  <a:lnTo>
                    <a:pt x="1541868" y="2856090"/>
                  </a:lnTo>
                  <a:lnTo>
                    <a:pt x="1574711" y="2876740"/>
                  </a:lnTo>
                  <a:lnTo>
                    <a:pt x="1609674" y="2879864"/>
                  </a:lnTo>
                  <a:lnTo>
                    <a:pt x="1642110" y="2868307"/>
                  </a:lnTo>
                  <a:lnTo>
                    <a:pt x="1667357" y="2844876"/>
                  </a:lnTo>
                  <a:lnTo>
                    <a:pt x="1680743" y="2812415"/>
                  </a:lnTo>
                  <a:lnTo>
                    <a:pt x="1677606" y="2773743"/>
                  </a:lnTo>
                  <a:lnTo>
                    <a:pt x="1623568" y="2603474"/>
                  </a:lnTo>
                  <a:lnTo>
                    <a:pt x="1604987" y="2551861"/>
                  </a:lnTo>
                  <a:lnTo>
                    <a:pt x="1590611" y="2501252"/>
                  </a:lnTo>
                  <a:lnTo>
                    <a:pt x="1580286" y="2451646"/>
                  </a:lnTo>
                  <a:lnTo>
                    <a:pt x="1573872" y="2403094"/>
                  </a:lnTo>
                  <a:lnTo>
                    <a:pt x="1571256" y="2355608"/>
                  </a:lnTo>
                  <a:lnTo>
                    <a:pt x="1572272" y="2309215"/>
                  </a:lnTo>
                  <a:lnTo>
                    <a:pt x="1576806" y="2263927"/>
                  </a:lnTo>
                  <a:lnTo>
                    <a:pt x="1584706" y="2219795"/>
                  </a:lnTo>
                  <a:lnTo>
                    <a:pt x="1595831" y="2176818"/>
                  </a:lnTo>
                  <a:lnTo>
                    <a:pt x="1610055" y="2135022"/>
                  </a:lnTo>
                  <a:lnTo>
                    <a:pt x="1627225" y="2094458"/>
                  </a:lnTo>
                  <a:lnTo>
                    <a:pt x="1647228" y="2055114"/>
                  </a:lnTo>
                  <a:lnTo>
                    <a:pt x="1669897" y="2017039"/>
                  </a:lnTo>
                  <a:lnTo>
                    <a:pt x="1695119" y="1980247"/>
                  </a:lnTo>
                  <a:lnTo>
                    <a:pt x="1722729" y="1944776"/>
                  </a:lnTo>
                  <a:lnTo>
                    <a:pt x="1752625" y="1910626"/>
                  </a:lnTo>
                  <a:lnTo>
                    <a:pt x="1784642" y="1877847"/>
                  </a:lnTo>
                  <a:lnTo>
                    <a:pt x="1818652" y="1846440"/>
                  </a:lnTo>
                  <a:lnTo>
                    <a:pt x="1854517" y="1816442"/>
                  </a:lnTo>
                  <a:lnTo>
                    <a:pt x="1892084" y="1787880"/>
                  </a:lnTo>
                  <a:close/>
                </a:path>
                <a:path w="7913369" h="2880360">
                  <a:moveTo>
                    <a:pt x="7912989" y="1008519"/>
                  </a:moveTo>
                  <a:lnTo>
                    <a:pt x="7862202" y="991133"/>
                  </a:lnTo>
                  <a:lnTo>
                    <a:pt x="7810805" y="977595"/>
                  </a:lnTo>
                  <a:lnTo>
                    <a:pt x="7758951" y="967892"/>
                  </a:lnTo>
                  <a:lnTo>
                    <a:pt x="7706766" y="962075"/>
                  </a:lnTo>
                  <a:lnTo>
                    <a:pt x="7654379" y="960132"/>
                  </a:lnTo>
                  <a:lnTo>
                    <a:pt x="7608595" y="961618"/>
                  </a:lnTo>
                  <a:lnTo>
                    <a:pt x="7562863" y="966076"/>
                  </a:lnTo>
                  <a:lnTo>
                    <a:pt x="7517282" y="973531"/>
                  </a:lnTo>
                  <a:lnTo>
                    <a:pt x="7471931" y="983983"/>
                  </a:lnTo>
                  <a:lnTo>
                    <a:pt x="7426909" y="997458"/>
                  </a:lnTo>
                  <a:lnTo>
                    <a:pt x="7382319" y="1013942"/>
                  </a:lnTo>
                  <a:lnTo>
                    <a:pt x="7338225" y="1033449"/>
                  </a:lnTo>
                  <a:lnTo>
                    <a:pt x="7294753" y="1056005"/>
                  </a:lnTo>
                  <a:lnTo>
                    <a:pt x="7251967" y="1081620"/>
                  </a:lnTo>
                  <a:lnTo>
                    <a:pt x="7209968" y="1110284"/>
                  </a:lnTo>
                  <a:lnTo>
                    <a:pt x="7168858" y="1142022"/>
                  </a:lnTo>
                  <a:lnTo>
                    <a:pt x="7128713" y="1176845"/>
                  </a:lnTo>
                  <a:lnTo>
                    <a:pt x="7091210" y="1208100"/>
                  </a:lnTo>
                  <a:lnTo>
                    <a:pt x="7051535" y="1235227"/>
                  </a:lnTo>
                  <a:lnTo>
                    <a:pt x="7009968" y="1258214"/>
                  </a:lnTo>
                  <a:lnTo>
                    <a:pt x="6966839" y="1277035"/>
                  </a:lnTo>
                  <a:lnTo>
                    <a:pt x="6922440" y="1291691"/>
                  </a:lnTo>
                  <a:lnTo>
                    <a:pt x="6877101" y="1302156"/>
                  </a:lnTo>
                  <a:lnTo>
                    <a:pt x="6831101" y="1308430"/>
                  </a:lnTo>
                  <a:lnTo>
                    <a:pt x="6784772" y="1310487"/>
                  </a:lnTo>
                  <a:lnTo>
                    <a:pt x="6738404" y="1308315"/>
                  </a:lnTo>
                  <a:lnTo>
                    <a:pt x="6692303" y="1301915"/>
                  </a:lnTo>
                  <a:lnTo>
                    <a:pt x="6646786" y="1291247"/>
                  </a:lnTo>
                  <a:lnTo>
                    <a:pt x="6602158" y="1276311"/>
                  </a:lnTo>
                  <a:lnTo>
                    <a:pt x="6558724" y="1257109"/>
                  </a:lnTo>
                  <a:lnTo>
                    <a:pt x="6516802" y="1233601"/>
                  </a:lnTo>
                  <a:lnTo>
                    <a:pt x="6476670" y="1205788"/>
                  </a:lnTo>
                  <a:lnTo>
                    <a:pt x="5210861" y="235788"/>
                  </a:lnTo>
                  <a:lnTo>
                    <a:pt x="5171008" y="201371"/>
                  </a:lnTo>
                  <a:lnTo>
                    <a:pt x="5130228" y="169608"/>
                  </a:lnTo>
                  <a:lnTo>
                    <a:pt x="5088598" y="140512"/>
                  </a:lnTo>
                  <a:lnTo>
                    <a:pt x="5046205" y="114084"/>
                  </a:lnTo>
                  <a:lnTo>
                    <a:pt x="5003101" y="90322"/>
                  </a:lnTo>
                  <a:lnTo>
                    <a:pt x="4959375" y="69227"/>
                  </a:lnTo>
                  <a:lnTo>
                    <a:pt x="4915103" y="50800"/>
                  </a:lnTo>
                  <a:lnTo>
                    <a:pt x="4870348" y="35039"/>
                  </a:lnTo>
                  <a:lnTo>
                    <a:pt x="4825200" y="21958"/>
                  </a:lnTo>
                  <a:lnTo>
                    <a:pt x="4779708" y="11544"/>
                  </a:lnTo>
                  <a:lnTo>
                    <a:pt x="4709757" y="2908"/>
                  </a:lnTo>
                  <a:lnTo>
                    <a:pt x="4639107" y="0"/>
                  </a:lnTo>
                  <a:lnTo>
                    <a:pt x="4480801" y="12674"/>
                  </a:lnTo>
                  <a:lnTo>
                    <a:pt x="4528020" y="12992"/>
                  </a:lnTo>
                  <a:lnTo>
                    <a:pt x="4573511" y="18859"/>
                  </a:lnTo>
                  <a:lnTo>
                    <a:pt x="4617440" y="29857"/>
                  </a:lnTo>
                  <a:lnTo>
                    <a:pt x="4659947" y="45567"/>
                  </a:lnTo>
                  <a:lnTo>
                    <a:pt x="4701210" y="65608"/>
                  </a:lnTo>
                  <a:lnTo>
                    <a:pt x="4741354" y="89547"/>
                  </a:lnTo>
                  <a:lnTo>
                    <a:pt x="4780572" y="117005"/>
                  </a:lnTo>
                  <a:lnTo>
                    <a:pt x="4818989" y="147561"/>
                  </a:lnTo>
                  <a:lnTo>
                    <a:pt x="4856772" y="180797"/>
                  </a:lnTo>
                  <a:lnTo>
                    <a:pt x="4894072" y="216331"/>
                  </a:lnTo>
                  <a:lnTo>
                    <a:pt x="4931041" y="253746"/>
                  </a:lnTo>
                  <a:lnTo>
                    <a:pt x="4967846" y="292633"/>
                  </a:lnTo>
                  <a:lnTo>
                    <a:pt x="5004651" y="332587"/>
                  </a:lnTo>
                  <a:lnTo>
                    <a:pt x="6498120" y="1799437"/>
                  </a:lnTo>
                  <a:lnTo>
                    <a:pt x="6532486" y="1829993"/>
                  </a:lnTo>
                  <a:lnTo>
                    <a:pt x="6568732" y="1856270"/>
                  </a:lnTo>
                  <a:lnTo>
                    <a:pt x="6606578" y="1878304"/>
                  </a:lnTo>
                  <a:lnTo>
                    <a:pt x="6645719" y="1896173"/>
                  </a:lnTo>
                  <a:lnTo>
                    <a:pt x="6685864" y="1909940"/>
                  </a:lnTo>
                  <a:lnTo>
                    <a:pt x="6726745" y="1919681"/>
                  </a:lnTo>
                  <a:lnTo>
                    <a:pt x="6768071" y="1925459"/>
                  </a:lnTo>
                  <a:lnTo>
                    <a:pt x="6809537" y="1927339"/>
                  </a:lnTo>
                  <a:lnTo>
                    <a:pt x="6850875" y="1925396"/>
                  </a:lnTo>
                  <a:lnTo>
                    <a:pt x="6891782" y="1919693"/>
                  </a:lnTo>
                  <a:lnTo>
                    <a:pt x="6931977" y="1910283"/>
                  </a:lnTo>
                  <a:lnTo>
                    <a:pt x="6971182" y="1897265"/>
                  </a:lnTo>
                  <a:lnTo>
                    <a:pt x="7009092" y="1880679"/>
                  </a:lnTo>
                  <a:lnTo>
                    <a:pt x="7045426" y="1860600"/>
                  </a:lnTo>
                  <a:lnTo>
                    <a:pt x="7079894" y="1837093"/>
                  </a:lnTo>
                  <a:lnTo>
                    <a:pt x="7112216" y="1810232"/>
                  </a:lnTo>
                  <a:lnTo>
                    <a:pt x="7142086" y="1780082"/>
                  </a:lnTo>
                  <a:lnTo>
                    <a:pt x="7169239" y="1746719"/>
                  </a:lnTo>
                  <a:lnTo>
                    <a:pt x="7193381" y="1710194"/>
                  </a:lnTo>
                  <a:lnTo>
                    <a:pt x="7214209" y="1670570"/>
                  </a:lnTo>
                  <a:lnTo>
                    <a:pt x="7231456" y="1627936"/>
                  </a:lnTo>
                  <a:lnTo>
                    <a:pt x="7285075" y="1473936"/>
                  </a:lnTo>
                  <a:lnTo>
                    <a:pt x="7303313" y="1427060"/>
                  </a:lnTo>
                  <a:lnTo>
                    <a:pt x="7324623" y="1382102"/>
                  </a:lnTo>
                  <a:lnTo>
                    <a:pt x="7348880" y="1339164"/>
                  </a:lnTo>
                  <a:lnTo>
                    <a:pt x="7375919" y="1298359"/>
                  </a:lnTo>
                  <a:lnTo>
                    <a:pt x="7405611" y="1259789"/>
                  </a:lnTo>
                  <a:lnTo>
                    <a:pt x="7437780" y="1223543"/>
                  </a:lnTo>
                  <a:lnTo>
                    <a:pt x="7472286" y="1189736"/>
                  </a:lnTo>
                  <a:lnTo>
                    <a:pt x="7508989" y="1158468"/>
                  </a:lnTo>
                  <a:lnTo>
                    <a:pt x="7547724" y="1129855"/>
                  </a:lnTo>
                  <a:lnTo>
                    <a:pt x="7588351" y="1103985"/>
                  </a:lnTo>
                  <a:lnTo>
                    <a:pt x="7630719" y="1080960"/>
                  </a:lnTo>
                  <a:lnTo>
                    <a:pt x="7674673" y="1060894"/>
                  </a:lnTo>
                  <a:lnTo>
                    <a:pt x="7720063" y="1043889"/>
                  </a:lnTo>
                  <a:lnTo>
                    <a:pt x="7766736" y="1030046"/>
                  </a:lnTo>
                  <a:lnTo>
                    <a:pt x="7814551" y="1019467"/>
                  </a:lnTo>
                  <a:lnTo>
                    <a:pt x="7863345" y="1012266"/>
                  </a:lnTo>
                  <a:lnTo>
                    <a:pt x="7912989" y="1008519"/>
                  </a:lnTo>
                  <a:close/>
                </a:path>
              </a:pathLst>
            </a:custGeom>
            <a:solidFill>
              <a:srgbClr val="A9D7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42781" y="5343505"/>
              <a:ext cx="14618969" cy="2815590"/>
            </a:xfrm>
            <a:custGeom>
              <a:avLst/>
              <a:gdLst/>
              <a:ahLst/>
              <a:cxnLst/>
              <a:rect l="l" t="t" r="r" b="b"/>
              <a:pathLst>
                <a:path w="14618969" h="2815590">
                  <a:moveTo>
                    <a:pt x="4279849" y="2357755"/>
                  </a:moveTo>
                  <a:lnTo>
                    <a:pt x="4279620" y="2307945"/>
                  </a:lnTo>
                  <a:lnTo>
                    <a:pt x="4278173" y="2258314"/>
                  </a:lnTo>
                  <a:lnTo>
                    <a:pt x="4275366" y="2208936"/>
                  </a:lnTo>
                  <a:lnTo>
                    <a:pt x="4271111" y="2159851"/>
                  </a:lnTo>
                  <a:lnTo>
                    <a:pt x="4265257" y="2111095"/>
                  </a:lnTo>
                  <a:lnTo>
                    <a:pt x="4257713" y="2062734"/>
                  </a:lnTo>
                  <a:lnTo>
                    <a:pt x="4248353" y="2014816"/>
                  </a:lnTo>
                  <a:lnTo>
                    <a:pt x="4237050" y="1967369"/>
                  </a:lnTo>
                  <a:lnTo>
                    <a:pt x="4223690" y="1920468"/>
                  </a:lnTo>
                  <a:lnTo>
                    <a:pt x="4208157" y="1874139"/>
                  </a:lnTo>
                  <a:lnTo>
                    <a:pt x="4190327" y="1828444"/>
                  </a:lnTo>
                  <a:lnTo>
                    <a:pt x="4170095" y="1783435"/>
                  </a:lnTo>
                  <a:lnTo>
                    <a:pt x="4149026" y="1743252"/>
                  </a:lnTo>
                  <a:lnTo>
                    <a:pt x="4125188" y="1704340"/>
                  </a:lnTo>
                  <a:lnTo>
                    <a:pt x="4098772" y="1666849"/>
                  </a:lnTo>
                  <a:lnTo>
                    <a:pt x="4069943" y="1630921"/>
                  </a:lnTo>
                  <a:lnTo>
                    <a:pt x="4038904" y="1596720"/>
                  </a:lnTo>
                  <a:lnTo>
                    <a:pt x="4005834" y="1564373"/>
                  </a:lnTo>
                  <a:lnTo>
                    <a:pt x="3970921" y="1534045"/>
                  </a:lnTo>
                  <a:lnTo>
                    <a:pt x="3934358" y="1505864"/>
                  </a:lnTo>
                  <a:lnTo>
                    <a:pt x="3896322" y="1479994"/>
                  </a:lnTo>
                  <a:lnTo>
                    <a:pt x="3857015" y="1456563"/>
                  </a:lnTo>
                  <a:lnTo>
                    <a:pt x="3816604" y="1435735"/>
                  </a:lnTo>
                  <a:lnTo>
                    <a:pt x="3775278" y="1417650"/>
                  </a:lnTo>
                  <a:lnTo>
                    <a:pt x="3733241" y="1402448"/>
                  </a:lnTo>
                  <a:lnTo>
                    <a:pt x="3690670" y="1390281"/>
                  </a:lnTo>
                  <a:lnTo>
                    <a:pt x="3647744" y="1381302"/>
                  </a:lnTo>
                  <a:lnTo>
                    <a:pt x="3604653" y="1375651"/>
                  </a:lnTo>
                  <a:lnTo>
                    <a:pt x="3561588" y="1373479"/>
                  </a:lnTo>
                  <a:lnTo>
                    <a:pt x="3518738" y="1374927"/>
                  </a:lnTo>
                  <a:lnTo>
                    <a:pt x="3476282" y="1380147"/>
                  </a:lnTo>
                  <a:lnTo>
                    <a:pt x="3434423" y="1389278"/>
                  </a:lnTo>
                  <a:lnTo>
                    <a:pt x="3393313" y="1402473"/>
                  </a:lnTo>
                  <a:lnTo>
                    <a:pt x="3353181" y="1419885"/>
                  </a:lnTo>
                  <a:lnTo>
                    <a:pt x="3314179" y="1441653"/>
                  </a:lnTo>
                  <a:lnTo>
                    <a:pt x="3298037" y="1396174"/>
                  </a:lnTo>
                  <a:lnTo>
                    <a:pt x="3276777" y="1353045"/>
                  </a:lnTo>
                  <a:lnTo>
                    <a:pt x="3250844" y="1312583"/>
                  </a:lnTo>
                  <a:lnTo>
                    <a:pt x="3220682" y="1275067"/>
                  </a:lnTo>
                  <a:lnTo>
                    <a:pt x="3186722" y="1240802"/>
                  </a:lnTo>
                  <a:lnTo>
                    <a:pt x="3149422" y="1210094"/>
                  </a:lnTo>
                  <a:lnTo>
                    <a:pt x="3109239" y="1183233"/>
                  </a:lnTo>
                  <a:lnTo>
                    <a:pt x="3066605" y="1160513"/>
                  </a:lnTo>
                  <a:lnTo>
                    <a:pt x="3021965" y="1142238"/>
                  </a:lnTo>
                  <a:lnTo>
                    <a:pt x="2975762" y="1128699"/>
                  </a:lnTo>
                  <a:lnTo>
                    <a:pt x="2928455" y="1120203"/>
                  </a:lnTo>
                  <a:lnTo>
                    <a:pt x="2880487" y="1117053"/>
                  </a:lnTo>
                  <a:lnTo>
                    <a:pt x="2832290" y="1119530"/>
                  </a:lnTo>
                  <a:lnTo>
                    <a:pt x="2784741" y="1127772"/>
                  </a:lnTo>
                  <a:lnTo>
                    <a:pt x="2738653" y="1141476"/>
                  </a:lnTo>
                  <a:lnTo>
                    <a:pt x="2694394" y="1160221"/>
                  </a:lnTo>
                  <a:lnTo>
                    <a:pt x="2652331" y="1183640"/>
                  </a:lnTo>
                  <a:lnTo>
                    <a:pt x="2612847" y="1211338"/>
                  </a:lnTo>
                  <a:lnTo>
                    <a:pt x="2576296" y="1242936"/>
                  </a:lnTo>
                  <a:lnTo>
                    <a:pt x="2543048" y="1278026"/>
                  </a:lnTo>
                  <a:lnTo>
                    <a:pt x="2513469" y="1316228"/>
                  </a:lnTo>
                  <a:lnTo>
                    <a:pt x="2487942" y="1357160"/>
                  </a:lnTo>
                  <a:lnTo>
                    <a:pt x="2466822" y="1400416"/>
                  </a:lnTo>
                  <a:lnTo>
                    <a:pt x="2450477" y="1445615"/>
                  </a:lnTo>
                  <a:lnTo>
                    <a:pt x="2439289" y="1492377"/>
                  </a:lnTo>
                  <a:lnTo>
                    <a:pt x="2433612" y="1540294"/>
                  </a:lnTo>
                  <a:lnTo>
                    <a:pt x="2390521" y="1517434"/>
                  </a:lnTo>
                  <a:lnTo>
                    <a:pt x="2345690" y="1498396"/>
                  </a:lnTo>
                  <a:lnTo>
                    <a:pt x="2299424" y="1483156"/>
                  </a:lnTo>
                  <a:lnTo>
                    <a:pt x="2252053" y="1471726"/>
                  </a:lnTo>
                  <a:lnTo>
                    <a:pt x="2203881" y="1464119"/>
                  </a:lnTo>
                  <a:lnTo>
                    <a:pt x="2155240" y="1460322"/>
                  </a:lnTo>
                  <a:lnTo>
                    <a:pt x="2106434" y="1460334"/>
                  </a:lnTo>
                  <a:lnTo>
                    <a:pt x="2057793" y="1464144"/>
                  </a:lnTo>
                  <a:lnTo>
                    <a:pt x="2009622" y="1471777"/>
                  </a:lnTo>
                  <a:lnTo>
                    <a:pt x="1962264" y="1483233"/>
                  </a:lnTo>
                  <a:lnTo>
                    <a:pt x="1915998" y="1498485"/>
                  </a:lnTo>
                  <a:lnTo>
                    <a:pt x="1871179" y="1517548"/>
                  </a:lnTo>
                  <a:lnTo>
                    <a:pt x="1828101" y="1540421"/>
                  </a:lnTo>
                  <a:lnTo>
                    <a:pt x="1787194" y="1566989"/>
                  </a:lnTo>
                  <a:lnTo>
                    <a:pt x="1748777" y="1596923"/>
                  </a:lnTo>
                  <a:lnTo>
                    <a:pt x="1712988" y="1629968"/>
                  </a:lnTo>
                  <a:lnTo>
                    <a:pt x="1679994" y="1665833"/>
                  </a:lnTo>
                  <a:lnTo>
                    <a:pt x="1649945" y="1704251"/>
                  </a:lnTo>
                  <a:lnTo>
                    <a:pt x="1623009" y="1744929"/>
                  </a:lnTo>
                  <a:lnTo>
                    <a:pt x="1599311" y="1787588"/>
                  </a:lnTo>
                  <a:lnTo>
                    <a:pt x="1579029" y="1831975"/>
                  </a:lnTo>
                  <a:lnTo>
                    <a:pt x="1562315" y="1877783"/>
                  </a:lnTo>
                  <a:lnTo>
                    <a:pt x="1549311" y="1924748"/>
                  </a:lnTo>
                  <a:lnTo>
                    <a:pt x="1540179" y="1972589"/>
                  </a:lnTo>
                  <a:lnTo>
                    <a:pt x="1535087" y="2021039"/>
                  </a:lnTo>
                  <a:lnTo>
                    <a:pt x="1534160" y="2069795"/>
                  </a:lnTo>
                  <a:lnTo>
                    <a:pt x="1495285" y="2039505"/>
                  </a:lnTo>
                  <a:lnTo>
                    <a:pt x="1453438" y="2013610"/>
                  </a:lnTo>
                  <a:lnTo>
                    <a:pt x="1409115" y="1992172"/>
                  </a:lnTo>
                  <a:lnTo>
                    <a:pt x="1362824" y="1975281"/>
                  </a:lnTo>
                  <a:lnTo>
                    <a:pt x="1315059" y="1963026"/>
                  </a:lnTo>
                  <a:lnTo>
                    <a:pt x="1266304" y="1955457"/>
                  </a:lnTo>
                  <a:lnTo>
                    <a:pt x="1217053" y="1952675"/>
                  </a:lnTo>
                  <a:lnTo>
                    <a:pt x="1167828" y="1954733"/>
                  </a:lnTo>
                  <a:lnTo>
                    <a:pt x="1119098" y="1961730"/>
                  </a:lnTo>
                  <a:lnTo>
                    <a:pt x="1071359" y="1973732"/>
                  </a:lnTo>
                  <a:lnTo>
                    <a:pt x="1025131" y="1990813"/>
                  </a:lnTo>
                  <a:lnTo>
                    <a:pt x="981062" y="2012886"/>
                  </a:lnTo>
                  <a:lnTo>
                    <a:pt x="939673" y="2039518"/>
                  </a:lnTo>
                  <a:lnTo>
                    <a:pt x="901268" y="2070315"/>
                  </a:lnTo>
                  <a:lnTo>
                    <a:pt x="866101" y="2104847"/>
                  </a:lnTo>
                  <a:lnTo>
                    <a:pt x="834491" y="2142693"/>
                  </a:lnTo>
                  <a:lnTo>
                    <a:pt x="806691" y="2183460"/>
                  </a:lnTo>
                  <a:lnTo>
                    <a:pt x="782993" y="2226703"/>
                  </a:lnTo>
                  <a:lnTo>
                    <a:pt x="763676" y="2272042"/>
                  </a:lnTo>
                  <a:lnTo>
                    <a:pt x="749033" y="2319045"/>
                  </a:lnTo>
                  <a:lnTo>
                    <a:pt x="739343" y="2367292"/>
                  </a:lnTo>
                  <a:lnTo>
                    <a:pt x="734872" y="2416378"/>
                  </a:lnTo>
                  <a:lnTo>
                    <a:pt x="689749" y="2404503"/>
                  </a:lnTo>
                  <a:lnTo>
                    <a:pt x="644461" y="2397709"/>
                  </a:lnTo>
                  <a:lnTo>
                    <a:pt x="599147" y="2395740"/>
                  </a:lnTo>
                  <a:lnTo>
                    <a:pt x="553986" y="2398357"/>
                  </a:lnTo>
                  <a:lnTo>
                    <a:pt x="509117" y="2405291"/>
                  </a:lnTo>
                  <a:lnTo>
                    <a:pt x="464705" y="2416302"/>
                  </a:lnTo>
                  <a:lnTo>
                    <a:pt x="420903" y="2431123"/>
                  </a:lnTo>
                  <a:lnTo>
                    <a:pt x="377875" y="2449525"/>
                  </a:lnTo>
                  <a:lnTo>
                    <a:pt x="335775" y="2471242"/>
                  </a:lnTo>
                  <a:lnTo>
                    <a:pt x="294741" y="2496020"/>
                  </a:lnTo>
                  <a:lnTo>
                    <a:pt x="254952" y="2523604"/>
                  </a:lnTo>
                  <a:lnTo>
                    <a:pt x="216560" y="2553754"/>
                  </a:lnTo>
                  <a:lnTo>
                    <a:pt x="179717" y="2586215"/>
                  </a:lnTo>
                  <a:lnTo>
                    <a:pt x="144589" y="2620721"/>
                  </a:lnTo>
                  <a:lnTo>
                    <a:pt x="111315" y="2657030"/>
                  </a:lnTo>
                  <a:lnTo>
                    <a:pt x="80060" y="2694902"/>
                  </a:lnTo>
                  <a:lnTo>
                    <a:pt x="50990" y="2734068"/>
                  </a:lnTo>
                  <a:lnTo>
                    <a:pt x="24244" y="2774277"/>
                  </a:lnTo>
                  <a:lnTo>
                    <a:pt x="0" y="2815272"/>
                  </a:lnTo>
                  <a:lnTo>
                    <a:pt x="4246143" y="2806852"/>
                  </a:lnTo>
                  <a:lnTo>
                    <a:pt x="4256989" y="2707843"/>
                  </a:lnTo>
                  <a:lnTo>
                    <a:pt x="4262044" y="2658021"/>
                  </a:lnTo>
                  <a:lnTo>
                    <a:pt x="4266704" y="2608059"/>
                  </a:lnTo>
                  <a:lnTo>
                    <a:pt x="4270832" y="2557996"/>
                  </a:lnTo>
                  <a:lnTo>
                    <a:pt x="4274337" y="2507881"/>
                  </a:lnTo>
                  <a:lnTo>
                    <a:pt x="4277093" y="2457780"/>
                  </a:lnTo>
                  <a:lnTo>
                    <a:pt x="4278960" y="2407716"/>
                  </a:lnTo>
                  <a:lnTo>
                    <a:pt x="4279849" y="2357755"/>
                  </a:lnTo>
                  <a:close/>
                </a:path>
                <a:path w="14618969" h="2815590">
                  <a:moveTo>
                    <a:pt x="14618526" y="2756547"/>
                  </a:moveTo>
                  <a:lnTo>
                    <a:pt x="14595386" y="2717596"/>
                  </a:lnTo>
                  <a:lnTo>
                    <a:pt x="14569720" y="2679395"/>
                  </a:lnTo>
                  <a:lnTo>
                    <a:pt x="14541678" y="2642133"/>
                  </a:lnTo>
                  <a:lnTo>
                    <a:pt x="14511427" y="2606052"/>
                  </a:lnTo>
                  <a:lnTo>
                    <a:pt x="14479130" y="2571331"/>
                  </a:lnTo>
                  <a:lnTo>
                    <a:pt x="14444955" y="2538222"/>
                  </a:lnTo>
                  <a:lnTo>
                    <a:pt x="14409077" y="2506903"/>
                  </a:lnTo>
                  <a:lnTo>
                    <a:pt x="14371650" y="2477605"/>
                  </a:lnTo>
                  <a:lnTo>
                    <a:pt x="14332839" y="2450528"/>
                  </a:lnTo>
                  <a:lnTo>
                    <a:pt x="14292821" y="2425890"/>
                  </a:lnTo>
                  <a:lnTo>
                    <a:pt x="14251762" y="2403906"/>
                  </a:lnTo>
                  <a:lnTo>
                    <a:pt x="14209814" y="2384780"/>
                  </a:lnTo>
                  <a:lnTo>
                    <a:pt x="14167155" y="2368740"/>
                  </a:lnTo>
                  <a:lnTo>
                    <a:pt x="14123950" y="2355977"/>
                  </a:lnTo>
                  <a:lnTo>
                    <a:pt x="14080350" y="2346718"/>
                  </a:lnTo>
                  <a:lnTo>
                    <a:pt x="14036548" y="2341181"/>
                  </a:lnTo>
                  <a:lnTo>
                    <a:pt x="13992695" y="2339556"/>
                  </a:lnTo>
                  <a:lnTo>
                    <a:pt x="13948944" y="2342070"/>
                  </a:lnTo>
                  <a:lnTo>
                    <a:pt x="13905484" y="2348941"/>
                  </a:lnTo>
                  <a:lnTo>
                    <a:pt x="13862469" y="2360358"/>
                  </a:lnTo>
                  <a:lnTo>
                    <a:pt x="13858012" y="2311273"/>
                  </a:lnTo>
                  <a:lnTo>
                    <a:pt x="13848321" y="2263025"/>
                  </a:lnTo>
                  <a:lnTo>
                    <a:pt x="13833666" y="2216023"/>
                  </a:lnTo>
                  <a:lnTo>
                    <a:pt x="13814362" y="2170696"/>
                  </a:lnTo>
                  <a:lnTo>
                    <a:pt x="13790663" y="2127440"/>
                  </a:lnTo>
                  <a:lnTo>
                    <a:pt x="13762863" y="2086673"/>
                  </a:lnTo>
                  <a:lnTo>
                    <a:pt x="13731240" y="2048827"/>
                  </a:lnTo>
                  <a:lnTo>
                    <a:pt x="13696087" y="2014296"/>
                  </a:lnTo>
                  <a:lnTo>
                    <a:pt x="13657669" y="1983511"/>
                  </a:lnTo>
                  <a:lnTo>
                    <a:pt x="13616292" y="1956866"/>
                  </a:lnTo>
                  <a:lnTo>
                    <a:pt x="13572223" y="1934794"/>
                  </a:lnTo>
                  <a:lnTo>
                    <a:pt x="13525983" y="1917712"/>
                  </a:lnTo>
                  <a:lnTo>
                    <a:pt x="13478256" y="1905711"/>
                  </a:lnTo>
                  <a:lnTo>
                    <a:pt x="13429526" y="1898713"/>
                  </a:lnTo>
                  <a:lnTo>
                    <a:pt x="13380288" y="1896656"/>
                  </a:lnTo>
                  <a:lnTo>
                    <a:pt x="13331050" y="1899437"/>
                  </a:lnTo>
                  <a:lnTo>
                    <a:pt x="13306870" y="1903196"/>
                  </a:lnTo>
                  <a:lnTo>
                    <a:pt x="13290576" y="1707184"/>
                  </a:lnTo>
                  <a:lnTo>
                    <a:pt x="13290982" y="1707019"/>
                  </a:lnTo>
                  <a:lnTo>
                    <a:pt x="13290550" y="1706994"/>
                  </a:lnTo>
                  <a:lnTo>
                    <a:pt x="13284149" y="1629854"/>
                  </a:lnTo>
                  <a:lnTo>
                    <a:pt x="13251752" y="967968"/>
                  </a:lnTo>
                  <a:lnTo>
                    <a:pt x="13279628" y="513207"/>
                  </a:lnTo>
                  <a:lnTo>
                    <a:pt x="13366712" y="7886"/>
                  </a:lnTo>
                  <a:lnTo>
                    <a:pt x="13299085" y="0"/>
                  </a:lnTo>
                  <a:lnTo>
                    <a:pt x="13165049" y="630669"/>
                  </a:lnTo>
                  <a:lnTo>
                    <a:pt x="13104355" y="1128026"/>
                  </a:lnTo>
                  <a:lnTo>
                    <a:pt x="13102628" y="1750517"/>
                  </a:lnTo>
                  <a:lnTo>
                    <a:pt x="13112268" y="1977174"/>
                  </a:lnTo>
                  <a:lnTo>
                    <a:pt x="13102069" y="1983486"/>
                  </a:lnTo>
                  <a:lnTo>
                    <a:pt x="13063182" y="2013788"/>
                  </a:lnTo>
                  <a:lnTo>
                    <a:pt x="13062268" y="1965020"/>
                  </a:lnTo>
                  <a:lnTo>
                    <a:pt x="13057162" y="1916582"/>
                  </a:lnTo>
                  <a:lnTo>
                    <a:pt x="13048031" y="1868728"/>
                  </a:lnTo>
                  <a:lnTo>
                    <a:pt x="13035039" y="1821764"/>
                  </a:lnTo>
                  <a:lnTo>
                    <a:pt x="13018313" y="1775955"/>
                  </a:lnTo>
                  <a:lnTo>
                    <a:pt x="12998031" y="1731568"/>
                  </a:lnTo>
                  <a:lnTo>
                    <a:pt x="12974346" y="1688909"/>
                  </a:lnTo>
                  <a:lnTo>
                    <a:pt x="12947396" y="1648231"/>
                  </a:lnTo>
                  <a:lnTo>
                    <a:pt x="12917348" y="1609813"/>
                  </a:lnTo>
                  <a:lnTo>
                    <a:pt x="12884353" y="1573949"/>
                  </a:lnTo>
                  <a:lnTo>
                    <a:pt x="12848577" y="1540903"/>
                  </a:lnTo>
                  <a:lnTo>
                    <a:pt x="12810147" y="1510957"/>
                  </a:lnTo>
                  <a:lnTo>
                    <a:pt x="12769253" y="1484401"/>
                  </a:lnTo>
                  <a:lnTo>
                    <a:pt x="12726175" y="1461528"/>
                  </a:lnTo>
                  <a:lnTo>
                    <a:pt x="12681344" y="1442453"/>
                  </a:lnTo>
                  <a:lnTo>
                    <a:pt x="12635090" y="1427200"/>
                  </a:lnTo>
                  <a:lnTo>
                    <a:pt x="12587719" y="1415757"/>
                  </a:lnTo>
                  <a:lnTo>
                    <a:pt x="12539548" y="1408125"/>
                  </a:lnTo>
                  <a:lnTo>
                    <a:pt x="12490907" y="1404315"/>
                  </a:lnTo>
                  <a:lnTo>
                    <a:pt x="12442101" y="1404302"/>
                  </a:lnTo>
                  <a:lnTo>
                    <a:pt x="12393460" y="1408099"/>
                  </a:lnTo>
                  <a:lnTo>
                    <a:pt x="12345289" y="1415719"/>
                  </a:lnTo>
                  <a:lnTo>
                    <a:pt x="12297918" y="1427137"/>
                  </a:lnTo>
                  <a:lnTo>
                    <a:pt x="12251652" y="1442377"/>
                  </a:lnTo>
                  <a:lnTo>
                    <a:pt x="12206821" y="1461427"/>
                  </a:lnTo>
                  <a:lnTo>
                    <a:pt x="12163743" y="1484287"/>
                  </a:lnTo>
                  <a:lnTo>
                    <a:pt x="12158066" y="1436357"/>
                  </a:lnTo>
                  <a:lnTo>
                    <a:pt x="12146864" y="1389595"/>
                  </a:lnTo>
                  <a:lnTo>
                    <a:pt x="12130532" y="1344396"/>
                  </a:lnTo>
                  <a:lnTo>
                    <a:pt x="12109412" y="1301140"/>
                  </a:lnTo>
                  <a:lnTo>
                    <a:pt x="12083872" y="1260208"/>
                  </a:lnTo>
                  <a:lnTo>
                    <a:pt x="12054307" y="1222006"/>
                  </a:lnTo>
                  <a:lnTo>
                    <a:pt x="12021058" y="1186916"/>
                  </a:lnTo>
                  <a:lnTo>
                    <a:pt x="11984507" y="1155331"/>
                  </a:lnTo>
                  <a:lnTo>
                    <a:pt x="11945010" y="1127633"/>
                  </a:lnTo>
                  <a:lnTo>
                    <a:pt x="11902948" y="1104201"/>
                  </a:lnTo>
                  <a:lnTo>
                    <a:pt x="11858701" y="1085456"/>
                  </a:lnTo>
                  <a:lnTo>
                    <a:pt x="11812613" y="1071753"/>
                  </a:lnTo>
                  <a:lnTo>
                    <a:pt x="11765064" y="1063510"/>
                  </a:lnTo>
                  <a:lnTo>
                    <a:pt x="11716868" y="1061034"/>
                  </a:lnTo>
                  <a:lnTo>
                    <a:pt x="11668887" y="1064196"/>
                  </a:lnTo>
                  <a:lnTo>
                    <a:pt x="11621580" y="1072680"/>
                  </a:lnTo>
                  <a:lnTo>
                    <a:pt x="11575390" y="1086218"/>
                  </a:lnTo>
                  <a:lnTo>
                    <a:pt x="11530749" y="1104493"/>
                  </a:lnTo>
                  <a:lnTo>
                    <a:pt x="11488103" y="1127213"/>
                  </a:lnTo>
                  <a:lnTo>
                    <a:pt x="11447920" y="1154074"/>
                  </a:lnTo>
                  <a:lnTo>
                    <a:pt x="11410620" y="1184795"/>
                  </a:lnTo>
                  <a:lnTo>
                    <a:pt x="11376673" y="1219047"/>
                  </a:lnTo>
                  <a:lnTo>
                    <a:pt x="11346498" y="1256563"/>
                  </a:lnTo>
                  <a:lnTo>
                    <a:pt x="11320564" y="1297025"/>
                  </a:lnTo>
                  <a:lnTo>
                    <a:pt x="11299304" y="1340154"/>
                  </a:lnTo>
                  <a:lnTo>
                    <a:pt x="11283163" y="1385633"/>
                  </a:lnTo>
                  <a:lnTo>
                    <a:pt x="11244174" y="1363865"/>
                  </a:lnTo>
                  <a:lnTo>
                    <a:pt x="11204029" y="1346454"/>
                  </a:lnTo>
                  <a:lnTo>
                    <a:pt x="11162932" y="1333258"/>
                  </a:lnTo>
                  <a:lnTo>
                    <a:pt x="11121060" y="1324127"/>
                  </a:lnTo>
                  <a:lnTo>
                    <a:pt x="11078604" y="1318907"/>
                  </a:lnTo>
                  <a:lnTo>
                    <a:pt x="11035754" y="1317459"/>
                  </a:lnTo>
                  <a:lnTo>
                    <a:pt x="10992688" y="1319631"/>
                  </a:lnTo>
                  <a:lnTo>
                    <a:pt x="10949610" y="1325283"/>
                  </a:lnTo>
                  <a:lnTo>
                    <a:pt x="10906684" y="1334262"/>
                  </a:lnTo>
                  <a:lnTo>
                    <a:pt x="10864101" y="1346415"/>
                  </a:lnTo>
                  <a:lnTo>
                    <a:pt x="10822064" y="1361617"/>
                  </a:lnTo>
                  <a:lnTo>
                    <a:pt x="10780751" y="1379702"/>
                  </a:lnTo>
                  <a:lnTo>
                    <a:pt x="10740339" y="1400543"/>
                  </a:lnTo>
                  <a:lnTo>
                    <a:pt x="10701020" y="1423962"/>
                  </a:lnTo>
                  <a:lnTo>
                    <a:pt x="10662984" y="1449844"/>
                  </a:lnTo>
                  <a:lnTo>
                    <a:pt x="10626420" y="1478026"/>
                  </a:lnTo>
                  <a:lnTo>
                    <a:pt x="10591508" y="1508353"/>
                  </a:lnTo>
                  <a:lnTo>
                    <a:pt x="10558450" y="1540700"/>
                  </a:lnTo>
                  <a:lnTo>
                    <a:pt x="10527398" y="1574901"/>
                  </a:lnTo>
                  <a:lnTo>
                    <a:pt x="10498582" y="1610829"/>
                  </a:lnTo>
                  <a:lnTo>
                    <a:pt x="10472153" y="1648320"/>
                  </a:lnTo>
                  <a:lnTo>
                    <a:pt x="10448315" y="1687233"/>
                  </a:lnTo>
                  <a:lnTo>
                    <a:pt x="10427259" y="1727415"/>
                  </a:lnTo>
                  <a:lnTo>
                    <a:pt x="10407015" y="1772437"/>
                  </a:lnTo>
                  <a:lnTo>
                    <a:pt x="10389197" y="1818119"/>
                  </a:lnTo>
                  <a:lnTo>
                    <a:pt x="10373665" y="1864448"/>
                  </a:lnTo>
                  <a:lnTo>
                    <a:pt x="10360304" y="1911362"/>
                  </a:lnTo>
                  <a:lnTo>
                    <a:pt x="10349001" y="1958797"/>
                  </a:lnTo>
                  <a:lnTo>
                    <a:pt x="10339629" y="2006727"/>
                  </a:lnTo>
                  <a:lnTo>
                    <a:pt x="10332085" y="2055075"/>
                  </a:lnTo>
                  <a:lnTo>
                    <a:pt x="10326243" y="2103831"/>
                  </a:lnTo>
                  <a:lnTo>
                    <a:pt x="10321976" y="2152916"/>
                  </a:lnTo>
                  <a:lnTo>
                    <a:pt x="10319169" y="2202294"/>
                  </a:lnTo>
                  <a:lnTo>
                    <a:pt x="10317721" y="2251926"/>
                  </a:lnTo>
                  <a:lnTo>
                    <a:pt x="10317493" y="2301735"/>
                  </a:lnTo>
                  <a:lnTo>
                    <a:pt x="10318382" y="2351697"/>
                  </a:lnTo>
                  <a:lnTo>
                    <a:pt x="10320249" y="2401760"/>
                  </a:lnTo>
                  <a:lnTo>
                    <a:pt x="10323004" y="2451874"/>
                  </a:lnTo>
                  <a:lnTo>
                    <a:pt x="10326510" y="2501976"/>
                  </a:lnTo>
                  <a:lnTo>
                    <a:pt x="10330650" y="2552039"/>
                  </a:lnTo>
                  <a:lnTo>
                    <a:pt x="10335298" y="2602001"/>
                  </a:lnTo>
                  <a:lnTo>
                    <a:pt x="10340365" y="2651823"/>
                  </a:lnTo>
                  <a:lnTo>
                    <a:pt x="10351211" y="2750832"/>
                  </a:lnTo>
                  <a:lnTo>
                    <a:pt x="13145351" y="2754579"/>
                  </a:lnTo>
                  <a:lnTo>
                    <a:pt x="13145440" y="2756547"/>
                  </a:lnTo>
                  <a:lnTo>
                    <a:pt x="13377850" y="2756547"/>
                  </a:lnTo>
                  <a:lnTo>
                    <a:pt x="13377710" y="2754896"/>
                  </a:lnTo>
                  <a:lnTo>
                    <a:pt x="14618526" y="275654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917958" y="6838619"/>
              <a:ext cx="93345" cy="0"/>
            </a:xfrm>
            <a:custGeom>
              <a:avLst/>
              <a:gdLst/>
              <a:ahLst/>
              <a:cxnLst/>
              <a:rect l="l" t="t" r="r" b="b"/>
              <a:pathLst>
                <a:path w="93344" h="0">
                  <a:moveTo>
                    <a:pt x="0" y="0"/>
                  </a:moveTo>
                  <a:lnTo>
                    <a:pt x="93023" y="0"/>
                  </a:lnTo>
                </a:path>
              </a:pathLst>
            </a:custGeom>
            <a:ln w="6035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943406" y="6586804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90" h="0">
                  <a:moveTo>
                    <a:pt x="0" y="0"/>
                  </a:moveTo>
                  <a:lnTo>
                    <a:pt x="85075" y="0"/>
                  </a:lnTo>
                </a:path>
              </a:pathLst>
            </a:custGeom>
            <a:ln w="7721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928492" y="5557462"/>
              <a:ext cx="147320" cy="798830"/>
            </a:xfrm>
            <a:custGeom>
              <a:avLst/>
              <a:gdLst/>
              <a:ahLst/>
              <a:cxnLst/>
              <a:rect l="l" t="t" r="r" b="b"/>
              <a:pathLst>
                <a:path w="147319" h="798829">
                  <a:moveTo>
                    <a:pt x="78955" y="795401"/>
                  </a:moveTo>
                  <a:lnTo>
                    <a:pt x="75780" y="794600"/>
                  </a:lnTo>
                  <a:lnTo>
                    <a:pt x="54737" y="793737"/>
                  </a:lnTo>
                  <a:lnTo>
                    <a:pt x="39446" y="792797"/>
                  </a:lnTo>
                  <a:lnTo>
                    <a:pt x="24193" y="791311"/>
                  </a:lnTo>
                  <a:lnTo>
                    <a:pt x="3276" y="788835"/>
                  </a:lnTo>
                  <a:lnTo>
                    <a:pt x="0" y="789127"/>
                  </a:lnTo>
                  <a:lnTo>
                    <a:pt x="39027" y="798029"/>
                  </a:lnTo>
                  <a:lnTo>
                    <a:pt x="54660" y="798576"/>
                  </a:lnTo>
                  <a:lnTo>
                    <a:pt x="67386" y="797902"/>
                  </a:lnTo>
                  <a:lnTo>
                    <a:pt x="75920" y="796645"/>
                  </a:lnTo>
                  <a:lnTo>
                    <a:pt x="78955" y="795401"/>
                  </a:lnTo>
                  <a:close/>
                </a:path>
                <a:path w="147319" h="798829">
                  <a:moveTo>
                    <a:pt x="91224" y="552272"/>
                  </a:moveTo>
                  <a:lnTo>
                    <a:pt x="89115" y="551294"/>
                  </a:lnTo>
                  <a:lnTo>
                    <a:pt x="83439" y="550443"/>
                  </a:lnTo>
                  <a:lnTo>
                    <a:pt x="75095" y="549465"/>
                  </a:lnTo>
                  <a:lnTo>
                    <a:pt x="64947" y="548093"/>
                  </a:lnTo>
                  <a:lnTo>
                    <a:pt x="54851" y="546430"/>
                  </a:lnTo>
                  <a:lnTo>
                    <a:pt x="46583" y="544918"/>
                  </a:lnTo>
                  <a:lnTo>
                    <a:pt x="40919" y="544068"/>
                  </a:lnTo>
                  <a:lnTo>
                    <a:pt x="38595" y="544385"/>
                  </a:lnTo>
                  <a:lnTo>
                    <a:pt x="40271" y="546011"/>
                  </a:lnTo>
                  <a:lnTo>
                    <a:pt x="45593" y="548487"/>
                  </a:lnTo>
                  <a:lnTo>
                    <a:pt x="53797" y="551141"/>
                  </a:lnTo>
                  <a:lnTo>
                    <a:pt x="64173" y="553288"/>
                  </a:lnTo>
                  <a:lnTo>
                    <a:pt x="74714" y="554278"/>
                  </a:lnTo>
                  <a:lnTo>
                    <a:pt x="83350" y="554151"/>
                  </a:lnTo>
                  <a:lnTo>
                    <a:pt x="89154" y="553339"/>
                  </a:lnTo>
                  <a:lnTo>
                    <a:pt x="91224" y="552272"/>
                  </a:lnTo>
                  <a:close/>
                </a:path>
                <a:path w="147319" h="798829">
                  <a:moveTo>
                    <a:pt x="102628" y="282054"/>
                  </a:moveTo>
                  <a:lnTo>
                    <a:pt x="100545" y="281114"/>
                  </a:lnTo>
                  <a:lnTo>
                    <a:pt x="94996" y="280416"/>
                  </a:lnTo>
                  <a:lnTo>
                    <a:pt x="86804" y="279844"/>
                  </a:lnTo>
                  <a:lnTo>
                    <a:pt x="58597" y="278257"/>
                  </a:lnTo>
                  <a:lnTo>
                    <a:pt x="52997" y="278282"/>
                  </a:lnTo>
                  <a:lnTo>
                    <a:pt x="50812" y="278968"/>
                  </a:lnTo>
                  <a:lnTo>
                    <a:pt x="52679" y="280301"/>
                  </a:lnTo>
                  <a:lnTo>
                    <a:pt x="58102" y="281940"/>
                  </a:lnTo>
                  <a:lnTo>
                    <a:pt x="66319" y="283464"/>
                  </a:lnTo>
                  <a:lnTo>
                    <a:pt x="76492" y="284480"/>
                  </a:lnTo>
                  <a:lnTo>
                    <a:pt x="86715" y="284670"/>
                  </a:lnTo>
                  <a:lnTo>
                    <a:pt x="95034" y="284124"/>
                  </a:lnTo>
                  <a:lnTo>
                    <a:pt x="100622" y="283146"/>
                  </a:lnTo>
                  <a:lnTo>
                    <a:pt x="102628" y="282054"/>
                  </a:lnTo>
                  <a:close/>
                </a:path>
                <a:path w="147319" h="798829">
                  <a:moveTo>
                    <a:pt x="146964" y="10934"/>
                  </a:moveTo>
                  <a:lnTo>
                    <a:pt x="123228" y="5575"/>
                  </a:lnTo>
                  <a:lnTo>
                    <a:pt x="99555" y="0"/>
                  </a:lnTo>
                  <a:lnTo>
                    <a:pt x="99110" y="1460"/>
                  </a:lnTo>
                  <a:lnTo>
                    <a:pt x="135458" y="13677"/>
                  </a:lnTo>
                  <a:lnTo>
                    <a:pt x="146519" y="13792"/>
                  </a:lnTo>
                  <a:lnTo>
                    <a:pt x="146723" y="12446"/>
                  </a:lnTo>
                  <a:lnTo>
                    <a:pt x="146964" y="1093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927659" y="7287906"/>
              <a:ext cx="140335" cy="196850"/>
            </a:xfrm>
            <a:custGeom>
              <a:avLst/>
              <a:gdLst/>
              <a:ahLst/>
              <a:cxnLst/>
              <a:rect l="l" t="t" r="r" b="b"/>
              <a:pathLst>
                <a:path w="140334" h="196850">
                  <a:moveTo>
                    <a:pt x="0" y="0"/>
                  </a:moveTo>
                  <a:lnTo>
                    <a:pt x="81295" y="0"/>
                  </a:lnTo>
                </a:path>
                <a:path w="140334" h="196850">
                  <a:moveTo>
                    <a:pt x="58536" y="196680"/>
                  </a:moveTo>
                  <a:lnTo>
                    <a:pt x="139832" y="196680"/>
                  </a:lnTo>
                </a:path>
              </a:pathLst>
            </a:custGeom>
            <a:ln w="5235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97562" y="3677646"/>
              <a:ext cx="11193780" cy="4422775"/>
            </a:xfrm>
            <a:custGeom>
              <a:avLst/>
              <a:gdLst/>
              <a:ahLst/>
              <a:cxnLst/>
              <a:rect l="l" t="t" r="r" b="b"/>
              <a:pathLst>
                <a:path w="11193780" h="4422775">
                  <a:moveTo>
                    <a:pt x="441553" y="2808401"/>
                  </a:moveTo>
                  <a:lnTo>
                    <a:pt x="438772" y="1809737"/>
                  </a:lnTo>
                  <a:lnTo>
                    <a:pt x="341414" y="1011796"/>
                  </a:lnTo>
                  <a:lnTo>
                    <a:pt x="126352" y="0"/>
                  </a:lnTo>
                  <a:lnTo>
                    <a:pt x="17868" y="12649"/>
                  </a:lnTo>
                  <a:lnTo>
                    <a:pt x="157581" y="823341"/>
                  </a:lnTo>
                  <a:lnTo>
                    <a:pt x="202298" y="1552917"/>
                  </a:lnTo>
                  <a:lnTo>
                    <a:pt x="150329" y="2614803"/>
                  </a:lnTo>
                  <a:lnTo>
                    <a:pt x="140030" y="2738564"/>
                  </a:lnTo>
                  <a:lnTo>
                    <a:pt x="139369" y="2738615"/>
                  </a:lnTo>
                  <a:lnTo>
                    <a:pt x="140004" y="2738882"/>
                  </a:lnTo>
                  <a:lnTo>
                    <a:pt x="0" y="4422406"/>
                  </a:lnTo>
                  <a:lnTo>
                    <a:pt x="372859" y="4422406"/>
                  </a:lnTo>
                  <a:lnTo>
                    <a:pt x="441553" y="2808401"/>
                  </a:lnTo>
                  <a:close/>
                </a:path>
                <a:path w="11193780" h="4422775">
                  <a:moveTo>
                    <a:pt x="11193336" y="1655724"/>
                  </a:moveTo>
                  <a:lnTo>
                    <a:pt x="11137456" y="1583994"/>
                  </a:lnTo>
                  <a:lnTo>
                    <a:pt x="11090834" y="1526921"/>
                  </a:lnTo>
                  <a:lnTo>
                    <a:pt x="11052378" y="1484655"/>
                  </a:lnTo>
                  <a:lnTo>
                    <a:pt x="11021733" y="1455966"/>
                  </a:lnTo>
                  <a:lnTo>
                    <a:pt x="10968571" y="1413192"/>
                  </a:lnTo>
                  <a:lnTo>
                    <a:pt x="10933468" y="1389583"/>
                  </a:lnTo>
                  <a:lnTo>
                    <a:pt x="10892650" y="1366100"/>
                  </a:lnTo>
                  <a:lnTo>
                    <a:pt x="10846067" y="1343964"/>
                  </a:lnTo>
                  <a:lnTo>
                    <a:pt x="10793692" y="1324419"/>
                  </a:lnTo>
                  <a:lnTo>
                    <a:pt x="10735488" y="1308646"/>
                  </a:lnTo>
                  <a:lnTo>
                    <a:pt x="10671442" y="1297889"/>
                  </a:lnTo>
                  <a:lnTo>
                    <a:pt x="10601503" y="1293355"/>
                  </a:lnTo>
                  <a:lnTo>
                    <a:pt x="10525658" y="1296263"/>
                  </a:lnTo>
                  <a:lnTo>
                    <a:pt x="10494924" y="1299883"/>
                  </a:lnTo>
                  <a:lnTo>
                    <a:pt x="10510977" y="1296441"/>
                  </a:lnTo>
                  <a:lnTo>
                    <a:pt x="10533532" y="1293025"/>
                  </a:lnTo>
                  <a:lnTo>
                    <a:pt x="10553738" y="1290764"/>
                  </a:lnTo>
                  <a:lnTo>
                    <a:pt x="10571378" y="1289456"/>
                  </a:lnTo>
                  <a:lnTo>
                    <a:pt x="10595166" y="1288465"/>
                  </a:lnTo>
                  <a:lnTo>
                    <a:pt x="10602112" y="1288897"/>
                  </a:lnTo>
                  <a:lnTo>
                    <a:pt x="10614012" y="1288618"/>
                  </a:lnTo>
                  <a:lnTo>
                    <a:pt x="10614012" y="1288440"/>
                  </a:lnTo>
                  <a:lnTo>
                    <a:pt x="10614025" y="1288275"/>
                  </a:lnTo>
                  <a:lnTo>
                    <a:pt x="10602138" y="1287576"/>
                  </a:lnTo>
                  <a:lnTo>
                    <a:pt x="10595178" y="1286840"/>
                  </a:lnTo>
                  <a:lnTo>
                    <a:pt x="10571290" y="1287094"/>
                  </a:lnTo>
                  <a:lnTo>
                    <a:pt x="10553548" y="1287995"/>
                  </a:lnTo>
                  <a:lnTo>
                    <a:pt x="10533202" y="1289888"/>
                  </a:lnTo>
                  <a:lnTo>
                    <a:pt x="10510495" y="1292987"/>
                  </a:lnTo>
                  <a:lnTo>
                    <a:pt x="10469867" y="1301165"/>
                  </a:lnTo>
                  <a:lnTo>
                    <a:pt x="10460634" y="1303921"/>
                  </a:lnTo>
                  <a:lnTo>
                    <a:pt x="10340708" y="1318018"/>
                  </a:lnTo>
                  <a:lnTo>
                    <a:pt x="10228453" y="1364754"/>
                  </a:lnTo>
                  <a:lnTo>
                    <a:pt x="10143312" y="1471968"/>
                  </a:lnTo>
                  <a:lnTo>
                    <a:pt x="10140925" y="1476641"/>
                  </a:lnTo>
                  <a:lnTo>
                    <a:pt x="10127323" y="1425981"/>
                  </a:lnTo>
                  <a:lnTo>
                    <a:pt x="10115156" y="1342453"/>
                  </a:lnTo>
                  <a:lnTo>
                    <a:pt x="10123780" y="1266913"/>
                  </a:lnTo>
                  <a:lnTo>
                    <a:pt x="10188219" y="1415186"/>
                  </a:lnTo>
                  <a:lnTo>
                    <a:pt x="10225862" y="1275562"/>
                  </a:lnTo>
                  <a:lnTo>
                    <a:pt x="10225202" y="1249426"/>
                  </a:lnTo>
                  <a:lnTo>
                    <a:pt x="10224884" y="1190383"/>
                  </a:lnTo>
                  <a:lnTo>
                    <a:pt x="10227462" y="1127442"/>
                  </a:lnTo>
                  <a:lnTo>
                    <a:pt x="10235451" y="1089660"/>
                  </a:lnTo>
                  <a:lnTo>
                    <a:pt x="10271989" y="1202347"/>
                  </a:lnTo>
                  <a:lnTo>
                    <a:pt x="10379989" y="1054163"/>
                  </a:lnTo>
                  <a:lnTo>
                    <a:pt x="10385336" y="957897"/>
                  </a:lnTo>
                  <a:lnTo>
                    <a:pt x="10410355" y="986815"/>
                  </a:lnTo>
                  <a:lnTo>
                    <a:pt x="10442448" y="967193"/>
                  </a:lnTo>
                  <a:lnTo>
                    <a:pt x="10518153" y="922070"/>
                  </a:lnTo>
                  <a:lnTo>
                    <a:pt x="10606621" y="872096"/>
                  </a:lnTo>
                  <a:lnTo>
                    <a:pt x="10668495" y="842060"/>
                  </a:lnTo>
                  <a:lnTo>
                    <a:pt x="10671327" y="841819"/>
                  </a:lnTo>
                  <a:lnTo>
                    <a:pt x="10669067" y="841781"/>
                  </a:lnTo>
                  <a:lnTo>
                    <a:pt x="10677004" y="837920"/>
                  </a:lnTo>
                  <a:lnTo>
                    <a:pt x="10680433" y="836612"/>
                  </a:lnTo>
                  <a:lnTo>
                    <a:pt x="10686263" y="834783"/>
                  </a:lnTo>
                  <a:lnTo>
                    <a:pt x="10625087" y="835660"/>
                  </a:lnTo>
                  <a:lnTo>
                    <a:pt x="10478084" y="856208"/>
                  </a:lnTo>
                  <a:lnTo>
                    <a:pt x="10300068" y="923340"/>
                  </a:lnTo>
                  <a:lnTo>
                    <a:pt x="10145852" y="1063955"/>
                  </a:lnTo>
                  <a:lnTo>
                    <a:pt x="10113772" y="1117638"/>
                  </a:lnTo>
                  <a:lnTo>
                    <a:pt x="10088042" y="1171867"/>
                  </a:lnTo>
                  <a:lnTo>
                    <a:pt x="10068166" y="1226146"/>
                  </a:lnTo>
                  <a:lnTo>
                    <a:pt x="10053625" y="1279982"/>
                  </a:lnTo>
                  <a:lnTo>
                    <a:pt x="10043897" y="1332852"/>
                  </a:lnTo>
                  <a:lnTo>
                    <a:pt x="10038474" y="1384274"/>
                  </a:lnTo>
                  <a:lnTo>
                    <a:pt x="10036835" y="1433741"/>
                  </a:lnTo>
                  <a:lnTo>
                    <a:pt x="10037813" y="1461808"/>
                  </a:lnTo>
                  <a:lnTo>
                    <a:pt x="10018001" y="1420114"/>
                  </a:lnTo>
                  <a:lnTo>
                    <a:pt x="10015131" y="1412748"/>
                  </a:lnTo>
                  <a:lnTo>
                    <a:pt x="10006152" y="1392123"/>
                  </a:lnTo>
                  <a:lnTo>
                    <a:pt x="9996233" y="1371942"/>
                  </a:lnTo>
                  <a:lnTo>
                    <a:pt x="9987039" y="1354899"/>
                  </a:lnTo>
                  <a:lnTo>
                    <a:pt x="9963137" y="1304531"/>
                  </a:lnTo>
                  <a:lnTo>
                    <a:pt x="9941636" y="1285227"/>
                  </a:lnTo>
                  <a:lnTo>
                    <a:pt x="9932581" y="1273581"/>
                  </a:lnTo>
                  <a:lnTo>
                    <a:pt x="9917874" y="1256055"/>
                  </a:lnTo>
                  <a:lnTo>
                    <a:pt x="9899307" y="1235837"/>
                  </a:lnTo>
                  <a:lnTo>
                    <a:pt x="9882302" y="1219682"/>
                  </a:lnTo>
                  <a:lnTo>
                    <a:pt x="9877742" y="1215593"/>
                  </a:lnTo>
                  <a:lnTo>
                    <a:pt x="9877488" y="1215847"/>
                  </a:lnTo>
                  <a:lnTo>
                    <a:pt x="9877234" y="1216113"/>
                  </a:lnTo>
                  <a:lnTo>
                    <a:pt x="9881324" y="1220698"/>
                  </a:lnTo>
                  <a:lnTo>
                    <a:pt x="9897377" y="1237665"/>
                  </a:lnTo>
                  <a:lnTo>
                    <a:pt x="9915207" y="1258341"/>
                  </a:lnTo>
                  <a:lnTo>
                    <a:pt x="9924123" y="1269492"/>
                  </a:lnTo>
                  <a:lnTo>
                    <a:pt x="9809277" y="1166317"/>
                  </a:lnTo>
                  <a:lnTo>
                    <a:pt x="9752241" y="1140929"/>
                  </a:lnTo>
                  <a:lnTo>
                    <a:pt x="9694875" y="1123365"/>
                  </a:lnTo>
                  <a:lnTo>
                    <a:pt x="9637712" y="1112812"/>
                  </a:lnTo>
                  <a:lnTo>
                    <a:pt x="9581261" y="1108481"/>
                  </a:lnTo>
                  <a:lnTo>
                    <a:pt x="9526041" y="1109548"/>
                  </a:lnTo>
                  <a:lnTo>
                    <a:pt x="9472574" y="1115225"/>
                  </a:lnTo>
                  <a:lnTo>
                    <a:pt x="9421393" y="1124699"/>
                  </a:lnTo>
                  <a:lnTo>
                    <a:pt x="9373006" y="1137158"/>
                  </a:lnTo>
                  <a:lnTo>
                    <a:pt x="9327921" y="1151813"/>
                  </a:lnTo>
                  <a:lnTo>
                    <a:pt x="9286672" y="1167853"/>
                  </a:lnTo>
                  <a:lnTo>
                    <a:pt x="9249791" y="1184478"/>
                  </a:lnTo>
                  <a:lnTo>
                    <a:pt x="9191142" y="1216228"/>
                  </a:lnTo>
                  <a:lnTo>
                    <a:pt x="9170429" y="1229753"/>
                  </a:lnTo>
                  <a:lnTo>
                    <a:pt x="9356179" y="1270774"/>
                  </a:lnTo>
                  <a:lnTo>
                    <a:pt x="9375597" y="1262646"/>
                  </a:lnTo>
                  <a:lnTo>
                    <a:pt x="9424924" y="1246466"/>
                  </a:lnTo>
                  <a:lnTo>
                    <a:pt x="9490685" y="1234554"/>
                  </a:lnTo>
                  <a:lnTo>
                    <a:pt x="9559442" y="1239227"/>
                  </a:lnTo>
                  <a:lnTo>
                    <a:pt x="9465412" y="1292656"/>
                  </a:lnTo>
                  <a:lnTo>
                    <a:pt x="9594177" y="1327010"/>
                  </a:lnTo>
                  <a:lnTo>
                    <a:pt x="9615132" y="1322514"/>
                  </a:lnTo>
                  <a:lnTo>
                    <a:pt x="9662909" y="1313599"/>
                  </a:lnTo>
                  <a:lnTo>
                    <a:pt x="9714840" y="1307134"/>
                  </a:lnTo>
                  <a:lnTo>
                    <a:pt x="9748304" y="1310005"/>
                  </a:lnTo>
                  <a:lnTo>
                    <a:pt x="9677159" y="1361859"/>
                  </a:lnTo>
                  <a:lnTo>
                    <a:pt x="9833178" y="1454810"/>
                  </a:lnTo>
                  <a:lnTo>
                    <a:pt x="9919475" y="1449819"/>
                  </a:lnTo>
                  <a:lnTo>
                    <a:pt x="9881311" y="1483017"/>
                  </a:lnTo>
                  <a:lnTo>
                    <a:pt x="9902634" y="1505038"/>
                  </a:lnTo>
                  <a:lnTo>
                    <a:pt x="9952025" y="1558378"/>
                  </a:lnTo>
                  <a:lnTo>
                    <a:pt x="10007587" y="1623885"/>
                  </a:lnTo>
                  <a:lnTo>
                    <a:pt x="10012705" y="1631429"/>
                  </a:lnTo>
                  <a:lnTo>
                    <a:pt x="9917659" y="1567649"/>
                  </a:lnTo>
                  <a:lnTo>
                    <a:pt x="9761639" y="1512785"/>
                  </a:lnTo>
                  <a:lnTo>
                    <a:pt x="9575228" y="1528064"/>
                  </a:lnTo>
                  <a:lnTo>
                    <a:pt x="9521634" y="1551063"/>
                  </a:lnTo>
                  <a:lnTo>
                    <a:pt x="9472473" y="1580476"/>
                  </a:lnTo>
                  <a:lnTo>
                    <a:pt x="9427604" y="1615236"/>
                  </a:lnTo>
                  <a:lnTo>
                    <a:pt x="9386926" y="1654327"/>
                  </a:lnTo>
                  <a:lnTo>
                    <a:pt x="9350311" y="1696669"/>
                  </a:lnTo>
                  <a:lnTo>
                    <a:pt x="9317634" y="1741220"/>
                  </a:lnTo>
                  <a:lnTo>
                    <a:pt x="9288780" y="1786940"/>
                  </a:lnTo>
                  <a:lnTo>
                    <a:pt x="9263609" y="1832787"/>
                  </a:lnTo>
                  <a:lnTo>
                    <a:pt x="9242006" y="1877695"/>
                  </a:lnTo>
                  <a:lnTo>
                    <a:pt x="9223870" y="1920621"/>
                  </a:lnTo>
                  <a:lnTo>
                    <a:pt x="9209049" y="1960511"/>
                  </a:lnTo>
                  <a:lnTo>
                    <a:pt x="9188894" y="2027021"/>
                  </a:lnTo>
                  <a:lnTo>
                    <a:pt x="9183332" y="2051532"/>
                  </a:lnTo>
                  <a:lnTo>
                    <a:pt x="9332011" y="1948764"/>
                  </a:lnTo>
                  <a:lnTo>
                    <a:pt x="9346349" y="1924164"/>
                  </a:lnTo>
                  <a:lnTo>
                    <a:pt x="9380169" y="1867230"/>
                  </a:lnTo>
                  <a:lnTo>
                    <a:pt x="9419641" y="1803311"/>
                  </a:lnTo>
                  <a:lnTo>
                    <a:pt x="9450972" y="1757743"/>
                  </a:lnTo>
                  <a:lnTo>
                    <a:pt x="9406420" y="1913102"/>
                  </a:lnTo>
                  <a:lnTo>
                    <a:pt x="9526930" y="1801456"/>
                  </a:lnTo>
                  <a:lnTo>
                    <a:pt x="9542056" y="1780705"/>
                  </a:lnTo>
                  <a:lnTo>
                    <a:pt x="9577045" y="1734566"/>
                  </a:lnTo>
                  <a:lnTo>
                    <a:pt x="9616313" y="1687182"/>
                  </a:lnTo>
                  <a:lnTo>
                    <a:pt x="9644278" y="1662734"/>
                  </a:lnTo>
                  <a:lnTo>
                    <a:pt x="9601962" y="1773085"/>
                  </a:lnTo>
                  <a:lnTo>
                    <a:pt x="9763760" y="1724748"/>
                  </a:lnTo>
                  <a:lnTo>
                    <a:pt x="9824796" y="1653159"/>
                  </a:lnTo>
                  <a:lnTo>
                    <a:pt x="9824580" y="1691182"/>
                  </a:lnTo>
                  <a:lnTo>
                    <a:pt x="9850717" y="1686712"/>
                  </a:lnTo>
                  <a:lnTo>
                    <a:pt x="9912858" y="1678520"/>
                  </a:lnTo>
                  <a:lnTo>
                    <a:pt x="9986581" y="1674495"/>
                  </a:lnTo>
                  <a:lnTo>
                    <a:pt x="10044544" y="1682089"/>
                  </a:lnTo>
                  <a:lnTo>
                    <a:pt x="10046335" y="1684629"/>
                  </a:lnTo>
                  <a:lnTo>
                    <a:pt x="10046564" y="1684883"/>
                  </a:lnTo>
                  <a:lnTo>
                    <a:pt x="10046830" y="1684553"/>
                  </a:lnTo>
                  <a:lnTo>
                    <a:pt x="10049358" y="1683143"/>
                  </a:lnTo>
                  <a:lnTo>
                    <a:pt x="10050183" y="1683435"/>
                  </a:lnTo>
                  <a:lnTo>
                    <a:pt x="10049599" y="1683778"/>
                  </a:lnTo>
                  <a:lnTo>
                    <a:pt x="10049840" y="1684248"/>
                  </a:lnTo>
                  <a:lnTo>
                    <a:pt x="10054425" y="1682191"/>
                  </a:lnTo>
                  <a:lnTo>
                    <a:pt x="10087559" y="1681568"/>
                  </a:lnTo>
                  <a:lnTo>
                    <a:pt x="10088105" y="1682661"/>
                  </a:lnTo>
                  <a:lnTo>
                    <a:pt x="10088169" y="1683004"/>
                  </a:lnTo>
                  <a:lnTo>
                    <a:pt x="10088347" y="1682978"/>
                  </a:lnTo>
                  <a:lnTo>
                    <a:pt x="10088321" y="1682851"/>
                  </a:lnTo>
                  <a:lnTo>
                    <a:pt x="10088855" y="1681543"/>
                  </a:lnTo>
                  <a:lnTo>
                    <a:pt x="10117582" y="1680984"/>
                  </a:lnTo>
                  <a:lnTo>
                    <a:pt x="10199713" y="1685378"/>
                  </a:lnTo>
                  <a:lnTo>
                    <a:pt x="10270858" y="1691144"/>
                  </a:lnTo>
                  <a:lnTo>
                    <a:pt x="10301199" y="1694002"/>
                  </a:lnTo>
                  <a:lnTo>
                    <a:pt x="10308704" y="1658962"/>
                  </a:lnTo>
                  <a:lnTo>
                    <a:pt x="10347744" y="1737829"/>
                  </a:lnTo>
                  <a:lnTo>
                    <a:pt x="10479862" y="1816696"/>
                  </a:lnTo>
                  <a:lnTo>
                    <a:pt x="10465079" y="1706118"/>
                  </a:lnTo>
                  <a:lnTo>
                    <a:pt x="10484650" y="1734566"/>
                  </a:lnTo>
                  <a:lnTo>
                    <a:pt x="10509491" y="1786534"/>
                  </a:lnTo>
                  <a:lnTo>
                    <a:pt x="10530840" y="1836458"/>
                  </a:lnTo>
                  <a:lnTo>
                    <a:pt x="10539908" y="1858772"/>
                  </a:lnTo>
                  <a:lnTo>
                    <a:pt x="10618089" y="1960435"/>
                  </a:lnTo>
                  <a:lnTo>
                    <a:pt x="10610456" y="1807933"/>
                  </a:lnTo>
                  <a:lnTo>
                    <a:pt x="10644289" y="1867941"/>
                  </a:lnTo>
                  <a:lnTo>
                    <a:pt x="10666006" y="1943557"/>
                  </a:lnTo>
                  <a:lnTo>
                    <a:pt x="10677601" y="2008339"/>
                  </a:lnTo>
                  <a:lnTo>
                    <a:pt x="10681018" y="2035810"/>
                  </a:lnTo>
                  <a:lnTo>
                    <a:pt x="10790606" y="2161997"/>
                  </a:lnTo>
                  <a:lnTo>
                    <a:pt x="10787012" y="2106206"/>
                  </a:lnTo>
                  <a:lnTo>
                    <a:pt x="10772267" y="2030996"/>
                  </a:lnTo>
                  <a:lnTo>
                    <a:pt x="10760151" y="1988388"/>
                  </a:lnTo>
                  <a:lnTo>
                    <a:pt x="10744581" y="1943620"/>
                  </a:lnTo>
                  <a:lnTo>
                    <a:pt x="10725353" y="1897621"/>
                  </a:lnTo>
                  <a:lnTo>
                    <a:pt x="10702214" y="1851291"/>
                  </a:lnTo>
                  <a:lnTo>
                    <a:pt x="10674972" y="1805520"/>
                  </a:lnTo>
                  <a:lnTo>
                    <a:pt x="10643387" y="1761236"/>
                  </a:lnTo>
                  <a:lnTo>
                    <a:pt x="10607243" y="1719326"/>
                  </a:lnTo>
                  <a:lnTo>
                    <a:pt x="10566311" y="1680692"/>
                  </a:lnTo>
                  <a:lnTo>
                    <a:pt x="10520388" y="1646237"/>
                  </a:lnTo>
                  <a:lnTo>
                    <a:pt x="10368978" y="1597139"/>
                  </a:lnTo>
                  <a:lnTo>
                    <a:pt x="10370248" y="1597126"/>
                  </a:lnTo>
                  <a:lnTo>
                    <a:pt x="10384815" y="1597406"/>
                  </a:lnTo>
                  <a:lnTo>
                    <a:pt x="10398049" y="1597952"/>
                  </a:lnTo>
                  <a:lnTo>
                    <a:pt x="10409847" y="1598637"/>
                  </a:lnTo>
                  <a:lnTo>
                    <a:pt x="10444836" y="1601571"/>
                  </a:lnTo>
                  <a:lnTo>
                    <a:pt x="10444886" y="1601190"/>
                  </a:lnTo>
                  <a:lnTo>
                    <a:pt x="10398252" y="1594802"/>
                  </a:lnTo>
                  <a:lnTo>
                    <a:pt x="10354424" y="1593062"/>
                  </a:lnTo>
                  <a:lnTo>
                    <a:pt x="10337419" y="1593240"/>
                  </a:lnTo>
                  <a:lnTo>
                    <a:pt x="10319398" y="1593850"/>
                  </a:lnTo>
                  <a:lnTo>
                    <a:pt x="10315016" y="1594091"/>
                  </a:lnTo>
                  <a:lnTo>
                    <a:pt x="10315016" y="1598841"/>
                  </a:lnTo>
                  <a:lnTo>
                    <a:pt x="10264242" y="1605254"/>
                  </a:lnTo>
                  <a:lnTo>
                    <a:pt x="10271595" y="1603629"/>
                  </a:lnTo>
                  <a:lnTo>
                    <a:pt x="10288003" y="1600327"/>
                  </a:lnTo>
                  <a:lnTo>
                    <a:pt x="10315016" y="1598841"/>
                  </a:lnTo>
                  <a:lnTo>
                    <a:pt x="10315016" y="1594091"/>
                  </a:lnTo>
                  <a:lnTo>
                    <a:pt x="10270592" y="1598841"/>
                  </a:lnTo>
                  <a:lnTo>
                    <a:pt x="10229558" y="1607820"/>
                  </a:lnTo>
                  <a:lnTo>
                    <a:pt x="10217417" y="1611160"/>
                  </a:lnTo>
                  <a:lnTo>
                    <a:pt x="10204602" y="1612773"/>
                  </a:lnTo>
                  <a:lnTo>
                    <a:pt x="10102977" y="1653336"/>
                  </a:lnTo>
                  <a:lnTo>
                    <a:pt x="10195979" y="1601597"/>
                  </a:lnTo>
                  <a:lnTo>
                    <a:pt x="10289946" y="1563395"/>
                  </a:lnTo>
                  <a:lnTo>
                    <a:pt x="10368051" y="1560766"/>
                  </a:lnTo>
                  <a:lnTo>
                    <a:pt x="10470020" y="1584261"/>
                  </a:lnTo>
                  <a:lnTo>
                    <a:pt x="10480942" y="1528864"/>
                  </a:lnTo>
                  <a:lnTo>
                    <a:pt x="10547909" y="1597253"/>
                  </a:lnTo>
                  <a:lnTo>
                    <a:pt x="10737088" y="1653565"/>
                  </a:lnTo>
                  <a:lnTo>
                    <a:pt x="10655491" y="1521066"/>
                  </a:lnTo>
                  <a:lnTo>
                    <a:pt x="10709148" y="1542897"/>
                  </a:lnTo>
                  <a:lnTo>
                    <a:pt x="10744048" y="1567357"/>
                  </a:lnTo>
                  <a:lnTo>
                    <a:pt x="10775455" y="1609928"/>
                  </a:lnTo>
                  <a:lnTo>
                    <a:pt x="10818698" y="1686039"/>
                  </a:lnTo>
                  <a:lnTo>
                    <a:pt x="10837012" y="1687017"/>
                  </a:lnTo>
                  <a:lnTo>
                    <a:pt x="10860888" y="1693887"/>
                  </a:lnTo>
                  <a:lnTo>
                    <a:pt x="10906328" y="1712531"/>
                  </a:lnTo>
                  <a:lnTo>
                    <a:pt x="10989323" y="1748840"/>
                  </a:lnTo>
                  <a:lnTo>
                    <a:pt x="10969142" y="1665605"/>
                  </a:lnTo>
                  <a:lnTo>
                    <a:pt x="10939247" y="1602676"/>
                  </a:lnTo>
                  <a:lnTo>
                    <a:pt x="10878731" y="1528368"/>
                  </a:lnTo>
                  <a:lnTo>
                    <a:pt x="10766755" y="1411033"/>
                  </a:lnTo>
                  <a:lnTo>
                    <a:pt x="10812920" y="1420037"/>
                  </a:lnTo>
                  <a:lnTo>
                    <a:pt x="10850918" y="1442427"/>
                  </a:lnTo>
                  <a:lnTo>
                    <a:pt x="10901083" y="1495691"/>
                  </a:lnTo>
                  <a:lnTo>
                    <a:pt x="10983760" y="1597253"/>
                  </a:lnTo>
                  <a:lnTo>
                    <a:pt x="11193336" y="165572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73491" y="6076298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241" y="0"/>
                  </a:lnTo>
                </a:path>
              </a:pathLst>
            </a:custGeom>
            <a:ln w="9690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45412" y="5672306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 h="0">
                  <a:moveTo>
                    <a:pt x="0" y="0"/>
                  </a:moveTo>
                  <a:lnTo>
                    <a:pt x="136498" y="0"/>
                  </a:lnTo>
                </a:path>
              </a:pathLst>
            </a:custGeom>
            <a:ln w="12385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80497" y="2344324"/>
              <a:ext cx="3245485" cy="2957830"/>
            </a:xfrm>
            <a:custGeom>
              <a:avLst/>
              <a:gdLst/>
              <a:ahLst/>
              <a:cxnLst/>
              <a:rect l="l" t="t" r="r" b="b"/>
              <a:pathLst>
                <a:path w="3245484" h="2957829">
                  <a:moveTo>
                    <a:pt x="1866303" y="1678927"/>
                  </a:moveTo>
                  <a:lnTo>
                    <a:pt x="1812886" y="1688858"/>
                  </a:lnTo>
                  <a:lnTo>
                    <a:pt x="1789938" y="1696542"/>
                  </a:lnTo>
                  <a:lnTo>
                    <a:pt x="1793227" y="1697685"/>
                  </a:lnTo>
                  <a:lnTo>
                    <a:pt x="1801774" y="1697736"/>
                  </a:lnTo>
                  <a:lnTo>
                    <a:pt x="1814283" y="1696491"/>
                  </a:lnTo>
                  <a:lnTo>
                    <a:pt x="1856193" y="1685188"/>
                  </a:lnTo>
                  <a:lnTo>
                    <a:pt x="1866303" y="1678927"/>
                  </a:lnTo>
                  <a:close/>
                </a:path>
                <a:path w="3245484" h="2957829">
                  <a:moveTo>
                    <a:pt x="1943785" y="2124138"/>
                  </a:moveTo>
                  <a:lnTo>
                    <a:pt x="1940293" y="2123033"/>
                  </a:lnTo>
                  <a:lnTo>
                    <a:pt x="1931314" y="2122995"/>
                  </a:lnTo>
                  <a:lnTo>
                    <a:pt x="1886064" y="2125535"/>
                  </a:lnTo>
                  <a:lnTo>
                    <a:pt x="1872919" y="2126462"/>
                  </a:lnTo>
                  <a:lnTo>
                    <a:pt x="1864004" y="2127567"/>
                  </a:lnTo>
                  <a:lnTo>
                    <a:pt x="1860664" y="2129078"/>
                  </a:lnTo>
                  <a:lnTo>
                    <a:pt x="1863877" y="2130844"/>
                  </a:lnTo>
                  <a:lnTo>
                    <a:pt x="1872843" y="2132406"/>
                  </a:lnTo>
                  <a:lnTo>
                    <a:pt x="1886204" y="2133282"/>
                  </a:lnTo>
                  <a:lnTo>
                    <a:pt x="1902599" y="2132977"/>
                  </a:lnTo>
                  <a:lnTo>
                    <a:pt x="1918931" y="2131339"/>
                  </a:lnTo>
                  <a:lnTo>
                    <a:pt x="1932101" y="2128888"/>
                  </a:lnTo>
                  <a:lnTo>
                    <a:pt x="1940814" y="2126272"/>
                  </a:lnTo>
                  <a:lnTo>
                    <a:pt x="1943785" y="2124138"/>
                  </a:lnTo>
                  <a:close/>
                </a:path>
                <a:path w="3245484" h="2957829">
                  <a:moveTo>
                    <a:pt x="1963394" y="2549956"/>
                  </a:moveTo>
                  <a:lnTo>
                    <a:pt x="1959673" y="2549448"/>
                  </a:lnTo>
                  <a:lnTo>
                    <a:pt x="1950580" y="2550807"/>
                  </a:lnTo>
                  <a:lnTo>
                    <a:pt x="1937321" y="2553233"/>
                  </a:lnTo>
                  <a:lnTo>
                    <a:pt x="1921116" y="2555913"/>
                  </a:lnTo>
                  <a:lnTo>
                    <a:pt x="1904847" y="2558097"/>
                  </a:lnTo>
                  <a:lnTo>
                    <a:pt x="1891449" y="2559672"/>
                  </a:lnTo>
                  <a:lnTo>
                    <a:pt x="1882355" y="2561044"/>
                  </a:lnTo>
                  <a:lnTo>
                    <a:pt x="1878952" y="2562606"/>
                  </a:lnTo>
                  <a:lnTo>
                    <a:pt x="1882292" y="2564307"/>
                  </a:lnTo>
                  <a:lnTo>
                    <a:pt x="1891601" y="2565616"/>
                  </a:lnTo>
                  <a:lnTo>
                    <a:pt x="1905444" y="2565819"/>
                  </a:lnTo>
                  <a:lnTo>
                    <a:pt x="1922360" y="2564219"/>
                  </a:lnTo>
                  <a:lnTo>
                    <a:pt x="1939010" y="2560790"/>
                  </a:lnTo>
                  <a:lnTo>
                    <a:pt x="1952180" y="2556535"/>
                  </a:lnTo>
                  <a:lnTo>
                    <a:pt x="1960702" y="2552560"/>
                  </a:lnTo>
                  <a:lnTo>
                    <a:pt x="1963394" y="2549956"/>
                  </a:lnTo>
                  <a:close/>
                </a:path>
                <a:path w="3245484" h="2957829">
                  <a:moveTo>
                    <a:pt x="2025319" y="2942590"/>
                  </a:moveTo>
                  <a:lnTo>
                    <a:pt x="2020062" y="2942132"/>
                  </a:lnTo>
                  <a:lnTo>
                    <a:pt x="1986508" y="2946108"/>
                  </a:lnTo>
                  <a:lnTo>
                    <a:pt x="1962035" y="2948482"/>
                  </a:lnTo>
                  <a:lnTo>
                    <a:pt x="1937512" y="2950006"/>
                  </a:lnTo>
                  <a:lnTo>
                    <a:pt x="1903755" y="2951378"/>
                  </a:lnTo>
                  <a:lnTo>
                    <a:pt x="1898637" y="2952661"/>
                  </a:lnTo>
                  <a:lnTo>
                    <a:pt x="1903526" y="2954642"/>
                  </a:lnTo>
                  <a:lnTo>
                    <a:pt x="1917204" y="2956674"/>
                  </a:lnTo>
                  <a:lnTo>
                    <a:pt x="1937626" y="2957753"/>
                  </a:lnTo>
                  <a:lnTo>
                    <a:pt x="1962708" y="2956877"/>
                  </a:lnTo>
                  <a:lnTo>
                    <a:pt x="1987613" y="2953778"/>
                  </a:lnTo>
                  <a:lnTo>
                    <a:pt x="2007616" y="2949486"/>
                  </a:lnTo>
                  <a:lnTo>
                    <a:pt x="2020811" y="2945320"/>
                  </a:lnTo>
                  <a:lnTo>
                    <a:pt x="2025319" y="2942590"/>
                  </a:lnTo>
                  <a:close/>
                </a:path>
                <a:path w="3245484" h="2957829">
                  <a:moveTo>
                    <a:pt x="3245408" y="633666"/>
                  </a:moveTo>
                  <a:lnTo>
                    <a:pt x="3203676" y="606818"/>
                  </a:lnTo>
                  <a:lnTo>
                    <a:pt x="3148139" y="576021"/>
                  </a:lnTo>
                  <a:lnTo>
                    <a:pt x="3080334" y="543598"/>
                  </a:lnTo>
                  <a:lnTo>
                    <a:pt x="3042285" y="527507"/>
                  </a:lnTo>
                  <a:lnTo>
                    <a:pt x="3001734" y="511886"/>
                  </a:lnTo>
                  <a:lnTo>
                    <a:pt x="2958871" y="497027"/>
                  </a:lnTo>
                  <a:lnTo>
                    <a:pt x="2913862" y="483222"/>
                  </a:lnTo>
                  <a:lnTo>
                    <a:pt x="2866923" y="470750"/>
                  </a:lnTo>
                  <a:lnTo>
                    <a:pt x="2818219" y="459917"/>
                  </a:lnTo>
                  <a:lnTo>
                    <a:pt x="2767952" y="451015"/>
                  </a:lnTo>
                  <a:lnTo>
                    <a:pt x="2716314" y="444322"/>
                  </a:lnTo>
                  <a:lnTo>
                    <a:pt x="2663469" y="440143"/>
                  </a:lnTo>
                  <a:lnTo>
                    <a:pt x="2609634" y="438759"/>
                  </a:lnTo>
                  <a:lnTo>
                    <a:pt x="2554986" y="440461"/>
                  </a:lnTo>
                  <a:lnTo>
                    <a:pt x="2499703" y="445554"/>
                  </a:lnTo>
                  <a:lnTo>
                    <a:pt x="2443975" y="454304"/>
                  </a:lnTo>
                  <a:lnTo>
                    <a:pt x="2388006" y="467029"/>
                  </a:lnTo>
                  <a:lnTo>
                    <a:pt x="2331974" y="484009"/>
                  </a:lnTo>
                  <a:lnTo>
                    <a:pt x="2276068" y="505536"/>
                  </a:lnTo>
                  <a:lnTo>
                    <a:pt x="2220480" y="531888"/>
                  </a:lnTo>
                  <a:lnTo>
                    <a:pt x="2036330" y="697293"/>
                  </a:lnTo>
                  <a:lnTo>
                    <a:pt x="2050554" y="679526"/>
                  </a:lnTo>
                  <a:lnTo>
                    <a:pt x="2076958" y="649084"/>
                  </a:lnTo>
                  <a:lnTo>
                    <a:pt x="2106612" y="617016"/>
                  </a:lnTo>
                  <a:lnTo>
                    <a:pt x="2110079" y="612952"/>
                  </a:lnTo>
                  <a:lnTo>
                    <a:pt x="2111057" y="611352"/>
                  </a:lnTo>
                  <a:lnTo>
                    <a:pt x="2109482" y="612330"/>
                  </a:lnTo>
                  <a:lnTo>
                    <a:pt x="2105431" y="615810"/>
                  </a:lnTo>
                  <a:lnTo>
                    <a:pt x="2073783" y="646099"/>
                  </a:lnTo>
                  <a:lnTo>
                    <a:pt x="2046262" y="675855"/>
                  </a:lnTo>
                  <a:lnTo>
                    <a:pt x="2008187" y="722579"/>
                  </a:lnTo>
                  <a:lnTo>
                    <a:pt x="1973630" y="753618"/>
                  </a:lnTo>
                  <a:lnTo>
                    <a:pt x="1935086" y="834783"/>
                  </a:lnTo>
                  <a:lnTo>
                    <a:pt x="1920557" y="861783"/>
                  </a:lnTo>
                  <a:lnTo>
                    <a:pt x="1904644" y="894156"/>
                  </a:lnTo>
                  <a:lnTo>
                    <a:pt x="1890242" y="927252"/>
                  </a:lnTo>
                  <a:lnTo>
                    <a:pt x="1885759" y="938669"/>
                  </a:lnTo>
                  <a:lnTo>
                    <a:pt x="1854390" y="1004747"/>
                  </a:lnTo>
                  <a:lnTo>
                    <a:pt x="1855406" y="960920"/>
                  </a:lnTo>
                  <a:lnTo>
                    <a:pt x="1854403" y="910831"/>
                  </a:lnTo>
                  <a:lnTo>
                    <a:pt x="1851050" y="859345"/>
                  </a:lnTo>
                  <a:lnTo>
                    <a:pt x="1845157" y="806678"/>
                  </a:lnTo>
                  <a:lnTo>
                    <a:pt x="1836483" y="753033"/>
                  </a:lnTo>
                  <a:lnTo>
                    <a:pt x="1824837" y="698627"/>
                  </a:lnTo>
                  <a:lnTo>
                    <a:pt x="1810004" y="643661"/>
                  </a:lnTo>
                  <a:lnTo>
                    <a:pt x="1791766" y="588327"/>
                  </a:lnTo>
                  <a:lnTo>
                    <a:pt x="1769910" y="532866"/>
                  </a:lnTo>
                  <a:lnTo>
                    <a:pt x="1744218" y="477456"/>
                  </a:lnTo>
                  <a:lnTo>
                    <a:pt x="1714487" y="422325"/>
                  </a:lnTo>
                  <a:lnTo>
                    <a:pt x="1680502" y="367665"/>
                  </a:lnTo>
                  <a:lnTo>
                    <a:pt x="1433093" y="142074"/>
                  </a:lnTo>
                  <a:lnTo>
                    <a:pt x="1147508" y="34378"/>
                  </a:lnTo>
                  <a:lnTo>
                    <a:pt x="911656" y="1397"/>
                  </a:lnTo>
                  <a:lnTo>
                    <a:pt x="813511" y="0"/>
                  </a:lnTo>
                  <a:lnTo>
                    <a:pt x="817880" y="1257"/>
                  </a:lnTo>
                  <a:lnTo>
                    <a:pt x="828370" y="5029"/>
                  </a:lnTo>
                  <a:lnTo>
                    <a:pt x="841082" y="11214"/>
                  </a:lnTo>
                  <a:lnTo>
                    <a:pt x="837463" y="11137"/>
                  </a:lnTo>
                  <a:lnTo>
                    <a:pt x="837463" y="11277"/>
                  </a:lnTo>
                  <a:lnTo>
                    <a:pt x="837463" y="11430"/>
                  </a:lnTo>
                  <a:lnTo>
                    <a:pt x="842314" y="11811"/>
                  </a:lnTo>
                  <a:lnTo>
                    <a:pt x="941298" y="59855"/>
                  </a:lnTo>
                  <a:lnTo>
                    <a:pt x="1083221" y="140030"/>
                  </a:lnTo>
                  <a:lnTo>
                    <a:pt x="1204671" y="212420"/>
                  </a:lnTo>
                  <a:lnTo>
                    <a:pt x="1256157" y="243916"/>
                  </a:lnTo>
                  <a:lnTo>
                    <a:pt x="1296301" y="197523"/>
                  </a:lnTo>
                  <a:lnTo>
                    <a:pt x="1304899" y="351955"/>
                  </a:lnTo>
                  <a:lnTo>
                    <a:pt x="1478153" y="589686"/>
                  </a:lnTo>
                  <a:lnTo>
                    <a:pt x="1536763" y="408914"/>
                  </a:lnTo>
                  <a:lnTo>
                    <a:pt x="1549577" y="469531"/>
                  </a:lnTo>
                  <a:lnTo>
                    <a:pt x="1553718" y="570484"/>
                  </a:lnTo>
                  <a:lnTo>
                    <a:pt x="1553210" y="665226"/>
                  </a:lnTo>
                  <a:lnTo>
                    <a:pt x="1552143" y="707161"/>
                  </a:lnTo>
                  <a:lnTo>
                    <a:pt x="1612544" y="931164"/>
                  </a:lnTo>
                  <a:lnTo>
                    <a:pt x="1715922" y="693280"/>
                  </a:lnTo>
                  <a:lnTo>
                    <a:pt x="1729765" y="814476"/>
                  </a:lnTo>
                  <a:lnTo>
                    <a:pt x="1710232" y="948474"/>
                  </a:lnTo>
                  <a:lnTo>
                    <a:pt x="1688414" y="1029741"/>
                  </a:lnTo>
                  <a:lnTo>
                    <a:pt x="1684604" y="1022248"/>
                  </a:lnTo>
                  <a:lnTo>
                    <a:pt x="1548003" y="850239"/>
                  </a:lnTo>
                  <a:lnTo>
                    <a:pt x="1367891" y="775271"/>
                  </a:lnTo>
                  <a:lnTo>
                    <a:pt x="1179004" y="753046"/>
                  </a:lnTo>
                  <a:lnTo>
                    <a:pt x="1178128" y="752779"/>
                  </a:lnTo>
                  <a:lnTo>
                    <a:pt x="1135329" y="742378"/>
                  </a:lnTo>
                  <a:lnTo>
                    <a:pt x="1095514" y="735114"/>
                  </a:lnTo>
                  <a:lnTo>
                    <a:pt x="1026439" y="727100"/>
                  </a:lnTo>
                  <a:lnTo>
                    <a:pt x="963853" y="725538"/>
                  </a:lnTo>
                  <a:lnTo>
                    <a:pt x="933373" y="727163"/>
                  </a:lnTo>
                  <a:lnTo>
                    <a:pt x="929411" y="727532"/>
                  </a:lnTo>
                  <a:lnTo>
                    <a:pt x="929424" y="727811"/>
                  </a:lnTo>
                  <a:lnTo>
                    <a:pt x="929436" y="728078"/>
                  </a:lnTo>
                  <a:lnTo>
                    <a:pt x="947305" y="728345"/>
                  </a:lnTo>
                  <a:lnTo>
                    <a:pt x="963866" y="728268"/>
                  </a:lnTo>
                  <a:lnTo>
                    <a:pt x="997839" y="729449"/>
                  </a:lnTo>
                  <a:lnTo>
                    <a:pt x="1026147" y="731532"/>
                  </a:lnTo>
                  <a:lnTo>
                    <a:pt x="1058557" y="735164"/>
                  </a:lnTo>
                  <a:lnTo>
                    <a:pt x="1094714" y="740664"/>
                  </a:lnTo>
                  <a:lnTo>
                    <a:pt x="1126363" y="746861"/>
                  </a:lnTo>
                  <a:lnTo>
                    <a:pt x="1071181" y="740359"/>
                  </a:lnTo>
                  <a:lnTo>
                    <a:pt x="997026" y="736015"/>
                  </a:lnTo>
                  <a:lnTo>
                    <a:pt x="926299" y="736257"/>
                  </a:lnTo>
                  <a:lnTo>
                    <a:pt x="858977" y="740651"/>
                  </a:lnTo>
                  <a:lnTo>
                    <a:pt x="795058" y="748792"/>
                  </a:lnTo>
                  <a:lnTo>
                    <a:pt x="734529" y="760234"/>
                  </a:lnTo>
                  <a:lnTo>
                    <a:pt x="677392" y="774573"/>
                  </a:lnTo>
                  <a:lnTo>
                    <a:pt x="623620" y="791375"/>
                  </a:lnTo>
                  <a:lnTo>
                    <a:pt x="573201" y="810234"/>
                  </a:lnTo>
                  <a:lnTo>
                    <a:pt x="526135" y="830719"/>
                  </a:lnTo>
                  <a:lnTo>
                    <a:pt x="482409" y="852411"/>
                  </a:lnTo>
                  <a:lnTo>
                    <a:pt x="441998" y="874877"/>
                  </a:lnTo>
                  <a:lnTo>
                    <a:pt x="404914" y="897699"/>
                  </a:lnTo>
                  <a:lnTo>
                    <a:pt x="371119" y="920457"/>
                  </a:lnTo>
                  <a:lnTo>
                    <a:pt x="313410" y="964120"/>
                  </a:lnTo>
                  <a:lnTo>
                    <a:pt x="268770" y="1002449"/>
                  </a:lnTo>
                  <a:lnTo>
                    <a:pt x="226148" y="1042606"/>
                  </a:lnTo>
                  <a:lnTo>
                    <a:pt x="164452" y="1110399"/>
                  </a:lnTo>
                  <a:lnTo>
                    <a:pt x="89649" y="1201978"/>
                  </a:lnTo>
                  <a:lnTo>
                    <a:pt x="26555" y="1282484"/>
                  </a:lnTo>
                  <a:lnTo>
                    <a:pt x="0" y="1317053"/>
                  </a:lnTo>
                  <a:lnTo>
                    <a:pt x="336245" y="1223264"/>
                  </a:lnTo>
                  <a:lnTo>
                    <a:pt x="468884" y="1060310"/>
                  </a:lnTo>
                  <a:lnTo>
                    <a:pt x="549363" y="974864"/>
                  </a:lnTo>
                  <a:lnTo>
                    <a:pt x="610311" y="938936"/>
                  </a:lnTo>
                  <a:lnTo>
                    <a:pt x="684364" y="924496"/>
                  </a:lnTo>
                  <a:lnTo>
                    <a:pt x="504723" y="1112748"/>
                  </a:lnTo>
                  <a:lnTo>
                    <a:pt x="407657" y="1231950"/>
                  </a:lnTo>
                  <a:lnTo>
                    <a:pt x="359676" y="1332915"/>
                  </a:lnTo>
                  <a:lnTo>
                    <a:pt x="327317" y="1466443"/>
                  </a:lnTo>
                  <a:lnTo>
                    <a:pt x="460463" y="1408201"/>
                  </a:lnTo>
                  <a:lnTo>
                    <a:pt x="533361" y="1378292"/>
                  </a:lnTo>
                  <a:lnTo>
                    <a:pt x="571677" y="1367269"/>
                  </a:lnTo>
                  <a:lnTo>
                    <a:pt x="601052" y="1365694"/>
                  </a:lnTo>
                  <a:lnTo>
                    <a:pt x="670420" y="1243584"/>
                  </a:lnTo>
                  <a:lnTo>
                    <a:pt x="720826" y="1175308"/>
                  </a:lnTo>
                  <a:lnTo>
                    <a:pt x="776795" y="1136053"/>
                  </a:lnTo>
                  <a:lnTo>
                    <a:pt x="862901" y="1101026"/>
                  </a:lnTo>
                  <a:lnTo>
                    <a:pt x="731977" y="1313573"/>
                  </a:lnTo>
                  <a:lnTo>
                    <a:pt x="1035481" y="1223264"/>
                  </a:lnTo>
                  <a:lnTo>
                    <a:pt x="1142911" y="1113536"/>
                  </a:lnTo>
                  <a:lnTo>
                    <a:pt x="1160449" y="1202410"/>
                  </a:lnTo>
                  <a:lnTo>
                    <a:pt x="1324025" y="1164704"/>
                  </a:lnTo>
                  <a:lnTo>
                    <a:pt x="1449336" y="1168933"/>
                  </a:lnTo>
                  <a:lnTo>
                    <a:pt x="1600098" y="1230210"/>
                  </a:lnTo>
                  <a:lnTo>
                    <a:pt x="1749323" y="1313243"/>
                  </a:lnTo>
                  <a:lnTo>
                    <a:pt x="1586268" y="1248156"/>
                  </a:lnTo>
                  <a:lnTo>
                    <a:pt x="1565656" y="1245565"/>
                  </a:lnTo>
                  <a:lnTo>
                    <a:pt x="1562569" y="1244587"/>
                  </a:lnTo>
                  <a:lnTo>
                    <a:pt x="1546212" y="1240205"/>
                  </a:lnTo>
                  <a:lnTo>
                    <a:pt x="1490218" y="1227950"/>
                  </a:lnTo>
                  <a:lnTo>
                    <a:pt x="1490218" y="1236040"/>
                  </a:lnTo>
                  <a:lnTo>
                    <a:pt x="1408404" y="1225715"/>
                  </a:lnTo>
                  <a:lnTo>
                    <a:pt x="1447457" y="1228026"/>
                  </a:lnTo>
                  <a:lnTo>
                    <a:pt x="1490218" y="1236040"/>
                  </a:lnTo>
                  <a:lnTo>
                    <a:pt x="1490218" y="1227950"/>
                  </a:lnTo>
                  <a:lnTo>
                    <a:pt x="1448206" y="1220381"/>
                  </a:lnTo>
                  <a:lnTo>
                    <a:pt x="1402092" y="1217803"/>
                  </a:lnTo>
                  <a:lnTo>
                    <a:pt x="1345895" y="1216533"/>
                  </a:lnTo>
                  <a:lnTo>
                    <a:pt x="1320406" y="1216914"/>
                  </a:lnTo>
                  <a:lnTo>
                    <a:pt x="1275588" y="1219327"/>
                  </a:lnTo>
                  <a:lnTo>
                    <a:pt x="1218044" y="1225918"/>
                  </a:lnTo>
                  <a:lnTo>
                    <a:pt x="1200721" y="1229296"/>
                  </a:lnTo>
                  <a:lnTo>
                    <a:pt x="1200759" y="1229563"/>
                  </a:lnTo>
                  <a:lnTo>
                    <a:pt x="1202512" y="1229753"/>
                  </a:lnTo>
                  <a:lnTo>
                    <a:pt x="1256982" y="1225473"/>
                  </a:lnTo>
                  <a:lnTo>
                    <a:pt x="1275905" y="1224356"/>
                  </a:lnTo>
                  <a:lnTo>
                    <a:pt x="1297139" y="1223479"/>
                  </a:lnTo>
                  <a:lnTo>
                    <a:pt x="1320507" y="1223035"/>
                  </a:lnTo>
                  <a:lnTo>
                    <a:pt x="1322539" y="1223048"/>
                  </a:lnTo>
                  <a:lnTo>
                    <a:pt x="1079639" y="1301838"/>
                  </a:lnTo>
                  <a:lnTo>
                    <a:pt x="1030808" y="1336929"/>
                  </a:lnTo>
                  <a:lnTo>
                    <a:pt x="985431" y="1375067"/>
                  </a:lnTo>
                  <a:lnTo>
                    <a:pt x="943394" y="1415859"/>
                  </a:lnTo>
                  <a:lnTo>
                    <a:pt x="904608" y="1458899"/>
                  </a:lnTo>
                  <a:lnTo>
                    <a:pt x="868972" y="1503794"/>
                  </a:lnTo>
                  <a:lnTo>
                    <a:pt x="836383" y="1550149"/>
                  </a:lnTo>
                  <a:lnTo>
                    <a:pt x="806754" y="1597571"/>
                  </a:lnTo>
                  <a:lnTo>
                    <a:pt x="779983" y="1645653"/>
                  </a:lnTo>
                  <a:lnTo>
                    <a:pt x="755967" y="1693989"/>
                  </a:lnTo>
                  <a:lnTo>
                    <a:pt x="734618" y="1742198"/>
                  </a:lnTo>
                  <a:lnTo>
                    <a:pt x="715835" y="1789874"/>
                  </a:lnTo>
                  <a:lnTo>
                    <a:pt x="699516" y="1836610"/>
                  </a:lnTo>
                  <a:lnTo>
                    <a:pt x="685571" y="1882025"/>
                  </a:lnTo>
                  <a:lnTo>
                    <a:pt x="673900" y="1925713"/>
                  </a:lnTo>
                  <a:lnTo>
                    <a:pt x="664400" y="1967280"/>
                  </a:lnTo>
                  <a:lnTo>
                    <a:pt x="656971" y="2006320"/>
                  </a:lnTo>
                  <a:lnTo>
                    <a:pt x="647979" y="2075243"/>
                  </a:lnTo>
                  <a:lnTo>
                    <a:pt x="646112" y="2129294"/>
                  </a:lnTo>
                  <a:lnTo>
                    <a:pt x="821931" y="1926831"/>
                  </a:lnTo>
                  <a:lnTo>
                    <a:pt x="827417" y="1882762"/>
                  </a:lnTo>
                  <a:lnTo>
                    <a:pt x="846010" y="1778838"/>
                  </a:lnTo>
                  <a:lnTo>
                    <a:pt x="880859" y="1657527"/>
                  </a:lnTo>
                  <a:lnTo>
                    <a:pt x="935126" y="1561261"/>
                  </a:lnTo>
                  <a:lnTo>
                    <a:pt x="922883" y="1805914"/>
                  </a:lnTo>
                  <a:lnTo>
                    <a:pt x="1048321" y="1642808"/>
                  </a:lnTo>
                  <a:lnTo>
                    <a:pt x="1062863" y="1607007"/>
                  </a:lnTo>
                  <a:lnTo>
                    <a:pt x="1097102" y="1526921"/>
                  </a:lnTo>
                  <a:lnTo>
                    <a:pt x="1136967" y="1443558"/>
                  </a:lnTo>
                  <a:lnTo>
                    <a:pt x="1168361" y="1397927"/>
                  </a:lnTo>
                  <a:lnTo>
                    <a:pt x="1144663" y="1575320"/>
                  </a:lnTo>
                  <a:lnTo>
                    <a:pt x="1356614" y="1448777"/>
                  </a:lnTo>
                  <a:lnTo>
                    <a:pt x="1419225" y="1322235"/>
                  </a:lnTo>
                  <a:lnTo>
                    <a:pt x="1431264" y="1378483"/>
                  </a:lnTo>
                  <a:lnTo>
                    <a:pt x="1479943" y="1373886"/>
                  </a:lnTo>
                  <a:lnTo>
                    <a:pt x="1594091" y="1364640"/>
                  </a:lnTo>
                  <a:lnTo>
                    <a:pt x="1725866" y="1357579"/>
                  </a:lnTo>
                  <a:lnTo>
                    <a:pt x="1771929" y="1358468"/>
                  </a:lnTo>
                  <a:lnTo>
                    <a:pt x="1772793" y="1360538"/>
                  </a:lnTo>
                  <a:lnTo>
                    <a:pt x="1772767" y="1360779"/>
                  </a:lnTo>
                  <a:lnTo>
                    <a:pt x="1772894" y="1360805"/>
                  </a:lnTo>
                  <a:lnTo>
                    <a:pt x="1773047" y="1360817"/>
                  </a:lnTo>
                  <a:lnTo>
                    <a:pt x="1773123" y="1360373"/>
                  </a:lnTo>
                  <a:lnTo>
                    <a:pt x="1774063" y="1358506"/>
                  </a:lnTo>
                  <a:lnTo>
                    <a:pt x="1827403" y="1359522"/>
                  </a:lnTo>
                  <a:lnTo>
                    <a:pt x="1828457" y="1359992"/>
                  </a:lnTo>
                  <a:lnTo>
                    <a:pt x="1833092" y="1361897"/>
                  </a:lnTo>
                  <a:lnTo>
                    <a:pt x="1834807" y="1362290"/>
                  </a:lnTo>
                  <a:lnTo>
                    <a:pt x="1834921" y="1362049"/>
                  </a:lnTo>
                  <a:lnTo>
                    <a:pt x="1831695" y="1360144"/>
                  </a:lnTo>
                  <a:lnTo>
                    <a:pt x="1834349" y="1360525"/>
                  </a:lnTo>
                  <a:lnTo>
                    <a:pt x="1839341" y="1363306"/>
                  </a:lnTo>
                  <a:lnTo>
                    <a:pt x="1839810" y="1363827"/>
                  </a:lnTo>
                  <a:lnTo>
                    <a:pt x="1840001" y="1363662"/>
                  </a:lnTo>
                  <a:lnTo>
                    <a:pt x="1840204" y="1363484"/>
                  </a:lnTo>
                  <a:lnTo>
                    <a:pt x="1843036" y="1359344"/>
                  </a:lnTo>
                  <a:lnTo>
                    <a:pt x="1936038" y="1347165"/>
                  </a:lnTo>
                  <a:lnTo>
                    <a:pt x="2054313" y="1353642"/>
                  </a:lnTo>
                  <a:lnTo>
                    <a:pt x="2154009" y="1366761"/>
                  </a:lnTo>
                  <a:lnTo>
                    <a:pt x="2195944" y="1373949"/>
                  </a:lnTo>
                  <a:lnTo>
                    <a:pt x="2195588" y="1312938"/>
                  </a:lnTo>
                  <a:lnTo>
                    <a:pt x="2293505" y="1427784"/>
                  </a:lnTo>
                  <a:lnTo>
                    <a:pt x="2553093" y="1505331"/>
                  </a:lnTo>
                  <a:lnTo>
                    <a:pt x="2485212" y="1328305"/>
                  </a:lnTo>
                  <a:lnTo>
                    <a:pt x="2530068" y="1367523"/>
                  </a:lnTo>
                  <a:lnTo>
                    <a:pt x="2593060" y="1443532"/>
                  </a:lnTo>
                  <a:lnTo>
                    <a:pt x="2649194" y="1517561"/>
                  </a:lnTo>
                  <a:lnTo>
                    <a:pt x="2673464" y="1550860"/>
                  </a:lnTo>
                  <a:lnTo>
                    <a:pt x="2866796" y="1729968"/>
                  </a:lnTo>
                  <a:lnTo>
                    <a:pt x="2795333" y="1480731"/>
                  </a:lnTo>
                  <a:lnTo>
                    <a:pt x="2845587" y="1553845"/>
                  </a:lnTo>
                  <a:lnTo>
                    <a:pt x="2908922" y="1656384"/>
                  </a:lnTo>
                  <a:lnTo>
                    <a:pt x="2963176" y="1747723"/>
                  </a:lnTo>
                  <a:lnTo>
                    <a:pt x="2986176" y="1787194"/>
                  </a:lnTo>
                  <a:lnTo>
                    <a:pt x="3224720" y="1952066"/>
                  </a:lnTo>
                  <a:lnTo>
                    <a:pt x="3213214" y="1902815"/>
                  </a:lnTo>
                  <a:lnTo>
                    <a:pt x="3194608" y="1839429"/>
                  </a:lnTo>
                  <a:lnTo>
                    <a:pt x="3168548" y="1764931"/>
                  </a:lnTo>
                  <a:lnTo>
                    <a:pt x="3152622" y="1724469"/>
                  </a:lnTo>
                  <a:lnTo>
                    <a:pt x="3134690" y="1682356"/>
                  </a:lnTo>
                  <a:lnTo>
                    <a:pt x="3114713" y="1638998"/>
                  </a:lnTo>
                  <a:lnTo>
                    <a:pt x="3092653" y="1594764"/>
                  </a:lnTo>
                  <a:lnTo>
                    <a:pt x="3068459" y="1550022"/>
                  </a:lnTo>
                  <a:lnTo>
                    <a:pt x="3042094" y="1505153"/>
                  </a:lnTo>
                  <a:lnTo>
                    <a:pt x="3013519" y="1460550"/>
                  </a:lnTo>
                  <a:lnTo>
                    <a:pt x="2982671" y="1416596"/>
                  </a:lnTo>
                  <a:lnTo>
                    <a:pt x="2949524" y="1373644"/>
                  </a:lnTo>
                  <a:lnTo>
                    <a:pt x="2914027" y="1332103"/>
                  </a:lnTo>
                  <a:lnTo>
                    <a:pt x="2876131" y="1292326"/>
                  </a:lnTo>
                  <a:lnTo>
                    <a:pt x="2835795" y="1254709"/>
                  </a:lnTo>
                  <a:lnTo>
                    <a:pt x="2792971" y="1219631"/>
                  </a:lnTo>
                  <a:lnTo>
                    <a:pt x="2747632" y="1187462"/>
                  </a:lnTo>
                  <a:lnTo>
                    <a:pt x="2699715" y="1158595"/>
                  </a:lnTo>
                  <a:lnTo>
                    <a:pt x="2649182" y="1133398"/>
                  </a:lnTo>
                  <a:lnTo>
                    <a:pt x="2595994" y="1112253"/>
                  </a:lnTo>
                  <a:lnTo>
                    <a:pt x="2296922" y="1087742"/>
                  </a:lnTo>
                  <a:lnTo>
                    <a:pt x="2046617" y="1175766"/>
                  </a:lnTo>
                  <a:lnTo>
                    <a:pt x="1894116" y="1278077"/>
                  </a:lnTo>
                  <a:lnTo>
                    <a:pt x="1902345" y="1265986"/>
                  </a:lnTo>
                  <a:lnTo>
                    <a:pt x="1991487" y="1160881"/>
                  </a:lnTo>
                  <a:lnTo>
                    <a:pt x="2070722" y="1075309"/>
                  </a:lnTo>
                  <a:lnTo>
                    <a:pt x="2104923" y="1039977"/>
                  </a:lnTo>
                  <a:lnTo>
                    <a:pt x="2043696" y="986726"/>
                  </a:lnTo>
                  <a:lnTo>
                    <a:pt x="2182152" y="994714"/>
                  </a:lnTo>
                  <a:lnTo>
                    <a:pt x="2432443" y="845604"/>
                  </a:lnTo>
                  <a:lnTo>
                    <a:pt x="2318321" y="762406"/>
                  </a:lnTo>
                  <a:lnTo>
                    <a:pt x="2371991" y="757809"/>
                  </a:lnTo>
                  <a:lnTo>
                    <a:pt x="2455316" y="768172"/>
                  </a:lnTo>
                  <a:lnTo>
                    <a:pt x="2531961" y="782472"/>
                  </a:lnTo>
                  <a:lnTo>
                    <a:pt x="2565577" y="789686"/>
                  </a:lnTo>
                  <a:lnTo>
                    <a:pt x="2772181" y="734568"/>
                  </a:lnTo>
                  <a:lnTo>
                    <a:pt x="2621318" y="648868"/>
                  </a:lnTo>
                  <a:lnTo>
                    <a:pt x="2731630" y="641375"/>
                  </a:lnTo>
                  <a:lnTo>
                    <a:pt x="2837129" y="660476"/>
                  </a:lnTo>
                  <a:lnTo>
                    <a:pt x="2916250" y="686422"/>
                  </a:lnTo>
                  <a:lnTo>
                    <a:pt x="2947416" y="699465"/>
                  </a:lnTo>
                  <a:lnTo>
                    <a:pt x="3245408" y="633666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0222" y="6512305"/>
              <a:ext cx="11320586" cy="245246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04894" y="598105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717" y="0"/>
                  </a:moveTo>
                  <a:lnTo>
                    <a:pt x="132674" y="6455"/>
                  </a:lnTo>
                  <a:lnTo>
                    <a:pt x="89505" y="24672"/>
                  </a:lnTo>
                  <a:lnTo>
                    <a:pt x="52930" y="52930"/>
                  </a:lnTo>
                  <a:lnTo>
                    <a:pt x="24672" y="89505"/>
                  </a:lnTo>
                  <a:lnTo>
                    <a:pt x="6455" y="132674"/>
                  </a:lnTo>
                  <a:lnTo>
                    <a:pt x="0" y="180717"/>
                  </a:lnTo>
                  <a:lnTo>
                    <a:pt x="6455" y="228759"/>
                  </a:lnTo>
                  <a:lnTo>
                    <a:pt x="24672" y="271928"/>
                  </a:lnTo>
                  <a:lnTo>
                    <a:pt x="52930" y="308503"/>
                  </a:lnTo>
                  <a:lnTo>
                    <a:pt x="89505" y="336761"/>
                  </a:lnTo>
                  <a:lnTo>
                    <a:pt x="132674" y="354978"/>
                  </a:lnTo>
                  <a:lnTo>
                    <a:pt x="180717" y="361434"/>
                  </a:lnTo>
                  <a:lnTo>
                    <a:pt x="228759" y="354978"/>
                  </a:lnTo>
                  <a:lnTo>
                    <a:pt x="271928" y="336761"/>
                  </a:lnTo>
                  <a:lnTo>
                    <a:pt x="308503" y="308503"/>
                  </a:lnTo>
                  <a:lnTo>
                    <a:pt x="336761" y="271928"/>
                  </a:lnTo>
                  <a:lnTo>
                    <a:pt x="354978" y="228759"/>
                  </a:lnTo>
                  <a:lnTo>
                    <a:pt x="361434" y="180717"/>
                  </a:lnTo>
                  <a:lnTo>
                    <a:pt x="354978" y="132674"/>
                  </a:lnTo>
                  <a:lnTo>
                    <a:pt x="336761" y="89505"/>
                  </a:lnTo>
                  <a:lnTo>
                    <a:pt x="308503" y="52930"/>
                  </a:lnTo>
                  <a:lnTo>
                    <a:pt x="271928" y="24672"/>
                  </a:lnTo>
                  <a:lnTo>
                    <a:pt x="228759" y="6455"/>
                  </a:lnTo>
                  <a:lnTo>
                    <a:pt x="180717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663449" y="1187356"/>
            <a:ext cx="3589654" cy="1100455"/>
          </a:xfrm>
          <a:custGeom>
            <a:avLst/>
            <a:gdLst/>
            <a:ahLst/>
            <a:cxnLst/>
            <a:rect l="l" t="t" r="r" b="b"/>
            <a:pathLst>
              <a:path w="3589655" h="1100455">
                <a:moveTo>
                  <a:pt x="2354347" y="0"/>
                </a:moveTo>
                <a:lnTo>
                  <a:pt x="2303988" y="1515"/>
                </a:lnTo>
                <a:lnTo>
                  <a:pt x="2254497" y="5998"/>
                </a:lnTo>
                <a:lnTo>
                  <a:pt x="2205973" y="13355"/>
                </a:lnTo>
                <a:lnTo>
                  <a:pt x="2158517" y="23494"/>
                </a:lnTo>
                <a:lnTo>
                  <a:pt x="2112230" y="36319"/>
                </a:lnTo>
                <a:lnTo>
                  <a:pt x="2067211" y="51738"/>
                </a:lnTo>
                <a:lnTo>
                  <a:pt x="2023561" y="69657"/>
                </a:lnTo>
                <a:lnTo>
                  <a:pt x="1981380" y="89983"/>
                </a:lnTo>
                <a:lnTo>
                  <a:pt x="1940768" y="112622"/>
                </a:lnTo>
                <a:lnTo>
                  <a:pt x="1901826" y="137480"/>
                </a:lnTo>
                <a:lnTo>
                  <a:pt x="1864654" y="164463"/>
                </a:lnTo>
                <a:lnTo>
                  <a:pt x="1829352" y="193479"/>
                </a:lnTo>
                <a:lnTo>
                  <a:pt x="1796021" y="224434"/>
                </a:lnTo>
                <a:lnTo>
                  <a:pt x="1764760" y="257233"/>
                </a:lnTo>
                <a:lnTo>
                  <a:pt x="1735671" y="291784"/>
                </a:lnTo>
                <a:lnTo>
                  <a:pt x="1708852" y="327993"/>
                </a:lnTo>
                <a:lnTo>
                  <a:pt x="1684406" y="365766"/>
                </a:lnTo>
                <a:lnTo>
                  <a:pt x="1662431" y="405009"/>
                </a:lnTo>
                <a:lnTo>
                  <a:pt x="1643028" y="445630"/>
                </a:lnTo>
                <a:lnTo>
                  <a:pt x="1626298" y="487534"/>
                </a:lnTo>
                <a:lnTo>
                  <a:pt x="1612341" y="530629"/>
                </a:lnTo>
                <a:lnTo>
                  <a:pt x="1601257" y="574819"/>
                </a:lnTo>
                <a:lnTo>
                  <a:pt x="1593146" y="620013"/>
                </a:lnTo>
                <a:lnTo>
                  <a:pt x="1588108" y="666115"/>
                </a:lnTo>
                <a:lnTo>
                  <a:pt x="1561876" y="637603"/>
                </a:lnTo>
                <a:lnTo>
                  <a:pt x="1532144" y="609504"/>
                </a:lnTo>
                <a:lnTo>
                  <a:pt x="1498155" y="583943"/>
                </a:lnTo>
                <a:lnTo>
                  <a:pt x="1459154" y="563043"/>
                </a:lnTo>
                <a:lnTo>
                  <a:pt x="1414383" y="548929"/>
                </a:lnTo>
                <a:lnTo>
                  <a:pt x="1363086" y="543725"/>
                </a:lnTo>
                <a:lnTo>
                  <a:pt x="1304504" y="549553"/>
                </a:lnTo>
                <a:lnTo>
                  <a:pt x="1237669" y="572726"/>
                </a:lnTo>
                <a:lnTo>
                  <a:pt x="1193901" y="608617"/>
                </a:lnTo>
                <a:lnTo>
                  <a:pt x="1167486" y="653283"/>
                </a:lnTo>
                <a:lnTo>
                  <a:pt x="1152711" y="702783"/>
                </a:lnTo>
                <a:lnTo>
                  <a:pt x="1139877" y="777471"/>
                </a:lnTo>
                <a:lnTo>
                  <a:pt x="1135230" y="800514"/>
                </a:lnTo>
                <a:lnTo>
                  <a:pt x="1121096" y="840860"/>
                </a:lnTo>
                <a:lnTo>
                  <a:pt x="1095750" y="870272"/>
                </a:lnTo>
                <a:lnTo>
                  <a:pt x="1053477" y="884806"/>
                </a:lnTo>
                <a:lnTo>
                  <a:pt x="1024209" y="885262"/>
                </a:lnTo>
                <a:lnTo>
                  <a:pt x="988566" y="880520"/>
                </a:lnTo>
                <a:lnTo>
                  <a:pt x="945835" y="870088"/>
                </a:lnTo>
                <a:lnTo>
                  <a:pt x="785908" y="827687"/>
                </a:lnTo>
                <a:lnTo>
                  <a:pt x="702373" y="830320"/>
                </a:lnTo>
                <a:lnTo>
                  <a:pt x="668027" y="893076"/>
                </a:lnTo>
                <a:lnTo>
                  <a:pt x="655665" y="1031047"/>
                </a:lnTo>
                <a:lnTo>
                  <a:pt x="568990" y="999792"/>
                </a:lnTo>
                <a:lnTo>
                  <a:pt x="489981" y="975101"/>
                </a:lnTo>
                <a:lnTo>
                  <a:pt x="418309" y="956517"/>
                </a:lnTo>
                <a:lnTo>
                  <a:pt x="353646" y="943583"/>
                </a:lnTo>
                <a:lnTo>
                  <a:pt x="295662" y="935843"/>
                </a:lnTo>
                <a:lnTo>
                  <a:pt x="244029" y="932839"/>
                </a:lnTo>
                <a:lnTo>
                  <a:pt x="198417" y="934115"/>
                </a:lnTo>
                <a:lnTo>
                  <a:pt x="158497" y="939214"/>
                </a:lnTo>
                <a:lnTo>
                  <a:pt x="94419" y="959056"/>
                </a:lnTo>
                <a:lnTo>
                  <a:pt x="49162" y="988711"/>
                </a:lnTo>
                <a:lnTo>
                  <a:pt x="20095" y="1024525"/>
                </a:lnTo>
                <a:lnTo>
                  <a:pt x="4585" y="1062846"/>
                </a:lnTo>
                <a:lnTo>
                  <a:pt x="0" y="1100018"/>
                </a:lnTo>
                <a:lnTo>
                  <a:pt x="3382410" y="1100018"/>
                </a:lnTo>
                <a:lnTo>
                  <a:pt x="3424417" y="1096515"/>
                </a:lnTo>
                <a:lnTo>
                  <a:pt x="3461747" y="1086535"/>
                </a:lnTo>
                <a:lnTo>
                  <a:pt x="3522256" y="1050308"/>
                </a:lnTo>
                <a:lnTo>
                  <a:pt x="3563692" y="997675"/>
                </a:lnTo>
                <a:lnTo>
                  <a:pt x="3585809" y="934973"/>
                </a:lnTo>
                <a:lnTo>
                  <a:pt x="3589547" y="901825"/>
                </a:lnTo>
                <a:lnTo>
                  <a:pt x="3588364" y="868537"/>
                </a:lnTo>
                <a:lnTo>
                  <a:pt x="3571113" y="804705"/>
                </a:lnTo>
                <a:lnTo>
                  <a:pt x="3533810" y="749814"/>
                </a:lnTo>
                <a:lnTo>
                  <a:pt x="3476212" y="710199"/>
                </a:lnTo>
                <a:lnTo>
                  <a:pt x="3439726" y="698101"/>
                </a:lnTo>
                <a:lnTo>
                  <a:pt x="3398074" y="692198"/>
                </a:lnTo>
                <a:lnTo>
                  <a:pt x="3389038" y="691842"/>
                </a:lnTo>
                <a:lnTo>
                  <a:pt x="3326509" y="694308"/>
                </a:lnTo>
                <a:lnTo>
                  <a:pt x="3270304" y="703950"/>
                </a:lnTo>
                <a:lnTo>
                  <a:pt x="3220912" y="719519"/>
                </a:lnTo>
                <a:lnTo>
                  <a:pt x="3178821" y="739768"/>
                </a:lnTo>
                <a:lnTo>
                  <a:pt x="3144521" y="763446"/>
                </a:lnTo>
                <a:lnTo>
                  <a:pt x="3118501" y="789305"/>
                </a:lnTo>
                <a:lnTo>
                  <a:pt x="3120199" y="771182"/>
                </a:lnTo>
                <a:lnTo>
                  <a:pt x="3121414" y="753021"/>
                </a:lnTo>
                <a:lnTo>
                  <a:pt x="3122143" y="734833"/>
                </a:lnTo>
                <a:lnTo>
                  <a:pt x="3122386" y="716627"/>
                </a:lnTo>
                <a:lnTo>
                  <a:pt x="3120753" y="669507"/>
                </a:lnTo>
                <a:lnTo>
                  <a:pt x="3115919" y="623200"/>
                </a:lnTo>
                <a:lnTo>
                  <a:pt x="3107987" y="577803"/>
                </a:lnTo>
                <a:lnTo>
                  <a:pt x="3097058" y="533408"/>
                </a:lnTo>
                <a:lnTo>
                  <a:pt x="3083233" y="490111"/>
                </a:lnTo>
                <a:lnTo>
                  <a:pt x="3066613" y="448005"/>
                </a:lnTo>
                <a:lnTo>
                  <a:pt x="3047298" y="407186"/>
                </a:lnTo>
                <a:lnTo>
                  <a:pt x="3025392" y="367747"/>
                </a:lnTo>
                <a:lnTo>
                  <a:pt x="3000993" y="329783"/>
                </a:lnTo>
                <a:lnTo>
                  <a:pt x="2974205" y="293389"/>
                </a:lnTo>
                <a:lnTo>
                  <a:pt x="2945127" y="258658"/>
                </a:lnTo>
                <a:lnTo>
                  <a:pt x="2913862" y="225686"/>
                </a:lnTo>
                <a:lnTo>
                  <a:pt x="2880509" y="194566"/>
                </a:lnTo>
                <a:lnTo>
                  <a:pt x="2845172" y="165393"/>
                </a:lnTo>
                <a:lnTo>
                  <a:pt x="2807949" y="138262"/>
                </a:lnTo>
                <a:lnTo>
                  <a:pt x="2768944" y="113267"/>
                </a:lnTo>
                <a:lnTo>
                  <a:pt x="2728257" y="90502"/>
                </a:lnTo>
                <a:lnTo>
                  <a:pt x="2685988" y="70061"/>
                </a:lnTo>
                <a:lnTo>
                  <a:pt x="2642241" y="52040"/>
                </a:lnTo>
                <a:lnTo>
                  <a:pt x="2597114" y="36532"/>
                </a:lnTo>
                <a:lnTo>
                  <a:pt x="2550711" y="23632"/>
                </a:lnTo>
                <a:lnTo>
                  <a:pt x="2503131" y="13434"/>
                </a:lnTo>
                <a:lnTo>
                  <a:pt x="2454476" y="6034"/>
                </a:lnTo>
                <a:lnTo>
                  <a:pt x="2404848" y="1524"/>
                </a:lnTo>
                <a:lnTo>
                  <a:pt x="2354347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630234" y="7705378"/>
            <a:ext cx="4769485" cy="1707514"/>
            <a:chOff x="2630234" y="7705378"/>
            <a:chExt cx="4769485" cy="1707514"/>
          </a:xfrm>
        </p:grpSpPr>
        <p:sp>
          <p:nvSpPr>
            <p:cNvPr id="4" name="object 4" descr=""/>
            <p:cNvSpPr/>
            <p:nvPr/>
          </p:nvSpPr>
          <p:spPr>
            <a:xfrm>
              <a:off x="2630234" y="7705378"/>
              <a:ext cx="4769485" cy="1170940"/>
            </a:xfrm>
            <a:custGeom>
              <a:avLst/>
              <a:gdLst/>
              <a:ahLst/>
              <a:cxnLst/>
              <a:rect l="l" t="t" r="r" b="b"/>
              <a:pathLst>
                <a:path w="4769484" h="1170940">
                  <a:moveTo>
                    <a:pt x="2078932" y="0"/>
                  </a:moveTo>
                  <a:lnTo>
                    <a:pt x="1862771" y="62599"/>
                  </a:lnTo>
                  <a:lnTo>
                    <a:pt x="1750211" y="282464"/>
                  </a:lnTo>
                  <a:lnTo>
                    <a:pt x="1665394" y="724779"/>
                  </a:lnTo>
                  <a:lnTo>
                    <a:pt x="1624593" y="664838"/>
                  </a:lnTo>
                  <a:lnTo>
                    <a:pt x="1495659" y="545069"/>
                  </a:lnTo>
                  <a:lnTo>
                    <a:pt x="1268795" y="455552"/>
                  </a:lnTo>
                  <a:lnTo>
                    <a:pt x="934201" y="486368"/>
                  </a:lnTo>
                  <a:lnTo>
                    <a:pt x="672484" y="574974"/>
                  </a:lnTo>
                  <a:lnTo>
                    <a:pt x="548725" y="667881"/>
                  </a:lnTo>
                  <a:lnTo>
                    <a:pt x="530055" y="822120"/>
                  </a:lnTo>
                  <a:lnTo>
                    <a:pt x="583605" y="1094726"/>
                  </a:lnTo>
                  <a:lnTo>
                    <a:pt x="524824" y="1074625"/>
                  </a:lnTo>
                  <a:lnTo>
                    <a:pt x="378222" y="1047446"/>
                  </a:lnTo>
                  <a:lnTo>
                    <a:pt x="188410" y="1062872"/>
                  </a:lnTo>
                  <a:lnTo>
                    <a:pt x="0" y="1170588"/>
                  </a:lnTo>
                  <a:lnTo>
                    <a:pt x="4769027" y="1167069"/>
                  </a:lnTo>
                  <a:lnTo>
                    <a:pt x="4745853" y="1101172"/>
                  </a:lnTo>
                  <a:lnTo>
                    <a:pt x="4651908" y="968839"/>
                  </a:lnTo>
                  <a:lnTo>
                    <a:pt x="4450559" y="868104"/>
                  </a:lnTo>
                  <a:lnTo>
                    <a:pt x="4105173" y="897004"/>
                  </a:lnTo>
                  <a:lnTo>
                    <a:pt x="4055732" y="911012"/>
                  </a:lnTo>
                  <a:lnTo>
                    <a:pt x="4008431" y="923328"/>
                  </a:lnTo>
                  <a:lnTo>
                    <a:pt x="3963212" y="933991"/>
                  </a:lnTo>
                  <a:lnTo>
                    <a:pt x="3920013" y="943044"/>
                  </a:lnTo>
                  <a:lnTo>
                    <a:pt x="3878775" y="950527"/>
                  </a:lnTo>
                  <a:lnTo>
                    <a:pt x="3839437" y="956482"/>
                  </a:lnTo>
                  <a:lnTo>
                    <a:pt x="3766221" y="963969"/>
                  </a:lnTo>
                  <a:lnTo>
                    <a:pt x="3699884" y="965834"/>
                  </a:lnTo>
                  <a:lnTo>
                    <a:pt x="3669144" y="964761"/>
                  </a:lnTo>
                  <a:lnTo>
                    <a:pt x="3612222" y="958808"/>
                  </a:lnTo>
                  <a:lnTo>
                    <a:pt x="3560974" y="948052"/>
                  </a:lnTo>
                  <a:lnTo>
                    <a:pt x="3514920" y="932823"/>
                  </a:lnTo>
                  <a:lnTo>
                    <a:pt x="3473576" y="913448"/>
                  </a:lnTo>
                  <a:lnTo>
                    <a:pt x="3436463" y="890256"/>
                  </a:lnTo>
                  <a:lnTo>
                    <a:pt x="3403097" y="863574"/>
                  </a:lnTo>
                  <a:lnTo>
                    <a:pt x="3372998" y="833730"/>
                  </a:lnTo>
                  <a:lnTo>
                    <a:pt x="3345684" y="801054"/>
                  </a:lnTo>
                  <a:lnTo>
                    <a:pt x="3320673" y="765872"/>
                  </a:lnTo>
                  <a:lnTo>
                    <a:pt x="3297484" y="728513"/>
                  </a:lnTo>
                  <a:lnTo>
                    <a:pt x="3275635" y="689305"/>
                  </a:lnTo>
                  <a:lnTo>
                    <a:pt x="3254644" y="648577"/>
                  </a:lnTo>
                  <a:lnTo>
                    <a:pt x="3192006" y="520548"/>
                  </a:lnTo>
                  <a:lnTo>
                    <a:pt x="3180983" y="498789"/>
                  </a:lnTo>
                  <a:lnTo>
                    <a:pt x="3157895" y="455277"/>
                  </a:lnTo>
                  <a:lnTo>
                    <a:pt x="3133016" y="412050"/>
                  </a:lnTo>
                  <a:lnTo>
                    <a:pt x="3105866" y="369435"/>
                  </a:lnTo>
                  <a:lnTo>
                    <a:pt x="3075961" y="327760"/>
                  </a:lnTo>
                  <a:lnTo>
                    <a:pt x="3042822" y="287353"/>
                  </a:lnTo>
                  <a:lnTo>
                    <a:pt x="3005965" y="248543"/>
                  </a:lnTo>
                  <a:lnTo>
                    <a:pt x="2964910" y="211657"/>
                  </a:lnTo>
                  <a:lnTo>
                    <a:pt x="2919174" y="177024"/>
                  </a:lnTo>
                  <a:lnTo>
                    <a:pt x="2868277" y="144972"/>
                  </a:lnTo>
                  <a:lnTo>
                    <a:pt x="2811736" y="115829"/>
                  </a:lnTo>
                  <a:lnTo>
                    <a:pt x="2749071" y="89923"/>
                  </a:lnTo>
                  <a:lnTo>
                    <a:pt x="2679798" y="67582"/>
                  </a:lnTo>
                  <a:lnTo>
                    <a:pt x="2642534" y="57851"/>
                  </a:lnTo>
                  <a:lnTo>
                    <a:pt x="2603438" y="49135"/>
                  </a:lnTo>
                  <a:lnTo>
                    <a:pt x="2562449" y="41473"/>
                  </a:lnTo>
                  <a:lnTo>
                    <a:pt x="2519507" y="34909"/>
                  </a:lnTo>
                  <a:lnTo>
                    <a:pt x="2474552" y="29481"/>
                  </a:lnTo>
                  <a:lnTo>
                    <a:pt x="20789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960673" y="8376868"/>
              <a:ext cx="838200" cy="1036319"/>
            </a:xfrm>
            <a:custGeom>
              <a:avLst/>
              <a:gdLst/>
              <a:ahLst/>
              <a:cxnLst/>
              <a:rect l="l" t="t" r="r" b="b"/>
              <a:pathLst>
                <a:path w="838200" h="1036320">
                  <a:moveTo>
                    <a:pt x="590924" y="0"/>
                  </a:moveTo>
                  <a:lnTo>
                    <a:pt x="404615" y="744835"/>
                  </a:lnTo>
                  <a:lnTo>
                    <a:pt x="296514" y="525889"/>
                  </a:lnTo>
                  <a:lnTo>
                    <a:pt x="296514" y="810247"/>
                  </a:lnTo>
                  <a:lnTo>
                    <a:pt x="110310" y="699538"/>
                  </a:lnTo>
                  <a:lnTo>
                    <a:pt x="221846" y="895836"/>
                  </a:lnTo>
                  <a:lnTo>
                    <a:pt x="148080" y="904746"/>
                  </a:lnTo>
                  <a:lnTo>
                    <a:pt x="86725" y="916175"/>
                  </a:lnTo>
                  <a:lnTo>
                    <a:pt x="40069" y="929716"/>
                  </a:lnTo>
                  <a:lnTo>
                    <a:pt x="10398" y="944960"/>
                  </a:lnTo>
                  <a:lnTo>
                    <a:pt x="0" y="961499"/>
                  </a:lnTo>
                  <a:lnTo>
                    <a:pt x="6750" y="974871"/>
                  </a:lnTo>
                  <a:lnTo>
                    <a:pt x="57203" y="999043"/>
                  </a:lnTo>
                  <a:lnTo>
                    <a:pt x="98539" y="1009423"/>
                  </a:lnTo>
                  <a:lnTo>
                    <a:pt x="149037" y="1018386"/>
                  </a:lnTo>
                  <a:lnTo>
                    <a:pt x="207514" y="1025722"/>
                  </a:lnTo>
                  <a:lnTo>
                    <a:pt x="272786" y="1031222"/>
                  </a:lnTo>
                  <a:lnTo>
                    <a:pt x="343669" y="1034676"/>
                  </a:lnTo>
                  <a:lnTo>
                    <a:pt x="418982" y="1035874"/>
                  </a:lnTo>
                  <a:lnTo>
                    <a:pt x="494297" y="1034676"/>
                  </a:lnTo>
                  <a:lnTo>
                    <a:pt x="565183" y="1031222"/>
                  </a:lnTo>
                  <a:lnTo>
                    <a:pt x="630457" y="1025722"/>
                  </a:lnTo>
                  <a:lnTo>
                    <a:pt x="688934" y="1018386"/>
                  </a:lnTo>
                  <a:lnTo>
                    <a:pt x="739433" y="1009423"/>
                  </a:lnTo>
                  <a:lnTo>
                    <a:pt x="780770" y="999043"/>
                  </a:lnTo>
                  <a:lnTo>
                    <a:pt x="831224" y="974871"/>
                  </a:lnTo>
                  <a:lnTo>
                    <a:pt x="837974" y="961499"/>
                  </a:lnTo>
                  <a:lnTo>
                    <a:pt x="827884" y="945204"/>
                  </a:lnTo>
                  <a:lnTo>
                    <a:pt x="799071" y="930168"/>
                  </a:lnTo>
                  <a:lnTo>
                    <a:pt x="753721" y="916785"/>
                  </a:lnTo>
                  <a:lnTo>
                    <a:pt x="694018" y="905450"/>
                  </a:lnTo>
                  <a:lnTo>
                    <a:pt x="622148" y="896559"/>
                  </a:lnTo>
                  <a:lnTo>
                    <a:pt x="751945" y="661780"/>
                  </a:lnTo>
                  <a:lnTo>
                    <a:pt x="560694" y="780049"/>
                  </a:lnTo>
                  <a:lnTo>
                    <a:pt x="59092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2630231" y="5164227"/>
            <a:ext cx="1947545" cy="3703320"/>
            <a:chOff x="2630231" y="5164227"/>
            <a:chExt cx="1947545" cy="3703320"/>
          </a:xfrm>
        </p:grpSpPr>
        <p:sp>
          <p:nvSpPr>
            <p:cNvPr id="7" name="object 7" descr=""/>
            <p:cNvSpPr/>
            <p:nvPr/>
          </p:nvSpPr>
          <p:spPr>
            <a:xfrm>
              <a:off x="2630231" y="5164227"/>
              <a:ext cx="1947545" cy="2248535"/>
            </a:xfrm>
            <a:custGeom>
              <a:avLst/>
              <a:gdLst/>
              <a:ahLst/>
              <a:cxnLst/>
              <a:rect l="l" t="t" r="r" b="b"/>
              <a:pathLst>
                <a:path w="1947545" h="2248534">
                  <a:moveTo>
                    <a:pt x="788363" y="0"/>
                  </a:moveTo>
                  <a:lnTo>
                    <a:pt x="745105" y="1423"/>
                  </a:lnTo>
                  <a:lnTo>
                    <a:pt x="702457" y="5644"/>
                  </a:lnTo>
                  <a:lnTo>
                    <a:pt x="660479" y="12590"/>
                  </a:lnTo>
                  <a:lnTo>
                    <a:pt x="619231" y="22186"/>
                  </a:lnTo>
                  <a:lnTo>
                    <a:pt x="578774" y="34361"/>
                  </a:lnTo>
                  <a:lnTo>
                    <a:pt x="539167" y="49040"/>
                  </a:lnTo>
                  <a:lnTo>
                    <a:pt x="500471" y="66150"/>
                  </a:lnTo>
                  <a:lnTo>
                    <a:pt x="462746" y="85617"/>
                  </a:lnTo>
                  <a:lnTo>
                    <a:pt x="426051" y="107369"/>
                  </a:lnTo>
                  <a:lnTo>
                    <a:pt x="390447" y="131332"/>
                  </a:lnTo>
                  <a:lnTo>
                    <a:pt x="355994" y="157432"/>
                  </a:lnTo>
                  <a:lnTo>
                    <a:pt x="322752" y="185597"/>
                  </a:lnTo>
                  <a:lnTo>
                    <a:pt x="290782" y="215752"/>
                  </a:lnTo>
                  <a:lnTo>
                    <a:pt x="260142" y="247825"/>
                  </a:lnTo>
                  <a:lnTo>
                    <a:pt x="230894" y="281742"/>
                  </a:lnTo>
                  <a:lnTo>
                    <a:pt x="203098" y="317430"/>
                  </a:lnTo>
                  <a:lnTo>
                    <a:pt x="176813" y="354815"/>
                  </a:lnTo>
                  <a:lnTo>
                    <a:pt x="152099" y="393824"/>
                  </a:lnTo>
                  <a:lnTo>
                    <a:pt x="129017" y="434384"/>
                  </a:lnTo>
                  <a:lnTo>
                    <a:pt x="107627" y="476422"/>
                  </a:lnTo>
                  <a:lnTo>
                    <a:pt x="87989" y="519863"/>
                  </a:lnTo>
                  <a:lnTo>
                    <a:pt x="70163" y="564635"/>
                  </a:lnTo>
                  <a:lnTo>
                    <a:pt x="54210" y="610664"/>
                  </a:lnTo>
                  <a:lnTo>
                    <a:pt x="40188" y="657877"/>
                  </a:lnTo>
                  <a:lnTo>
                    <a:pt x="28158" y="706200"/>
                  </a:lnTo>
                  <a:lnTo>
                    <a:pt x="18181" y="755561"/>
                  </a:lnTo>
                  <a:lnTo>
                    <a:pt x="10317" y="805885"/>
                  </a:lnTo>
                  <a:lnTo>
                    <a:pt x="4625" y="857100"/>
                  </a:lnTo>
                  <a:lnTo>
                    <a:pt x="1166" y="909132"/>
                  </a:lnTo>
                  <a:lnTo>
                    <a:pt x="0" y="961907"/>
                  </a:lnTo>
                  <a:lnTo>
                    <a:pt x="1165" y="1014682"/>
                  </a:lnTo>
                  <a:lnTo>
                    <a:pt x="4623" y="1066713"/>
                  </a:lnTo>
                  <a:lnTo>
                    <a:pt x="10313" y="1117927"/>
                  </a:lnTo>
                  <a:lnTo>
                    <a:pt x="18175" y="1168250"/>
                  </a:lnTo>
                  <a:lnTo>
                    <a:pt x="28148" y="1217610"/>
                  </a:lnTo>
                  <a:lnTo>
                    <a:pt x="40174" y="1265933"/>
                  </a:lnTo>
                  <a:lnTo>
                    <a:pt x="54191" y="1313145"/>
                  </a:lnTo>
                  <a:lnTo>
                    <a:pt x="70140" y="1359174"/>
                  </a:lnTo>
                  <a:lnTo>
                    <a:pt x="87962" y="1403945"/>
                  </a:lnTo>
                  <a:lnTo>
                    <a:pt x="107595" y="1447386"/>
                  </a:lnTo>
                  <a:lnTo>
                    <a:pt x="128980" y="1489423"/>
                  </a:lnTo>
                  <a:lnTo>
                    <a:pt x="152057" y="1529982"/>
                  </a:lnTo>
                  <a:lnTo>
                    <a:pt x="176766" y="1568991"/>
                  </a:lnTo>
                  <a:lnTo>
                    <a:pt x="203047" y="1606376"/>
                  </a:lnTo>
                  <a:lnTo>
                    <a:pt x="230839" y="1642063"/>
                  </a:lnTo>
                  <a:lnTo>
                    <a:pt x="260084" y="1675980"/>
                  </a:lnTo>
                  <a:lnTo>
                    <a:pt x="290721" y="1708053"/>
                  </a:lnTo>
                  <a:lnTo>
                    <a:pt x="322689" y="1738208"/>
                  </a:lnTo>
                  <a:lnTo>
                    <a:pt x="355930" y="1766373"/>
                  </a:lnTo>
                  <a:lnTo>
                    <a:pt x="390382" y="1792473"/>
                  </a:lnTo>
                  <a:lnTo>
                    <a:pt x="425986" y="1816435"/>
                  </a:lnTo>
                  <a:lnTo>
                    <a:pt x="462683" y="1838187"/>
                  </a:lnTo>
                  <a:lnTo>
                    <a:pt x="500411" y="1857655"/>
                  </a:lnTo>
                  <a:lnTo>
                    <a:pt x="539111" y="1874765"/>
                  </a:lnTo>
                  <a:lnTo>
                    <a:pt x="578723" y="1889443"/>
                  </a:lnTo>
                  <a:lnTo>
                    <a:pt x="619187" y="1901618"/>
                  </a:lnTo>
                  <a:lnTo>
                    <a:pt x="660443" y="1911215"/>
                  </a:lnTo>
                  <a:lnTo>
                    <a:pt x="702431" y="1918160"/>
                  </a:lnTo>
                  <a:lnTo>
                    <a:pt x="745091" y="1922381"/>
                  </a:lnTo>
                  <a:lnTo>
                    <a:pt x="788363" y="1923805"/>
                  </a:lnTo>
                  <a:lnTo>
                    <a:pt x="839704" y="1921777"/>
                  </a:lnTo>
                  <a:lnTo>
                    <a:pt x="890618" y="1915773"/>
                  </a:lnTo>
                  <a:lnTo>
                    <a:pt x="940873" y="1905839"/>
                  </a:lnTo>
                  <a:lnTo>
                    <a:pt x="990241" y="1892020"/>
                  </a:lnTo>
                  <a:lnTo>
                    <a:pt x="1038491" y="1874361"/>
                  </a:lnTo>
                  <a:lnTo>
                    <a:pt x="1049427" y="1919865"/>
                  </a:lnTo>
                  <a:lnTo>
                    <a:pt x="1064656" y="1963330"/>
                  </a:lnTo>
                  <a:lnTo>
                    <a:pt x="1083921" y="2004542"/>
                  </a:lnTo>
                  <a:lnTo>
                    <a:pt x="1106967" y="2043289"/>
                  </a:lnTo>
                  <a:lnTo>
                    <a:pt x="1133536" y="2079357"/>
                  </a:lnTo>
                  <a:lnTo>
                    <a:pt x="1163372" y="2112535"/>
                  </a:lnTo>
                  <a:lnTo>
                    <a:pt x="1196218" y="2142608"/>
                  </a:lnTo>
                  <a:lnTo>
                    <a:pt x="1231819" y="2169365"/>
                  </a:lnTo>
                  <a:lnTo>
                    <a:pt x="1269916" y="2192591"/>
                  </a:lnTo>
                  <a:lnTo>
                    <a:pt x="1310255" y="2212074"/>
                  </a:lnTo>
                  <a:lnTo>
                    <a:pt x="1352578" y="2227602"/>
                  </a:lnTo>
                  <a:lnTo>
                    <a:pt x="1396628" y="2238960"/>
                  </a:lnTo>
                  <a:lnTo>
                    <a:pt x="1442150" y="2245937"/>
                  </a:lnTo>
                  <a:lnTo>
                    <a:pt x="1488886" y="2248318"/>
                  </a:lnTo>
                  <a:lnTo>
                    <a:pt x="1535753" y="2245966"/>
                  </a:lnTo>
                  <a:lnTo>
                    <a:pt x="1581268" y="2239033"/>
                  </a:lnTo>
                  <a:lnTo>
                    <a:pt x="1625199" y="2227751"/>
                  </a:lnTo>
                  <a:lnTo>
                    <a:pt x="1667318" y="2212350"/>
                  </a:lnTo>
                  <a:lnTo>
                    <a:pt x="1707392" y="2193060"/>
                  </a:lnTo>
                  <a:lnTo>
                    <a:pt x="1745192" y="2170111"/>
                  </a:lnTo>
                  <a:lnTo>
                    <a:pt x="1780487" y="2143735"/>
                  </a:lnTo>
                  <a:lnTo>
                    <a:pt x="1813046" y="2114160"/>
                  </a:lnTo>
                  <a:lnTo>
                    <a:pt x="1842640" y="2081618"/>
                  </a:lnTo>
                  <a:lnTo>
                    <a:pt x="1869038" y="2046339"/>
                  </a:lnTo>
                  <a:lnTo>
                    <a:pt x="1892009" y="2008553"/>
                  </a:lnTo>
                  <a:lnTo>
                    <a:pt x="1911323" y="1968491"/>
                  </a:lnTo>
                  <a:lnTo>
                    <a:pt x="1926749" y="1926382"/>
                  </a:lnTo>
                  <a:lnTo>
                    <a:pt x="1938056" y="1882457"/>
                  </a:lnTo>
                  <a:lnTo>
                    <a:pt x="1945016" y="1836947"/>
                  </a:lnTo>
                  <a:lnTo>
                    <a:pt x="1947396" y="1790081"/>
                  </a:lnTo>
                  <a:lnTo>
                    <a:pt x="1944935" y="1742139"/>
                  </a:lnTo>
                  <a:lnTo>
                    <a:pt x="1937669" y="1695574"/>
                  </a:lnTo>
                  <a:lnTo>
                    <a:pt x="1925839" y="1650644"/>
                  </a:lnTo>
                  <a:lnTo>
                    <a:pt x="1909687" y="1607604"/>
                  </a:lnTo>
                  <a:lnTo>
                    <a:pt x="1889456" y="1566712"/>
                  </a:lnTo>
                  <a:lnTo>
                    <a:pt x="1865388" y="1528224"/>
                  </a:lnTo>
                  <a:lnTo>
                    <a:pt x="1837724" y="1492397"/>
                  </a:lnTo>
                  <a:lnTo>
                    <a:pt x="1806707" y="1459488"/>
                  </a:lnTo>
                  <a:lnTo>
                    <a:pt x="1772578" y="1429754"/>
                  </a:lnTo>
                  <a:lnTo>
                    <a:pt x="1735581" y="1403452"/>
                  </a:lnTo>
                  <a:lnTo>
                    <a:pt x="1695956" y="1380838"/>
                  </a:lnTo>
                  <a:lnTo>
                    <a:pt x="1653946" y="1362168"/>
                  </a:lnTo>
                  <a:lnTo>
                    <a:pt x="1609793" y="1347701"/>
                  </a:lnTo>
                  <a:lnTo>
                    <a:pt x="1563739" y="1337692"/>
                  </a:lnTo>
                  <a:lnTo>
                    <a:pt x="1516027" y="1332399"/>
                  </a:lnTo>
                  <a:lnTo>
                    <a:pt x="1532145" y="1280919"/>
                  </a:lnTo>
                  <a:lnTo>
                    <a:pt x="1545803" y="1228808"/>
                  </a:lnTo>
                  <a:lnTo>
                    <a:pt x="1556987" y="1176156"/>
                  </a:lnTo>
                  <a:lnTo>
                    <a:pt x="1565681" y="1123051"/>
                  </a:lnTo>
                  <a:lnTo>
                    <a:pt x="1571871" y="1069582"/>
                  </a:lnTo>
                  <a:lnTo>
                    <a:pt x="1575544" y="1015838"/>
                  </a:lnTo>
                  <a:lnTo>
                    <a:pt x="1576684" y="961907"/>
                  </a:lnTo>
                  <a:lnTo>
                    <a:pt x="1575518" y="909132"/>
                  </a:lnTo>
                  <a:lnTo>
                    <a:pt x="1572059" y="857100"/>
                  </a:lnTo>
                  <a:lnTo>
                    <a:pt x="1566368" y="805885"/>
                  </a:lnTo>
                  <a:lnTo>
                    <a:pt x="1558505" y="755561"/>
                  </a:lnTo>
                  <a:lnTo>
                    <a:pt x="1548529" y="706200"/>
                  </a:lnTo>
                  <a:lnTo>
                    <a:pt x="1536500" y="657877"/>
                  </a:lnTo>
                  <a:lnTo>
                    <a:pt x="1522480" y="610664"/>
                  </a:lnTo>
                  <a:lnTo>
                    <a:pt x="1506528" y="564635"/>
                  </a:lnTo>
                  <a:lnTo>
                    <a:pt x="1488704" y="519863"/>
                  </a:lnTo>
                  <a:lnTo>
                    <a:pt x="1469067" y="476422"/>
                  </a:lnTo>
                  <a:lnTo>
                    <a:pt x="1447679" y="434384"/>
                  </a:lnTo>
                  <a:lnTo>
                    <a:pt x="1424600" y="393824"/>
                  </a:lnTo>
                  <a:lnTo>
                    <a:pt x="1399888" y="354815"/>
                  </a:lnTo>
                  <a:lnTo>
                    <a:pt x="1373605" y="317430"/>
                  </a:lnTo>
                  <a:lnTo>
                    <a:pt x="1345811" y="281742"/>
                  </a:lnTo>
                  <a:lnTo>
                    <a:pt x="1316565" y="247825"/>
                  </a:lnTo>
                  <a:lnTo>
                    <a:pt x="1285927" y="215752"/>
                  </a:lnTo>
                  <a:lnTo>
                    <a:pt x="1253959" y="185597"/>
                  </a:lnTo>
                  <a:lnTo>
                    <a:pt x="1220719" y="157432"/>
                  </a:lnTo>
                  <a:lnTo>
                    <a:pt x="1186268" y="131332"/>
                  </a:lnTo>
                  <a:lnTo>
                    <a:pt x="1150666" y="107369"/>
                  </a:lnTo>
                  <a:lnTo>
                    <a:pt x="1113973" y="85617"/>
                  </a:lnTo>
                  <a:lnTo>
                    <a:pt x="1076249" y="66150"/>
                  </a:lnTo>
                  <a:lnTo>
                    <a:pt x="1037554" y="49040"/>
                  </a:lnTo>
                  <a:lnTo>
                    <a:pt x="997949" y="34361"/>
                  </a:lnTo>
                  <a:lnTo>
                    <a:pt x="957493" y="22186"/>
                  </a:lnTo>
                  <a:lnTo>
                    <a:pt x="916246" y="12590"/>
                  </a:lnTo>
                  <a:lnTo>
                    <a:pt x="874269" y="5644"/>
                  </a:lnTo>
                  <a:lnTo>
                    <a:pt x="831621" y="1423"/>
                  </a:lnTo>
                  <a:lnTo>
                    <a:pt x="788363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921706" y="7382735"/>
              <a:ext cx="664845" cy="624840"/>
            </a:xfrm>
            <a:custGeom>
              <a:avLst/>
              <a:gdLst/>
              <a:ahLst/>
              <a:cxnLst/>
              <a:rect l="l" t="t" r="r" b="b"/>
              <a:pathLst>
                <a:path w="664845" h="624840">
                  <a:moveTo>
                    <a:pt x="332419" y="0"/>
                  </a:moveTo>
                  <a:lnTo>
                    <a:pt x="283297" y="3387"/>
                  </a:lnTo>
                  <a:lnTo>
                    <a:pt x="236413" y="13227"/>
                  </a:lnTo>
                  <a:lnTo>
                    <a:pt x="192281" y="29036"/>
                  </a:lnTo>
                  <a:lnTo>
                    <a:pt x="151415" y="50331"/>
                  </a:lnTo>
                  <a:lnTo>
                    <a:pt x="114329" y="76629"/>
                  </a:lnTo>
                  <a:lnTo>
                    <a:pt x="81538" y="107447"/>
                  </a:lnTo>
                  <a:lnTo>
                    <a:pt x="53555" y="142301"/>
                  </a:lnTo>
                  <a:lnTo>
                    <a:pt x="30896" y="180709"/>
                  </a:lnTo>
                  <a:lnTo>
                    <a:pt x="14074" y="222187"/>
                  </a:lnTo>
                  <a:lnTo>
                    <a:pt x="3604" y="266251"/>
                  </a:lnTo>
                  <a:lnTo>
                    <a:pt x="0" y="312419"/>
                  </a:lnTo>
                  <a:lnTo>
                    <a:pt x="3604" y="358585"/>
                  </a:lnTo>
                  <a:lnTo>
                    <a:pt x="14074" y="402648"/>
                  </a:lnTo>
                  <a:lnTo>
                    <a:pt x="30896" y="444125"/>
                  </a:lnTo>
                  <a:lnTo>
                    <a:pt x="53555" y="482533"/>
                  </a:lnTo>
                  <a:lnTo>
                    <a:pt x="81538" y="517387"/>
                  </a:lnTo>
                  <a:lnTo>
                    <a:pt x="114329" y="548206"/>
                  </a:lnTo>
                  <a:lnTo>
                    <a:pt x="151415" y="574505"/>
                  </a:lnTo>
                  <a:lnTo>
                    <a:pt x="192281" y="595801"/>
                  </a:lnTo>
                  <a:lnTo>
                    <a:pt x="236413" y="611611"/>
                  </a:lnTo>
                  <a:lnTo>
                    <a:pt x="283297" y="621452"/>
                  </a:lnTo>
                  <a:lnTo>
                    <a:pt x="332419" y="624839"/>
                  </a:lnTo>
                  <a:lnTo>
                    <a:pt x="381540" y="621452"/>
                  </a:lnTo>
                  <a:lnTo>
                    <a:pt x="428424" y="611611"/>
                  </a:lnTo>
                  <a:lnTo>
                    <a:pt x="472557" y="595801"/>
                  </a:lnTo>
                  <a:lnTo>
                    <a:pt x="513423" y="574505"/>
                  </a:lnTo>
                  <a:lnTo>
                    <a:pt x="550508" y="548206"/>
                  </a:lnTo>
                  <a:lnTo>
                    <a:pt x="583300" y="517387"/>
                  </a:lnTo>
                  <a:lnTo>
                    <a:pt x="611282" y="482533"/>
                  </a:lnTo>
                  <a:lnTo>
                    <a:pt x="633941" y="444125"/>
                  </a:lnTo>
                  <a:lnTo>
                    <a:pt x="650763" y="402648"/>
                  </a:lnTo>
                  <a:lnTo>
                    <a:pt x="661234" y="358585"/>
                  </a:lnTo>
                  <a:lnTo>
                    <a:pt x="664838" y="312419"/>
                  </a:lnTo>
                  <a:lnTo>
                    <a:pt x="661234" y="266251"/>
                  </a:lnTo>
                  <a:lnTo>
                    <a:pt x="650763" y="222187"/>
                  </a:lnTo>
                  <a:lnTo>
                    <a:pt x="633941" y="180709"/>
                  </a:lnTo>
                  <a:lnTo>
                    <a:pt x="611282" y="142301"/>
                  </a:lnTo>
                  <a:lnTo>
                    <a:pt x="583300" y="107447"/>
                  </a:lnTo>
                  <a:lnTo>
                    <a:pt x="550508" y="76629"/>
                  </a:lnTo>
                  <a:lnTo>
                    <a:pt x="513423" y="50331"/>
                  </a:lnTo>
                  <a:lnTo>
                    <a:pt x="472557" y="29036"/>
                  </a:lnTo>
                  <a:lnTo>
                    <a:pt x="428424" y="13227"/>
                  </a:lnTo>
                  <a:lnTo>
                    <a:pt x="381540" y="3387"/>
                  </a:lnTo>
                  <a:lnTo>
                    <a:pt x="332419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7716" y="6235750"/>
              <a:ext cx="209145" cy="20914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418484" y="5756325"/>
              <a:ext cx="0" cy="3110865"/>
            </a:xfrm>
            <a:custGeom>
              <a:avLst/>
              <a:gdLst/>
              <a:ahLst/>
              <a:cxnLst/>
              <a:rect l="l" t="t" r="r" b="b"/>
              <a:pathLst>
                <a:path w="0" h="3110865">
                  <a:moveTo>
                    <a:pt x="0" y="0"/>
                  </a:moveTo>
                  <a:lnTo>
                    <a:pt x="0" y="3110742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99533" y="5650625"/>
              <a:ext cx="219075" cy="580390"/>
            </a:xfrm>
            <a:custGeom>
              <a:avLst/>
              <a:gdLst/>
              <a:ahLst/>
              <a:cxnLst/>
              <a:rect l="l" t="t" r="r" b="b"/>
              <a:pathLst>
                <a:path w="219075" h="580389">
                  <a:moveTo>
                    <a:pt x="0" y="0"/>
                  </a:moveTo>
                  <a:lnTo>
                    <a:pt x="0" y="361203"/>
                  </a:lnTo>
                  <a:lnTo>
                    <a:pt x="5862" y="405133"/>
                  </a:lnTo>
                  <a:lnTo>
                    <a:pt x="22483" y="444617"/>
                  </a:lnTo>
                  <a:lnTo>
                    <a:pt x="48290" y="478080"/>
                  </a:lnTo>
                  <a:lnTo>
                    <a:pt x="81708" y="503946"/>
                  </a:lnTo>
                  <a:lnTo>
                    <a:pt x="121164" y="520638"/>
                  </a:lnTo>
                  <a:lnTo>
                    <a:pt x="165083" y="526580"/>
                  </a:lnTo>
                  <a:lnTo>
                    <a:pt x="186104" y="530800"/>
                  </a:lnTo>
                  <a:lnTo>
                    <a:pt x="203187" y="542310"/>
                  </a:lnTo>
                  <a:lnTo>
                    <a:pt x="214710" y="559384"/>
                  </a:lnTo>
                  <a:lnTo>
                    <a:pt x="218946" y="580296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52638" y="7671813"/>
              <a:ext cx="165735" cy="526415"/>
            </a:xfrm>
            <a:custGeom>
              <a:avLst/>
              <a:gdLst/>
              <a:ahLst/>
              <a:cxnLst/>
              <a:rect l="l" t="t" r="r" b="b"/>
              <a:pathLst>
                <a:path w="165735" h="526415">
                  <a:moveTo>
                    <a:pt x="0" y="0"/>
                  </a:moveTo>
                  <a:lnTo>
                    <a:pt x="0" y="361203"/>
                  </a:lnTo>
                  <a:lnTo>
                    <a:pt x="5889" y="405109"/>
                  </a:lnTo>
                  <a:lnTo>
                    <a:pt x="22529" y="444564"/>
                  </a:lnTo>
                  <a:lnTo>
                    <a:pt x="48345" y="477994"/>
                  </a:lnTo>
                  <a:lnTo>
                    <a:pt x="81764" y="503825"/>
                  </a:lnTo>
                  <a:lnTo>
                    <a:pt x="121212" y="520483"/>
                  </a:lnTo>
                  <a:lnTo>
                    <a:pt x="165115" y="526392"/>
                  </a:lnTo>
                  <a:lnTo>
                    <a:pt x="165261" y="526392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18484" y="5733235"/>
              <a:ext cx="176530" cy="287655"/>
            </a:xfrm>
            <a:custGeom>
              <a:avLst/>
              <a:gdLst/>
              <a:ahLst/>
              <a:cxnLst/>
              <a:rect l="l" t="t" r="r" b="b"/>
              <a:pathLst>
                <a:path w="176529" h="287654">
                  <a:moveTo>
                    <a:pt x="0" y="287195"/>
                  </a:moveTo>
                  <a:lnTo>
                    <a:pt x="5522" y="232399"/>
                  </a:lnTo>
                  <a:lnTo>
                    <a:pt x="21661" y="180303"/>
                  </a:lnTo>
                  <a:lnTo>
                    <a:pt x="47778" y="132424"/>
                  </a:lnTo>
                  <a:lnTo>
                    <a:pt x="83233" y="90279"/>
                  </a:lnTo>
                  <a:lnTo>
                    <a:pt x="176120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18482" y="6600583"/>
              <a:ext cx="346075" cy="515620"/>
            </a:xfrm>
            <a:custGeom>
              <a:avLst/>
              <a:gdLst/>
              <a:ahLst/>
              <a:cxnLst/>
              <a:rect l="l" t="t" r="r" b="b"/>
              <a:pathLst>
                <a:path w="346075" h="515620">
                  <a:moveTo>
                    <a:pt x="345560" y="0"/>
                  </a:moveTo>
                  <a:lnTo>
                    <a:pt x="189837" y="123200"/>
                  </a:lnTo>
                  <a:lnTo>
                    <a:pt x="151745" y="156614"/>
                  </a:lnTo>
                  <a:lnTo>
                    <a:pt x="117519" y="193364"/>
                  </a:lnTo>
                  <a:lnTo>
                    <a:pt x="87325" y="233112"/>
                  </a:lnTo>
                  <a:lnTo>
                    <a:pt x="61326" y="275517"/>
                  </a:lnTo>
                  <a:lnTo>
                    <a:pt x="39686" y="320242"/>
                  </a:lnTo>
                  <a:lnTo>
                    <a:pt x="22569" y="366946"/>
                  </a:lnTo>
                  <a:lnTo>
                    <a:pt x="10140" y="415290"/>
                  </a:lnTo>
                  <a:lnTo>
                    <a:pt x="2562" y="464936"/>
                  </a:lnTo>
                  <a:lnTo>
                    <a:pt x="0" y="515544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18484" y="6973072"/>
              <a:ext cx="598805" cy="914400"/>
            </a:xfrm>
            <a:custGeom>
              <a:avLst/>
              <a:gdLst/>
              <a:ahLst/>
              <a:cxnLst/>
              <a:rect l="l" t="t" r="r" b="b"/>
              <a:pathLst>
                <a:path w="598804" h="914400">
                  <a:moveTo>
                    <a:pt x="0" y="914097"/>
                  </a:moveTo>
                  <a:lnTo>
                    <a:pt x="5560" y="865826"/>
                  </a:lnTo>
                  <a:lnTo>
                    <a:pt x="21398" y="821514"/>
                  </a:lnTo>
                  <a:lnTo>
                    <a:pt x="46251" y="782424"/>
                  </a:lnTo>
                  <a:lnTo>
                    <a:pt x="78854" y="749821"/>
                  </a:lnTo>
                  <a:lnTo>
                    <a:pt x="117943" y="724968"/>
                  </a:lnTo>
                  <a:lnTo>
                    <a:pt x="162256" y="709130"/>
                  </a:lnTo>
                  <a:lnTo>
                    <a:pt x="210527" y="703570"/>
                  </a:lnTo>
                  <a:lnTo>
                    <a:pt x="249259" y="703570"/>
                  </a:lnTo>
                  <a:lnTo>
                    <a:pt x="296686" y="700384"/>
                  </a:lnTo>
                  <a:lnTo>
                    <a:pt x="342175" y="691095"/>
                  </a:lnTo>
                  <a:lnTo>
                    <a:pt x="385308" y="676118"/>
                  </a:lnTo>
                  <a:lnTo>
                    <a:pt x="425670" y="655870"/>
                  </a:lnTo>
                  <a:lnTo>
                    <a:pt x="462843" y="630767"/>
                  </a:lnTo>
                  <a:lnTo>
                    <a:pt x="496412" y="601226"/>
                  </a:lnTo>
                  <a:lnTo>
                    <a:pt x="525960" y="567663"/>
                  </a:lnTo>
                  <a:lnTo>
                    <a:pt x="551071" y="530494"/>
                  </a:lnTo>
                  <a:lnTo>
                    <a:pt x="571327" y="490137"/>
                  </a:lnTo>
                  <a:lnTo>
                    <a:pt x="586314" y="447007"/>
                  </a:lnTo>
                  <a:lnTo>
                    <a:pt x="595613" y="401520"/>
                  </a:lnTo>
                  <a:lnTo>
                    <a:pt x="598808" y="354093"/>
                  </a:lnTo>
                  <a:lnTo>
                    <a:pt x="598808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17335" y="7068610"/>
              <a:ext cx="219710" cy="245745"/>
            </a:xfrm>
            <a:custGeom>
              <a:avLst/>
              <a:gdLst/>
              <a:ahLst/>
              <a:cxnLst/>
              <a:rect l="l" t="t" r="r" b="b"/>
              <a:pathLst>
                <a:path w="219710" h="245745">
                  <a:moveTo>
                    <a:pt x="219417" y="0"/>
                  </a:moveTo>
                  <a:lnTo>
                    <a:pt x="219417" y="59998"/>
                  </a:lnTo>
                  <a:lnTo>
                    <a:pt x="212135" y="96069"/>
                  </a:lnTo>
                  <a:lnTo>
                    <a:pt x="192276" y="125524"/>
                  </a:lnTo>
                  <a:lnTo>
                    <a:pt x="162821" y="145383"/>
                  </a:lnTo>
                  <a:lnTo>
                    <a:pt x="126750" y="152665"/>
                  </a:lnTo>
                  <a:lnTo>
                    <a:pt x="92698" y="152665"/>
                  </a:lnTo>
                  <a:lnTo>
                    <a:pt x="56613" y="159950"/>
                  </a:lnTo>
                  <a:lnTo>
                    <a:pt x="27148" y="179819"/>
                  </a:lnTo>
                  <a:lnTo>
                    <a:pt x="7283" y="209287"/>
                  </a:lnTo>
                  <a:lnTo>
                    <a:pt x="0" y="245374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05103" y="6731404"/>
              <a:ext cx="127635" cy="283210"/>
            </a:xfrm>
            <a:custGeom>
              <a:avLst/>
              <a:gdLst/>
              <a:ahLst/>
              <a:cxnLst/>
              <a:rect l="l" t="t" r="r" b="b"/>
              <a:pathLst>
                <a:path w="127635" h="283209">
                  <a:moveTo>
                    <a:pt x="36794" y="0"/>
                  </a:moveTo>
                  <a:lnTo>
                    <a:pt x="3305" y="104940"/>
                  </a:lnTo>
                  <a:lnTo>
                    <a:pt x="0" y="169412"/>
                  </a:lnTo>
                  <a:lnTo>
                    <a:pt x="33949" y="219958"/>
                  </a:lnTo>
                  <a:lnTo>
                    <a:pt x="112226" y="283122"/>
                  </a:lnTo>
                  <a:lnTo>
                    <a:pt x="127444" y="211188"/>
                  </a:lnTo>
                  <a:lnTo>
                    <a:pt x="124211" y="148869"/>
                  </a:lnTo>
                  <a:lnTo>
                    <a:pt x="108399" y="96695"/>
                  </a:lnTo>
                  <a:lnTo>
                    <a:pt x="85879" y="55193"/>
                  </a:lnTo>
                  <a:lnTo>
                    <a:pt x="62524" y="24891"/>
                  </a:lnTo>
                  <a:lnTo>
                    <a:pt x="3679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6718" y="6872726"/>
              <a:ext cx="282469" cy="30629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8867" y="6532124"/>
              <a:ext cx="201742" cy="15956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0117" y="7129807"/>
              <a:ext cx="239563" cy="14648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0588" y="7718995"/>
              <a:ext cx="145189" cy="14280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996893" y="7502392"/>
              <a:ext cx="269240" cy="125730"/>
            </a:xfrm>
            <a:custGeom>
              <a:avLst/>
              <a:gdLst/>
              <a:ahLst/>
              <a:cxnLst/>
              <a:rect l="l" t="t" r="r" b="b"/>
              <a:pathLst>
                <a:path w="269239" h="125729">
                  <a:moveTo>
                    <a:pt x="142673" y="0"/>
                  </a:moveTo>
                  <a:lnTo>
                    <a:pt x="59605" y="13982"/>
                  </a:lnTo>
                  <a:lnTo>
                    <a:pt x="13950" y="42517"/>
                  </a:lnTo>
                  <a:lnTo>
                    <a:pt x="0" y="58133"/>
                  </a:lnTo>
                  <a:lnTo>
                    <a:pt x="81358" y="111154"/>
                  </a:lnTo>
                  <a:lnTo>
                    <a:pt x="136484" y="125693"/>
                  </a:lnTo>
                  <a:lnTo>
                    <a:pt x="190583" y="98929"/>
                  </a:lnTo>
                  <a:lnTo>
                    <a:pt x="268860" y="28039"/>
                  </a:lnTo>
                  <a:lnTo>
                    <a:pt x="14267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31189" y="6352023"/>
              <a:ext cx="216694" cy="16365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1715" y="5650628"/>
              <a:ext cx="179981" cy="17288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179088" y="5499630"/>
              <a:ext cx="126364" cy="313690"/>
            </a:xfrm>
            <a:custGeom>
              <a:avLst/>
              <a:gdLst/>
              <a:ahLst/>
              <a:cxnLst/>
              <a:rect l="l" t="t" r="r" b="b"/>
              <a:pathLst>
                <a:path w="126364" h="313689">
                  <a:moveTo>
                    <a:pt x="33042" y="0"/>
                  </a:moveTo>
                  <a:lnTo>
                    <a:pt x="9244" y="43827"/>
                  </a:lnTo>
                  <a:lnTo>
                    <a:pt x="0" y="91074"/>
                  </a:lnTo>
                  <a:lnTo>
                    <a:pt x="4127" y="171114"/>
                  </a:lnTo>
                  <a:lnTo>
                    <a:pt x="20445" y="313320"/>
                  </a:lnTo>
                  <a:lnTo>
                    <a:pt x="98553" y="193042"/>
                  </a:lnTo>
                  <a:lnTo>
                    <a:pt x="125901" y="120311"/>
                  </a:lnTo>
                  <a:lnTo>
                    <a:pt x="103671" y="65755"/>
                  </a:lnTo>
                  <a:lnTo>
                    <a:pt x="3304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0471" y="5650628"/>
              <a:ext cx="149733" cy="172884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3948091" y="2134854"/>
            <a:ext cx="5755005" cy="1678305"/>
          </a:xfrm>
          <a:custGeom>
            <a:avLst/>
            <a:gdLst/>
            <a:ahLst/>
            <a:cxnLst/>
            <a:rect l="l" t="t" r="r" b="b"/>
            <a:pathLst>
              <a:path w="5755005" h="1678304">
                <a:moveTo>
                  <a:pt x="3044807" y="0"/>
                </a:moveTo>
                <a:lnTo>
                  <a:pt x="2991172" y="1067"/>
                </a:lnTo>
                <a:lnTo>
                  <a:pt x="2938221" y="4236"/>
                </a:lnTo>
                <a:lnTo>
                  <a:pt x="2886017" y="9456"/>
                </a:lnTo>
                <a:lnTo>
                  <a:pt x="2834623" y="16677"/>
                </a:lnTo>
                <a:lnTo>
                  <a:pt x="2784100" y="25848"/>
                </a:lnTo>
                <a:lnTo>
                  <a:pt x="2734511" y="36919"/>
                </a:lnTo>
                <a:lnTo>
                  <a:pt x="2685918" y="49840"/>
                </a:lnTo>
                <a:lnTo>
                  <a:pt x="2638385" y="64560"/>
                </a:lnTo>
                <a:lnTo>
                  <a:pt x="2591973" y="81030"/>
                </a:lnTo>
                <a:lnTo>
                  <a:pt x="2546745" y="99198"/>
                </a:lnTo>
                <a:lnTo>
                  <a:pt x="2502763" y="119014"/>
                </a:lnTo>
                <a:lnTo>
                  <a:pt x="2460090" y="140428"/>
                </a:lnTo>
                <a:lnTo>
                  <a:pt x="2418789" y="163390"/>
                </a:lnTo>
                <a:lnTo>
                  <a:pt x="2378921" y="187850"/>
                </a:lnTo>
                <a:lnTo>
                  <a:pt x="2340549" y="213756"/>
                </a:lnTo>
                <a:lnTo>
                  <a:pt x="2303735" y="241059"/>
                </a:lnTo>
                <a:lnTo>
                  <a:pt x="2268543" y="269708"/>
                </a:lnTo>
                <a:lnTo>
                  <a:pt x="2235034" y="299654"/>
                </a:lnTo>
                <a:lnTo>
                  <a:pt x="2203271" y="330844"/>
                </a:lnTo>
                <a:lnTo>
                  <a:pt x="2173316" y="363231"/>
                </a:lnTo>
                <a:lnTo>
                  <a:pt x="2145232" y="396762"/>
                </a:lnTo>
                <a:lnTo>
                  <a:pt x="2119082" y="431387"/>
                </a:lnTo>
                <a:lnTo>
                  <a:pt x="2094927" y="467057"/>
                </a:lnTo>
                <a:lnTo>
                  <a:pt x="2072830" y="503721"/>
                </a:lnTo>
                <a:lnTo>
                  <a:pt x="2052853" y="541329"/>
                </a:lnTo>
                <a:lnTo>
                  <a:pt x="2035060" y="579829"/>
                </a:lnTo>
                <a:lnTo>
                  <a:pt x="2019512" y="619173"/>
                </a:lnTo>
                <a:lnTo>
                  <a:pt x="2006272" y="659309"/>
                </a:lnTo>
                <a:lnTo>
                  <a:pt x="1995402" y="700187"/>
                </a:lnTo>
                <a:lnTo>
                  <a:pt x="1986965" y="741757"/>
                </a:lnTo>
                <a:lnTo>
                  <a:pt x="1943954" y="716370"/>
                </a:lnTo>
                <a:lnTo>
                  <a:pt x="1899580" y="693835"/>
                </a:lnTo>
                <a:lnTo>
                  <a:pt x="1853985" y="674192"/>
                </a:lnTo>
                <a:lnTo>
                  <a:pt x="1807313" y="657482"/>
                </a:lnTo>
                <a:lnTo>
                  <a:pt x="1759705" y="643747"/>
                </a:lnTo>
                <a:lnTo>
                  <a:pt x="1711305" y="633027"/>
                </a:lnTo>
                <a:lnTo>
                  <a:pt x="1662255" y="625364"/>
                </a:lnTo>
                <a:lnTo>
                  <a:pt x="1612699" y="620799"/>
                </a:lnTo>
                <a:lnTo>
                  <a:pt x="1562779" y="619373"/>
                </a:lnTo>
                <a:lnTo>
                  <a:pt x="1512329" y="620934"/>
                </a:lnTo>
                <a:lnTo>
                  <a:pt x="1462757" y="625550"/>
                </a:lnTo>
                <a:lnTo>
                  <a:pt x="1414167" y="633124"/>
                </a:lnTo>
                <a:lnTo>
                  <a:pt x="1366661" y="643559"/>
                </a:lnTo>
                <a:lnTo>
                  <a:pt x="1320341" y="656759"/>
                </a:lnTo>
                <a:lnTo>
                  <a:pt x="1275312" y="672624"/>
                </a:lnTo>
                <a:lnTo>
                  <a:pt x="1231675" y="691059"/>
                </a:lnTo>
                <a:lnTo>
                  <a:pt x="1189532" y="711965"/>
                </a:lnTo>
                <a:lnTo>
                  <a:pt x="1148988" y="735246"/>
                </a:lnTo>
                <a:lnTo>
                  <a:pt x="1110143" y="760803"/>
                </a:lnTo>
                <a:lnTo>
                  <a:pt x="1073102" y="788541"/>
                </a:lnTo>
                <a:lnTo>
                  <a:pt x="1037967" y="818361"/>
                </a:lnTo>
                <a:lnTo>
                  <a:pt x="1004839" y="850166"/>
                </a:lnTo>
                <a:lnTo>
                  <a:pt x="973823" y="883858"/>
                </a:lnTo>
                <a:lnTo>
                  <a:pt x="945021" y="919341"/>
                </a:lnTo>
                <a:lnTo>
                  <a:pt x="918535" y="956517"/>
                </a:lnTo>
                <a:lnTo>
                  <a:pt x="894468" y="995289"/>
                </a:lnTo>
                <a:lnTo>
                  <a:pt x="872923" y="1035559"/>
                </a:lnTo>
                <a:lnTo>
                  <a:pt x="854003" y="1077230"/>
                </a:lnTo>
                <a:lnTo>
                  <a:pt x="837810" y="1120205"/>
                </a:lnTo>
                <a:lnTo>
                  <a:pt x="824446" y="1164387"/>
                </a:lnTo>
                <a:lnTo>
                  <a:pt x="814016" y="1209677"/>
                </a:lnTo>
                <a:lnTo>
                  <a:pt x="806620" y="1255979"/>
                </a:lnTo>
                <a:lnTo>
                  <a:pt x="802363" y="1303195"/>
                </a:lnTo>
                <a:lnTo>
                  <a:pt x="757507" y="1279836"/>
                </a:lnTo>
                <a:lnTo>
                  <a:pt x="710940" y="1260614"/>
                </a:lnTo>
                <a:lnTo>
                  <a:pt x="662949" y="1245604"/>
                </a:lnTo>
                <a:lnTo>
                  <a:pt x="613821" y="1234883"/>
                </a:lnTo>
                <a:lnTo>
                  <a:pt x="563844" y="1228527"/>
                </a:lnTo>
                <a:lnTo>
                  <a:pt x="513303" y="1226611"/>
                </a:lnTo>
                <a:lnTo>
                  <a:pt x="460831" y="1228874"/>
                </a:lnTo>
                <a:lnTo>
                  <a:pt x="409873" y="1235555"/>
                </a:lnTo>
                <a:lnTo>
                  <a:pt x="360686" y="1246435"/>
                </a:lnTo>
                <a:lnTo>
                  <a:pt x="313529" y="1261290"/>
                </a:lnTo>
                <a:lnTo>
                  <a:pt x="268661" y="1279898"/>
                </a:lnTo>
                <a:lnTo>
                  <a:pt x="226338" y="1302038"/>
                </a:lnTo>
                <a:lnTo>
                  <a:pt x="186821" y="1327486"/>
                </a:lnTo>
                <a:lnTo>
                  <a:pt x="150367" y="1356022"/>
                </a:lnTo>
                <a:lnTo>
                  <a:pt x="117234" y="1387423"/>
                </a:lnTo>
                <a:lnTo>
                  <a:pt x="87681" y="1421467"/>
                </a:lnTo>
                <a:lnTo>
                  <a:pt x="61965" y="1457932"/>
                </a:lnTo>
                <a:lnTo>
                  <a:pt x="40346" y="1496596"/>
                </a:lnTo>
                <a:lnTo>
                  <a:pt x="23082" y="1537236"/>
                </a:lnTo>
                <a:lnTo>
                  <a:pt x="10431" y="1579631"/>
                </a:lnTo>
                <a:lnTo>
                  <a:pt x="2650" y="1623559"/>
                </a:lnTo>
                <a:lnTo>
                  <a:pt x="0" y="1668797"/>
                </a:lnTo>
                <a:lnTo>
                  <a:pt x="0" y="1677718"/>
                </a:lnTo>
                <a:lnTo>
                  <a:pt x="5754599" y="1677718"/>
                </a:lnTo>
                <a:lnTo>
                  <a:pt x="5751056" y="1632098"/>
                </a:lnTo>
                <a:lnTo>
                  <a:pt x="5741361" y="1588367"/>
                </a:lnTo>
                <a:lnTo>
                  <a:pt x="5725935" y="1546921"/>
                </a:lnTo>
                <a:lnTo>
                  <a:pt x="5705198" y="1508157"/>
                </a:lnTo>
                <a:lnTo>
                  <a:pt x="5679570" y="1472470"/>
                </a:lnTo>
                <a:lnTo>
                  <a:pt x="5649471" y="1440257"/>
                </a:lnTo>
                <a:lnTo>
                  <a:pt x="5615322" y="1411913"/>
                </a:lnTo>
                <a:lnTo>
                  <a:pt x="5577543" y="1387834"/>
                </a:lnTo>
                <a:lnTo>
                  <a:pt x="5536553" y="1368417"/>
                </a:lnTo>
                <a:lnTo>
                  <a:pt x="5492774" y="1354058"/>
                </a:lnTo>
                <a:lnTo>
                  <a:pt x="5446625" y="1345151"/>
                </a:lnTo>
                <a:lnTo>
                  <a:pt x="5398526" y="1342095"/>
                </a:lnTo>
                <a:lnTo>
                  <a:pt x="4833737" y="1342095"/>
                </a:lnTo>
                <a:lnTo>
                  <a:pt x="4847203" y="1339090"/>
                </a:lnTo>
                <a:lnTo>
                  <a:pt x="4823967" y="1298451"/>
                </a:lnTo>
                <a:lnTo>
                  <a:pt x="4797942" y="1259558"/>
                </a:lnTo>
                <a:lnTo>
                  <a:pt x="4769256" y="1222532"/>
                </a:lnTo>
                <a:lnTo>
                  <a:pt x="4738035" y="1187492"/>
                </a:lnTo>
                <a:lnTo>
                  <a:pt x="4704408" y="1154561"/>
                </a:lnTo>
                <a:lnTo>
                  <a:pt x="4668501" y="1123859"/>
                </a:lnTo>
                <a:lnTo>
                  <a:pt x="4630443" y="1095507"/>
                </a:lnTo>
                <a:lnTo>
                  <a:pt x="4590360" y="1069625"/>
                </a:lnTo>
                <a:lnTo>
                  <a:pt x="4548380" y="1046336"/>
                </a:lnTo>
                <a:lnTo>
                  <a:pt x="4504631" y="1025760"/>
                </a:lnTo>
                <a:lnTo>
                  <a:pt x="4459241" y="1008017"/>
                </a:lnTo>
                <a:lnTo>
                  <a:pt x="4412336" y="993229"/>
                </a:lnTo>
                <a:lnTo>
                  <a:pt x="4364044" y="981517"/>
                </a:lnTo>
                <a:lnTo>
                  <a:pt x="4314493" y="973001"/>
                </a:lnTo>
                <a:lnTo>
                  <a:pt x="4263810" y="967803"/>
                </a:lnTo>
                <a:lnTo>
                  <a:pt x="4212123" y="966043"/>
                </a:lnTo>
                <a:lnTo>
                  <a:pt x="4184965" y="966532"/>
                </a:lnTo>
                <a:lnTo>
                  <a:pt x="4157851" y="967982"/>
                </a:lnTo>
                <a:lnTo>
                  <a:pt x="4130805" y="970392"/>
                </a:lnTo>
                <a:lnTo>
                  <a:pt x="4103854" y="973760"/>
                </a:lnTo>
                <a:lnTo>
                  <a:pt x="4107821" y="945768"/>
                </a:lnTo>
                <a:lnTo>
                  <a:pt x="4110660" y="917650"/>
                </a:lnTo>
                <a:lnTo>
                  <a:pt x="4112367" y="889441"/>
                </a:lnTo>
                <a:lnTo>
                  <a:pt x="4112942" y="861177"/>
                </a:lnTo>
                <a:lnTo>
                  <a:pt x="4111635" y="818201"/>
                </a:lnTo>
                <a:lnTo>
                  <a:pt x="4107753" y="775770"/>
                </a:lnTo>
                <a:lnTo>
                  <a:pt x="4101359" y="733932"/>
                </a:lnTo>
                <a:lnTo>
                  <a:pt x="4092513" y="692739"/>
                </a:lnTo>
                <a:lnTo>
                  <a:pt x="4081277" y="652238"/>
                </a:lnTo>
                <a:lnTo>
                  <a:pt x="4067712" y="612480"/>
                </a:lnTo>
                <a:lnTo>
                  <a:pt x="4051879" y="573513"/>
                </a:lnTo>
                <a:lnTo>
                  <a:pt x="4033839" y="535387"/>
                </a:lnTo>
                <a:lnTo>
                  <a:pt x="4013654" y="498152"/>
                </a:lnTo>
                <a:lnTo>
                  <a:pt x="3991385" y="461857"/>
                </a:lnTo>
                <a:lnTo>
                  <a:pt x="3967093" y="426551"/>
                </a:lnTo>
                <a:lnTo>
                  <a:pt x="3940839" y="392283"/>
                </a:lnTo>
                <a:lnTo>
                  <a:pt x="3912685" y="359104"/>
                </a:lnTo>
                <a:lnTo>
                  <a:pt x="3882691" y="327061"/>
                </a:lnTo>
                <a:lnTo>
                  <a:pt x="3850920" y="296206"/>
                </a:lnTo>
                <a:lnTo>
                  <a:pt x="3817432" y="266586"/>
                </a:lnTo>
                <a:lnTo>
                  <a:pt x="3782288" y="238252"/>
                </a:lnTo>
                <a:lnTo>
                  <a:pt x="3745550" y="211252"/>
                </a:lnTo>
                <a:lnTo>
                  <a:pt x="3707279" y="185637"/>
                </a:lnTo>
                <a:lnTo>
                  <a:pt x="3667536" y="161455"/>
                </a:lnTo>
                <a:lnTo>
                  <a:pt x="3626383" y="138756"/>
                </a:lnTo>
                <a:lnTo>
                  <a:pt x="3583880" y="117589"/>
                </a:lnTo>
                <a:lnTo>
                  <a:pt x="3540089" y="98003"/>
                </a:lnTo>
                <a:lnTo>
                  <a:pt x="3495072" y="80049"/>
                </a:lnTo>
                <a:lnTo>
                  <a:pt x="3448888" y="63775"/>
                </a:lnTo>
                <a:lnTo>
                  <a:pt x="3401601" y="49231"/>
                </a:lnTo>
                <a:lnTo>
                  <a:pt x="3353270" y="36466"/>
                </a:lnTo>
                <a:lnTo>
                  <a:pt x="3303957" y="25529"/>
                </a:lnTo>
                <a:lnTo>
                  <a:pt x="3253724" y="16470"/>
                </a:lnTo>
                <a:lnTo>
                  <a:pt x="3202631" y="9338"/>
                </a:lnTo>
                <a:lnTo>
                  <a:pt x="3150739" y="4183"/>
                </a:lnTo>
                <a:lnTo>
                  <a:pt x="3098111" y="1054"/>
                </a:lnTo>
                <a:lnTo>
                  <a:pt x="3044807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13490516" y="4439564"/>
            <a:ext cx="2146300" cy="4417060"/>
            <a:chOff x="13490516" y="4439564"/>
            <a:chExt cx="2146300" cy="4417060"/>
          </a:xfrm>
        </p:grpSpPr>
        <p:sp>
          <p:nvSpPr>
            <p:cNvPr id="29" name="object 29" descr=""/>
            <p:cNvSpPr/>
            <p:nvPr/>
          </p:nvSpPr>
          <p:spPr>
            <a:xfrm>
              <a:off x="14164934" y="4439564"/>
              <a:ext cx="1471930" cy="3133725"/>
            </a:xfrm>
            <a:custGeom>
              <a:avLst/>
              <a:gdLst/>
              <a:ahLst/>
              <a:cxnLst/>
              <a:rect l="l" t="t" r="r" b="b"/>
              <a:pathLst>
                <a:path w="1471930" h="3133725">
                  <a:moveTo>
                    <a:pt x="735799" y="0"/>
                  </a:moveTo>
                  <a:lnTo>
                    <a:pt x="697845" y="5991"/>
                  </a:lnTo>
                  <a:lnTo>
                    <a:pt x="658074" y="23548"/>
                  </a:lnTo>
                  <a:lnTo>
                    <a:pt x="616823" y="52041"/>
                  </a:lnTo>
                  <a:lnTo>
                    <a:pt x="574429" y="90843"/>
                  </a:lnTo>
                  <a:lnTo>
                    <a:pt x="531230" y="139326"/>
                  </a:lnTo>
                  <a:lnTo>
                    <a:pt x="487564" y="196861"/>
                  </a:lnTo>
                  <a:lnTo>
                    <a:pt x="465661" y="228827"/>
                  </a:lnTo>
                  <a:lnTo>
                    <a:pt x="443768" y="262821"/>
                  </a:lnTo>
                  <a:lnTo>
                    <a:pt x="421927" y="298764"/>
                  </a:lnTo>
                  <a:lnTo>
                    <a:pt x="400179" y="336578"/>
                  </a:lnTo>
                  <a:lnTo>
                    <a:pt x="378568" y="376183"/>
                  </a:lnTo>
                  <a:lnTo>
                    <a:pt x="357135" y="417502"/>
                  </a:lnTo>
                  <a:lnTo>
                    <a:pt x="335923" y="460457"/>
                  </a:lnTo>
                  <a:lnTo>
                    <a:pt x="314973" y="504967"/>
                  </a:lnTo>
                  <a:lnTo>
                    <a:pt x="294328" y="550956"/>
                  </a:lnTo>
                  <a:lnTo>
                    <a:pt x="274031" y="598345"/>
                  </a:lnTo>
                  <a:lnTo>
                    <a:pt x="254123" y="647054"/>
                  </a:lnTo>
                  <a:lnTo>
                    <a:pt x="234646" y="697007"/>
                  </a:lnTo>
                  <a:lnTo>
                    <a:pt x="215643" y="748123"/>
                  </a:lnTo>
                  <a:lnTo>
                    <a:pt x="197155" y="800324"/>
                  </a:lnTo>
                  <a:lnTo>
                    <a:pt x="179226" y="853533"/>
                  </a:lnTo>
                  <a:lnTo>
                    <a:pt x="161897" y="907670"/>
                  </a:lnTo>
                  <a:lnTo>
                    <a:pt x="145210" y="962658"/>
                  </a:lnTo>
                  <a:lnTo>
                    <a:pt x="129208" y="1018416"/>
                  </a:lnTo>
                  <a:lnTo>
                    <a:pt x="113932" y="1074868"/>
                  </a:lnTo>
                  <a:lnTo>
                    <a:pt x="99425" y="1131934"/>
                  </a:lnTo>
                  <a:lnTo>
                    <a:pt x="85730" y="1189537"/>
                  </a:lnTo>
                  <a:lnTo>
                    <a:pt x="72887" y="1247596"/>
                  </a:lnTo>
                  <a:lnTo>
                    <a:pt x="60940" y="1306035"/>
                  </a:lnTo>
                  <a:lnTo>
                    <a:pt x="49931" y="1364774"/>
                  </a:lnTo>
                  <a:lnTo>
                    <a:pt x="39901" y="1423735"/>
                  </a:lnTo>
                  <a:lnTo>
                    <a:pt x="30894" y="1482840"/>
                  </a:lnTo>
                  <a:lnTo>
                    <a:pt x="22951" y="1542010"/>
                  </a:lnTo>
                  <a:lnTo>
                    <a:pt x="16113" y="1601166"/>
                  </a:lnTo>
                  <a:lnTo>
                    <a:pt x="10425" y="1660229"/>
                  </a:lnTo>
                  <a:lnTo>
                    <a:pt x="5927" y="1719123"/>
                  </a:lnTo>
                  <a:lnTo>
                    <a:pt x="2662" y="1777767"/>
                  </a:lnTo>
                  <a:lnTo>
                    <a:pt x="672" y="1836084"/>
                  </a:lnTo>
                  <a:lnTo>
                    <a:pt x="0" y="1893994"/>
                  </a:lnTo>
                  <a:lnTo>
                    <a:pt x="800" y="1966957"/>
                  </a:lnTo>
                  <a:lnTo>
                    <a:pt x="3180" y="2037530"/>
                  </a:lnTo>
                  <a:lnTo>
                    <a:pt x="7102" y="2105730"/>
                  </a:lnTo>
                  <a:lnTo>
                    <a:pt x="12531" y="2171574"/>
                  </a:lnTo>
                  <a:lnTo>
                    <a:pt x="19433" y="2235077"/>
                  </a:lnTo>
                  <a:lnTo>
                    <a:pt x="27772" y="2296257"/>
                  </a:lnTo>
                  <a:lnTo>
                    <a:pt x="37513" y="2355129"/>
                  </a:lnTo>
                  <a:lnTo>
                    <a:pt x="48619" y="2411710"/>
                  </a:lnTo>
                  <a:lnTo>
                    <a:pt x="61057" y="2466017"/>
                  </a:lnTo>
                  <a:lnTo>
                    <a:pt x="74790" y="2518065"/>
                  </a:lnTo>
                  <a:lnTo>
                    <a:pt x="89783" y="2567872"/>
                  </a:lnTo>
                  <a:lnTo>
                    <a:pt x="106001" y="2615453"/>
                  </a:lnTo>
                  <a:lnTo>
                    <a:pt x="123409" y="2660825"/>
                  </a:lnTo>
                  <a:lnTo>
                    <a:pt x="141971" y="2704004"/>
                  </a:lnTo>
                  <a:lnTo>
                    <a:pt x="161652" y="2745008"/>
                  </a:lnTo>
                  <a:lnTo>
                    <a:pt x="182416" y="2783851"/>
                  </a:lnTo>
                  <a:lnTo>
                    <a:pt x="204228" y="2820550"/>
                  </a:lnTo>
                  <a:lnTo>
                    <a:pt x="227053" y="2855123"/>
                  </a:lnTo>
                  <a:lnTo>
                    <a:pt x="250856" y="2887585"/>
                  </a:lnTo>
                  <a:lnTo>
                    <a:pt x="275601" y="2917952"/>
                  </a:lnTo>
                  <a:lnTo>
                    <a:pt x="301253" y="2946242"/>
                  </a:lnTo>
                  <a:lnTo>
                    <a:pt x="355135" y="2996652"/>
                  </a:lnTo>
                  <a:lnTo>
                    <a:pt x="412220" y="3038948"/>
                  </a:lnTo>
                  <a:lnTo>
                    <a:pt x="472226" y="3073259"/>
                  </a:lnTo>
                  <a:lnTo>
                    <a:pt x="534870" y="3099718"/>
                  </a:lnTo>
                  <a:lnTo>
                    <a:pt x="599868" y="3118454"/>
                  </a:lnTo>
                  <a:lnTo>
                    <a:pt x="666939" y="3129600"/>
                  </a:lnTo>
                  <a:lnTo>
                    <a:pt x="735799" y="3133286"/>
                  </a:lnTo>
                  <a:lnTo>
                    <a:pt x="770436" y="3132367"/>
                  </a:lnTo>
                  <a:lnTo>
                    <a:pt x="838440" y="3124968"/>
                  </a:lnTo>
                  <a:lnTo>
                    <a:pt x="904513" y="3110043"/>
                  </a:lnTo>
                  <a:lnTo>
                    <a:pt x="968373" y="3087462"/>
                  </a:lnTo>
                  <a:lnTo>
                    <a:pt x="1029737" y="3057093"/>
                  </a:lnTo>
                  <a:lnTo>
                    <a:pt x="1088323" y="3018806"/>
                  </a:lnTo>
                  <a:lnTo>
                    <a:pt x="1143847" y="2972470"/>
                  </a:lnTo>
                  <a:lnTo>
                    <a:pt x="1196026" y="2917952"/>
                  </a:lnTo>
                  <a:lnTo>
                    <a:pt x="1220774" y="2887585"/>
                  </a:lnTo>
                  <a:lnTo>
                    <a:pt x="1244579" y="2855123"/>
                  </a:lnTo>
                  <a:lnTo>
                    <a:pt x="1267406" y="2820550"/>
                  </a:lnTo>
                  <a:lnTo>
                    <a:pt x="1289221" y="2783851"/>
                  </a:lnTo>
                  <a:lnTo>
                    <a:pt x="1309988" y="2745008"/>
                  </a:lnTo>
                  <a:lnTo>
                    <a:pt x="1329671" y="2704004"/>
                  </a:lnTo>
                  <a:lnTo>
                    <a:pt x="1348235" y="2660825"/>
                  </a:lnTo>
                  <a:lnTo>
                    <a:pt x="1365645" y="2615453"/>
                  </a:lnTo>
                  <a:lnTo>
                    <a:pt x="1381865" y="2567872"/>
                  </a:lnTo>
                  <a:lnTo>
                    <a:pt x="1396860" y="2518065"/>
                  </a:lnTo>
                  <a:lnTo>
                    <a:pt x="1410595" y="2466017"/>
                  </a:lnTo>
                  <a:lnTo>
                    <a:pt x="1423035" y="2411710"/>
                  </a:lnTo>
                  <a:lnTo>
                    <a:pt x="1434143" y="2355129"/>
                  </a:lnTo>
                  <a:lnTo>
                    <a:pt x="1443885" y="2296257"/>
                  </a:lnTo>
                  <a:lnTo>
                    <a:pt x="1452225" y="2235077"/>
                  </a:lnTo>
                  <a:lnTo>
                    <a:pt x="1459128" y="2171574"/>
                  </a:lnTo>
                  <a:lnTo>
                    <a:pt x="1464558" y="2105730"/>
                  </a:lnTo>
                  <a:lnTo>
                    <a:pt x="1468481" y="2037530"/>
                  </a:lnTo>
                  <a:lnTo>
                    <a:pt x="1470860" y="1966957"/>
                  </a:lnTo>
                  <a:lnTo>
                    <a:pt x="1471661" y="1893994"/>
                  </a:lnTo>
                  <a:lnTo>
                    <a:pt x="1470922" y="1834762"/>
                  </a:lnTo>
                  <a:lnTo>
                    <a:pt x="1468738" y="1775108"/>
                  </a:lnTo>
                  <a:lnTo>
                    <a:pt x="1465158" y="1715114"/>
                  </a:lnTo>
                  <a:lnTo>
                    <a:pt x="1460234" y="1654866"/>
                  </a:lnTo>
                  <a:lnTo>
                    <a:pt x="1454015" y="1594446"/>
                  </a:lnTo>
                  <a:lnTo>
                    <a:pt x="1446551" y="1533940"/>
                  </a:lnTo>
                  <a:lnTo>
                    <a:pt x="1437892" y="1473431"/>
                  </a:lnTo>
                  <a:lnTo>
                    <a:pt x="1428089" y="1413002"/>
                  </a:lnTo>
                  <a:lnTo>
                    <a:pt x="1417192" y="1352739"/>
                  </a:lnTo>
                  <a:lnTo>
                    <a:pt x="1405251" y="1292724"/>
                  </a:lnTo>
                  <a:lnTo>
                    <a:pt x="1392315" y="1233043"/>
                  </a:lnTo>
                  <a:lnTo>
                    <a:pt x="1378436" y="1173778"/>
                  </a:lnTo>
                  <a:lnTo>
                    <a:pt x="1363662" y="1115015"/>
                  </a:lnTo>
                  <a:lnTo>
                    <a:pt x="1348045" y="1056836"/>
                  </a:lnTo>
                  <a:lnTo>
                    <a:pt x="1331635" y="999326"/>
                  </a:lnTo>
                  <a:lnTo>
                    <a:pt x="1314481" y="942569"/>
                  </a:lnTo>
                  <a:lnTo>
                    <a:pt x="1296633" y="886649"/>
                  </a:lnTo>
                  <a:lnTo>
                    <a:pt x="1278143" y="831649"/>
                  </a:lnTo>
                  <a:lnTo>
                    <a:pt x="1259059" y="777655"/>
                  </a:lnTo>
                  <a:lnTo>
                    <a:pt x="1239432" y="724749"/>
                  </a:lnTo>
                  <a:lnTo>
                    <a:pt x="1219312" y="673016"/>
                  </a:lnTo>
                  <a:lnTo>
                    <a:pt x="1198750" y="622539"/>
                  </a:lnTo>
                  <a:lnTo>
                    <a:pt x="1177795" y="573404"/>
                  </a:lnTo>
                  <a:lnTo>
                    <a:pt x="1156497" y="525693"/>
                  </a:lnTo>
                  <a:lnTo>
                    <a:pt x="1134907" y="479491"/>
                  </a:lnTo>
                  <a:lnTo>
                    <a:pt x="1113074" y="434881"/>
                  </a:lnTo>
                  <a:lnTo>
                    <a:pt x="1091050" y="391949"/>
                  </a:lnTo>
                  <a:lnTo>
                    <a:pt x="1068883" y="350776"/>
                  </a:lnTo>
                  <a:lnTo>
                    <a:pt x="1046625" y="311449"/>
                  </a:lnTo>
                  <a:lnTo>
                    <a:pt x="1024325" y="274050"/>
                  </a:lnTo>
                  <a:lnTo>
                    <a:pt x="1002033" y="238664"/>
                  </a:lnTo>
                  <a:lnTo>
                    <a:pt x="979799" y="205374"/>
                  </a:lnTo>
                  <a:lnTo>
                    <a:pt x="957674" y="174265"/>
                  </a:lnTo>
                  <a:lnTo>
                    <a:pt x="913951" y="118924"/>
                  </a:lnTo>
                  <a:lnTo>
                    <a:pt x="871263" y="73313"/>
                  </a:lnTo>
                  <a:lnTo>
                    <a:pt x="830011" y="38104"/>
                  </a:lnTo>
                  <a:lnTo>
                    <a:pt x="790597" y="13969"/>
                  </a:lnTo>
                  <a:lnTo>
                    <a:pt x="753422" y="1580"/>
                  </a:lnTo>
                  <a:lnTo>
                    <a:pt x="73579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906363" y="4995974"/>
              <a:ext cx="0" cy="3178175"/>
            </a:xfrm>
            <a:custGeom>
              <a:avLst/>
              <a:gdLst/>
              <a:ahLst/>
              <a:cxnLst/>
              <a:rect l="l" t="t" r="r" b="b"/>
              <a:pathLst>
                <a:path w="0" h="3178175">
                  <a:moveTo>
                    <a:pt x="0" y="0"/>
                  </a:moveTo>
                  <a:lnTo>
                    <a:pt x="0" y="3177850"/>
                  </a:lnTo>
                </a:path>
              </a:pathLst>
            </a:custGeom>
            <a:ln w="26072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677041" y="4829700"/>
              <a:ext cx="229870" cy="1018540"/>
            </a:xfrm>
            <a:custGeom>
              <a:avLst/>
              <a:gdLst/>
              <a:ahLst/>
              <a:cxnLst/>
              <a:rect l="l" t="t" r="r" b="b"/>
              <a:pathLst>
                <a:path w="229869" h="1018539">
                  <a:moveTo>
                    <a:pt x="0" y="0"/>
                  </a:moveTo>
                  <a:lnTo>
                    <a:pt x="0" y="545585"/>
                  </a:lnTo>
                  <a:lnTo>
                    <a:pt x="2608" y="591723"/>
                  </a:lnTo>
                  <a:lnTo>
                    <a:pt x="9819" y="637133"/>
                  </a:lnTo>
                  <a:lnTo>
                    <a:pt x="21525" y="681480"/>
                  </a:lnTo>
                  <a:lnTo>
                    <a:pt x="37620" y="724430"/>
                  </a:lnTo>
                  <a:lnTo>
                    <a:pt x="57998" y="765649"/>
                  </a:lnTo>
                  <a:lnTo>
                    <a:pt x="82552" y="804802"/>
                  </a:lnTo>
                  <a:lnTo>
                    <a:pt x="229322" y="1018429"/>
                  </a:lnTo>
                </a:path>
              </a:pathLst>
            </a:custGeom>
            <a:ln w="26072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490516" y="7708639"/>
              <a:ext cx="1710689" cy="1148080"/>
            </a:xfrm>
            <a:custGeom>
              <a:avLst/>
              <a:gdLst/>
              <a:ahLst/>
              <a:cxnLst/>
              <a:rect l="l" t="t" r="r" b="b"/>
              <a:pathLst>
                <a:path w="1710690" h="1148079">
                  <a:moveTo>
                    <a:pt x="855261" y="0"/>
                  </a:moveTo>
                  <a:lnTo>
                    <a:pt x="806727" y="1291"/>
                  </a:lnTo>
                  <a:lnTo>
                    <a:pt x="758904" y="5119"/>
                  </a:lnTo>
                  <a:lnTo>
                    <a:pt x="711863" y="11415"/>
                  </a:lnTo>
                  <a:lnTo>
                    <a:pt x="665677" y="20109"/>
                  </a:lnTo>
                  <a:lnTo>
                    <a:pt x="620418" y="31134"/>
                  </a:lnTo>
                  <a:lnTo>
                    <a:pt x="576158" y="44420"/>
                  </a:lnTo>
                  <a:lnTo>
                    <a:pt x="532970" y="59898"/>
                  </a:lnTo>
                  <a:lnTo>
                    <a:pt x="490925" y="77499"/>
                  </a:lnTo>
                  <a:lnTo>
                    <a:pt x="450096" y="97154"/>
                  </a:lnTo>
                  <a:lnTo>
                    <a:pt x="410555" y="118795"/>
                  </a:lnTo>
                  <a:lnTo>
                    <a:pt x="372374" y="142352"/>
                  </a:lnTo>
                  <a:lnTo>
                    <a:pt x="335626" y="167756"/>
                  </a:lnTo>
                  <a:lnTo>
                    <a:pt x="300382" y="194939"/>
                  </a:lnTo>
                  <a:lnTo>
                    <a:pt x="266714" y="223832"/>
                  </a:lnTo>
                  <a:lnTo>
                    <a:pt x="234696" y="254366"/>
                  </a:lnTo>
                  <a:lnTo>
                    <a:pt x="204399" y="286471"/>
                  </a:lnTo>
                  <a:lnTo>
                    <a:pt x="175895" y="320079"/>
                  </a:lnTo>
                  <a:lnTo>
                    <a:pt x="149256" y="355121"/>
                  </a:lnTo>
                  <a:lnTo>
                    <a:pt x="124555" y="391528"/>
                  </a:lnTo>
                  <a:lnTo>
                    <a:pt x="101864" y="429232"/>
                  </a:lnTo>
                  <a:lnTo>
                    <a:pt x="81255" y="468162"/>
                  </a:lnTo>
                  <a:lnTo>
                    <a:pt x="62800" y="508251"/>
                  </a:lnTo>
                  <a:lnTo>
                    <a:pt x="46572" y="549429"/>
                  </a:lnTo>
                  <a:lnTo>
                    <a:pt x="32642" y="591627"/>
                  </a:lnTo>
                  <a:lnTo>
                    <a:pt x="21083" y="634777"/>
                  </a:lnTo>
                  <a:lnTo>
                    <a:pt x="11967" y="678810"/>
                  </a:lnTo>
                  <a:lnTo>
                    <a:pt x="5367" y="723656"/>
                  </a:lnTo>
                  <a:lnTo>
                    <a:pt x="1353" y="769247"/>
                  </a:lnTo>
                  <a:lnTo>
                    <a:pt x="0" y="815514"/>
                  </a:lnTo>
                  <a:lnTo>
                    <a:pt x="1526" y="864606"/>
                  </a:lnTo>
                  <a:lnTo>
                    <a:pt x="6122" y="913384"/>
                  </a:lnTo>
                  <a:lnTo>
                    <a:pt x="13755" y="961708"/>
                  </a:lnTo>
                  <a:lnTo>
                    <a:pt x="24394" y="1009436"/>
                  </a:lnTo>
                  <a:lnTo>
                    <a:pt x="38006" y="1056426"/>
                  </a:lnTo>
                  <a:lnTo>
                    <a:pt x="54562" y="1102538"/>
                  </a:lnTo>
                  <a:lnTo>
                    <a:pt x="74029" y="1147629"/>
                  </a:lnTo>
                  <a:lnTo>
                    <a:pt x="1636494" y="1147629"/>
                  </a:lnTo>
                  <a:lnTo>
                    <a:pt x="1655978" y="1102542"/>
                  </a:lnTo>
                  <a:lnTo>
                    <a:pt x="1672547" y="1056433"/>
                  </a:lnTo>
                  <a:lnTo>
                    <a:pt x="1686171" y="1009444"/>
                  </a:lnTo>
                  <a:lnTo>
                    <a:pt x="1696817" y="961716"/>
                  </a:lnTo>
                  <a:lnTo>
                    <a:pt x="1704455" y="913391"/>
                  </a:lnTo>
                  <a:lnTo>
                    <a:pt x="1709051" y="864610"/>
                  </a:lnTo>
                  <a:lnTo>
                    <a:pt x="1710576" y="815514"/>
                  </a:lnTo>
                  <a:lnTo>
                    <a:pt x="1709222" y="769237"/>
                  </a:lnTo>
                  <a:lnTo>
                    <a:pt x="1705208" y="723637"/>
                  </a:lnTo>
                  <a:lnTo>
                    <a:pt x="1698606" y="678784"/>
                  </a:lnTo>
                  <a:lnTo>
                    <a:pt x="1689489" y="634745"/>
                  </a:lnTo>
                  <a:lnTo>
                    <a:pt x="1677929" y="591590"/>
                  </a:lnTo>
                  <a:lnTo>
                    <a:pt x="1663997" y="549388"/>
                  </a:lnTo>
                  <a:lnTo>
                    <a:pt x="1647767" y="508207"/>
                  </a:lnTo>
                  <a:lnTo>
                    <a:pt x="1629310" y="468117"/>
                  </a:lnTo>
                  <a:lnTo>
                    <a:pt x="1608699" y="429185"/>
                  </a:lnTo>
                  <a:lnTo>
                    <a:pt x="1586006" y="391482"/>
                  </a:lnTo>
                  <a:lnTo>
                    <a:pt x="1561302" y="355075"/>
                  </a:lnTo>
                  <a:lnTo>
                    <a:pt x="1534661" y="320034"/>
                  </a:lnTo>
                  <a:lnTo>
                    <a:pt x="1506154" y="286428"/>
                  </a:lnTo>
                  <a:lnTo>
                    <a:pt x="1475854" y="254325"/>
                  </a:lnTo>
                  <a:lnTo>
                    <a:pt x="1443833" y="223794"/>
                  </a:lnTo>
                  <a:lnTo>
                    <a:pt x="1410163" y="194904"/>
                  </a:lnTo>
                  <a:lnTo>
                    <a:pt x="1374917" y="167725"/>
                  </a:lnTo>
                  <a:lnTo>
                    <a:pt x="1338165" y="142324"/>
                  </a:lnTo>
                  <a:lnTo>
                    <a:pt x="1299982" y="118770"/>
                  </a:lnTo>
                  <a:lnTo>
                    <a:pt x="1260439" y="97133"/>
                  </a:lnTo>
                  <a:lnTo>
                    <a:pt x="1219607" y="77481"/>
                  </a:lnTo>
                  <a:lnTo>
                    <a:pt x="1177561" y="59884"/>
                  </a:lnTo>
                  <a:lnTo>
                    <a:pt x="1134370" y="44409"/>
                  </a:lnTo>
                  <a:lnTo>
                    <a:pt x="1090109" y="31126"/>
                  </a:lnTo>
                  <a:lnTo>
                    <a:pt x="1044848" y="20104"/>
                  </a:lnTo>
                  <a:lnTo>
                    <a:pt x="998661" y="11412"/>
                  </a:lnTo>
                  <a:lnTo>
                    <a:pt x="951620" y="5118"/>
                  </a:lnTo>
                  <a:lnTo>
                    <a:pt x="903796" y="1290"/>
                  </a:lnTo>
                  <a:lnTo>
                    <a:pt x="85526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11951735" y="4281059"/>
            <a:ext cx="7023100" cy="4611370"/>
            <a:chOff x="11951735" y="4281059"/>
            <a:chExt cx="7023100" cy="4611370"/>
          </a:xfrm>
        </p:grpSpPr>
        <p:sp>
          <p:nvSpPr>
            <p:cNvPr id="34" name="object 34" descr=""/>
            <p:cNvSpPr/>
            <p:nvPr/>
          </p:nvSpPr>
          <p:spPr>
            <a:xfrm>
              <a:off x="17565783" y="5879358"/>
              <a:ext cx="0" cy="2952115"/>
            </a:xfrm>
            <a:custGeom>
              <a:avLst/>
              <a:gdLst/>
              <a:ahLst/>
              <a:cxnLst/>
              <a:rect l="l" t="t" r="r" b="b"/>
              <a:pathLst>
                <a:path w="0" h="2952115">
                  <a:moveTo>
                    <a:pt x="0" y="0"/>
                  </a:moveTo>
                  <a:lnTo>
                    <a:pt x="0" y="2951627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7192523" y="5991851"/>
              <a:ext cx="373380" cy="1045210"/>
            </a:xfrm>
            <a:custGeom>
              <a:avLst/>
              <a:gdLst/>
              <a:ahLst/>
              <a:cxnLst/>
              <a:rect l="l" t="t" r="r" b="b"/>
              <a:pathLst>
                <a:path w="373380" h="1045209">
                  <a:moveTo>
                    <a:pt x="0" y="0"/>
                  </a:moveTo>
                  <a:lnTo>
                    <a:pt x="0" y="191397"/>
                  </a:lnTo>
                  <a:lnTo>
                    <a:pt x="2561" y="238052"/>
                  </a:lnTo>
                  <a:lnTo>
                    <a:pt x="10155" y="283875"/>
                  </a:lnTo>
                  <a:lnTo>
                    <a:pt x="22648" y="328472"/>
                  </a:lnTo>
                  <a:lnTo>
                    <a:pt x="39905" y="371451"/>
                  </a:lnTo>
                  <a:lnTo>
                    <a:pt x="61792" y="412418"/>
                  </a:lnTo>
                  <a:lnTo>
                    <a:pt x="88175" y="450981"/>
                  </a:lnTo>
                  <a:lnTo>
                    <a:pt x="237521" y="645540"/>
                  </a:lnTo>
                  <a:lnTo>
                    <a:pt x="265358" y="684669"/>
                  </a:lnTo>
                  <a:lnTo>
                    <a:pt x="290148" y="725533"/>
                  </a:lnTo>
                  <a:lnTo>
                    <a:pt x="311831" y="767954"/>
                  </a:lnTo>
                  <a:lnTo>
                    <a:pt x="330345" y="811750"/>
                  </a:lnTo>
                  <a:lnTo>
                    <a:pt x="345630" y="856744"/>
                  </a:lnTo>
                  <a:lnTo>
                    <a:pt x="357624" y="902755"/>
                  </a:lnTo>
                  <a:lnTo>
                    <a:pt x="366267" y="949605"/>
                  </a:lnTo>
                  <a:lnTo>
                    <a:pt x="371498" y="997112"/>
                  </a:lnTo>
                  <a:lnTo>
                    <a:pt x="373255" y="1045099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565779" y="6306453"/>
              <a:ext cx="506730" cy="1029335"/>
            </a:xfrm>
            <a:custGeom>
              <a:avLst/>
              <a:gdLst/>
              <a:ahLst/>
              <a:cxnLst/>
              <a:rect l="l" t="t" r="r" b="b"/>
              <a:pathLst>
                <a:path w="506730" h="1029334">
                  <a:moveTo>
                    <a:pt x="506539" y="0"/>
                  </a:moveTo>
                  <a:lnTo>
                    <a:pt x="506539" y="200716"/>
                  </a:lnTo>
                  <a:lnTo>
                    <a:pt x="504240" y="250112"/>
                  </a:lnTo>
                  <a:lnTo>
                    <a:pt x="497416" y="298653"/>
                  </a:lnTo>
                  <a:lnTo>
                    <a:pt x="486208" y="346061"/>
                  </a:lnTo>
                  <a:lnTo>
                    <a:pt x="470754" y="392055"/>
                  </a:lnTo>
                  <a:lnTo>
                    <a:pt x="451193" y="436357"/>
                  </a:lnTo>
                  <a:lnTo>
                    <a:pt x="427664" y="478685"/>
                  </a:lnTo>
                  <a:lnTo>
                    <a:pt x="400307" y="518760"/>
                  </a:lnTo>
                  <a:lnTo>
                    <a:pt x="369262" y="556303"/>
                  </a:lnTo>
                  <a:lnTo>
                    <a:pt x="334667" y="591033"/>
                  </a:lnTo>
                  <a:lnTo>
                    <a:pt x="296661" y="622672"/>
                  </a:lnTo>
                  <a:lnTo>
                    <a:pt x="145231" y="737255"/>
                  </a:lnTo>
                  <a:lnTo>
                    <a:pt x="108384" y="769182"/>
                  </a:lnTo>
                  <a:lnTo>
                    <a:pt x="76435" y="805306"/>
                  </a:lnTo>
                  <a:lnTo>
                    <a:pt x="49667" y="845064"/>
                  </a:lnTo>
                  <a:lnTo>
                    <a:pt x="28358" y="887891"/>
                  </a:lnTo>
                  <a:lnTo>
                    <a:pt x="12790" y="933222"/>
                  </a:lnTo>
                  <a:lnTo>
                    <a:pt x="3244" y="980493"/>
                  </a:lnTo>
                  <a:lnTo>
                    <a:pt x="0" y="1029141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159043" y="4281059"/>
              <a:ext cx="2815590" cy="2099945"/>
            </a:xfrm>
            <a:custGeom>
              <a:avLst/>
              <a:gdLst/>
              <a:ahLst/>
              <a:cxnLst/>
              <a:rect l="l" t="t" r="r" b="b"/>
              <a:pathLst>
                <a:path w="2815590" h="2099945">
                  <a:moveTo>
                    <a:pt x="1407758" y="0"/>
                  </a:moveTo>
                  <a:lnTo>
                    <a:pt x="1352484" y="786"/>
                  </a:lnTo>
                  <a:lnTo>
                    <a:pt x="1297749" y="3126"/>
                  </a:lnTo>
                  <a:lnTo>
                    <a:pt x="1243593" y="6991"/>
                  </a:lnTo>
                  <a:lnTo>
                    <a:pt x="1190055" y="12351"/>
                  </a:lnTo>
                  <a:lnTo>
                    <a:pt x="1137173" y="19179"/>
                  </a:lnTo>
                  <a:lnTo>
                    <a:pt x="1084988" y="27445"/>
                  </a:lnTo>
                  <a:lnTo>
                    <a:pt x="1033538" y="37121"/>
                  </a:lnTo>
                  <a:lnTo>
                    <a:pt x="982862" y="48177"/>
                  </a:lnTo>
                  <a:lnTo>
                    <a:pt x="932999" y="60585"/>
                  </a:lnTo>
                  <a:lnTo>
                    <a:pt x="883989" y="74316"/>
                  </a:lnTo>
                  <a:lnTo>
                    <a:pt x="835871" y="89341"/>
                  </a:lnTo>
                  <a:lnTo>
                    <a:pt x="788684" y="105632"/>
                  </a:lnTo>
                  <a:lnTo>
                    <a:pt x="742466" y="123159"/>
                  </a:lnTo>
                  <a:lnTo>
                    <a:pt x="697258" y="141894"/>
                  </a:lnTo>
                  <a:lnTo>
                    <a:pt x="653098" y="161807"/>
                  </a:lnTo>
                  <a:lnTo>
                    <a:pt x="610025" y="182871"/>
                  </a:lnTo>
                  <a:lnTo>
                    <a:pt x="568079" y="205055"/>
                  </a:lnTo>
                  <a:lnTo>
                    <a:pt x="527298" y="228333"/>
                  </a:lnTo>
                  <a:lnTo>
                    <a:pt x="487723" y="252673"/>
                  </a:lnTo>
                  <a:lnTo>
                    <a:pt x="449391" y="278049"/>
                  </a:lnTo>
                  <a:lnTo>
                    <a:pt x="412342" y="304430"/>
                  </a:lnTo>
                  <a:lnTo>
                    <a:pt x="376615" y="331788"/>
                  </a:lnTo>
                  <a:lnTo>
                    <a:pt x="342249" y="360095"/>
                  </a:lnTo>
                  <a:lnTo>
                    <a:pt x="309284" y="389321"/>
                  </a:lnTo>
                  <a:lnTo>
                    <a:pt x="277759" y="419438"/>
                  </a:lnTo>
                  <a:lnTo>
                    <a:pt x="247712" y="450416"/>
                  </a:lnTo>
                  <a:lnTo>
                    <a:pt x="219183" y="482227"/>
                  </a:lnTo>
                  <a:lnTo>
                    <a:pt x="192211" y="514843"/>
                  </a:lnTo>
                  <a:lnTo>
                    <a:pt x="166835" y="548234"/>
                  </a:lnTo>
                  <a:lnTo>
                    <a:pt x="143095" y="582371"/>
                  </a:lnTo>
                  <a:lnTo>
                    <a:pt x="121028" y="617226"/>
                  </a:lnTo>
                  <a:lnTo>
                    <a:pt x="100676" y="652769"/>
                  </a:lnTo>
                  <a:lnTo>
                    <a:pt x="82075" y="688973"/>
                  </a:lnTo>
                  <a:lnTo>
                    <a:pt x="65267" y="725808"/>
                  </a:lnTo>
                  <a:lnTo>
                    <a:pt x="50290" y="763245"/>
                  </a:lnTo>
                  <a:lnTo>
                    <a:pt x="37182" y="801255"/>
                  </a:lnTo>
                  <a:lnTo>
                    <a:pt x="25984" y="839810"/>
                  </a:lnTo>
                  <a:lnTo>
                    <a:pt x="16734" y="878882"/>
                  </a:lnTo>
                  <a:lnTo>
                    <a:pt x="9471" y="918440"/>
                  </a:lnTo>
                  <a:lnTo>
                    <a:pt x="4235" y="958456"/>
                  </a:lnTo>
                  <a:lnTo>
                    <a:pt x="1065" y="998902"/>
                  </a:lnTo>
                  <a:lnTo>
                    <a:pt x="0" y="1039748"/>
                  </a:lnTo>
                  <a:lnTo>
                    <a:pt x="1773" y="1091512"/>
                  </a:lnTo>
                  <a:lnTo>
                    <a:pt x="7039" y="1140886"/>
                  </a:lnTo>
                  <a:lnTo>
                    <a:pt x="15711" y="1187919"/>
                  </a:lnTo>
                  <a:lnTo>
                    <a:pt x="27706" y="1232661"/>
                  </a:lnTo>
                  <a:lnTo>
                    <a:pt x="42940" y="1275162"/>
                  </a:lnTo>
                  <a:lnTo>
                    <a:pt x="61329" y="1315473"/>
                  </a:lnTo>
                  <a:lnTo>
                    <a:pt x="82788" y="1353642"/>
                  </a:lnTo>
                  <a:lnTo>
                    <a:pt x="107232" y="1389720"/>
                  </a:lnTo>
                  <a:lnTo>
                    <a:pt x="134578" y="1423757"/>
                  </a:lnTo>
                  <a:lnTo>
                    <a:pt x="164742" y="1455802"/>
                  </a:lnTo>
                  <a:lnTo>
                    <a:pt x="197639" y="1485905"/>
                  </a:lnTo>
                  <a:lnTo>
                    <a:pt x="233184" y="1514117"/>
                  </a:lnTo>
                  <a:lnTo>
                    <a:pt x="271294" y="1540487"/>
                  </a:lnTo>
                  <a:lnTo>
                    <a:pt x="311885" y="1565064"/>
                  </a:lnTo>
                  <a:lnTo>
                    <a:pt x="354872" y="1587899"/>
                  </a:lnTo>
                  <a:lnTo>
                    <a:pt x="400170" y="1609042"/>
                  </a:lnTo>
                  <a:lnTo>
                    <a:pt x="447696" y="1628542"/>
                  </a:lnTo>
                  <a:lnTo>
                    <a:pt x="497366" y="1646450"/>
                  </a:lnTo>
                  <a:lnTo>
                    <a:pt x="549094" y="1662815"/>
                  </a:lnTo>
                  <a:lnTo>
                    <a:pt x="602798" y="1677687"/>
                  </a:lnTo>
                  <a:lnTo>
                    <a:pt x="617648" y="1717596"/>
                  </a:lnTo>
                  <a:lnTo>
                    <a:pt x="638148" y="1755291"/>
                  </a:lnTo>
                  <a:lnTo>
                    <a:pt x="663890" y="1790437"/>
                  </a:lnTo>
                  <a:lnTo>
                    <a:pt x="694469" y="1822700"/>
                  </a:lnTo>
                  <a:lnTo>
                    <a:pt x="729480" y="1851746"/>
                  </a:lnTo>
                  <a:lnTo>
                    <a:pt x="768518" y="1877241"/>
                  </a:lnTo>
                  <a:lnTo>
                    <a:pt x="811176" y="1898850"/>
                  </a:lnTo>
                  <a:lnTo>
                    <a:pt x="857050" y="1916238"/>
                  </a:lnTo>
                  <a:lnTo>
                    <a:pt x="905733" y="1929073"/>
                  </a:lnTo>
                  <a:lnTo>
                    <a:pt x="956820" y="1937019"/>
                  </a:lnTo>
                  <a:lnTo>
                    <a:pt x="1009906" y="1939741"/>
                  </a:lnTo>
                  <a:lnTo>
                    <a:pt x="1062616" y="1937067"/>
                  </a:lnTo>
                  <a:lnTo>
                    <a:pt x="1113344" y="1929259"/>
                  </a:lnTo>
                  <a:lnTo>
                    <a:pt x="1161699" y="1916640"/>
                  </a:lnTo>
                  <a:lnTo>
                    <a:pt x="1207287" y="1899534"/>
                  </a:lnTo>
                  <a:lnTo>
                    <a:pt x="1249714" y="1878263"/>
                  </a:lnTo>
                  <a:lnTo>
                    <a:pt x="1288588" y="1853150"/>
                  </a:lnTo>
                  <a:lnTo>
                    <a:pt x="1323515" y="1824517"/>
                  </a:lnTo>
                  <a:lnTo>
                    <a:pt x="1354103" y="1792689"/>
                  </a:lnTo>
                  <a:lnTo>
                    <a:pt x="1379957" y="1757988"/>
                  </a:lnTo>
                  <a:lnTo>
                    <a:pt x="1387025" y="1757988"/>
                  </a:lnTo>
                  <a:lnTo>
                    <a:pt x="1397363" y="1801829"/>
                  </a:lnTo>
                  <a:lnTo>
                    <a:pt x="1412672" y="1843768"/>
                  </a:lnTo>
                  <a:lnTo>
                    <a:pt x="1432648" y="1883524"/>
                  </a:lnTo>
                  <a:lnTo>
                    <a:pt x="1456988" y="1920818"/>
                  </a:lnTo>
                  <a:lnTo>
                    <a:pt x="1485389" y="1955372"/>
                  </a:lnTo>
                  <a:lnTo>
                    <a:pt x="1517548" y="1986906"/>
                  </a:lnTo>
                  <a:lnTo>
                    <a:pt x="1553162" y="2015141"/>
                  </a:lnTo>
                  <a:lnTo>
                    <a:pt x="1591928" y="2039798"/>
                  </a:lnTo>
                  <a:lnTo>
                    <a:pt x="1633543" y="2060597"/>
                  </a:lnTo>
                  <a:lnTo>
                    <a:pt x="1677703" y="2077261"/>
                  </a:lnTo>
                  <a:lnTo>
                    <a:pt x="1724106" y="2089509"/>
                  </a:lnTo>
                  <a:lnTo>
                    <a:pt x="1772448" y="2097063"/>
                  </a:lnTo>
                  <a:lnTo>
                    <a:pt x="1822426" y="2099642"/>
                  </a:lnTo>
                  <a:lnTo>
                    <a:pt x="1873848" y="2096906"/>
                  </a:lnTo>
                  <a:lnTo>
                    <a:pt x="1923530" y="2088900"/>
                  </a:lnTo>
                  <a:lnTo>
                    <a:pt x="1971139" y="2075931"/>
                  </a:lnTo>
                  <a:lnTo>
                    <a:pt x="2016345" y="2058306"/>
                  </a:lnTo>
                  <a:lnTo>
                    <a:pt x="2058816" y="2036331"/>
                  </a:lnTo>
                  <a:lnTo>
                    <a:pt x="2098222" y="2010311"/>
                  </a:lnTo>
                  <a:lnTo>
                    <a:pt x="2134232" y="1980554"/>
                  </a:lnTo>
                  <a:lnTo>
                    <a:pt x="2166514" y="1947366"/>
                  </a:lnTo>
                  <a:lnTo>
                    <a:pt x="2194738" y="1911053"/>
                  </a:lnTo>
                  <a:lnTo>
                    <a:pt x="2218572" y="1871920"/>
                  </a:lnTo>
                  <a:lnTo>
                    <a:pt x="2237686" y="1830276"/>
                  </a:lnTo>
                  <a:lnTo>
                    <a:pt x="2251749" y="1786425"/>
                  </a:lnTo>
                  <a:lnTo>
                    <a:pt x="2260430" y="1740674"/>
                  </a:lnTo>
                  <a:lnTo>
                    <a:pt x="2263397" y="1693330"/>
                  </a:lnTo>
                  <a:lnTo>
                    <a:pt x="2263107" y="1678587"/>
                  </a:lnTo>
                  <a:lnTo>
                    <a:pt x="2262213" y="1663970"/>
                  </a:lnTo>
                  <a:lnTo>
                    <a:pt x="2314291" y="1647617"/>
                  </a:lnTo>
                  <a:lnTo>
                    <a:pt x="2364302" y="1629718"/>
                  </a:lnTo>
                  <a:lnTo>
                    <a:pt x="2412162" y="1610220"/>
                  </a:lnTo>
                  <a:lnTo>
                    <a:pt x="2457784" y="1589074"/>
                  </a:lnTo>
                  <a:lnTo>
                    <a:pt x="2501082" y="1566229"/>
                  </a:lnTo>
                  <a:lnTo>
                    <a:pt x="2541972" y="1541635"/>
                  </a:lnTo>
                  <a:lnTo>
                    <a:pt x="2580368" y="1515241"/>
                  </a:lnTo>
                  <a:lnTo>
                    <a:pt x="2616184" y="1486997"/>
                  </a:lnTo>
                  <a:lnTo>
                    <a:pt x="2649334" y="1456852"/>
                  </a:lnTo>
                  <a:lnTo>
                    <a:pt x="2679733" y="1424756"/>
                  </a:lnTo>
                  <a:lnTo>
                    <a:pt x="2707296" y="1390658"/>
                  </a:lnTo>
                  <a:lnTo>
                    <a:pt x="2731937" y="1354507"/>
                  </a:lnTo>
                  <a:lnTo>
                    <a:pt x="2753570" y="1316254"/>
                  </a:lnTo>
                  <a:lnTo>
                    <a:pt x="2772109" y="1275848"/>
                  </a:lnTo>
                  <a:lnTo>
                    <a:pt x="2787470" y="1233237"/>
                  </a:lnTo>
                  <a:lnTo>
                    <a:pt x="2799566" y="1188373"/>
                  </a:lnTo>
                  <a:lnTo>
                    <a:pt x="2808312" y="1141203"/>
                  </a:lnTo>
                  <a:lnTo>
                    <a:pt x="2813622" y="1091678"/>
                  </a:lnTo>
                  <a:lnTo>
                    <a:pt x="2815411" y="1039748"/>
                  </a:lnTo>
                  <a:lnTo>
                    <a:pt x="2814346" y="998920"/>
                  </a:lnTo>
                  <a:lnTo>
                    <a:pt x="2811176" y="958491"/>
                  </a:lnTo>
                  <a:lnTo>
                    <a:pt x="2805941" y="918490"/>
                  </a:lnTo>
                  <a:lnTo>
                    <a:pt x="2798680" y="878945"/>
                  </a:lnTo>
                  <a:lnTo>
                    <a:pt x="2789431" y="839886"/>
                  </a:lnTo>
                  <a:lnTo>
                    <a:pt x="2778234" y="801341"/>
                  </a:lnTo>
                  <a:lnTo>
                    <a:pt x="2765129" y="763339"/>
                  </a:lnTo>
                  <a:lnTo>
                    <a:pt x="2750154" y="725909"/>
                  </a:lnTo>
                  <a:lnTo>
                    <a:pt x="2733348" y="689081"/>
                  </a:lnTo>
                  <a:lnTo>
                    <a:pt x="2714750" y="652882"/>
                  </a:lnTo>
                  <a:lnTo>
                    <a:pt x="2694400" y="617342"/>
                  </a:lnTo>
                  <a:lnTo>
                    <a:pt x="2672337" y="582490"/>
                  </a:lnTo>
                  <a:lnTo>
                    <a:pt x="2648599" y="548354"/>
                  </a:lnTo>
                  <a:lnTo>
                    <a:pt x="2623227" y="514964"/>
                  </a:lnTo>
                  <a:lnTo>
                    <a:pt x="2596258" y="482348"/>
                  </a:lnTo>
                  <a:lnTo>
                    <a:pt x="2567733" y="450535"/>
                  </a:lnTo>
                  <a:lnTo>
                    <a:pt x="2537689" y="419555"/>
                  </a:lnTo>
                  <a:lnTo>
                    <a:pt x="2506167" y="389435"/>
                  </a:lnTo>
                  <a:lnTo>
                    <a:pt x="2473206" y="360206"/>
                  </a:lnTo>
                  <a:lnTo>
                    <a:pt x="2438844" y="331895"/>
                  </a:lnTo>
                  <a:lnTo>
                    <a:pt x="2403121" y="304532"/>
                  </a:lnTo>
                  <a:lnTo>
                    <a:pt x="2366076" y="278146"/>
                  </a:lnTo>
                  <a:lnTo>
                    <a:pt x="2327748" y="252765"/>
                  </a:lnTo>
                  <a:lnTo>
                    <a:pt x="2288176" y="228418"/>
                  </a:lnTo>
                  <a:lnTo>
                    <a:pt x="2247399" y="205135"/>
                  </a:lnTo>
                  <a:lnTo>
                    <a:pt x="2205456" y="182944"/>
                  </a:lnTo>
                  <a:lnTo>
                    <a:pt x="2162387" y="161874"/>
                  </a:lnTo>
                  <a:lnTo>
                    <a:pt x="2118230" y="141954"/>
                  </a:lnTo>
                  <a:lnTo>
                    <a:pt x="2073025" y="123213"/>
                  </a:lnTo>
                  <a:lnTo>
                    <a:pt x="2026811" y="105679"/>
                  </a:lnTo>
                  <a:lnTo>
                    <a:pt x="1979626" y="89383"/>
                  </a:lnTo>
                  <a:lnTo>
                    <a:pt x="1931511" y="74351"/>
                  </a:lnTo>
                  <a:lnTo>
                    <a:pt x="1882504" y="60615"/>
                  </a:lnTo>
                  <a:lnTo>
                    <a:pt x="1832644" y="48201"/>
                  </a:lnTo>
                  <a:lnTo>
                    <a:pt x="1781970" y="37140"/>
                  </a:lnTo>
                  <a:lnTo>
                    <a:pt x="1730522" y="27460"/>
                  </a:lnTo>
                  <a:lnTo>
                    <a:pt x="1678338" y="19189"/>
                  </a:lnTo>
                  <a:lnTo>
                    <a:pt x="1625458" y="12358"/>
                  </a:lnTo>
                  <a:lnTo>
                    <a:pt x="1571921" y="6995"/>
                  </a:lnTo>
                  <a:lnTo>
                    <a:pt x="1517766" y="3128"/>
                  </a:lnTo>
                  <a:lnTo>
                    <a:pt x="1463032" y="786"/>
                  </a:lnTo>
                  <a:lnTo>
                    <a:pt x="1407758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126099" y="5254116"/>
              <a:ext cx="1762125" cy="2732405"/>
            </a:xfrm>
            <a:custGeom>
              <a:avLst/>
              <a:gdLst/>
              <a:ahLst/>
              <a:cxnLst/>
              <a:rect l="l" t="t" r="r" b="b"/>
              <a:pathLst>
                <a:path w="1762125" h="2732404">
                  <a:moveTo>
                    <a:pt x="880810" y="0"/>
                  </a:moveTo>
                  <a:lnTo>
                    <a:pt x="806738" y="4762"/>
                  </a:lnTo>
                  <a:lnTo>
                    <a:pt x="734364" y="18797"/>
                  </a:lnTo>
                  <a:lnTo>
                    <a:pt x="663932" y="41724"/>
                  </a:lnTo>
                  <a:lnTo>
                    <a:pt x="595688" y="73165"/>
                  </a:lnTo>
                  <a:lnTo>
                    <a:pt x="562462" y="91960"/>
                  </a:lnTo>
                  <a:lnTo>
                    <a:pt x="529875" y="112741"/>
                  </a:lnTo>
                  <a:lnTo>
                    <a:pt x="497956" y="135460"/>
                  </a:lnTo>
                  <a:lnTo>
                    <a:pt x="466738" y="160071"/>
                  </a:lnTo>
                  <a:lnTo>
                    <a:pt x="436249" y="186525"/>
                  </a:lnTo>
                  <a:lnTo>
                    <a:pt x="406521" y="214776"/>
                  </a:lnTo>
                  <a:lnTo>
                    <a:pt x="377585" y="244776"/>
                  </a:lnTo>
                  <a:lnTo>
                    <a:pt x="349471" y="276478"/>
                  </a:lnTo>
                  <a:lnTo>
                    <a:pt x="322209" y="309833"/>
                  </a:lnTo>
                  <a:lnTo>
                    <a:pt x="295830" y="344796"/>
                  </a:lnTo>
                  <a:lnTo>
                    <a:pt x="270364" y="381317"/>
                  </a:lnTo>
                  <a:lnTo>
                    <a:pt x="245843" y="419351"/>
                  </a:lnTo>
                  <a:lnTo>
                    <a:pt x="222297" y="458849"/>
                  </a:lnTo>
                  <a:lnTo>
                    <a:pt x="199756" y="499765"/>
                  </a:lnTo>
                  <a:lnTo>
                    <a:pt x="178251" y="542050"/>
                  </a:lnTo>
                  <a:lnTo>
                    <a:pt x="157812" y="585657"/>
                  </a:lnTo>
                  <a:lnTo>
                    <a:pt x="138470" y="630539"/>
                  </a:lnTo>
                  <a:lnTo>
                    <a:pt x="120256" y="676648"/>
                  </a:lnTo>
                  <a:lnTo>
                    <a:pt x="103201" y="723938"/>
                  </a:lnTo>
                  <a:lnTo>
                    <a:pt x="87334" y="772360"/>
                  </a:lnTo>
                  <a:lnTo>
                    <a:pt x="72686" y="821867"/>
                  </a:lnTo>
                  <a:lnTo>
                    <a:pt x="59288" y="872412"/>
                  </a:lnTo>
                  <a:lnTo>
                    <a:pt x="47171" y="923947"/>
                  </a:lnTo>
                  <a:lnTo>
                    <a:pt x="36365" y="976425"/>
                  </a:lnTo>
                  <a:lnTo>
                    <a:pt x="26900" y="1029798"/>
                  </a:lnTo>
                  <a:lnTo>
                    <a:pt x="18808" y="1084020"/>
                  </a:lnTo>
                  <a:lnTo>
                    <a:pt x="12119" y="1139042"/>
                  </a:lnTo>
                  <a:lnTo>
                    <a:pt x="6862" y="1194817"/>
                  </a:lnTo>
                  <a:lnTo>
                    <a:pt x="3070" y="1251298"/>
                  </a:lnTo>
                  <a:lnTo>
                    <a:pt x="772" y="1308438"/>
                  </a:lnTo>
                  <a:lnTo>
                    <a:pt x="0" y="1366188"/>
                  </a:lnTo>
                  <a:lnTo>
                    <a:pt x="772" y="1423939"/>
                  </a:lnTo>
                  <a:lnTo>
                    <a:pt x="3070" y="1481080"/>
                  </a:lnTo>
                  <a:lnTo>
                    <a:pt x="6862" y="1537561"/>
                  </a:lnTo>
                  <a:lnTo>
                    <a:pt x="12119" y="1593337"/>
                  </a:lnTo>
                  <a:lnTo>
                    <a:pt x="18808" y="1648360"/>
                  </a:lnTo>
                  <a:lnTo>
                    <a:pt x="26900" y="1702582"/>
                  </a:lnTo>
                  <a:lnTo>
                    <a:pt x="36365" y="1755956"/>
                  </a:lnTo>
                  <a:lnTo>
                    <a:pt x="47171" y="1808434"/>
                  </a:lnTo>
                  <a:lnTo>
                    <a:pt x="59288" y="1859969"/>
                  </a:lnTo>
                  <a:lnTo>
                    <a:pt x="72686" y="1910514"/>
                  </a:lnTo>
                  <a:lnTo>
                    <a:pt x="87334" y="1960021"/>
                  </a:lnTo>
                  <a:lnTo>
                    <a:pt x="103201" y="2008443"/>
                  </a:lnTo>
                  <a:lnTo>
                    <a:pt x="120256" y="2055733"/>
                  </a:lnTo>
                  <a:lnTo>
                    <a:pt x="138470" y="2101842"/>
                  </a:lnTo>
                  <a:lnTo>
                    <a:pt x="157812" y="2146724"/>
                  </a:lnTo>
                  <a:lnTo>
                    <a:pt x="178251" y="2190331"/>
                  </a:lnTo>
                  <a:lnTo>
                    <a:pt x="199756" y="2232616"/>
                  </a:lnTo>
                  <a:lnTo>
                    <a:pt x="222297" y="2273531"/>
                  </a:lnTo>
                  <a:lnTo>
                    <a:pt x="245843" y="2313029"/>
                  </a:lnTo>
                  <a:lnTo>
                    <a:pt x="270364" y="2351063"/>
                  </a:lnTo>
                  <a:lnTo>
                    <a:pt x="295830" y="2387584"/>
                  </a:lnTo>
                  <a:lnTo>
                    <a:pt x="322209" y="2422547"/>
                  </a:lnTo>
                  <a:lnTo>
                    <a:pt x="349471" y="2455902"/>
                  </a:lnTo>
                  <a:lnTo>
                    <a:pt x="377585" y="2487603"/>
                  </a:lnTo>
                  <a:lnTo>
                    <a:pt x="406521" y="2517603"/>
                  </a:lnTo>
                  <a:lnTo>
                    <a:pt x="436249" y="2545854"/>
                  </a:lnTo>
                  <a:lnTo>
                    <a:pt x="466738" y="2572308"/>
                  </a:lnTo>
                  <a:lnTo>
                    <a:pt x="497956" y="2596918"/>
                  </a:lnTo>
                  <a:lnTo>
                    <a:pt x="529875" y="2619637"/>
                  </a:lnTo>
                  <a:lnTo>
                    <a:pt x="562462" y="2640418"/>
                  </a:lnTo>
                  <a:lnTo>
                    <a:pt x="595688" y="2659212"/>
                  </a:lnTo>
                  <a:lnTo>
                    <a:pt x="663932" y="2690653"/>
                  </a:lnTo>
                  <a:lnTo>
                    <a:pt x="734364" y="2713580"/>
                  </a:lnTo>
                  <a:lnTo>
                    <a:pt x="806738" y="2727615"/>
                  </a:lnTo>
                  <a:lnTo>
                    <a:pt x="880810" y="2732377"/>
                  </a:lnTo>
                  <a:lnTo>
                    <a:pt x="918043" y="2731179"/>
                  </a:lnTo>
                  <a:lnTo>
                    <a:pt x="991297" y="2721733"/>
                  </a:lnTo>
                  <a:lnTo>
                    <a:pt x="1062731" y="2703204"/>
                  </a:lnTo>
                  <a:lnTo>
                    <a:pt x="1132099" y="2675973"/>
                  </a:lnTo>
                  <a:lnTo>
                    <a:pt x="1199159" y="2640418"/>
                  </a:lnTo>
                  <a:lnTo>
                    <a:pt x="1231746" y="2619637"/>
                  </a:lnTo>
                  <a:lnTo>
                    <a:pt x="1263664" y="2596918"/>
                  </a:lnTo>
                  <a:lnTo>
                    <a:pt x="1294883" y="2572308"/>
                  </a:lnTo>
                  <a:lnTo>
                    <a:pt x="1325372" y="2545854"/>
                  </a:lnTo>
                  <a:lnTo>
                    <a:pt x="1355099" y="2517603"/>
                  </a:lnTo>
                  <a:lnTo>
                    <a:pt x="1384036" y="2487603"/>
                  </a:lnTo>
                  <a:lnTo>
                    <a:pt x="1412150" y="2455902"/>
                  </a:lnTo>
                  <a:lnTo>
                    <a:pt x="1439412" y="2422547"/>
                  </a:lnTo>
                  <a:lnTo>
                    <a:pt x="1465791" y="2387584"/>
                  </a:lnTo>
                  <a:lnTo>
                    <a:pt x="1491256" y="2351063"/>
                  </a:lnTo>
                  <a:lnTo>
                    <a:pt x="1515778" y="2313029"/>
                  </a:lnTo>
                  <a:lnTo>
                    <a:pt x="1539324" y="2273531"/>
                  </a:lnTo>
                  <a:lnTo>
                    <a:pt x="1561865" y="2232616"/>
                  </a:lnTo>
                  <a:lnTo>
                    <a:pt x="1583370" y="2190331"/>
                  </a:lnTo>
                  <a:lnTo>
                    <a:pt x="1603809" y="2146724"/>
                  </a:lnTo>
                  <a:lnTo>
                    <a:pt x="1623150" y="2101842"/>
                  </a:lnTo>
                  <a:lnTo>
                    <a:pt x="1641364" y="2055733"/>
                  </a:lnTo>
                  <a:lnTo>
                    <a:pt x="1658420" y="2008443"/>
                  </a:lnTo>
                  <a:lnTo>
                    <a:pt x="1674287" y="1960021"/>
                  </a:lnTo>
                  <a:lnTo>
                    <a:pt x="1688935" y="1910514"/>
                  </a:lnTo>
                  <a:lnTo>
                    <a:pt x="1702332" y="1859969"/>
                  </a:lnTo>
                  <a:lnTo>
                    <a:pt x="1714450" y="1808434"/>
                  </a:lnTo>
                  <a:lnTo>
                    <a:pt x="1725256" y="1755956"/>
                  </a:lnTo>
                  <a:lnTo>
                    <a:pt x="1734720" y="1702582"/>
                  </a:lnTo>
                  <a:lnTo>
                    <a:pt x="1742813" y="1648360"/>
                  </a:lnTo>
                  <a:lnTo>
                    <a:pt x="1749502" y="1593337"/>
                  </a:lnTo>
                  <a:lnTo>
                    <a:pt x="1754758" y="1537561"/>
                  </a:lnTo>
                  <a:lnTo>
                    <a:pt x="1758551" y="1481080"/>
                  </a:lnTo>
                  <a:lnTo>
                    <a:pt x="1760849" y="1423939"/>
                  </a:lnTo>
                  <a:lnTo>
                    <a:pt x="1761621" y="1366188"/>
                  </a:lnTo>
                  <a:lnTo>
                    <a:pt x="1760849" y="1308438"/>
                  </a:lnTo>
                  <a:lnTo>
                    <a:pt x="1758551" y="1251298"/>
                  </a:lnTo>
                  <a:lnTo>
                    <a:pt x="1754758" y="1194817"/>
                  </a:lnTo>
                  <a:lnTo>
                    <a:pt x="1749502" y="1139042"/>
                  </a:lnTo>
                  <a:lnTo>
                    <a:pt x="1742813" y="1084020"/>
                  </a:lnTo>
                  <a:lnTo>
                    <a:pt x="1734720" y="1029798"/>
                  </a:lnTo>
                  <a:lnTo>
                    <a:pt x="1725256" y="976425"/>
                  </a:lnTo>
                  <a:lnTo>
                    <a:pt x="1714450" y="923947"/>
                  </a:lnTo>
                  <a:lnTo>
                    <a:pt x="1702332" y="872412"/>
                  </a:lnTo>
                  <a:lnTo>
                    <a:pt x="1688935" y="821867"/>
                  </a:lnTo>
                  <a:lnTo>
                    <a:pt x="1674287" y="772360"/>
                  </a:lnTo>
                  <a:lnTo>
                    <a:pt x="1658420" y="723938"/>
                  </a:lnTo>
                  <a:lnTo>
                    <a:pt x="1641364" y="676648"/>
                  </a:lnTo>
                  <a:lnTo>
                    <a:pt x="1623150" y="630539"/>
                  </a:lnTo>
                  <a:lnTo>
                    <a:pt x="1603809" y="585657"/>
                  </a:lnTo>
                  <a:lnTo>
                    <a:pt x="1583370" y="542050"/>
                  </a:lnTo>
                  <a:lnTo>
                    <a:pt x="1561865" y="499765"/>
                  </a:lnTo>
                  <a:lnTo>
                    <a:pt x="1539324" y="458849"/>
                  </a:lnTo>
                  <a:lnTo>
                    <a:pt x="1515778" y="419351"/>
                  </a:lnTo>
                  <a:lnTo>
                    <a:pt x="1491256" y="381317"/>
                  </a:lnTo>
                  <a:lnTo>
                    <a:pt x="1465791" y="344796"/>
                  </a:lnTo>
                  <a:lnTo>
                    <a:pt x="1439412" y="309833"/>
                  </a:lnTo>
                  <a:lnTo>
                    <a:pt x="1412150" y="276478"/>
                  </a:lnTo>
                  <a:lnTo>
                    <a:pt x="1384036" y="244776"/>
                  </a:lnTo>
                  <a:lnTo>
                    <a:pt x="1355099" y="214776"/>
                  </a:lnTo>
                  <a:lnTo>
                    <a:pt x="1325372" y="186525"/>
                  </a:lnTo>
                  <a:lnTo>
                    <a:pt x="1294883" y="160071"/>
                  </a:lnTo>
                  <a:lnTo>
                    <a:pt x="1263664" y="135460"/>
                  </a:lnTo>
                  <a:lnTo>
                    <a:pt x="1231746" y="112741"/>
                  </a:lnTo>
                  <a:lnTo>
                    <a:pt x="1199159" y="91960"/>
                  </a:lnTo>
                  <a:lnTo>
                    <a:pt x="1165933" y="73165"/>
                  </a:lnTo>
                  <a:lnTo>
                    <a:pt x="1097688" y="41724"/>
                  </a:lnTo>
                  <a:lnTo>
                    <a:pt x="1027257" y="18797"/>
                  </a:lnTo>
                  <a:lnTo>
                    <a:pt x="954882" y="4762"/>
                  </a:lnTo>
                  <a:lnTo>
                    <a:pt x="88081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067441" y="6200067"/>
              <a:ext cx="0" cy="2393950"/>
            </a:xfrm>
            <a:custGeom>
              <a:avLst/>
              <a:gdLst/>
              <a:ahLst/>
              <a:cxnLst/>
              <a:rect l="l" t="t" r="r" b="b"/>
              <a:pathLst>
                <a:path w="0" h="2393950">
                  <a:moveTo>
                    <a:pt x="0" y="0"/>
                  </a:moveTo>
                  <a:lnTo>
                    <a:pt x="0" y="2393832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5891525" y="6604182"/>
              <a:ext cx="176530" cy="741680"/>
            </a:xfrm>
            <a:custGeom>
              <a:avLst/>
              <a:gdLst/>
              <a:ahLst/>
              <a:cxnLst/>
              <a:rect l="l" t="t" r="r" b="b"/>
              <a:pathLst>
                <a:path w="176530" h="741679">
                  <a:moveTo>
                    <a:pt x="0" y="0"/>
                  </a:moveTo>
                  <a:lnTo>
                    <a:pt x="0" y="311655"/>
                  </a:lnTo>
                  <a:lnTo>
                    <a:pt x="2462" y="359051"/>
                  </a:lnTo>
                  <a:lnTo>
                    <a:pt x="9786" y="405749"/>
                  </a:lnTo>
                  <a:lnTo>
                    <a:pt x="21873" y="451383"/>
                  </a:lnTo>
                  <a:lnTo>
                    <a:pt x="38625" y="495583"/>
                  </a:lnTo>
                  <a:lnTo>
                    <a:pt x="59945" y="537983"/>
                  </a:lnTo>
                  <a:lnTo>
                    <a:pt x="175921" y="741537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951735" y="7751204"/>
              <a:ext cx="5887720" cy="1141730"/>
            </a:xfrm>
            <a:custGeom>
              <a:avLst/>
              <a:gdLst/>
              <a:ahLst/>
              <a:cxnLst/>
              <a:rect l="l" t="t" r="r" b="b"/>
              <a:pathLst>
                <a:path w="5887719" h="1141729">
                  <a:moveTo>
                    <a:pt x="3383457" y="0"/>
                  </a:moveTo>
                  <a:lnTo>
                    <a:pt x="3333429" y="1441"/>
                  </a:lnTo>
                  <a:lnTo>
                    <a:pt x="3284526" y="5660"/>
                  </a:lnTo>
                  <a:lnTo>
                    <a:pt x="3236660" y="12501"/>
                  </a:lnTo>
                  <a:lnTo>
                    <a:pt x="3189746" y="21805"/>
                  </a:lnTo>
                  <a:lnTo>
                    <a:pt x="3143696" y="33416"/>
                  </a:lnTo>
                  <a:lnTo>
                    <a:pt x="3098423" y="47178"/>
                  </a:lnTo>
                  <a:lnTo>
                    <a:pt x="3053841" y="62932"/>
                  </a:lnTo>
                  <a:lnTo>
                    <a:pt x="3009862" y="80522"/>
                  </a:lnTo>
                  <a:lnTo>
                    <a:pt x="2966401" y="99791"/>
                  </a:lnTo>
                  <a:lnTo>
                    <a:pt x="2923369" y="120583"/>
                  </a:lnTo>
                  <a:lnTo>
                    <a:pt x="2880681" y="142739"/>
                  </a:lnTo>
                  <a:lnTo>
                    <a:pt x="2838249" y="166103"/>
                  </a:lnTo>
                  <a:lnTo>
                    <a:pt x="2795987" y="190517"/>
                  </a:lnTo>
                  <a:lnTo>
                    <a:pt x="2753808" y="215826"/>
                  </a:lnTo>
                  <a:lnTo>
                    <a:pt x="2711625" y="241872"/>
                  </a:lnTo>
                  <a:lnTo>
                    <a:pt x="2669351" y="268497"/>
                  </a:lnTo>
                  <a:lnTo>
                    <a:pt x="2541116" y="350282"/>
                  </a:lnTo>
                  <a:lnTo>
                    <a:pt x="2509938" y="315171"/>
                  </a:lnTo>
                  <a:lnTo>
                    <a:pt x="2474156" y="283582"/>
                  </a:lnTo>
                  <a:lnTo>
                    <a:pt x="2434198" y="255873"/>
                  </a:lnTo>
                  <a:lnTo>
                    <a:pt x="2390490" y="232401"/>
                  </a:lnTo>
                  <a:lnTo>
                    <a:pt x="2343456" y="213522"/>
                  </a:lnTo>
                  <a:lnTo>
                    <a:pt x="2293523" y="199596"/>
                  </a:lnTo>
                  <a:lnTo>
                    <a:pt x="2241118" y="190977"/>
                  </a:lnTo>
                  <a:lnTo>
                    <a:pt x="2186666" y="188025"/>
                  </a:lnTo>
                  <a:lnTo>
                    <a:pt x="2136850" y="190492"/>
                  </a:lnTo>
                  <a:lnTo>
                    <a:pt x="2088729" y="197708"/>
                  </a:lnTo>
                  <a:lnTo>
                    <a:pt x="2042622" y="209399"/>
                  </a:lnTo>
                  <a:lnTo>
                    <a:pt x="1998848" y="225289"/>
                  </a:lnTo>
                  <a:lnTo>
                    <a:pt x="1957728" y="245103"/>
                  </a:lnTo>
                  <a:lnTo>
                    <a:pt x="1919579" y="268567"/>
                  </a:lnTo>
                  <a:lnTo>
                    <a:pt x="1884722" y="295404"/>
                  </a:lnTo>
                  <a:lnTo>
                    <a:pt x="1853477" y="325341"/>
                  </a:lnTo>
                  <a:lnTo>
                    <a:pt x="1826162" y="358101"/>
                  </a:lnTo>
                  <a:lnTo>
                    <a:pt x="1803097" y="393410"/>
                  </a:lnTo>
                  <a:lnTo>
                    <a:pt x="1784601" y="430993"/>
                  </a:lnTo>
                  <a:lnTo>
                    <a:pt x="1770995" y="470574"/>
                  </a:lnTo>
                  <a:lnTo>
                    <a:pt x="1762596" y="511879"/>
                  </a:lnTo>
                  <a:lnTo>
                    <a:pt x="1759726" y="554632"/>
                  </a:lnTo>
                  <a:lnTo>
                    <a:pt x="1761089" y="584089"/>
                  </a:lnTo>
                  <a:lnTo>
                    <a:pt x="1765154" y="613235"/>
                  </a:lnTo>
                  <a:lnTo>
                    <a:pt x="1771887" y="641881"/>
                  </a:lnTo>
                  <a:lnTo>
                    <a:pt x="1781254" y="669843"/>
                  </a:lnTo>
                  <a:lnTo>
                    <a:pt x="1737628" y="675336"/>
                  </a:lnTo>
                  <a:lnTo>
                    <a:pt x="1693057" y="679509"/>
                  </a:lnTo>
                  <a:lnTo>
                    <a:pt x="1647509" y="682302"/>
                  </a:lnTo>
                  <a:lnTo>
                    <a:pt x="1600953" y="683659"/>
                  </a:lnTo>
                  <a:lnTo>
                    <a:pt x="1553356" y="683520"/>
                  </a:lnTo>
                  <a:lnTo>
                    <a:pt x="1504685" y="681826"/>
                  </a:lnTo>
                  <a:lnTo>
                    <a:pt x="1454908" y="678520"/>
                  </a:lnTo>
                  <a:lnTo>
                    <a:pt x="1403993" y="673544"/>
                  </a:lnTo>
                  <a:lnTo>
                    <a:pt x="1351907" y="666838"/>
                  </a:lnTo>
                  <a:lnTo>
                    <a:pt x="1298619" y="658344"/>
                  </a:lnTo>
                  <a:lnTo>
                    <a:pt x="1244096" y="648005"/>
                  </a:lnTo>
                  <a:lnTo>
                    <a:pt x="1188305" y="635761"/>
                  </a:lnTo>
                  <a:lnTo>
                    <a:pt x="1131215" y="621554"/>
                  </a:lnTo>
                  <a:lnTo>
                    <a:pt x="1072792" y="605326"/>
                  </a:lnTo>
                  <a:lnTo>
                    <a:pt x="1013005" y="587018"/>
                  </a:lnTo>
                  <a:lnTo>
                    <a:pt x="499135" y="559074"/>
                  </a:lnTo>
                  <a:lnTo>
                    <a:pt x="190424" y="760980"/>
                  </a:lnTo>
                  <a:lnTo>
                    <a:pt x="39752" y="1013538"/>
                  </a:lnTo>
                  <a:lnTo>
                    <a:pt x="0" y="1137546"/>
                  </a:lnTo>
                  <a:lnTo>
                    <a:pt x="5887339" y="1141179"/>
                  </a:lnTo>
                  <a:lnTo>
                    <a:pt x="5696696" y="1033469"/>
                  </a:lnTo>
                  <a:lnTo>
                    <a:pt x="5504641" y="1018054"/>
                  </a:lnTo>
                  <a:lnTo>
                    <a:pt x="5356308" y="1045244"/>
                  </a:lnTo>
                  <a:lnTo>
                    <a:pt x="5296833" y="1065349"/>
                  </a:lnTo>
                  <a:lnTo>
                    <a:pt x="5351013" y="792717"/>
                  </a:lnTo>
                  <a:lnTo>
                    <a:pt x="5332117" y="638454"/>
                  </a:lnTo>
                  <a:lnTo>
                    <a:pt x="5206886" y="545512"/>
                  </a:lnTo>
                  <a:lnTo>
                    <a:pt x="4942058" y="456844"/>
                  </a:lnTo>
                  <a:lnTo>
                    <a:pt x="4885843" y="441477"/>
                  </a:lnTo>
                  <a:lnTo>
                    <a:pt x="4832098" y="430255"/>
                  </a:lnTo>
                  <a:lnTo>
                    <a:pt x="4780792" y="422905"/>
                  </a:lnTo>
                  <a:lnTo>
                    <a:pt x="4731896" y="419152"/>
                  </a:lnTo>
                  <a:lnTo>
                    <a:pt x="4685379" y="418720"/>
                  </a:lnTo>
                  <a:lnTo>
                    <a:pt x="4641210" y="421337"/>
                  </a:lnTo>
                  <a:lnTo>
                    <a:pt x="4599359" y="426727"/>
                  </a:lnTo>
                  <a:lnTo>
                    <a:pt x="4559796" y="434616"/>
                  </a:lnTo>
                  <a:lnTo>
                    <a:pt x="4522490" y="444729"/>
                  </a:lnTo>
                  <a:lnTo>
                    <a:pt x="4476605" y="455921"/>
                  </a:lnTo>
                  <a:lnTo>
                    <a:pt x="4430449" y="461665"/>
                  </a:lnTo>
                  <a:lnTo>
                    <a:pt x="4384444" y="462103"/>
                  </a:lnTo>
                  <a:lnTo>
                    <a:pt x="4339014" y="457380"/>
                  </a:lnTo>
                  <a:lnTo>
                    <a:pt x="4294581" y="447639"/>
                  </a:lnTo>
                  <a:lnTo>
                    <a:pt x="4251568" y="433025"/>
                  </a:lnTo>
                  <a:lnTo>
                    <a:pt x="4210399" y="413680"/>
                  </a:lnTo>
                  <a:lnTo>
                    <a:pt x="4171495" y="389749"/>
                  </a:lnTo>
                  <a:lnTo>
                    <a:pt x="4135280" y="361376"/>
                  </a:lnTo>
                  <a:lnTo>
                    <a:pt x="4102177" y="328703"/>
                  </a:lnTo>
                  <a:lnTo>
                    <a:pt x="4072608" y="291875"/>
                  </a:lnTo>
                  <a:lnTo>
                    <a:pt x="4050848" y="263313"/>
                  </a:lnTo>
                  <a:lnTo>
                    <a:pt x="4026785" y="235283"/>
                  </a:lnTo>
                  <a:lnTo>
                    <a:pt x="3971291" y="181542"/>
                  </a:lnTo>
                  <a:lnTo>
                    <a:pt x="3939628" y="156192"/>
                  </a:lnTo>
                  <a:lnTo>
                    <a:pt x="3905201" y="132099"/>
                  </a:lnTo>
                  <a:lnTo>
                    <a:pt x="3867894" y="109441"/>
                  </a:lnTo>
                  <a:lnTo>
                    <a:pt x="3827591" y="88401"/>
                  </a:lnTo>
                  <a:lnTo>
                    <a:pt x="3784177" y="69159"/>
                  </a:lnTo>
                  <a:lnTo>
                    <a:pt x="3737536" y="51896"/>
                  </a:lnTo>
                  <a:lnTo>
                    <a:pt x="3687553" y="36792"/>
                  </a:lnTo>
                  <a:lnTo>
                    <a:pt x="3634112" y="24029"/>
                  </a:lnTo>
                  <a:lnTo>
                    <a:pt x="3577097" y="13787"/>
                  </a:lnTo>
                  <a:lnTo>
                    <a:pt x="3516394" y="6248"/>
                  </a:lnTo>
                  <a:lnTo>
                    <a:pt x="3451885" y="1592"/>
                  </a:lnTo>
                  <a:lnTo>
                    <a:pt x="338345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920569" y="6080542"/>
              <a:ext cx="2906395" cy="2371090"/>
            </a:xfrm>
            <a:custGeom>
              <a:avLst/>
              <a:gdLst/>
              <a:ahLst/>
              <a:cxnLst/>
              <a:rect l="l" t="t" r="r" b="b"/>
              <a:pathLst>
                <a:path w="2906394" h="2371090">
                  <a:moveTo>
                    <a:pt x="1645756" y="0"/>
                  </a:moveTo>
                  <a:lnTo>
                    <a:pt x="1602560" y="1791"/>
                  </a:lnTo>
                  <a:lnTo>
                    <a:pt x="1559838" y="5711"/>
                  </a:lnTo>
                  <a:lnTo>
                    <a:pt x="1517631" y="11725"/>
                  </a:lnTo>
                  <a:lnTo>
                    <a:pt x="1475985" y="19801"/>
                  </a:lnTo>
                  <a:lnTo>
                    <a:pt x="1434941" y="29907"/>
                  </a:lnTo>
                  <a:lnTo>
                    <a:pt x="1394544" y="42008"/>
                  </a:lnTo>
                  <a:lnTo>
                    <a:pt x="1354836" y="56073"/>
                  </a:lnTo>
                  <a:lnTo>
                    <a:pt x="1315861" y="72068"/>
                  </a:lnTo>
                  <a:lnTo>
                    <a:pt x="1277662" y="89960"/>
                  </a:lnTo>
                  <a:lnTo>
                    <a:pt x="1240282" y="109717"/>
                  </a:lnTo>
                  <a:lnTo>
                    <a:pt x="1203764" y="131305"/>
                  </a:lnTo>
                  <a:lnTo>
                    <a:pt x="1168152" y="154691"/>
                  </a:lnTo>
                  <a:lnTo>
                    <a:pt x="1133489" y="179843"/>
                  </a:lnTo>
                  <a:lnTo>
                    <a:pt x="1099818" y="206727"/>
                  </a:lnTo>
                  <a:lnTo>
                    <a:pt x="1067182" y="235311"/>
                  </a:lnTo>
                  <a:lnTo>
                    <a:pt x="1035624" y="265562"/>
                  </a:lnTo>
                  <a:lnTo>
                    <a:pt x="1005189" y="297446"/>
                  </a:lnTo>
                  <a:lnTo>
                    <a:pt x="975918" y="330931"/>
                  </a:lnTo>
                  <a:lnTo>
                    <a:pt x="947856" y="365984"/>
                  </a:lnTo>
                  <a:lnTo>
                    <a:pt x="921045" y="402571"/>
                  </a:lnTo>
                  <a:lnTo>
                    <a:pt x="895528" y="440661"/>
                  </a:lnTo>
                  <a:lnTo>
                    <a:pt x="871350" y="480219"/>
                  </a:lnTo>
                  <a:lnTo>
                    <a:pt x="848553" y="521214"/>
                  </a:lnTo>
                  <a:lnTo>
                    <a:pt x="827180" y="563611"/>
                  </a:lnTo>
                  <a:lnTo>
                    <a:pt x="807274" y="607379"/>
                  </a:lnTo>
                  <a:lnTo>
                    <a:pt x="788880" y="652484"/>
                  </a:lnTo>
                  <a:lnTo>
                    <a:pt x="772039" y="698893"/>
                  </a:lnTo>
                  <a:lnTo>
                    <a:pt x="756796" y="746573"/>
                  </a:lnTo>
                  <a:lnTo>
                    <a:pt x="743194" y="795491"/>
                  </a:lnTo>
                  <a:lnTo>
                    <a:pt x="731275" y="845615"/>
                  </a:lnTo>
                  <a:lnTo>
                    <a:pt x="721083" y="896912"/>
                  </a:lnTo>
                  <a:lnTo>
                    <a:pt x="712661" y="949347"/>
                  </a:lnTo>
                  <a:lnTo>
                    <a:pt x="706053" y="1002890"/>
                  </a:lnTo>
                  <a:lnTo>
                    <a:pt x="701301" y="1057506"/>
                  </a:lnTo>
                  <a:lnTo>
                    <a:pt x="698449" y="1113162"/>
                  </a:lnTo>
                  <a:lnTo>
                    <a:pt x="697638" y="1152576"/>
                  </a:lnTo>
                  <a:lnTo>
                    <a:pt x="697802" y="1191904"/>
                  </a:lnTo>
                  <a:lnTo>
                    <a:pt x="698925" y="1231117"/>
                  </a:lnTo>
                  <a:lnTo>
                    <a:pt x="700994" y="1270184"/>
                  </a:lnTo>
                  <a:lnTo>
                    <a:pt x="683717" y="1267865"/>
                  </a:lnTo>
                  <a:lnTo>
                    <a:pt x="666382" y="1266046"/>
                  </a:lnTo>
                  <a:lnTo>
                    <a:pt x="649001" y="1264728"/>
                  </a:lnTo>
                  <a:lnTo>
                    <a:pt x="631582" y="1263911"/>
                  </a:lnTo>
                  <a:lnTo>
                    <a:pt x="584060" y="1264153"/>
                  </a:lnTo>
                  <a:lnTo>
                    <a:pt x="536958" y="1267976"/>
                  </a:lnTo>
                  <a:lnTo>
                    <a:pt x="490486" y="1275247"/>
                  </a:lnTo>
                  <a:lnTo>
                    <a:pt x="444854" y="1285827"/>
                  </a:lnTo>
                  <a:lnTo>
                    <a:pt x="400271" y="1299580"/>
                  </a:lnTo>
                  <a:lnTo>
                    <a:pt x="356947" y="1316370"/>
                  </a:lnTo>
                  <a:lnTo>
                    <a:pt x="315091" y="1336060"/>
                  </a:lnTo>
                  <a:lnTo>
                    <a:pt x="274914" y="1358515"/>
                  </a:lnTo>
                  <a:lnTo>
                    <a:pt x="236624" y="1383596"/>
                  </a:lnTo>
                  <a:lnTo>
                    <a:pt x="200432" y="1411169"/>
                  </a:lnTo>
                  <a:lnTo>
                    <a:pt x="166547" y="1441096"/>
                  </a:lnTo>
                  <a:lnTo>
                    <a:pt x="135179" y="1473240"/>
                  </a:lnTo>
                  <a:lnTo>
                    <a:pt x="106537" y="1507467"/>
                  </a:lnTo>
                  <a:lnTo>
                    <a:pt x="80832" y="1543638"/>
                  </a:lnTo>
                  <a:lnTo>
                    <a:pt x="58272" y="1581617"/>
                  </a:lnTo>
                  <a:lnTo>
                    <a:pt x="39068" y="1621269"/>
                  </a:lnTo>
                  <a:lnTo>
                    <a:pt x="23429" y="1662455"/>
                  </a:lnTo>
                  <a:lnTo>
                    <a:pt x="11565" y="1705041"/>
                  </a:lnTo>
                  <a:lnTo>
                    <a:pt x="3685" y="1748890"/>
                  </a:lnTo>
                  <a:lnTo>
                    <a:pt x="0" y="1793864"/>
                  </a:lnTo>
                  <a:lnTo>
                    <a:pt x="679" y="1838964"/>
                  </a:lnTo>
                  <a:lnTo>
                    <a:pt x="5622" y="1883187"/>
                  </a:lnTo>
                  <a:lnTo>
                    <a:pt x="14627" y="1926385"/>
                  </a:lnTo>
                  <a:lnTo>
                    <a:pt x="27495" y="1968414"/>
                  </a:lnTo>
                  <a:lnTo>
                    <a:pt x="44024" y="2009125"/>
                  </a:lnTo>
                  <a:lnTo>
                    <a:pt x="64015" y="2048374"/>
                  </a:lnTo>
                  <a:lnTo>
                    <a:pt x="87266" y="2086013"/>
                  </a:lnTo>
                  <a:lnTo>
                    <a:pt x="113578" y="2121897"/>
                  </a:lnTo>
                  <a:lnTo>
                    <a:pt x="142750" y="2155878"/>
                  </a:lnTo>
                  <a:lnTo>
                    <a:pt x="174582" y="2187811"/>
                  </a:lnTo>
                  <a:lnTo>
                    <a:pt x="208872" y="2217550"/>
                  </a:lnTo>
                  <a:lnTo>
                    <a:pt x="245422" y="2244947"/>
                  </a:lnTo>
                  <a:lnTo>
                    <a:pt x="284029" y="2269857"/>
                  </a:lnTo>
                  <a:lnTo>
                    <a:pt x="324494" y="2292133"/>
                  </a:lnTo>
                  <a:lnTo>
                    <a:pt x="366616" y="2311629"/>
                  </a:lnTo>
                  <a:lnTo>
                    <a:pt x="410195" y="2328199"/>
                  </a:lnTo>
                  <a:lnTo>
                    <a:pt x="455031" y="2341696"/>
                  </a:lnTo>
                  <a:lnTo>
                    <a:pt x="500922" y="2351974"/>
                  </a:lnTo>
                  <a:lnTo>
                    <a:pt x="547669" y="2358886"/>
                  </a:lnTo>
                  <a:lnTo>
                    <a:pt x="595070" y="2362286"/>
                  </a:lnTo>
                  <a:lnTo>
                    <a:pt x="1553847" y="2370600"/>
                  </a:lnTo>
                  <a:lnTo>
                    <a:pt x="1567900" y="2369801"/>
                  </a:lnTo>
                  <a:lnTo>
                    <a:pt x="1610443" y="2365260"/>
                  </a:lnTo>
                  <a:lnTo>
                    <a:pt x="1675280" y="2355175"/>
                  </a:lnTo>
                  <a:lnTo>
                    <a:pt x="1737545" y="2344027"/>
                  </a:lnTo>
                  <a:lnTo>
                    <a:pt x="1797275" y="2331808"/>
                  </a:lnTo>
                  <a:lnTo>
                    <a:pt x="1854512" y="2318507"/>
                  </a:lnTo>
                  <a:lnTo>
                    <a:pt x="1909295" y="2304116"/>
                  </a:lnTo>
                  <a:lnTo>
                    <a:pt x="1961664" y="2288622"/>
                  </a:lnTo>
                  <a:lnTo>
                    <a:pt x="2011659" y="2272018"/>
                  </a:lnTo>
                  <a:lnTo>
                    <a:pt x="2059320" y="2254293"/>
                  </a:lnTo>
                  <a:lnTo>
                    <a:pt x="2104687" y="2235437"/>
                  </a:lnTo>
                  <a:lnTo>
                    <a:pt x="2147799" y="2215441"/>
                  </a:lnTo>
                  <a:lnTo>
                    <a:pt x="2188697" y="2194294"/>
                  </a:lnTo>
                  <a:lnTo>
                    <a:pt x="2227421" y="2171987"/>
                  </a:lnTo>
                  <a:lnTo>
                    <a:pt x="2264010" y="2148510"/>
                  </a:lnTo>
                  <a:lnTo>
                    <a:pt x="2298504" y="2123852"/>
                  </a:lnTo>
                  <a:lnTo>
                    <a:pt x="2330944" y="2098005"/>
                  </a:lnTo>
                  <a:lnTo>
                    <a:pt x="2361368" y="2070958"/>
                  </a:lnTo>
                  <a:lnTo>
                    <a:pt x="2389818" y="2042701"/>
                  </a:lnTo>
                  <a:lnTo>
                    <a:pt x="2416333" y="2013225"/>
                  </a:lnTo>
                  <a:lnTo>
                    <a:pt x="2440952" y="1982520"/>
                  </a:lnTo>
                  <a:lnTo>
                    <a:pt x="2463717" y="1950575"/>
                  </a:lnTo>
                  <a:lnTo>
                    <a:pt x="2484666" y="1917382"/>
                  </a:lnTo>
                  <a:lnTo>
                    <a:pt x="2503839" y="1882929"/>
                  </a:lnTo>
                  <a:lnTo>
                    <a:pt x="2544362" y="1905612"/>
                  </a:lnTo>
                  <a:lnTo>
                    <a:pt x="2587045" y="1920316"/>
                  </a:lnTo>
                  <a:lnTo>
                    <a:pt x="2630879" y="1927230"/>
                  </a:lnTo>
                  <a:lnTo>
                    <a:pt x="2674854" y="1926544"/>
                  </a:lnTo>
                  <a:lnTo>
                    <a:pt x="2717960" y="1918447"/>
                  </a:lnTo>
                  <a:lnTo>
                    <a:pt x="2759186" y="1903130"/>
                  </a:lnTo>
                  <a:lnTo>
                    <a:pt x="2797524" y="1880781"/>
                  </a:lnTo>
                  <a:lnTo>
                    <a:pt x="2831963" y="1851590"/>
                  </a:lnTo>
                  <a:lnTo>
                    <a:pt x="2861494" y="1815748"/>
                  </a:lnTo>
                  <a:lnTo>
                    <a:pt x="2884173" y="1775225"/>
                  </a:lnTo>
                  <a:lnTo>
                    <a:pt x="2898874" y="1732541"/>
                  </a:lnTo>
                  <a:lnTo>
                    <a:pt x="2905787" y="1688706"/>
                  </a:lnTo>
                  <a:lnTo>
                    <a:pt x="2905099" y="1644730"/>
                  </a:lnTo>
                  <a:lnTo>
                    <a:pt x="2897002" y="1601624"/>
                  </a:lnTo>
                  <a:lnTo>
                    <a:pt x="2881684" y="1560397"/>
                  </a:lnTo>
                  <a:lnTo>
                    <a:pt x="2859335" y="1522059"/>
                  </a:lnTo>
                  <a:lnTo>
                    <a:pt x="2830144" y="1487621"/>
                  </a:lnTo>
                  <a:lnTo>
                    <a:pt x="2794302" y="1458094"/>
                  </a:lnTo>
                  <a:lnTo>
                    <a:pt x="2751631" y="1434519"/>
                  </a:lnTo>
                  <a:lnTo>
                    <a:pt x="2705696" y="1419509"/>
                  </a:lnTo>
                  <a:lnTo>
                    <a:pt x="2657764" y="1413349"/>
                  </a:lnTo>
                  <a:lnTo>
                    <a:pt x="2609103" y="1416326"/>
                  </a:lnTo>
                  <a:lnTo>
                    <a:pt x="2609958" y="1368380"/>
                  </a:lnTo>
                  <a:lnTo>
                    <a:pt x="2609845" y="1320435"/>
                  </a:lnTo>
                  <a:lnTo>
                    <a:pt x="2608764" y="1272506"/>
                  </a:lnTo>
                  <a:lnTo>
                    <a:pt x="2606716" y="1224607"/>
                  </a:lnTo>
                  <a:lnTo>
                    <a:pt x="2603700" y="1176752"/>
                  </a:lnTo>
                  <a:lnTo>
                    <a:pt x="2599012" y="1119548"/>
                  </a:lnTo>
                  <a:lnTo>
                    <a:pt x="2592889" y="1063299"/>
                  </a:lnTo>
                  <a:lnTo>
                    <a:pt x="2585350" y="1008043"/>
                  </a:lnTo>
                  <a:lnTo>
                    <a:pt x="2576408" y="953819"/>
                  </a:lnTo>
                  <a:lnTo>
                    <a:pt x="2566080" y="900668"/>
                  </a:lnTo>
                  <a:lnTo>
                    <a:pt x="2554382" y="848629"/>
                  </a:lnTo>
                  <a:lnTo>
                    <a:pt x="2541329" y="797741"/>
                  </a:lnTo>
                  <a:lnTo>
                    <a:pt x="2526936" y="748043"/>
                  </a:lnTo>
                  <a:lnTo>
                    <a:pt x="2511220" y="699576"/>
                  </a:lnTo>
                  <a:lnTo>
                    <a:pt x="2494196" y="652378"/>
                  </a:lnTo>
                  <a:lnTo>
                    <a:pt x="2475880" y="606489"/>
                  </a:lnTo>
                  <a:lnTo>
                    <a:pt x="2456287" y="561948"/>
                  </a:lnTo>
                  <a:lnTo>
                    <a:pt x="2435434" y="518795"/>
                  </a:lnTo>
                  <a:lnTo>
                    <a:pt x="2413335" y="477070"/>
                  </a:lnTo>
                  <a:lnTo>
                    <a:pt x="2390007" y="436811"/>
                  </a:lnTo>
                  <a:lnTo>
                    <a:pt x="2365465" y="398058"/>
                  </a:lnTo>
                  <a:lnTo>
                    <a:pt x="2339725" y="360850"/>
                  </a:lnTo>
                  <a:lnTo>
                    <a:pt x="2312802" y="325228"/>
                  </a:lnTo>
                  <a:lnTo>
                    <a:pt x="2284713" y="291230"/>
                  </a:lnTo>
                  <a:lnTo>
                    <a:pt x="2255472" y="258896"/>
                  </a:lnTo>
                  <a:lnTo>
                    <a:pt x="2225096" y="228266"/>
                  </a:lnTo>
                  <a:lnTo>
                    <a:pt x="2193600" y="199378"/>
                  </a:lnTo>
                  <a:lnTo>
                    <a:pt x="2161000" y="172272"/>
                  </a:lnTo>
                  <a:lnTo>
                    <a:pt x="2127311" y="146988"/>
                  </a:lnTo>
                  <a:lnTo>
                    <a:pt x="2092550" y="123565"/>
                  </a:lnTo>
                  <a:lnTo>
                    <a:pt x="2056732" y="102042"/>
                  </a:lnTo>
                  <a:lnTo>
                    <a:pt x="2019872" y="82459"/>
                  </a:lnTo>
                  <a:lnTo>
                    <a:pt x="1981986" y="64856"/>
                  </a:lnTo>
                  <a:lnTo>
                    <a:pt x="1943091" y="49272"/>
                  </a:lnTo>
                  <a:lnTo>
                    <a:pt x="1903201" y="35745"/>
                  </a:lnTo>
                  <a:lnTo>
                    <a:pt x="1862332" y="24317"/>
                  </a:lnTo>
                  <a:lnTo>
                    <a:pt x="1820500" y="15026"/>
                  </a:lnTo>
                  <a:lnTo>
                    <a:pt x="1777721" y="7911"/>
                  </a:lnTo>
                  <a:lnTo>
                    <a:pt x="1734010" y="3012"/>
                  </a:lnTo>
                  <a:lnTo>
                    <a:pt x="1689383" y="369"/>
                  </a:lnTo>
                  <a:lnTo>
                    <a:pt x="1645756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575762" y="6684657"/>
              <a:ext cx="0" cy="2200910"/>
            </a:xfrm>
            <a:custGeom>
              <a:avLst/>
              <a:gdLst/>
              <a:ahLst/>
              <a:cxnLst/>
              <a:rect l="l" t="t" r="r" b="b"/>
              <a:pathLst>
                <a:path w="0" h="2200909">
                  <a:moveTo>
                    <a:pt x="0" y="0"/>
                  </a:moveTo>
                  <a:lnTo>
                    <a:pt x="0" y="2200603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575762" y="6575108"/>
              <a:ext cx="219075" cy="580390"/>
            </a:xfrm>
            <a:custGeom>
              <a:avLst/>
              <a:gdLst/>
              <a:ahLst/>
              <a:cxnLst/>
              <a:rect l="l" t="t" r="r" b="b"/>
              <a:pathLst>
                <a:path w="219075" h="580390">
                  <a:moveTo>
                    <a:pt x="218914" y="0"/>
                  </a:moveTo>
                  <a:lnTo>
                    <a:pt x="218914" y="361203"/>
                  </a:lnTo>
                  <a:lnTo>
                    <a:pt x="213025" y="405109"/>
                  </a:lnTo>
                  <a:lnTo>
                    <a:pt x="196385" y="444564"/>
                  </a:lnTo>
                  <a:lnTo>
                    <a:pt x="170568" y="477994"/>
                  </a:lnTo>
                  <a:lnTo>
                    <a:pt x="137147" y="503825"/>
                  </a:lnTo>
                  <a:lnTo>
                    <a:pt x="97696" y="520483"/>
                  </a:lnTo>
                  <a:lnTo>
                    <a:pt x="53788" y="526392"/>
                  </a:lnTo>
                  <a:lnTo>
                    <a:pt x="32834" y="530617"/>
                  </a:lnTo>
                  <a:lnTo>
                    <a:pt x="15746" y="542139"/>
                  </a:lnTo>
                  <a:lnTo>
                    <a:pt x="4225" y="559226"/>
                  </a:lnTo>
                  <a:lnTo>
                    <a:pt x="0" y="580149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399610" y="6657797"/>
              <a:ext cx="176530" cy="287655"/>
            </a:xfrm>
            <a:custGeom>
              <a:avLst/>
              <a:gdLst/>
              <a:ahLst/>
              <a:cxnLst/>
              <a:rect l="l" t="t" r="r" b="b"/>
              <a:pathLst>
                <a:path w="176530" h="287654">
                  <a:moveTo>
                    <a:pt x="176151" y="287153"/>
                  </a:moveTo>
                  <a:lnTo>
                    <a:pt x="170629" y="232357"/>
                  </a:lnTo>
                  <a:lnTo>
                    <a:pt x="154490" y="180261"/>
                  </a:lnTo>
                  <a:lnTo>
                    <a:pt x="128373" y="132382"/>
                  </a:lnTo>
                  <a:lnTo>
                    <a:pt x="92918" y="90238"/>
                  </a:lnTo>
                  <a:lnTo>
                    <a:pt x="0" y="0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230168" y="7525102"/>
              <a:ext cx="346075" cy="516255"/>
            </a:xfrm>
            <a:custGeom>
              <a:avLst/>
              <a:gdLst/>
              <a:ahLst/>
              <a:cxnLst/>
              <a:rect l="l" t="t" r="r" b="b"/>
              <a:pathLst>
                <a:path w="346075" h="516254">
                  <a:moveTo>
                    <a:pt x="0" y="0"/>
                  </a:moveTo>
                  <a:lnTo>
                    <a:pt x="155754" y="123409"/>
                  </a:lnTo>
                  <a:lnTo>
                    <a:pt x="193846" y="156820"/>
                  </a:lnTo>
                  <a:lnTo>
                    <a:pt x="228071" y="193568"/>
                  </a:lnTo>
                  <a:lnTo>
                    <a:pt x="258265" y="233313"/>
                  </a:lnTo>
                  <a:lnTo>
                    <a:pt x="284265" y="275716"/>
                  </a:lnTo>
                  <a:lnTo>
                    <a:pt x="305905" y="320438"/>
                  </a:lnTo>
                  <a:lnTo>
                    <a:pt x="323021" y="367139"/>
                  </a:lnTo>
                  <a:lnTo>
                    <a:pt x="335451" y="415480"/>
                  </a:lnTo>
                  <a:lnTo>
                    <a:pt x="343029" y="465120"/>
                  </a:lnTo>
                  <a:lnTo>
                    <a:pt x="345591" y="515722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3711464" y="7897559"/>
              <a:ext cx="864869" cy="914400"/>
            </a:xfrm>
            <a:custGeom>
              <a:avLst/>
              <a:gdLst/>
              <a:ahLst/>
              <a:cxnLst/>
              <a:rect l="l" t="t" r="r" b="b"/>
              <a:pathLst>
                <a:path w="864869" h="914400">
                  <a:moveTo>
                    <a:pt x="864298" y="914129"/>
                  </a:moveTo>
                  <a:lnTo>
                    <a:pt x="858737" y="865857"/>
                  </a:lnTo>
                  <a:lnTo>
                    <a:pt x="842899" y="821545"/>
                  </a:lnTo>
                  <a:lnTo>
                    <a:pt x="818046" y="782455"/>
                  </a:lnTo>
                  <a:lnTo>
                    <a:pt x="785443" y="749852"/>
                  </a:lnTo>
                  <a:lnTo>
                    <a:pt x="746354" y="725000"/>
                  </a:lnTo>
                  <a:lnTo>
                    <a:pt x="702041" y="709161"/>
                  </a:lnTo>
                  <a:lnTo>
                    <a:pt x="653770" y="703601"/>
                  </a:lnTo>
                  <a:lnTo>
                    <a:pt x="349591" y="703601"/>
                  </a:lnTo>
                  <a:lnTo>
                    <a:pt x="302156" y="700410"/>
                  </a:lnTo>
                  <a:lnTo>
                    <a:pt x="256661" y="691115"/>
                  </a:lnTo>
                  <a:lnTo>
                    <a:pt x="213522" y="676132"/>
                  </a:lnTo>
                  <a:lnTo>
                    <a:pt x="173155" y="655878"/>
                  </a:lnTo>
                  <a:lnTo>
                    <a:pt x="135977" y="630768"/>
                  </a:lnTo>
                  <a:lnTo>
                    <a:pt x="102405" y="601221"/>
                  </a:lnTo>
                  <a:lnTo>
                    <a:pt x="72854" y="567651"/>
                  </a:lnTo>
                  <a:lnTo>
                    <a:pt x="47741" y="530476"/>
                  </a:lnTo>
                  <a:lnTo>
                    <a:pt x="27483" y="490112"/>
                  </a:lnTo>
                  <a:lnTo>
                    <a:pt x="12495" y="446976"/>
                  </a:lnTo>
                  <a:lnTo>
                    <a:pt x="3195" y="401484"/>
                  </a:lnTo>
                  <a:lnTo>
                    <a:pt x="0" y="354052"/>
                  </a:lnTo>
                  <a:lnTo>
                    <a:pt x="0" y="0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225008" y="7993167"/>
              <a:ext cx="219710" cy="245745"/>
            </a:xfrm>
            <a:custGeom>
              <a:avLst/>
              <a:gdLst/>
              <a:ahLst/>
              <a:cxnLst/>
              <a:rect l="l" t="t" r="r" b="b"/>
              <a:pathLst>
                <a:path w="219709" h="245745">
                  <a:moveTo>
                    <a:pt x="0" y="0"/>
                  </a:moveTo>
                  <a:lnTo>
                    <a:pt x="0" y="59966"/>
                  </a:lnTo>
                  <a:lnTo>
                    <a:pt x="7281" y="96041"/>
                  </a:lnTo>
                  <a:lnTo>
                    <a:pt x="27140" y="125505"/>
                  </a:lnTo>
                  <a:lnTo>
                    <a:pt x="56595" y="145374"/>
                  </a:lnTo>
                  <a:lnTo>
                    <a:pt x="92667" y="152665"/>
                  </a:lnTo>
                  <a:lnTo>
                    <a:pt x="126718" y="152665"/>
                  </a:lnTo>
                  <a:lnTo>
                    <a:pt x="162790" y="159948"/>
                  </a:lnTo>
                  <a:lnTo>
                    <a:pt x="192245" y="179811"/>
                  </a:lnTo>
                  <a:lnTo>
                    <a:pt x="212104" y="209270"/>
                  </a:lnTo>
                  <a:lnTo>
                    <a:pt x="219385" y="245343"/>
                  </a:lnTo>
                </a:path>
              </a:pathLst>
            </a:custGeom>
            <a:ln w="18146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372948" y="7655934"/>
              <a:ext cx="450850" cy="363855"/>
            </a:xfrm>
            <a:custGeom>
              <a:avLst/>
              <a:gdLst/>
              <a:ahLst/>
              <a:cxnLst/>
              <a:rect l="l" t="t" r="r" b="b"/>
              <a:pathLst>
                <a:path w="450850" h="363854">
                  <a:moveTo>
                    <a:pt x="159092" y="227406"/>
                  </a:moveTo>
                  <a:lnTo>
                    <a:pt x="156718" y="159905"/>
                  </a:lnTo>
                  <a:lnTo>
                    <a:pt x="107645" y="141516"/>
                  </a:lnTo>
                  <a:lnTo>
                    <a:pt x="0" y="152450"/>
                  </a:lnTo>
                  <a:lnTo>
                    <a:pt x="126644" y="363842"/>
                  </a:lnTo>
                  <a:lnTo>
                    <a:pt x="159092" y="227406"/>
                  </a:lnTo>
                  <a:close/>
                </a:path>
                <a:path w="450850" h="363854">
                  <a:moveTo>
                    <a:pt x="450723" y="169405"/>
                  </a:moveTo>
                  <a:lnTo>
                    <a:pt x="447421" y="104940"/>
                  </a:lnTo>
                  <a:lnTo>
                    <a:pt x="413905" y="0"/>
                  </a:lnTo>
                  <a:lnTo>
                    <a:pt x="406501" y="6311"/>
                  </a:lnTo>
                  <a:lnTo>
                    <a:pt x="364832" y="55194"/>
                  </a:lnTo>
                  <a:lnTo>
                    <a:pt x="342328" y="96697"/>
                  </a:lnTo>
                  <a:lnTo>
                    <a:pt x="326517" y="148869"/>
                  </a:lnTo>
                  <a:lnTo>
                    <a:pt x="323278" y="211188"/>
                  </a:lnTo>
                  <a:lnTo>
                    <a:pt x="338480" y="283121"/>
                  </a:lnTo>
                  <a:lnTo>
                    <a:pt x="416775" y="219951"/>
                  </a:lnTo>
                  <a:lnTo>
                    <a:pt x="450723" y="169405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82573" y="7984365"/>
              <a:ext cx="202580" cy="11921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43599" y="7456639"/>
              <a:ext cx="201742" cy="15960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85237" y="7823289"/>
              <a:ext cx="156034" cy="229406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05386" y="8464290"/>
              <a:ext cx="216694" cy="163658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17646" y="6575148"/>
              <a:ext cx="174885" cy="17288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4689328" y="6424181"/>
              <a:ext cx="126364" cy="313690"/>
            </a:xfrm>
            <a:custGeom>
              <a:avLst/>
              <a:gdLst/>
              <a:ahLst/>
              <a:cxnLst/>
              <a:rect l="l" t="t" r="r" b="b"/>
              <a:pathLst>
                <a:path w="126365" h="313690">
                  <a:moveTo>
                    <a:pt x="92794" y="0"/>
                  </a:moveTo>
                  <a:lnTo>
                    <a:pt x="22217" y="65761"/>
                  </a:lnTo>
                  <a:lnTo>
                    <a:pt x="0" y="120315"/>
                  </a:lnTo>
                  <a:lnTo>
                    <a:pt x="27318" y="193034"/>
                  </a:lnTo>
                  <a:lnTo>
                    <a:pt x="105348" y="313288"/>
                  </a:lnTo>
                  <a:lnTo>
                    <a:pt x="121667" y="171083"/>
                  </a:lnTo>
                  <a:lnTo>
                    <a:pt x="125799" y="91046"/>
                  </a:lnTo>
                  <a:lnTo>
                    <a:pt x="116567" y="43809"/>
                  </a:lnTo>
                  <a:lnTo>
                    <a:pt x="92794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884043" y="6575148"/>
              <a:ext cx="149691" cy="172884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14470781" y="8955937"/>
            <a:ext cx="528955" cy="287020"/>
            <a:chOff x="14470781" y="8955937"/>
            <a:chExt cx="528955" cy="287020"/>
          </a:xfrm>
        </p:grpSpPr>
        <p:sp>
          <p:nvSpPr>
            <p:cNvPr id="58" name="object 58" descr=""/>
            <p:cNvSpPr/>
            <p:nvPr/>
          </p:nvSpPr>
          <p:spPr>
            <a:xfrm>
              <a:off x="14720295" y="8994958"/>
              <a:ext cx="279400" cy="247650"/>
            </a:xfrm>
            <a:custGeom>
              <a:avLst/>
              <a:gdLst/>
              <a:ahLst/>
              <a:cxnLst/>
              <a:rect l="l" t="t" r="r" b="b"/>
              <a:pathLst>
                <a:path w="279400" h="247650">
                  <a:moveTo>
                    <a:pt x="278986" y="0"/>
                  </a:moveTo>
                  <a:lnTo>
                    <a:pt x="135785" y="15996"/>
                  </a:lnTo>
                  <a:lnTo>
                    <a:pt x="58990" y="45081"/>
                  </a:lnTo>
                  <a:lnTo>
                    <a:pt x="22446" y="108631"/>
                  </a:lnTo>
                  <a:lnTo>
                    <a:pt x="0" y="228024"/>
                  </a:lnTo>
                  <a:lnTo>
                    <a:pt x="130950" y="247449"/>
                  </a:lnTo>
                  <a:lnTo>
                    <a:pt x="203661" y="230172"/>
                  </a:lnTo>
                  <a:lnTo>
                    <a:pt x="244288" y="154814"/>
                  </a:lnTo>
                  <a:lnTo>
                    <a:pt x="278986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4470781" y="8955937"/>
              <a:ext cx="276860" cy="136525"/>
            </a:xfrm>
            <a:custGeom>
              <a:avLst/>
              <a:gdLst/>
              <a:ahLst/>
              <a:cxnLst/>
              <a:rect l="l" t="t" r="r" b="b"/>
              <a:pathLst>
                <a:path w="276859" h="136525">
                  <a:moveTo>
                    <a:pt x="94449" y="0"/>
                  </a:moveTo>
                  <a:lnTo>
                    <a:pt x="0" y="46535"/>
                  </a:lnTo>
                  <a:lnTo>
                    <a:pt x="66651" y="114500"/>
                  </a:lnTo>
                  <a:lnTo>
                    <a:pt x="117665" y="135911"/>
                  </a:lnTo>
                  <a:lnTo>
                    <a:pt x="178956" y="109647"/>
                  </a:lnTo>
                  <a:lnTo>
                    <a:pt x="276441" y="34588"/>
                  </a:lnTo>
                  <a:lnTo>
                    <a:pt x="250332" y="21565"/>
                  </a:lnTo>
                  <a:lnTo>
                    <a:pt x="183781" y="856"/>
                  </a:lnTo>
                  <a:lnTo>
                    <a:pt x="9444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 descr=""/>
          <p:cNvGrpSpPr/>
          <p:nvPr/>
        </p:nvGrpSpPr>
        <p:grpSpPr>
          <a:xfrm>
            <a:off x="15551711" y="2621369"/>
            <a:ext cx="1609090" cy="6256655"/>
            <a:chOff x="15551711" y="2621369"/>
            <a:chExt cx="1609090" cy="6256655"/>
          </a:xfrm>
        </p:grpSpPr>
        <p:sp>
          <p:nvSpPr>
            <p:cNvPr id="61" name="object 61" descr=""/>
            <p:cNvSpPr/>
            <p:nvPr/>
          </p:nvSpPr>
          <p:spPr>
            <a:xfrm>
              <a:off x="16503551" y="2874329"/>
              <a:ext cx="0" cy="6003925"/>
            </a:xfrm>
            <a:custGeom>
              <a:avLst/>
              <a:gdLst/>
              <a:ahLst/>
              <a:cxnLst/>
              <a:rect l="l" t="t" r="r" b="b"/>
              <a:pathLst>
                <a:path w="0" h="6003925">
                  <a:moveTo>
                    <a:pt x="0" y="6003346"/>
                  </a:moveTo>
                  <a:lnTo>
                    <a:pt x="0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6130261" y="3308167"/>
              <a:ext cx="373380" cy="1163320"/>
            </a:xfrm>
            <a:custGeom>
              <a:avLst/>
              <a:gdLst/>
              <a:ahLst/>
              <a:cxnLst/>
              <a:rect l="l" t="t" r="r" b="b"/>
              <a:pathLst>
                <a:path w="373380" h="1163320">
                  <a:moveTo>
                    <a:pt x="0" y="0"/>
                  </a:moveTo>
                  <a:lnTo>
                    <a:pt x="328136" y="800698"/>
                  </a:lnTo>
                  <a:lnTo>
                    <a:pt x="344279" y="844953"/>
                  </a:lnTo>
                  <a:lnTo>
                    <a:pt x="356907" y="890228"/>
                  </a:lnTo>
                  <a:lnTo>
                    <a:pt x="365979" y="936311"/>
                  </a:lnTo>
                  <a:lnTo>
                    <a:pt x="371453" y="982992"/>
                  </a:lnTo>
                  <a:lnTo>
                    <a:pt x="373287" y="1030062"/>
                  </a:lnTo>
                  <a:lnTo>
                    <a:pt x="373287" y="1163283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6050773" y="3568067"/>
              <a:ext cx="231775" cy="111125"/>
            </a:xfrm>
            <a:custGeom>
              <a:avLst/>
              <a:gdLst/>
              <a:ahLst/>
              <a:cxnLst/>
              <a:rect l="l" t="t" r="r" b="b"/>
              <a:pathLst>
                <a:path w="231775" h="111125">
                  <a:moveTo>
                    <a:pt x="231396" y="110740"/>
                  </a:moveTo>
                  <a:lnTo>
                    <a:pt x="0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6503554" y="3233357"/>
              <a:ext cx="144145" cy="511175"/>
            </a:xfrm>
            <a:custGeom>
              <a:avLst/>
              <a:gdLst/>
              <a:ahLst/>
              <a:cxnLst/>
              <a:rect l="l" t="t" r="r" b="b"/>
              <a:pathLst>
                <a:path w="144144" h="511175">
                  <a:moveTo>
                    <a:pt x="143629" y="0"/>
                  </a:moveTo>
                  <a:lnTo>
                    <a:pt x="29758" y="245374"/>
                  </a:lnTo>
                  <a:lnTo>
                    <a:pt x="7528" y="311192"/>
                  </a:lnTo>
                  <a:lnTo>
                    <a:pt x="0" y="380260"/>
                  </a:lnTo>
                  <a:lnTo>
                    <a:pt x="0" y="510926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6503549" y="3973221"/>
              <a:ext cx="476250" cy="1361440"/>
            </a:xfrm>
            <a:custGeom>
              <a:avLst/>
              <a:gdLst/>
              <a:ahLst/>
              <a:cxnLst/>
              <a:rect l="l" t="t" r="r" b="b"/>
              <a:pathLst>
                <a:path w="476250" h="1361439">
                  <a:moveTo>
                    <a:pt x="475797" y="0"/>
                  </a:moveTo>
                  <a:lnTo>
                    <a:pt x="68060" y="853010"/>
                  </a:lnTo>
                  <a:lnTo>
                    <a:pt x="47466" y="900575"/>
                  </a:lnTo>
                  <a:lnTo>
                    <a:pt x="30509" y="949405"/>
                  </a:lnTo>
                  <a:lnTo>
                    <a:pt x="17236" y="999291"/>
                  </a:lnTo>
                  <a:lnTo>
                    <a:pt x="7695" y="1050023"/>
                  </a:lnTo>
                  <a:lnTo>
                    <a:pt x="1934" y="1101393"/>
                  </a:lnTo>
                  <a:lnTo>
                    <a:pt x="0" y="1153190"/>
                  </a:lnTo>
                  <a:lnTo>
                    <a:pt x="0" y="1361246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5792290" y="5305652"/>
              <a:ext cx="711835" cy="1466215"/>
            </a:xfrm>
            <a:custGeom>
              <a:avLst/>
              <a:gdLst/>
              <a:ahLst/>
              <a:cxnLst/>
              <a:rect l="l" t="t" r="r" b="b"/>
              <a:pathLst>
                <a:path w="711834" h="1466215">
                  <a:moveTo>
                    <a:pt x="0" y="0"/>
                  </a:moveTo>
                  <a:lnTo>
                    <a:pt x="618190" y="961897"/>
                  </a:lnTo>
                  <a:lnTo>
                    <a:pt x="642478" y="1003068"/>
                  </a:lnTo>
                  <a:lnTo>
                    <a:pt x="663215" y="1045913"/>
                  </a:lnTo>
                  <a:lnTo>
                    <a:pt x="680332" y="1090201"/>
                  </a:lnTo>
                  <a:lnTo>
                    <a:pt x="693763" y="1135703"/>
                  </a:lnTo>
                  <a:lnTo>
                    <a:pt x="703439" y="1182188"/>
                  </a:lnTo>
                  <a:lnTo>
                    <a:pt x="709292" y="1229426"/>
                  </a:lnTo>
                  <a:lnTo>
                    <a:pt x="711255" y="1277186"/>
                  </a:lnTo>
                  <a:lnTo>
                    <a:pt x="711255" y="1465641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5966388" y="3062250"/>
              <a:ext cx="241300" cy="344170"/>
            </a:xfrm>
            <a:custGeom>
              <a:avLst/>
              <a:gdLst/>
              <a:ahLst/>
              <a:cxnLst/>
              <a:rect l="l" t="t" r="r" b="b"/>
              <a:pathLst>
                <a:path w="241300" h="344170">
                  <a:moveTo>
                    <a:pt x="8087" y="0"/>
                  </a:moveTo>
                  <a:lnTo>
                    <a:pt x="6662" y="5682"/>
                  </a:lnTo>
                  <a:lnTo>
                    <a:pt x="3627" y="21644"/>
                  </a:lnTo>
                  <a:lnTo>
                    <a:pt x="799" y="46166"/>
                  </a:lnTo>
                  <a:lnTo>
                    <a:pt x="0" y="77527"/>
                  </a:lnTo>
                  <a:lnTo>
                    <a:pt x="3049" y="114007"/>
                  </a:lnTo>
                  <a:lnTo>
                    <a:pt x="11767" y="153885"/>
                  </a:lnTo>
                  <a:lnTo>
                    <a:pt x="27973" y="195441"/>
                  </a:lnTo>
                  <a:lnTo>
                    <a:pt x="53489" y="236954"/>
                  </a:lnTo>
                  <a:lnTo>
                    <a:pt x="90134" y="276704"/>
                  </a:lnTo>
                  <a:lnTo>
                    <a:pt x="139728" y="312969"/>
                  </a:lnTo>
                  <a:lnTo>
                    <a:pt x="204091" y="344031"/>
                  </a:lnTo>
                  <a:lnTo>
                    <a:pt x="240803" y="200815"/>
                  </a:lnTo>
                  <a:lnTo>
                    <a:pt x="232623" y="117239"/>
                  </a:lnTo>
                  <a:lnTo>
                    <a:pt x="161176" y="61052"/>
                  </a:lnTo>
                  <a:lnTo>
                    <a:pt x="808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923956" y="4160936"/>
              <a:ext cx="236558" cy="202260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5551709" y="3345287"/>
              <a:ext cx="1457960" cy="2630805"/>
            </a:xfrm>
            <a:custGeom>
              <a:avLst/>
              <a:gdLst/>
              <a:ahLst/>
              <a:cxnLst/>
              <a:rect l="l" t="t" r="r" b="b"/>
              <a:pathLst>
                <a:path w="1457959" h="2630804">
                  <a:moveTo>
                    <a:pt x="353936" y="2231694"/>
                  </a:moveTo>
                  <a:lnTo>
                    <a:pt x="292747" y="2138921"/>
                  </a:lnTo>
                  <a:lnTo>
                    <a:pt x="235483" y="2097544"/>
                  </a:lnTo>
                  <a:lnTo>
                    <a:pt x="148958" y="2098154"/>
                  </a:lnTo>
                  <a:lnTo>
                    <a:pt x="0" y="2131339"/>
                  </a:lnTo>
                  <a:lnTo>
                    <a:pt x="74307" y="2237486"/>
                  </a:lnTo>
                  <a:lnTo>
                    <a:pt x="135940" y="2283320"/>
                  </a:lnTo>
                  <a:lnTo>
                    <a:pt x="218097" y="2278253"/>
                  </a:lnTo>
                  <a:lnTo>
                    <a:pt x="353936" y="2231694"/>
                  </a:lnTo>
                  <a:close/>
                </a:path>
                <a:path w="1457959" h="2630804">
                  <a:moveTo>
                    <a:pt x="648131" y="2608694"/>
                  </a:moveTo>
                  <a:lnTo>
                    <a:pt x="597065" y="2495016"/>
                  </a:lnTo>
                  <a:lnTo>
                    <a:pt x="539064" y="2438831"/>
                  </a:lnTo>
                  <a:lnTo>
                    <a:pt x="437235" y="2423655"/>
                  </a:lnTo>
                  <a:lnTo>
                    <a:pt x="254698" y="2433040"/>
                  </a:lnTo>
                  <a:lnTo>
                    <a:pt x="323481" y="2558821"/>
                  </a:lnTo>
                  <a:lnTo>
                    <a:pt x="387388" y="2619044"/>
                  </a:lnTo>
                  <a:lnTo>
                    <a:pt x="483311" y="2630182"/>
                  </a:lnTo>
                  <a:lnTo>
                    <a:pt x="648131" y="2608694"/>
                  </a:lnTo>
                  <a:close/>
                </a:path>
                <a:path w="1457959" h="2630804">
                  <a:moveTo>
                    <a:pt x="1255763" y="50584"/>
                  </a:moveTo>
                  <a:lnTo>
                    <a:pt x="1155839" y="8877"/>
                  </a:lnTo>
                  <a:lnTo>
                    <a:pt x="1094778" y="0"/>
                  </a:lnTo>
                  <a:lnTo>
                    <a:pt x="1047584" y="28435"/>
                  </a:lnTo>
                  <a:lnTo>
                    <a:pt x="989291" y="98717"/>
                  </a:lnTo>
                  <a:lnTo>
                    <a:pt x="1068247" y="159219"/>
                  </a:lnTo>
                  <a:lnTo>
                    <a:pt x="1122324" y="174371"/>
                  </a:lnTo>
                  <a:lnTo>
                    <a:pt x="1176502" y="139661"/>
                  </a:lnTo>
                  <a:lnTo>
                    <a:pt x="1255763" y="50584"/>
                  </a:lnTo>
                  <a:close/>
                </a:path>
                <a:path w="1457959" h="2630804">
                  <a:moveTo>
                    <a:pt x="1457515" y="611682"/>
                  </a:moveTo>
                  <a:lnTo>
                    <a:pt x="1432610" y="527608"/>
                  </a:lnTo>
                  <a:lnTo>
                    <a:pt x="1357147" y="393052"/>
                  </a:lnTo>
                  <a:lnTo>
                    <a:pt x="1352702" y="397497"/>
                  </a:lnTo>
                  <a:lnTo>
                    <a:pt x="1326007" y="431507"/>
                  </a:lnTo>
                  <a:lnTo>
                    <a:pt x="1295196" y="496163"/>
                  </a:lnTo>
                  <a:lnTo>
                    <a:pt x="1285608" y="538924"/>
                  </a:lnTo>
                  <a:lnTo>
                    <a:pt x="1283817" y="588060"/>
                  </a:lnTo>
                  <a:lnTo>
                    <a:pt x="1292783" y="643153"/>
                  </a:lnTo>
                  <a:lnTo>
                    <a:pt x="1315453" y="703770"/>
                  </a:lnTo>
                  <a:lnTo>
                    <a:pt x="1354747" y="769505"/>
                  </a:lnTo>
                  <a:lnTo>
                    <a:pt x="1431632" y="680542"/>
                  </a:lnTo>
                  <a:lnTo>
                    <a:pt x="1457515" y="611682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686456" y="2621374"/>
              <a:ext cx="1421130" cy="3415665"/>
            </a:xfrm>
            <a:custGeom>
              <a:avLst/>
              <a:gdLst/>
              <a:ahLst/>
              <a:cxnLst/>
              <a:rect l="l" t="t" r="r" b="b"/>
              <a:pathLst>
                <a:path w="1421130" h="3415665">
                  <a:moveTo>
                    <a:pt x="215785" y="2676106"/>
                  </a:moveTo>
                  <a:lnTo>
                    <a:pt x="199390" y="2582126"/>
                  </a:lnTo>
                  <a:lnTo>
                    <a:pt x="135686" y="2524214"/>
                  </a:lnTo>
                  <a:lnTo>
                    <a:pt x="6159" y="2467330"/>
                  </a:lnTo>
                  <a:lnTo>
                    <a:pt x="4914" y="2473033"/>
                  </a:lnTo>
                  <a:lnTo>
                    <a:pt x="2311" y="2489035"/>
                  </a:lnTo>
                  <a:lnTo>
                    <a:pt x="101" y="2513800"/>
                  </a:lnTo>
                  <a:lnTo>
                    <a:pt x="0" y="2545765"/>
                  </a:lnTo>
                  <a:lnTo>
                    <a:pt x="3721" y="2583396"/>
                  </a:lnTo>
                  <a:lnTo>
                    <a:pt x="13017" y="2625128"/>
                  </a:lnTo>
                  <a:lnTo>
                    <a:pt x="29591" y="2669425"/>
                  </a:lnTo>
                  <a:lnTo>
                    <a:pt x="55181" y="2714726"/>
                  </a:lnTo>
                  <a:lnTo>
                    <a:pt x="91516" y="2759494"/>
                  </a:lnTo>
                  <a:lnTo>
                    <a:pt x="140322" y="2802166"/>
                  </a:lnTo>
                  <a:lnTo>
                    <a:pt x="203327" y="2841206"/>
                  </a:lnTo>
                  <a:lnTo>
                    <a:pt x="215785" y="2676106"/>
                  </a:lnTo>
                  <a:close/>
                </a:path>
                <a:path w="1421130" h="3415665">
                  <a:moveTo>
                    <a:pt x="448005" y="986726"/>
                  </a:moveTo>
                  <a:lnTo>
                    <a:pt x="416941" y="882434"/>
                  </a:lnTo>
                  <a:lnTo>
                    <a:pt x="378028" y="834148"/>
                  </a:lnTo>
                  <a:lnTo>
                    <a:pt x="305587" y="829703"/>
                  </a:lnTo>
                  <a:lnTo>
                    <a:pt x="173926" y="856932"/>
                  </a:lnTo>
                  <a:lnTo>
                    <a:pt x="217614" y="957821"/>
                  </a:lnTo>
                  <a:lnTo>
                    <a:pt x="260718" y="1004976"/>
                  </a:lnTo>
                  <a:lnTo>
                    <a:pt x="328955" y="1010551"/>
                  </a:lnTo>
                  <a:lnTo>
                    <a:pt x="448005" y="986726"/>
                  </a:lnTo>
                  <a:close/>
                </a:path>
                <a:path w="1421130" h="3415665">
                  <a:moveTo>
                    <a:pt x="483184" y="779653"/>
                  </a:moveTo>
                  <a:lnTo>
                    <a:pt x="452132" y="675347"/>
                  </a:lnTo>
                  <a:lnTo>
                    <a:pt x="413232" y="627062"/>
                  </a:lnTo>
                  <a:lnTo>
                    <a:pt x="340779" y="622617"/>
                  </a:lnTo>
                  <a:lnTo>
                    <a:pt x="209092" y="649846"/>
                  </a:lnTo>
                  <a:lnTo>
                    <a:pt x="241960" y="703021"/>
                  </a:lnTo>
                  <a:lnTo>
                    <a:pt x="269570" y="731951"/>
                  </a:lnTo>
                  <a:lnTo>
                    <a:pt x="306755" y="758748"/>
                  </a:lnTo>
                  <a:lnTo>
                    <a:pt x="354253" y="778725"/>
                  </a:lnTo>
                  <a:lnTo>
                    <a:pt x="412813" y="787247"/>
                  </a:lnTo>
                  <a:lnTo>
                    <a:pt x="483184" y="779653"/>
                  </a:lnTo>
                  <a:close/>
                </a:path>
                <a:path w="1421130" h="3415665">
                  <a:moveTo>
                    <a:pt x="513384" y="3332607"/>
                  </a:moveTo>
                  <a:lnTo>
                    <a:pt x="421652" y="3250679"/>
                  </a:lnTo>
                  <a:lnTo>
                    <a:pt x="343166" y="3219272"/>
                  </a:lnTo>
                  <a:lnTo>
                    <a:pt x="234823" y="3234690"/>
                  </a:lnTo>
                  <a:lnTo>
                    <a:pt x="53517" y="3293224"/>
                  </a:lnTo>
                  <a:lnTo>
                    <a:pt x="166509" y="3381959"/>
                  </a:lnTo>
                  <a:lnTo>
                    <a:pt x="252082" y="3415639"/>
                  </a:lnTo>
                  <a:lnTo>
                    <a:pt x="353326" y="3397961"/>
                  </a:lnTo>
                  <a:lnTo>
                    <a:pt x="513384" y="3332607"/>
                  </a:lnTo>
                  <a:close/>
                </a:path>
                <a:path w="1421130" h="3415665">
                  <a:moveTo>
                    <a:pt x="591705" y="2857982"/>
                  </a:moveTo>
                  <a:lnTo>
                    <a:pt x="539343" y="2777223"/>
                  </a:lnTo>
                  <a:lnTo>
                    <a:pt x="410616" y="2670416"/>
                  </a:lnTo>
                  <a:lnTo>
                    <a:pt x="408165" y="2676106"/>
                  </a:lnTo>
                  <a:lnTo>
                    <a:pt x="394487" y="2717850"/>
                  </a:lnTo>
                  <a:lnTo>
                    <a:pt x="381800" y="2791637"/>
                  </a:lnTo>
                  <a:lnTo>
                    <a:pt x="380568" y="2837396"/>
                  </a:lnTo>
                  <a:lnTo>
                    <a:pt x="385267" y="2887357"/>
                  </a:lnTo>
                  <a:lnTo>
                    <a:pt x="397802" y="2940266"/>
                  </a:lnTo>
                  <a:lnTo>
                    <a:pt x="420065" y="2994863"/>
                  </a:lnTo>
                  <a:lnTo>
                    <a:pt x="453948" y="3049867"/>
                  </a:lnTo>
                  <a:lnTo>
                    <a:pt x="501370" y="3104032"/>
                  </a:lnTo>
                  <a:lnTo>
                    <a:pt x="576211" y="2953372"/>
                  </a:lnTo>
                  <a:lnTo>
                    <a:pt x="591705" y="2857982"/>
                  </a:lnTo>
                  <a:close/>
                </a:path>
                <a:path w="1421130" h="3415665">
                  <a:moveTo>
                    <a:pt x="911644" y="315074"/>
                  </a:moveTo>
                  <a:lnTo>
                    <a:pt x="896810" y="239268"/>
                  </a:lnTo>
                  <a:lnTo>
                    <a:pt x="864171" y="133921"/>
                  </a:lnTo>
                  <a:lnTo>
                    <a:pt x="831532" y="40373"/>
                  </a:lnTo>
                  <a:lnTo>
                    <a:pt x="816698" y="0"/>
                  </a:lnTo>
                  <a:lnTo>
                    <a:pt x="761796" y="146685"/>
                  </a:lnTo>
                  <a:lnTo>
                    <a:pt x="733602" y="228396"/>
                  </a:lnTo>
                  <a:lnTo>
                    <a:pt x="723214" y="274688"/>
                  </a:lnTo>
                  <a:lnTo>
                    <a:pt x="721728" y="315074"/>
                  </a:lnTo>
                  <a:lnTo>
                    <a:pt x="729195" y="359460"/>
                  </a:lnTo>
                  <a:lnTo>
                    <a:pt x="749554" y="395732"/>
                  </a:lnTo>
                  <a:lnTo>
                    <a:pt x="779741" y="420179"/>
                  </a:lnTo>
                  <a:lnTo>
                    <a:pt x="816698" y="429145"/>
                  </a:lnTo>
                  <a:lnTo>
                    <a:pt x="853643" y="420179"/>
                  </a:lnTo>
                  <a:lnTo>
                    <a:pt x="883818" y="395732"/>
                  </a:lnTo>
                  <a:lnTo>
                    <a:pt x="904176" y="359460"/>
                  </a:lnTo>
                  <a:lnTo>
                    <a:pt x="911644" y="315074"/>
                  </a:lnTo>
                  <a:close/>
                </a:path>
                <a:path w="1421130" h="3415665">
                  <a:moveTo>
                    <a:pt x="1090282" y="561555"/>
                  </a:moveTo>
                  <a:lnTo>
                    <a:pt x="1052995" y="407339"/>
                  </a:lnTo>
                  <a:lnTo>
                    <a:pt x="931621" y="484987"/>
                  </a:lnTo>
                  <a:lnTo>
                    <a:pt x="875601" y="545020"/>
                  </a:lnTo>
                  <a:lnTo>
                    <a:pt x="870915" y="618172"/>
                  </a:lnTo>
                  <a:lnTo>
                    <a:pt x="903554" y="735177"/>
                  </a:lnTo>
                  <a:lnTo>
                    <a:pt x="1029576" y="694740"/>
                  </a:lnTo>
                  <a:lnTo>
                    <a:pt x="1087145" y="647103"/>
                  </a:lnTo>
                  <a:lnTo>
                    <a:pt x="1090282" y="561555"/>
                  </a:lnTo>
                  <a:close/>
                </a:path>
                <a:path w="1421130" h="3415665">
                  <a:moveTo>
                    <a:pt x="1093851" y="1610398"/>
                  </a:moveTo>
                  <a:lnTo>
                    <a:pt x="1078738" y="1537017"/>
                  </a:lnTo>
                  <a:lnTo>
                    <a:pt x="1024458" y="1422273"/>
                  </a:lnTo>
                  <a:lnTo>
                    <a:pt x="950417" y="1520977"/>
                  </a:lnTo>
                  <a:lnTo>
                    <a:pt x="922756" y="1588998"/>
                  </a:lnTo>
                  <a:lnTo>
                    <a:pt x="938822" y="1657959"/>
                  </a:lnTo>
                  <a:lnTo>
                    <a:pt x="995934" y="1759483"/>
                  </a:lnTo>
                  <a:lnTo>
                    <a:pt x="1067142" y="1674012"/>
                  </a:lnTo>
                  <a:lnTo>
                    <a:pt x="1093851" y="1610398"/>
                  </a:lnTo>
                  <a:close/>
                </a:path>
                <a:path w="1421130" h="3415665">
                  <a:moveTo>
                    <a:pt x="1420520" y="1291653"/>
                  </a:moveTo>
                  <a:lnTo>
                    <a:pt x="1417675" y="1137081"/>
                  </a:lnTo>
                  <a:lnTo>
                    <a:pt x="1293710" y="1183411"/>
                  </a:lnTo>
                  <a:lnTo>
                    <a:pt x="1233614" y="1235278"/>
                  </a:lnTo>
                  <a:lnTo>
                    <a:pt x="1220520" y="1325422"/>
                  </a:lnTo>
                  <a:lnTo>
                    <a:pt x="1237526" y="1486623"/>
                  </a:lnTo>
                  <a:lnTo>
                    <a:pt x="1347330" y="1433652"/>
                  </a:lnTo>
                  <a:lnTo>
                    <a:pt x="1402702" y="1379588"/>
                  </a:lnTo>
                  <a:lnTo>
                    <a:pt x="1420520" y="1291653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6140768" y="9563886"/>
            <a:ext cx="3431540" cy="488315"/>
          </a:xfrm>
          <a:custGeom>
            <a:avLst/>
            <a:gdLst/>
            <a:ahLst/>
            <a:cxnLst/>
            <a:rect l="l" t="t" r="r" b="b"/>
            <a:pathLst>
              <a:path w="3431540" h="488315">
                <a:moveTo>
                  <a:pt x="1715497" y="0"/>
                </a:moveTo>
                <a:lnTo>
                  <a:pt x="1639082" y="237"/>
                </a:lnTo>
                <a:lnTo>
                  <a:pt x="1563524" y="944"/>
                </a:lnTo>
                <a:lnTo>
                  <a:pt x="1488891" y="2110"/>
                </a:lnTo>
                <a:lnTo>
                  <a:pt x="1415253" y="3725"/>
                </a:lnTo>
                <a:lnTo>
                  <a:pt x="1342681" y="5779"/>
                </a:lnTo>
                <a:lnTo>
                  <a:pt x="1271243" y="8263"/>
                </a:lnTo>
                <a:lnTo>
                  <a:pt x="1201010" y="11166"/>
                </a:lnTo>
                <a:lnTo>
                  <a:pt x="1132051" y="14479"/>
                </a:lnTo>
                <a:lnTo>
                  <a:pt x="1064436" y="18191"/>
                </a:lnTo>
                <a:lnTo>
                  <a:pt x="998235" y="22292"/>
                </a:lnTo>
                <a:lnTo>
                  <a:pt x="933517" y="26774"/>
                </a:lnTo>
                <a:lnTo>
                  <a:pt x="870353" y="31625"/>
                </a:lnTo>
                <a:lnTo>
                  <a:pt x="808811" y="36836"/>
                </a:lnTo>
                <a:lnTo>
                  <a:pt x="748963" y="42397"/>
                </a:lnTo>
                <a:lnTo>
                  <a:pt x="690876" y="48298"/>
                </a:lnTo>
                <a:lnTo>
                  <a:pt x="634622" y="54530"/>
                </a:lnTo>
                <a:lnTo>
                  <a:pt x="580269" y="61081"/>
                </a:lnTo>
                <a:lnTo>
                  <a:pt x="527889" y="67943"/>
                </a:lnTo>
                <a:lnTo>
                  <a:pt x="477549" y="75105"/>
                </a:lnTo>
                <a:lnTo>
                  <a:pt x="429321" y="82557"/>
                </a:lnTo>
                <a:lnTo>
                  <a:pt x="383273" y="90290"/>
                </a:lnTo>
                <a:lnTo>
                  <a:pt x="339476" y="98294"/>
                </a:lnTo>
                <a:lnTo>
                  <a:pt x="297999" y="106558"/>
                </a:lnTo>
                <a:lnTo>
                  <a:pt x="258912" y="115074"/>
                </a:lnTo>
                <a:lnTo>
                  <a:pt x="188187" y="132816"/>
                </a:lnTo>
                <a:lnTo>
                  <a:pt x="127859" y="151443"/>
                </a:lnTo>
                <a:lnTo>
                  <a:pt x="78486" y="170875"/>
                </a:lnTo>
                <a:lnTo>
                  <a:pt x="40625" y="191032"/>
                </a:lnTo>
                <a:lnTo>
                  <a:pt x="6639" y="222453"/>
                </a:lnTo>
                <a:lnTo>
                  <a:pt x="0" y="244076"/>
                </a:lnTo>
                <a:lnTo>
                  <a:pt x="1671" y="254948"/>
                </a:lnTo>
                <a:lnTo>
                  <a:pt x="26186" y="286795"/>
                </a:lnTo>
                <a:lnTo>
                  <a:pt x="78486" y="317277"/>
                </a:lnTo>
                <a:lnTo>
                  <a:pt x="127859" y="336708"/>
                </a:lnTo>
                <a:lnTo>
                  <a:pt x="188187" y="355335"/>
                </a:lnTo>
                <a:lnTo>
                  <a:pt x="258912" y="373078"/>
                </a:lnTo>
                <a:lnTo>
                  <a:pt x="297999" y="381593"/>
                </a:lnTo>
                <a:lnTo>
                  <a:pt x="339476" y="389858"/>
                </a:lnTo>
                <a:lnTo>
                  <a:pt x="383273" y="397861"/>
                </a:lnTo>
                <a:lnTo>
                  <a:pt x="429321" y="405594"/>
                </a:lnTo>
                <a:lnTo>
                  <a:pt x="477549" y="413047"/>
                </a:lnTo>
                <a:lnTo>
                  <a:pt x="527889" y="420209"/>
                </a:lnTo>
                <a:lnTo>
                  <a:pt x="580269" y="427071"/>
                </a:lnTo>
                <a:lnTo>
                  <a:pt x="634622" y="433622"/>
                </a:lnTo>
                <a:lnTo>
                  <a:pt x="690876" y="439853"/>
                </a:lnTo>
                <a:lnTo>
                  <a:pt x="748963" y="445755"/>
                </a:lnTo>
                <a:lnTo>
                  <a:pt x="808811" y="451316"/>
                </a:lnTo>
                <a:lnTo>
                  <a:pt x="870353" y="456527"/>
                </a:lnTo>
                <a:lnTo>
                  <a:pt x="933517" y="461378"/>
                </a:lnTo>
                <a:lnTo>
                  <a:pt x="998235" y="465859"/>
                </a:lnTo>
                <a:lnTo>
                  <a:pt x="1064436" y="469961"/>
                </a:lnTo>
                <a:lnTo>
                  <a:pt x="1132051" y="473673"/>
                </a:lnTo>
                <a:lnTo>
                  <a:pt x="1201010" y="476986"/>
                </a:lnTo>
                <a:lnTo>
                  <a:pt x="1271243" y="479889"/>
                </a:lnTo>
                <a:lnTo>
                  <a:pt x="1342681" y="482372"/>
                </a:lnTo>
                <a:lnTo>
                  <a:pt x="1415253" y="484427"/>
                </a:lnTo>
                <a:lnTo>
                  <a:pt x="1488891" y="486042"/>
                </a:lnTo>
                <a:lnTo>
                  <a:pt x="1563524" y="487208"/>
                </a:lnTo>
                <a:lnTo>
                  <a:pt x="1639082" y="487914"/>
                </a:lnTo>
                <a:lnTo>
                  <a:pt x="1715497" y="488152"/>
                </a:lnTo>
                <a:lnTo>
                  <a:pt x="1791912" y="487914"/>
                </a:lnTo>
                <a:lnTo>
                  <a:pt x="1867472" y="487208"/>
                </a:lnTo>
                <a:lnTo>
                  <a:pt x="1942105" y="486042"/>
                </a:lnTo>
                <a:lnTo>
                  <a:pt x="2015743" y="484427"/>
                </a:lnTo>
                <a:lnTo>
                  <a:pt x="2088317" y="482372"/>
                </a:lnTo>
                <a:lnTo>
                  <a:pt x="2159755" y="479889"/>
                </a:lnTo>
                <a:lnTo>
                  <a:pt x="2229988" y="476986"/>
                </a:lnTo>
                <a:lnTo>
                  <a:pt x="2298947" y="473673"/>
                </a:lnTo>
                <a:lnTo>
                  <a:pt x="2366562" y="469961"/>
                </a:lnTo>
                <a:lnTo>
                  <a:pt x="2432764" y="465859"/>
                </a:lnTo>
                <a:lnTo>
                  <a:pt x="2497481" y="461378"/>
                </a:lnTo>
                <a:lnTo>
                  <a:pt x="2560646" y="456527"/>
                </a:lnTo>
                <a:lnTo>
                  <a:pt x="2622187" y="451316"/>
                </a:lnTo>
                <a:lnTo>
                  <a:pt x="2682036" y="445755"/>
                </a:lnTo>
                <a:lnTo>
                  <a:pt x="2740122" y="439853"/>
                </a:lnTo>
                <a:lnTo>
                  <a:pt x="2796377" y="433622"/>
                </a:lnTo>
                <a:lnTo>
                  <a:pt x="2850729" y="427071"/>
                </a:lnTo>
                <a:lnTo>
                  <a:pt x="2903109" y="420209"/>
                </a:lnTo>
                <a:lnTo>
                  <a:pt x="2953449" y="413047"/>
                </a:lnTo>
                <a:lnTo>
                  <a:pt x="3001677" y="405594"/>
                </a:lnTo>
                <a:lnTo>
                  <a:pt x="3047724" y="397861"/>
                </a:lnTo>
                <a:lnTo>
                  <a:pt x="3091521" y="389858"/>
                </a:lnTo>
                <a:lnTo>
                  <a:pt x="3132998" y="381593"/>
                </a:lnTo>
                <a:lnTo>
                  <a:pt x="3172084" y="373078"/>
                </a:lnTo>
                <a:lnTo>
                  <a:pt x="3242809" y="355335"/>
                </a:lnTo>
                <a:lnTo>
                  <a:pt x="3303136" y="336708"/>
                </a:lnTo>
                <a:lnTo>
                  <a:pt x="3352509" y="317277"/>
                </a:lnTo>
                <a:lnTo>
                  <a:pt x="3390370" y="297120"/>
                </a:lnTo>
                <a:lnTo>
                  <a:pt x="3424355" y="265699"/>
                </a:lnTo>
                <a:lnTo>
                  <a:pt x="3430995" y="244076"/>
                </a:lnTo>
                <a:lnTo>
                  <a:pt x="3429323" y="233204"/>
                </a:lnTo>
                <a:lnTo>
                  <a:pt x="3404809" y="201357"/>
                </a:lnTo>
                <a:lnTo>
                  <a:pt x="3352509" y="170875"/>
                </a:lnTo>
                <a:lnTo>
                  <a:pt x="3303136" y="151443"/>
                </a:lnTo>
                <a:lnTo>
                  <a:pt x="3242809" y="132816"/>
                </a:lnTo>
                <a:lnTo>
                  <a:pt x="3172084" y="115074"/>
                </a:lnTo>
                <a:lnTo>
                  <a:pt x="3132998" y="106558"/>
                </a:lnTo>
                <a:lnTo>
                  <a:pt x="3091521" y="98294"/>
                </a:lnTo>
                <a:lnTo>
                  <a:pt x="3047724" y="90290"/>
                </a:lnTo>
                <a:lnTo>
                  <a:pt x="3001677" y="82557"/>
                </a:lnTo>
                <a:lnTo>
                  <a:pt x="2953449" y="75105"/>
                </a:lnTo>
                <a:lnTo>
                  <a:pt x="2903109" y="67943"/>
                </a:lnTo>
                <a:lnTo>
                  <a:pt x="2850729" y="61081"/>
                </a:lnTo>
                <a:lnTo>
                  <a:pt x="2796377" y="54530"/>
                </a:lnTo>
                <a:lnTo>
                  <a:pt x="2740122" y="48298"/>
                </a:lnTo>
                <a:lnTo>
                  <a:pt x="2682036" y="42397"/>
                </a:lnTo>
                <a:lnTo>
                  <a:pt x="2622187" y="36836"/>
                </a:lnTo>
                <a:lnTo>
                  <a:pt x="2560646" y="31625"/>
                </a:lnTo>
                <a:lnTo>
                  <a:pt x="2497481" y="26774"/>
                </a:lnTo>
                <a:lnTo>
                  <a:pt x="2432764" y="22292"/>
                </a:lnTo>
                <a:lnTo>
                  <a:pt x="2366562" y="18191"/>
                </a:lnTo>
                <a:lnTo>
                  <a:pt x="2298947" y="14479"/>
                </a:lnTo>
                <a:lnTo>
                  <a:pt x="2229988" y="11166"/>
                </a:lnTo>
                <a:lnTo>
                  <a:pt x="2159755" y="8263"/>
                </a:lnTo>
                <a:lnTo>
                  <a:pt x="2088317" y="5779"/>
                </a:lnTo>
                <a:lnTo>
                  <a:pt x="2015743" y="3725"/>
                </a:lnTo>
                <a:lnTo>
                  <a:pt x="1942105" y="2110"/>
                </a:lnTo>
                <a:lnTo>
                  <a:pt x="1867472" y="944"/>
                </a:lnTo>
                <a:lnTo>
                  <a:pt x="1791912" y="237"/>
                </a:lnTo>
                <a:lnTo>
                  <a:pt x="1715497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1129648" y="7807334"/>
            <a:ext cx="2986405" cy="1165860"/>
            <a:chOff x="1129648" y="7807334"/>
            <a:chExt cx="2986405" cy="1165860"/>
          </a:xfrm>
        </p:grpSpPr>
        <p:sp>
          <p:nvSpPr>
            <p:cNvPr id="73" name="object 73" descr=""/>
            <p:cNvSpPr/>
            <p:nvPr/>
          </p:nvSpPr>
          <p:spPr>
            <a:xfrm>
              <a:off x="1919813" y="7807334"/>
              <a:ext cx="1136015" cy="1137920"/>
            </a:xfrm>
            <a:custGeom>
              <a:avLst/>
              <a:gdLst/>
              <a:ahLst/>
              <a:cxnLst/>
              <a:rect l="l" t="t" r="r" b="b"/>
              <a:pathLst>
                <a:path w="1136014" h="1137920">
                  <a:moveTo>
                    <a:pt x="567815" y="0"/>
                  </a:moveTo>
                  <a:lnTo>
                    <a:pt x="518822" y="2087"/>
                  </a:lnTo>
                  <a:lnTo>
                    <a:pt x="470986" y="8237"/>
                  </a:lnTo>
                  <a:lnTo>
                    <a:pt x="424478" y="18279"/>
                  </a:lnTo>
                  <a:lnTo>
                    <a:pt x="379468" y="32041"/>
                  </a:lnTo>
                  <a:lnTo>
                    <a:pt x="336127" y="49352"/>
                  </a:lnTo>
                  <a:lnTo>
                    <a:pt x="294625" y="70043"/>
                  </a:lnTo>
                  <a:lnTo>
                    <a:pt x="255132" y="93942"/>
                  </a:lnTo>
                  <a:lnTo>
                    <a:pt x="217819" y="120879"/>
                  </a:lnTo>
                  <a:lnTo>
                    <a:pt x="182857" y="150682"/>
                  </a:lnTo>
                  <a:lnTo>
                    <a:pt x="150415" y="183182"/>
                  </a:lnTo>
                  <a:lnTo>
                    <a:pt x="120664" y="218207"/>
                  </a:lnTo>
                  <a:lnTo>
                    <a:pt x="93775" y="255586"/>
                  </a:lnTo>
                  <a:lnTo>
                    <a:pt x="69919" y="295150"/>
                  </a:lnTo>
                  <a:lnTo>
                    <a:pt x="49265" y="336726"/>
                  </a:lnTo>
                  <a:lnTo>
                    <a:pt x="31984" y="380145"/>
                  </a:lnTo>
                  <a:lnTo>
                    <a:pt x="18246" y="425236"/>
                  </a:lnTo>
                  <a:lnTo>
                    <a:pt x="8223" y="471828"/>
                  </a:lnTo>
                  <a:lnTo>
                    <a:pt x="2084" y="519749"/>
                  </a:lnTo>
                  <a:lnTo>
                    <a:pt x="0" y="568830"/>
                  </a:lnTo>
                  <a:lnTo>
                    <a:pt x="2084" y="617913"/>
                  </a:lnTo>
                  <a:lnTo>
                    <a:pt x="8223" y="665836"/>
                  </a:lnTo>
                  <a:lnTo>
                    <a:pt x="18246" y="712429"/>
                  </a:lnTo>
                  <a:lnTo>
                    <a:pt x="31984" y="757521"/>
                  </a:lnTo>
                  <a:lnTo>
                    <a:pt x="49265" y="800941"/>
                  </a:lnTo>
                  <a:lnTo>
                    <a:pt x="69919" y="842518"/>
                  </a:lnTo>
                  <a:lnTo>
                    <a:pt x="93775" y="882082"/>
                  </a:lnTo>
                  <a:lnTo>
                    <a:pt x="120664" y="919462"/>
                  </a:lnTo>
                  <a:lnTo>
                    <a:pt x="150415" y="954488"/>
                  </a:lnTo>
                  <a:lnTo>
                    <a:pt x="182857" y="986988"/>
                  </a:lnTo>
                  <a:lnTo>
                    <a:pt x="217819" y="1016792"/>
                  </a:lnTo>
                  <a:lnTo>
                    <a:pt x="255132" y="1043729"/>
                  </a:lnTo>
                  <a:lnTo>
                    <a:pt x="294625" y="1067628"/>
                  </a:lnTo>
                  <a:lnTo>
                    <a:pt x="336127" y="1088319"/>
                  </a:lnTo>
                  <a:lnTo>
                    <a:pt x="379468" y="1105631"/>
                  </a:lnTo>
                  <a:lnTo>
                    <a:pt x="424478" y="1119392"/>
                  </a:lnTo>
                  <a:lnTo>
                    <a:pt x="470986" y="1129434"/>
                  </a:lnTo>
                  <a:lnTo>
                    <a:pt x="518822" y="1135584"/>
                  </a:lnTo>
                  <a:lnTo>
                    <a:pt x="567815" y="1137672"/>
                  </a:lnTo>
                  <a:lnTo>
                    <a:pt x="616807" y="1135584"/>
                  </a:lnTo>
                  <a:lnTo>
                    <a:pt x="664643" y="1129434"/>
                  </a:lnTo>
                  <a:lnTo>
                    <a:pt x="711151" y="1119392"/>
                  </a:lnTo>
                  <a:lnTo>
                    <a:pt x="756161" y="1105631"/>
                  </a:lnTo>
                  <a:lnTo>
                    <a:pt x="799502" y="1088319"/>
                  </a:lnTo>
                  <a:lnTo>
                    <a:pt x="841005" y="1067628"/>
                  </a:lnTo>
                  <a:lnTo>
                    <a:pt x="880497" y="1043729"/>
                  </a:lnTo>
                  <a:lnTo>
                    <a:pt x="917810" y="1016792"/>
                  </a:lnTo>
                  <a:lnTo>
                    <a:pt x="952773" y="986988"/>
                  </a:lnTo>
                  <a:lnTo>
                    <a:pt x="985215" y="954488"/>
                  </a:lnTo>
                  <a:lnTo>
                    <a:pt x="1014965" y="919462"/>
                  </a:lnTo>
                  <a:lnTo>
                    <a:pt x="1041854" y="882082"/>
                  </a:lnTo>
                  <a:lnTo>
                    <a:pt x="1065711" y="842518"/>
                  </a:lnTo>
                  <a:lnTo>
                    <a:pt x="1086365" y="800941"/>
                  </a:lnTo>
                  <a:lnTo>
                    <a:pt x="1103646" y="757521"/>
                  </a:lnTo>
                  <a:lnTo>
                    <a:pt x="1117383" y="712429"/>
                  </a:lnTo>
                  <a:lnTo>
                    <a:pt x="1127406" y="665836"/>
                  </a:lnTo>
                  <a:lnTo>
                    <a:pt x="1133546" y="617913"/>
                  </a:lnTo>
                  <a:lnTo>
                    <a:pt x="1135630" y="568830"/>
                  </a:lnTo>
                  <a:lnTo>
                    <a:pt x="1133546" y="519749"/>
                  </a:lnTo>
                  <a:lnTo>
                    <a:pt x="1127406" y="471828"/>
                  </a:lnTo>
                  <a:lnTo>
                    <a:pt x="1117383" y="425236"/>
                  </a:lnTo>
                  <a:lnTo>
                    <a:pt x="1103646" y="380145"/>
                  </a:lnTo>
                  <a:lnTo>
                    <a:pt x="1086365" y="336726"/>
                  </a:lnTo>
                  <a:lnTo>
                    <a:pt x="1065711" y="295150"/>
                  </a:lnTo>
                  <a:lnTo>
                    <a:pt x="1041854" y="255586"/>
                  </a:lnTo>
                  <a:lnTo>
                    <a:pt x="1014965" y="218207"/>
                  </a:lnTo>
                  <a:lnTo>
                    <a:pt x="985215" y="183182"/>
                  </a:lnTo>
                  <a:lnTo>
                    <a:pt x="952773" y="150682"/>
                  </a:lnTo>
                  <a:lnTo>
                    <a:pt x="917810" y="120879"/>
                  </a:lnTo>
                  <a:lnTo>
                    <a:pt x="880497" y="93942"/>
                  </a:lnTo>
                  <a:lnTo>
                    <a:pt x="841005" y="70043"/>
                  </a:lnTo>
                  <a:lnTo>
                    <a:pt x="799502" y="49352"/>
                  </a:lnTo>
                  <a:lnTo>
                    <a:pt x="756161" y="32041"/>
                  </a:lnTo>
                  <a:lnTo>
                    <a:pt x="711151" y="18279"/>
                  </a:lnTo>
                  <a:lnTo>
                    <a:pt x="664643" y="8237"/>
                  </a:lnTo>
                  <a:lnTo>
                    <a:pt x="616807" y="2087"/>
                  </a:lnTo>
                  <a:lnTo>
                    <a:pt x="56781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29648" y="8233805"/>
              <a:ext cx="2986405" cy="739140"/>
            </a:xfrm>
            <a:custGeom>
              <a:avLst/>
              <a:gdLst/>
              <a:ahLst/>
              <a:cxnLst/>
              <a:rect l="l" t="t" r="r" b="b"/>
              <a:pathLst>
                <a:path w="2986404" h="739140">
                  <a:moveTo>
                    <a:pt x="1140813" y="0"/>
                  </a:moveTo>
                  <a:lnTo>
                    <a:pt x="1091066" y="2901"/>
                  </a:lnTo>
                  <a:lnTo>
                    <a:pt x="1043140" y="11376"/>
                  </a:lnTo>
                  <a:lnTo>
                    <a:pt x="997400" y="25078"/>
                  </a:lnTo>
                  <a:lnTo>
                    <a:pt x="954212" y="43663"/>
                  </a:lnTo>
                  <a:lnTo>
                    <a:pt x="913943" y="66785"/>
                  </a:lnTo>
                  <a:lnTo>
                    <a:pt x="876958" y="94099"/>
                  </a:lnTo>
                  <a:lnTo>
                    <a:pt x="843624" y="125259"/>
                  </a:lnTo>
                  <a:lnTo>
                    <a:pt x="814305" y="159922"/>
                  </a:lnTo>
                  <a:lnTo>
                    <a:pt x="789369" y="197740"/>
                  </a:lnTo>
                  <a:lnTo>
                    <a:pt x="769180" y="238370"/>
                  </a:lnTo>
                  <a:lnTo>
                    <a:pt x="754106" y="281465"/>
                  </a:lnTo>
                  <a:lnTo>
                    <a:pt x="744511" y="326681"/>
                  </a:lnTo>
                  <a:lnTo>
                    <a:pt x="708476" y="303598"/>
                  </a:lnTo>
                  <a:lnTo>
                    <a:pt x="669442" y="286736"/>
                  </a:lnTo>
                  <a:lnTo>
                    <a:pt x="628206" y="276362"/>
                  </a:lnTo>
                  <a:lnTo>
                    <a:pt x="585563" y="272745"/>
                  </a:lnTo>
                  <a:lnTo>
                    <a:pt x="540754" y="276648"/>
                  </a:lnTo>
                  <a:lnTo>
                    <a:pt x="498156" y="287962"/>
                  </a:lnTo>
                  <a:lnTo>
                    <a:pt x="458299" y="306092"/>
                  </a:lnTo>
                  <a:lnTo>
                    <a:pt x="421714" y="330445"/>
                  </a:lnTo>
                  <a:lnTo>
                    <a:pt x="388933" y="360428"/>
                  </a:lnTo>
                  <a:lnTo>
                    <a:pt x="360486" y="395447"/>
                  </a:lnTo>
                  <a:lnTo>
                    <a:pt x="336904" y="434909"/>
                  </a:lnTo>
                  <a:lnTo>
                    <a:pt x="318718" y="478220"/>
                  </a:lnTo>
                  <a:lnTo>
                    <a:pt x="306460" y="524786"/>
                  </a:lnTo>
                  <a:lnTo>
                    <a:pt x="300661" y="574013"/>
                  </a:lnTo>
                  <a:lnTo>
                    <a:pt x="275767" y="559423"/>
                  </a:lnTo>
                  <a:lnTo>
                    <a:pt x="221150" y="542380"/>
                  </a:lnTo>
                  <a:lnTo>
                    <a:pt x="148270" y="545367"/>
                  </a:lnTo>
                  <a:lnTo>
                    <a:pt x="107777" y="560020"/>
                  </a:lnTo>
                  <a:lnTo>
                    <a:pt x="72057" y="583013"/>
                  </a:lnTo>
                  <a:lnTo>
                    <a:pt x="42264" y="613178"/>
                  </a:lnTo>
                  <a:lnTo>
                    <a:pt x="19554" y="649349"/>
                  </a:lnTo>
                  <a:lnTo>
                    <a:pt x="5081" y="690357"/>
                  </a:lnTo>
                  <a:lnTo>
                    <a:pt x="0" y="735035"/>
                  </a:lnTo>
                  <a:lnTo>
                    <a:pt x="0" y="738993"/>
                  </a:lnTo>
                  <a:lnTo>
                    <a:pt x="2985919" y="739097"/>
                  </a:lnTo>
                  <a:lnTo>
                    <a:pt x="2985919" y="722114"/>
                  </a:lnTo>
                  <a:lnTo>
                    <a:pt x="2971600" y="685979"/>
                  </a:lnTo>
                  <a:lnTo>
                    <a:pt x="2953208" y="651892"/>
                  </a:lnTo>
                  <a:lnTo>
                    <a:pt x="2930952" y="620194"/>
                  </a:lnTo>
                  <a:lnTo>
                    <a:pt x="2905042" y="591228"/>
                  </a:lnTo>
                  <a:lnTo>
                    <a:pt x="2863484" y="557132"/>
                  </a:lnTo>
                  <a:lnTo>
                    <a:pt x="2816852" y="531533"/>
                  </a:lnTo>
                  <a:lnTo>
                    <a:pt x="2766013" y="515437"/>
                  </a:lnTo>
                  <a:lnTo>
                    <a:pt x="2711833" y="509848"/>
                  </a:lnTo>
                  <a:lnTo>
                    <a:pt x="2676434" y="512236"/>
                  </a:lnTo>
                  <a:lnTo>
                    <a:pt x="2641810" y="519255"/>
                  </a:lnTo>
                  <a:lnTo>
                    <a:pt x="2608414" y="530779"/>
                  </a:lnTo>
                  <a:lnTo>
                    <a:pt x="2576696" y="546684"/>
                  </a:lnTo>
                  <a:lnTo>
                    <a:pt x="2559033" y="499578"/>
                  </a:lnTo>
                  <a:lnTo>
                    <a:pt x="2535278" y="456553"/>
                  </a:lnTo>
                  <a:lnTo>
                    <a:pt x="2506035" y="418286"/>
                  </a:lnTo>
                  <a:lnTo>
                    <a:pt x="2471910" y="385458"/>
                  </a:lnTo>
                  <a:lnTo>
                    <a:pt x="2433507" y="358744"/>
                  </a:lnTo>
                  <a:lnTo>
                    <a:pt x="2391431" y="338823"/>
                  </a:lnTo>
                  <a:lnTo>
                    <a:pt x="2346289" y="326374"/>
                  </a:lnTo>
                  <a:lnTo>
                    <a:pt x="2298683" y="322073"/>
                  </a:lnTo>
                  <a:lnTo>
                    <a:pt x="2251661" y="326268"/>
                  </a:lnTo>
                  <a:lnTo>
                    <a:pt x="2207031" y="338416"/>
                  </a:lnTo>
                  <a:lnTo>
                    <a:pt x="2165377" y="357863"/>
                  </a:lnTo>
                  <a:lnTo>
                    <a:pt x="2127284" y="383957"/>
                  </a:lnTo>
                  <a:lnTo>
                    <a:pt x="2093337" y="416042"/>
                  </a:lnTo>
                  <a:lnTo>
                    <a:pt x="2064119" y="453465"/>
                  </a:lnTo>
                  <a:lnTo>
                    <a:pt x="2040216" y="495573"/>
                  </a:lnTo>
                  <a:lnTo>
                    <a:pt x="2022212" y="541712"/>
                  </a:lnTo>
                  <a:lnTo>
                    <a:pt x="2010692" y="591228"/>
                  </a:lnTo>
                  <a:lnTo>
                    <a:pt x="1811054" y="591228"/>
                  </a:lnTo>
                  <a:lnTo>
                    <a:pt x="1790587" y="543878"/>
                  </a:lnTo>
                  <a:lnTo>
                    <a:pt x="1758206" y="503977"/>
                  </a:lnTo>
                  <a:lnTo>
                    <a:pt x="1719867" y="471184"/>
                  </a:lnTo>
                  <a:lnTo>
                    <a:pt x="1676477" y="446509"/>
                  </a:lnTo>
                  <a:lnTo>
                    <a:pt x="1628943" y="430964"/>
                  </a:lnTo>
                  <a:lnTo>
                    <a:pt x="1578171" y="425557"/>
                  </a:lnTo>
                  <a:lnTo>
                    <a:pt x="1567978" y="425777"/>
                  </a:lnTo>
                  <a:lnTo>
                    <a:pt x="1557808" y="426420"/>
                  </a:lnTo>
                  <a:lnTo>
                    <a:pt x="1547674" y="427485"/>
                  </a:lnTo>
                  <a:lnTo>
                    <a:pt x="1537586" y="428971"/>
                  </a:lnTo>
                  <a:lnTo>
                    <a:pt x="1539072" y="416616"/>
                  </a:lnTo>
                  <a:lnTo>
                    <a:pt x="1540137" y="404219"/>
                  </a:lnTo>
                  <a:lnTo>
                    <a:pt x="1540780" y="391792"/>
                  </a:lnTo>
                  <a:lnTo>
                    <a:pt x="1541000" y="379349"/>
                  </a:lnTo>
                  <a:lnTo>
                    <a:pt x="1537881" y="331772"/>
                  </a:lnTo>
                  <a:lnTo>
                    <a:pt x="1528775" y="285956"/>
                  </a:lnTo>
                  <a:lnTo>
                    <a:pt x="1514058" y="242258"/>
                  </a:lnTo>
                  <a:lnTo>
                    <a:pt x="1494104" y="201032"/>
                  </a:lnTo>
                  <a:lnTo>
                    <a:pt x="1469289" y="162636"/>
                  </a:lnTo>
                  <a:lnTo>
                    <a:pt x="1439988" y="127424"/>
                  </a:lnTo>
                  <a:lnTo>
                    <a:pt x="1406577" y="95752"/>
                  </a:lnTo>
                  <a:lnTo>
                    <a:pt x="1369431" y="67977"/>
                  </a:lnTo>
                  <a:lnTo>
                    <a:pt x="1328925" y="44454"/>
                  </a:lnTo>
                  <a:lnTo>
                    <a:pt x="1285435" y="25539"/>
                  </a:lnTo>
                  <a:lnTo>
                    <a:pt x="1239336" y="11588"/>
                  </a:lnTo>
                  <a:lnTo>
                    <a:pt x="1191004" y="2956"/>
                  </a:lnTo>
                  <a:lnTo>
                    <a:pt x="114081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5" name="object 7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21399" y="9039659"/>
            <a:ext cx="237751" cy="237751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36070" y="9034795"/>
            <a:ext cx="94803" cy="94813"/>
          </a:xfrm>
          <a:prstGeom prst="rect">
            <a:avLst/>
          </a:prstGeom>
        </p:spPr>
      </p:pic>
      <p:pic>
        <p:nvPicPr>
          <p:cNvPr id="77" name="object 7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269532" y="8762196"/>
            <a:ext cx="94803" cy="94813"/>
          </a:xfrm>
          <a:prstGeom prst="rect">
            <a:avLst/>
          </a:prstGeom>
        </p:spPr>
      </p:pic>
      <p:sp>
        <p:nvSpPr>
          <p:cNvPr id="78" name="object 78" descr=""/>
          <p:cNvSpPr/>
          <p:nvPr/>
        </p:nvSpPr>
        <p:spPr>
          <a:xfrm>
            <a:off x="1281264" y="885733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506" y="0"/>
                </a:moveTo>
                <a:lnTo>
                  <a:pt x="19242" y="2475"/>
                </a:lnTo>
                <a:lnTo>
                  <a:pt x="9227" y="9227"/>
                </a:lnTo>
                <a:lnTo>
                  <a:pt x="2475" y="19242"/>
                </a:lnTo>
                <a:lnTo>
                  <a:pt x="0" y="31506"/>
                </a:lnTo>
                <a:lnTo>
                  <a:pt x="2475" y="43771"/>
                </a:lnTo>
                <a:lnTo>
                  <a:pt x="9227" y="53786"/>
                </a:lnTo>
                <a:lnTo>
                  <a:pt x="19242" y="60538"/>
                </a:lnTo>
                <a:lnTo>
                  <a:pt x="31506" y="63013"/>
                </a:lnTo>
                <a:lnTo>
                  <a:pt x="43771" y="60538"/>
                </a:lnTo>
                <a:lnTo>
                  <a:pt x="53786" y="53786"/>
                </a:lnTo>
                <a:lnTo>
                  <a:pt x="60538" y="43771"/>
                </a:lnTo>
                <a:lnTo>
                  <a:pt x="63013" y="31506"/>
                </a:lnTo>
                <a:lnTo>
                  <a:pt x="60538" y="19242"/>
                </a:lnTo>
                <a:lnTo>
                  <a:pt x="53786" y="9227"/>
                </a:lnTo>
                <a:lnTo>
                  <a:pt x="43771" y="2475"/>
                </a:lnTo>
                <a:lnTo>
                  <a:pt x="31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002729" y="8444152"/>
            <a:ext cx="129650" cy="129660"/>
          </a:xfrm>
          <a:prstGeom prst="rect">
            <a:avLst/>
          </a:prstGeom>
        </p:spPr>
      </p:pic>
      <p:grpSp>
        <p:nvGrpSpPr>
          <p:cNvPr id="80" name="object 80" descr=""/>
          <p:cNvGrpSpPr/>
          <p:nvPr/>
        </p:nvGrpSpPr>
        <p:grpSpPr>
          <a:xfrm>
            <a:off x="10225977" y="3812657"/>
            <a:ext cx="2710815" cy="6308725"/>
            <a:chOff x="10225977" y="3812657"/>
            <a:chExt cx="2710815" cy="6308725"/>
          </a:xfrm>
        </p:grpSpPr>
        <p:pic>
          <p:nvPicPr>
            <p:cNvPr id="81" name="object 8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755292" y="3812657"/>
              <a:ext cx="2181371" cy="6308547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838762" y="4830160"/>
              <a:ext cx="2075178" cy="1414145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11200627" y="5435587"/>
              <a:ext cx="53340" cy="614045"/>
            </a:xfrm>
            <a:custGeom>
              <a:avLst/>
              <a:gdLst/>
              <a:ahLst/>
              <a:cxnLst/>
              <a:rect l="l" t="t" r="r" b="b"/>
              <a:pathLst>
                <a:path w="53340" h="614045">
                  <a:moveTo>
                    <a:pt x="24160" y="613688"/>
                  </a:moveTo>
                  <a:lnTo>
                    <a:pt x="3779" y="433575"/>
                  </a:lnTo>
                  <a:lnTo>
                    <a:pt x="0" y="309612"/>
                  </a:lnTo>
                  <a:lnTo>
                    <a:pt x="15533" y="184264"/>
                  </a:lnTo>
                  <a:lnTo>
                    <a:pt x="53091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25977" y="4909438"/>
              <a:ext cx="862014" cy="1263774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6079408" y="4979030"/>
            <a:ext cx="3335020" cy="5031740"/>
            <a:chOff x="6079408" y="4979030"/>
            <a:chExt cx="3335020" cy="5031740"/>
          </a:xfrm>
        </p:grpSpPr>
        <p:pic>
          <p:nvPicPr>
            <p:cNvPr id="86" name="object 8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86293" y="4979030"/>
              <a:ext cx="2927562" cy="476649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04272" y="6705128"/>
              <a:ext cx="1842959" cy="1545785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6085704" y="6489515"/>
              <a:ext cx="525780" cy="161290"/>
            </a:xfrm>
            <a:custGeom>
              <a:avLst/>
              <a:gdLst/>
              <a:ahLst/>
              <a:cxnLst/>
              <a:rect l="l" t="t" r="r" b="b"/>
              <a:pathLst>
                <a:path w="525779" h="161290">
                  <a:moveTo>
                    <a:pt x="465734" y="0"/>
                  </a:moveTo>
                  <a:lnTo>
                    <a:pt x="59610" y="0"/>
                  </a:lnTo>
                  <a:lnTo>
                    <a:pt x="36425" y="4692"/>
                  </a:lnTo>
                  <a:lnTo>
                    <a:pt x="17475" y="17479"/>
                  </a:lnTo>
                  <a:lnTo>
                    <a:pt x="4690" y="36430"/>
                  </a:lnTo>
                  <a:lnTo>
                    <a:pt x="0" y="59610"/>
                  </a:lnTo>
                  <a:lnTo>
                    <a:pt x="0" y="101368"/>
                  </a:lnTo>
                  <a:lnTo>
                    <a:pt x="4690" y="124549"/>
                  </a:lnTo>
                  <a:lnTo>
                    <a:pt x="17475" y="143499"/>
                  </a:lnTo>
                  <a:lnTo>
                    <a:pt x="36425" y="156287"/>
                  </a:lnTo>
                  <a:lnTo>
                    <a:pt x="59610" y="160979"/>
                  </a:lnTo>
                  <a:lnTo>
                    <a:pt x="465734" y="160979"/>
                  </a:lnTo>
                  <a:lnTo>
                    <a:pt x="488919" y="156287"/>
                  </a:lnTo>
                  <a:lnTo>
                    <a:pt x="507869" y="143499"/>
                  </a:lnTo>
                  <a:lnTo>
                    <a:pt x="520654" y="124549"/>
                  </a:lnTo>
                  <a:lnTo>
                    <a:pt x="525345" y="101368"/>
                  </a:lnTo>
                  <a:lnTo>
                    <a:pt x="525345" y="59610"/>
                  </a:lnTo>
                  <a:lnTo>
                    <a:pt x="520654" y="36430"/>
                  </a:lnTo>
                  <a:lnTo>
                    <a:pt x="507869" y="17479"/>
                  </a:lnTo>
                  <a:lnTo>
                    <a:pt x="488919" y="4692"/>
                  </a:lnTo>
                  <a:lnTo>
                    <a:pt x="465734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079408" y="6483231"/>
              <a:ext cx="538480" cy="173990"/>
            </a:xfrm>
            <a:custGeom>
              <a:avLst/>
              <a:gdLst/>
              <a:ahLst/>
              <a:cxnLst/>
              <a:rect l="l" t="t" r="r" b="b"/>
              <a:pathLst>
                <a:path w="538479" h="173990">
                  <a:moveTo>
                    <a:pt x="472027" y="0"/>
                  </a:moveTo>
                  <a:lnTo>
                    <a:pt x="65914" y="0"/>
                  </a:lnTo>
                  <a:lnTo>
                    <a:pt x="40282" y="5186"/>
                  </a:lnTo>
                  <a:lnTo>
                    <a:pt x="19327" y="19322"/>
                  </a:lnTo>
                  <a:lnTo>
                    <a:pt x="5188" y="40273"/>
                  </a:lnTo>
                  <a:lnTo>
                    <a:pt x="0" y="65903"/>
                  </a:lnTo>
                  <a:lnTo>
                    <a:pt x="0" y="107651"/>
                  </a:lnTo>
                  <a:lnTo>
                    <a:pt x="5188" y="133275"/>
                  </a:lnTo>
                  <a:lnTo>
                    <a:pt x="19327" y="154223"/>
                  </a:lnTo>
                  <a:lnTo>
                    <a:pt x="40282" y="168358"/>
                  </a:lnTo>
                  <a:lnTo>
                    <a:pt x="65914" y="173544"/>
                  </a:lnTo>
                  <a:lnTo>
                    <a:pt x="472027" y="173544"/>
                  </a:lnTo>
                  <a:lnTo>
                    <a:pt x="497657" y="168358"/>
                  </a:lnTo>
                  <a:lnTo>
                    <a:pt x="508578" y="160989"/>
                  </a:lnTo>
                  <a:lnTo>
                    <a:pt x="65914" y="160989"/>
                  </a:lnTo>
                  <a:lnTo>
                    <a:pt x="45149" y="156797"/>
                  </a:lnTo>
                  <a:lnTo>
                    <a:pt x="28195" y="145365"/>
                  </a:lnTo>
                  <a:lnTo>
                    <a:pt x="16766" y="128411"/>
                  </a:lnTo>
                  <a:lnTo>
                    <a:pt x="12575" y="107651"/>
                  </a:lnTo>
                  <a:lnTo>
                    <a:pt x="12575" y="65903"/>
                  </a:lnTo>
                  <a:lnTo>
                    <a:pt x="16766" y="45143"/>
                  </a:lnTo>
                  <a:lnTo>
                    <a:pt x="28195" y="28188"/>
                  </a:lnTo>
                  <a:lnTo>
                    <a:pt x="45149" y="16757"/>
                  </a:lnTo>
                  <a:lnTo>
                    <a:pt x="65914" y="12565"/>
                  </a:lnTo>
                  <a:lnTo>
                    <a:pt x="508593" y="12565"/>
                  </a:lnTo>
                  <a:lnTo>
                    <a:pt x="497657" y="5186"/>
                  </a:lnTo>
                  <a:lnTo>
                    <a:pt x="472027" y="0"/>
                  </a:lnTo>
                  <a:close/>
                </a:path>
                <a:path w="538479" h="173990">
                  <a:moveTo>
                    <a:pt x="508593" y="12565"/>
                  </a:moveTo>
                  <a:lnTo>
                    <a:pt x="472027" y="12565"/>
                  </a:lnTo>
                  <a:lnTo>
                    <a:pt x="492787" y="16757"/>
                  </a:lnTo>
                  <a:lnTo>
                    <a:pt x="509742" y="28188"/>
                  </a:lnTo>
                  <a:lnTo>
                    <a:pt x="521174" y="45143"/>
                  </a:lnTo>
                  <a:lnTo>
                    <a:pt x="525366" y="65903"/>
                  </a:lnTo>
                  <a:lnTo>
                    <a:pt x="525366" y="107651"/>
                  </a:lnTo>
                  <a:lnTo>
                    <a:pt x="521174" y="128411"/>
                  </a:lnTo>
                  <a:lnTo>
                    <a:pt x="509742" y="145365"/>
                  </a:lnTo>
                  <a:lnTo>
                    <a:pt x="492787" y="156797"/>
                  </a:lnTo>
                  <a:lnTo>
                    <a:pt x="472027" y="160989"/>
                  </a:lnTo>
                  <a:lnTo>
                    <a:pt x="508578" y="160989"/>
                  </a:lnTo>
                  <a:lnTo>
                    <a:pt x="518608" y="154223"/>
                  </a:lnTo>
                  <a:lnTo>
                    <a:pt x="532744" y="133275"/>
                  </a:lnTo>
                  <a:lnTo>
                    <a:pt x="537931" y="107651"/>
                  </a:lnTo>
                  <a:lnTo>
                    <a:pt x="537931" y="65903"/>
                  </a:lnTo>
                  <a:lnTo>
                    <a:pt x="532744" y="40273"/>
                  </a:lnTo>
                  <a:lnTo>
                    <a:pt x="518608" y="19322"/>
                  </a:lnTo>
                  <a:lnTo>
                    <a:pt x="508593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18338" y="5864942"/>
              <a:ext cx="3156047" cy="4145297"/>
            </a:xfrm>
            <a:prstGeom prst="rect">
              <a:avLst/>
            </a:prstGeom>
          </p:spPr>
        </p:pic>
      </p:grpSp>
      <p:sp>
        <p:nvSpPr>
          <p:cNvPr id="91" name="object 91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403245" y="9477314"/>
            <a:ext cx="6156325" cy="384175"/>
          </a:xfrm>
          <a:custGeom>
            <a:avLst/>
            <a:gdLst/>
            <a:ahLst/>
            <a:cxnLst/>
            <a:rect l="l" t="t" r="r" b="b"/>
            <a:pathLst>
              <a:path w="6156325" h="384175">
                <a:moveTo>
                  <a:pt x="3077853" y="0"/>
                </a:moveTo>
                <a:lnTo>
                  <a:pt x="2997155" y="64"/>
                </a:lnTo>
                <a:lnTo>
                  <a:pt x="2837321" y="577"/>
                </a:lnTo>
                <a:lnTo>
                  <a:pt x="2679736" y="1590"/>
                </a:lnTo>
                <a:lnTo>
                  <a:pt x="2524605" y="3091"/>
                </a:lnTo>
                <a:lnTo>
                  <a:pt x="2372129" y="5067"/>
                </a:lnTo>
                <a:lnTo>
                  <a:pt x="2222512" y="7506"/>
                </a:lnTo>
                <a:lnTo>
                  <a:pt x="2075956" y="10394"/>
                </a:lnTo>
                <a:lnTo>
                  <a:pt x="1932664" y="13720"/>
                </a:lnTo>
                <a:lnTo>
                  <a:pt x="1792839" y="17471"/>
                </a:lnTo>
                <a:lnTo>
                  <a:pt x="1656684" y="21633"/>
                </a:lnTo>
                <a:lnTo>
                  <a:pt x="1524401" y="26195"/>
                </a:lnTo>
                <a:lnTo>
                  <a:pt x="1396192" y="31144"/>
                </a:lnTo>
                <a:lnTo>
                  <a:pt x="1272262" y="36466"/>
                </a:lnTo>
                <a:lnTo>
                  <a:pt x="1152812" y="42150"/>
                </a:lnTo>
                <a:lnTo>
                  <a:pt x="1038045" y="48183"/>
                </a:lnTo>
                <a:lnTo>
                  <a:pt x="928164" y="54552"/>
                </a:lnTo>
                <a:lnTo>
                  <a:pt x="823372" y="61245"/>
                </a:lnTo>
                <a:lnTo>
                  <a:pt x="723871" y="68248"/>
                </a:lnTo>
                <a:lnTo>
                  <a:pt x="629865" y="75550"/>
                </a:lnTo>
                <a:lnTo>
                  <a:pt x="541555" y="83137"/>
                </a:lnTo>
                <a:lnTo>
                  <a:pt x="459146" y="90997"/>
                </a:lnTo>
                <a:lnTo>
                  <a:pt x="420216" y="95025"/>
                </a:lnTo>
                <a:lnTo>
                  <a:pt x="347036" y="103271"/>
                </a:lnTo>
                <a:lnTo>
                  <a:pt x="280262" y="111759"/>
                </a:lnTo>
                <a:lnTo>
                  <a:pt x="220098" y="120474"/>
                </a:lnTo>
                <a:lnTo>
                  <a:pt x="166746" y="129406"/>
                </a:lnTo>
                <a:lnTo>
                  <a:pt x="120408" y="138542"/>
                </a:lnTo>
                <a:lnTo>
                  <a:pt x="81288" y="147868"/>
                </a:lnTo>
                <a:lnTo>
                  <a:pt x="36584" y="162187"/>
                </a:lnTo>
                <a:lnTo>
                  <a:pt x="1037" y="186827"/>
                </a:lnTo>
                <a:lnTo>
                  <a:pt x="0" y="191858"/>
                </a:lnTo>
                <a:lnTo>
                  <a:pt x="1037" y="196888"/>
                </a:lnTo>
                <a:lnTo>
                  <a:pt x="36584" y="221530"/>
                </a:lnTo>
                <a:lnTo>
                  <a:pt x="81288" y="235850"/>
                </a:lnTo>
                <a:lnTo>
                  <a:pt x="120408" y="245177"/>
                </a:lnTo>
                <a:lnTo>
                  <a:pt x="166746" y="254313"/>
                </a:lnTo>
                <a:lnTo>
                  <a:pt x="220098" y="263245"/>
                </a:lnTo>
                <a:lnTo>
                  <a:pt x="280262" y="271961"/>
                </a:lnTo>
                <a:lnTo>
                  <a:pt x="347036" y="280448"/>
                </a:lnTo>
                <a:lnTo>
                  <a:pt x="420216" y="288694"/>
                </a:lnTo>
                <a:lnTo>
                  <a:pt x="459146" y="292723"/>
                </a:lnTo>
                <a:lnTo>
                  <a:pt x="541555" y="300583"/>
                </a:lnTo>
                <a:lnTo>
                  <a:pt x="629865" y="308170"/>
                </a:lnTo>
                <a:lnTo>
                  <a:pt x="723871" y="315471"/>
                </a:lnTo>
                <a:lnTo>
                  <a:pt x="823372" y="322475"/>
                </a:lnTo>
                <a:lnTo>
                  <a:pt x="928164" y="329167"/>
                </a:lnTo>
                <a:lnTo>
                  <a:pt x="1038045" y="335536"/>
                </a:lnTo>
                <a:lnTo>
                  <a:pt x="1152812" y="341568"/>
                </a:lnTo>
                <a:lnTo>
                  <a:pt x="1272262" y="347252"/>
                </a:lnTo>
                <a:lnTo>
                  <a:pt x="1396192" y="352574"/>
                </a:lnTo>
                <a:lnTo>
                  <a:pt x="1524401" y="357522"/>
                </a:lnTo>
                <a:lnTo>
                  <a:pt x="1656684" y="362084"/>
                </a:lnTo>
                <a:lnTo>
                  <a:pt x="1792839" y="366246"/>
                </a:lnTo>
                <a:lnTo>
                  <a:pt x="1932664" y="369996"/>
                </a:lnTo>
                <a:lnTo>
                  <a:pt x="2075956" y="373322"/>
                </a:lnTo>
                <a:lnTo>
                  <a:pt x="2222512" y="376210"/>
                </a:lnTo>
                <a:lnTo>
                  <a:pt x="2372129" y="378649"/>
                </a:lnTo>
                <a:lnTo>
                  <a:pt x="2524605" y="380625"/>
                </a:lnTo>
                <a:lnTo>
                  <a:pt x="2679736" y="382125"/>
                </a:lnTo>
                <a:lnTo>
                  <a:pt x="2837321" y="383138"/>
                </a:lnTo>
                <a:lnTo>
                  <a:pt x="2997155" y="383651"/>
                </a:lnTo>
                <a:lnTo>
                  <a:pt x="3158551" y="383651"/>
                </a:lnTo>
                <a:lnTo>
                  <a:pt x="3318386" y="383138"/>
                </a:lnTo>
                <a:lnTo>
                  <a:pt x="3475971" y="382125"/>
                </a:lnTo>
                <a:lnTo>
                  <a:pt x="3631102" y="380625"/>
                </a:lnTo>
                <a:lnTo>
                  <a:pt x="3783578" y="378649"/>
                </a:lnTo>
                <a:lnTo>
                  <a:pt x="3933195" y="376210"/>
                </a:lnTo>
                <a:lnTo>
                  <a:pt x="4079751" y="373322"/>
                </a:lnTo>
                <a:lnTo>
                  <a:pt x="4223042" y="369996"/>
                </a:lnTo>
                <a:lnTo>
                  <a:pt x="4362867" y="366246"/>
                </a:lnTo>
                <a:lnTo>
                  <a:pt x="4499023" y="362084"/>
                </a:lnTo>
                <a:lnTo>
                  <a:pt x="4631306" y="357522"/>
                </a:lnTo>
                <a:lnTo>
                  <a:pt x="4759514" y="352574"/>
                </a:lnTo>
                <a:lnTo>
                  <a:pt x="4883445" y="347252"/>
                </a:lnTo>
                <a:lnTo>
                  <a:pt x="5002895" y="341568"/>
                </a:lnTo>
                <a:lnTo>
                  <a:pt x="5117662" y="335536"/>
                </a:lnTo>
                <a:lnTo>
                  <a:pt x="5227543" y="329167"/>
                </a:lnTo>
                <a:lnTo>
                  <a:pt x="5332335" y="322475"/>
                </a:lnTo>
                <a:lnTo>
                  <a:pt x="5431835" y="315471"/>
                </a:lnTo>
                <a:lnTo>
                  <a:pt x="5525842" y="308170"/>
                </a:lnTo>
                <a:lnTo>
                  <a:pt x="5614151" y="300583"/>
                </a:lnTo>
                <a:lnTo>
                  <a:pt x="5696561" y="292723"/>
                </a:lnTo>
                <a:lnTo>
                  <a:pt x="5735491" y="288694"/>
                </a:lnTo>
                <a:lnTo>
                  <a:pt x="5808671" y="280448"/>
                </a:lnTo>
                <a:lnTo>
                  <a:pt x="5875444" y="271961"/>
                </a:lnTo>
                <a:lnTo>
                  <a:pt x="5935609" y="263245"/>
                </a:lnTo>
                <a:lnTo>
                  <a:pt x="5988961" y="254313"/>
                </a:lnTo>
                <a:lnTo>
                  <a:pt x="6035299" y="245177"/>
                </a:lnTo>
                <a:lnTo>
                  <a:pt x="6074419" y="235850"/>
                </a:lnTo>
                <a:lnTo>
                  <a:pt x="6119123" y="221530"/>
                </a:lnTo>
                <a:lnTo>
                  <a:pt x="6154670" y="196888"/>
                </a:lnTo>
                <a:lnTo>
                  <a:pt x="6155707" y="191858"/>
                </a:lnTo>
                <a:lnTo>
                  <a:pt x="6154670" y="186827"/>
                </a:lnTo>
                <a:lnTo>
                  <a:pt x="6119123" y="162187"/>
                </a:lnTo>
                <a:lnTo>
                  <a:pt x="6074419" y="147868"/>
                </a:lnTo>
                <a:lnTo>
                  <a:pt x="6035299" y="138542"/>
                </a:lnTo>
                <a:lnTo>
                  <a:pt x="5988961" y="129406"/>
                </a:lnTo>
                <a:lnTo>
                  <a:pt x="5935609" y="120474"/>
                </a:lnTo>
                <a:lnTo>
                  <a:pt x="5875444" y="111759"/>
                </a:lnTo>
                <a:lnTo>
                  <a:pt x="5808671" y="103271"/>
                </a:lnTo>
                <a:lnTo>
                  <a:pt x="5735491" y="95025"/>
                </a:lnTo>
                <a:lnTo>
                  <a:pt x="5696561" y="90997"/>
                </a:lnTo>
                <a:lnTo>
                  <a:pt x="5656107" y="87034"/>
                </a:lnTo>
                <a:lnTo>
                  <a:pt x="5570721" y="79308"/>
                </a:lnTo>
                <a:lnTo>
                  <a:pt x="5479538" y="71862"/>
                </a:lnTo>
                <a:lnTo>
                  <a:pt x="5382759" y="64708"/>
                </a:lnTo>
                <a:lnTo>
                  <a:pt x="5280587" y="57859"/>
                </a:lnTo>
                <a:lnTo>
                  <a:pt x="5173226" y="51326"/>
                </a:lnTo>
                <a:lnTo>
                  <a:pt x="5060876" y="45124"/>
                </a:lnTo>
                <a:lnTo>
                  <a:pt x="4943743" y="39264"/>
                </a:lnTo>
                <a:lnTo>
                  <a:pt x="4822027" y="33759"/>
                </a:lnTo>
                <a:lnTo>
                  <a:pt x="4695932" y="28622"/>
                </a:lnTo>
                <a:lnTo>
                  <a:pt x="4565661" y="23865"/>
                </a:lnTo>
                <a:lnTo>
                  <a:pt x="4431417" y="19501"/>
                </a:lnTo>
                <a:lnTo>
                  <a:pt x="4293401" y="15543"/>
                </a:lnTo>
                <a:lnTo>
                  <a:pt x="4151817" y="12003"/>
                </a:lnTo>
                <a:lnTo>
                  <a:pt x="4006868" y="8894"/>
                </a:lnTo>
                <a:lnTo>
                  <a:pt x="3858756" y="6229"/>
                </a:lnTo>
                <a:lnTo>
                  <a:pt x="3707685" y="4020"/>
                </a:lnTo>
                <a:lnTo>
                  <a:pt x="3553856" y="2280"/>
                </a:lnTo>
                <a:lnTo>
                  <a:pt x="3397472" y="1022"/>
                </a:lnTo>
                <a:lnTo>
                  <a:pt x="3238737" y="257"/>
                </a:lnTo>
                <a:lnTo>
                  <a:pt x="3077853" y="0"/>
                </a:lnTo>
                <a:close/>
              </a:path>
            </a:pathLst>
          </a:custGeom>
          <a:solidFill>
            <a:srgbClr val="999999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954825" y="1568445"/>
            <a:ext cx="10644505" cy="6844030"/>
            <a:chOff x="2954825" y="1568445"/>
            <a:chExt cx="10644505" cy="68440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4825" y="2280437"/>
              <a:ext cx="9488792" cy="613148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009650" y="1568445"/>
              <a:ext cx="3589654" cy="1100455"/>
            </a:xfrm>
            <a:custGeom>
              <a:avLst/>
              <a:gdLst/>
              <a:ahLst/>
              <a:cxnLst/>
              <a:rect l="l" t="t" r="r" b="b"/>
              <a:pathLst>
                <a:path w="3589655" h="1100455">
                  <a:moveTo>
                    <a:pt x="2354347" y="0"/>
                  </a:moveTo>
                  <a:lnTo>
                    <a:pt x="2303988" y="1515"/>
                  </a:lnTo>
                  <a:lnTo>
                    <a:pt x="2254497" y="5998"/>
                  </a:lnTo>
                  <a:lnTo>
                    <a:pt x="2205973" y="13355"/>
                  </a:lnTo>
                  <a:lnTo>
                    <a:pt x="2158517" y="23494"/>
                  </a:lnTo>
                  <a:lnTo>
                    <a:pt x="2112230" y="36319"/>
                  </a:lnTo>
                  <a:lnTo>
                    <a:pt x="2067211" y="51738"/>
                  </a:lnTo>
                  <a:lnTo>
                    <a:pt x="2023561" y="69657"/>
                  </a:lnTo>
                  <a:lnTo>
                    <a:pt x="1981380" y="89983"/>
                  </a:lnTo>
                  <a:lnTo>
                    <a:pt x="1940768" y="112622"/>
                  </a:lnTo>
                  <a:lnTo>
                    <a:pt x="1901826" y="137480"/>
                  </a:lnTo>
                  <a:lnTo>
                    <a:pt x="1864654" y="164463"/>
                  </a:lnTo>
                  <a:lnTo>
                    <a:pt x="1829352" y="193479"/>
                  </a:lnTo>
                  <a:lnTo>
                    <a:pt x="1796021" y="224434"/>
                  </a:lnTo>
                  <a:lnTo>
                    <a:pt x="1764760" y="257233"/>
                  </a:lnTo>
                  <a:lnTo>
                    <a:pt x="1735671" y="291784"/>
                  </a:lnTo>
                  <a:lnTo>
                    <a:pt x="1708852" y="327993"/>
                  </a:lnTo>
                  <a:lnTo>
                    <a:pt x="1684406" y="365766"/>
                  </a:lnTo>
                  <a:lnTo>
                    <a:pt x="1662431" y="405009"/>
                  </a:lnTo>
                  <a:lnTo>
                    <a:pt x="1643028" y="445630"/>
                  </a:lnTo>
                  <a:lnTo>
                    <a:pt x="1626298" y="487534"/>
                  </a:lnTo>
                  <a:lnTo>
                    <a:pt x="1612341" y="530629"/>
                  </a:lnTo>
                  <a:lnTo>
                    <a:pt x="1601257" y="574819"/>
                  </a:lnTo>
                  <a:lnTo>
                    <a:pt x="1593146" y="620013"/>
                  </a:lnTo>
                  <a:lnTo>
                    <a:pt x="1588108" y="666115"/>
                  </a:lnTo>
                  <a:lnTo>
                    <a:pt x="1561876" y="637603"/>
                  </a:lnTo>
                  <a:lnTo>
                    <a:pt x="1532144" y="609504"/>
                  </a:lnTo>
                  <a:lnTo>
                    <a:pt x="1498155" y="583943"/>
                  </a:lnTo>
                  <a:lnTo>
                    <a:pt x="1459154" y="563043"/>
                  </a:lnTo>
                  <a:lnTo>
                    <a:pt x="1414383" y="548929"/>
                  </a:lnTo>
                  <a:lnTo>
                    <a:pt x="1363086" y="543725"/>
                  </a:lnTo>
                  <a:lnTo>
                    <a:pt x="1304504" y="549553"/>
                  </a:lnTo>
                  <a:lnTo>
                    <a:pt x="1237669" y="572726"/>
                  </a:lnTo>
                  <a:lnTo>
                    <a:pt x="1193901" y="608617"/>
                  </a:lnTo>
                  <a:lnTo>
                    <a:pt x="1167486" y="653283"/>
                  </a:lnTo>
                  <a:lnTo>
                    <a:pt x="1152711" y="702783"/>
                  </a:lnTo>
                  <a:lnTo>
                    <a:pt x="1139877" y="777471"/>
                  </a:lnTo>
                  <a:lnTo>
                    <a:pt x="1135230" y="800514"/>
                  </a:lnTo>
                  <a:lnTo>
                    <a:pt x="1121096" y="840860"/>
                  </a:lnTo>
                  <a:lnTo>
                    <a:pt x="1095750" y="870272"/>
                  </a:lnTo>
                  <a:lnTo>
                    <a:pt x="1053477" y="884806"/>
                  </a:lnTo>
                  <a:lnTo>
                    <a:pt x="1024209" y="885262"/>
                  </a:lnTo>
                  <a:lnTo>
                    <a:pt x="988566" y="880520"/>
                  </a:lnTo>
                  <a:lnTo>
                    <a:pt x="945835" y="870088"/>
                  </a:lnTo>
                  <a:lnTo>
                    <a:pt x="785908" y="827687"/>
                  </a:lnTo>
                  <a:lnTo>
                    <a:pt x="702373" y="830320"/>
                  </a:lnTo>
                  <a:lnTo>
                    <a:pt x="668027" y="893076"/>
                  </a:lnTo>
                  <a:lnTo>
                    <a:pt x="655665" y="1031047"/>
                  </a:lnTo>
                  <a:lnTo>
                    <a:pt x="568990" y="999792"/>
                  </a:lnTo>
                  <a:lnTo>
                    <a:pt x="489981" y="975101"/>
                  </a:lnTo>
                  <a:lnTo>
                    <a:pt x="418309" y="956517"/>
                  </a:lnTo>
                  <a:lnTo>
                    <a:pt x="353646" y="943583"/>
                  </a:lnTo>
                  <a:lnTo>
                    <a:pt x="295662" y="935843"/>
                  </a:lnTo>
                  <a:lnTo>
                    <a:pt x="244029" y="932839"/>
                  </a:lnTo>
                  <a:lnTo>
                    <a:pt x="198417" y="934115"/>
                  </a:lnTo>
                  <a:lnTo>
                    <a:pt x="158497" y="939214"/>
                  </a:lnTo>
                  <a:lnTo>
                    <a:pt x="94419" y="959056"/>
                  </a:lnTo>
                  <a:lnTo>
                    <a:pt x="49162" y="988711"/>
                  </a:lnTo>
                  <a:lnTo>
                    <a:pt x="20095" y="1024525"/>
                  </a:lnTo>
                  <a:lnTo>
                    <a:pt x="4585" y="1062846"/>
                  </a:lnTo>
                  <a:lnTo>
                    <a:pt x="0" y="1100018"/>
                  </a:lnTo>
                  <a:lnTo>
                    <a:pt x="3382410" y="1100018"/>
                  </a:lnTo>
                  <a:lnTo>
                    <a:pt x="3424417" y="1096515"/>
                  </a:lnTo>
                  <a:lnTo>
                    <a:pt x="3461747" y="1086535"/>
                  </a:lnTo>
                  <a:lnTo>
                    <a:pt x="3522256" y="1050308"/>
                  </a:lnTo>
                  <a:lnTo>
                    <a:pt x="3563692" y="997675"/>
                  </a:lnTo>
                  <a:lnTo>
                    <a:pt x="3585809" y="934973"/>
                  </a:lnTo>
                  <a:lnTo>
                    <a:pt x="3589547" y="901825"/>
                  </a:lnTo>
                  <a:lnTo>
                    <a:pt x="3588364" y="868537"/>
                  </a:lnTo>
                  <a:lnTo>
                    <a:pt x="3571113" y="804705"/>
                  </a:lnTo>
                  <a:lnTo>
                    <a:pt x="3533810" y="749814"/>
                  </a:lnTo>
                  <a:lnTo>
                    <a:pt x="3476212" y="710199"/>
                  </a:lnTo>
                  <a:lnTo>
                    <a:pt x="3439726" y="698101"/>
                  </a:lnTo>
                  <a:lnTo>
                    <a:pt x="3398074" y="692198"/>
                  </a:lnTo>
                  <a:lnTo>
                    <a:pt x="3389038" y="691842"/>
                  </a:lnTo>
                  <a:lnTo>
                    <a:pt x="3326509" y="694308"/>
                  </a:lnTo>
                  <a:lnTo>
                    <a:pt x="3270304" y="703950"/>
                  </a:lnTo>
                  <a:lnTo>
                    <a:pt x="3220912" y="719519"/>
                  </a:lnTo>
                  <a:lnTo>
                    <a:pt x="3178821" y="739768"/>
                  </a:lnTo>
                  <a:lnTo>
                    <a:pt x="3144521" y="763446"/>
                  </a:lnTo>
                  <a:lnTo>
                    <a:pt x="3118501" y="789305"/>
                  </a:lnTo>
                  <a:lnTo>
                    <a:pt x="3120199" y="771182"/>
                  </a:lnTo>
                  <a:lnTo>
                    <a:pt x="3121414" y="753021"/>
                  </a:lnTo>
                  <a:lnTo>
                    <a:pt x="3122143" y="734833"/>
                  </a:lnTo>
                  <a:lnTo>
                    <a:pt x="3122386" y="716627"/>
                  </a:lnTo>
                  <a:lnTo>
                    <a:pt x="3120753" y="669507"/>
                  </a:lnTo>
                  <a:lnTo>
                    <a:pt x="3115919" y="623200"/>
                  </a:lnTo>
                  <a:lnTo>
                    <a:pt x="3107987" y="577803"/>
                  </a:lnTo>
                  <a:lnTo>
                    <a:pt x="3097058" y="533408"/>
                  </a:lnTo>
                  <a:lnTo>
                    <a:pt x="3083233" y="490111"/>
                  </a:lnTo>
                  <a:lnTo>
                    <a:pt x="3066613" y="448005"/>
                  </a:lnTo>
                  <a:lnTo>
                    <a:pt x="3047298" y="407186"/>
                  </a:lnTo>
                  <a:lnTo>
                    <a:pt x="3025392" y="367747"/>
                  </a:lnTo>
                  <a:lnTo>
                    <a:pt x="3000993" y="329783"/>
                  </a:lnTo>
                  <a:lnTo>
                    <a:pt x="2974205" y="293389"/>
                  </a:lnTo>
                  <a:lnTo>
                    <a:pt x="2945127" y="258658"/>
                  </a:lnTo>
                  <a:lnTo>
                    <a:pt x="2913862" y="225686"/>
                  </a:lnTo>
                  <a:lnTo>
                    <a:pt x="2880509" y="194566"/>
                  </a:lnTo>
                  <a:lnTo>
                    <a:pt x="2845172" y="165393"/>
                  </a:lnTo>
                  <a:lnTo>
                    <a:pt x="2807949" y="138262"/>
                  </a:lnTo>
                  <a:lnTo>
                    <a:pt x="2768944" y="113267"/>
                  </a:lnTo>
                  <a:lnTo>
                    <a:pt x="2728257" y="90502"/>
                  </a:lnTo>
                  <a:lnTo>
                    <a:pt x="2685988" y="70061"/>
                  </a:lnTo>
                  <a:lnTo>
                    <a:pt x="2642241" y="52040"/>
                  </a:lnTo>
                  <a:lnTo>
                    <a:pt x="2597114" y="36532"/>
                  </a:lnTo>
                  <a:lnTo>
                    <a:pt x="2550711" y="23632"/>
                  </a:lnTo>
                  <a:lnTo>
                    <a:pt x="2503131" y="13434"/>
                  </a:lnTo>
                  <a:lnTo>
                    <a:pt x="2454476" y="6034"/>
                  </a:lnTo>
                  <a:lnTo>
                    <a:pt x="2404848" y="1524"/>
                  </a:lnTo>
                  <a:lnTo>
                    <a:pt x="23543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4451580" y="8913547"/>
            <a:ext cx="12065" cy="13970"/>
          </a:xfrm>
          <a:custGeom>
            <a:avLst/>
            <a:gdLst/>
            <a:ahLst/>
            <a:cxnLst/>
            <a:rect l="l" t="t" r="r" b="b"/>
            <a:pathLst>
              <a:path w="12064" h="13970">
                <a:moveTo>
                  <a:pt x="0" y="13643"/>
                </a:moveTo>
                <a:lnTo>
                  <a:pt x="12051" y="0"/>
                </a:lnTo>
                <a:lnTo>
                  <a:pt x="8680" y="5078"/>
                </a:lnTo>
                <a:lnTo>
                  <a:pt x="4628" y="9675"/>
                </a:lnTo>
                <a:lnTo>
                  <a:pt x="0" y="13643"/>
                </a:lnTo>
                <a:close/>
              </a:path>
            </a:pathLst>
          </a:custGeom>
          <a:ln w="15057">
            <a:solidFill>
              <a:srgbClr val="1399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549219" y="3779992"/>
            <a:ext cx="2967355" cy="658495"/>
          </a:xfrm>
          <a:custGeom>
            <a:avLst/>
            <a:gdLst/>
            <a:ahLst/>
            <a:cxnLst/>
            <a:rect l="l" t="t" r="r" b="b"/>
            <a:pathLst>
              <a:path w="2967355" h="658495">
                <a:moveTo>
                  <a:pt x="1133578" y="0"/>
                </a:moveTo>
                <a:lnTo>
                  <a:pt x="1079725" y="3071"/>
                </a:lnTo>
                <a:lnTo>
                  <a:pt x="1028068" y="12018"/>
                </a:lnTo>
                <a:lnTo>
                  <a:pt x="979076" y="26442"/>
                </a:lnTo>
                <a:lnTo>
                  <a:pt x="933223" y="45942"/>
                </a:lnTo>
                <a:lnTo>
                  <a:pt x="890979" y="70119"/>
                </a:lnTo>
                <a:lnTo>
                  <a:pt x="852816" y="98573"/>
                </a:lnTo>
                <a:lnTo>
                  <a:pt x="819207" y="130904"/>
                </a:lnTo>
                <a:lnTo>
                  <a:pt x="790623" y="166712"/>
                </a:lnTo>
                <a:lnTo>
                  <a:pt x="767535" y="205599"/>
                </a:lnTo>
                <a:lnTo>
                  <a:pt x="750415" y="247164"/>
                </a:lnTo>
                <a:lnTo>
                  <a:pt x="739736" y="291006"/>
                </a:lnTo>
                <a:lnTo>
                  <a:pt x="706763" y="271990"/>
                </a:lnTo>
                <a:lnTo>
                  <a:pt x="671702" y="257612"/>
                </a:lnTo>
                <a:lnTo>
                  <a:pt x="635038" y="248037"/>
                </a:lnTo>
                <a:lnTo>
                  <a:pt x="597259" y="243427"/>
                </a:lnTo>
                <a:lnTo>
                  <a:pt x="551128" y="244639"/>
                </a:lnTo>
                <a:lnTo>
                  <a:pt x="506975" y="253002"/>
                </a:lnTo>
                <a:lnTo>
                  <a:pt x="465415" y="267966"/>
                </a:lnTo>
                <a:lnTo>
                  <a:pt x="427063" y="288979"/>
                </a:lnTo>
                <a:lnTo>
                  <a:pt x="392532" y="315490"/>
                </a:lnTo>
                <a:lnTo>
                  <a:pt x="362438" y="346947"/>
                </a:lnTo>
                <a:lnTo>
                  <a:pt x="337396" y="382798"/>
                </a:lnTo>
                <a:lnTo>
                  <a:pt x="318019" y="422494"/>
                </a:lnTo>
                <a:lnTo>
                  <a:pt x="304924" y="465481"/>
                </a:lnTo>
                <a:lnTo>
                  <a:pt x="298723" y="511209"/>
                </a:lnTo>
                <a:lnTo>
                  <a:pt x="273594" y="498099"/>
                </a:lnTo>
                <a:lnTo>
                  <a:pt x="219390" y="482932"/>
                </a:lnTo>
                <a:lnTo>
                  <a:pt x="140303" y="487290"/>
                </a:lnTo>
                <a:lnTo>
                  <a:pt x="94653" y="504774"/>
                </a:lnTo>
                <a:lnTo>
                  <a:pt x="55976" y="531896"/>
                </a:lnTo>
                <a:lnTo>
                  <a:pt x="26093" y="567004"/>
                </a:lnTo>
                <a:lnTo>
                  <a:pt x="6826" y="608448"/>
                </a:lnTo>
                <a:lnTo>
                  <a:pt x="0" y="654576"/>
                </a:lnTo>
                <a:lnTo>
                  <a:pt x="0" y="658105"/>
                </a:lnTo>
                <a:lnTo>
                  <a:pt x="2967187" y="658074"/>
                </a:lnTo>
                <a:lnTo>
                  <a:pt x="2967187" y="643017"/>
                </a:lnTo>
                <a:lnTo>
                  <a:pt x="2927726" y="570698"/>
                </a:lnTo>
                <a:lnTo>
                  <a:pt x="2897305" y="536056"/>
                </a:lnTo>
                <a:lnTo>
                  <a:pt x="2862406" y="507149"/>
                </a:lnTo>
                <a:lnTo>
                  <a:pt x="2823836" y="484230"/>
                </a:lnTo>
                <a:lnTo>
                  <a:pt x="2782404" y="467556"/>
                </a:lnTo>
                <a:lnTo>
                  <a:pt x="2738917" y="457382"/>
                </a:lnTo>
                <a:lnTo>
                  <a:pt x="2694183" y="453963"/>
                </a:lnTo>
                <a:lnTo>
                  <a:pt x="2649009" y="457555"/>
                </a:lnTo>
                <a:lnTo>
                  <a:pt x="2604202" y="468412"/>
                </a:lnTo>
                <a:lnTo>
                  <a:pt x="2560571" y="486791"/>
                </a:lnTo>
                <a:lnTo>
                  <a:pt x="2539609" y="438207"/>
                </a:lnTo>
                <a:lnTo>
                  <a:pt x="2510713" y="394891"/>
                </a:lnTo>
                <a:lnTo>
                  <a:pt x="2474842" y="357676"/>
                </a:lnTo>
                <a:lnTo>
                  <a:pt x="2432954" y="327393"/>
                </a:lnTo>
                <a:lnTo>
                  <a:pt x="2386009" y="304875"/>
                </a:lnTo>
                <a:lnTo>
                  <a:pt x="2334965" y="290954"/>
                </a:lnTo>
                <a:lnTo>
                  <a:pt x="2287862" y="286478"/>
                </a:lnTo>
                <a:lnTo>
                  <a:pt x="2241887" y="289525"/>
                </a:lnTo>
                <a:lnTo>
                  <a:pt x="2197735" y="299610"/>
                </a:lnTo>
                <a:lnTo>
                  <a:pt x="2156098" y="316248"/>
                </a:lnTo>
                <a:lnTo>
                  <a:pt x="2117672" y="338955"/>
                </a:lnTo>
                <a:lnTo>
                  <a:pt x="2083149" y="367245"/>
                </a:lnTo>
                <a:lnTo>
                  <a:pt x="2053224" y="400634"/>
                </a:lnTo>
                <a:lnTo>
                  <a:pt x="2028590" y="438635"/>
                </a:lnTo>
                <a:lnTo>
                  <a:pt x="2009940" y="480765"/>
                </a:lnTo>
                <a:lnTo>
                  <a:pt x="1997970" y="526538"/>
                </a:lnTo>
                <a:lnTo>
                  <a:pt x="1799515" y="526538"/>
                </a:lnTo>
                <a:lnTo>
                  <a:pt x="1778448" y="483348"/>
                </a:lnTo>
                <a:lnTo>
                  <a:pt x="1745630" y="447521"/>
                </a:lnTo>
                <a:lnTo>
                  <a:pt x="1707120" y="418513"/>
                </a:lnTo>
                <a:lnTo>
                  <a:pt x="1663982" y="396983"/>
                </a:lnTo>
                <a:lnTo>
                  <a:pt x="1617280" y="383590"/>
                </a:lnTo>
                <a:lnTo>
                  <a:pt x="1568077" y="378993"/>
                </a:lnTo>
                <a:lnTo>
                  <a:pt x="1557959" y="379182"/>
                </a:lnTo>
                <a:lnTo>
                  <a:pt x="1547856" y="379746"/>
                </a:lnTo>
                <a:lnTo>
                  <a:pt x="1537780" y="380685"/>
                </a:lnTo>
                <a:lnTo>
                  <a:pt x="1527744" y="381998"/>
                </a:lnTo>
                <a:lnTo>
                  <a:pt x="1529229" y="371016"/>
                </a:lnTo>
                <a:lnTo>
                  <a:pt x="1530293" y="359987"/>
                </a:lnTo>
                <a:lnTo>
                  <a:pt x="1530933" y="348925"/>
                </a:lnTo>
                <a:lnTo>
                  <a:pt x="1531147" y="337843"/>
                </a:lnTo>
                <a:lnTo>
                  <a:pt x="1528049" y="295469"/>
                </a:lnTo>
                <a:lnTo>
                  <a:pt x="1519006" y="254665"/>
                </a:lnTo>
                <a:lnTo>
                  <a:pt x="1504389" y="215747"/>
                </a:lnTo>
                <a:lnTo>
                  <a:pt x="1484570" y="179032"/>
                </a:lnTo>
                <a:lnTo>
                  <a:pt x="1459922" y="144837"/>
                </a:lnTo>
                <a:lnTo>
                  <a:pt x="1430818" y="113478"/>
                </a:lnTo>
                <a:lnTo>
                  <a:pt x="1397629" y="85272"/>
                </a:lnTo>
                <a:lnTo>
                  <a:pt x="1360728" y="60537"/>
                </a:lnTo>
                <a:lnTo>
                  <a:pt x="1320487" y="39588"/>
                </a:lnTo>
                <a:lnTo>
                  <a:pt x="1277280" y="22743"/>
                </a:lnTo>
                <a:lnTo>
                  <a:pt x="1231477" y="10319"/>
                </a:lnTo>
                <a:lnTo>
                  <a:pt x="1183453" y="2632"/>
                </a:lnTo>
                <a:lnTo>
                  <a:pt x="1133578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92327" y="9189109"/>
            <a:ext cx="3175" cy="635"/>
          </a:xfrm>
          <a:custGeom>
            <a:avLst/>
            <a:gdLst/>
            <a:ahLst/>
            <a:cxnLst/>
            <a:rect l="l" t="t" r="r" b="b"/>
            <a:pathLst>
              <a:path w="3175" h="634">
                <a:moveTo>
                  <a:pt x="3015" y="0"/>
                </a:moveTo>
                <a:lnTo>
                  <a:pt x="1958" y="0"/>
                </a:lnTo>
                <a:lnTo>
                  <a:pt x="910" y="0"/>
                </a:lnTo>
                <a:lnTo>
                  <a:pt x="0" y="178"/>
                </a:lnTo>
                <a:lnTo>
                  <a:pt x="3015" y="0"/>
                </a:lnTo>
                <a:close/>
              </a:path>
            </a:pathLst>
          </a:custGeom>
          <a:ln w="18072">
            <a:solidFill>
              <a:srgbClr val="A4CC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3680618" y="2620637"/>
            <a:ext cx="3085465" cy="5316855"/>
            <a:chOff x="3680618" y="2620637"/>
            <a:chExt cx="3085465" cy="5316855"/>
          </a:xfrm>
        </p:grpSpPr>
        <p:sp>
          <p:nvSpPr>
            <p:cNvPr id="10" name="object 10" descr=""/>
            <p:cNvSpPr/>
            <p:nvPr/>
          </p:nvSpPr>
          <p:spPr>
            <a:xfrm>
              <a:off x="5344380" y="2620637"/>
              <a:ext cx="0" cy="5271770"/>
            </a:xfrm>
            <a:custGeom>
              <a:avLst/>
              <a:gdLst/>
              <a:ahLst/>
              <a:cxnLst/>
              <a:rect l="l" t="t" r="r" b="b"/>
              <a:pathLst>
                <a:path w="0" h="5271770">
                  <a:moveTo>
                    <a:pt x="0" y="5271378"/>
                  </a:moveTo>
                  <a:lnTo>
                    <a:pt x="0" y="0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28513" y="3181429"/>
              <a:ext cx="215900" cy="717550"/>
            </a:xfrm>
            <a:custGeom>
              <a:avLst/>
              <a:gdLst/>
              <a:ahLst/>
              <a:cxnLst/>
              <a:rect l="l" t="t" r="r" b="b"/>
              <a:pathLst>
                <a:path w="215900" h="717550">
                  <a:moveTo>
                    <a:pt x="0" y="0"/>
                  </a:moveTo>
                  <a:lnTo>
                    <a:pt x="0" y="501220"/>
                  </a:lnTo>
                  <a:lnTo>
                    <a:pt x="7809" y="549640"/>
                  </a:lnTo>
                  <a:lnTo>
                    <a:pt x="29556" y="591692"/>
                  </a:lnTo>
                  <a:lnTo>
                    <a:pt x="62717" y="624853"/>
                  </a:lnTo>
                  <a:lnTo>
                    <a:pt x="104769" y="646599"/>
                  </a:lnTo>
                  <a:lnTo>
                    <a:pt x="153189" y="654409"/>
                  </a:lnTo>
                  <a:lnTo>
                    <a:pt x="177596" y="659337"/>
                  </a:lnTo>
                  <a:lnTo>
                    <a:pt x="197505" y="672763"/>
                  </a:lnTo>
                  <a:lnTo>
                    <a:pt x="210933" y="692674"/>
                  </a:lnTo>
                  <a:lnTo>
                    <a:pt x="215867" y="717056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28513" y="4405784"/>
              <a:ext cx="215900" cy="866775"/>
            </a:xfrm>
            <a:custGeom>
              <a:avLst/>
              <a:gdLst/>
              <a:ahLst/>
              <a:cxnLst/>
              <a:rect l="l" t="t" r="r" b="b"/>
              <a:pathLst>
                <a:path w="215900" h="866775">
                  <a:moveTo>
                    <a:pt x="0" y="0"/>
                  </a:moveTo>
                  <a:lnTo>
                    <a:pt x="0" y="650577"/>
                  </a:lnTo>
                  <a:lnTo>
                    <a:pt x="9667" y="698457"/>
                  </a:lnTo>
                  <a:lnTo>
                    <a:pt x="36030" y="737558"/>
                  </a:lnTo>
                  <a:lnTo>
                    <a:pt x="75131" y="763921"/>
                  </a:lnTo>
                  <a:lnTo>
                    <a:pt x="123011" y="773589"/>
                  </a:lnTo>
                  <a:lnTo>
                    <a:pt x="159145" y="780883"/>
                  </a:lnTo>
                  <a:lnTo>
                    <a:pt x="188656" y="800776"/>
                  </a:lnTo>
                  <a:lnTo>
                    <a:pt x="208559" y="830281"/>
                  </a:lnTo>
                  <a:lnTo>
                    <a:pt x="215867" y="866413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452" y="5983981"/>
              <a:ext cx="209962" cy="23390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936503" y="4556380"/>
              <a:ext cx="192405" cy="342900"/>
            </a:xfrm>
            <a:custGeom>
              <a:avLst/>
              <a:gdLst/>
              <a:ahLst/>
              <a:cxnLst/>
              <a:rect l="l" t="t" r="r" b="b"/>
              <a:pathLst>
                <a:path w="192404" h="342900">
                  <a:moveTo>
                    <a:pt x="0" y="0"/>
                  </a:moveTo>
                  <a:lnTo>
                    <a:pt x="0" y="180057"/>
                  </a:lnTo>
                  <a:lnTo>
                    <a:pt x="7609" y="217747"/>
                  </a:lnTo>
                  <a:lnTo>
                    <a:pt x="28360" y="248527"/>
                  </a:lnTo>
                  <a:lnTo>
                    <a:pt x="59140" y="269281"/>
                  </a:lnTo>
                  <a:lnTo>
                    <a:pt x="96834" y="276892"/>
                  </a:lnTo>
                  <a:lnTo>
                    <a:pt x="126498" y="276892"/>
                  </a:lnTo>
                  <a:lnTo>
                    <a:pt x="151981" y="282042"/>
                  </a:lnTo>
                  <a:lnTo>
                    <a:pt x="172791" y="296074"/>
                  </a:lnTo>
                  <a:lnTo>
                    <a:pt x="186827" y="316884"/>
                  </a:lnTo>
                  <a:lnTo>
                    <a:pt x="191983" y="342366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44376" y="2931348"/>
              <a:ext cx="320040" cy="615950"/>
            </a:xfrm>
            <a:custGeom>
              <a:avLst/>
              <a:gdLst/>
              <a:ahLst/>
              <a:cxnLst/>
              <a:rect l="l" t="t" r="r" b="b"/>
              <a:pathLst>
                <a:path w="320039" h="615950">
                  <a:moveTo>
                    <a:pt x="319780" y="0"/>
                  </a:moveTo>
                  <a:lnTo>
                    <a:pt x="319780" y="295687"/>
                  </a:lnTo>
                  <a:lnTo>
                    <a:pt x="314381" y="342563"/>
                  </a:lnTo>
                  <a:lnTo>
                    <a:pt x="299000" y="385594"/>
                  </a:lnTo>
                  <a:lnTo>
                    <a:pt x="274864" y="423555"/>
                  </a:lnTo>
                  <a:lnTo>
                    <a:pt x="243202" y="455216"/>
                  </a:lnTo>
                  <a:lnTo>
                    <a:pt x="205240" y="479350"/>
                  </a:lnTo>
                  <a:lnTo>
                    <a:pt x="162206" y="494731"/>
                  </a:lnTo>
                  <a:lnTo>
                    <a:pt x="115326" y="500131"/>
                  </a:lnTo>
                  <a:lnTo>
                    <a:pt x="70435" y="509194"/>
                  </a:lnTo>
                  <a:lnTo>
                    <a:pt x="33777" y="533909"/>
                  </a:lnTo>
                  <a:lnTo>
                    <a:pt x="9062" y="570566"/>
                  </a:lnTo>
                  <a:lnTo>
                    <a:pt x="0" y="615457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62793" y="3373651"/>
              <a:ext cx="66040" cy="163830"/>
            </a:xfrm>
            <a:custGeom>
              <a:avLst/>
              <a:gdLst/>
              <a:ahLst/>
              <a:cxnLst/>
              <a:rect l="l" t="t" r="r" b="b"/>
              <a:pathLst>
                <a:path w="66039" h="163829">
                  <a:moveTo>
                    <a:pt x="0" y="0"/>
                  </a:moveTo>
                  <a:lnTo>
                    <a:pt x="36532" y="59757"/>
                  </a:lnTo>
                  <a:lnTo>
                    <a:pt x="49147" y="83943"/>
                  </a:lnTo>
                  <a:lnTo>
                    <a:pt x="58286" y="109512"/>
                  </a:lnTo>
                  <a:lnTo>
                    <a:pt x="63844" y="136090"/>
                  </a:lnTo>
                  <a:lnTo>
                    <a:pt x="65715" y="163303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44379" y="6134367"/>
              <a:ext cx="184150" cy="611505"/>
            </a:xfrm>
            <a:custGeom>
              <a:avLst/>
              <a:gdLst/>
              <a:ahLst/>
              <a:cxnLst/>
              <a:rect l="l" t="t" r="r" b="b"/>
              <a:pathLst>
                <a:path w="184150" h="611504">
                  <a:moveTo>
                    <a:pt x="183879" y="0"/>
                  </a:moveTo>
                  <a:lnTo>
                    <a:pt x="183879" y="255835"/>
                  </a:lnTo>
                  <a:lnTo>
                    <a:pt x="179903" y="300808"/>
                  </a:lnTo>
                  <a:lnTo>
                    <a:pt x="168278" y="343910"/>
                  </a:lnTo>
                  <a:lnTo>
                    <a:pt x="149439" y="384208"/>
                  </a:lnTo>
                  <a:lnTo>
                    <a:pt x="123821" y="420771"/>
                  </a:lnTo>
                  <a:lnTo>
                    <a:pt x="91861" y="452666"/>
                  </a:lnTo>
                  <a:lnTo>
                    <a:pt x="62950" y="476760"/>
                  </a:lnTo>
                  <a:lnTo>
                    <a:pt x="36278" y="504574"/>
                  </a:lnTo>
                  <a:lnTo>
                    <a:pt x="16507" y="537130"/>
                  </a:lnTo>
                  <a:lnTo>
                    <a:pt x="4220" y="573180"/>
                  </a:lnTo>
                  <a:lnTo>
                    <a:pt x="0" y="611478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66361" y="6456103"/>
              <a:ext cx="242570" cy="104139"/>
            </a:xfrm>
            <a:custGeom>
              <a:avLst/>
              <a:gdLst/>
              <a:ahLst/>
              <a:cxnLst/>
              <a:rect l="l" t="t" r="r" b="b"/>
              <a:pathLst>
                <a:path w="242570" h="104140">
                  <a:moveTo>
                    <a:pt x="242222" y="0"/>
                  </a:moveTo>
                  <a:lnTo>
                    <a:pt x="234055" y="40457"/>
                  </a:lnTo>
                  <a:lnTo>
                    <a:pt x="211780" y="73497"/>
                  </a:lnTo>
                  <a:lnTo>
                    <a:pt x="178740" y="95775"/>
                  </a:lnTo>
                  <a:lnTo>
                    <a:pt x="138278" y="103944"/>
                  </a:lnTo>
                  <a:lnTo>
                    <a:pt x="0" y="103944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10589" y="6931930"/>
              <a:ext cx="133985" cy="850900"/>
            </a:xfrm>
            <a:custGeom>
              <a:avLst/>
              <a:gdLst/>
              <a:ahLst/>
              <a:cxnLst/>
              <a:rect l="l" t="t" r="r" b="b"/>
              <a:pathLst>
                <a:path w="133985" h="850900">
                  <a:moveTo>
                    <a:pt x="0" y="0"/>
                  </a:moveTo>
                  <a:lnTo>
                    <a:pt x="0" y="716575"/>
                  </a:lnTo>
                  <a:lnTo>
                    <a:pt x="7439" y="753421"/>
                  </a:lnTo>
                  <a:lnTo>
                    <a:pt x="27728" y="783508"/>
                  </a:lnTo>
                  <a:lnTo>
                    <a:pt x="57819" y="803793"/>
                  </a:lnTo>
                  <a:lnTo>
                    <a:pt x="94667" y="811231"/>
                  </a:lnTo>
                  <a:lnTo>
                    <a:pt x="109906" y="814310"/>
                  </a:lnTo>
                  <a:lnTo>
                    <a:pt x="122350" y="822704"/>
                  </a:lnTo>
                  <a:lnTo>
                    <a:pt x="130741" y="835152"/>
                  </a:lnTo>
                  <a:lnTo>
                    <a:pt x="133817" y="850392"/>
                  </a:lnTo>
                </a:path>
              </a:pathLst>
            </a:custGeom>
            <a:ln w="18072">
              <a:solidFill>
                <a:srgbClr val="A4CC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80618" y="5129011"/>
              <a:ext cx="1503045" cy="1868170"/>
            </a:xfrm>
            <a:custGeom>
              <a:avLst/>
              <a:gdLst/>
              <a:ahLst/>
              <a:cxnLst/>
              <a:rect l="l" t="t" r="r" b="b"/>
              <a:pathLst>
                <a:path w="1503045" h="1868170">
                  <a:moveTo>
                    <a:pt x="751474" y="0"/>
                  </a:moveTo>
                  <a:lnTo>
                    <a:pt x="708830" y="1478"/>
                  </a:lnTo>
                  <a:lnTo>
                    <a:pt x="666811" y="5861"/>
                  </a:lnTo>
                  <a:lnTo>
                    <a:pt x="625479" y="13070"/>
                  </a:lnTo>
                  <a:lnTo>
                    <a:pt x="584898" y="23025"/>
                  </a:lnTo>
                  <a:lnTo>
                    <a:pt x="545132" y="35649"/>
                  </a:lnTo>
                  <a:lnTo>
                    <a:pt x="506243" y="50861"/>
                  </a:lnTo>
                  <a:lnTo>
                    <a:pt x="468296" y="68584"/>
                  </a:lnTo>
                  <a:lnTo>
                    <a:pt x="431353" y="88738"/>
                  </a:lnTo>
                  <a:lnTo>
                    <a:pt x="395479" y="111245"/>
                  </a:lnTo>
                  <a:lnTo>
                    <a:pt x="360736" y="136026"/>
                  </a:lnTo>
                  <a:lnTo>
                    <a:pt x="327189" y="163001"/>
                  </a:lnTo>
                  <a:lnTo>
                    <a:pt x="294900" y="192093"/>
                  </a:lnTo>
                  <a:lnTo>
                    <a:pt x="263932" y="223221"/>
                  </a:lnTo>
                  <a:lnTo>
                    <a:pt x="234350" y="256309"/>
                  </a:lnTo>
                  <a:lnTo>
                    <a:pt x="206217" y="291275"/>
                  </a:lnTo>
                  <a:lnTo>
                    <a:pt x="179596" y="328042"/>
                  </a:lnTo>
                  <a:lnTo>
                    <a:pt x="154551" y="366531"/>
                  </a:lnTo>
                  <a:lnTo>
                    <a:pt x="131145" y="406664"/>
                  </a:lnTo>
                  <a:lnTo>
                    <a:pt x="109442" y="448360"/>
                  </a:lnTo>
                  <a:lnTo>
                    <a:pt x="89504" y="491541"/>
                  </a:lnTo>
                  <a:lnTo>
                    <a:pt x="71396" y="536129"/>
                  </a:lnTo>
                  <a:lnTo>
                    <a:pt x="55180" y="582045"/>
                  </a:lnTo>
                  <a:lnTo>
                    <a:pt x="40921" y="629209"/>
                  </a:lnTo>
                  <a:lnTo>
                    <a:pt x="28682" y="677543"/>
                  </a:lnTo>
                  <a:lnTo>
                    <a:pt x="18525" y="726968"/>
                  </a:lnTo>
                  <a:lnTo>
                    <a:pt x="10515" y="777405"/>
                  </a:lnTo>
                  <a:lnTo>
                    <a:pt x="4715" y="828776"/>
                  </a:lnTo>
                  <a:lnTo>
                    <a:pt x="1189" y="881002"/>
                  </a:lnTo>
                  <a:lnTo>
                    <a:pt x="0" y="934002"/>
                  </a:lnTo>
                  <a:lnTo>
                    <a:pt x="1189" y="987003"/>
                  </a:lnTo>
                  <a:lnTo>
                    <a:pt x="4715" y="1039229"/>
                  </a:lnTo>
                  <a:lnTo>
                    <a:pt x="10515" y="1090599"/>
                  </a:lnTo>
                  <a:lnTo>
                    <a:pt x="18525" y="1141037"/>
                  </a:lnTo>
                  <a:lnTo>
                    <a:pt x="28682" y="1190462"/>
                  </a:lnTo>
                  <a:lnTo>
                    <a:pt x="40921" y="1238796"/>
                  </a:lnTo>
                  <a:lnTo>
                    <a:pt x="55180" y="1285960"/>
                  </a:lnTo>
                  <a:lnTo>
                    <a:pt x="71396" y="1331876"/>
                  </a:lnTo>
                  <a:lnTo>
                    <a:pt x="89504" y="1376464"/>
                  </a:lnTo>
                  <a:lnTo>
                    <a:pt x="109442" y="1419645"/>
                  </a:lnTo>
                  <a:lnTo>
                    <a:pt x="131145" y="1461341"/>
                  </a:lnTo>
                  <a:lnTo>
                    <a:pt x="154551" y="1501473"/>
                  </a:lnTo>
                  <a:lnTo>
                    <a:pt x="179596" y="1539963"/>
                  </a:lnTo>
                  <a:lnTo>
                    <a:pt x="206217" y="1576730"/>
                  </a:lnTo>
                  <a:lnTo>
                    <a:pt x="234350" y="1611696"/>
                  </a:lnTo>
                  <a:lnTo>
                    <a:pt x="263932" y="1644783"/>
                  </a:lnTo>
                  <a:lnTo>
                    <a:pt x="294900" y="1675912"/>
                  </a:lnTo>
                  <a:lnTo>
                    <a:pt x="327189" y="1705004"/>
                  </a:lnTo>
                  <a:lnTo>
                    <a:pt x="360736" y="1731979"/>
                  </a:lnTo>
                  <a:lnTo>
                    <a:pt x="395479" y="1756760"/>
                  </a:lnTo>
                  <a:lnTo>
                    <a:pt x="431353" y="1779267"/>
                  </a:lnTo>
                  <a:lnTo>
                    <a:pt x="468296" y="1799421"/>
                  </a:lnTo>
                  <a:lnTo>
                    <a:pt x="506243" y="1817144"/>
                  </a:lnTo>
                  <a:lnTo>
                    <a:pt x="545132" y="1832356"/>
                  </a:lnTo>
                  <a:lnTo>
                    <a:pt x="584898" y="1844980"/>
                  </a:lnTo>
                  <a:lnTo>
                    <a:pt x="625479" y="1854935"/>
                  </a:lnTo>
                  <a:lnTo>
                    <a:pt x="666811" y="1862144"/>
                  </a:lnTo>
                  <a:lnTo>
                    <a:pt x="708830" y="1866527"/>
                  </a:lnTo>
                  <a:lnTo>
                    <a:pt x="751474" y="1868005"/>
                  </a:lnTo>
                  <a:lnTo>
                    <a:pt x="794118" y="1866527"/>
                  </a:lnTo>
                  <a:lnTo>
                    <a:pt x="836137" y="1862144"/>
                  </a:lnTo>
                  <a:lnTo>
                    <a:pt x="877469" y="1854935"/>
                  </a:lnTo>
                  <a:lnTo>
                    <a:pt x="918050" y="1844980"/>
                  </a:lnTo>
                  <a:lnTo>
                    <a:pt x="957816" y="1832356"/>
                  </a:lnTo>
                  <a:lnTo>
                    <a:pt x="996705" y="1817144"/>
                  </a:lnTo>
                  <a:lnTo>
                    <a:pt x="1034652" y="1799421"/>
                  </a:lnTo>
                  <a:lnTo>
                    <a:pt x="1071595" y="1779267"/>
                  </a:lnTo>
                  <a:lnTo>
                    <a:pt x="1107469" y="1756760"/>
                  </a:lnTo>
                  <a:lnTo>
                    <a:pt x="1142212" y="1731979"/>
                  </a:lnTo>
                  <a:lnTo>
                    <a:pt x="1175759" y="1705004"/>
                  </a:lnTo>
                  <a:lnTo>
                    <a:pt x="1208048" y="1675912"/>
                  </a:lnTo>
                  <a:lnTo>
                    <a:pt x="1239016" y="1644783"/>
                  </a:lnTo>
                  <a:lnTo>
                    <a:pt x="1268598" y="1611696"/>
                  </a:lnTo>
                  <a:lnTo>
                    <a:pt x="1296731" y="1576730"/>
                  </a:lnTo>
                  <a:lnTo>
                    <a:pt x="1323352" y="1539963"/>
                  </a:lnTo>
                  <a:lnTo>
                    <a:pt x="1348397" y="1501473"/>
                  </a:lnTo>
                  <a:lnTo>
                    <a:pt x="1371803" y="1461341"/>
                  </a:lnTo>
                  <a:lnTo>
                    <a:pt x="1393506" y="1419645"/>
                  </a:lnTo>
                  <a:lnTo>
                    <a:pt x="1413444" y="1376464"/>
                  </a:lnTo>
                  <a:lnTo>
                    <a:pt x="1431552" y="1331876"/>
                  </a:lnTo>
                  <a:lnTo>
                    <a:pt x="1447768" y="1285960"/>
                  </a:lnTo>
                  <a:lnTo>
                    <a:pt x="1462027" y="1238796"/>
                  </a:lnTo>
                  <a:lnTo>
                    <a:pt x="1474266" y="1190462"/>
                  </a:lnTo>
                  <a:lnTo>
                    <a:pt x="1484423" y="1141037"/>
                  </a:lnTo>
                  <a:lnTo>
                    <a:pt x="1492433" y="1090599"/>
                  </a:lnTo>
                  <a:lnTo>
                    <a:pt x="1498233" y="1039229"/>
                  </a:lnTo>
                  <a:lnTo>
                    <a:pt x="1501759" y="987003"/>
                  </a:lnTo>
                  <a:lnTo>
                    <a:pt x="1502949" y="934002"/>
                  </a:lnTo>
                  <a:lnTo>
                    <a:pt x="1501759" y="881002"/>
                  </a:lnTo>
                  <a:lnTo>
                    <a:pt x="1498233" y="828776"/>
                  </a:lnTo>
                  <a:lnTo>
                    <a:pt x="1492433" y="777405"/>
                  </a:lnTo>
                  <a:lnTo>
                    <a:pt x="1484423" y="726968"/>
                  </a:lnTo>
                  <a:lnTo>
                    <a:pt x="1474266" y="677543"/>
                  </a:lnTo>
                  <a:lnTo>
                    <a:pt x="1462027" y="629209"/>
                  </a:lnTo>
                  <a:lnTo>
                    <a:pt x="1447768" y="582045"/>
                  </a:lnTo>
                  <a:lnTo>
                    <a:pt x="1431552" y="536129"/>
                  </a:lnTo>
                  <a:lnTo>
                    <a:pt x="1413444" y="491541"/>
                  </a:lnTo>
                  <a:lnTo>
                    <a:pt x="1393506" y="448360"/>
                  </a:lnTo>
                  <a:lnTo>
                    <a:pt x="1371803" y="406664"/>
                  </a:lnTo>
                  <a:lnTo>
                    <a:pt x="1348397" y="366531"/>
                  </a:lnTo>
                  <a:lnTo>
                    <a:pt x="1323352" y="328042"/>
                  </a:lnTo>
                  <a:lnTo>
                    <a:pt x="1296731" y="291275"/>
                  </a:lnTo>
                  <a:lnTo>
                    <a:pt x="1268598" y="256309"/>
                  </a:lnTo>
                  <a:lnTo>
                    <a:pt x="1239016" y="223221"/>
                  </a:lnTo>
                  <a:lnTo>
                    <a:pt x="1208048" y="192093"/>
                  </a:lnTo>
                  <a:lnTo>
                    <a:pt x="1175759" y="163001"/>
                  </a:lnTo>
                  <a:lnTo>
                    <a:pt x="1142212" y="136026"/>
                  </a:lnTo>
                  <a:lnTo>
                    <a:pt x="1107469" y="111245"/>
                  </a:lnTo>
                  <a:lnTo>
                    <a:pt x="1071595" y="88738"/>
                  </a:lnTo>
                  <a:lnTo>
                    <a:pt x="1034652" y="68584"/>
                  </a:lnTo>
                  <a:lnTo>
                    <a:pt x="996705" y="50861"/>
                  </a:lnTo>
                  <a:lnTo>
                    <a:pt x="957816" y="35649"/>
                  </a:lnTo>
                  <a:lnTo>
                    <a:pt x="918050" y="23025"/>
                  </a:lnTo>
                  <a:lnTo>
                    <a:pt x="877469" y="13070"/>
                  </a:lnTo>
                  <a:lnTo>
                    <a:pt x="836137" y="5861"/>
                  </a:lnTo>
                  <a:lnTo>
                    <a:pt x="794118" y="1478"/>
                  </a:lnTo>
                  <a:lnTo>
                    <a:pt x="751474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65580" y="5602702"/>
              <a:ext cx="116205" cy="271145"/>
            </a:xfrm>
            <a:custGeom>
              <a:avLst/>
              <a:gdLst/>
              <a:ahLst/>
              <a:cxnLst/>
              <a:rect l="l" t="t" r="r" b="b"/>
              <a:pathLst>
                <a:path w="116204" h="271145">
                  <a:moveTo>
                    <a:pt x="62020" y="0"/>
                  </a:moveTo>
                  <a:lnTo>
                    <a:pt x="29356" y="29840"/>
                  </a:lnTo>
                  <a:lnTo>
                    <a:pt x="8118" y="74076"/>
                  </a:lnTo>
                  <a:lnTo>
                    <a:pt x="0" y="128411"/>
                  </a:lnTo>
                  <a:lnTo>
                    <a:pt x="6692" y="188549"/>
                  </a:lnTo>
                  <a:lnTo>
                    <a:pt x="25589" y="240835"/>
                  </a:lnTo>
                  <a:lnTo>
                    <a:pt x="60837" y="271003"/>
                  </a:lnTo>
                  <a:lnTo>
                    <a:pt x="71392" y="268243"/>
                  </a:lnTo>
                  <a:lnTo>
                    <a:pt x="80386" y="261405"/>
                  </a:lnTo>
                  <a:lnTo>
                    <a:pt x="100432" y="229034"/>
                  </a:lnTo>
                  <a:lnTo>
                    <a:pt x="112482" y="189024"/>
                  </a:lnTo>
                  <a:lnTo>
                    <a:pt x="115646" y="143609"/>
                  </a:lnTo>
                  <a:lnTo>
                    <a:pt x="109034" y="95023"/>
                  </a:lnTo>
                  <a:lnTo>
                    <a:pt x="101575" y="69298"/>
                  </a:lnTo>
                  <a:lnTo>
                    <a:pt x="91169" y="44719"/>
                  </a:lnTo>
                  <a:lnTo>
                    <a:pt x="77943" y="21536"/>
                  </a:lnTo>
                  <a:lnTo>
                    <a:pt x="62020" y="0"/>
                  </a:lnTo>
                  <a:close/>
                </a:path>
              </a:pathLst>
            </a:custGeom>
            <a:solidFill>
              <a:srgbClr val="8ABE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7930" y="6933311"/>
              <a:ext cx="192781" cy="26607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7712" y="5837810"/>
              <a:ext cx="116593" cy="15586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0737" y="5454846"/>
              <a:ext cx="266507" cy="26067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409142" y="5980457"/>
              <a:ext cx="0" cy="1957070"/>
            </a:xfrm>
            <a:custGeom>
              <a:avLst/>
              <a:gdLst/>
              <a:ahLst/>
              <a:cxnLst/>
              <a:rect l="l" t="t" r="r" b="b"/>
              <a:pathLst>
                <a:path w="0" h="1957070">
                  <a:moveTo>
                    <a:pt x="0" y="0"/>
                  </a:moveTo>
                  <a:lnTo>
                    <a:pt x="0" y="1956736"/>
                  </a:lnTo>
                </a:path>
              </a:pathLst>
            </a:custGeom>
            <a:ln w="18072">
              <a:solidFill>
                <a:srgbClr val="8ABE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409144" y="5920218"/>
              <a:ext cx="213360" cy="675005"/>
            </a:xfrm>
            <a:custGeom>
              <a:avLst/>
              <a:gdLst/>
              <a:ahLst/>
              <a:cxnLst/>
              <a:rect l="l" t="t" r="r" b="b"/>
              <a:pathLst>
                <a:path w="213360" h="675004">
                  <a:moveTo>
                    <a:pt x="212852" y="0"/>
                  </a:moveTo>
                  <a:lnTo>
                    <a:pt x="212852" y="220506"/>
                  </a:lnTo>
                  <a:lnTo>
                    <a:pt x="209454" y="267047"/>
                  </a:lnTo>
                  <a:lnTo>
                    <a:pt x="199421" y="312248"/>
                  </a:lnTo>
                  <a:lnTo>
                    <a:pt x="183016" y="355423"/>
                  </a:lnTo>
                  <a:lnTo>
                    <a:pt x="160499" y="395883"/>
                  </a:lnTo>
                  <a:lnTo>
                    <a:pt x="132132" y="432939"/>
                  </a:lnTo>
                  <a:lnTo>
                    <a:pt x="61652" y="512267"/>
                  </a:lnTo>
                  <a:lnTo>
                    <a:pt x="35258" y="548083"/>
                  </a:lnTo>
                  <a:lnTo>
                    <a:pt x="15924" y="587753"/>
                  </a:lnTo>
                  <a:lnTo>
                    <a:pt x="4042" y="630251"/>
                  </a:lnTo>
                  <a:lnTo>
                    <a:pt x="0" y="674555"/>
                  </a:lnTo>
                </a:path>
              </a:pathLst>
            </a:custGeom>
            <a:ln w="18072">
              <a:solidFill>
                <a:srgbClr val="8ABE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006505" y="7106593"/>
              <a:ext cx="403225" cy="240665"/>
            </a:xfrm>
            <a:custGeom>
              <a:avLst/>
              <a:gdLst/>
              <a:ahLst/>
              <a:cxnLst/>
              <a:rect l="l" t="t" r="r" b="b"/>
              <a:pathLst>
                <a:path w="403225" h="240665">
                  <a:moveTo>
                    <a:pt x="0" y="0"/>
                  </a:moveTo>
                  <a:lnTo>
                    <a:pt x="31306" y="38716"/>
                  </a:lnTo>
                  <a:lnTo>
                    <a:pt x="67993" y="71412"/>
                  </a:lnTo>
                  <a:lnTo>
                    <a:pt x="109203" y="97635"/>
                  </a:lnTo>
                  <a:lnTo>
                    <a:pt x="154076" y="116930"/>
                  </a:lnTo>
                  <a:lnTo>
                    <a:pt x="201753" y="128842"/>
                  </a:lnTo>
                  <a:lnTo>
                    <a:pt x="251374" y="132917"/>
                  </a:lnTo>
                  <a:lnTo>
                    <a:pt x="295320" y="132917"/>
                  </a:lnTo>
                  <a:lnTo>
                    <a:pt x="337064" y="141339"/>
                  </a:lnTo>
                  <a:lnTo>
                    <a:pt x="371164" y="164307"/>
                  </a:lnTo>
                  <a:lnTo>
                    <a:pt x="394170" y="198378"/>
                  </a:lnTo>
                  <a:lnTo>
                    <a:pt x="402636" y="240107"/>
                  </a:lnTo>
                </a:path>
              </a:pathLst>
            </a:custGeom>
            <a:ln w="18072">
              <a:solidFill>
                <a:srgbClr val="8ABE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4400" y="6019521"/>
              <a:ext cx="109399" cy="140267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261075" y="5713870"/>
              <a:ext cx="148590" cy="570865"/>
            </a:xfrm>
            <a:custGeom>
              <a:avLst/>
              <a:gdLst/>
              <a:ahLst/>
              <a:cxnLst/>
              <a:rect l="l" t="t" r="r" b="b"/>
              <a:pathLst>
                <a:path w="148589" h="570864">
                  <a:moveTo>
                    <a:pt x="0" y="0"/>
                  </a:moveTo>
                  <a:lnTo>
                    <a:pt x="0" y="422730"/>
                  </a:lnTo>
                  <a:lnTo>
                    <a:pt x="6460" y="454738"/>
                  </a:lnTo>
                  <a:lnTo>
                    <a:pt x="24080" y="480880"/>
                  </a:lnTo>
                  <a:lnTo>
                    <a:pt x="50217" y="498509"/>
                  </a:lnTo>
                  <a:lnTo>
                    <a:pt x="82227" y="504979"/>
                  </a:lnTo>
                  <a:lnTo>
                    <a:pt x="107845" y="510151"/>
                  </a:lnTo>
                  <a:lnTo>
                    <a:pt x="128769" y="524254"/>
                  </a:lnTo>
                  <a:lnTo>
                    <a:pt x="142883" y="545173"/>
                  </a:lnTo>
                  <a:lnTo>
                    <a:pt x="148068" y="570788"/>
                  </a:lnTo>
                </a:path>
              </a:pathLst>
            </a:custGeom>
            <a:ln w="18072">
              <a:solidFill>
                <a:srgbClr val="8ABE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0161" y="6970873"/>
              <a:ext cx="205721" cy="18962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207823" y="7153428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0" y="0"/>
                  </a:moveTo>
                  <a:lnTo>
                    <a:pt x="6789" y="33623"/>
                  </a:lnTo>
                  <a:lnTo>
                    <a:pt x="25302" y="61081"/>
                  </a:lnTo>
                  <a:lnTo>
                    <a:pt x="52761" y="79595"/>
                  </a:lnTo>
                  <a:lnTo>
                    <a:pt x="86384" y="86384"/>
                  </a:lnTo>
                </a:path>
              </a:pathLst>
            </a:custGeom>
            <a:ln w="18072">
              <a:solidFill>
                <a:srgbClr val="8ABE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59842" y="5788535"/>
              <a:ext cx="110268" cy="20280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728973" y="6868922"/>
              <a:ext cx="1036955" cy="1017905"/>
            </a:xfrm>
            <a:custGeom>
              <a:avLst/>
              <a:gdLst/>
              <a:ahLst/>
              <a:cxnLst/>
              <a:rect l="l" t="t" r="r" b="b"/>
              <a:pathLst>
                <a:path w="1036954" h="1017904">
                  <a:moveTo>
                    <a:pt x="588777" y="0"/>
                  </a:moveTo>
                  <a:lnTo>
                    <a:pt x="624734" y="890391"/>
                  </a:lnTo>
                  <a:lnTo>
                    <a:pt x="420856" y="641572"/>
                  </a:lnTo>
                  <a:lnTo>
                    <a:pt x="434991" y="927678"/>
                  </a:lnTo>
                  <a:lnTo>
                    <a:pt x="0" y="626242"/>
                  </a:lnTo>
                  <a:lnTo>
                    <a:pt x="384627" y="1017340"/>
                  </a:lnTo>
                  <a:lnTo>
                    <a:pt x="907679" y="1013791"/>
                  </a:lnTo>
                  <a:lnTo>
                    <a:pt x="1036743" y="827587"/>
                  </a:lnTo>
                  <a:lnTo>
                    <a:pt x="872591" y="895417"/>
                  </a:lnTo>
                  <a:lnTo>
                    <a:pt x="886056" y="656451"/>
                  </a:lnTo>
                  <a:lnTo>
                    <a:pt x="740668" y="794457"/>
                  </a:lnTo>
                  <a:lnTo>
                    <a:pt x="588777" y="0"/>
                  </a:lnTo>
                  <a:close/>
                </a:path>
              </a:pathLst>
            </a:custGeom>
            <a:solidFill>
              <a:srgbClr val="8ABE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1848468" y="7179148"/>
            <a:ext cx="273685" cy="210185"/>
            <a:chOff x="11848468" y="7179148"/>
            <a:chExt cx="273685" cy="210185"/>
          </a:xfrm>
        </p:grpSpPr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48468" y="7179148"/>
              <a:ext cx="78123" cy="15768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65459" y="7208515"/>
              <a:ext cx="156393" cy="180570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20687" y="7617542"/>
            <a:ext cx="98277" cy="98713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11849476" y="7433632"/>
            <a:ext cx="965200" cy="1042669"/>
            <a:chOff x="11849476" y="7433632"/>
            <a:chExt cx="965200" cy="1042669"/>
          </a:xfrm>
        </p:grpSpPr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703180" y="8026167"/>
              <a:ext cx="91297" cy="10542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1849476" y="7433632"/>
              <a:ext cx="965200" cy="1042669"/>
            </a:xfrm>
            <a:custGeom>
              <a:avLst/>
              <a:gdLst/>
              <a:ahLst/>
              <a:cxnLst/>
              <a:rect l="l" t="t" r="r" b="b"/>
              <a:pathLst>
                <a:path w="965200" h="1042670">
                  <a:moveTo>
                    <a:pt x="413359" y="0"/>
                  </a:moveTo>
                  <a:lnTo>
                    <a:pt x="474687" y="890475"/>
                  </a:lnTo>
                  <a:lnTo>
                    <a:pt x="474739" y="894067"/>
                  </a:lnTo>
                  <a:lnTo>
                    <a:pt x="472791" y="897396"/>
                  </a:lnTo>
                  <a:lnTo>
                    <a:pt x="464949" y="901606"/>
                  </a:lnTo>
                  <a:lnTo>
                    <a:pt x="459127" y="899846"/>
                  </a:lnTo>
                  <a:lnTo>
                    <a:pt x="456614" y="895176"/>
                  </a:lnTo>
                  <a:lnTo>
                    <a:pt x="351402" y="714763"/>
                  </a:lnTo>
                  <a:lnTo>
                    <a:pt x="365266" y="915930"/>
                  </a:lnTo>
                  <a:lnTo>
                    <a:pt x="219878" y="846958"/>
                  </a:lnTo>
                  <a:lnTo>
                    <a:pt x="370470" y="1014147"/>
                  </a:lnTo>
                  <a:lnTo>
                    <a:pt x="0" y="930233"/>
                  </a:lnTo>
                  <a:lnTo>
                    <a:pt x="201229" y="1042188"/>
                  </a:lnTo>
                  <a:lnTo>
                    <a:pt x="584411" y="1042188"/>
                  </a:lnTo>
                  <a:lnTo>
                    <a:pt x="630907" y="1036813"/>
                  </a:lnTo>
                  <a:lnTo>
                    <a:pt x="674395" y="1021188"/>
                  </a:lnTo>
                  <a:lnTo>
                    <a:pt x="713223" y="996132"/>
                  </a:lnTo>
                  <a:lnTo>
                    <a:pt x="745736" y="962462"/>
                  </a:lnTo>
                  <a:lnTo>
                    <a:pt x="964577" y="740092"/>
                  </a:lnTo>
                  <a:lnTo>
                    <a:pt x="676513" y="874727"/>
                  </a:lnTo>
                  <a:lnTo>
                    <a:pt x="720187" y="250411"/>
                  </a:lnTo>
                  <a:lnTo>
                    <a:pt x="573867" y="669728"/>
                  </a:lnTo>
                  <a:lnTo>
                    <a:pt x="413359" y="0"/>
                  </a:lnTo>
                  <a:close/>
                </a:path>
              </a:pathLst>
            </a:custGeom>
            <a:solidFill>
              <a:srgbClr val="8ABE2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81605" y="7501458"/>
            <a:ext cx="127758" cy="119460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13323330" y="8190997"/>
            <a:ext cx="3304540" cy="729615"/>
            <a:chOff x="13323330" y="8190997"/>
            <a:chExt cx="3304540" cy="729615"/>
          </a:xfrm>
        </p:grpSpPr>
        <p:sp>
          <p:nvSpPr>
            <p:cNvPr id="43" name="object 43" descr=""/>
            <p:cNvSpPr/>
            <p:nvPr/>
          </p:nvSpPr>
          <p:spPr>
            <a:xfrm>
              <a:off x="13323330" y="8190997"/>
              <a:ext cx="3304540" cy="729615"/>
            </a:xfrm>
            <a:custGeom>
              <a:avLst/>
              <a:gdLst/>
              <a:ahLst/>
              <a:cxnLst/>
              <a:rect l="l" t="t" r="r" b="b"/>
              <a:pathLst>
                <a:path w="3304540" h="729615">
                  <a:moveTo>
                    <a:pt x="1482803" y="0"/>
                  </a:moveTo>
                  <a:lnTo>
                    <a:pt x="763245" y="35950"/>
                  </a:lnTo>
                  <a:lnTo>
                    <a:pt x="368933" y="122686"/>
                  </a:lnTo>
                  <a:lnTo>
                    <a:pt x="160856" y="327484"/>
                  </a:lnTo>
                  <a:lnTo>
                    <a:pt x="0" y="717622"/>
                  </a:lnTo>
                  <a:lnTo>
                    <a:pt x="3304527" y="729171"/>
                  </a:lnTo>
                  <a:lnTo>
                    <a:pt x="3297789" y="681030"/>
                  </a:lnTo>
                  <a:lnTo>
                    <a:pt x="3281219" y="645526"/>
                  </a:lnTo>
                  <a:lnTo>
                    <a:pt x="3224980" y="606212"/>
                  </a:lnTo>
                  <a:lnTo>
                    <a:pt x="3148598" y="598779"/>
                  </a:lnTo>
                  <a:lnTo>
                    <a:pt x="3106849" y="603128"/>
                  </a:lnTo>
                  <a:lnTo>
                    <a:pt x="3064859" y="610780"/>
                  </a:lnTo>
                  <a:lnTo>
                    <a:pt x="3024227" y="620178"/>
                  </a:lnTo>
                  <a:lnTo>
                    <a:pt x="2986550" y="629767"/>
                  </a:lnTo>
                  <a:lnTo>
                    <a:pt x="2953428" y="637990"/>
                  </a:lnTo>
                  <a:lnTo>
                    <a:pt x="2926459" y="643292"/>
                  </a:lnTo>
                  <a:lnTo>
                    <a:pt x="2907241" y="644116"/>
                  </a:lnTo>
                  <a:lnTo>
                    <a:pt x="2894665" y="638634"/>
                  </a:lnTo>
                  <a:lnTo>
                    <a:pt x="2896496" y="628193"/>
                  </a:lnTo>
                  <a:lnTo>
                    <a:pt x="2907906" y="613412"/>
                  </a:lnTo>
                  <a:lnTo>
                    <a:pt x="2924070" y="594912"/>
                  </a:lnTo>
                  <a:lnTo>
                    <a:pt x="2940160" y="573312"/>
                  </a:lnTo>
                  <a:lnTo>
                    <a:pt x="2951349" y="549232"/>
                  </a:lnTo>
                  <a:lnTo>
                    <a:pt x="2952810" y="523292"/>
                  </a:lnTo>
                  <a:lnTo>
                    <a:pt x="2939716" y="496111"/>
                  </a:lnTo>
                  <a:lnTo>
                    <a:pt x="2907241" y="468310"/>
                  </a:lnTo>
                  <a:lnTo>
                    <a:pt x="2862022" y="447135"/>
                  </a:lnTo>
                  <a:lnTo>
                    <a:pt x="2814466" y="437813"/>
                  </a:lnTo>
                  <a:lnTo>
                    <a:pt x="2765396" y="437930"/>
                  </a:lnTo>
                  <a:lnTo>
                    <a:pt x="2715635" y="445076"/>
                  </a:lnTo>
                  <a:lnTo>
                    <a:pt x="2666009" y="456837"/>
                  </a:lnTo>
                  <a:lnTo>
                    <a:pt x="2617340" y="470802"/>
                  </a:lnTo>
                  <a:lnTo>
                    <a:pt x="2570452" y="484558"/>
                  </a:lnTo>
                  <a:lnTo>
                    <a:pt x="2526170" y="495693"/>
                  </a:lnTo>
                  <a:lnTo>
                    <a:pt x="2485316" y="501796"/>
                  </a:lnTo>
                  <a:lnTo>
                    <a:pt x="2464028" y="500019"/>
                  </a:lnTo>
                  <a:lnTo>
                    <a:pt x="2452613" y="491421"/>
                  </a:lnTo>
                  <a:lnTo>
                    <a:pt x="2449038" y="476883"/>
                  </a:lnTo>
                  <a:lnTo>
                    <a:pt x="2451267" y="457287"/>
                  </a:lnTo>
                  <a:lnTo>
                    <a:pt x="2457265" y="433514"/>
                  </a:lnTo>
                  <a:lnTo>
                    <a:pt x="2464999" y="406446"/>
                  </a:lnTo>
                  <a:lnTo>
                    <a:pt x="2472434" y="376965"/>
                  </a:lnTo>
                  <a:lnTo>
                    <a:pt x="2477534" y="345953"/>
                  </a:lnTo>
                  <a:lnTo>
                    <a:pt x="2478265" y="314291"/>
                  </a:lnTo>
                  <a:lnTo>
                    <a:pt x="2472592" y="282861"/>
                  </a:lnTo>
                  <a:lnTo>
                    <a:pt x="2433898" y="224223"/>
                  </a:lnTo>
                  <a:lnTo>
                    <a:pt x="2396806" y="198779"/>
                  </a:lnTo>
                  <a:lnTo>
                    <a:pt x="2332443" y="177489"/>
                  </a:lnTo>
                  <a:lnTo>
                    <a:pt x="2296006" y="174243"/>
                  </a:lnTo>
                  <a:lnTo>
                    <a:pt x="2256701" y="175600"/>
                  </a:lnTo>
                  <a:lnTo>
                    <a:pt x="2214506" y="181312"/>
                  </a:lnTo>
                  <a:lnTo>
                    <a:pt x="2169395" y="191134"/>
                  </a:lnTo>
                  <a:lnTo>
                    <a:pt x="2121348" y="204817"/>
                  </a:lnTo>
                  <a:lnTo>
                    <a:pt x="2070339" y="222115"/>
                  </a:lnTo>
                  <a:lnTo>
                    <a:pt x="2016345" y="242781"/>
                  </a:lnTo>
                  <a:lnTo>
                    <a:pt x="1959344" y="266567"/>
                  </a:lnTo>
                  <a:lnTo>
                    <a:pt x="1899312" y="293227"/>
                  </a:lnTo>
                  <a:lnTo>
                    <a:pt x="1836226" y="322513"/>
                  </a:lnTo>
                  <a:lnTo>
                    <a:pt x="1821380" y="327634"/>
                  </a:lnTo>
                  <a:lnTo>
                    <a:pt x="1796868" y="297734"/>
                  </a:lnTo>
                  <a:lnTo>
                    <a:pt x="1795751" y="238106"/>
                  </a:lnTo>
                  <a:lnTo>
                    <a:pt x="1794983" y="214134"/>
                  </a:lnTo>
                  <a:lnTo>
                    <a:pt x="1788704" y="163411"/>
                  </a:lnTo>
                  <a:lnTo>
                    <a:pt x="1771496" y="112720"/>
                  </a:lnTo>
                  <a:lnTo>
                    <a:pt x="1737831" y="66548"/>
                  </a:lnTo>
                  <a:lnTo>
                    <a:pt x="1682179" y="29380"/>
                  </a:lnTo>
                  <a:lnTo>
                    <a:pt x="1644381" y="15574"/>
                  </a:lnTo>
                  <a:lnTo>
                    <a:pt x="1599013" y="5702"/>
                  </a:lnTo>
                  <a:lnTo>
                    <a:pt x="1545384" y="323"/>
                  </a:lnTo>
                  <a:lnTo>
                    <a:pt x="148280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323330" y="8190997"/>
              <a:ext cx="3304540" cy="729615"/>
            </a:xfrm>
            <a:custGeom>
              <a:avLst/>
              <a:gdLst/>
              <a:ahLst/>
              <a:cxnLst/>
              <a:rect l="l" t="t" r="r" b="b"/>
              <a:pathLst>
                <a:path w="3304540" h="729615">
                  <a:moveTo>
                    <a:pt x="1482803" y="0"/>
                  </a:moveTo>
                  <a:lnTo>
                    <a:pt x="763245" y="35950"/>
                  </a:lnTo>
                  <a:lnTo>
                    <a:pt x="368933" y="122686"/>
                  </a:lnTo>
                  <a:lnTo>
                    <a:pt x="160856" y="327484"/>
                  </a:lnTo>
                  <a:lnTo>
                    <a:pt x="0" y="717622"/>
                  </a:lnTo>
                  <a:lnTo>
                    <a:pt x="3304527" y="729171"/>
                  </a:lnTo>
                  <a:lnTo>
                    <a:pt x="3297789" y="681030"/>
                  </a:lnTo>
                  <a:lnTo>
                    <a:pt x="3281219" y="645526"/>
                  </a:lnTo>
                  <a:lnTo>
                    <a:pt x="3224980" y="606212"/>
                  </a:lnTo>
                  <a:lnTo>
                    <a:pt x="3148598" y="598779"/>
                  </a:lnTo>
                  <a:lnTo>
                    <a:pt x="3106849" y="603128"/>
                  </a:lnTo>
                  <a:lnTo>
                    <a:pt x="3064859" y="610780"/>
                  </a:lnTo>
                  <a:lnTo>
                    <a:pt x="3024227" y="620178"/>
                  </a:lnTo>
                  <a:lnTo>
                    <a:pt x="2986550" y="629767"/>
                  </a:lnTo>
                  <a:lnTo>
                    <a:pt x="2953428" y="637990"/>
                  </a:lnTo>
                  <a:lnTo>
                    <a:pt x="2926459" y="643292"/>
                  </a:lnTo>
                  <a:lnTo>
                    <a:pt x="2907241" y="644116"/>
                  </a:lnTo>
                  <a:lnTo>
                    <a:pt x="2894665" y="638634"/>
                  </a:lnTo>
                  <a:lnTo>
                    <a:pt x="2896496" y="628193"/>
                  </a:lnTo>
                  <a:lnTo>
                    <a:pt x="2907906" y="613412"/>
                  </a:lnTo>
                  <a:lnTo>
                    <a:pt x="2924070" y="594912"/>
                  </a:lnTo>
                  <a:lnTo>
                    <a:pt x="2940160" y="573312"/>
                  </a:lnTo>
                  <a:lnTo>
                    <a:pt x="2951349" y="549232"/>
                  </a:lnTo>
                  <a:lnTo>
                    <a:pt x="2952810" y="523292"/>
                  </a:lnTo>
                  <a:lnTo>
                    <a:pt x="2939716" y="496111"/>
                  </a:lnTo>
                  <a:lnTo>
                    <a:pt x="2907241" y="468310"/>
                  </a:lnTo>
                  <a:lnTo>
                    <a:pt x="2862022" y="447135"/>
                  </a:lnTo>
                  <a:lnTo>
                    <a:pt x="2814466" y="437813"/>
                  </a:lnTo>
                  <a:lnTo>
                    <a:pt x="2765396" y="437930"/>
                  </a:lnTo>
                  <a:lnTo>
                    <a:pt x="2715635" y="445076"/>
                  </a:lnTo>
                  <a:lnTo>
                    <a:pt x="2666009" y="456837"/>
                  </a:lnTo>
                  <a:lnTo>
                    <a:pt x="2617340" y="470802"/>
                  </a:lnTo>
                  <a:lnTo>
                    <a:pt x="2570452" y="484558"/>
                  </a:lnTo>
                  <a:lnTo>
                    <a:pt x="2526170" y="495693"/>
                  </a:lnTo>
                  <a:lnTo>
                    <a:pt x="2485316" y="501796"/>
                  </a:lnTo>
                  <a:lnTo>
                    <a:pt x="2464028" y="500019"/>
                  </a:lnTo>
                  <a:lnTo>
                    <a:pt x="2452613" y="491421"/>
                  </a:lnTo>
                  <a:lnTo>
                    <a:pt x="2449038" y="476883"/>
                  </a:lnTo>
                  <a:lnTo>
                    <a:pt x="2451267" y="457287"/>
                  </a:lnTo>
                  <a:lnTo>
                    <a:pt x="2457265" y="433514"/>
                  </a:lnTo>
                  <a:lnTo>
                    <a:pt x="2464999" y="406446"/>
                  </a:lnTo>
                  <a:lnTo>
                    <a:pt x="2472434" y="376965"/>
                  </a:lnTo>
                  <a:lnTo>
                    <a:pt x="2477534" y="345953"/>
                  </a:lnTo>
                  <a:lnTo>
                    <a:pt x="2478265" y="314291"/>
                  </a:lnTo>
                  <a:lnTo>
                    <a:pt x="2472592" y="282861"/>
                  </a:lnTo>
                  <a:lnTo>
                    <a:pt x="2433898" y="224223"/>
                  </a:lnTo>
                  <a:lnTo>
                    <a:pt x="2396806" y="198779"/>
                  </a:lnTo>
                  <a:lnTo>
                    <a:pt x="2332443" y="177489"/>
                  </a:lnTo>
                  <a:lnTo>
                    <a:pt x="2296006" y="174243"/>
                  </a:lnTo>
                  <a:lnTo>
                    <a:pt x="2256701" y="175600"/>
                  </a:lnTo>
                  <a:lnTo>
                    <a:pt x="2214506" y="181312"/>
                  </a:lnTo>
                  <a:lnTo>
                    <a:pt x="2169395" y="191134"/>
                  </a:lnTo>
                  <a:lnTo>
                    <a:pt x="2121348" y="204817"/>
                  </a:lnTo>
                  <a:lnTo>
                    <a:pt x="2070339" y="222115"/>
                  </a:lnTo>
                  <a:lnTo>
                    <a:pt x="2016345" y="242781"/>
                  </a:lnTo>
                  <a:lnTo>
                    <a:pt x="1959344" y="266567"/>
                  </a:lnTo>
                  <a:lnTo>
                    <a:pt x="1899312" y="293227"/>
                  </a:lnTo>
                  <a:lnTo>
                    <a:pt x="1836226" y="322513"/>
                  </a:lnTo>
                  <a:lnTo>
                    <a:pt x="1821380" y="327634"/>
                  </a:lnTo>
                  <a:lnTo>
                    <a:pt x="1796868" y="297734"/>
                  </a:lnTo>
                  <a:lnTo>
                    <a:pt x="1795751" y="238106"/>
                  </a:lnTo>
                  <a:lnTo>
                    <a:pt x="1794983" y="214134"/>
                  </a:lnTo>
                  <a:lnTo>
                    <a:pt x="1788704" y="163411"/>
                  </a:lnTo>
                  <a:lnTo>
                    <a:pt x="1771496" y="112720"/>
                  </a:lnTo>
                  <a:lnTo>
                    <a:pt x="1737831" y="66548"/>
                  </a:lnTo>
                  <a:lnTo>
                    <a:pt x="1682179" y="29380"/>
                  </a:lnTo>
                  <a:lnTo>
                    <a:pt x="1644381" y="15574"/>
                  </a:lnTo>
                  <a:lnTo>
                    <a:pt x="1599013" y="5702"/>
                  </a:lnTo>
                  <a:lnTo>
                    <a:pt x="1545384" y="323"/>
                  </a:lnTo>
                  <a:lnTo>
                    <a:pt x="148280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" name="object 4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18004" y="2846953"/>
            <a:ext cx="4694887" cy="6861929"/>
          </a:xfrm>
          <a:prstGeom prst="rect">
            <a:avLst/>
          </a:prstGeom>
        </p:spPr>
      </p:pic>
      <p:grpSp>
        <p:nvGrpSpPr>
          <p:cNvPr id="46" name="object 46" descr=""/>
          <p:cNvGrpSpPr/>
          <p:nvPr/>
        </p:nvGrpSpPr>
        <p:grpSpPr>
          <a:xfrm>
            <a:off x="11772782" y="9378480"/>
            <a:ext cx="461009" cy="287020"/>
            <a:chOff x="11772782" y="9378480"/>
            <a:chExt cx="461009" cy="287020"/>
          </a:xfrm>
        </p:grpSpPr>
        <p:pic>
          <p:nvPicPr>
            <p:cNvPr id="47" name="object 4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971777" y="9378480"/>
              <a:ext cx="249289" cy="230998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1772773" y="9515430"/>
              <a:ext cx="461009" cy="150495"/>
            </a:xfrm>
            <a:custGeom>
              <a:avLst/>
              <a:gdLst/>
              <a:ahLst/>
              <a:cxnLst/>
              <a:rect l="l" t="t" r="r" b="b"/>
              <a:pathLst>
                <a:path w="461009" h="150495">
                  <a:moveTo>
                    <a:pt x="460603" y="137439"/>
                  </a:moveTo>
                  <a:lnTo>
                    <a:pt x="460590" y="124536"/>
                  </a:lnTo>
                  <a:lnTo>
                    <a:pt x="459384" y="109778"/>
                  </a:lnTo>
                  <a:lnTo>
                    <a:pt x="457365" y="93395"/>
                  </a:lnTo>
                  <a:lnTo>
                    <a:pt x="452424" y="58293"/>
                  </a:lnTo>
                  <a:lnTo>
                    <a:pt x="450367" y="41452"/>
                  </a:lnTo>
                  <a:lnTo>
                    <a:pt x="449186" y="26568"/>
                  </a:lnTo>
                  <a:lnTo>
                    <a:pt x="449364" y="14757"/>
                  </a:lnTo>
                  <a:lnTo>
                    <a:pt x="449491" y="14046"/>
                  </a:lnTo>
                  <a:lnTo>
                    <a:pt x="449554" y="12560"/>
                  </a:lnTo>
                  <a:lnTo>
                    <a:pt x="449554" y="5626"/>
                  </a:lnTo>
                  <a:lnTo>
                    <a:pt x="443953" y="0"/>
                  </a:lnTo>
                  <a:lnTo>
                    <a:pt x="436968" y="0"/>
                  </a:lnTo>
                  <a:lnTo>
                    <a:pt x="433755" y="63"/>
                  </a:lnTo>
                  <a:lnTo>
                    <a:pt x="409587" y="39560"/>
                  </a:lnTo>
                  <a:lnTo>
                    <a:pt x="405333" y="51981"/>
                  </a:lnTo>
                  <a:lnTo>
                    <a:pt x="403098" y="56222"/>
                  </a:lnTo>
                  <a:lnTo>
                    <a:pt x="378117" y="87134"/>
                  </a:lnTo>
                  <a:lnTo>
                    <a:pt x="370776" y="88125"/>
                  </a:lnTo>
                  <a:lnTo>
                    <a:pt x="356844" y="85712"/>
                  </a:lnTo>
                  <a:lnTo>
                    <a:pt x="341236" y="79324"/>
                  </a:lnTo>
                  <a:lnTo>
                    <a:pt x="324358" y="70154"/>
                  </a:lnTo>
                  <a:lnTo>
                    <a:pt x="310184" y="61633"/>
                  </a:lnTo>
                  <a:lnTo>
                    <a:pt x="284010" y="45961"/>
                  </a:lnTo>
                  <a:lnTo>
                    <a:pt x="237680" y="25285"/>
                  </a:lnTo>
                  <a:lnTo>
                    <a:pt x="192417" y="21272"/>
                  </a:lnTo>
                  <a:lnTo>
                    <a:pt x="185305" y="21247"/>
                  </a:lnTo>
                  <a:lnTo>
                    <a:pt x="133705" y="23456"/>
                  </a:lnTo>
                  <a:lnTo>
                    <a:pt x="85382" y="32435"/>
                  </a:lnTo>
                  <a:lnTo>
                    <a:pt x="44361" y="51714"/>
                  </a:lnTo>
                  <a:lnTo>
                    <a:pt x="14668" y="84823"/>
                  </a:lnTo>
                  <a:lnTo>
                    <a:pt x="330" y="135229"/>
                  </a:lnTo>
                  <a:lnTo>
                    <a:pt x="0" y="138836"/>
                  </a:lnTo>
                  <a:lnTo>
                    <a:pt x="1231" y="142379"/>
                  </a:lnTo>
                  <a:lnTo>
                    <a:pt x="6070" y="147510"/>
                  </a:lnTo>
                  <a:lnTo>
                    <a:pt x="9385" y="148932"/>
                  </a:lnTo>
                  <a:lnTo>
                    <a:pt x="13081" y="148920"/>
                  </a:lnTo>
                  <a:lnTo>
                    <a:pt x="55003" y="148069"/>
                  </a:lnTo>
                  <a:lnTo>
                    <a:pt x="129324" y="148018"/>
                  </a:lnTo>
                  <a:lnTo>
                    <a:pt x="360680" y="149999"/>
                  </a:lnTo>
                  <a:lnTo>
                    <a:pt x="407390" y="149733"/>
                  </a:lnTo>
                  <a:lnTo>
                    <a:pt x="454939" y="148742"/>
                  </a:lnTo>
                  <a:lnTo>
                    <a:pt x="455930" y="147789"/>
                  </a:lnTo>
                  <a:lnTo>
                    <a:pt x="460235" y="143611"/>
                  </a:lnTo>
                  <a:lnTo>
                    <a:pt x="460603" y="137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12592484" y="9367142"/>
            <a:ext cx="621030" cy="297815"/>
            <a:chOff x="12592484" y="9367142"/>
            <a:chExt cx="621030" cy="297815"/>
          </a:xfrm>
        </p:grpSpPr>
        <p:sp>
          <p:nvSpPr>
            <p:cNvPr id="50" name="object 50" descr=""/>
            <p:cNvSpPr/>
            <p:nvPr/>
          </p:nvSpPr>
          <p:spPr>
            <a:xfrm>
              <a:off x="12609633" y="9373424"/>
              <a:ext cx="375920" cy="224790"/>
            </a:xfrm>
            <a:custGeom>
              <a:avLst/>
              <a:gdLst/>
              <a:ahLst/>
              <a:cxnLst/>
              <a:rect l="l" t="t" r="r" b="b"/>
              <a:pathLst>
                <a:path w="375920" h="224790">
                  <a:moveTo>
                    <a:pt x="239699" y="0"/>
                  </a:moveTo>
                  <a:lnTo>
                    <a:pt x="201811" y="2392"/>
                  </a:lnTo>
                  <a:lnTo>
                    <a:pt x="168901" y="4167"/>
                  </a:lnTo>
                  <a:lnTo>
                    <a:pt x="137698" y="5549"/>
                  </a:lnTo>
                  <a:lnTo>
                    <a:pt x="62873" y="8499"/>
                  </a:lnTo>
                  <a:lnTo>
                    <a:pt x="10627" y="11036"/>
                  </a:lnTo>
                  <a:lnTo>
                    <a:pt x="8104" y="13507"/>
                  </a:lnTo>
                  <a:lnTo>
                    <a:pt x="2639" y="91370"/>
                  </a:lnTo>
                  <a:lnTo>
                    <a:pt x="0" y="123912"/>
                  </a:lnTo>
                  <a:lnTo>
                    <a:pt x="1518" y="126456"/>
                  </a:lnTo>
                  <a:lnTo>
                    <a:pt x="3989" y="127545"/>
                  </a:lnTo>
                  <a:lnTo>
                    <a:pt x="33125" y="143783"/>
                  </a:lnTo>
                  <a:lnTo>
                    <a:pt x="56074" y="164348"/>
                  </a:lnTo>
                  <a:lnTo>
                    <a:pt x="72971" y="189401"/>
                  </a:lnTo>
                  <a:lnTo>
                    <a:pt x="83955" y="219103"/>
                  </a:lnTo>
                  <a:lnTo>
                    <a:pt x="84657" y="221899"/>
                  </a:lnTo>
                  <a:lnTo>
                    <a:pt x="87170" y="223846"/>
                  </a:lnTo>
                  <a:lnTo>
                    <a:pt x="250589" y="222830"/>
                  </a:lnTo>
                  <a:lnTo>
                    <a:pt x="276242" y="224736"/>
                  </a:lnTo>
                  <a:lnTo>
                    <a:pt x="282399" y="224736"/>
                  </a:lnTo>
                  <a:lnTo>
                    <a:pt x="287865" y="224736"/>
                  </a:lnTo>
                  <a:lnTo>
                    <a:pt x="292399" y="224349"/>
                  </a:lnTo>
                  <a:lnTo>
                    <a:pt x="334995" y="194821"/>
                  </a:lnTo>
                  <a:lnTo>
                    <a:pt x="355098" y="179951"/>
                  </a:lnTo>
                  <a:lnTo>
                    <a:pt x="375758" y="156497"/>
                  </a:lnTo>
                  <a:lnTo>
                    <a:pt x="374292" y="152822"/>
                  </a:lnTo>
                  <a:lnTo>
                    <a:pt x="372732" y="151440"/>
                  </a:lnTo>
                  <a:lnTo>
                    <a:pt x="370815" y="150916"/>
                  </a:lnTo>
                  <a:lnTo>
                    <a:pt x="327261" y="132644"/>
                  </a:lnTo>
                  <a:lnTo>
                    <a:pt x="287537" y="101707"/>
                  </a:lnTo>
                  <a:lnTo>
                    <a:pt x="257858" y="59130"/>
                  </a:lnTo>
                  <a:lnTo>
                    <a:pt x="244442" y="5936"/>
                  </a:lnTo>
                  <a:lnTo>
                    <a:pt x="244348" y="4251"/>
                  </a:lnTo>
                  <a:lnTo>
                    <a:pt x="243594" y="2680"/>
                  </a:lnTo>
                  <a:lnTo>
                    <a:pt x="241165" y="554"/>
                  </a:lnTo>
                  <a:lnTo>
                    <a:pt x="239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2592482" y="9367145"/>
              <a:ext cx="621030" cy="297815"/>
            </a:xfrm>
            <a:custGeom>
              <a:avLst/>
              <a:gdLst/>
              <a:ahLst/>
              <a:cxnLst/>
              <a:rect l="l" t="t" r="r" b="b"/>
              <a:pathLst>
                <a:path w="621030" h="297815">
                  <a:moveTo>
                    <a:pt x="399478" y="162293"/>
                  </a:moveTo>
                  <a:lnTo>
                    <a:pt x="396532" y="154927"/>
                  </a:lnTo>
                  <a:lnTo>
                    <a:pt x="393407" y="152158"/>
                  </a:lnTo>
                  <a:lnTo>
                    <a:pt x="389585" y="151142"/>
                  </a:lnTo>
                  <a:lnTo>
                    <a:pt x="386346" y="149796"/>
                  </a:lnTo>
                  <a:lnTo>
                    <a:pt x="386346" y="163271"/>
                  </a:lnTo>
                  <a:lnTo>
                    <a:pt x="379603" y="171716"/>
                  </a:lnTo>
                  <a:lnTo>
                    <a:pt x="370941" y="179311"/>
                  </a:lnTo>
                  <a:lnTo>
                    <a:pt x="351002" y="194056"/>
                  </a:lnTo>
                  <a:lnTo>
                    <a:pt x="342595" y="201409"/>
                  </a:lnTo>
                  <a:lnTo>
                    <a:pt x="308368" y="224459"/>
                  </a:lnTo>
                  <a:lnTo>
                    <a:pt x="304114" y="224739"/>
                  </a:lnTo>
                  <a:lnTo>
                    <a:pt x="299554" y="224739"/>
                  </a:lnTo>
                  <a:lnTo>
                    <a:pt x="290334" y="224447"/>
                  </a:lnTo>
                  <a:lnTo>
                    <a:pt x="281647" y="223850"/>
                  </a:lnTo>
                  <a:lnTo>
                    <a:pt x="271119" y="223139"/>
                  </a:lnTo>
                  <a:lnTo>
                    <a:pt x="261874" y="222834"/>
                  </a:lnTo>
                  <a:lnTo>
                    <a:pt x="107188" y="223850"/>
                  </a:lnTo>
                  <a:lnTo>
                    <a:pt x="94894" y="191274"/>
                  </a:lnTo>
                  <a:lnTo>
                    <a:pt x="76479" y="164846"/>
                  </a:lnTo>
                  <a:lnTo>
                    <a:pt x="52527" y="143979"/>
                  </a:lnTo>
                  <a:lnTo>
                    <a:pt x="23647" y="128066"/>
                  </a:lnTo>
                  <a:lnTo>
                    <a:pt x="25755" y="102108"/>
                  </a:lnTo>
                  <a:lnTo>
                    <a:pt x="27584" y="75869"/>
                  </a:lnTo>
                  <a:lnTo>
                    <a:pt x="29337" y="49580"/>
                  </a:lnTo>
                  <a:lnTo>
                    <a:pt x="31254" y="23431"/>
                  </a:lnTo>
                  <a:lnTo>
                    <a:pt x="196596" y="16217"/>
                  </a:lnTo>
                  <a:lnTo>
                    <a:pt x="255320" y="12573"/>
                  </a:lnTo>
                  <a:lnTo>
                    <a:pt x="268605" y="66179"/>
                  </a:lnTo>
                  <a:lnTo>
                    <a:pt x="298488" y="110375"/>
                  </a:lnTo>
                  <a:lnTo>
                    <a:pt x="339534" y="143344"/>
                  </a:lnTo>
                  <a:lnTo>
                    <a:pt x="386346" y="163271"/>
                  </a:lnTo>
                  <a:lnTo>
                    <a:pt x="386346" y="149796"/>
                  </a:lnTo>
                  <a:lnTo>
                    <a:pt x="347624" y="133553"/>
                  </a:lnTo>
                  <a:lnTo>
                    <a:pt x="309359" y="103822"/>
                  </a:lnTo>
                  <a:lnTo>
                    <a:pt x="280771" y="62941"/>
                  </a:lnTo>
                  <a:lnTo>
                    <a:pt x="268033" y="12573"/>
                  </a:lnTo>
                  <a:lnTo>
                    <a:pt x="267868" y="11874"/>
                  </a:lnTo>
                  <a:lnTo>
                    <a:pt x="267690" y="8509"/>
                  </a:lnTo>
                  <a:lnTo>
                    <a:pt x="266141" y="5359"/>
                  </a:lnTo>
                  <a:lnTo>
                    <a:pt x="261315" y="1117"/>
                  </a:lnTo>
                  <a:lnTo>
                    <a:pt x="258368" y="0"/>
                  </a:lnTo>
                  <a:lnTo>
                    <a:pt x="255320" y="0"/>
                  </a:lnTo>
                  <a:lnTo>
                    <a:pt x="254406" y="38"/>
                  </a:lnTo>
                  <a:lnTo>
                    <a:pt x="218579" y="2413"/>
                  </a:lnTo>
                  <a:lnTo>
                    <a:pt x="185724" y="4178"/>
                  </a:lnTo>
                  <a:lnTo>
                    <a:pt x="24295" y="11226"/>
                  </a:lnTo>
                  <a:lnTo>
                    <a:pt x="14579" y="82042"/>
                  </a:lnTo>
                  <a:lnTo>
                    <a:pt x="13525" y="97091"/>
                  </a:lnTo>
                  <a:lnTo>
                    <a:pt x="12395" y="112102"/>
                  </a:lnTo>
                  <a:lnTo>
                    <a:pt x="11036" y="128066"/>
                  </a:lnTo>
                  <a:lnTo>
                    <a:pt x="10655" y="132321"/>
                  </a:lnTo>
                  <a:lnTo>
                    <a:pt x="13665" y="137414"/>
                  </a:lnTo>
                  <a:lnTo>
                    <a:pt x="68389" y="174726"/>
                  </a:lnTo>
                  <a:lnTo>
                    <a:pt x="95008" y="226949"/>
                  </a:lnTo>
                  <a:lnTo>
                    <a:pt x="96418" y="232498"/>
                  </a:lnTo>
                  <a:lnTo>
                    <a:pt x="101422" y="236410"/>
                  </a:lnTo>
                  <a:lnTo>
                    <a:pt x="107276" y="236410"/>
                  </a:lnTo>
                  <a:lnTo>
                    <a:pt x="270395" y="235623"/>
                  </a:lnTo>
                  <a:lnTo>
                    <a:pt x="293154" y="237299"/>
                  </a:lnTo>
                  <a:lnTo>
                    <a:pt x="305447" y="237299"/>
                  </a:lnTo>
                  <a:lnTo>
                    <a:pt x="310400" y="236880"/>
                  </a:lnTo>
                  <a:lnTo>
                    <a:pt x="314667" y="235991"/>
                  </a:lnTo>
                  <a:lnTo>
                    <a:pt x="316230" y="235394"/>
                  </a:lnTo>
                  <a:lnTo>
                    <a:pt x="323545" y="232651"/>
                  </a:lnTo>
                  <a:lnTo>
                    <a:pt x="332447" y="226923"/>
                  </a:lnTo>
                  <a:lnTo>
                    <a:pt x="335102" y="224739"/>
                  </a:lnTo>
                  <a:lnTo>
                    <a:pt x="341071" y="219837"/>
                  </a:lnTo>
                  <a:lnTo>
                    <a:pt x="349351" y="212267"/>
                  </a:lnTo>
                  <a:lnTo>
                    <a:pt x="356311" y="205816"/>
                  </a:lnTo>
                  <a:lnTo>
                    <a:pt x="361721" y="201663"/>
                  </a:lnTo>
                  <a:lnTo>
                    <a:pt x="397052" y="169837"/>
                  </a:lnTo>
                  <a:lnTo>
                    <a:pt x="399122" y="166446"/>
                  </a:lnTo>
                  <a:lnTo>
                    <a:pt x="399478" y="162293"/>
                  </a:lnTo>
                  <a:close/>
                </a:path>
                <a:path w="621030" h="297815">
                  <a:moveTo>
                    <a:pt x="620763" y="285254"/>
                  </a:moveTo>
                  <a:lnTo>
                    <a:pt x="594880" y="245097"/>
                  </a:lnTo>
                  <a:lnTo>
                    <a:pt x="556298" y="217995"/>
                  </a:lnTo>
                  <a:lnTo>
                    <a:pt x="510171" y="197231"/>
                  </a:lnTo>
                  <a:lnTo>
                    <a:pt x="463067" y="180594"/>
                  </a:lnTo>
                  <a:lnTo>
                    <a:pt x="459879" y="179514"/>
                  </a:lnTo>
                  <a:lnTo>
                    <a:pt x="443966" y="174078"/>
                  </a:lnTo>
                  <a:lnTo>
                    <a:pt x="434975" y="170903"/>
                  </a:lnTo>
                  <a:lnTo>
                    <a:pt x="424980" y="167208"/>
                  </a:lnTo>
                  <a:lnTo>
                    <a:pt x="423468" y="166941"/>
                  </a:lnTo>
                  <a:lnTo>
                    <a:pt x="419493" y="166941"/>
                  </a:lnTo>
                  <a:lnTo>
                    <a:pt x="417029" y="167665"/>
                  </a:lnTo>
                  <a:lnTo>
                    <a:pt x="372084" y="202679"/>
                  </a:lnTo>
                  <a:lnTo>
                    <a:pt x="363105" y="209727"/>
                  </a:lnTo>
                  <a:lnTo>
                    <a:pt x="327774" y="238340"/>
                  </a:lnTo>
                  <a:lnTo>
                    <a:pt x="310527" y="243179"/>
                  </a:lnTo>
                  <a:lnTo>
                    <a:pt x="297599" y="243179"/>
                  </a:lnTo>
                  <a:lnTo>
                    <a:pt x="271589" y="241985"/>
                  </a:lnTo>
                  <a:lnTo>
                    <a:pt x="263677" y="241985"/>
                  </a:lnTo>
                  <a:lnTo>
                    <a:pt x="139814" y="242811"/>
                  </a:lnTo>
                  <a:lnTo>
                    <a:pt x="115798" y="244182"/>
                  </a:lnTo>
                  <a:lnTo>
                    <a:pt x="100279" y="244182"/>
                  </a:lnTo>
                  <a:lnTo>
                    <a:pt x="95948" y="243052"/>
                  </a:lnTo>
                  <a:lnTo>
                    <a:pt x="94043" y="242100"/>
                  </a:lnTo>
                  <a:lnTo>
                    <a:pt x="92316" y="240817"/>
                  </a:lnTo>
                  <a:lnTo>
                    <a:pt x="86156" y="220243"/>
                  </a:lnTo>
                  <a:lnTo>
                    <a:pt x="84569" y="216090"/>
                  </a:lnTo>
                  <a:lnTo>
                    <a:pt x="62166" y="176669"/>
                  </a:lnTo>
                  <a:lnTo>
                    <a:pt x="27724" y="152971"/>
                  </a:lnTo>
                  <a:lnTo>
                    <a:pt x="24422" y="151917"/>
                  </a:lnTo>
                  <a:lnTo>
                    <a:pt x="20548" y="151917"/>
                  </a:lnTo>
                  <a:lnTo>
                    <a:pt x="7035" y="195097"/>
                  </a:lnTo>
                  <a:lnTo>
                    <a:pt x="2616" y="255333"/>
                  </a:lnTo>
                  <a:lnTo>
                    <a:pt x="1587" y="267614"/>
                  </a:lnTo>
                  <a:lnTo>
                    <a:pt x="101" y="282790"/>
                  </a:lnTo>
                  <a:lnTo>
                    <a:pt x="0" y="284353"/>
                  </a:lnTo>
                  <a:lnTo>
                    <a:pt x="1079" y="287731"/>
                  </a:lnTo>
                  <a:lnTo>
                    <a:pt x="5740" y="293001"/>
                  </a:lnTo>
                  <a:lnTo>
                    <a:pt x="9080" y="294538"/>
                  </a:lnTo>
                  <a:lnTo>
                    <a:pt x="60350" y="295389"/>
                  </a:lnTo>
                  <a:lnTo>
                    <a:pt x="453301" y="297802"/>
                  </a:lnTo>
                  <a:lnTo>
                    <a:pt x="611746" y="297751"/>
                  </a:lnTo>
                  <a:lnTo>
                    <a:pt x="615607" y="295732"/>
                  </a:lnTo>
                  <a:lnTo>
                    <a:pt x="620293" y="288963"/>
                  </a:lnTo>
                  <a:lnTo>
                    <a:pt x="620763" y="2852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11201830" y="4088299"/>
            <a:ext cx="1962785" cy="5702935"/>
            <a:chOff x="11201830" y="4088299"/>
            <a:chExt cx="1962785" cy="5702935"/>
          </a:xfrm>
        </p:grpSpPr>
        <p:sp>
          <p:nvSpPr>
            <p:cNvPr id="53" name="object 53" descr=""/>
            <p:cNvSpPr/>
            <p:nvPr/>
          </p:nvSpPr>
          <p:spPr>
            <a:xfrm>
              <a:off x="11725806" y="5144256"/>
              <a:ext cx="837565" cy="3948429"/>
            </a:xfrm>
            <a:custGeom>
              <a:avLst/>
              <a:gdLst/>
              <a:ahLst/>
              <a:cxnLst/>
              <a:rect l="l" t="t" r="r" b="b"/>
              <a:pathLst>
                <a:path w="837565" h="3948429">
                  <a:moveTo>
                    <a:pt x="414349" y="0"/>
                  </a:moveTo>
                  <a:lnTo>
                    <a:pt x="276881" y="11549"/>
                  </a:lnTo>
                  <a:lnTo>
                    <a:pt x="72542" y="42806"/>
                  </a:lnTo>
                  <a:lnTo>
                    <a:pt x="0" y="3888636"/>
                  </a:lnTo>
                  <a:lnTo>
                    <a:pt x="190641" y="3933223"/>
                  </a:lnTo>
                  <a:lnTo>
                    <a:pt x="341424" y="3948085"/>
                  </a:lnTo>
                  <a:lnTo>
                    <a:pt x="530860" y="3933223"/>
                  </a:lnTo>
                  <a:lnTo>
                    <a:pt x="837461" y="3888636"/>
                  </a:lnTo>
                  <a:lnTo>
                    <a:pt x="825884" y="3344542"/>
                  </a:lnTo>
                  <a:lnTo>
                    <a:pt x="814698" y="2793531"/>
                  </a:lnTo>
                  <a:lnTo>
                    <a:pt x="793221" y="1666024"/>
                  </a:lnTo>
                  <a:lnTo>
                    <a:pt x="783300" y="1274746"/>
                  </a:lnTo>
                  <a:lnTo>
                    <a:pt x="767026" y="796909"/>
                  </a:lnTo>
                  <a:lnTo>
                    <a:pt x="738354" y="31947"/>
                  </a:lnTo>
                  <a:lnTo>
                    <a:pt x="547367" y="7138"/>
                  </a:lnTo>
                  <a:lnTo>
                    <a:pt x="414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725806" y="5144256"/>
              <a:ext cx="837565" cy="3948429"/>
            </a:xfrm>
            <a:custGeom>
              <a:avLst/>
              <a:gdLst/>
              <a:ahLst/>
              <a:cxnLst/>
              <a:rect l="l" t="t" r="r" b="b"/>
              <a:pathLst>
                <a:path w="837565" h="3948429">
                  <a:moveTo>
                    <a:pt x="72542" y="42806"/>
                  </a:moveTo>
                  <a:lnTo>
                    <a:pt x="276881" y="11549"/>
                  </a:lnTo>
                  <a:lnTo>
                    <a:pt x="414349" y="0"/>
                  </a:lnTo>
                  <a:lnTo>
                    <a:pt x="547367" y="7138"/>
                  </a:lnTo>
                  <a:lnTo>
                    <a:pt x="738354" y="31947"/>
                  </a:lnTo>
                  <a:lnTo>
                    <a:pt x="767026" y="796909"/>
                  </a:lnTo>
                  <a:lnTo>
                    <a:pt x="783300" y="1274746"/>
                  </a:lnTo>
                  <a:lnTo>
                    <a:pt x="793221" y="1666024"/>
                  </a:lnTo>
                  <a:lnTo>
                    <a:pt x="802834" y="2171306"/>
                  </a:lnTo>
                  <a:lnTo>
                    <a:pt x="814698" y="2793531"/>
                  </a:lnTo>
                  <a:lnTo>
                    <a:pt x="825884" y="3344542"/>
                  </a:lnTo>
                  <a:lnTo>
                    <a:pt x="834202" y="3738267"/>
                  </a:lnTo>
                  <a:lnTo>
                    <a:pt x="837461" y="3888636"/>
                  </a:lnTo>
                  <a:lnTo>
                    <a:pt x="530860" y="3933223"/>
                  </a:lnTo>
                  <a:lnTo>
                    <a:pt x="341424" y="3948085"/>
                  </a:lnTo>
                  <a:lnTo>
                    <a:pt x="190641" y="3933223"/>
                  </a:lnTo>
                  <a:lnTo>
                    <a:pt x="0" y="3888636"/>
                  </a:lnTo>
                  <a:lnTo>
                    <a:pt x="72542" y="42806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01830" y="4088299"/>
              <a:ext cx="1962477" cy="5702803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08132" y="1239452"/>
            <a:ext cx="2494280" cy="1718310"/>
          </a:xfrm>
          <a:custGeom>
            <a:avLst/>
            <a:gdLst/>
            <a:ahLst/>
            <a:cxnLst/>
            <a:rect l="l" t="t" r="r" b="b"/>
            <a:pathLst>
              <a:path w="2494279" h="1718310">
                <a:moveTo>
                  <a:pt x="833014" y="0"/>
                </a:moveTo>
                <a:lnTo>
                  <a:pt x="787737" y="1814"/>
                </a:lnTo>
                <a:lnTo>
                  <a:pt x="742807" y="5882"/>
                </a:lnTo>
                <a:lnTo>
                  <a:pt x="698314" y="12179"/>
                </a:lnTo>
                <a:lnTo>
                  <a:pt x="654349" y="20681"/>
                </a:lnTo>
                <a:lnTo>
                  <a:pt x="611002" y="31361"/>
                </a:lnTo>
                <a:lnTo>
                  <a:pt x="568365" y="44197"/>
                </a:lnTo>
                <a:lnTo>
                  <a:pt x="526527" y="59162"/>
                </a:lnTo>
                <a:lnTo>
                  <a:pt x="485581" y="76232"/>
                </a:lnTo>
                <a:lnTo>
                  <a:pt x="445616" y="95383"/>
                </a:lnTo>
                <a:lnTo>
                  <a:pt x="406722" y="116590"/>
                </a:lnTo>
                <a:lnTo>
                  <a:pt x="368992" y="139827"/>
                </a:lnTo>
                <a:lnTo>
                  <a:pt x="332515" y="165070"/>
                </a:lnTo>
                <a:lnTo>
                  <a:pt x="297382" y="192295"/>
                </a:lnTo>
                <a:lnTo>
                  <a:pt x="263684" y="221476"/>
                </a:lnTo>
                <a:lnTo>
                  <a:pt x="231512" y="252589"/>
                </a:lnTo>
                <a:lnTo>
                  <a:pt x="200955" y="285609"/>
                </a:lnTo>
                <a:lnTo>
                  <a:pt x="172106" y="320511"/>
                </a:lnTo>
                <a:lnTo>
                  <a:pt x="145054" y="357271"/>
                </a:lnTo>
                <a:lnTo>
                  <a:pt x="119891" y="395863"/>
                </a:lnTo>
                <a:lnTo>
                  <a:pt x="96706" y="436264"/>
                </a:lnTo>
                <a:lnTo>
                  <a:pt x="75842" y="477900"/>
                </a:lnTo>
                <a:lnTo>
                  <a:pt x="57576" y="520187"/>
                </a:lnTo>
                <a:lnTo>
                  <a:pt x="41880" y="563036"/>
                </a:lnTo>
                <a:lnTo>
                  <a:pt x="28722" y="606358"/>
                </a:lnTo>
                <a:lnTo>
                  <a:pt x="18075" y="650064"/>
                </a:lnTo>
                <a:lnTo>
                  <a:pt x="9909" y="694064"/>
                </a:lnTo>
                <a:lnTo>
                  <a:pt x="4194" y="738269"/>
                </a:lnTo>
                <a:lnTo>
                  <a:pt x="900" y="782591"/>
                </a:lnTo>
                <a:lnTo>
                  <a:pt x="0" y="826940"/>
                </a:lnTo>
                <a:lnTo>
                  <a:pt x="1461" y="871227"/>
                </a:lnTo>
                <a:lnTo>
                  <a:pt x="5257" y="915362"/>
                </a:lnTo>
                <a:lnTo>
                  <a:pt x="11357" y="959257"/>
                </a:lnTo>
                <a:lnTo>
                  <a:pt x="19731" y="1002822"/>
                </a:lnTo>
                <a:lnTo>
                  <a:pt x="30350" y="1045968"/>
                </a:lnTo>
                <a:lnTo>
                  <a:pt x="43186" y="1088607"/>
                </a:lnTo>
                <a:lnTo>
                  <a:pt x="58207" y="1130648"/>
                </a:lnTo>
                <a:lnTo>
                  <a:pt x="75386" y="1172002"/>
                </a:lnTo>
                <a:lnTo>
                  <a:pt x="94692" y="1212581"/>
                </a:lnTo>
                <a:lnTo>
                  <a:pt x="116096" y="1252295"/>
                </a:lnTo>
                <a:lnTo>
                  <a:pt x="139569" y="1291056"/>
                </a:lnTo>
                <a:lnTo>
                  <a:pt x="165081" y="1328773"/>
                </a:lnTo>
                <a:lnTo>
                  <a:pt x="192602" y="1365358"/>
                </a:lnTo>
                <a:lnTo>
                  <a:pt x="222104" y="1400721"/>
                </a:lnTo>
                <a:lnTo>
                  <a:pt x="253557" y="1434774"/>
                </a:lnTo>
                <a:lnTo>
                  <a:pt x="286931" y="1467427"/>
                </a:lnTo>
                <a:lnTo>
                  <a:pt x="322198" y="1498591"/>
                </a:lnTo>
                <a:lnTo>
                  <a:pt x="359327" y="1528177"/>
                </a:lnTo>
                <a:lnTo>
                  <a:pt x="398289" y="1556096"/>
                </a:lnTo>
                <a:lnTo>
                  <a:pt x="439055" y="1582258"/>
                </a:lnTo>
                <a:lnTo>
                  <a:pt x="481595" y="1606574"/>
                </a:lnTo>
                <a:lnTo>
                  <a:pt x="527409" y="1629600"/>
                </a:lnTo>
                <a:lnTo>
                  <a:pt x="573829" y="1649891"/>
                </a:lnTo>
                <a:lnTo>
                  <a:pt x="620752" y="1667474"/>
                </a:lnTo>
                <a:lnTo>
                  <a:pt x="668074" y="1682378"/>
                </a:lnTo>
                <a:lnTo>
                  <a:pt x="715691" y="1694632"/>
                </a:lnTo>
                <a:lnTo>
                  <a:pt x="763500" y="1704264"/>
                </a:lnTo>
                <a:lnTo>
                  <a:pt x="811396" y="1711301"/>
                </a:lnTo>
                <a:lnTo>
                  <a:pt x="859277" y="1715773"/>
                </a:lnTo>
                <a:lnTo>
                  <a:pt x="907038" y="1717707"/>
                </a:lnTo>
                <a:lnTo>
                  <a:pt x="954575" y="1717133"/>
                </a:lnTo>
                <a:lnTo>
                  <a:pt x="1001786" y="1714077"/>
                </a:lnTo>
                <a:lnTo>
                  <a:pt x="1048565" y="1708570"/>
                </a:lnTo>
                <a:lnTo>
                  <a:pt x="1094810" y="1700638"/>
                </a:lnTo>
                <a:lnTo>
                  <a:pt x="1140416" y="1690311"/>
                </a:lnTo>
                <a:lnTo>
                  <a:pt x="1185280" y="1677616"/>
                </a:lnTo>
                <a:lnTo>
                  <a:pt x="1229299" y="1662582"/>
                </a:lnTo>
                <a:lnTo>
                  <a:pt x="1272367" y="1645238"/>
                </a:lnTo>
                <a:lnTo>
                  <a:pt x="1314383" y="1625611"/>
                </a:lnTo>
                <a:lnTo>
                  <a:pt x="1355241" y="1603730"/>
                </a:lnTo>
                <a:lnTo>
                  <a:pt x="1394839" y="1579623"/>
                </a:lnTo>
                <a:lnTo>
                  <a:pt x="1433072" y="1553319"/>
                </a:lnTo>
                <a:lnTo>
                  <a:pt x="1469837" y="1524846"/>
                </a:lnTo>
                <a:lnTo>
                  <a:pt x="1505030" y="1494232"/>
                </a:lnTo>
                <a:lnTo>
                  <a:pt x="1467504" y="1462497"/>
                </a:lnTo>
                <a:lnTo>
                  <a:pt x="1433101" y="1428232"/>
                </a:lnTo>
                <a:lnTo>
                  <a:pt x="1401896" y="1391671"/>
                </a:lnTo>
                <a:lnTo>
                  <a:pt x="1373961" y="1353046"/>
                </a:lnTo>
                <a:lnTo>
                  <a:pt x="1349372" y="1312590"/>
                </a:lnTo>
                <a:lnTo>
                  <a:pt x="1328203" y="1270535"/>
                </a:lnTo>
                <a:lnTo>
                  <a:pt x="1310527" y="1227114"/>
                </a:lnTo>
                <a:lnTo>
                  <a:pt x="1296419" y="1182560"/>
                </a:lnTo>
                <a:lnTo>
                  <a:pt x="1285953" y="1137105"/>
                </a:lnTo>
                <a:lnTo>
                  <a:pt x="1279203" y="1090983"/>
                </a:lnTo>
                <a:lnTo>
                  <a:pt x="1276243" y="1044425"/>
                </a:lnTo>
                <a:lnTo>
                  <a:pt x="1277147" y="997666"/>
                </a:lnTo>
                <a:lnTo>
                  <a:pt x="1281990" y="950936"/>
                </a:lnTo>
                <a:lnTo>
                  <a:pt x="1290846" y="904470"/>
                </a:lnTo>
                <a:lnTo>
                  <a:pt x="1303788" y="858499"/>
                </a:lnTo>
                <a:lnTo>
                  <a:pt x="1320891" y="813257"/>
                </a:lnTo>
                <a:lnTo>
                  <a:pt x="1342229" y="768976"/>
                </a:lnTo>
                <a:lnTo>
                  <a:pt x="1356846" y="743427"/>
                </a:lnTo>
                <a:lnTo>
                  <a:pt x="1342449" y="789274"/>
                </a:lnTo>
                <a:lnTo>
                  <a:pt x="1332182" y="835696"/>
                </a:lnTo>
                <a:lnTo>
                  <a:pt x="1325968" y="882459"/>
                </a:lnTo>
                <a:lnTo>
                  <a:pt x="1323733" y="929329"/>
                </a:lnTo>
                <a:lnTo>
                  <a:pt x="1325404" y="976072"/>
                </a:lnTo>
                <a:lnTo>
                  <a:pt x="1330904" y="1022455"/>
                </a:lnTo>
                <a:lnTo>
                  <a:pt x="1340160" y="1068244"/>
                </a:lnTo>
                <a:lnTo>
                  <a:pt x="1353096" y="1113205"/>
                </a:lnTo>
                <a:lnTo>
                  <a:pt x="1369638" y="1157105"/>
                </a:lnTo>
                <a:lnTo>
                  <a:pt x="1389712" y="1199708"/>
                </a:lnTo>
                <a:lnTo>
                  <a:pt x="1413242" y="1240782"/>
                </a:lnTo>
                <a:lnTo>
                  <a:pt x="1440154" y="1280093"/>
                </a:lnTo>
                <a:lnTo>
                  <a:pt x="1470373" y="1317407"/>
                </a:lnTo>
                <a:lnTo>
                  <a:pt x="1503825" y="1352491"/>
                </a:lnTo>
                <a:lnTo>
                  <a:pt x="1540434" y="1385110"/>
                </a:lnTo>
                <a:lnTo>
                  <a:pt x="1580127" y="1415030"/>
                </a:lnTo>
                <a:lnTo>
                  <a:pt x="1623808" y="1442695"/>
                </a:lnTo>
                <a:lnTo>
                  <a:pt x="1683191" y="1472660"/>
                </a:lnTo>
                <a:lnTo>
                  <a:pt x="1728337" y="1490337"/>
                </a:lnTo>
                <a:lnTo>
                  <a:pt x="1774091" y="1504171"/>
                </a:lnTo>
                <a:lnTo>
                  <a:pt x="1820238" y="1514223"/>
                </a:lnTo>
                <a:lnTo>
                  <a:pt x="1866563" y="1520556"/>
                </a:lnTo>
                <a:lnTo>
                  <a:pt x="1912850" y="1523231"/>
                </a:lnTo>
                <a:lnTo>
                  <a:pt x="1958884" y="1522307"/>
                </a:lnTo>
                <a:lnTo>
                  <a:pt x="2004451" y="1517846"/>
                </a:lnTo>
                <a:lnTo>
                  <a:pt x="2049333" y="1509910"/>
                </a:lnTo>
                <a:lnTo>
                  <a:pt x="2093317" y="1498560"/>
                </a:lnTo>
                <a:lnTo>
                  <a:pt x="2136187" y="1483856"/>
                </a:lnTo>
                <a:lnTo>
                  <a:pt x="2177728" y="1465859"/>
                </a:lnTo>
                <a:lnTo>
                  <a:pt x="2217724" y="1444631"/>
                </a:lnTo>
                <a:lnTo>
                  <a:pt x="2255961" y="1420233"/>
                </a:lnTo>
                <a:lnTo>
                  <a:pt x="2292222" y="1392725"/>
                </a:lnTo>
                <a:lnTo>
                  <a:pt x="2326293" y="1362170"/>
                </a:lnTo>
                <a:lnTo>
                  <a:pt x="2357959" y="1328627"/>
                </a:lnTo>
                <a:lnTo>
                  <a:pt x="2387003" y="1292159"/>
                </a:lnTo>
                <a:lnTo>
                  <a:pt x="2413212" y="1252825"/>
                </a:lnTo>
                <a:lnTo>
                  <a:pt x="2448281" y="1185074"/>
                </a:lnTo>
                <a:lnTo>
                  <a:pt x="2464865" y="1142023"/>
                </a:lnTo>
                <a:lnTo>
                  <a:pt x="2477668" y="1098293"/>
                </a:lnTo>
                <a:lnTo>
                  <a:pt x="2486753" y="1054084"/>
                </a:lnTo>
                <a:lnTo>
                  <a:pt x="2492184" y="1009599"/>
                </a:lnTo>
                <a:lnTo>
                  <a:pt x="2494026" y="965038"/>
                </a:lnTo>
                <a:lnTo>
                  <a:pt x="2492343" y="920601"/>
                </a:lnTo>
                <a:lnTo>
                  <a:pt x="2487198" y="876490"/>
                </a:lnTo>
                <a:lnTo>
                  <a:pt x="2478657" y="832906"/>
                </a:lnTo>
                <a:lnTo>
                  <a:pt x="2466782" y="790049"/>
                </a:lnTo>
                <a:lnTo>
                  <a:pt x="2451639" y="748121"/>
                </a:lnTo>
                <a:lnTo>
                  <a:pt x="2433291" y="707322"/>
                </a:lnTo>
                <a:lnTo>
                  <a:pt x="2411803" y="667854"/>
                </a:lnTo>
                <a:lnTo>
                  <a:pt x="2387238" y="629917"/>
                </a:lnTo>
                <a:lnTo>
                  <a:pt x="2359661" y="593713"/>
                </a:lnTo>
                <a:lnTo>
                  <a:pt x="2329137" y="559441"/>
                </a:lnTo>
                <a:lnTo>
                  <a:pt x="2295728" y="527305"/>
                </a:lnTo>
                <a:lnTo>
                  <a:pt x="2259500" y="497503"/>
                </a:lnTo>
                <a:lnTo>
                  <a:pt x="2220517" y="470237"/>
                </a:lnTo>
                <a:lnTo>
                  <a:pt x="2178842" y="445709"/>
                </a:lnTo>
                <a:lnTo>
                  <a:pt x="2133823" y="423827"/>
                </a:lnTo>
                <a:lnTo>
                  <a:pt x="2087955" y="405971"/>
                </a:lnTo>
                <a:lnTo>
                  <a:pt x="2041465" y="392077"/>
                </a:lnTo>
                <a:lnTo>
                  <a:pt x="1994579" y="382080"/>
                </a:lnTo>
                <a:lnTo>
                  <a:pt x="1947521" y="375918"/>
                </a:lnTo>
                <a:lnTo>
                  <a:pt x="1900518" y="373525"/>
                </a:lnTo>
                <a:lnTo>
                  <a:pt x="1853795" y="374839"/>
                </a:lnTo>
                <a:lnTo>
                  <a:pt x="1807579" y="379795"/>
                </a:lnTo>
                <a:lnTo>
                  <a:pt x="1762095" y="388329"/>
                </a:lnTo>
                <a:lnTo>
                  <a:pt x="1717569" y="400379"/>
                </a:lnTo>
                <a:lnTo>
                  <a:pt x="1674226" y="415879"/>
                </a:lnTo>
                <a:lnTo>
                  <a:pt x="1632293" y="434767"/>
                </a:lnTo>
                <a:lnTo>
                  <a:pt x="1605581" y="394648"/>
                </a:lnTo>
                <a:lnTo>
                  <a:pt x="1576895" y="356079"/>
                </a:lnTo>
                <a:lnTo>
                  <a:pt x="1546307" y="319126"/>
                </a:lnTo>
                <a:lnTo>
                  <a:pt x="1513888" y="283855"/>
                </a:lnTo>
                <a:lnTo>
                  <a:pt x="1479709" y="250332"/>
                </a:lnTo>
                <a:lnTo>
                  <a:pt x="1443840" y="218624"/>
                </a:lnTo>
                <a:lnTo>
                  <a:pt x="1406352" y="188796"/>
                </a:lnTo>
                <a:lnTo>
                  <a:pt x="1367318" y="160915"/>
                </a:lnTo>
                <a:lnTo>
                  <a:pt x="1326806" y="135047"/>
                </a:lnTo>
                <a:lnTo>
                  <a:pt x="1284890" y="111258"/>
                </a:lnTo>
                <a:lnTo>
                  <a:pt x="1241136" y="89173"/>
                </a:lnTo>
                <a:lnTo>
                  <a:pt x="1196821" y="69590"/>
                </a:lnTo>
                <a:lnTo>
                  <a:pt x="1152037" y="52483"/>
                </a:lnTo>
                <a:lnTo>
                  <a:pt x="1106874" y="37828"/>
                </a:lnTo>
                <a:lnTo>
                  <a:pt x="1061422" y="25600"/>
                </a:lnTo>
                <a:lnTo>
                  <a:pt x="1015773" y="15774"/>
                </a:lnTo>
                <a:lnTo>
                  <a:pt x="970017" y="8326"/>
                </a:lnTo>
                <a:lnTo>
                  <a:pt x="924245" y="3231"/>
                </a:lnTo>
                <a:lnTo>
                  <a:pt x="878547" y="464"/>
                </a:lnTo>
                <a:lnTo>
                  <a:pt x="833014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8788" y="1856399"/>
            <a:ext cx="248564" cy="24856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277539" y="3059060"/>
            <a:ext cx="1597025" cy="1336675"/>
            <a:chOff x="8277539" y="3059060"/>
            <a:chExt cx="1597025" cy="1336675"/>
          </a:xfrm>
        </p:grpSpPr>
        <p:sp>
          <p:nvSpPr>
            <p:cNvPr id="5" name="object 5" descr=""/>
            <p:cNvSpPr/>
            <p:nvPr/>
          </p:nvSpPr>
          <p:spPr>
            <a:xfrm>
              <a:off x="8454429" y="3059060"/>
              <a:ext cx="1420495" cy="1228725"/>
            </a:xfrm>
            <a:custGeom>
              <a:avLst/>
              <a:gdLst/>
              <a:ahLst/>
              <a:cxnLst/>
              <a:rect l="l" t="t" r="r" b="b"/>
              <a:pathLst>
                <a:path w="1420495" h="1228725">
                  <a:moveTo>
                    <a:pt x="839296" y="0"/>
                  </a:moveTo>
                  <a:lnTo>
                    <a:pt x="790600" y="3420"/>
                  </a:lnTo>
                  <a:lnTo>
                    <a:pt x="743166" y="10843"/>
                  </a:lnTo>
                  <a:lnTo>
                    <a:pt x="697161" y="22096"/>
                  </a:lnTo>
                  <a:lnTo>
                    <a:pt x="652748" y="37003"/>
                  </a:lnTo>
                  <a:lnTo>
                    <a:pt x="610093" y="55390"/>
                  </a:lnTo>
                  <a:lnTo>
                    <a:pt x="569361" y="77083"/>
                  </a:lnTo>
                  <a:lnTo>
                    <a:pt x="530717" y="101908"/>
                  </a:lnTo>
                  <a:lnTo>
                    <a:pt x="494325" y="129691"/>
                  </a:lnTo>
                  <a:lnTo>
                    <a:pt x="460351" y="160256"/>
                  </a:lnTo>
                  <a:lnTo>
                    <a:pt x="428959" y="193431"/>
                  </a:lnTo>
                  <a:lnTo>
                    <a:pt x="400315" y="229040"/>
                  </a:lnTo>
                  <a:lnTo>
                    <a:pt x="374583" y="266909"/>
                  </a:lnTo>
                  <a:lnTo>
                    <a:pt x="351928" y="306864"/>
                  </a:lnTo>
                  <a:lnTo>
                    <a:pt x="332515" y="348731"/>
                  </a:lnTo>
                  <a:lnTo>
                    <a:pt x="316510" y="392335"/>
                  </a:lnTo>
                  <a:lnTo>
                    <a:pt x="304076" y="437503"/>
                  </a:lnTo>
                  <a:lnTo>
                    <a:pt x="295380" y="484059"/>
                  </a:lnTo>
                  <a:lnTo>
                    <a:pt x="290585" y="531830"/>
                  </a:lnTo>
                  <a:lnTo>
                    <a:pt x="289858" y="585510"/>
                  </a:lnTo>
                  <a:lnTo>
                    <a:pt x="335733" y="593196"/>
                  </a:lnTo>
                  <a:lnTo>
                    <a:pt x="379354" y="607693"/>
                  </a:lnTo>
                  <a:lnTo>
                    <a:pt x="420023" y="628571"/>
                  </a:lnTo>
                  <a:lnTo>
                    <a:pt x="457037" y="655399"/>
                  </a:lnTo>
                  <a:lnTo>
                    <a:pt x="489699" y="687746"/>
                  </a:lnTo>
                  <a:lnTo>
                    <a:pt x="517306" y="725182"/>
                  </a:lnTo>
                  <a:lnTo>
                    <a:pt x="479881" y="691390"/>
                  </a:lnTo>
                  <a:lnTo>
                    <a:pt x="437765" y="664625"/>
                  </a:lnTo>
                  <a:lnTo>
                    <a:pt x="391937" y="645298"/>
                  </a:lnTo>
                  <a:lnTo>
                    <a:pt x="343374" y="633822"/>
                  </a:lnTo>
                  <a:lnTo>
                    <a:pt x="293051" y="630609"/>
                  </a:lnTo>
                  <a:lnTo>
                    <a:pt x="290674" y="630609"/>
                  </a:lnTo>
                  <a:lnTo>
                    <a:pt x="242623" y="635837"/>
                  </a:lnTo>
                  <a:lnTo>
                    <a:pt x="196764" y="648476"/>
                  </a:lnTo>
                  <a:lnTo>
                    <a:pt x="153852" y="668028"/>
                  </a:lnTo>
                  <a:lnTo>
                    <a:pt x="114644" y="693991"/>
                  </a:lnTo>
                  <a:lnTo>
                    <a:pt x="79893" y="725865"/>
                  </a:lnTo>
                  <a:lnTo>
                    <a:pt x="50356" y="763151"/>
                  </a:lnTo>
                  <a:lnTo>
                    <a:pt x="26787" y="805347"/>
                  </a:lnTo>
                  <a:lnTo>
                    <a:pt x="10172" y="851121"/>
                  </a:lnTo>
                  <a:lnTo>
                    <a:pt x="1344" y="897712"/>
                  </a:lnTo>
                  <a:lnTo>
                    <a:pt x="0" y="944305"/>
                  </a:lnTo>
                  <a:lnTo>
                    <a:pt x="5833" y="990082"/>
                  </a:lnTo>
                  <a:lnTo>
                    <a:pt x="18541" y="1034227"/>
                  </a:lnTo>
                  <a:lnTo>
                    <a:pt x="37820" y="1075924"/>
                  </a:lnTo>
                  <a:lnTo>
                    <a:pt x="63364" y="1114357"/>
                  </a:lnTo>
                  <a:lnTo>
                    <a:pt x="94871" y="1148708"/>
                  </a:lnTo>
                  <a:lnTo>
                    <a:pt x="132035" y="1178161"/>
                  </a:lnTo>
                  <a:lnTo>
                    <a:pt x="174552" y="1201900"/>
                  </a:lnTo>
                  <a:lnTo>
                    <a:pt x="220326" y="1218515"/>
                  </a:lnTo>
                  <a:lnTo>
                    <a:pt x="266918" y="1227343"/>
                  </a:lnTo>
                  <a:lnTo>
                    <a:pt x="313510" y="1228688"/>
                  </a:lnTo>
                  <a:lnTo>
                    <a:pt x="359288" y="1222854"/>
                  </a:lnTo>
                  <a:lnTo>
                    <a:pt x="403434" y="1210146"/>
                  </a:lnTo>
                  <a:lnTo>
                    <a:pt x="445132" y="1190867"/>
                  </a:lnTo>
                  <a:lnTo>
                    <a:pt x="483566" y="1165323"/>
                  </a:lnTo>
                  <a:lnTo>
                    <a:pt x="517919" y="1133817"/>
                  </a:lnTo>
                  <a:lnTo>
                    <a:pt x="547374" y="1096652"/>
                  </a:lnTo>
                  <a:lnTo>
                    <a:pt x="571116" y="1054135"/>
                  </a:lnTo>
                  <a:lnTo>
                    <a:pt x="617466" y="1078262"/>
                  </a:lnTo>
                  <a:lnTo>
                    <a:pt x="665644" y="1097909"/>
                  </a:lnTo>
                  <a:lnTo>
                    <a:pt x="715325" y="1112993"/>
                  </a:lnTo>
                  <a:lnTo>
                    <a:pt x="766185" y="1123433"/>
                  </a:lnTo>
                  <a:lnTo>
                    <a:pt x="817899" y="1129146"/>
                  </a:lnTo>
                  <a:lnTo>
                    <a:pt x="870144" y="1130049"/>
                  </a:lnTo>
                  <a:lnTo>
                    <a:pt x="919196" y="1126660"/>
                  </a:lnTo>
                  <a:lnTo>
                    <a:pt x="966630" y="1119236"/>
                  </a:lnTo>
                  <a:lnTo>
                    <a:pt x="1012636" y="1107984"/>
                  </a:lnTo>
                  <a:lnTo>
                    <a:pt x="1057048" y="1093077"/>
                  </a:lnTo>
                  <a:lnTo>
                    <a:pt x="1099703" y="1074690"/>
                  </a:lnTo>
                  <a:lnTo>
                    <a:pt x="1140435" y="1052997"/>
                  </a:lnTo>
                  <a:lnTo>
                    <a:pt x="1179080" y="1028172"/>
                  </a:lnTo>
                  <a:lnTo>
                    <a:pt x="1215471" y="1000389"/>
                  </a:lnTo>
                  <a:lnTo>
                    <a:pt x="1249446" y="969824"/>
                  </a:lnTo>
                  <a:lnTo>
                    <a:pt x="1280837" y="936649"/>
                  </a:lnTo>
                  <a:lnTo>
                    <a:pt x="1309482" y="901040"/>
                  </a:lnTo>
                  <a:lnTo>
                    <a:pt x="1335214" y="863171"/>
                  </a:lnTo>
                  <a:lnTo>
                    <a:pt x="1357868" y="823216"/>
                  </a:lnTo>
                  <a:lnTo>
                    <a:pt x="1377281" y="781349"/>
                  </a:lnTo>
                  <a:lnTo>
                    <a:pt x="1393286" y="737744"/>
                  </a:lnTo>
                  <a:lnTo>
                    <a:pt x="1405720" y="692577"/>
                  </a:lnTo>
                  <a:lnTo>
                    <a:pt x="1414416" y="646020"/>
                  </a:lnTo>
                  <a:lnTo>
                    <a:pt x="1419211" y="598249"/>
                  </a:lnTo>
                  <a:lnTo>
                    <a:pt x="1419939" y="549438"/>
                  </a:lnTo>
                  <a:lnTo>
                    <a:pt x="1416518" y="500742"/>
                  </a:lnTo>
                  <a:lnTo>
                    <a:pt x="1409095" y="453308"/>
                  </a:lnTo>
                  <a:lnTo>
                    <a:pt x="1397842" y="407302"/>
                  </a:lnTo>
                  <a:lnTo>
                    <a:pt x="1382935" y="362890"/>
                  </a:lnTo>
                  <a:lnTo>
                    <a:pt x="1364548" y="320235"/>
                  </a:lnTo>
                  <a:lnTo>
                    <a:pt x="1342855" y="279503"/>
                  </a:lnTo>
                  <a:lnTo>
                    <a:pt x="1318030" y="240858"/>
                  </a:lnTo>
                  <a:lnTo>
                    <a:pt x="1290247" y="204467"/>
                  </a:lnTo>
                  <a:lnTo>
                    <a:pt x="1259682" y="170492"/>
                  </a:lnTo>
                  <a:lnTo>
                    <a:pt x="1226507" y="139101"/>
                  </a:lnTo>
                  <a:lnTo>
                    <a:pt x="1190898" y="110456"/>
                  </a:lnTo>
                  <a:lnTo>
                    <a:pt x="1153029" y="84724"/>
                  </a:lnTo>
                  <a:lnTo>
                    <a:pt x="1113074" y="62070"/>
                  </a:lnTo>
                  <a:lnTo>
                    <a:pt x="1071207" y="42657"/>
                  </a:lnTo>
                  <a:lnTo>
                    <a:pt x="1027603" y="26652"/>
                  </a:lnTo>
                  <a:lnTo>
                    <a:pt x="982435" y="14218"/>
                  </a:lnTo>
                  <a:lnTo>
                    <a:pt x="935879" y="5522"/>
                  </a:lnTo>
                  <a:lnTo>
                    <a:pt x="888108" y="727"/>
                  </a:lnTo>
                  <a:lnTo>
                    <a:pt x="83929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7539" y="4203077"/>
              <a:ext cx="192559" cy="192549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5070" y="4730271"/>
            <a:ext cx="195114" cy="19511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4931" y="1723781"/>
            <a:ext cx="183439" cy="183439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5103567" y="1676317"/>
            <a:ext cx="907415" cy="907415"/>
          </a:xfrm>
          <a:custGeom>
            <a:avLst/>
            <a:gdLst/>
            <a:ahLst/>
            <a:cxnLst/>
            <a:rect l="l" t="t" r="r" b="b"/>
            <a:pathLst>
              <a:path w="907414" h="907414">
                <a:moveTo>
                  <a:pt x="453452" y="0"/>
                </a:moveTo>
                <a:lnTo>
                  <a:pt x="407089" y="2341"/>
                </a:lnTo>
                <a:lnTo>
                  <a:pt x="362066" y="9212"/>
                </a:lnTo>
                <a:lnTo>
                  <a:pt x="318610" y="20386"/>
                </a:lnTo>
                <a:lnTo>
                  <a:pt x="276949" y="35634"/>
                </a:lnTo>
                <a:lnTo>
                  <a:pt x="237311" y="54729"/>
                </a:lnTo>
                <a:lnTo>
                  <a:pt x="199923" y="77443"/>
                </a:lnTo>
                <a:lnTo>
                  <a:pt x="165015" y="103547"/>
                </a:lnTo>
                <a:lnTo>
                  <a:pt x="132814" y="132814"/>
                </a:lnTo>
                <a:lnTo>
                  <a:pt x="103547" y="165015"/>
                </a:lnTo>
                <a:lnTo>
                  <a:pt x="77443" y="199923"/>
                </a:lnTo>
                <a:lnTo>
                  <a:pt x="54729" y="237311"/>
                </a:lnTo>
                <a:lnTo>
                  <a:pt x="35634" y="276949"/>
                </a:lnTo>
                <a:lnTo>
                  <a:pt x="20386" y="318610"/>
                </a:lnTo>
                <a:lnTo>
                  <a:pt x="9212" y="362066"/>
                </a:lnTo>
                <a:lnTo>
                  <a:pt x="2341" y="407089"/>
                </a:lnTo>
                <a:lnTo>
                  <a:pt x="0" y="453452"/>
                </a:lnTo>
                <a:lnTo>
                  <a:pt x="2341" y="499814"/>
                </a:lnTo>
                <a:lnTo>
                  <a:pt x="9212" y="544837"/>
                </a:lnTo>
                <a:lnTo>
                  <a:pt x="20386" y="588294"/>
                </a:lnTo>
                <a:lnTo>
                  <a:pt x="35634" y="629955"/>
                </a:lnTo>
                <a:lnTo>
                  <a:pt x="54729" y="669593"/>
                </a:lnTo>
                <a:lnTo>
                  <a:pt x="77443" y="706980"/>
                </a:lnTo>
                <a:lnTo>
                  <a:pt x="103547" y="741888"/>
                </a:lnTo>
                <a:lnTo>
                  <a:pt x="132814" y="774090"/>
                </a:lnTo>
                <a:lnTo>
                  <a:pt x="165015" y="803357"/>
                </a:lnTo>
                <a:lnTo>
                  <a:pt x="199923" y="829461"/>
                </a:lnTo>
                <a:lnTo>
                  <a:pt x="237311" y="852174"/>
                </a:lnTo>
                <a:lnTo>
                  <a:pt x="276949" y="871269"/>
                </a:lnTo>
                <a:lnTo>
                  <a:pt x="318610" y="886517"/>
                </a:lnTo>
                <a:lnTo>
                  <a:pt x="362066" y="897691"/>
                </a:lnTo>
                <a:lnTo>
                  <a:pt x="407089" y="904563"/>
                </a:lnTo>
                <a:lnTo>
                  <a:pt x="453452" y="906904"/>
                </a:lnTo>
                <a:lnTo>
                  <a:pt x="499814" y="904563"/>
                </a:lnTo>
                <a:lnTo>
                  <a:pt x="544837" y="897691"/>
                </a:lnTo>
                <a:lnTo>
                  <a:pt x="588294" y="886517"/>
                </a:lnTo>
                <a:lnTo>
                  <a:pt x="629955" y="871269"/>
                </a:lnTo>
                <a:lnTo>
                  <a:pt x="669593" y="852174"/>
                </a:lnTo>
                <a:lnTo>
                  <a:pt x="706980" y="829461"/>
                </a:lnTo>
                <a:lnTo>
                  <a:pt x="741888" y="803357"/>
                </a:lnTo>
                <a:lnTo>
                  <a:pt x="774090" y="774090"/>
                </a:lnTo>
                <a:lnTo>
                  <a:pt x="803357" y="741888"/>
                </a:lnTo>
                <a:lnTo>
                  <a:pt x="829461" y="706980"/>
                </a:lnTo>
                <a:lnTo>
                  <a:pt x="852174" y="669593"/>
                </a:lnTo>
                <a:lnTo>
                  <a:pt x="871269" y="629955"/>
                </a:lnTo>
                <a:lnTo>
                  <a:pt x="886517" y="588294"/>
                </a:lnTo>
                <a:lnTo>
                  <a:pt x="897691" y="544837"/>
                </a:lnTo>
                <a:lnTo>
                  <a:pt x="904563" y="499814"/>
                </a:lnTo>
                <a:lnTo>
                  <a:pt x="906904" y="453452"/>
                </a:lnTo>
                <a:lnTo>
                  <a:pt x="904563" y="407089"/>
                </a:lnTo>
                <a:lnTo>
                  <a:pt x="897691" y="362066"/>
                </a:lnTo>
                <a:lnTo>
                  <a:pt x="886517" y="318610"/>
                </a:lnTo>
                <a:lnTo>
                  <a:pt x="871269" y="276949"/>
                </a:lnTo>
                <a:lnTo>
                  <a:pt x="852174" y="237311"/>
                </a:lnTo>
                <a:lnTo>
                  <a:pt x="829461" y="199923"/>
                </a:lnTo>
                <a:lnTo>
                  <a:pt x="803357" y="165015"/>
                </a:lnTo>
                <a:lnTo>
                  <a:pt x="774090" y="132814"/>
                </a:lnTo>
                <a:lnTo>
                  <a:pt x="741888" y="103547"/>
                </a:lnTo>
                <a:lnTo>
                  <a:pt x="706980" y="77443"/>
                </a:lnTo>
                <a:lnTo>
                  <a:pt x="669593" y="54729"/>
                </a:lnTo>
                <a:lnTo>
                  <a:pt x="629955" y="35634"/>
                </a:lnTo>
                <a:lnTo>
                  <a:pt x="588294" y="20386"/>
                </a:lnTo>
                <a:lnTo>
                  <a:pt x="544837" y="9212"/>
                </a:lnTo>
                <a:lnTo>
                  <a:pt x="499814" y="2341"/>
                </a:lnTo>
                <a:lnTo>
                  <a:pt x="453452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8891376" y="1206659"/>
            <a:ext cx="6628130" cy="3185795"/>
            <a:chOff x="8891376" y="1206659"/>
            <a:chExt cx="6628130" cy="3185795"/>
          </a:xfrm>
        </p:grpSpPr>
        <p:sp>
          <p:nvSpPr>
            <p:cNvPr id="11" name="object 11" descr=""/>
            <p:cNvSpPr/>
            <p:nvPr/>
          </p:nvSpPr>
          <p:spPr>
            <a:xfrm>
              <a:off x="8891376" y="1206659"/>
              <a:ext cx="6628130" cy="3185795"/>
            </a:xfrm>
            <a:custGeom>
              <a:avLst/>
              <a:gdLst/>
              <a:ahLst/>
              <a:cxnLst/>
              <a:rect l="l" t="t" r="r" b="b"/>
              <a:pathLst>
                <a:path w="6628130" h="3185795">
                  <a:moveTo>
                    <a:pt x="1989656" y="0"/>
                  </a:moveTo>
                  <a:lnTo>
                    <a:pt x="1934034" y="1106"/>
                  </a:lnTo>
                  <a:lnTo>
                    <a:pt x="1879187" y="4388"/>
                  </a:lnTo>
                  <a:lnTo>
                    <a:pt x="1825194" y="9788"/>
                  </a:lnTo>
                  <a:lnTo>
                    <a:pt x="1772131" y="17249"/>
                  </a:lnTo>
                  <a:lnTo>
                    <a:pt x="1720075" y="26715"/>
                  </a:lnTo>
                  <a:lnTo>
                    <a:pt x="1669103" y="38129"/>
                  </a:lnTo>
                  <a:lnTo>
                    <a:pt x="1619292" y="51434"/>
                  </a:lnTo>
                  <a:lnTo>
                    <a:pt x="1570719" y="66573"/>
                  </a:lnTo>
                  <a:lnTo>
                    <a:pt x="1523461" y="83489"/>
                  </a:lnTo>
                  <a:lnTo>
                    <a:pt x="1477596" y="102126"/>
                  </a:lnTo>
                  <a:lnTo>
                    <a:pt x="1433199" y="122427"/>
                  </a:lnTo>
                  <a:lnTo>
                    <a:pt x="1390349" y="144334"/>
                  </a:lnTo>
                  <a:lnTo>
                    <a:pt x="1349122" y="167792"/>
                  </a:lnTo>
                  <a:lnTo>
                    <a:pt x="1309595" y="192743"/>
                  </a:lnTo>
                  <a:lnTo>
                    <a:pt x="1271846" y="219130"/>
                  </a:lnTo>
                  <a:lnTo>
                    <a:pt x="1235950" y="246897"/>
                  </a:lnTo>
                  <a:lnTo>
                    <a:pt x="1201986" y="275987"/>
                  </a:lnTo>
                  <a:lnTo>
                    <a:pt x="1170030" y="306343"/>
                  </a:lnTo>
                  <a:lnTo>
                    <a:pt x="1140160" y="337908"/>
                  </a:lnTo>
                  <a:lnTo>
                    <a:pt x="1112451" y="370625"/>
                  </a:lnTo>
                  <a:lnTo>
                    <a:pt x="1086982" y="404437"/>
                  </a:lnTo>
                  <a:lnTo>
                    <a:pt x="1293980" y="505849"/>
                  </a:lnTo>
                  <a:lnTo>
                    <a:pt x="1391434" y="601848"/>
                  </a:lnTo>
                  <a:lnTo>
                    <a:pt x="1404953" y="748409"/>
                  </a:lnTo>
                  <a:lnTo>
                    <a:pt x="1360147" y="1001508"/>
                  </a:lnTo>
                  <a:lnTo>
                    <a:pt x="1353174" y="950674"/>
                  </a:lnTo>
                  <a:lnTo>
                    <a:pt x="1342001" y="901180"/>
                  </a:lnTo>
                  <a:lnTo>
                    <a:pt x="1326802" y="853185"/>
                  </a:lnTo>
                  <a:lnTo>
                    <a:pt x="1307753" y="806850"/>
                  </a:lnTo>
                  <a:lnTo>
                    <a:pt x="1285030" y="762335"/>
                  </a:lnTo>
                  <a:lnTo>
                    <a:pt x="1258808" y="719799"/>
                  </a:lnTo>
                  <a:lnTo>
                    <a:pt x="1229263" y="679402"/>
                  </a:lnTo>
                  <a:lnTo>
                    <a:pt x="1196571" y="641305"/>
                  </a:lnTo>
                  <a:lnTo>
                    <a:pt x="1160907" y="605667"/>
                  </a:lnTo>
                  <a:lnTo>
                    <a:pt x="1120158" y="571116"/>
                  </a:lnTo>
                  <a:lnTo>
                    <a:pt x="1077386" y="540584"/>
                  </a:lnTo>
                  <a:lnTo>
                    <a:pt x="1033074" y="513916"/>
                  </a:lnTo>
                  <a:lnTo>
                    <a:pt x="987709" y="490962"/>
                  </a:lnTo>
                  <a:lnTo>
                    <a:pt x="941777" y="471568"/>
                  </a:lnTo>
                  <a:lnTo>
                    <a:pt x="895762" y="455584"/>
                  </a:lnTo>
                  <a:lnTo>
                    <a:pt x="850150" y="442856"/>
                  </a:lnTo>
                  <a:lnTo>
                    <a:pt x="805427" y="433232"/>
                  </a:lnTo>
                  <a:lnTo>
                    <a:pt x="762078" y="426560"/>
                  </a:lnTo>
                  <a:lnTo>
                    <a:pt x="720589" y="422688"/>
                  </a:lnTo>
                  <a:lnTo>
                    <a:pt x="681445" y="421463"/>
                  </a:lnTo>
                  <a:lnTo>
                    <a:pt x="630723" y="423200"/>
                  </a:lnTo>
                  <a:lnTo>
                    <a:pt x="581011" y="428330"/>
                  </a:lnTo>
                  <a:lnTo>
                    <a:pt x="532439" y="436731"/>
                  </a:lnTo>
                  <a:lnTo>
                    <a:pt x="485137" y="448280"/>
                  </a:lnTo>
                  <a:lnTo>
                    <a:pt x="439237" y="462856"/>
                  </a:lnTo>
                  <a:lnTo>
                    <a:pt x="394870" y="480335"/>
                  </a:lnTo>
                  <a:lnTo>
                    <a:pt x="352164" y="500597"/>
                  </a:lnTo>
                  <a:lnTo>
                    <a:pt x="311253" y="523519"/>
                  </a:lnTo>
                  <a:lnTo>
                    <a:pt x="272266" y="548979"/>
                  </a:lnTo>
                  <a:lnTo>
                    <a:pt x="235333" y="576854"/>
                  </a:lnTo>
                  <a:lnTo>
                    <a:pt x="200586" y="607023"/>
                  </a:lnTo>
                  <a:lnTo>
                    <a:pt x="168156" y="639363"/>
                  </a:lnTo>
                  <a:lnTo>
                    <a:pt x="138172" y="673753"/>
                  </a:lnTo>
                  <a:lnTo>
                    <a:pt x="110766" y="710069"/>
                  </a:lnTo>
                  <a:lnTo>
                    <a:pt x="86069" y="748190"/>
                  </a:lnTo>
                  <a:lnTo>
                    <a:pt x="64210" y="787995"/>
                  </a:lnTo>
                  <a:lnTo>
                    <a:pt x="45322" y="829359"/>
                  </a:lnTo>
                  <a:lnTo>
                    <a:pt x="29534" y="872163"/>
                  </a:lnTo>
                  <a:lnTo>
                    <a:pt x="16977" y="916282"/>
                  </a:lnTo>
                  <a:lnTo>
                    <a:pt x="7781" y="961596"/>
                  </a:lnTo>
                  <a:lnTo>
                    <a:pt x="2079" y="1007982"/>
                  </a:lnTo>
                  <a:lnTo>
                    <a:pt x="0" y="1055318"/>
                  </a:lnTo>
                  <a:lnTo>
                    <a:pt x="1711" y="1103703"/>
                  </a:lnTo>
                  <a:lnTo>
                    <a:pt x="6767" y="1148314"/>
                  </a:lnTo>
                  <a:lnTo>
                    <a:pt x="15053" y="1191955"/>
                  </a:lnTo>
                  <a:lnTo>
                    <a:pt x="26454" y="1234517"/>
                  </a:lnTo>
                  <a:lnTo>
                    <a:pt x="40855" y="1275893"/>
                  </a:lnTo>
                  <a:lnTo>
                    <a:pt x="58139" y="1315976"/>
                  </a:lnTo>
                  <a:lnTo>
                    <a:pt x="78192" y="1354657"/>
                  </a:lnTo>
                  <a:lnTo>
                    <a:pt x="100898" y="1391828"/>
                  </a:lnTo>
                  <a:lnTo>
                    <a:pt x="126143" y="1427382"/>
                  </a:lnTo>
                  <a:lnTo>
                    <a:pt x="153810" y="1461212"/>
                  </a:lnTo>
                  <a:lnTo>
                    <a:pt x="183784" y="1493209"/>
                  </a:lnTo>
                  <a:lnTo>
                    <a:pt x="215951" y="1523265"/>
                  </a:lnTo>
                  <a:lnTo>
                    <a:pt x="250194" y="1551273"/>
                  </a:lnTo>
                  <a:lnTo>
                    <a:pt x="286399" y="1577126"/>
                  </a:lnTo>
                  <a:lnTo>
                    <a:pt x="324450" y="1600714"/>
                  </a:lnTo>
                  <a:lnTo>
                    <a:pt x="364231" y="1621931"/>
                  </a:lnTo>
                  <a:lnTo>
                    <a:pt x="405628" y="1640669"/>
                  </a:lnTo>
                  <a:lnTo>
                    <a:pt x="448525" y="1656819"/>
                  </a:lnTo>
                  <a:lnTo>
                    <a:pt x="492807" y="1670275"/>
                  </a:lnTo>
                  <a:lnTo>
                    <a:pt x="538358" y="1680928"/>
                  </a:lnTo>
                  <a:lnTo>
                    <a:pt x="585064" y="1688671"/>
                  </a:lnTo>
                  <a:lnTo>
                    <a:pt x="632808" y="1693396"/>
                  </a:lnTo>
                  <a:lnTo>
                    <a:pt x="681476" y="1694995"/>
                  </a:lnTo>
                  <a:lnTo>
                    <a:pt x="733789" y="1693147"/>
                  </a:lnTo>
                  <a:lnTo>
                    <a:pt x="785023" y="1687691"/>
                  </a:lnTo>
                  <a:lnTo>
                    <a:pt x="835035" y="1678762"/>
                  </a:lnTo>
                  <a:lnTo>
                    <a:pt x="883680" y="1666494"/>
                  </a:lnTo>
                  <a:lnTo>
                    <a:pt x="930817" y="1651020"/>
                  </a:lnTo>
                  <a:lnTo>
                    <a:pt x="976301" y="1632476"/>
                  </a:lnTo>
                  <a:lnTo>
                    <a:pt x="1019988" y="1610995"/>
                  </a:lnTo>
                  <a:lnTo>
                    <a:pt x="1061737" y="1586711"/>
                  </a:lnTo>
                  <a:lnTo>
                    <a:pt x="1101402" y="1559758"/>
                  </a:lnTo>
                  <a:lnTo>
                    <a:pt x="1138842" y="1530271"/>
                  </a:lnTo>
                  <a:lnTo>
                    <a:pt x="1173911" y="1498383"/>
                  </a:lnTo>
                  <a:lnTo>
                    <a:pt x="1163014" y="1549205"/>
                  </a:lnTo>
                  <a:lnTo>
                    <a:pt x="1155195" y="1600541"/>
                  </a:lnTo>
                  <a:lnTo>
                    <a:pt x="1150470" y="1652252"/>
                  </a:lnTo>
                  <a:lnTo>
                    <a:pt x="1148855" y="1704199"/>
                  </a:lnTo>
                  <a:lnTo>
                    <a:pt x="1150232" y="1751874"/>
                  </a:lnTo>
                  <a:lnTo>
                    <a:pt x="1154314" y="1798823"/>
                  </a:lnTo>
                  <a:lnTo>
                    <a:pt x="1161023" y="1844971"/>
                  </a:lnTo>
                  <a:lnTo>
                    <a:pt x="1170285" y="1890242"/>
                  </a:lnTo>
                  <a:lnTo>
                    <a:pt x="1182022" y="1934559"/>
                  </a:lnTo>
                  <a:lnTo>
                    <a:pt x="1196159" y="1977846"/>
                  </a:lnTo>
                  <a:lnTo>
                    <a:pt x="1212620" y="2020027"/>
                  </a:lnTo>
                  <a:lnTo>
                    <a:pt x="1231328" y="2061027"/>
                  </a:lnTo>
                  <a:lnTo>
                    <a:pt x="1252208" y="2100768"/>
                  </a:lnTo>
                  <a:lnTo>
                    <a:pt x="1275183" y="2139175"/>
                  </a:lnTo>
                  <a:lnTo>
                    <a:pt x="1300177" y="2176172"/>
                  </a:lnTo>
                  <a:lnTo>
                    <a:pt x="1327114" y="2211683"/>
                  </a:lnTo>
                  <a:lnTo>
                    <a:pt x="1355919" y="2245631"/>
                  </a:lnTo>
                  <a:lnTo>
                    <a:pt x="1386514" y="2277941"/>
                  </a:lnTo>
                  <a:lnTo>
                    <a:pt x="1418823" y="2308535"/>
                  </a:lnTo>
                  <a:lnTo>
                    <a:pt x="1452772" y="2337339"/>
                  </a:lnTo>
                  <a:lnTo>
                    <a:pt x="1488283" y="2364276"/>
                  </a:lnTo>
                  <a:lnTo>
                    <a:pt x="1525280" y="2389270"/>
                  </a:lnTo>
                  <a:lnTo>
                    <a:pt x="1563688" y="2412245"/>
                  </a:lnTo>
                  <a:lnTo>
                    <a:pt x="1603430" y="2433125"/>
                  </a:lnTo>
                  <a:lnTo>
                    <a:pt x="1644430" y="2451833"/>
                  </a:lnTo>
                  <a:lnTo>
                    <a:pt x="1686612" y="2468294"/>
                  </a:lnTo>
                  <a:lnTo>
                    <a:pt x="1729900" y="2482431"/>
                  </a:lnTo>
                  <a:lnTo>
                    <a:pt x="1774218" y="2494168"/>
                  </a:lnTo>
                  <a:lnTo>
                    <a:pt x="1819489" y="2503430"/>
                  </a:lnTo>
                  <a:lnTo>
                    <a:pt x="1865638" y="2510139"/>
                  </a:lnTo>
                  <a:lnTo>
                    <a:pt x="1912589" y="2514221"/>
                  </a:lnTo>
                  <a:lnTo>
                    <a:pt x="1960264" y="2515598"/>
                  </a:lnTo>
                  <a:lnTo>
                    <a:pt x="2007594" y="2514022"/>
                  </a:lnTo>
                  <a:lnTo>
                    <a:pt x="2055290" y="2509376"/>
                  </a:lnTo>
                  <a:lnTo>
                    <a:pt x="2103163" y="2501785"/>
                  </a:lnTo>
                  <a:lnTo>
                    <a:pt x="2151022" y="2491370"/>
                  </a:lnTo>
                  <a:lnTo>
                    <a:pt x="2198678" y="2478256"/>
                  </a:lnTo>
                  <a:lnTo>
                    <a:pt x="2245942" y="2462567"/>
                  </a:lnTo>
                  <a:lnTo>
                    <a:pt x="2292622" y="2444425"/>
                  </a:lnTo>
                  <a:lnTo>
                    <a:pt x="2338529" y="2423955"/>
                  </a:lnTo>
                  <a:lnTo>
                    <a:pt x="2383474" y="2401280"/>
                  </a:lnTo>
                  <a:lnTo>
                    <a:pt x="2427266" y="2376523"/>
                  </a:lnTo>
                  <a:lnTo>
                    <a:pt x="2469715" y="2349808"/>
                  </a:lnTo>
                  <a:lnTo>
                    <a:pt x="2510632" y="2321258"/>
                  </a:lnTo>
                  <a:lnTo>
                    <a:pt x="2549827" y="2290998"/>
                  </a:lnTo>
                  <a:lnTo>
                    <a:pt x="2587109" y="2259150"/>
                  </a:lnTo>
                  <a:lnTo>
                    <a:pt x="2622289" y="2225839"/>
                  </a:lnTo>
                  <a:lnTo>
                    <a:pt x="2655177" y="2191186"/>
                  </a:lnTo>
                  <a:lnTo>
                    <a:pt x="2685583" y="2155317"/>
                  </a:lnTo>
                  <a:lnTo>
                    <a:pt x="2713317" y="2118355"/>
                  </a:lnTo>
                  <a:lnTo>
                    <a:pt x="2738189" y="2080423"/>
                  </a:lnTo>
                  <a:lnTo>
                    <a:pt x="2760010" y="2041644"/>
                  </a:lnTo>
                  <a:lnTo>
                    <a:pt x="2785533" y="2000762"/>
                  </a:lnTo>
                  <a:lnTo>
                    <a:pt x="2813207" y="1961309"/>
                  </a:lnTo>
                  <a:lnTo>
                    <a:pt x="2842992" y="1923492"/>
                  </a:lnTo>
                  <a:lnTo>
                    <a:pt x="2874852" y="1887518"/>
                  </a:lnTo>
                  <a:lnTo>
                    <a:pt x="2908746" y="1853594"/>
                  </a:lnTo>
                  <a:lnTo>
                    <a:pt x="2944638" y="1821926"/>
                  </a:lnTo>
                  <a:lnTo>
                    <a:pt x="2982488" y="1792723"/>
                  </a:lnTo>
                  <a:lnTo>
                    <a:pt x="3022260" y="1766191"/>
                  </a:lnTo>
                  <a:lnTo>
                    <a:pt x="3063914" y="1742537"/>
                  </a:lnTo>
                  <a:lnTo>
                    <a:pt x="3107413" y="1721968"/>
                  </a:lnTo>
                  <a:lnTo>
                    <a:pt x="3147456" y="1705588"/>
                  </a:lnTo>
                  <a:lnTo>
                    <a:pt x="3202583" y="1685797"/>
                  </a:lnTo>
                  <a:lnTo>
                    <a:pt x="3271058" y="1665801"/>
                  </a:lnTo>
                  <a:lnTo>
                    <a:pt x="3309757" y="1656729"/>
                  </a:lnTo>
                  <a:lnTo>
                    <a:pt x="3351141" y="1648808"/>
                  </a:lnTo>
                  <a:lnTo>
                    <a:pt x="3394993" y="1642439"/>
                  </a:lnTo>
                  <a:lnTo>
                    <a:pt x="3441096" y="1638024"/>
                  </a:lnTo>
                  <a:lnTo>
                    <a:pt x="3489233" y="1635963"/>
                  </a:lnTo>
                  <a:lnTo>
                    <a:pt x="3539185" y="1636657"/>
                  </a:lnTo>
                  <a:lnTo>
                    <a:pt x="3590737" y="1640507"/>
                  </a:lnTo>
                  <a:lnTo>
                    <a:pt x="3643671" y="1647913"/>
                  </a:lnTo>
                  <a:lnTo>
                    <a:pt x="3697769" y="1659278"/>
                  </a:lnTo>
                  <a:lnTo>
                    <a:pt x="3752815" y="1675000"/>
                  </a:lnTo>
                  <a:lnTo>
                    <a:pt x="3808592" y="1695483"/>
                  </a:lnTo>
                  <a:lnTo>
                    <a:pt x="3864881" y="1721125"/>
                  </a:lnTo>
                  <a:lnTo>
                    <a:pt x="3921466" y="1752329"/>
                  </a:lnTo>
                  <a:lnTo>
                    <a:pt x="3978130" y="1789495"/>
                  </a:lnTo>
                  <a:lnTo>
                    <a:pt x="4015235" y="1819435"/>
                  </a:lnTo>
                  <a:lnTo>
                    <a:pt x="4055135" y="1857381"/>
                  </a:lnTo>
                  <a:lnTo>
                    <a:pt x="4096083" y="1900500"/>
                  </a:lnTo>
                  <a:lnTo>
                    <a:pt x="4136334" y="1945964"/>
                  </a:lnTo>
                  <a:lnTo>
                    <a:pt x="4174140" y="1990940"/>
                  </a:lnTo>
                  <a:lnTo>
                    <a:pt x="4207757" y="2032597"/>
                  </a:lnTo>
                  <a:lnTo>
                    <a:pt x="4235437" y="2068105"/>
                  </a:lnTo>
                  <a:lnTo>
                    <a:pt x="4266006" y="2109349"/>
                  </a:lnTo>
                  <a:lnTo>
                    <a:pt x="4292149" y="2144863"/>
                  </a:lnTo>
                  <a:lnTo>
                    <a:pt x="4322929" y="2177803"/>
                  </a:lnTo>
                  <a:lnTo>
                    <a:pt x="4357813" y="2207999"/>
                  </a:lnTo>
                  <a:lnTo>
                    <a:pt x="4396272" y="2235281"/>
                  </a:lnTo>
                  <a:lnTo>
                    <a:pt x="4437772" y="2259478"/>
                  </a:lnTo>
                  <a:lnTo>
                    <a:pt x="4481783" y="2280419"/>
                  </a:lnTo>
                  <a:lnTo>
                    <a:pt x="4527774" y="2297935"/>
                  </a:lnTo>
                  <a:lnTo>
                    <a:pt x="4575213" y="2311856"/>
                  </a:lnTo>
                  <a:lnTo>
                    <a:pt x="4623568" y="2322009"/>
                  </a:lnTo>
                  <a:lnTo>
                    <a:pt x="4672309" y="2328227"/>
                  </a:lnTo>
                  <a:lnTo>
                    <a:pt x="4720903" y="2330337"/>
                  </a:lnTo>
                  <a:lnTo>
                    <a:pt x="4768464" y="2328262"/>
                  </a:lnTo>
                  <a:lnTo>
                    <a:pt x="4815357" y="2321754"/>
                  </a:lnTo>
                  <a:lnTo>
                    <a:pt x="4861283" y="2310913"/>
                  </a:lnTo>
                  <a:lnTo>
                    <a:pt x="4905948" y="2295840"/>
                  </a:lnTo>
                  <a:lnTo>
                    <a:pt x="4949052" y="2276636"/>
                  </a:lnTo>
                  <a:lnTo>
                    <a:pt x="4990301" y="2253401"/>
                  </a:lnTo>
                  <a:lnTo>
                    <a:pt x="5029396" y="2226235"/>
                  </a:lnTo>
                  <a:lnTo>
                    <a:pt x="5010721" y="2278209"/>
                  </a:lnTo>
                  <a:lnTo>
                    <a:pt x="4996104" y="2331340"/>
                  </a:lnTo>
                  <a:lnTo>
                    <a:pt x="4985592" y="2385391"/>
                  </a:lnTo>
                  <a:lnTo>
                    <a:pt x="4979233" y="2440126"/>
                  </a:lnTo>
                  <a:lnTo>
                    <a:pt x="4977073" y="2495306"/>
                  </a:lnTo>
                  <a:lnTo>
                    <a:pt x="4978628" y="2544871"/>
                  </a:lnTo>
                  <a:lnTo>
                    <a:pt x="4983443" y="2593185"/>
                  </a:lnTo>
                  <a:lnTo>
                    <a:pt x="4991411" y="2640172"/>
                  </a:lnTo>
                  <a:lnTo>
                    <a:pt x="5002427" y="2685755"/>
                  </a:lnTo>
                  <a:lnTo>
                    <a:pt x="5016385" y="2729860"/>
                  </a:lnTo>
                  <a:lnTo>
                    <a:pt x="5033179" y="2772408"/>
                  </a:lnTo>
                  <a:lnTo>
                    <a:pt x="5052704" y="2813324"/>
                  </a:lnTo>
                  <a:lnTo>
                    <a:pt x="5074852" y="2852531"/>
                  </a:lnTo>
                  <a:lnTo>
                    <a:pt x="5099519" y="2889953"/>
                  </a:lnTo>
                  <a:lnTo>
                    <a:pt x="5126599" y="2925514"/>
                  </a:lnTo>
                  <a:lnTo>
                    <a:pt x="5155985" y="2959138"/>
                  </a:lnTo>
                  <a:lnTo>
                    <a:pt x="5187572" y="2990747"/>
                  </a:lnTo>
                  <a:lnTo>
                    <a:pt x="5221254" y="3020267"/>
                  </a:lnTo>
                  <a:lnTo>
                    <a:pt x="5256925" y="3047620"/>
                  </a:lnTo>
                  <a:lnTo>
                    <a:pt x="5294479" y="3072730"/>
                  </a:lnTo>
                  <a:lnTo>
                    <a:pt x="5333811" y="3095521"/>
                  </a:lnTo>
                  <a:lnTo>
                    <a:pt x="5374814" y="3115916"/>
                  </a:lnTo>
                  <a:lnTo>
                    <a:pt x="5417382" y="3133840"/>
                  </a:lnTo>
                  <a:lnTo>
                    <a:pt x="5461411" y="3149216"/>
                  </a:lnTo>
                  <a:lnTo>
                    <a:pt x="5506793" y="3161967"/>
                  </a:lnTo>
                  <a:lnTo>
                    <a:pt x="5553423" y="3172017"/>
                  </a:lnTo>
                  <a:lnTo>
                    <a:pt x="5601195" y="3179291"/>
                  </a:lnTo>
                  <a:lnTo>
                    <a:pt x="5650003" y="3183711"/>
                  </a:lnTo>
                  <a:lnTo>
                    <a:pt x="5699742" y="3185201"/>
                  </a:lnTo>
                  <a:lnTo>
                    <a:pt x="5746968" y="3183812"/>
                  </a:lnTo>
                  <a:lnTo>
                    <a:pt x="5793827" y="3179625"/>
                  </a:lnTo>
                  <a:lnTo>
                    <a:pt x="5840229" y="3172609"/>
                  </a:lnTo>
                  <a:lnTo>
                    <a:pt x="5886086" y="3162733"/>
                  </a:lnTo>
                  <a:lnTo>
                    <a:pt x="5931309" y="3149966"/>
                  </a:lnTo>
                  <a:lnTo>
                    <a:pt x="5975811" y="3134278"/>
                  </a:lnTo>
                  <a:lnTo>
                    <a:pt x="6019503" y="3115638"/>
                  </a:lnTo>
                  <a:lnTo>
                    <a:pt x="6062296" y="3094014"/>
                  </a:lnTo>
                  <a:lnTo>
                    <a:pt x="6104101" y="3069376"/>
                  </a:lnTo>
                  <a:lnTo>
                    <a:pt x="6144832" y="3041694"/>
                  </a:lnTo>
                  <a:lnTo>
                    <a:pt x="6184398" y="3010936"/>
                  </a:lnTo>
                  <a:lnTo>
                    <a:pt x="6222711" y="2977071"/>
                  </a:lnTo>
                  <a:lnTo>
                    <a:pt x="6259684" y="2940069"/>
                  </a:lnTo>
                  <a:lnTo>
                    <a:pt x="6295227" y="2899899"/>
                  </a:lnTo>
                  <a:lnTo>
                    <a:pt x="6329252" y="2856530"/>
                  </a:lnTo>
                  <a:lnTo>
                    <a:pt x="6357781" y="2816575"/>
                  </a:lnTo>
                  <a:lnTo>
                    <a:pt x="6384949" y="2775821"/>
                  </a:lnTo>
                  <a:lnTo>
                    <a:pt x="6410744" y="2734302"/>
                  </a:lnTo>
                  <a:lnTo>
                    <a:pt x="6435155" y="2692055"/>
                  </a:lnTo>
                  <a:lnTo>
                    <a:pt x="6458169" y="2649115"/>
                  </a:lnTo>
                  <a:lnTo>
                    <a:pt x="6479776" y="2605518"/>
                  </a:lnTo>
                  <a:lnTo>
                    <a:pt x="6499963" y="2561298"/>
                  </a:lnTo>
                  <a:lnTo>
                    <a:pt x="6518720" y="2516490"/>
                  </a:lnTo>
                  <a:lnTo>
                    <a:pt x="6536034" y="2471132"/>
                  </a:lnTo>
                  <a:lnTo>
                    <a:pt x="6551894" y="2425257"/>
                  </a:lnTo>
                  <a:lnTo>
                    <a:pt x="6566289" y="2378901"/>
                  </a:lnTo>
                  <a:lnTo>
                    <a:pt x="6579206" y="2332100"/>
                  </a:lnTo>
                  <a:lnTo>
                    <a:pt x="6590634" y="2284888"/>
                  </a:lnTo>
                  <a:lnTo>
                    <a:pt x="6600561" y="2237302"/>
                  </a:lnTo>
                  <a:lnTo>
                    <a:pt x="6608977" y="2189377"/>
                  </a:lnTo>
                  <a:lnTo>
                    <a:pt x="6615868" y="2141148"/>
                  </a:lnTo>
                  <a:lnTo>
                    <a:pt x="6621225" y="2092650"/>
                  </a:lnTo>
                  <a:lnTo>
                    <a:pt x="6625034" y="2043919"/>
                  </a:lnTo>
                  <a:lnTo>
                    <a:pt x="6627285" y="1994990"/>
                  </a:lnTo>
                  <a:lnTo>
                    <a:pt x="6627965" y="1945898"/>
                  </a:lnTo>
                  <a:lnTo>
                    <a:pt x="6627224" y="1897653"/>
                  </a:lnTo>
                  <a:lnTo>
                    <a:pt x="6625017" y="1849783"/>
                  </a:lnTo>
                  <a:lnTo>
                    <a:pt x="6621364" y="1802310"/>
                  </a:lnTo>
                  <a:lnTo>
                    <a:pt x="6616287" y="1755256"/>
                  </a:lnTo>
                  <a:lnTo>
                    <a:pt x="6609810" y="1708644"/>
                  </a:lnTo>
                  <a:lnTo>
                    <a:pt x="6601953" y="1662495"/>
                  </a:lnTo>
                  <a:lnTo>
                    <a:pt x="6592739" y="1616833"/>
                  </a:lnTo>
                  <a:lnTo>
                    <a:pt x="6582190" y="1571679"/>
                  </a:lnTo>
                  <a:lnTo>
                    <a:pt x="6570327" y="1527056"/>
                  </a:lnTo>
                  <a:lnTo>
                    <a:pt x="6557172" y="1482985"/>
                  </a:lnTo>
                  <a:lnTo>
                    <a:pt x="6542748" y="1439490"/>
                  </a:lnTo>
                  <a:lnTo>
                    <a:pt x="6527076" y="1396592"/>
                  </a:lnTo>
                  <a:lnTo>
                    <a:pt x="6510179" y="1354314"/>
                  </a:lnTo>
                  <a:lnTo>
                    <a:pt x="6492077" y="1312678"/>
                  </a:lnTo>
                  <a:lnTo>
                    <a:pt x="6472794" y="1271705"/>
                  </a:lnTo>
                  <a:lnTo>
                    <a:pt x="6452350" y="1231420"/>
                  </a:lnTo>
                  <a:lnTo>
                    <a:pt x="6430769" y="1191842"/>
                  </a:lnTo>
                  <a:lnTo>
                    <a:pt x="6408072" y="1152996"/>
                  </a:lnTo>
                  <a:lnTo>
                    <a:pt x="6384280" y="1114903"/>
                  </a:lnTo>
                  <a:lnTo>
                    <a:pt x="6359416" y="1077586"/>
                  </a:lnTo>
                  <a:lnTo>
                    <a:pt x="6333502" y="1041066"/>
                  </a:lnTo>
                  <a:lnTo>
                    <a:pt x="6306559" y="1005366"/>
                  </a:lnTo>
                  <a:lnTo>
                    <a:pt x="6278610" y="970508"/>
                  </a:lnTo>
                  <a:lnTo>
                    <a:pt x="6249676" y="936515"/>
                  </a:lnTo>
                  <a:lnTo>
                    <a:pt x="6219780" y="903409"/>
                  </a:lnTo>
                  <a:lnTo>
                    <a:pt x="6188943" y="871211"/>
                  </a:lnTo>
                  <a:lnTo>
                    <a:pt x="6157188" y="839945"/>
                  </a:lnTo>
                  <a:lnTo>
                    <a:pt x="6124535" y="809632"/>
                  </a:lnTo>
                  <a:lnTo>
                    <a:pt x="6091008" y="780295"/>
                  </a:lnTo>
                  <a:lnTo>
                    <a:pt x="6056628" y="751956"/>
                  </a:lnTo>
                  <a:lnTo>
                    <a:pt x="6021417" y="724638"/>
                  </a:lnTo>
                  <a:lnTo>
                    <a:pt x="5985397" y="698362"/>
                  </a:lnTo>
                  <a:lnTo>
                    <a:pt x="5948590" y="673150"/>
                  </a:lnTo>
                  <a:lnTo>
                    <a:pt x="5911017" y="649026"/>
                  </a:lnTo>
                  <a:lnTo>
                    <a:pt x="5872702" y="626011"/>
                  </a:lnTo>
                  <a:lnTo>
                    <a:pt x="5833664" y="604128"/>
                  </a:lnTo>
                  <a:lnTo>
                    <a:pt x="5793928" y="583398"/>
                  </a:lnTo>
                  <a:lnTo>
                    <a:pt x="5753514" y="563845"/>
                  </a:lnTo>
                  <a:lnTo>
                    <a:pt x="5712445" y="545490"/>
                  </a:lnTo>
                  <a:lnTo>
                    <a:pt x="5670742" y="528355"/>
                  </a:lnTo>
                  <a:lnTo>
                    <a:pt x="5628427" y="512464"/>
                  </a:lnTo>
                  <a:lnTo>
                    <a:pt x="5585523" y="497837"/>
                  </a:lnTo>
                  <a:lnTo>
                    <a:pt x="5542051" y="484498"/>
                  </a:lnTo>
                  <a:lnTo>
                    <a:pt x="5498033" y="472468"/>
                  </a:lnTo>
                  <a:lnTo>
                    <a:pt x="5453491" y="461771"/>
                  </a:lnTo>
                  <a:lnTo>
                    <a:pt x="5408447" y="452427"/>
                  </a:lnTo>
                  <a:lnTo>
                    <a:pt x="5362923" y="444460"/>
                  </a:lnTo>
                  <a:lnTo>
                    <a:pt x="5316941" y="437892"/>
                  </a:lnTo>
                  <a:lnTo>
                    <a:pt x="5270522" y="432744"/>
                  </a:lnTo>
                  <a:lnTo>
                    <a:pt x="5223690" y="429040"/>
                  </a:lnTo>
                  <a:lnTo>
                    <a:pt x="5176465" y="426801"/>
                  </a:lnTo>
                  <a:lnTo>
                    <a:pt x="5128870" y="426049"/>
                  </a:lnTo>
                  <a:lnTo>
                    <a:pt x="5079595" y="426821"/>
                  </a:lnTo>
                  <a:lnTo>
                    <a:pt x="5030428" y="429232"/>
                  </a:lnTo>
                  <a:lnTo>
                    <a:pt x="4981410" y="433275"/>
                  </a:lnTo>
                  <a:lnTo>
                    <a:pt x="4932579" y="438945"/>
                  </a:lnTo>
                  <a:lnTo>
                    <a:pt x="4883978" y="446233"/>
                  </a:lnTo>
                  <a:lnTo>
                    <a:pt x="4835645" y="455134"/>
                  </a:lnTo>
                  <a:lnTo>
                    <a:pt x="4787623" y="465641"/>
                  </a:lnTo>
                  <a:lnTo>
                    <a:pt x="4739950" y="477746"/>
                  </a:lnTo>
                  <a:lnTo>
                    <a:pt x="4692668" y="491444"/>
                  </a:lnTo>
                  <a:lnTo>
                    <a:pt x="4645816" y="506728"/>
                  </a:lnTo>
                  <a:lnTo>
                    <a:pt x="4650860" y="543147"/>
                  </a:lnTo>
                  <a:lnTo>
                    <a:pt x="4652955" y="642371"/>
                  </a:lnTo>
                  <a:lnTo>
                    <a:pt x="4632546" y="789349"/>
                  </a:lnTo>
                  <a:lnTo>
                    <a:pt x="4570080" y="969028"/>
                  </a:lnTo>
                  <a:lnTo>
                    <a:pt x="4566017" y="918089"/>
                  </a:lnTo>
                  <a:lnTo>
                    <a:pt x="4558560" y="868038"/>
                  </a:lnTo>
                  <a:lnTo>
                    <a:pt x="4547813" y="818965"/>
                  </a:lnTo>
                  <a:lnTo>
                    <a:pt x="4533876" y="770959"/>
                  </a:lnTo>
                  <a:lnTo>
                    <a:pt x="4516852" y="724111"/>
                  </a:lnTo>
                  <a:lnTo>
                    <a:pt x="4496844" y="678511"/>
                  </a:lnTo>
                  <a:lnTo>
                    <a:pt x="4473954" y="634249"/>
                  </a:lnTo>
                  <a:lnTo>
                    <a:pt x="4448283" y="591416"/>
                  </a:lnTo>
                  <a:lnTo>
                    <a:pt x="4422858" y="554119"/>
                  </a:lnTo>
                  <a:lnTo>
                    <a:pt x="4395335" y="518123"/>
                  </a:lnTo>
                  <a:lnTo>
                    <a:pt x="4365788" y="483492"/>
                  </a:lnTo>
                  <a:lnTo>
                    <a:pt x="4334293" y="450293"/>
                  </a:lnTo>
                  <a:lnTo>
                    <a:pt x="4300925" y="418594"/>
                  </a:lnTo>
                  <a:lnTo>
                    <a:pt x="4265759" y="388459"/>
                  </a:lnTo>
                  <a:lnTo>
                    <a:pt x="4228868" y="359955"/>
                  </a:lnTo>
                  <a:lnTo>
                    <a:pt x="4190329" y="333149"/>
                  </a:lnTo>
                  <a:lnTo>
                    <a:pt x="4150216" y="308107"/>
                  </a:lnTo>
                  <a:lnTo>
                    <a:pt x="4108603" y="284894"/>
                  </a:lnTo>
                  <a:lnTo>
                    <a:pt x="4065567" y="263578"/>
                  </a:lnTo>
                  <a:lnTo>
                    <a:pt x="4021181" y="244224"/>
                  </a:lnTo>
                  <a:lnTo>
                    <a:pt x="3975521" y="226899"/>
                  </a:lnTo>
                  <a:lnTo>
                    <a:pt x="3928662" y="211669"/>
                  </a:lnTo>
                  <a:lnTo>
                    <a:pt x="3880677" y="198600"/>
                  </a:lnTo>
                  <a:lnTo>
                    <a:pt x="3831643" y="187759"/>
                  </a:lnTo>
                  <a:lnTo>
                    <a:pt x="3781634" y="179211"/>
                  </a:lnTo>
                  <a:lnTo>
                    <a:pt x="3730725" y="173024"/>
                  </a:lnTo>
                  <a:lnTo>
                    <a:pt x="3678991" y="169263"/>
                  </a:lnTo>
                  <a:lnTo>
                    <a:pt x="3626507" y="167994"/>
                  </a:lnTo>
                  <a:lnTo>
                    <a:pt x="3573258" y="169300"/>
                  </a:lnTo>
                  <a:lnTo>
                    <a:pt x="3520783" y="173170"/>
                  </a:lnTo>
                  <a:lnTo>
                    <a:pt x="3469159" y="179536"/>
                  </a:lnTo>
                  <a:lnTo>
                    <a:pt x="3418465" y="188329"/>
                  </a:lnTo>
                  <a:lnTo>
                    <a:pt x="3368779" y="199479"/>
                  </a:lnTo>
                  <a:lnTo>
                    <a:pt x="3320179" y="212917"/>
                  </a:lnTo>
                  <a:lnTo>
                    <a:pt x="3272744" y="228575"/>
                  </a:lnTo>
                  <a:lnTo>
                    <a:pt x="3226553" y="246383"/>
                  </a:lnTo>
                  <a:lnTo>
                    <a:pt x="3181683" y="266273"/>
                  </a:lnTo>
                  <a:lnTo>
                    <a:pt x="3138212" y="288174"/>
                  </a:lnTo>
                  <a:lnTo>
                    <a:pt x="3096220" y="312018"/>
                  </a:lnTo>
                  <a:lnTo>
                    <a:pt x="3055785" y="337736"/>
                  </a:lnTo>
                  <a:lnTo>
                    <a:pt x="3016984" y="365259"/>
                  </a:lnTo>
                  <a:lnTo>
                    <a:pt x="2979897" y="394517"/>
                  </a:lnTo>
                  <a:lnTo>
                    <a:pt x="2944601" y="425442"/>
                  </a:lnTo>
                  <a:lnTo>
                    <a:pt x="2920790" y="448227"/>
                  </a:lnTo>
                  <a:lnTo>
                    <a:pt x="2897957" y="412719"/>
                  </a:lnTo>
                  <a:lnTo>
                    <a:pt x="2872738" y="378261"/>
                  </a:lnTo>
                  <a:lnTo>
                    <a:pt x="2845214" y="344912"/>
                  </a:lnTo>
                  <a:lnTo>
                    <a:pt x="2815464" y="312731"/>
                  </a:lnTo>
                  <a:lnTo>
                    <a:pt x="2783567" y="281775"/>
                  </a:lnTo>
                  <a:lnTo>
                    <a:pt x="2749602" y="252104"/>
                  </a:lnTo>
                  <a:lnTo>
                    <a:pt x="2713649" y="223777"/>
                  </a:lnTo>
                  <a:lnTo>
                    <a:pt x="2675787" y="196852"/>
                  </a:lnTo>
                  <a:lnTo>
                    <a:pt x="2636095" y="171388"/>
                  </a:lnTo>
                  <a:lnTo>
                    <a:pt x="2594652" y="147443"/>
                  </a:lnTo>
                  <a:lnTo>
                    <a:pt x="2551538" y="125077"/>
                  </a:lnTo>
                  <a:lnTo>
                    <a:pt x="2506832" y="104347"/>
                  </a:lnTo>
                  <a:lnTo>
                    <a:pt x="2460614" y="85314"/>
                  </a:lnTo>
                  <a:lnTo>
                    <a:pt x="2412962" y="68034"/>
                  </a:lnTo>
                  <a:lnTo>
                    <a:pt x="2363956" y="52568"/>
                  </a:lnTo>
                  <a:lnTo>
                    <a:pt x="2313675" y="38973"/>
                  </a:lnTo>
                  <a:lnTo>
                    <a:pt x="2262198" y="27309"/>
                  </a:lnTo>
                  <a:lnTo>
                    <a:pt x="2209605" y="17634"/>
                  </a:lnTo>
                  <a:lnTo>
                    <a:pt x="2155975" y="10007"/>
                  </a:lnTo>
                  <a:lnTo>
                    <a:pt x="2101388" y="4486"/>
                  </a:lnTo>
                  <a:lnTo>
                    <a:pt x="2045921" y="1131"/>
                  </a:lnTo>
                  <a:lnTo>
                    <a:pt x="198965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1870" y="3198123"/>
              <a:ext cx="195114" cy="19511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26197" y="3923700"/>
              <a:ext cx="195114" cy="19511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617117" y="2162961"/>
            <a:ext cx="3359150" cy="3065145"/>
            <a:chOff x="2617117" y="2162961"/>
            <a:chExt cx="3359150" cy="3065145"/>
          </a:xfrm>
        </p:grpSpPr>
        <p:sp>
          <p:nvSpPr>
            <p:cNvPr id="15" name="object 15" descr=""/>
            <p:cNvSpPr/>
            <p:nvPr/>
          </p:nvSpPr>
          <p:spPr>
            <a:xfrm>
              <a:off x="2617117" y="2162961"/>
              <a:ext cx="3359150" cy="3065145"/>
            </a:xfrm>
            <a:custGeom>
              <a:avLst/>
              <a:gdLst/>
              <a:ahLst/>
              <a:cxnLst/>
              <a:rect l="l" t="t" r="r" b="b"/>
              <a:pathLst>
                <a:path w="3359150" h="3065145">
                  <a:moveTo>
                    <a:pt x="1354053" y="0"/>
                  </a:moveTo>
                  <a:lnTo>
                    <a:pt x="1305487" y="852"/>
                  </a:lnTo>
                  <a:lnTo>
                    <a:pt x="1257352" y="3390"/>
                  </a:lnTo>
                  <a:lnTo>
                    <a:pt x="1209675" y="7585"/>
                  </a:lnTo>
                  <a:lnTo>
                    <a:pt x="1162486" y="13408"/>
                  </a:lnTo>
                  <a:lnTo>
                    <a:pt x="1115813" y="20831"/>
                  </a:lnTo>
                  <a:lnTo>
                    <a:pt x="1069685" y="29826"/>
                  </a:lnTo>
                  <a:lnTo>
                    <a:pt x="1024130" y="40364"/>
                  </a:lnTo>
                  <a:lnTo>
                    <a:pt x="979177" y="52415"/>
                  </a:lnTo>
                  <a:lnTo>
                    <a:pt x="934854" y="65953"/>
                  </a:lnTo>
                  <a:lnTo>
                    <a:pt x="891191" y="80947"/>
                  </a:lnTo>
                  <a:lnTo>
                    <a:pt x="848216" y="97370"/>
                  </a:lnTo>
                  <a:lnTo>
                    <a:pt x="805957" y="115193"/>
                  </a:lnTo>
                  <a:lnTo>
                    <a:pt x="764443" y="134387"/>
                  </a:lnTo>
                  <a:lnTo>
                    <a:pt x="723704" y="154924"/>
                  </a:lnTo>
                  <a:lnTo>
                    <a:pt x="683766" y="176776"/>
                  </a:lnTo>
                  <a:lnTo>
                    <a:pt x="644660" y="199913"/>
                  </a:lnTo>
                  <a:lnTo>
                    <a:pt x="606414" y="224307"/>
                  </a:lnTo>
                  <a:lnTo>
                    <a:pt x="569056" y="249930"/>
                  </a:lnTo>
                  <a:lnTo>
                    <a:pt x="532615" y="276753"/>
                  </a:lnTo>
                  <a:lnTo>
                    <a:pt x="497119" y="304748"/>
                  </a:lnTo>
                  <a:lnTo>
                    <a:pt x="462598" y="333885"/>
                  </a:lnTo>
                  <a:lnTo>
                    <a:pt x="429080" y="364137"/>
                  </a:lnTo>
                  <a:lnTo>
                    <a:pt x="396593" y="395474"/>
                  </a:lnTo>
                  <a:lnTo>
                    <a:pt x="365167" y="427869"/>
                  </a:lnTo>
                  <a:lnTo>
                    <a:pt x="334830" y="461292"/>
                  </a:lnTo>
                  <a:lnTo>
                    <a:pt x="305610" y="495716"/>
                  </a:lnTo>
                  <a:lnTo>
                    <a:pt x="277536" y="531111"/>
                  </a:lnTo>
                  <a:lnTo>
                    <a:pt x="250637" y="567449"/>
                  </a:lnTo>
                  <a:lnTo>
                    <a:pt x="224942" y="604701"/>
                  </a:lnTo>
                  <a:lnTo>
                    <a:pt x="200478" y="642840"/>
                  </a:lnTo>
                  <a:lnTo>
                    <a:pt x="177276" y="681835"/>
                  </a:lnTo>
                  <a:lnTo>
                    <a:pt x="155362" y="721659"/>
                  </a:lnTo>
                  <a:lnTo>
                    <a:pt x="134767" y="762284"/>
                  </a:lnTo>
                  <a:lnTo>
                    <a:pt x="115518" y="803680"/>
                  </a:lnTo>
                  <a:lnTo>
                    <a:pt x="97645" y="845819"/>
                  </a:lnTo>
                  <a:lnTo>
                    <a:pt x="81176" y="888672"/>
                  </a:lnTo>
                  <a:lnTo>
                    <a:pt x="66139" y="932212"/>
                  </a:lnTo>
                  <a:lnTo>
                    <a:pt x="52563" y="976409"/>
                  </a:lnTo>
                  <a:lnTo>
                    <a:pt x="40478" y="1021234"/>
                  </a:lnTo>
                  <a:lnTo>
                    <a:pt x="29910" y="1066660"/>
                  </a:lnTo>
                  <a:lnTo>
                    <a:pt x="20890" y="1112658"/>
                  </a:lnTo>
                  <a:lnTo>
                    <a:pt x="13446" y="1159198"/>
                  </a:lnTo>
                  <a:lnTo>
                    <a:pt x="7606" y="1206253"/>
                  </a:lnTo>
                  <a:lnTo>
                    <a:pt x="3399" y="1253794"/>
                  </a:lnTo>
                  <a:lnTo>
                    <a:pt x="854" y="1301793"/>
                  </a:lnTo>
                  <a:lnTo>
                    <a:pt x="0" y="1350220"/>
                  </a:lnTo>
                  <a:lnTo>
                    <a:pt x="934" y="1400865"/>
                  </a:lnTo>
                  <a:lnTo>
                    <a:pt x="3717" y="1451038"/>
                  </a:lnTo>
                  <a:lnTo>
                    <a:pt x="8314" y="1500709"/>
                  </a:lnTo>
                  <a:lnTo>
                    <a:pt x="14694" y="1549844"/>
                  </a:lnTo>
                  <a:lnTo>
                    <a:pt x="22823" y="1598410"/>
                  </a:lnTo>
                  <a:lnTo>
                    <a:pt x="32668" y="1646375"/>
                  </a:lnTo>
                  <a:lnTo>
                    <a:pt x="44198" y="1693705"/>
                  </a:lnTo>
                  <a:lnTo>
                    <a:pt x="57379" y="1740369"/>
                  </a:lnTo>
                  <a:lnTo>
                    <a:pt x="72178" y="1786333"/>
                  </a:lnTo>
                  <a:lnTo>
                    <a:pt x="88563" y="1831565"/>
                  </a:lnTo>
                  <a:lnTo>
                    <a:pt x="106501" y="1876033"/>
                  </a:lnTo>
                  <a:lnTo>
                    <a:pt x="125959" y="1919702"/>
                  </a:lnTo>
                  <a:lnTo>
                    <a:pt x="146904" y="1962541"/>
                  </a:lnTo>
                  <a:lnTo>
                    <a:pt x="169304" y="2004517"/>
                  </a:lnTo>
                  <a:lnTo>
                    <a:pt x="193126" y="2045598"/>
                  </a:lnTo>
                  <a:lnTo>
                    <a:pt x="218337" y="2085750"/>
                  </a:lnTo>
                  <a:lnTo>
                    <a:pt x="244904" y="2124940"/>
                  </a:lnTo>
                  <a:lnTo>
                    <a:pt x="272795" y="2163137"/>
                  </a:lnTo>
                  <a:lnTo>
                    <a:pt x="301977" y="2200307"/>
                  </a:lnTo>
                  <a:lnTo>
                    <a:pt x="332416" y="2236418"/>
                  </a:lnTo>
                  <a:lnTo>
                    <a:pt x="364082" y="2271437"/>
                  </a:lnTo>
                  <a:lnTo>
                    <a:pt x="396940" y="2305330"/>
                  </a:lnTo>
                  <a:lnTo>
                    <a:pt x="430957" y="2338067"/>
                  </a:lnTo>
                  <a:lnTo>
                    <a:pt x="466102" y="2369613"/>
                  </a:lnTo>
                  <a:lnTo>
                    <a:pt x="502341" y="2399936"/>
                  </a:lnTo>
                  <a:lnTo>
                    <a:pt x="539642" y="2429004"/>
                  </a:lnTo>
                  <a:lnTo>
                    <a:pt x="577971" y="2456783"/>
                  </a:lnTo>
                  <a:lnTo>
                    <a:pt x="614693" y="2427413"/>
                  </a:lnTo>
                  <a:lnTo>
                    <a:pt x="654489" y="2403967"/>
                  </a:lnTo>
                  <a:lnTo>
                    <a:pt x="696688" y="2386522"/>
                  </a:lnTo>
                  <a:lnTo>
                    <a:pt x="740615" y="2375157"/>
                  </a:lnTo>
                  <a:lnTo>
                    <a:pt x="785596" y="2369949"/>
                  </a:lnTo>
                  <a:lnTo>
                    <a:pt x="830957" y="2370976"/>
                  </a:lnTo>
                  <a:lnTo>
                    <a:pt x="876026" y="2378317"/>
                  </a:lnTo>
                  <a:lnTo>
                    <a:pt x="920127" y="2392049"/>
                  </a:lnTo>
                  <a:lnTo>
                    <a:pt x="962588" y="2412251"/>
                  </a:lnTo>
                  <a:lnTo>
                    <a:pt x="950635" y="2410714"/>
                  </a:lnTo>
                  <a:lnTo>
                    <a:pt x="938641" y="2409608"/>
                  </a:lnTo>
                  <a:lnTo>
                    <a:pt x="926616" y="2408936"/>
                  </a:lnTo>
                  <a:lnTo>
                    <a:pt x="914569" y="2408701"/>
                  </a:lnTo>
                  <a:lnTo>
                    <a:pt x="866069" y="2412265"/>
                  </a:lnTo>
                  <a:lnTo>
                    <a:pt x="819781" y="2422608"/>
                  </a:lnTo>
                  <a:lnTo>
                    <a:pt x="776209" y="2439221"/>
                  </a:lnTo>
                  <a:lnTo>
                    <a:pt x="735864" y="2461597"/>
                  </a:lnTo>
                  <a:lnTo>
                    <a:pt x="699251" y="2489229"/>
                  </a:lnTo>
                  <a:lnTo>
                    <a:pt x="666880" y="2521608"/>
                  </a:lnTo>
                  <a:lnTo>
                    <a:pt x="639256" y="2558226"/>
                  </a:lnTo>
                  <a:lnTo>
                    <a:pt x="616889" y="2598577"/>
                  </a:lnTo>
                  <a:lnTo>
                    <a:pt x="600286" y="2642151"/>
                  </a:lnTo>
                  <a:lnTo>
                    <a:pt x="589954" y="2688442"/>
                  </a:lnTo>
                  <a:lnTo>
                    <a:pt x="586400" y="2736942"/>
                  </a:lnTo>
                  <a:lnTo>
                    <a:pt x="589960" y="2785335"/>
                  </a:lnTo>
                  <a:lnTo>
                    <a:pt x="600300" y="2831354"/>
                  </a:lnTo>
                  <a:lnTo>
                    <a:pt x="616912" y="2874551"/>
                  </a:lnTo>
                  <a:lnTo>
                    <a:pt x="639287" y="2914482"/>
                  </a:lnTo>
                  <a:lnTo>
                    <a:pt x="666916" y="2950701"/>
                  </a:lnTo>
                  <a:lnTo>
                    <a:pt x="699292" y="2982763"/>
                  </a:lnTo>
                  <a:lnTo>
                    <a:pt x="735906" y="3010221"/>
                  </a:lnTo>
                  <a:lnTo>
                    <a:pt x="776249" y="3032631"/>
                  </a:lnTo>
                  <a:lnTo>
                    <a:pt x="819813" y="3049546"/>
                  </a:lnTo>
                  <a:lnTo>
                    <a:pt x="866089" y="3060521"/>
                  </a:lnTo>
                  <a:lnTo>
                    <a:pt x="914569" y="3065110"/>
                  </a:lnTo>
                  <a:lnTo>
                    <a:pt x="974848" y="3061654"/>
                  </a:lnTo>
                  <a:lnTo>
                    <a:pt x="1028145" y="3049018"/>
                  </a:lnTo>
                  <a:lnTo>
                    <a:pt x="1074775" y="3028653"/>
                  </a:lnTo>
                  <a:lnTo>
                    <a:pt x="1115051" y="3002009"/>
                  </a:lnTo>
                  <a:lnTo>
                    <a:pt x="1149290" y="2970538"/>
                  </a:lnTo>
                  <a:lnTo>
                    <a:pt x="1177804" y="2935690"/>
                  </a:lnTo>
                  <a:lnTo>
                    <a:pt x="1200909" y="2898917"/>
                  </a:lnTo>
                  <a:lnTo>
                    <a:pt x="1218918" y="2861668"/>
                  </a:lnTo>
                  <a:lnTo>
                    <a:pt x="1232148" y="2825395"/>
                  </a:lnTo>
                  <a:lnTo>
                    <a:pt x="1245522" y="2761582"/>
                  </a:lnTo>
                  <a:lnTo>
                    <a:pt x="1246297" y="2736942"/>
                  </a:lnTo>
                  <a:lnTo>
                    <a:pt x="1223838" y="2618628"/>
                  </a:lnTo>
                  <a:lnTo>
                    <a:pt x="1183198" y="2541397"/>
                  </a:lnTo>
                  <a:lnTo>
                    <a:pt x="1144244" y="2499370"/>
                  </a:lnTo>
                  <a:lnTo>
                    <a:pt x="1126845" y="2486667"/>
                  </a:lnTo>
                  <a:lnTo>
                    <a:pt x="1144704" y="2428455"/>
                  </a:lnTo>
                  <a:lnTo>
                    <a:pt x="1164597" y="2372738"/>
                  </a:lnTo>
                  <a:lnTo>
                    <a:pt x="1186434" y="2319683"/>
                  </a:lnTo>
                  <a:lnTo>
                    <a:pt x="1210122" y="2269457"/>
                  </a:lnTo>
                  <a:lnTo>
                    <a:pt x="1235570" y="2222228"/>
                  </a:lnTo>
                  <a:lnTo>
                    <a:pt x="1262686" y="2178161"/>
                  </a:lnTo>
                  <a:lnTo>
                    <a:pt x="1291378" y="2137425"/>
                  </a:lnTo>
                  <a:lnTo>
                    <a:pt x="1321555" y="2100185"/>
                  </a:lnTo>
                  <a:lnTo>
                    <a:pt x="1353125" y="2066610"/>
                  </a:lnTo>
                  <a:lnTo>
                    <a:pt x="1385996" y="2036867"/>
                  </a:lnTo>
                  <a:lnTo>
                    <a:pt x="1420076" y="2011121"/>
                  </a:lnTo>
                  <a:lnTo>
                    <a:pt x="1455275" y="1989541"/>
                  </a:lnTo>
                  <a:lnTo>
                    <a:pt x="1488696" y="1967943"/>
                  </a:lnTo>
                  <a:lnTo>
                    <a:pt x="1529485" y="1943935"/>
                  </a:lnTo>
                  <a:lnTo>
                    <a:pt x="1576971" y="1921591"/>
                  </a:lnTo>
                  <a:lnTo>
                    <a:pt x="1630482" y="1904982"/>
                  </a:lnTo>
                  <a:lnTo>
                    <a:pt x="1689346" y="1898182"/>
                  </a:lnTo>
                  <a:lnTo>
                    <a:pt x="1720575" y="1899732"/>
                  </a:lnTo>
                  <a:lnTo>
                    <a:pt x="1786210" y="1915280"/>
                  </a:lnTo>
                  <a:lnTo>
                    <a:pt x="1855519" y="1950818"/>
                  </a:lnTo>
                  <a:lnTo>
                    <a:pt x="1891341" y="1977356"/>
                  </a:lnTo>
                  <a:lnTo>
                    <a:pt x="1927830" y="2010418"/>
                  </a:lnTo>
                  <a:lnTo>
                    <a:pt x="1964902" y="2050514"/>
                  </a:lnTo>
                  <a:lnTo>
                    <a:pt x="2002473" y="2098153"/>
                  </a:lnTo>
                  <a:lnTo>
                    <a:pt x="2040458" y="2153844"/>
                  </a:lnTo>
                  <a:lnTo>
                    <a:pt x="2078775" y="2218095"/>
                  </a:lnTo>
                  <a:lnTo>
                    <a:pt x="2117338" y="2291417"/>
                  </a:lnTo>
                  <a:lnTo>
                    <a:pt x="2133463" y="2330448"/>
                  </a:lnTo>
                  <a:lnTo>
                    <a:pt x="2147264" y="2371561"/>
                  </a:lnTo>
                  <a:lnTo>
                    <a:pt x="2183547" y="2351298"/>
                  </a:lnTo>
                  <a:lnTo>
                    <a:pt x="2207355" y="2342731"/>
                  </a:lnTo>
                  <a:lnTo>
                    <a:pt x="2229229" y="2344224"/>
                  </a:lnTo>
                  <a:lnTo>
                    <a:pt x="2259711" y="2354148"/>
                  </a:lnTo>
                  <a:lnTo>
                    <a:pt x="2296611" y="2372186"/>
                  </a:lnTo>
                  <a:lnTo>
                    <a:pt x="2334879" y="2399964"/>
                  </a:lnTo>
                  <a:lnTo>
                    <a:pt x="2374170" y="2436726"/>
                  </a:lnTo>
                  <a:lnTo>
                    <a:pt x="2414135" y="2481718"/>
                  </a:lnTo>
                  <a:lnTo>
                    <a:pt x="2454427" y="2534184"/>
                  </a:lnTo>
                  <a:lnTo>
                    <a:pt x="2511695" y="2623522"/>
                  </a:lnTo>
                  <a:lnTo>
                    <a:pt x="2524268" y="2641877"/>
                  </a:lnTo>
                  <a:lnTo>
                    <a:pt x="2560689" y="2678466"/>
                  </a:lnTo>
                  <a:lnTo>
                    <a:pt x="2600437" y="2710731"/>
                  </a:lnTo>
                  <a:lnTo>
                    <a:pt x="2643123" y="2738499"/>
                  </a:lnTo>
                  <a:lnTo>
                    <a:pt x="2688360" y="2761597"/>
                  </a:lnTo>
                  <a:lnTo>
                    <a:pt x="2735759" y="2779853"/>
                  </a:lnTo>
                  <a:lnTo>
                    <a:pt x="2784933" y="2793092"/>
                  </a:lnTo>
                  <a:lnTo>
                    <a:pt x="2835494" y="2801143"/>
                  </a:lnTo>
                  <a:lnTo>
                    <a:pt x="2887053" y="2803830"/>
                  </a:lnTo>
                  <a:lnTo>
                    <a:pt x="2935373" y="2801512"/>
                  </a:lnTo>
                  <a:lnTo>
                    <a:pt x="2982462" y="2794706"/>
                  </a:lnTo>
                  <a:lnTo>
                    <a:pt x="3028046" y="2783640"/>
                  </a:lnTo>
                  <a:lnTo>
                    <a:pt x="3071849" y="2768540"/>
                  </a:lnTo>
                  <a:lnTo>
                    <a:pt x="3113597" y="2749632"/>
                  </a:lnTo>
                  <a:lnTo>
                    <a:pt x="3153017" y="2727141"/>
                  </a:lnTo>
                  <a:lnTo>
                    <a:pt x="3189834" y="2701295"/>
                  </a:lnTo>
                  <a:lnTo>
                    <a:pt x="3223773" y="2672320"/>
                  </a:lnTo>
                  <a:lnTo>
                    <a:pt x="3254560" y="2640441"/>
                  </a:lnTo>
                  <a:lnTo>
                    <a:pt x="3281922" y="2605885"/>
                  </a:lnTo>
                  <a:lnTo>
                    <a:pt x="3305582" y="2568878"/>
                  </a:lnTo>
                  <a:lnTo>
                    <a:pt x="3325268" y="2529646"/>
                  </a:lnTo>
                  <a:lnTo>
                    <a:pt x="3340705" y="2488416"/>
                  </a:lnTo>
                  <a:lnTo>
                    <a:pt x="3351618" y="2445414"/>
                  </a:lnTo>
                  <a:lnTo>
                    <a:pt x="3357734" y="2400865"/>
                  </a:lnTo>
                  <a:lnTo>
                    <a:pt x="3358777" y="2354996"/>
                  </a:lnTo>
                  <a:lnTo>
                    <a:pt x="3313001" y="2173338"/>
                  </a:lnTo>
                  <a:lnTo>
                    <a:pt x="3221615" y="2047437"/>
                  </a:lnTo>
                  <a:lnTo>
                    <a:pt x="3132021" y="1974180"/>
                  </a:lnTo>
                  <a:lnTo>
                    <a:pt x="3091623" y="1950453"/>
                  </a:lnTo>
                  <a:lnTo>
                    <a:pt x="3120914" y="1904029"/>
                  </a:lnTo>
                  <a:lnTo>
                    <a:pt x="3142298" y="1853848"/>
                  </a:lnTo>
                  <a:lnTo>
                    <a:pt x="3155438" y="1800908"/>
                  </a:lnTo>
                  <a:lnTo>
                    <a:pt x="3159998" y="1746208"/>
                  </a:lnTo>
                  <a:lnTo>
                    <a:pt x="3156754" y="1699551"/>
                  </a:lnTo>
                  <a:lnTo>
                    <a:pt x="3147284" y="1654624"/>
                  </a:lnTo>
                  <a:lnTo>
                    <a:pt x="3131978" y="1611776"/>
                  </a:lnTo>
                  <a:lnTo>
                    <a:pt x="3111225" y="1571355"/>
                  </a:lnTo>
                  <a:lnTo>
                    <a:pt x="3085416" y="1533710"/>
                  </a:lnTo>
                  <a:lnTo>
                    <a:pt x="3054940" y="1499190"/>
                  </a:lnTo>
                  <a:lnTo>
                    <a:pt x="3020189" y="1468141"/>
                  </a:lnTo>
                  <a:lnTo>
                    <a:pt x="2981551" y="1440914"/>
                  </a:lnTo>
                  <a:lnTo>
                    <a:pt x="2939418" y="1417855"/>
                  </a:lnTo>
                  <a:lnTo>
                    <a:pt x="2894179" y="1399315"/>
                  </a:lnTo>
                  <a:lnTo>
                    <a:pt x="2846224" y="1385640"/>
                  </a:lnTo>
                  <a:lnTo>
                    <a:pt x="2795943" y="1377180"/>
                  </a:lnTo>
                  <a:lnTo>
                    <a:pt x="2743727" y="1374282"/>
                  </a:lnTo>
                  <a:lnTo>
                    <a:pt x="2690507" y="1377293"/>
                  </a:lnTo>
                  <a:lnTo>
                    <a:pt x="2639306" y="1386079"/>
                  </a:lnTo>
                  <a:lnTo>
                    <a:pt x="2590539" y="1400273"/>
                  </a:lnTo>
                  <a:lnTo>
                    <a:pt x="2544618" y="1419504"/>
                  </a:lnTo>
                  <a:lnTo>
                    <a:pt x="2501958" y="1443404"/>
                  </a:lnTo>
                  <a:lnTo>
                    <a:pt x="2462971" y="1471604"/>
                  </a:lnTo>
                  <a:lnTo>
                    <a:pt x="2428072" y="1503736"/>
                  </a:lnTo>
                  <a:lnTo>
                    <a:pt x="2397673" y="1539430"/>
                  </a:lnTo>
                  <a:lnTo>
                    <a:pt x="2372189" y="1578318"/>
                  </a:lnTo>
                  <a:lnTo>
                    <a:pt x="2383829" y="1533179"/>
                  </a:lnTo>
                  <a:lnTo>
                    <a:pt x="2401407" y="1490322"/>
                  </a:lnTo>
                  <a:lnTo>
                    <a:pt x="2424510" y="1450118"/>
                  </a:lnTo>
                  <a:lnTo>
                    <a:pt x="2452721" y="1412937"/>
                  </a:lnTo>
                  <a:lnTo>
                    <a:pt x="2485625" y="1379146"/>
                  </a:lnTo>
                  <a:lnTo>
                    <a:pt x="2522808" y="1349116"/>
                  </a:lnTo>
                  <a:lnTo>
                    <a:pt x="2563855" y="1323216"/>
                  </a:lnTo>
                  <a:lnTo>
                    <a:pt x="2608349" y="1301816"/>
                  </a:lnTo>
                  <a:lnTo>
                    <a:pt x="2655877" y="1285285"/>
                  </a:lnTo>
                  <a:lnTo>
                    <a:pt x="2706022" y="1273992"/>
                  </a:lnTo>
                  <a:lnTo>
                    <a:pt x="2702472" y="1225797"/>
                  </a:lnTo>
                  <a:lnTo>
                    <a:pt x="2697245" y="1178086"/>
                  </a:lnTo>
                  <a:lnTo>
                    <a:pt x="2690371" y="1130887"/>
                  </a:lnTo>
                  <a:lnTo>
                    <a:pt x="2681879" y="1084231"/>
                  </a:lnTo>
                  <a:lnTo>
                    <a:pt x="2671800" y="1038146"/>
                  </a:lnTo>
                  <a:lnTo>
                    <a:pt x="2660162" y="992663"/>
                  </a:lnTo>
                  <a:lnTo>
                    <a:pt x="2646994" y="947810"/>
                  </a:lnTo>
                  <a:lnTo>
                    <a:pt x="2632327" y="903616"/>
                  </a:lnTo>
                  <a:lnTo>
                    <a:pt x="2616190" y="860112"/>
                  </a:lnTo>
                  <a:lnTo>
                    <a:pt x="2598611" y="817327"/>
                  </a:lnTo>
                  <a:lnTo>
                    <a:pt x="2579622" y="775289"/>
                  </a:lnTo>
                  <a:lnTo>
                    <a:pt x="2559250" y="734029"/>
                  </a:lnTo>
                  <a:lnTo>
                    <a:pt x="2537526" y="693576"/>
                  </a:lnTo>
                  <a:lnTo>
                    <a:pt x="2514480" y="653959"/>
                  </a:lnTo>
                  <a:lnTo>
                    <a:pt x="2490139" y="615207"/>
                  </a:lnTo>
                  <a:lnTo>
                    <a:pt x="2464535" y="577350"/>
                  </a:lnTo>
                  <a:lnTo>
                    <a:pt x="2437696" y="540418"/>
                  </a:lnTo>
                  <a:lnTo>
                    <a:pt x="2409652" y="504439"/>
                  </a:lnTo>
                  <a:lnTo>
                    <a:pt x="2380433" y="469443"/>
                  </a:lnTo>
                  <a:lnTo>
                    <a:pt x="2350067" y="435460"/>
                  </a:lnTo>
                  <a:lnTo>
                    <a:pt x="2318585" y="402518"/>
                  </a:lnTo>
                  <a:lnTo>
                    <a:pt x="2286015" y="370648"/>
                  </a:lnTo>
                  <a:lnTo>
                    <a:pt x="2252388" y="339878"/>
                  </a:lnTo>
                  <a:lnTo>
                    <a:pt x="2217732" y="310239"/>
                  </a:lnTo>
                  <a:lnTo>
                    <a:pt x="2182077" y="281758"/>
                  </a:lnTo>
                  <a:lnTo>
                    <a:pt x="2145454" y="254467"/>
                  </a:lnTo>
                  <a:lnTo>
                    <a:pt x="2107890" y="228394"/>
                  </a:lnTo>
                  <a:lnTo>
                    <a:pt x="2069416" y="203568"/>
                  </a:lnTo>
                  <a:lnTo>
                    <a:pt x="2030060" y="180019"/>
                  </a:lnTo>
                  <a:lnTo>
                    <a:pt x="1989854" y="157776"/>
                  </a:lnTo>
                  <a:lnTo>
                    <a:pt x="1948825" y="136869"/>
                  </a:lnTo>
                  <a:lnTo>
                    <a:pt x="1907004" y="117328"/>
                  </a:lnTo>
                  <a:lnTo>
                    <a:pt x="1864419" y="99180"/>
                  </a:lnTo>
                  <a:lnTo>
                    <a:pt x="1821101" y="82457"/>
                  </a:lnTo>
                  <a:lnTo>
                    <a:pt x="1777079" y="67187"/>
                  </a:lnTo>
                  <a:lnTo>
                    <a:pt x="1732382" y="53399"/>
                  </a:lnTo>
                  <a:lnTo>
                    <a:pt x="1687040" y="41124"/>
                  </a:lnTo>
                  <a:lnTo>
                    <a:pt x="1641082" y="30389"/>
                  </a:lnTo>
                  <a:lnTo>
                    <a:pt x="1594538" y="21226"/>
                  </a:lnTo>
                  <a:lnTo>
                    <a:pt x="1547436" y="13663"/>
                  </a:lnTo>
                  <a:lnTo>
                    <a:pt x="1499808" y="7729"/>
                  </a:lnTo>
                  <a:lnTo>
                    <a:pt x="1451681" y="3455"/>
                  </a:lnTo>
                  <a:lnTo>
                    <a:pt x="1403086" y="868"/>
                  </a:lnTo>
                  <a:lnTo>
                    <a:pt x="135405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3283" y="3628189"/>
              <a:ext cx="195114" cy="195114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13621928" y="9552302"/>
            <a:ext cx="4305300" cy="374015"/>
          </a:xfrm>
          <a:custGeom>
            <a:avLst/>
            <a:gdLst/>
            <a:ahLst/>
            <a:cxnLst/>
            <a:rect l="l" t="t" r="r" b="b"/>
            <a:pathLst>
              <a:path w="4305300" h="374015">
                <a:moveTo>
                  <a:pt x="2152499" y="0"/>
                </a:moveTo>
                <a:lnTo>
                  <a:pt x="2071803" y="128"/>
                </a:lnTo>
                <a:lnTo>
                  <a:pt x="1991856" y="512"/>
                </a:lnTo>
                <a:lnTo>
                  <a:pt x="1912711" y="1146"/>
                </a:lnTo>
                <a:lnTo>
                  <a:pt x="1834419" y="2026"/>
                </a:lnTo>
                <a:lnTo>
                  <a:pt x="1757033" y="3146"/>
                </a:lnTo>
                <a:lnTo>
                  <a:pt x="1680605" y="4504"/>
                </a:lnTo>
                <a:lnTo>
                  <a:pt x="1605186" y="6094"/>
                </a:lnTo>
                <a:lnTo>
                  <a:pt x="1530830" y="7911"/>
                </a:lnTo>
                <a:lnTo>
                  <a:pt x="1457587" y="9952"/>
                </a:lnTo>
                <a:lnTo>
                  <a:pt x="1385509" y="12211"/>
                </a:lnTo>
                <a:lnTo>
                  <a:pt x="1314650" y="14684"/>
                </a:lnTo>
                <a:lnTo>
                  <a:pt x="1245061" y="17367"/>
                </a:lnTo>
                <a:lnTo>
                  <a:pt x="1176793" y="20255"/>
                </a:lnTo>
                <a:lnTo>
                  <a:pt x="1109899" y="23344"/>
                </a:lnTo>
                <a:lnTo>
                  <a:pt x="1044431" y="26628"/>
                </a:lnTo>
                <a:lnTo>
                  <a:pt x="980441" y="30105"/>
                </a:lnTo>
                <a:lnTo>
                  <a:pt x="917982" y="33768"/>
                </a:lnTo>
                <a:lnTo>
                  <a:pt x="857104" y="37613"/>
                </a:lnTo>
                <a:lnTo>
                  <a:pt x="797860" y="41637"/>
                </a:lnTo>
                <a:lnTo>
                  <a:pt x="740302" y="45834"/>
                </a:lnTo>
                <a:lnTo>
                  <a:pt x="684482" y="50200"/>
                </a:lnTo>
                <a:lnTo>
                  <a:pt x="630453" y="54731"/>
                </a:lnTo>
                <a:lnTo>
                  <a:pt x="578265" y="59421"/>
                </a:lnTo>
                <a:lnTo>
                  <a:pt x="527972" y="64267"/>
                </a:lnTo>
                <a:lnTo>
                  <a:pt x="479625" y="69264"/>
                </a:lnTo>
                <a:lnTo>
                  <a:pt x="433276" y="74407"/>
                </a:lnTo>
                <a:lnTo>
                  <a:pt x="388977" y="79692"/>
                </a:lnTo>
                <a:lnTo>
                  <a:pt x="346781" y="85114"/>
                </a:lnTo>
                <a:lnTo>
                  <a:pt x="306739" y="90669"/>
                </a:lnTo>
                <a:lnTo>
                  <a:pt x="268903" y="96353"/>
                </a:lnTo>
                <a:lnTo>
                  <a:pt x="200059" y="108086"/>
                </a:lnTo>
                <a:lnTo>
                  <a:pt x="140664" y="120279"/>
                </a:lnTo>
                <a:lnTo>
                  <a:pt x="91134" y="132895"/>
                </a:lnTo>
                <a:lnTo>
                  <a:pt x="51887" y="145897"/>
                </a:lnTo>
                <a:lnTo>
                  <a:pt x="13206" y="166046"/>
                </a:lnTo>
                <a:lnTo>
                  <a:pt x="0" y="186863"/>
                </a:lnTo>
                <a:lnTo>
                  <a:pt x="1484" y="193868"/>
                </a:lnTo>
                <a:lnTo>
                  <a:pt x="36249" y="221194"/>
                </a:lnTo>
                <a:lnTo>
                  <a:pt x="91134" y="240830"/>
                </a:lnTo>
                <a:lnTo>
                  <a:pt x="140664" y="253445"/>
                </a:lnTo>
                <a:lnTo>
                  <a:pt x="200059" y="265638"/>
                </a:lnTo>
                <a:lnTo>
                  <a:pt x="268903" y="277371"/>
                </a:lnTo>
                <a:lnTo>
                  <a:pt x="306739" y="283054"/>
                </a:lnTo>
                <a:lnTo>
                  <a:pt x="346781" y="288609"/>
                </a:lnTo>
                <a:lnTo>
                  <a:pt x="388977" y="294030"/>
                </a:lnTo>
                <a:lnTo>
                  <a:pt x="433276" y="299315"/>
                </a:lnTo>
                <a:lnTo>
                  <a:pt x="479625" y="304458"/>
                </a:lnTo>
                <a:lnTo>
                  <a:pt x="527972" y="309454"/>
                </a:lnTo>
                <a:lnTo>
                  <a:pt x="578265" y="314300"/>
                </a:lnTo>
                <a:lnTo>
                  <a:pt x="630453" y="318990"/>
                </a:lnTo>
                <a:lnTo>
                  <a:pt x="684482" y="323520"/>
                </a:lnTo>
                <a:lnTo>
                  <a:pt x="740302" y="327886"/>
                </a:lnTo>
                <a:lnTo>
                  <a:pt x="797860" y="332082"/>
                </a:lnTo>
                <a:lnTo>
                  <a:pt x="857104" y="336106"/>
                </a:lnTo>
                <a:lnTo>
                  <a:pt x="917982" y="339951"/>
                </a:lnTo>
                <a:lnTo>
                  <a:pt x="980441" y="343614"/>
                </a:lnTo>
                <a:lnTo>
                  <a:pt x="1044431" y="347090"/>
                </a:lnTo>
                <a:lnTo>
                  <a:pt x="1109899" y="350374"/>
                </a:lnTo>
                <a:lnTo>
                  <a:pt x="1176793" y="353462"/>
                </a:lnTo>
                <a:lnTo>
                  <a:pt x="1245061" y="356350"/>
                </a:lnTo>
                <a:lnTo>
                  <a:pt x="1314650" y="359033"/>
                </a:lnTo>
                <a:lnTo>
                  <a:pt x="1385509" y="361506"/>
                </a:lnTo>
                <a:lnTo>
                  <a:pt x="1457587" y="363765"/>
                </a:lnTo>
                <a:lnTo>
                  <a:pt x="1530830" y="365805"/>
                </a:lnTo>
                <a:lnTo>
                  <a:pt x="1605186" y="367622"/>
                </a:lnTo>
                <a:lnTo>
                  <a:pt x="1680605" y="369212"/>
                </a:lnTo>
                <a:lnTo>
                  <a:pt x="1757033" y="370569"/>
                </a:lnTo>
                <a:lnTo>
                  <a:pt x="1834419" y="371690"/>
                </a:lnTo>
                <a:lnTo>
                  <a:pt x="1912711" y="372570"/>
                </a:lnTo>
                <a:lnTo>
                  <a:pt x="1991856" y="373203"/>
                </a:lnTo>
                <a:lnTo>
                  <a:pt x="2071803" y="373587"/>
                </a:lnTo>
                <a:lnTo>
                  <a:pt x="2152499" y="373716"/>
                </a:lnTo>
                <a:lnTo>
                  <a:pt x="2233196" y="373587"/>
                </a:lnTo>
                <a:lnTo>
                  <a:pt x="2313143" y="373203"/>
                </a:lnTo>
                <a:lnTo>
                  <a:pt x="2392288" y="372570"/>
                </a:lnTo>
                <a:lnTo>
                  <a:pt x="2470580" y="371690"/>
                </a:lnTo>
                <a:lnTo>
                  <a:pt x="2547966" y="370569"/>
                </a:lnTo>
                <a:lnTo>
                  <a:pt x="2624394" y="369212"/>
                </a:lnTo>
                <a:lnTo>
                  <a:pt x="2699812" y="367622"/>
                </a:lnTo>
                <a:lnTo>
                  <a:pt x="2774169" y="365805"/>
                </a:lnTo>
                <a:lnTo>
                  <a:pt x="2847412" y="363765"/>
                </a:lnTo>
                <a:lnTo>
                  <a:pt x="2919489" y="361506"/>
                </a:lnTo>
                <a:lnTo>
                  <a:pt x="2990349" y="359033"/>
                </a:lnTo>
                <a:lnTo>
                  <a:pt x="3059938" y="356350"/>
                </a:lnTo>
                <a:lnTo>
                  <a:pt x="3128206" y="353462"/>
                </a:lnTo>
                <a:lnTo>
                  <a:pt x="3195100" y="350374"/>
                </a:lnTo>
                <a:lnTo>
                  <a:pt x="3260567" y="347090"/>
                </a:lnTo>
                <a:lnTo>
                  <a:pt x="3324557" y="343614"/>
                </a:lnTo>
                <a:lnTo>
                  <a:pt x="3387017" y="339951"/>
                </a:lnTo>
                <a:lnTo>
                  <a:pt x="3447895" y="336106"/>
                </a:lnTo>
                <a:lnTo>
                  <a:pt x="3507139" y="332082"/>
                </a:lnTo>
                <a:lnTo>
                  <a:pt x="3564697" y="327886"/>
                </a:lnTo>
                <a:lnTo>
                  <a:pt x="3620516" y="323520"/>
                </a:lnTo>
                <a:lnTo>
                  <a:pt x="3674546" y="318990"/>
                </a:lnTo>
                <a:lnTo>
                  <a:pt x="3726733" y="314300"/>
                </a:lnTo>
                <a:lnTo>
                  <a:pt x="3777027" y="309454"/>
                </a:lnTo>
                <a:lnTo>
                  <a:pt x="3825374" y="304458"/>
                </a:lnTo>
                <a:lnTo>
                  <a:pt x="3871723" y="299315"/>
                </a:lnTo>
                <a:lnTo>
                  <a:pt x="3916021" y="294030"/>
                </a:lnTo>
                <a:lnTo>
                  <a:pt x="3958218" y="288609"/>
                </a:lnTo>
                <a:lnTo>
                  <a:pt x="3998260" y="283054"/>
                </a:lnTo>
                <a:lnTo>
                  <a:pt x="4036096" y="277371"/>
                </a:lnTo>
                <a:lnTo>
                  <a:pt x="4104940" y="265638"/>
                </a:lnTo>
                <a:lnTo>
                  <a:pt x="4164335" y="253445"/>
                </a:lnTo>
                <a:lnTo>
                  <a:pt x="4213864" y="240830"/>
                </a:lnTo>
                <a:lnTo>
                  <a:pt x="4253112" y="227828"/>
                </a:lnTo>
                <a:lnTo>
                  <a:pt x="4291793" y="207679"/>
                </a:lnTo>
                <a:lnTo>
                  <a:pt x="4304999" y="186863"/>
                </a:lnTo>
                <a:lnTo>
                  <a:pt x="4303515" y="179858"/>
                </a:lnTo>
                <a:lnTo>
                  <a:pt x="4268749" y="152532"/>
                </a:lnTo>
                <a:lnTo>
                  <a:pt x="4213864" y="132895"/>
                </a:lnTo>
                <a:lnTo>
                  <a:pt x="4164335" y="120279"/>
                </a:lnTo>
                <a:lnTo>
                  <a:pt x="4104940" y="108086"/>
                </a:lnTo>
                <a:lnTo>
                  <a:pt x="4036096" y="96353"/>
                </a:lnTo>
                <a:lnTo>
                  <a:pt x="3998260" y="90669"/>
                </a:lnTo>
                <a:lnTo>
                  <a:pt x="3958218" y="85114"/>
                </a:lnTo>
                <a:lnTo>
                  <a:pt x="3916021" y="79692"/>
                </a:lnTo>
                <a:lnTo>
                  <a:pt x="3871723" y="74407"/>
                </a:lnTo>
                <a:lnTo>
                  <a:pt x="3825374" y="69264"/>
                </a:lnTo>
                <a:lnTo>
                  <a:pt x="3777027" y="64267"/>
                </a:lnTo>
                <a:lnTo>
                  <a:pt x="3726733" y="59421"/>
                </a:lnTo>
                <a:lnTo>
                  <a:pt x="3674546" y="54731"/>
                </a:lnTo>
                <a:lnTo>
                  <a:pt x="3620516" y="50200"/>
                </a:lnTo>
                <a:lnTo>
                  <a:pt x="3564697" y="45834"/>
                </a:lnTo>
                <a:lnTo>
                  <a:pt x="3507139" y="41637"/>
                </a:lnTo>
                <a:lnTo>
                  <a:pt x="3447895" y="37613"/>
                </a:lnTo>
                <a:lnTo>
                  <a:pt x="3387017" y="33768"/>
                </a:lnTo>
                <a:lnTo>
                  <a:pt x="3324557" y="30105"/>
                </a:lnTo>
                <a:lnTo>
                  <a:pt x="3260567" y="26628"/>
                </a:lnTo>
                <a:lnTo>
                  <a:pt x="3195100" y="23344"/>
                </a:lnTo>
                <a:lnTo>
                  <a:pt x="3128206" y="20255"/>
                </a:lnTo>
                <a:lnTo>
                  <a:pt x="3059938" y="17367"/>
                </a:lnTo>
                <a:lnTo>
                  <a:pt x="2990349" y="14684"/>
                </a:lnTo>
                <a:lnTo>
                  <a:pt x="2919489" y="12211"/>
                </a:lnTo>
                <a:lnTo>
                  <a:pt x="2847412" y="9952"/>
                </a:lnTo>
                <a:lnTo>
                  <a:pt x="2774169" y="7911"/>
                </a:lnTo>
                <a:lnTo>
                  <a:pt x="2699812" y="6094"/>
                </a:lnTo>
                <a:lnTo>
                  <a:pt x="2624394" y="4504"/>
                </a:lnTo>
                <a:lnTo>
                  <a:pt x="2547966" y="3146"/>
                </a:lnTo>
                <a:lnTo>
                  <a:pt x="2470580" y="2026"/>
                </a:lnTo>
                <a:lnTo>
                  <a:pt x="2392288" y="1146"/>
                </a:lnTo>
                <a:lnTo>
                  <a:pt x="2313143" y="512"/>
                </a:lnTo>
                <a:lnTo>
                  <a:pt x="2233196" y="128"/>
                </a:lnTo>
                <a:lnTo>
                  <a:pt x="2152499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672175" y="7174593"/>
            <a:ext cx="915669" cy="917575"/>
          </a:xfrm>
          <a:custGeom>
            <a:avLst/>
            <a:gdLst/>
            <a:ahLst/>
            <a:cxnLst/>
            <a:rect l="l" t="t" r="r" b="b"/>
            <a:pathLst>
              <a:path w="915670" h="917575">
                <a:moveTo>
                  <a:pt x="457755" y="0"/>
                </a:moveTo>
                <a:lnTo>
                  <a:pt x="410953" y="2367"/>
                </a:lnTo>
                <a:lnTo>
                  <a:pt x="365502" y="9316"/>
                </a:lnTo>
                <a:lnTo>
                  <a:pt x="321634" y="20616"/>
                </a:lnTo>
                <a:lnTo>
                  <a:pt x="279577" y="36037"/>
                </a:lnTo>
                <a:lnTo>
                  <a:pt x="239563" y="55348"/>
                </a:lnTo>
                <a:lnTo>
                  <a:pt x="201821" y="78318"/>
                </a:lnTo>
                <a:lnTo>
                  <a:pt x="166581" y="104717"/>
                </a:lnTo>
                <a:lnTo>
                  <a:pt x="134074" y="134315"/>
                </a:lnTo>
                <a:lnTo>
                  <a:pt x="104529" y="166880"/>
                </a:lnTo>
                <a:lnTo>
                  <a:pt x="78178" y="202184"/>
                </a:lnTo>
                <a:lnTo>
                  <a:pt x="55249" y="239994"/>
                </a:lnTo>
                <a:lnTo>
                  <a:pt x="35973" y="280081"/>
                </a:lnTo>
                <a:lnTo>
                  <a:pt x="20579" y="322213"/>
                </a:lnTo>
                <a:lnTo>
                  <a:pt x="9300" y="366162"/>
                </a:lnTo>
                <a:lnTo>
                  <a:pt x="2363" y="411695"/>
                </a:lnTo>
                <a:lnTo>
                  <a:pt x="0" y="458582"/>
                </a:lnTo>
                <a:lnTo>
                  <a:pt x="2363" y="505470"/>
                </a:lnTo>
                <a:lnTo>
                  <a:pt x="9300" y="551003"/>
                </a:lnTo>
                <a:lnTo>
                  <a:pt x="20579" y="594951"/>
                </a:lnTo>
                <a:lnTo>
                  <a:pt x="35973" y="637084"/>
                </a:lnTo>
                <a:lnTo>
                  <a:pt x="55249" y="677171"/>
                </a:lnTo>
                <a:lnTo>
                  <a:pt x="78178" y="714981"/>
                </a:lnTo>
                <a:lnTo>
                  <a:pt x="104529" y="750284"/>
                </a:lnTo>
                <a:lnTo>
                  <a:pt x="134074" y="782850"/>
                </a:lnTo>
                <a:lnTo>
                  <a:pt x="166581" y="812448"/>
                </a:lnTo>
                <a:lnTo>
                  <a:pt x="201821" y="838847"/>
                </a:lnTo>
                <a:lnTo>
                  <a:pt x="239563" y="861817"/>
                </a:lnTo>
                <a:lnTo>
                  <a:pt x="279577" y="881128"/>
                </a:lnTo>
                <a:lnTo>
                  <a:pt x="321634" y="896548"/>
                </a:lnTo>
                <a:lnTo>
                  <a:pt x="365502" y="907849"/>
                </a:lnTo>
                <a:lnTo>
                  <a:pt x="410953" y="914798"/>
                </a:lnTo>
                <a:lnTo>
                  <a:pt x="457755" y="917165"/>
                </a:lnTo>
                <a:lnTo>
                  <a:pt x="504558" y="914798"/>
                </a:lnTo>
                <a:lnTo>
                  <a:pt x="550008" y="907849"/>
                </a:lnTo>
                <a:lnTo>
                  <a:pt x="593877" y="896548"/>
                </a:lnTo>
                <a:lnTo>
                  <a:pt x="635933" y="881128"/>
                </a:lnTo>
                <a:lnTo>
                  <a:pt x="675948" y="861817"/>
                </a:lnTo>
                <a:lnTo>
                  <a:pt x="713690" y="838847"/>
                </a:lnTo>
                <a:lnTo>
                  <a:pt x="748929" y="812448"/>
                </a:lnTo>
                <a:lnTo>
                  <a:pt x="781436" y="782850"/>
                </a:lnTo>
                <a:lnTo>
                  <a:pt x="810981" y="750284"/>
                </a:lnTo>
                <a:lnTo>
                  <a:pt x="837333" y="714981"/>
                </a:lnTo>
                <a:lnTo>
                  <a:pt x="860262" y="677171"/>
                </a:lnTo>
                <a:lnTo>
                  <a:pt x="879538" y="637084"/>
                </a:lnTo>
                <a:lnTo>
                  <a:pt x="894931" y="594951"/>
                </a:lnTo>
                <a:lnTo>
                  <a:pt x="906211" y="551003"/>
                </a:lnTo>
                <a:lnTo>
                  <a:pt x="913148" y="505470"/>
                </a:lnTo>
                <a:lnTo>
                  <a:pt x="915511" y="458582"/>
                </a:lnTo>
                <a:lnTo>
                  <a:pt x="913148" y="411695"/>
                </a:lnTo>
                <a:lnTo>
                  <a:pt x="906211" y="366162"/>
                </a:lnTo>
                <a:lnTo>
                  <a:pt x="894931" y="322213"/>
                </a:lnTo>
                <a:lnTo>
                  <a:pt x="879538" y="280081"/>
                </a:lnTo>
                <a:lnTo>
                  <a:pt x="860262" y="239994"/>
                </a:lnTo>
                <a:lnTo>
                  <a:pt x="837333" y="202184"/>
                </a:lnTo>
                <a:lnTo>
                  <a:pt x="810981" y="166880"/>
                </a:lnTo>
                <a:lnTo>
                  <a:pt x="781436" y="134315"/>
                </a:lnTo>
                <a:lnTo>
                  <a:pt x="748929" y="104717"/>
                </a:lnTo>
                <a:lnTo>
                  <a:pt x="713690" y="78318"/>
                </a:lnTo>
                <a:lnTo>
                  <a:pt x="675948" y="55348"/>
                </a:lnTo>
                <a:lnTo>
                  <a:pt x="635933" y="36037"/>
                </a:lnTo>
                <a:lnTo>
                  <a:pt x="593877" y="20616"/>
                </a:lnTo>
                <a:lnTo>
                  <a:pt x="550008" y="9316"/>
                </a:lnTo>
                <a:lnTo>
                  <a:pt x="504558" y="2367"/>
                </a:lnTo>
                <a:lnTo>
                  <a:pt x="457755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3629246" y="4084498"/>
            <a:ext cx="4825365" cy="3994785"/>
            <a:chOff x="3629246" y="4084498"/>
            <a:chExt cx="4825365" cy="3994785"/>
          </a:xfrm>
        </p:grpSpPr>
        <p:sp>
          <p:nvSpPr>
            <p:cNvPr id="20" name="object 20" descr=""/>
            <p:cNvSpPr/>
            <p:nvPr/>
          </p:nvSpPr>
          <p:spPr>
            <a:xfrm>
              <a:off x="6487610" y="5687219"/>
              <a:ext cx="0" cy="2379980"/>
            </a:xfrm>
            <a:custGeom>
              <a:avLst/>
              <a:gdLst/>
              <a:ahLst/>
              <a:cxnLst/>
              <a:rect l="l" t="t" r="r" b="b"/>
              <a:pathLst>
                <a:path w="0" h="2379979">
                  <a:moveTo>
                    <a:pt x="0" y="0"/>
                  </a:moveTo>
                  <a:lnTo>
                    <a:pt x="0" y="2379529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87610" y="5777906"/>
              <a:ext cx="300990" cy="842644"/>
            </a:xfrm>
            <a:custGeom>
              <a:avLst/>
              <a:gdLst/>
              <a:ahLst/>
              <a:cxnLst/>
              <a:rect l="l" t="t" r="r" b="b"/>
              <a:pathLst>
                <a:path w="300990" h="842645">
                  <a:moveTo>
                    <a:pt x="300912" y="0"/>
                  </a:moveTo>
                  <a:lnTo>
                    <a:pt x="300912" y="154298"/>
                  </a:lnTo>
                  <a:lnTo>
                    <a:pt x="297944" y="199362"/>
                  </a:lnTo>
                  <a:lnTo>
                    <a:pt x="289164" y="243369"/>
                  </a:lnTo>
                  <a:lnTo>
                    <a:pt x="274760" y="285770"/>
                  </a:lnTo>
                  <a:lnTo>
                    <a:pt x="254918" y="326020"/>
                  </a:lnTo>
                  <a:lnTo>
                    <a:pt x="229825" y="363570"/>
                  </a:lnTo>
                  <a:lnTo>
                    <a:pt x="109431" y="520423"/>
                  </a:lnTo>
                  <a:lnTo>
                    <a:pt x="81025" y="561242"/>
                  </a:lnTo>
                  <a:lnTo>
                    <a:pt x="56703" y="604306"/>
                  </a:lnTo>
                  <a:lnTo>
                    <a:pt x="36569" y="649307"/>
                  </a:lnTo>
                  <a:lnTo>
                    <a:pt x="20727" y="695939"/>
                  </a:lnTo>
                  <a:lnTo>
                    <a:pt x="9281" y="743893"/>
                  </a:lnTo>
                  <a:lnTo>
                    <a:pt x="2337" y="792862"/>
                  </a:lnTo>
                  <a:lnTo>
                    <a:pt x="0" y="842539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79253" y="6031532"/>
              <a:ext cx="408940" cy="829944"/>
            </a:xfrm>
            <a:custGeom>
              <a:avLst/>
              <a:gdLst/>
              <a:ahLst/>
              <a:cxnLst/>
              <a:rect l="l" t="t" r="r" b="b"/>
              <a:pathLst>
                <a:path w="408939" h="829945">
                  <a:moveTo>
                    <a:pt x="0" y="0"/>
                  </a:moveTo>
                  <a:lnTo>
                    <a:pt x="0" y="161817"/>
                  </a:lnTo>
                  <a:lnTo>
                    <a:pt x="2892" y="211493"/>
                  </a:lnTo>
                  <a:lnTo>
                    <a:pt x="11438" y="260006"/>
                  </a:lnTo>
                  <a:lnTo>
                    <a:pt x="25420" y="306916"/>
                  </a:lnTo>
                  <a:lnTo>
                    <a:pt x="44619" y="351781"/>
                  </a:lnTo>
                  <a:lnTo>
                    <a:pt x="68814" y="394161"/>
                  </a:lnTo>
                  <a:lnTo>
                    <a:pt x="97789" y="433615"/>
                  </a:lnTo>
                  <a:lnTo>
                    <a:pt x="131323" y="469703"/>
                  </a:lnTo>
                  <a:lnTo>
                    <a:pt x="169199" y="501984"/>
                  </a:lnTo>
                  <a:lnTo>
                    <a:pt x="291279" y="594358"/>
                  </a:lnTo>
                  <a:lnTo>
                    <a:pt x="325558" y="624728"/>
                  </a:lnTo>
                  <a:lnTo>
                    <a:pt x="354410" y="659600"/>
                  </a:lnTo>
                  <a:lnTo>
                    <a:pt x="377475" y="698252"/>
                  </a:lnTo>
                  <a:lnTo>
                    <a:pt x="394394" y="739962"/>
                  </a:lnTo>
                  <a:lnTo>
                    <a:pt x="404806" y="784009"/>
                  </a:lnTo>
                  <a:lnTo>
                    <a:pt x="408354" y="829671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51977" y="4398715"/>
              <a:ext cx="2270125" cy="1692910"/>
            </a:xfrm>
            <a:custGeom>
              <a:avLst/>
              <a:gdLst/>
              <a:ahLst/>
              <a:cxnLst/>
              <a:rect l="l" t="t" r="r" b="b"/>
              <a:pathLst>
                <a:path w="2270125" h="1692910">
                  <a:moveTo>
                    <a:pt x="1134813" y="0"/>
                  </a:moveTo>
                  <a:lnTo>
                    <a:pt x="1079830" y="966"/>
                  </a:lnTo>
                  <a:lnTo>
                    <a:pt x="1025522" y="3837"/>
                  </a:lnTo>
                  <a:lnTo>
                    <a:pt x="971949" y="8567"/>
                  </a:lnTo>
                  <a:lnTo>
                    <a:pt x="919171" y="15114"/>
                  </a:lnTo>
                  <a:lnTo>
                    <a:pt x="867246" y="23432"/>
                  </a:lnTo>
                  <a:lnTo>
                    <a:pt x="816234" y="33479"/>
                  </a:lnTo>
                  <a:lnTo>
                    <a:pt x="766195" y="45211"/>
                  </a:lnTo>
                  <a:lnTo>
                    <a:pt x="717188" y="58583"/>
                  </a:lnTo>
                  <a:lnTo>
                    <a:pt x="669273" y="73551"/>
                  </a:lnTo>
                  <a:lnTo>
                    <a:pt x="622508" y="90072"/>
                  </a:lnTo>
                  <a:lnTo>
                    <a:pt x="576954" y="108102"/>
                  </a:lnTo>
                  <a:lnTo>
                    <a:pt x="532670" y="127596"/>
                  </a:lnTo>
                  <a:lnTo>
                    <a:pt x="489715" y="148512"/>
                  </a:lnTo>
                  <a:lnTo>
                    <a:pt x="448149" y="170804"/>
                  </a:lnTo>
                  <a:lnTo>
                    <a:pt x="408031" y="194430"/>
                  </a:lnTo>
                  <a:lnTo>
                    <a:pt x="369420" y="219345"/>
                  </a:lnTo>
                  <a:lnTo>
                    <a:pt x="332377" y="245505"/>
                  </a:lnTo>
                  <a:lnTo>
                    <a:pt x="296960" y="272867"/>
                  </a:lnTo>
                  <a:lnTo>
                    <a:pt x="263229" y="301386"/>
                  </a:lnTo>
                  <a:lnTo>
                    <a:pt x="231243" y="331018"/>
                  </a:lnTo>
                  <a:lnTo>
                    <a:pt x="201063" y="361721"/>
                  </a:lnTo>
                  <a:lnTo>
                    <a:pt x="172746" y="393449"/>
                  </a:lnTo>
                  <a:lnTo>
                    <a:pt x="146354" y="426159"/>
                  </a:lnTo>
                  <a:lnTo>
                    <a:pt x="121944" y="459807"/>
                  </a:lnTo>
                  <a:lnTo>
                    <a:pt x="99577" y="494349"/>
                  </a:lnTo>
                  <a:lnTo>
                    <a:pt x="79312" y="529741"/>
                  </a:lnTo>
                  <a:lnTo>
                    <a:pt x="61209" y="565939"/>
                  </a:lnTo>
                  <a:lnTo>
                    <a:pt x="45326" y="602900"/>
                  </a:lnTo>
                  <a:lnTo>
                    <a:pt x="31724" y="640579"/>
                  </a:lnTo>
                  <a:lnTo>
                    <a:pt x="20462" y="678933"/>
                  </a:lnTo>
                  <a:lnTo>
                    <a:pt x="11599" y="717917"/>
                  </a:lnTo>
                  <a:lnTo>
                    <a:pt x="5194" y="757488"/>
                  </a:lnTo>
                  <a:lnTo>
                    <a:pt x="1308" y="797602"/>
                  </a:lnTo>
                  <a:lnTo>
                    <a:pt x="0" y="838215"/>
                  </a:lnTo>
                  <a:lnTo>
                    <a:pt x="2309" y="890915"/>
                  </a:lnTo>
                  <a:lnTo>
                    <a:pt x="9143" y="940520"/>
                  </a:lnTo>
                  <a:lnTo>
                    <a:pt x="20361" y="987114"/>
                  </a:lnTo>
                  <a:lnTo>
                    <a:pt x="35824" y="1030778"/>
                  </a:lnTo>
                  <a:lnTo>
                    <a:pt x="55392" y="1071597"/>
                  </a:lnTo>
                  <a:lnTo>
                    <a:pt x="78923" y="1109652"/>
                  </a:lnTo>
                  <a:lnTo>
                    <a:pt x="106279" y="1145026"/>
                  </a:lnTo>
                  <a:lnTo>
                    <a:pt x="137318" y="1177802"/>
                  </a:lnTo>
                  <a:lnTo>
                    <a:pt x="171901" y="1208063"/>
                  </a:lnTo>
                  <a:lnTo>
                    <a:pt x="209887" y="1235892"/>
                  </a:lnTo>
                  <a:lnTo>
                    <a:pt x="251137" y="1261371"/>
                  </a:lnTo>
                  <a:lnTo>
                    <a:pt x="295510" y="1284583"/>
                  </a:lnTo>
                  <a:lnTo>
                    <a:pt x="342865" y="1305611"/>
                  </a:lnTo>
                  <a:lnTo>
                    <a:pt x="393064" y="1324538"/>
                  </a:lnTo>
                  <a:lnTo>
                    <a:pt x="445965" y="1341446"/>
                  </a:lnTo>
                  <a:lnTo>
                    <a:pt x="445326" y="1349267"/>
                  </a:lnTo>
                  <a:lnTo>
                    <a:pt x="445023" y="1357173"/>
                  </a:lnTo>
                  <a:lnTo>
                    <a:pt x="445023" y="1365110"/>
                  </a:lnTo>
                  <a:lnTo>
                    <a:pt x="448268" y="1409522"/>
                  </a:lnTo>
                  <a:lnTo>
                    <a:pt x="457722" y="1452130"/>
                  </a:lnTo>
                  <a:lnTo>
                    <a:pt x="472962" y="1492540"/>
                  </a:lnTo>
                  <a:lnTo>
                    <a:pt x="493562" y="1530361"/>
                  </a:lnTo>
                  <a:lnTo>
                    <a:pt x="519100" y="1565201"/>
                  </a:lnTo>
                  <a:lnTo>
                    <a:pt x="549152" y="1596667"/>
                  </a:lnTo>
                  <a:lnTo>
                    <a:pt x="583293" y="1624368"/>
                  </a:lnTo>
                  <a:lnTo>
                    <a:pt x="621101" y="1647911"/>
                  </a:lnTo>
                  <a:lnTo>
                    <a:pt x="662151" y="1666905"/>
                  </a:lnTo>
                  <a:lnTo>
                    <a:pt x="706020" y="1680958"/>
                  </a:lnTo>
                  <a:lnTo>
                    <a:pt x="752284" y="1689677"/>
                  </a:lnTo>
                  <a:lnTo>
                    <a:pt x="800520" y="1692670"/>
                  </a:lnTo>
                  <a:lnTo>
                    <a:pt x="852651" y="1689175"/>
                  </a:lnTo>
                  <a:lnTo>
                    <a:pt x="902429" y="1679017"/>
                  </a:lnTo>
                  <a:lnTo>
                    <a:pt x="949318" y="1662691"/>
                  </a:lnTo>
                  <a:lnTo>
                    <a:pt x="992780" y="1640692"/>
                  </a:lnTo>
                  <a:lnTo>
                    <a:pt x="1032278" y="1613513"/>
                  </a:lnTo>
                  <a:lnTo>
                    <a:pt x="1067276" y="1581650"/>
                  </a:lnTo>
                  <a:lnTo>
                    <a:pt x="1097237" y="1545596"/>
                  </a:lnTo>
                  <a:lnTo>
                    <a:pt x="1121623" y="1505846"/>
                  </a:lnTo>
                  <a:lnTo>
                    <a:pt x="1139898" y="1462894"/>
                  </a:lnTo>
                  <a:lnTo>
                    <a:pt x="1151525" y="1417234"/>
                  </a:lnTo>
                  <a:lnTo>
                    <a:pt x="1157221" y="1417234"/>
                  </a:lnTo>
                  <a:lnTo>
                    <a:pt x="1184734" y="1452791"/>
                  </a:lnTo>
                  <a:lnTo>
                    <a:pt x="1218406" y="1484395"/>
                  </a:lnTo>
                  <a:lnTo>
                    <a:pt x="1257561" y="1511493"/>
                  </a:lnTo>
                  <a:lnTo>
                    <a:pt x="1301526" y="1533532"/>
                  </a:lnTo>
                  <a:lnTo>
                    <a:pt x="1349628" y="1549959"/>
                  </a:lnTo>
                  <a:lnTo>
                    <a:pt x="1401193" y="1560220"/>
                  </a:lnTo>
                  <a:lnTo>
                    <a:pt x="1455547" y="1563763"/>
                  </a:lnTo>
                  <a:lnTo>
                    <a:pt x="1507648" y="1560499"/>
                  </a:lnTo>
                  <a:lnTo>
                    <a:pt x="1557233" y="1551035"/>
                  </a:lnTo>
                  <a:lnTo>
                    <a:pt x="1603705" y="1535863"/>
                  </a:lnTo>
                  <a:lnTo>
                    <a:pt x="1646467" y="1515474"/>
                  </a:lnTo>
                  <a:lnTo>
                    <a:pt x="1684923" y="1490361"/>
                  </a:lnTo>
                  <a:lnTo>
                    <a:pt x="1718475" y="1461015"/>
                  </a:lnTo>
                  <a:lnTo>
                    <a:pt x="1746528" y="1427929"/>
                  </a:lnTo>
                  <a:lnTo>
                    <a:pt x="1768484" y="1391594"/>
                  </a:lnTo>
                  <a:lnTo>
                    <a:pt x="1783746" y="1352503"/>
                  </a:lnTo>
                  <a:lnTo>
                    <a:pt x="1837619" y="1337329"/>
                  </a:lnTo>
                  <a:lnTo>
                    <a:pt x="1888978" y="1320260"/>
                  </a:lnTo>
                  <a:lnTo>
                    <a:pt x="1937690" y="1301215"/>
                  </a:lnTo>
                  <a:lnTo>
                    <a:pt x="1983622" y="1280117"/>
                  </a:lnTo>
                  <a:lnTo>
                    <a:pt x="2026641" y="1256888"/>
                  </a:lnTo>
                  <a:lnTo>
                    <a:pt x="2066616" y="1231448"/>
                  </a:lnTo>
                  <a:lnTo>
                    <a:pt x="2103413" y="1203719"/>
                  </a:lnTo>
                  <a:lnTo>
                    <a:pt x="2136900" y="1173623"/>
                  </a:lnTo>
                  <a:lnTo>
                    <a:pt x="2166945" y="1141082"/>
                  </a:lnTo>
                  <a:lnTo>
                    <a:pt x="2193413" y="1106016"/>
                  </a:lnTo>
                  <a:lnTo>
                    <a:pt x="2216173" y="1068347"/>
                  </a:lnTo>
                  <a:lnTo>
                    <a:pt x="2235093" y="1027997"/>
                  </a:lnTo>
                  <a:lnTo>
                    <a:pt x="2250039" y="984888"/>
                  </a:lnTo>
                  <a:lnTo>
                    <a:pt x="2260879" y="938940"/>
                  </a:lnTo>
                  <a:lnTo>
                    <a:pt x="2267481" y="890075"/>
                  </a:lnTo>
                  <a:lnTo>
                    <a:pt x="2269710" y="838215"/>
                  </a:lnTo>
                  <a:lnTo>
                    <a:pt x="2268402" y="797584"/>
                  </a:lnTo>
                  <a:lnTo>
                    <a:pt x="2264515" y="757454"/>
                  </a:lnTo>
                  <a:lnTo>
                    <a:pt x="2258110" y="717869"/>
                  </a:lnTo>
                  <a:lnTo>
                    <a:pt x="2249245" y="678873"/>
                  </a:lnTo>
                  <a:lnTo>
                    <a:pt x="2237981" y="640509"/>
                  </a:lnTo>
                  <a:lnTo>
                    <a:pt x="2224377" y="602821"/>
                  </a:lnTo>
                  <a:lnTo>
                    <a:pt x="2208492" y="565854"/>
                  </a:lnTo>
                  <a:lnTo>
                    <a:pt x="2190386" y="529650"/>
                  </a:lnTo>
                  <a:lnTo>
                    <a:pt x="2170118" y="494254"/>
                  </a:lnTo>
                  <a:lnTo>
                    <a:pt x="2147749" y="459710"/>
                  </a:lnTo>
                  <a:lnTo>
                    <a:pt x="2123336" y="426061"/>
                  </a:lnTo>
                  <a:lnTo>
                    <a:pt x="2096940" y="393351"/>
                  </a:lnTo>
                  <a:lnTo>
                    <a:pt x="2068620" y="361625"/>
                  </a:lnTo>
                  <a:lnTo>
                    <a:pt x="2038436" y="330924"/>
                  </a:lnTo>
                  <a:lnTo>
                    <a:pt x="2006446" y="301295"/>
                  </a:lnTo>
                  <a:lnTo>
                    <a:pt x="1972712" y="272780"/>
                  </a:lnTo>
                  <a:lnTo>
                    <a:pt x="1937291" y="245423"/>
                  </a:lnTo>
                  <a:lnTo>
                    <a:pt x="1900244" y="219268"/>
                  </a:lnTo>
                  <a:lnTo>
                    <a:pt x="1861630" y="194358"/>
                  </a:lnTo>
                  <a:lnTo>
                    <a:pt x="1821508" y="170739"/>
                  </a:lnTo>
                  <a:lnTo>
                    <a:pt x="1779939" y="148452"/>
                  </a:lnTo>
                  <a:lnTo>
                    <a:pt x="1736980" y="127543"/>
                  </a:lnTo>
                  <a:lnTo>
                    <a:pt x="1692693" y="108055"/>
                  </a:lnTo>
                  <a:lnTo>
                    <a:pt x="1647135" y="90032"/>
                  </a:lnTo>
                  <a:lnTo>
                    <a:pt x="1600368" y="73517"/>
                  </a:lnTo>
                  <a:lnTo>
                    <a:pt x="1552450" y="58555"/>
                  </a:lnTo>
                  <a:lnTo>
                    <a:pt x="1503440" y="45188"/>
                  </a:lnTo>
                  <a:lnTo>
                    <a:pt x="1453399" y="33462"/>
                  </a:lnTo>
                  <a:lnTo>
                    <a:pt x="1402385" y="23420"/>
                  </a:lnTo>
                  <a:lnTo>
                    <a:pt x="1350459" y="15106"/>
                  </a:lnTo>
                  <a:lnTo>
                    <a:pt x="1297679" y="8562"/>
                  </a:lnTo>
                  <a:lnTo>
                    <a:pt x="1244105" y="3834"/>
                  </a:lnTo>
                  <a:lnTo>
                    <a:pt x="1189796" y="966"/>
                  </a:lnTo>
                  <a:lnTo>
                    <a:pt x="113481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368141" y="4634717"/>
              <a:ext cx="1323975" cy="2346960"/>
            </a:xfrm>
            <a:custGeom>
              <a:avLst/>
              <a:gdLst/>
              <a:ahLst/>
              <a:cxnLst/>
              <a:rect l="l" t="t" r="r" b="b"/>
              <a:pathLst>
                <a:path w="1323975" h="2346959">
                  <a:moveTo>
                    <a:pt x="661979" y="0"/>
                  </a:moveTo>
                  <a:lnTo>
                    <a:pt x="621006" y="7354"/>
                  </a:lnTo>
                  <a:lnTo>
                    <a:pt x="576711" y="28755"/>
                  </a:lnTo>
                  <a:lnTo>
                    <a:pt x="529811" y="63211"/>
                  </a:lnTo>
                  <a:lnTo>
                    <a:pt x="481023" y="109731"/>
                  </a:lnTo>
                  <a:lnTo>
                    <a:pt x="431063" y="167323"/>
                  </a:lnTo>
                  <a:lnTo>
                    <a:pt x="405868" y="199960"/>
                  </a:lnTo>
                  <a:lnTo>
                    <a:pt x="380649" y="234994"/>
                  </a:lnTo>
                  <a:lnTo>
                    <a:pt x="355495" y="272299"/>
                  </a:lnTo>
                  <a:lnTo>
                    <a:pt x="330497" y="311753"/>
                  </a:lnTo>
                  <a:lnTo>
                    <a:pt x="305743" y="353230"/>
                  </a:lnTo>
                  <a:lnTo>
                    <a:pt x="281323" y="396608"/>
                  </a:lnTo>
                  <a:lnTo>
                    <a:pt x="257327" y="441762"/>
                  </a:lnTo>
                  <a:lnTo>
                    <a:pt x="233844" y="488567"/>
                  </a:lnTo>
                  <a:lnTo>
                    <a:pt x="210964" y="536901"/>
                  </a:lnTo>
                  <a:lnTo>
                    <a:pt x="188777" y="586639"/>
                  </a:lnTo>
                  <a:lnTo>
                    <a:pt x="167372" y="637657"/>
                  </a:lnTo>
                  <a:lnTo>
                    <a:pt x="146839" y="689832"/>
                  </a:lnTo>
                  <a:lnTo>
                    <a:pt x="127268" y="743038"/>
                  </a:lnTo>
                  <a:lnTo>
                    <a:pt x="108747" y="797153"/>
                  </a:lnTo>
                  <a:lnTo>
                    <a:pt x="91366" y="852052"/>
                  </a:lnTo>
                  <a:lnTo>
                    <a:pt x="75216" y="907611"/>
                  </a:lnTo>
                  <a:lnTo>
                    <a:pt x="60385" y="963706"/>
                  </a:lnTo>
                  <a:lnTo>
                    <a:pt x="46964" y="1020214"/>
                  </a:lnTo>
                  <a:lnTo>
                    <a:pt x="35042" y="1077010"/>
                  </a:lnTo>
                  <a:lnTo>
                    <a:pt x="24708" y="1133971"/>
                  </a:lnTo>
                  <a:lnTo>
                    <a:pt x="16052" y="1190972"/>
                  </a:lnTo>
                  <a:lnTo>
                    <a:pt x="9163" y="1247889"/>
                  </a:lnTo>
                  <a:lnTo>
                    <a:pt x="4132" y="1304598"/>
                  </a:lnTo>
                  <a:lnTo>
                    <a:pt x="1048" y="1360976"/>
                  </a:lnTo>
                  <a:lnTo>
                    <a:pt x="0" y="1416899"/>
                  </a:lnTo>
                  <a:lnTo>
                    <a:pt x="1123" y="1485058"/>
                  </a:lnTo>
                  <a:lnTo>
                    <a:pt x="4453" y="1550420"/>
                  </a:lnTo>
                  <a:lnTo>
                    <a:pt x="9927" y="1613010"/>
                  </a:lnTo>
                  <a:lnTo>
                    <a:pt x="17483" y="1672851"/>
                  </a:lnTo>
                  <a:lnTo>
                    <a:pt x="27059" y="1729968"/>
                  </a:lnTo>
                  <a:lnTo>
                    <a:pt x="38592" y="1784384"/>
                  </a:lnTo>
                  <a:lnTo>
                    <a:pt x="52021" y="1836123"/>
                  </a:lnTo>
                  <a:lnTo>
                    <a:pt x="67284" y="1885210"/>
                  </a:lnTo>
                  <a:lnTo>
                    <a:pt x="84318" y="1931668"/>
                  </a:lnTo>
                  <a:lnTo>
                    <a:pt x="103062" y="1975521"/>
                  </a:lnTo>
                  <a:lnTo>
                    <a:pt x="123453" y="2016794"/>
                  </a:lnTo>
                  <a:lnTo>
                    <a:pt x="145429" y="2055510"/>
                  </a:lnTo>
                  <a:lnTo>
                    <a:pt x="168928" y="2091694"/>
                  </a:lnTo>
                  <a:lnTo>
                    <a:pt x="193889" y="2125369"/>
                  </a:lnTo>
                  <a:lnTo>
                    <a:pt x="220248" y="2156560"/>
                  </a:lnTo>
                  <a:lnTo>
                    <a:pt x="247945" y="2185291"/>
                  </a:lnTo>
                  <a:lnTo>
                    <a:pt x="276916" y="2211584"/>
                  </a:lnTo>
                  <a:lnTo>
                    <a:pt x="307100" y="2235466"/>
                  </a:lnTo>
                  <a:lnTo>
                    <a:pt x="370857" y="2276088"/>
                  </a:lnTo>
                  <a:lnTo>
                    <a:pt x="438721" y="2307348"/>
                  </a:lnTo>
                  <a:lnTo>
                    <a:pt x="510193" y="2329439"/>
                  </a:lnTo>
                  <a:lnTo>
                    <a:pt x="584778" y="2342552"/>
                  </a:lnTo>
                  <a:lnTo>
                    <a:pt x="623083" y="2345803"/>
                  </a:lnTo>
                  <a:lnTo>
                    <a:pt x="661979" y="2346881"/>
                  </a:lnTo>
                  <a:lnTo>
                    <a:pt x="700876" y="2345803"/>
                  </a:lnTo>
                  <a:lnTo>
                    <a:pt x="739180" y="2342552"/>
                  </a:lnTo>
                  <a:lnTo>
                    <a:pt x="813765" y="2329439"/>
                  </a:lnTo>
                  <a:lnTo>
                    <a:pt x="885238" y="2307349"/>
                  </a:lnTo>
                  <a:lnTo>
                    <a:pt x="953101" y="2276090"/>
                  </a:lnTo>
                  <a:lnTo>
                    <a:pt x="1016859" y="2235470"/>
                  </a:lnTo>
                  <a:lnTo>
                    <a:pt x="1047043" y="2211590"/>
                  </a:lnTo>
                  <a:lnTo>
                    <a:pt x="1076014" y="2185297"/>
                  </a:lnTo>
                  <a:lnTo>
                    <a:pt x="1103710" y="2156569"/>
                  </a:lnTo>
                  <a:lnTo>
                    <a:pt x="1130070" y="2125380"/>
                  </a:lnTo>
                  <a:lnTo>
                    <a:pt x="1155030" y="2091707"/>
                  </a:lnTo>
                  <a:lnTo>
                    <a:pt x="1178530" y="2055526"/>
                  </a:lnTo>
                  <a:lnTo>
                    <a:pt x="1200506" y="2016813"/>
                  </a:lnTo>
                  <a:lnTo>
                    <a:pt x="1220897" y="1975543"/>
                  </a:lnTo>
                  <a:lnTo>
                    <a:pt x="1239641" y="1931694"/>
                  </a:lnTo>
                  <a:lnTo>
                    <a:pt x="1256675" y="1885240"/>
                  </a:lnTo>
                  <a:lnTo>
                    <a:pt x="1271938" y="1836158"/>
                  </a:lnTo>
                  <a:lnTo>
                    <a:pt x="1285367" y="1784424"/>
                  </a:lnTo>
                  <a:lnTo>
                    <a:pt x="1296900" y="1730014"/>
                  </a:lnTo>
                  <a:lnTo>
                    <a:pt x="1306476" y="1672904"/>
                  </a:lnTo>
                  <a:lnTo>
                    <a:pt x="1314032" y="1613070"/>
                  </a:lnTo>
                  <a:lnTo>
                    <a:pt x="1319506" y="1550488"/>
                  </a:lnTo>
                  <a:lnTo>
                    <a:pt x="1322835" y="1485133"/>
                  </a:lnTo>
                  <a:lnTo>
                    <a:pt x="1323959" y="1416983"/>
                  </a:lnTo>
                  <a:lnTo>
                    <a:pt x="1322962" y="1361056"/>
                  </a:lnTo>
                  <a:lnTo>
                    <a:pt x="1320023" y="1304675"/>
                  </a:lnTo>
                  <a:lnTo>
                    <a:pt x="1315224" y="1247962"/>
                  </a:lnTo>
                  <a:lnTo>
                    <a:pt x="1308644" y="1191041"/>
                  </a:lnTo>
                  <a:lnTo>
                    <a:pt x="1300366" y="1134037"/>
                  </a:lnTo>
                  <a:lnTo>
                    <a:pt x="1290469" y="1077073"/>
                  </a:lnTo>
                  <a:lnTo>
                    <a:pt x="1279034" y="1020273"/>
                  </a:lnTo>
                  <a:lnTo>
                    <a:pt x="1266142" y="963762"/>
                  </a:lnTo>
                  <a:lnTo>
                    <a:pt x="1251873" y="907663"/>
                  </a:lnTo>
                  <a:lnTo>
                    <a:pt x="1236309" y="852101"/>
                  </a:lnTo>
                  <a:lnTo>
                    <a:pt x="1219529" y="797198"/>
                  </a:lnTo>
                  <a:lnTo>
                    <a:pt x="1201615" y="743080"/>
                  </a:lnTo>
                  <a:lnTo>
                    <a:pt x="1182646" y="689871"/>
                  </a:lnTo>
                  <a:lnTo>
                    <a:pt x="1162705" y="637694"/>
                  </a:lnTo>
                  <a:lnTo>
                    <a:pt x="1141871" y="586672"/>
                  </a:lnTo>
                  <a:lnTo>
                    <a:pt x="1120225" y="536932"/>
                  </a:lnTo>
                  <a:lnTo>
                    <a:pt x="1097848" y="488595"/>
                  </a:lnTo>
                  <a:lnTo>
                    <a:pt x="1074820" y="441786"/>
                  </a:lnTo>
                  <a:lnTo>
                    <a:pt x="1051222" y="396630"/>
                  </a:lnTo>
                  <a:lnTo>
                    <a:pt x="1027136" y="353250"/>
                  </a:lnTo>
                  <a:lnTo>
                    <a:pt x="1002640" y="311770"/>
                  </a:lnTo>
                  <a:lnTo>
                    <a:pt x="977817" y="272314"/>
                  </a:lnTo>
                  <a:lnTo>
                    <a:pt x="952746" y="235007"/>
                  </a:lnTo>
                  <a:lnTo>
                    <a:pt x="927509" y="199971"/>
                  </a:lnTo>
                  <a:lnTo>
                    <a:pt x="902186" y="167332"/>
                  </a:lnTo>
                  <a:lnTo>
                    <a:pt x="876858" y="137212"/>
                  </a:lnTo>
                  <a:lnTo>
                    <a:pt x="826509" y="85030"/>
                  </a:lnTo>
                  <a:lnTo>
                    <a:pt x="777106" y="44416"/>
                  </a:lnTo>
                  <a:lnTo>
                    <a:pt x="729297" y="16361"/>
                  </a:lnTo>
                  <a:lnTo>
                    <a:pt x="683725" y="1859"/>
                  </a:lnTo>
                  <a:lnTo>
                    <a:pt x="66197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025887" y="5324600"/>
              <a:ext cx="0" cy="2754630"/>
            </a:xfrm>
            <a:custGeom>
              <a:avLst/>
              <a:gdLst/>
              <a:ahLst/>
              <a:cxnLst/>
              <a:rect l="l" t="t" r="r" b="b"/>
              <a:pathLst>
                <a:path w="0" h="2754629">
                  <a:moveTo>
                    <a:pt x="0" y="2754198"/>
                  </a:moveTo>
                  <a:lnTo>
                    <a:pt x="0" y="0"/>
                  </a:lnTo>
                </a:path>
              </a:pathLst>
            </a:custGeom>
            <a:ln w="26072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44511" y="5617863"/>
              <a:ext cx="185420" cy="967740"/>
            </a:xfrm>
            <a:custGeom>
              <a:avLst/>
              <a:gdLst/>
              <a:ahLst/>
              <a:cxnLst/>
              <a:rect l="l" t="t" r="r" b="b"/>
              <a:pathLst>
                <a:path w="185420" h="967740">
                  <a:moveTo>
                    <a:pt x="0" y="0"/>
                  </a:moveTo>
                  <a:lnTo>
                    <a:pt x="0" y="518214"/>
                  </a:lnTo>
                  <a:lnTo>
                    <a:pt x="2737" y="569858"/>
                  </a:lnTo>
                  <a:lnTo>
                    <a:pt x="10874" y="620711"/>
                  </a:lnTo>
                  <a:lnTo>
                    <a:pt x="24297" y="670359"/>
                  </a:lnTo>
                  <a:lnTo>
                    <a:pt x="42891" y="718385"/>
                  </a:lnTo>
                  <a:lnTo>
                    <a:pt x="66542" y="764374"/>
                  </a:lnTo>
                  <a:lnTo>
                    <a:pt x="184832" y="967342"/>
                  </a:lnTo>
                </a:path>
              </a:pathLst>
            </a:custGeom>
            <a:ln w="26072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01641" y="4084498"/>
              <a:ext cx="942340" cy="2480310"/>
            </a:xfrm>
            <a:custGeom>
              <a:avLst/>
              <a:gdLst/>
              <a:ahLst/>
              <a:cxnLst/>
              <a:rect l="l" t="t" r="r" b="b"/>
              <a:pathLst>
                <a:path w="942339" h="2480309">
                  <a:moveTo>
                    <a:pt x="280274" y="0"/>
                  </a:moveTo>
                  <a:lnTo>
                    <a:pt x="230637" y="3432"/>
                  </a:lnTo>
                  <a:lnTo>
                    <a:pt x="181998" y="13568"/>
                  </a:lnTo>
                  <a:lnTo>
                    <a:pt x="134486" y="30165"/>
                  </a:lnTo>
                  <a:lnTo>
                    <a:pt x="88230" y="52981"/>
                  </a:lnTo>
                  <a:lnTo>
                    <a:pt x="43358" y="81773"/>
                  </a:lnTo>
                  <a:lnTo>
                    <a:pt x="0" y="116300"/>
                  </a:lnTo>
                  <a:lnTo>
                    <a:pt x="45680" y="94632"/>
                  </a:lnTo>
                  <a:lnTo>
                    <a:pt x="92590" y="78886"/>
                  </a:lnTo>
                  <a:lnTo>
                    <a:pt x="140601" y="69279"/>
                  </a:lnTo>
                  <a:lnTo>
                    <a:pt x="189585" y="66029"/>
                  </a:lnTo>
                  <a:lnTo>
                    <a:pt x="223651" y="67600"/>
                  </a:lnTo>
                  <a:lnTo>
                    <a:pt x="290398" y="79938"/>
                  </a:lnTo>
                  <a:lnTo>
                    <a:pt x="355024" y="104033"/>
                  </a:lnTo>
                  <a:lnTo>
                    <a:pt x="417196" y="139277"/>
                  </a:lnTo>
                  <a:lnTo>
                    <a:pt x="476581" y="185065"/>
                  </a:lnTo>
                  <a:lnTo>
                    <a:pt x="505124" y="211723"/>
                  </a:lnTo>
                  <a:lnTo>
                    <a:pt x="532846" y="240789"/>
                  </a:lnTo>
                  <a:lnTo>
                    <a:pt x="559705" y="272188"/>
                  </a:lnTo>
                  <a:lnTo>
                    <a:pt x="585658" y="305842"/>
                  </a:lnTo>
                  <a:lnTo>
                    <a:pt x="610666" y="341678"/>
                  </a:lnTo>
                  <a:lnTo>
                    <a:pt x="634686" y="379618"/>
                  </a:lnTo>
                  <a:lnTo>
                    <a:pt x="657676" y="419588"/>
                  </a:lnTo>
                  <a:lnTo>
                    <a:pt x="679595" y="461510"/>
                  </a:lnTo>
                  <a:lnTo>
                    <a:pt x="700401" y="505309"/>
                  </a:lnTo>
                  <a:lnTo>
                    <a:pt x="720053" y="550910"/>
                  </a:lnTo>
                  <a:lnTo>
                    <a:pt x="738509" y="598237"/>
                  </a:lnTo>
                  <a:lnTo>
                    <a:pt x="755728" y="647213"/>
                  </a:lnTo>
                  <a:lnTo>
                    <a:pt x="771668" y="697763"/>
                  </a:lnTo>
                  <a:lnTo>
                    <a:pt x="786287" y="749811"/>
                  </a:lnTo>
                  <a:lnTo>
                    <a:pt x="799544" y="803281"/>
                  </a:lnTo>
                  <a:lnTo>
                    <a:pt x="811396" y="858097"/>
                  </a:lnTo>
                  <a:lnTo>
                    <a:pt x="821804" y="914183"/>
                  </a:lnTo>
                  <a:lnTo>
                    <a:pt x="830724" y="971464"/>
                  </a:lnTo>
                  <a:lnTo>
                    <a:pt x="838116" y="1029864"/>
                  </a:lnTo>
                  <a:lnTo>
                    <a:pt x="843938" y="1089307"/>
                  </a:lnTo>
                  <a:lnTo>
                    <a:pt x="848147" y="1149717"/>
                  </a:lnTo>
                  <a:lnTo>
                    <a:pt x="850704" y="1211017"/>
                  </a:lnTo>
                  <a:lnTo>
                    <a:pt x="851565" y="1273134"/>
                  </a:lnTo>
                  <a:lnTo>
                    <a:pt x="850723" y="1334554"/>
                  </a:lnTo>
                  <a:lnTo>
                    <a:pt x="848222" y="1395181"/>
                  </a:lnTo>
                  <a:lnTo>
                    <a:pt x="844104" y="1454938"/>
                  </a:lnTo>
                  <a:lnTo>
                    <a:pt x="838407" y="1513755"/>
                  </a:lnTo>
                  <a:lnTo>
                    <a:pt x="831174" y="1571556"/>
                  </a:lnTo>
                  <a:lnTo>
                    <a:pt x="822443" y="1628268"/>
                  </a:lnTo>
                  <a:lnTo>
                    <a:pt x="812255" y="1683819"/>
                  </a:lnTo>
                  <a:lnTo>
                    <a:pt x="800650" y="1738133"/>
                  </a:lnTo>
                  <a:lnTo>
                    <a:pt x="787669" y="1791139"/>
                  </a:lnTo>
                  <a:lnTo>
                    <a:pt x="773351" y="1842763"/>
                  </a:lnTo>
                  <a:lnTo>
                    <a:pt x="757737" y="1892930"/>
                  </a:lnTo>
                  <a:lnTo>
                    <a:pt x="740867" y="1941568"/>
                  </a:lnTo>
                  <a:lnTo>
                    <a:pt x="722782" y="1988603"/>
                  </a:lnTo>
                  <a:lnTo>
                    <a:pt x="703521" y="2033962"/>
                  </a:lnTo>
                  <a:lnTo>
                    <a:pt x="683125" y="2077571"/>
                  </a:lnTo>
                  <a:lnTo>
                    <a:pt x="661635" y="2119356"/>
                  </a:lnTo>
                  <a:lnTo>
                    <a:pt x="639089" y="2159245"/>
                  </a:lnTo>
                  <a:lnTo>
                    <a:pt x="615529" y="2197164"/>
                  </a:lnTo>
                  <a:lnTo>
                    <a:pt x="590994" y="2233039"/>
                  </a:lnTo>
                  <a:lnTo>
                    <a:pt x="565526" y="2266797"/>
                  </a:lnTo>
                  <a:lnTo>
                    <a:pt x="539163" y="2298364"/>
                  </a:lnTo>
                  <a:lnTo>
                    <a:pt x="511947" y="2327667"/>
                  </a:lnTo>
                  <a:lnTo>
                    <a:pt x="483918" y="2354633"/>
                  </a:lnTo>
                  <a:lnTo>
                    <a:pt x="425580" y="2401258"/>
                  </a:lnTo>
                  <a:lnTo>
                    <a:pt x="364471" y="2437651"/>
                  </a:lnTo>
                  <a:lnTo>
                    <a:pt x="300913" y="2463224"/>
                  </a:lnTo>
                  <a:lnTo>
                    <a:pt x="235228" y="2477390"/>
                  </a:lnTo>
                  <a:lnTo>
                    <a:pt x="246453" y="2478639"/>
                  </a:lnTo>
                  <a:lnTo>
                    <a:pt x="257708" y="2479529"/>
                  </a:lnTo>
                  <a:lnTo>
                    <a:pt x="268984" y="2480061"/>
                  </a:lnTo>
                  <a:lnTo>
                    <a:pt x="280274" y="2480238"/>
                  </a:lnTo>
                  <a:lnTo>
                    <a:pt x="313313" y="2478720"/>
                  </a:lnTo>
                  <a:lnTo>
                    <a:pt x="378096" y="2466792"/>
                  </a:lnTo>
                  <a:lnTo>
                    <a:pt x="440899" y="2443480"/>
                  </a:lnTo>
                  <a:lnTo>
                    <a:pt x="501417" y="2409352"/>
                  </a:lnTo>
                  <a:lnTo>
                    <a:pt x="559348" y="2364977"/>
                  </a:lnTo>
                  <a:lnTo>
                    <a:pt x="614388" y="2310924"/>
                  </a:lnTo>
                  <a:lnTo>
                    <a:pt x="640729" y="2280446"/>
                  </a:lnTo>
                  <a:lnTo>
                    <a:pt x="666233" y="2247761"/>
                  </a:lnTo>
                  <a:lnTo>
                    <a:pt x="690863" y="2212941"/>
                  </a:lnTo>
                  <a:lnTo>
                    <a:pt x="714581" y="2176057"/>
                  </a:lnTo>
                  <a:lnTo>
                    <a:pt x="737349" y="2137179"/>
                  </a:lnTo>
                  <a:lnTo>
                    <a:pt x="759128" y="2096379"/>
                  </a:lnTo>
                  <a:lnTo>
                    <a:pt x="779881" y="2053728"/>
                  </a:lnTo>
                  <a:lnTo>
                    <a:pt x="799570" y="2009297"/>
                  </a:lnTo>
                  <a:lnTo>
                    <a:pt x="818157" y="1963157"/>
                  </a:lnTo>
                  <a:lnTo>
                    <a:pt x="835605" y="1915378"/>
                  </a:lnTo>
                  <a:lnTo>
                    <a:pt x="851874" y="1866033"/>
                  </a:lnTo>
                  <a:lnTo>
                    <a:pt x="866928" y="1815192"/>
                  </a:lnTo>
                  <a:lnTo>
                    <a:pt x="880727" y="1762926"/>
                  </a:lnTo>
                  <a:lnTo>
                    <a:pt x="893236" y="1709306"/>
                  </a:lnTo>
                  <a:lnTo>
                    <a:pt x="904415" y="1654404"/>
                  </a:lnTo>
                  <a:lnTo>
                    <a:pt x="914226" y="1598290"/>
                  </a:lnTo>
                  <a:lnTo>
                    <a:pt x="922632" y="1541035"/>
                  </a:lnTo>
                  <a:lnTo>
                    <a:pt x="929595" y="1482711"/>
                  </a:lnTo>
                  <a:lnTo>
                    <a:pt x="935076" y="1423388"/>
                  </a:lnTo>
                  <a:lnTo>
                    <a:pt x="939038" y="1363138"/>
                  </a:lnTo>
                  <a:lnTo>
                    <a:pt x="941443" y="1302032"/>
                  </a:lnTo>
                  <a:lnTo>
                    <a:pt x="942254" y="1240140"/>
                  </a:lnTo>
                  <a:lnTo>
                    <a:pt x="941443" y="1178244"/>
                  </a:lnTo>
                  <a:lnTo>
                    <a:pt x="939037" y="1117134"/>
                  </a:lnTo>
                  <a:lnTo>
                    <a:pt x="935073" y="1056881"/>
                  </a:lnTo>
                  <a:lnTo>
                    <a:pt x="929590" y="997555"/>
                  </a:lnTo>
                  <a:lnTo>
                    <a:pt x="922625" y="939228"/>
                  </a:lnTo>
                  <a:lnTo>
                    <a:pt x="914216" y="881971"/>
                  </a:lnTo>
                  <a:lnTo>
                    <a:pt x="904401" y="825854"/>
                  </a:lnTo>
                  <a:lnTo>
                    <a:pt x="893219" y="770949"/>
                  </a:lnTo>
                  <a:lnTo>
                    <a:pt x="880707" y="717328"/>
                  </a:lnTo>
                  <a:lnTo>
                    <a:pt x="866903" y="665060"/>
                  </a:lnTo>
                  <a:lnTo>
                    <a:pt x="851846" y="614217"/>
                  </a:lnTo>
                  <a:lnTo>
                    <a:pt x="835573" y="564870"/>
                  </a:lnTo>
                  <a:lnTo>
                    <a:pt x="818122" y="517090"/>
                  </a:lnTo>
                  <a:lnTo>
                    <a:pt x="799531" y="470949"/>
                  </a:lnTo>
                  <a:lnTo>
                    <a:pt x="779839" y="426516"/>
                  </a:lnTo>
                  <a:lnTo>
                    <a:pt x="759082" y="383864"/>
                  </a:lnTo>
                  <a:lnTo>
                    <a:pt x="737300" y="343063"/>
                  </a:lnTo>
                  <a:lnTo>
                    <a:pt x="714530" y="304185"/>
                  </a:lnTo>
                  <a:lnTo>
                    <a:pt x="690810" y="267300"/>
                  </a:lnTo>
                  <a:lnTo>
                    <a:pt x="666179" y="232479"/>
                  </a:lnTo>
                  <a:lnTo>
                    <a:pt x="640673" y="199794"/>
                  </a:lnTo>
                  <a:lnTo>
                    <a:pt x="614332" y="169315"/>
                  </a:lnTo>
                  <a:lnTo>
                    <a:pt x="587193" y="141114"/>
                  </a:lnTo>
                  <a:lnTo>
                    <a:pt x="530672" y="91828"/>
                  </a:lnTo>
                  <a:lnTo>
                    <a:pt x="471416" y="52506"/>
                  </a:lnTo>
                  <a:lnTo>
                    <a:pt x="409729" y="23715"/>
                  </a:lnTo>
                  <a:lnTo>
                    <a:pt x="345913" y="6023"/>
                  </a:lnTo>
                  <a:lnTo>
                    <a:pt x="313302" y="1517"/>
                  </a:lnTo>
                  <a:lnTo>
                    <a:pt x="280274" y="0"/>
                  </a:lnTo>
                  <a:close/>
                </a:path>
              </a:pathLst>
            </a:custGeom>
            <a:solidFill>
              <a:srgbClr val="E4EB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29246" y="4150528"/>
              <a:ext cx="1323975" cy="2414270"/>
            </a:xfrm>
            <a:custGeom>
              <a:avLst/>
              <a:gdLst/>
              <a:ahLst/>
              <a:cxnLst/>
              <a:rect l="l" t="t" r="r" b="b"/>
              <a:pathLst>
                <a:path w="1323975" h="2414270">
                  <a:moveTo>
                    <a:pt x="661979" y="0"/>
                  </a:moveTo>
                  <a:lnTo>
                    <a:pt x="594296" y="6232"/>
                  </a:lnTo>
                  <a:lnTo>
                    <a:pt x="528567" y="24523"/>
                  </a:lnTo>
                  <a:lnTo>
                    <a:pt x="465127" y="54268"/>
                  </a:lnTo>
                  <a:lnTo>
                    <a:pt x="404307" y="94859"/>
                  </a:lnTo>
                  <a:lnTo>
                    <a:pt x="346440" y="145689"/>
                  </a:lnTo>
                  <a:lnTo>
                    <a:pt x="318719" y="174755"/>
                  </a:lnTo>
                  <a:lnTo>
                    <a:pt x="291860" y="206153"/>
                  </a:lnTo>
                  <a:lnTo>
                    <a:pt x="265906" y="239807"/>
                  </a:lnTo>
                  <a:lnTo>
                    <a:pt x="240899" y="275642"/>
                  </a:lnTo>
                  <a:lnTo>
                    <a:pt x="216879" y="313582"/>
                  </a:lnTo>
                  <a:lnTo>
                    <a:pt x="193889" y="353550"/>
                  </a:lnTo>
                  <a:lnTo>
                    <a:pt x="171970" y="395472"/>
                  </a:lnTo>
                  <a:lnTo>
                    <a:pt x="151163" y="439271"/>
                  </a:lnTo>
                  <a:lnTo>
                    <a:pt x="131511" y="484872"/>
                  </a:lnTo>
                  <a:lnTo>
                    <a:pt x="113055" y="532198"/>
                  </a:lnTo>
                  <a:lnTo>
                    <a:pt x="95837" y="581174"/>
                  </a:lnTo>
                  <a:lnTo>
                    <a:pt x="79897" y="631724"/>
                  </a:lnTo>
                  <a:lnTo>
                    <a:pt x="65278" y="683772"/>
                  </a:lnTo>
                  <a:lnTo>
                    <a:pt x="52021" y="737242"/>
                  </a:lnTo>
                  <a:lnTo>
                    <a:pt x="40168" y="792059"/>
                  </a:lnTo>
                  <a:lnTo>
                    <a:pt x="29761" y="848146"/>
                  </a:lnTo>
                  <a:lnTo>
                    <a:pt x="20840" y="905428"/>
                  </a:lnTo>
                  <a:lnTo>
                    <a:pt x="13449" y="963829"/>
                  </a:lnTo>
                  <a:lnTo>
                    <a:pt x="7627" y="1023273"/>
                  </a:lnTo>
                  <a:lnTo>
                    <a:pt x="3417" y="1083684"/>
                  </a:lnTo>
                  <a:lnTo>
                    <a:pt x="861" y="1144986"/>
                  </a:lnTo>
                  <a:lnTo>
                    <a:pt x="0" y="1207104"/>
                  </a:lnTo>
                  <a:lnTo>
                    <a:pt x="861" y="1269221"/>
                  </a:lnTo>
                  <a:lnTo>
                    <a:pt x="3417" y="1330523"/>
                  </a:lnTo>
                  <a:lnTo>
                    <a:pt x="7627" y="1390933"/>
                  </a:lnTo>
                  <a:lnTo>
                    <a:pt x="13449" y="1450376"/>
                  </a:lnTo>
                  <a:lnTo>
                    <a:pt x="20840" y="1508777"/>
                  </a:lnTo>
                  <a:lnTo>
                    <a:pt x="29761" y="1566058"/>
                  </a:lnTo>
                  <a:lnTo>
                    <a:pt x="40168" y="1622145"/>
                  </a:lnTo>
                  <a:lnTo>
                    <a:pt x="52021" y="1676962"/>
                  </a:lnTo>
                  <a:lnTo>
                    <a:pt x="65278" y="1730432"/>
                  </a:lnTo>
                  <a:lnTo>
                    <a:pt x="79897" y="1782480"/>
                  </a:lnTo>
                  <a:lnTo>
                    <a:pt x="95837" y="1833029"/>
                  </a:lnTo>
                  <a:lnTo>
                    <a:pt x="113055" y="1882006"/>
                  </a:lnTo>
                  <a:lnTo>
                    <a:pt x="131511" y="1929332"/>
                  </a:lnTo>
                  <a:lnTo>
                    <a:pt x="151163" y="1974933"/>
                  </a:lnTo>
                  <a:lnTo>
                    <a:pt x="171970" y="2018732"/>
                  </a:lnTo>
                  <a:lnTo>
                    <a:pt x="193889" y="2060654"/>
                  </a:lnTo>
                  <a:lnTo>
                    <a:pt x="216879" y="2100623"/>
                  </a:lnTo>
                  <a:lnTo>
                    <a:pt x="240899" y="2138563"/>
                  </a:lnTo>
                  <a:lnTo>
                    <a:pt x="265906" y="2174398"/>
                  </a:lnTo>
                  <a:lnTo>
                    <a:pt x="291860" y="2208053"/>
                  </a:lnTo>
                  <a:lnTo>
                    <a:pt x="318719" y="2239451"/>
                  </a:lnTo>
                  <a:lnTo>
                    <a:pt x="346440" y="2268517"/>
                  </a:lnTo>
                  <a:lnTo>
                    <a:pt x="374984" y="2295174"/>
                  </a:lnTo>
                  <a:lnTo>
                    <a:pt x="434368" y="2340961"/>
                  </a:lnTo>
                  <a:lnTo>
                    <a:pt x="496540" y="2376206"/>
                  </a:lnTo>
                  <a:lnTo>
                    <a:pt x="561166" y="2400300"/>
                  </a:lnTo>
                  <a:lnTo>
                    <a:pt x="627914" y="2412638"/>
                  </a:lnTo>
                  <a:lnTo>
                    <a:pt x="661979" y="2414209"/>
                  </a:lnTo>
                  <a:lnTo>
                    <a:pt x="696045" y="2412638"/>
                  </a:lnTo>
                  <a:lnTo>
                    <a:pt x="762792" y="2400300"/>
                  </a:lnTo>
                  <a:lnTo>
                    <a:pt x="827418" y="2376206"/>
                  </a:lnTo>
                  <a:lnTo>
                    <a:pt x="889590" y="2340961"/>
                  </a:lnTo>
                  <a:lnTo>
                    <a:pt x="948975" y="2295174"/>
                  </a:lnTo>
                  <a:lnTo>
                    <a:pt x="977518" y="2268517"/>
                  </a:lnTo>
                  <a:lnTo>
                    <a:pt x="1005240" y="2239451"/>
                  </a:lnTo>
                  <a:lnTo>
                    <a:pt x="1032099" y="2208053"/>
                  </a:lnTo>
                  <a:lnTo>
                    <a:pt x="1058052" y="2174398"/>
                  </a:lnTo>
                  <a:lnTo>
                    <a:pt x="1083060" y="2138563"/>
                  </a:lnTo>
                  <a:lnTo>
                    <a:pt x="1107080" y="2100623"/>
                  </a:lnTo>
                  <a:lnTo>
                    <a:pt x="1130070" y="2060654"/>
                  </a:lnTo>
                  <a:lnTo>
                    <a:pt x="1151989" y="2018732"/>
                  </a:lnTo>
                  <a:lnTo>
                    <a:pt x="1172795" y="1974933"/>
                  </a:lnTo>
                  <a:lnTo>
                    <a:pt x="1192447" y="1929332"/>
                  </a:lnTo>
                  <a:lnTo>
                    <a:pt x="1210903" y="1882006"/>
                  </a:lnTo>
                  <a:lnTo>
                    <a:pt x="1228122" y="1833029"/>
                  </a:lnTo>
                  <a:lnTo>
                    <a:pt x="1244062" y="1782480"/>
                  </a:lnTo>
                  <a:lnTo>
                    <a:pt x="1258681" y="1730432"/>
                  </a:lnTo>
                  <a:lnTo>
                    <a:pt x="1271938" y="1676962"/>
                  </a:lnTo>
                  <a:lnTo>
                    <a:pt x="1283790" y="1622145"/>
                  </a:lnTo>
                  <a:lnTo>
                    <a:pt x="1294198" y="1566058"/>
                  </a:lnTo>
                  <a:lnTo>
                    <a:pt x="1303118" y="1508777"/>
                  </a:lnTo>
                  <a:lnTo>
                    <a:pt x="1310510" y="1450376"/>
                  </a:lnTo>
                  <a:lnTo>
                    <a:pt x="1316332" y="1390933"/>
                  </a:lnTo>
                  <a:lnTo>
                    <a:pt x="1320541" y="1330523"/>
                  </a:lnTo>
                  <a:lnTo>
                    <a:pt x="1323098" y="1269221"/>
                  </a:lnTo>
                  <a:lnTo>
                    <a:pt x="1323959" y="1207104"/>
                  </a:lnTo>
                  <a:lnTo>
                    <a:pt x="1323098" y="1144986"/>
                  </a:lnTo>
                  <a:lnTo>
                    <a:pt x="1320541" y="1083684"/>
                  </a:lnTo>
                  <a:lnTo>
                    <a:pt x="1316332" y="1023273"/>
                  </a:lnTo>
                  <a:lnTo>
                    <a:pt x="1310510" y="963829"/>
                  </a:lnTo>
                  <a:lnTo>
                    <a:pt x="1303118" y="905428"/>
                  </a:lnTo>
                  <a:lnTo>
                    <a:pt x="1294198" y="848146"/>
                  </a:lnTo>
                  <a:lnTo>
                    <a:pt x="1283790" y="792059"/>
                  </a:lnTo>
                  <a:lnTo>
                    <a:pt x="1271938" y="737242"/>
                  </a:lnTo>
                  <a:lnTo>
                    <a:pt x="1258681" y="683772"/>
                  </a:lnTo>
                  <a:lnTo>
                    <a:pt x="1244062" y="631724"/>
                  </a:lnTo>
                  <a:lnTo>
                    <a:pt x="1228122" y="581174"/>
                  </a:lnTo>
                  <a:lnTo>
                    <a:pt x="1210903" y="532198"/>
                  </a:lnTo>
                  <a:lnTo>
                    <a:pt x="1192447" y="484872"/>
                  </a:lnTo>
                  <a:lnTo>
                    <a:pt x="1172795" y="439271"/>
                  </a:lnTo>
                  <a:lnTo>
                    <a:pt x="1151989" y="395472"/>
                  </a:lnTo>
                  <a:lnTo>
                    <a:pt x="1130070" y="353550"/>
                  </a:lnTo>
                  <a:lnTo>
                    <a:pt x="1107080" y="313582"/>
                  </a:lnTo>
                  <a:lnTo>
                    <a:pt x="1083060" y="275642"/>
                  </a:lnTo>
                  <a:lnTo>
                    <a:pt x="1058052" y="239807"/>
                  </a:lnTo>
                  <a:lnTo>
                    <a:pt x="1032099" y="206153"/>
                  </a:lnTo>
                  <a:lnTo>
                    <a:pt x="1005240" y="174755"/>
                  </a:lnTo>
                  <a:lnTo>
                    <a:pt x="977518" y="145689"/>
                  </a:lnTo>
                  <a:lnTo>
                    <a:pt x="948975" y="119032"/>
                  </a:lnTo>
                  <a:lnTo>
                    <a:pt x="889590" y="73246"/>
                  </a:lnTo>
                  <a:lnTo>
                    <a:pt x="827418" y="38002"/>
                  </a:lnTo>
                  <a:lnTo>
                    <a:pt x="762792" y="13908"/>
                  </a:lnTo>
                  <a:lnTo>
                    <a:pt x="696045" y="1570"/>
                  </a:lnTo>
                  <a:lnTo>
                    <a:pt x="66197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95329" y="4792900"/>
              <a:ext cx="0" cy="2932430"/>
            </a:xfrm>
            <a:custGeom>
              <a:avLst/>
              <a:gdLst/>
              <a:ahLst/>
              <a:cxnLst/>
              <a:rect l="l" t="t" r="r" b="b"/>
              <a:pathLst>
                <a:path w="0" h="2932429">
                  <a:moveTo>
                    <a:pt x="0" y="2931868"/>
                  </a:moveTo>
                  <a:lnTo>
                    <a:pt x="0" y="0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96712" y="6540769"/>
              <a:ext cx="292735" cy="532130"/>
            </a:xfrm>
            <a:custGeom>
              <a:avLst/>
              <a:gdLst/>
              <a:ahLst/>
              <a:cxnLst/>
              <a:rect l="l" t="t" r="r" b="b"/>
              <a:pathLst>
                <a:path w="292735" h="532129">
                  <a:moveTo>
                    <a:pt x="292273" y="0"/>
                  </a:moveTo>
                  <a:lnTo>
                    <a:pt x="292273" y="239333"/>
                  </a:lnTo>
                  <a:lnTo>
                    <a:pt x="286475" y="289595"/>
                  </a:lnTo>
                  <a:lnTo>
                    <a:pt x="269977" y="335734"/>
                  </a:lnTo>
                  <a:lnTo>
                    <a:pt x="244094" y="376436"/>
                  </a:lnTo>
                  <a:lnTo>
                    <a:pt x="210141" y="410383"/>
                  </a:lnTo>
                  <a:lnTo>
                    <a:pt x="169434" y="436260"/>
                  </a:lnTo>
                  <a:lnTo>
                    <a:pt x="123290" y="452751"/>
                  </a:lnTo>
                  <a:lnTo>
                    <a:pt x="73023" y="458541"/>
                  </a:lnTo>
                  <a:lnTo>
                    <a:pt x="44617" y="464285"/>
                  </a:lnTo>
                  <a:lnTo>
                    <a:pt x="21414" y="479926"/>
                  </a:lnTo>
                  <a:lnTo>
                    <a:pt x="5760" y="503119"/>
                  </a:lnTo>
                  <a:lnTo>
                    <a:pt x="0" y="531523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175188" y="4474457"/>
              <a:ext cx="116205" cy="1169670"/>
            </a:xfrm>
            <a:custGeom>
              <a:avLst/>
              <a:gdLst/>
              <a:ahLst/>
              <a:cxnLst/>
              <a:rect l="l" t="t" r="r" b="b"/>
              <a:pathLst>
                <a:path w="116204" h="1169670">
                  <a:moveTo>
                    <a:pt x="0" y="0"/>
                  </a:moveTo>
                  <a:lnTo>
                    <a:pt x="0" y="855062"/>
                  </a:lnTo>
                  <a:lnTo>
                    <a:pt x="2353" y="902094"/>
                  </a:lnTo>
                  <a:lnTo>
                    <a:pt x="9374" y="948420"/>
                  </a:lnTo>
                  <a:lnTo>
                    <a:pt x="20960" y="993704"/>
                  </a:lnTo>
                  <a:lnTo>
                    <a:pt x="37004" y="1037606"/>
                  </a:lnTo>
                  <a:lnTo>
                    <a:pt x="57402" y="1079788"/>
                  </a:lnTo>
                  <a:lnTo>
                    <a:pt x="82049" y="1119913"/>
                  </a:lnTo>
                  <a:lnTo>
                    <a:pt x="115954" y="1169315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96714" y="4801021"/>
              <a:ext cx="258445" cy="490220"/>
            </a:xfrm>
            <a:custGeom>
              <a:avLst/>
              <a:gdLst/>
              <a:ahLst/>
              <a:cxnLst/>
              <a:rect l="l" t="t" r="r" b="b"/>
              <a:pathLst>
                <a:path w="258445" h="490220">
                  <a:moveTo>
                    <a:pt x="257939" y="0"/>
                  </a:moveTo>
                  <a:lnTo>
                    <a:pt x="255945" y="48644"/>
                  </a:lnTo>
                  <a:lnTo>
                    <a:pt x="250039" y="96555"/>
                  </a:lnTo>
                  <a:lnTo>
                    <a:pt x="240333" y="143527"/>
                  </a:lnTo>
                  <a:lnTo>
                    <a:pt x="226935" y="189351"/>
                  </a:lnTo>
                  <a:lnTo>
                    <a:pt x="209954" y="233819"/>
                  </a:lnTo>
                  <a:lnTo>
                    <a:pt x="189502" y="276723"/>
                  </a:lnTo>
                  <a:lnTo>
                    <a:pt x="165686" y="317855"/>
                  </a:lnTo>
                  <a:lnTo>
                    <a:pt x="138617" y="357009"/>
                  </a:lnTo>
                  <a:lnTo>
                    <a:pt x="108404" y="393975"/>
                  </a:lnTo>
                  <a:lnTo>
                    <a:pt x="75157" y="428545"/>
                  </a:lnTo>
                  <a:lnTo>
                    <a:pt x="38986" y="460513"/>
                  </a:lnTo>
                  <a:lnTo>
                    <a:pt x="0" y="489670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034240" y="5183164"/>
              <a:ext cx="1420495" cy="2202815"/>
            </a:xfrm>
            <a:custGeom>
              <a:avLst/>
              <a:gdLst/>
              <a:ahLst/>
              <a:cxnLst/>
              <a:rect l="l" t="t" r="r" b="b"/>
              <a:pathLst>
                <a:path w="1420495" h="2202815">
                  <a:moveTo>
                    <a:pt x="710093" y="0"/>
                  </a:moveTo>
                  <a:lnTo>
                    <a:pt x="635181" y="6055"/>
                  </a:lnTo>
                  <a:lnTo>
                    <a:pt x="562515" y="23817"/>
                  </a:lnTo>
                  <a:lnTo>
                    <a:pt x="492490" y="52676"/>
                  </a:lnTo>
                  <a:lnTo>
                    <a:pt x="458590" y="71076"/>
                  </a:lnTo>
                  <a:lnTo>
                    <a:pt x="425497" y="92023"/>
                  </a:lnTo>
                  <a:lnTo>
                    <a:pt x="393260" y="115439"/>
                  </a:lnTo>
                  <a:lnTo>
                    <a:pt x="361928" y="141249"/>
                  </a:lnTo>
                  <a:lnTo>
                    <a:pt x="331551" y="169376"/>
                  </a:lnTo>
                  <a:lnTo>
                    <a:pt x="302177" y="199745"/>
                  </a:lnTo>
                  <a:lnTo>
                    <a:pt x="273856" y="232279"/>
                  </a:lnTo>
                  <a:lnTo>
                    <a:pt x="246637" y="266902"/>
                  </a:lnTo>
                  <a:lnTo>
                    <a:pt x="220568" y="303539"/>
                  </a:lnTo>
                  <a:lnTo>
                    <a:pt x="195699" y="342112"/>
                  </a:lnTo>
                  <a:lnTo>
                    <a:pt x="172078" y="382546"/>
                  </a:lnTo>
                  <a:lnTo>
                    <a:pt x="149756" y="424765"/>
                  </a:lnTo>
                  <a:lnTo>
                    <a:pt x="128780" y="468693"/>
                  </a:lnTo>
                  <a:lnTo>
                    <a:pt x="109201" y="514253"/>
                  </a:lnTo>
                  <a:lnTo>
                    <a:pt x="91066" y="561369"/>
                  </a:lnTo>
                  <a:lnTo>
                    <a:pt x="74426" y="609966"/>
                  </a:lnTo>
                  <a:lnTo>
                    <a:pt x="59329" y="659967"/>
                  </a:lnTo>
                  <a:lnTo>
                    <a:pt x="45825" y="711296"/>
                  </a:lnTo>
                  <a:lnTo>
                    <a:pt x="33961" y="763877"/>
                  </a:lnTo>
                  <a:lnTo>
                    <a:pt x="23789" y="817633"/>
                  </a:lnTo>
                  <a:lnTo>
                    <a:pt x="15355" y="872490"/>
                  </a:lnTo>
                  <a:lnTo>
                    <a:pt x="8711" y="928370"/>
                  </a:lnTo>
                  <a:lnTo>
                    <a:pt x="3904" y="985197"/>
                  </a:lnTo>
                  <a:lnTo>
                    <a:pt x="984" y="1042896"/>
                  </a:lnTo>
                  <a:lnTo>
                    <a:pt x="0" y="1101390"/>
                  </a:lnTo>
                  <a:lnTo>
                    <a:pt x="984" y="1159883"/>
                  </a:lnTo>
                  <a:lnTo>
                    <a:pt x="3904" y="1217581"/>
                  </a:lnTo>
                  <a:lnTo>
                    <a:pt x="8711" y="1274408"/>
                  </a:lnTo>
                  <a:lnTo>
                    <a:pt x="15355" y="1330287"/>
                  </a:lnTo>
                  <a:lnTo>
                    <a:pt x="23789" y="1385142"/>
                  </a:lnTo>
                  <a:lnTo>
                    <a:pt x="33961" y="1438899"/>
                  </a:lnTo>
                  <a:lnTo>
                    <a:pt x="45825" y="1491479"/>
                  </a:lnTo>
                  <a:lnTo>
                    <a:pt x="59329" y="1542807"/>
                  </a:lnTo>
                  <a:lnTo>
                    <a:pt x="74426" y="1592808"/>
                  </a:lnTo>
                  <a:lnTo>
                    <a:pt x="91066" y="1641404"/>
                  </a:lnTo>
                  <a:lnTo>
                    <a:pt x="109201" y="1688520"/>
                  </a:lnTo>
                  <a:lnTo>
                    <a:pt x="128780" y="1734079"/>
                  </a:lnTo>
                  <a:lnTo>
                    <a:pt x="149756" y="1778007"/>
                  </a:lnTo>
                  <a:lnTo>
                    <a:pt x="172078" y="1820225"/>
                  </a:lnTo>
                  <a:lnTo>
                    <a:pt x="195699" y="1860659"/>
                  </a:lnTo>
                  <a:lnTo>
                    <a:pt x="220568" y="1899232"/>
                  </a:lnTo>
                  <a:lnTo>
                    <a:pt x="246637" y="1935868"/>
                  </a:lnTo>
                  <a:lnTo>
                    <a:pt x="273856" y="1970492"/>
                  </a:lnTo>
                  <a:lnTo>
                    <a:pt x="302177" y="2003025"/>
                  </a:lnTo>
                  <a:lnTo>
                    <a:pt x="331551" y="2033394"/>
                  </a:lnTo>
                  <a:lnTo>
                    <a:pt x="361928" y="2061521"/>
                  </a:lnTo>
                  <a:lnTo>
                    <a:pt x="393260" y="2087331"/>
                  </a:lnTo>
                  <a:lnTo>
                    <a:pt x="425497" y="2110747"/>
                  </a:lnTo>
                  <a:lnTo>
                    <a:pt x="458590" y="2131693"/>
                  </a:lnTo>
                  <a:lnTo>
                    <a:pt x="492490" y="2150094"/>
                  </a:lnTo>
                  <a:lnTo>
                    <a:pt x="562515" y="2178952"/>
                  </a:lnTo>
                  <a:lnTo>
                    <a:pt x="635181" y="2196714"/>
                  </a:lnTo>
                  <a:lnTo>
                    <a:pt x="710093" y="2202770"/>
                  </a:lnTo>
                  <a:lnTo>
                    <a:pt x="747805" y="2201243"/>
                  </a:lnTo>
                  <a:lnTo>
                    <a:pt x="821641" y="2189258"/>
                  </a:lnTo>
                  <a:lnTo>
                    <a:pt x="893034" y="2165872"/>
                  </a:lnTo>
                  <a:lnTo>
                    <a:pt x="961592" y="2131693"/>
                  </a:lnTo>
                  <a:lnTo>
                    <a:pt x="994685" y="2110747"/>
                  </a:lnTo>
                  <a:lnTo>
                    <a:pt x="1026922" y="2087331"/>
                  </a:lnTo>
                  <a:lnTo>
                    <a:pt x="1058253" y="2061521"/>
                  </a:lnTo>
                  <a:lnTo>
                    <a:pt x="1088630" y="2033394"/>
                  </a:lnTo>
                  <a:lnTo>
                    <a:pt x="1118004" y="2003025"/>
                  </a:lnTo>
                  <a:lnTo>
                    <a:pt x="1146325" y="1970492"/>
                  </a:lnTo>
                  <a:lnTo>
                    <a:pt x="1173545" y="1935868"/>
                  </a:lnTo>
                  <a:lnTo>
                    <a:pt x="1199614" y="1899232"/>
                  </a:lnTo>
                  <a:lnTo>
                    <a:pt x="1224484" y="1860659"/>
                  </a:lnTo>
                  <a:lnTo>
                    <a:pt x="1248104" y="1820225"/>
                  </a:lnTo>
                  <a:lnTo>
                    <a:pt x="1270427" y="1778007"/>
                  </a:lnTo>
                  <a:lnTo>
                    <a:pt x="1291403" y="1734079"/>
                  </a:lnTo>
                  <a:lnTo>
                    <a:pt x="1310983" y="1688520"/>
                  </a:lnTo>
                  <a:lnTo>
                    <a:pt x="1329118" y="1641404"/>
                  </a:lnTo>
                  <a:lnTo>
                    <a:pt x="1345758" y="1592808"/>
                  </a:lnTo>
                  <a:lnTo>
                    <a:pt x="1360855" y="1542807"/>
                  </a:lnTo>
                  <a:lnTo>
                    <a:pt x="1374360" y="1491479"/>
                  </a:lnTo>
                  <a:lnTo>
                    <a:pt x="1386224" y="1438899"/>
                  </a:lnTo>
                  <a:lnTo>
                    <a:pt x="1396397" y="1385142"/>
                  </a:lnTo>
                  <a:lnTo>
                    <a:pt x="1404830" y="1330287"/>
                  </a:lnTo>
                  <a:lnTo>
                    <a:pt x="1411475" y="1274408"/>
                  </a:lnTo>
                  <a:lnTo>
                    <a:pt x="1416282" y="1217581"/>
                  </a:lnTo>
                  <a:lnTo>
                    <a:pt x="1419202" y="1159883"/>
                  </a:lnTo>
                  <a:lnTo>
                    <a:pt x="1420187" y="1101390"/>
                  </a:lnTo>
                  <a:lnTo>
                    <a:pt x="1419202" y="1042896"/>
                  </a:lnTo>
                  <a:lnTo>
                    <a:pt x="1416282" y="985197"/>
                  </a:lnTo>
                  <a:lnTo>
                    <a:pt x="1411475" y="928370"/>
                  </a:lnTo>
                  <a:lnTo>
                    <a:pt x="1404830" y="872490"/>
                  </a:lnTo>
                  <a:lnTo>
                    <a:pt x="1396397" y="817633"/>
                  </a:lnTo>
                  <a:lnTo>
                    <a:pt x="1386224" y="763877"/>
                  </a:lnTo>
                  <a:lnTo>
                    <a:pt x="1374360" y="711296"/>
                  </a:lnTo>
                  <a:lnTo>
                    <a:pt x="1360855" y="659967"/>
                  </a:lnTo>
                  <a:lnTo>
                    <a:pt x="1345758" y="609966"/>
                  </a:lnTo>
                  <a:lnTo>
                    <a:pt x="1329118" y="561369"/>
                  </a:lnTo>
                  <a:lnTo>
                    <a:pt x="1310983" y="514253"/>
                  </a:lnTo>
                  <a:lnTo>
                    <a:pt x="1291403" y="468693"/>
                  </a:lnTo>
                  <a:lnTo>
                    <a:pt x="1270427" y="424765"/>
                  </a:lnTo>
                  <a:lnTo>
                    <a:pt x="1248104" y="382546"/>
                  </a:lnTo>
                  <a:lnTo>
                    <a:pt x="1224484" y="342112"/>
                  </a:lnTo>
                  <a:lnTo>
                    <a:pt x="1199614" y="303539"/>
                  </a:lnTo>
                  <a:lnTo>
                    <a:pt x="1173545" y="266902"/>
                  </a:lnTo>
                  <a:lnTo>
                    <a:pt x="1146325" y="232279"/>
                  </a:lnTo>
                  <a:lnTo>
                    <a:pt x="1118004" y="199745"/>
                  </a:lnTo>
                  <a:lnTo>
                    <a:pt x="1088630" y="169376"/>
                  </a:lnTo>
                  <a:lnTo>
                    <a:pt x="1058253" y="141249"/>
                  </a:lnTo>
                  <a:lnTo>
                    <a:pt x="1026922" y="115439"/>
                  </a:lnTo>
                  <a:lnTo>
                    <a:pt x="994685" y="92023"/>
                  </a:lnTo>
                  <a:lnTo>
                    <a:pt x="961592" y="71076"/>
                  </a:lnTo>
                  <a:lnTo>
                    <a:pt x="927692" y="52676"/>
                  </a:lnTo>
                  <a:lnTo>
                    <a:pt x="857668" y="23817"/>
                  </a:lnTo>
                  <a:lnTo>
                    <a:pt x="785004" y="6055"/>
                  </a:lnTo>
                  <a:lnTo>
                    <a:pt x="71009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695535" y="5945767"/>
              <a:ext cx="0" cy="1930400"/>
            </a:xfrm>
            <a:custGeom>
              <a:avLst/>
              <a:gdLst/>
              <a:ahLst/>
              <a:cxnLst/>
              <a:rect l="l" t="t" r="r" b="b"/>
              <a:pathLst>
                <a:path w="0" h="1930400">
                  <a:moveTo>
                    <a:pt x="0" y="0"/>
                  </a:moveTo>
                  <a:lnTo>
                    <a:pt x="0" y="1929846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695537" y="6271553"/>
              <a:ext cx="142240" cy="598170"/>
            </a:xfrm>
            <a:custGeom>
              <a:avLst/>
              <a:gdLst/>
              <a:ahLst/>
              <a:cxnLst/>
              <a:rect l="l" t="t" r="r" b="b"/>
              <a:pathLst>
                <a:path w="142240" h="598170">
                  <a:moveTo>
                    <a:pt x="141817" y="0"/>
                  </a:moveTo>
                  <a:lnTo>
                    <a:pt x="141817" y="251248"/>
                  </a:lnTo>
                  <a:lnTo>
                    <a:pt x="138719" y="298934"/>
                  </a:lnTo>
                  <a:lnTo>
                    <a:pt x="129530" y="345625"/>
                  </a:lnTo>
                  <a:lnTo>
                    <a:pt x="114403" y="390741"/>
                  </a:lnTo>
                  <a:lnTo>
                    <a:pt x="93494" y="433704"/>
                  </a:lnTo>
                  <a:lnTo>
                    <a:pt x="0" y="597803"/>
                  </a:lnTo>
                </a:path>
              </a:pathLst>
            </a:custGeom>
            <a:ln w="26072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14653868" y="2343908"/>
            <a:ext cx="1028065" cy="443230"/>
          </a:xfrm>
          <a:custGeom>
            <a:avLst/>
            <a:gdLst/>
            <a:ahLst/>
            <a:cxnLst/>
            <a:rect l="l" t="t" r="r" b="b"/>
            <a:pathLst>
              <a:path w="1028065" h="443230">
                <a:moveTo>
                  <a:pt x="1021539" y="0"/>
                </a:moveTo>
                <a:lnTo>
                  <a:pt x="997198" y="37437"/>
                </a:lnTo>
                <a:lnTo>
                  <a:pt x="978818" y="78133"/>
                </a:lnTo>
                <a:lnTo>
                  <a:pt x="976500" y="91558"/>
                </a:lnTo>
                <a:lnTo>
                  <a:pt x="973479" y="104830"/>
                </a:lnTo>
                <a:lnTo>
                  <a:pt x="943974" y="175667"/>
                </a:lnTo>
                <a:lnTo>
                  <a:pt x="914519" y="217570"/>
                </a:lnTo>
                <a:lnTo>
                  <a:pt x="877649" y="256055"/>
                </a:lnTo>
                <a:lnTo>
                  <a:pt x="834026" y="290657"/>
                </a:lnTo>
                <a:lnTo>
                  <a:pt x="784311" y="320911"/>
                </a:lnTo>
                <a:lnTo>
                  <a:pt x="741279" y="341409"/>
                </a:lnTo>
                <a:lnTo>
                  <a:pt x="695185" y="358688"/>
                </a:lnTo>
                <a:lnTo>
                  <a:pt x="646355" y="372522"/>
                </a:lnTo>
                <a:lnTo>
                  <a:pt x="595117" y="382685"/>
                </a:lnTo>
                <a:lnTo>
                  <a:pt x="541795" y="388949"/>
                </a:lnTo>
                <a:lnTo>
                  <a:pt x="486718" y="391087"/>
                </a:lnTo>
                <a:lnTo>
                  <a:pt x="428714" y="388716"/>
                </a:lnTo>
                <a:lnTo>
                  <a:pt x="372689" y="381780"/>
                </a:lnTo>
                <a:lnTo>
                  <a:pt x="319021" y="370545"/>
                </a:lnTo>
                <a:lnTo>
                  <a:pt x="268087" y="355277"/>
                </a:lnTo>
                <a:lnTo>
                  <a:pt x="220264" y="336242"/>
                </a:lnTo>
                <a:lnTo>
                  <a:pt x="175930" y="313705"/>
                </a:lnTo>
                <a:lnTo>
                  <a:pt x="135463" y="287932"/>
                </a:lnTo>
                <a:lnTo>
                  <a:pt x="99239" y="259189"/>
                </a:lnTo>
                <a:lnTo>
                  <a:pt x="67638" y="227743"/>
                </a:lnTo>
                <a:lnTo>
                  <a:pt x="41035" y="193857"/>
                </a:lnTo>
                <a:lnTo>
                  <a:pt x="34899" y="181528"/>
                </a:lnTo>
                <a:lnTo>
                  <a:pt x="28369" y="169407"/>
                </a:lnTo>
                <a:lnTo>
                  <a:pt x="21453" y="157504"/>
                </a:lnTo>
                <a:lnTo>
                  <a:pt x="14156" y="145828"/>
                </a:lnTo>
                <a:lnTo>
                  <a:pt x="4921" y="131985"/>
                </a:lnTo>
                <a:lnTo>
                  <a:pt x="0" y="125367"/>
                </a:lnTo>
                <a:lnTo>
                  <a:pt x="11758" y="163323"/>
                </a:lnTo>
                <a:lnTo>
                  <a:pt x="28412" y="199746"/>
                </a:lnTo>
                <a:lnTo>
                  <a:pt x="49685" y="234431"/>
                </a:lnTo>
                <a:lnTo>
                  <a:pt x="75302" y="267175"/>
                </a:lnTo>
                <a:lnTo>
                  <a:pt x="104988" y="297772"/>
                </a:lnTo>
                <a:lnTo>
                  <a:pt x="138469" y="326018"/>
                </a:lnTo>
                <a:lnTo>
                  <a:pt x="175468" y="351707"/>
                </a:lnTo>
                <a:lnTo>
                  <a:pt x="215711" y="374636"/>
                </a:lnTo>
                <a:lnTo>
                  <a:pt x="258922" y="394599"/>
                </a:lnTo>
                <a:lnTo>
                  <a:pt x="304826" y="411391"/>
                </a:lnTo>
                <a:lnTo>
                  <a:pt x="353148" y="424808"/>
                </a:lnTo>
                <a:lnTo>
                  <a:pt x="403612" y="434645"/>
                </a:lnTo>
                <a:lnTo>
                  <a:pt x="455944" y="440698"/>
                </a:lnTo>
                <a:lnTo>
                  <a:pt x="509869" y="442761"/>
                </a:lnTo>
                <a:lnTo>
                  <a:pt x="566270" y="440503"/>
                </a:lnTo>
                <a:lnTo>
                  <a:pt x="620912" y="433885"/>
                </a:lnTo>
                <a:lnTo>
                  <a:pt x="673479" y="423143"/>
                </a:lnTo>
                <a:lnTo>
                  <a:pt x="723655" y="408510"/>
                </a:lnTo>
                <a:lnTo>
                  <a:pt x="771125" y="390222"/>
                </a:lnTo>
                <a:lnTo>
                  <a:pt x="815572" y="368514"/>
                </a:lnTo>
                <a:lnTo>
                  <a:pt x="856682" y="343619"/>
                </a:lnTo>
                <a:lnTo>
                  <a:pt x="894138" y="315774"/>
                </a:lnTo>
                <a:lnTo>
                  <a:pt x="927624" y="285212"/>
                </a:lnTo>
                <a:lnTo>
                  <a:pt x="956825" y="252169"/>
                </a:lnTo>
                <a:lnTo>
                  <a:pt x="981425" y="216879"/>
                </a:lnTo>
                <a:lnTo>
                  <a:pt x="1001108" y="179577"/>
                </a:lnTo>
                <a:lnTo>
                  <a:pt x="1015558" y="140497"/>
                </a:lnTo>
                <a:lnTo>
                  <a:pt x="1024460" y="99875"/>
                </a:lnTo>
                <a:lnTo>
                  <a:pt x="1027497" y="57945"/>
                </a:lnTo>
                <a:lnTo>
                  <a:pt x="1027093" y="43361"/>
                </a:lnTo>
                <a:lnTo>
                  <a:pt x="1025963" y="28823"/>
                </a:lnTo>
                <a:lnTo>
                  <a:pt x="1024110" y="14360"/>
                </a:lnTo>
                <a:lnTo>
                  <a:pt x="1021539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6210669" y="2624540"/>
            <a:ext cx="1616710" cy="651510"/>
          </a:xfrm>
          <a:custGeom>
            <a:avLst/>
            <a:gdLst/>
            <a:ahLst/>
            <a:cxnLst/>
            <a:rect l="l" t="t" r="r" b="b"/>
            <a:pathLst>
              <a:path w="1616709" h="651510">
                <a:moveTo>
                  <a:pt x="38344" y="0"/>
                </a:moveTo>
                <a:lnTo>
                  <a:pt x="28911" y="2651"/>
                </a:lnTo>
                <a:lnTo>
                  <a:pt x="19364" y="4841"/>
                </a:lnTo>
                <a:lnTo>
                  <a:pt x="9721" y="6565"/>
                </a:lnTo>
                <a:lnTo>
                  <a:pt x="0" y="7821"/>
                </a:lnTo>
                <a:lnTo>
                  <a:pt x="7561" y="51808"/>
                </a:lnTo>
                <a:lnTo>
                  <a:pt x="18276" y="95041"/>
                </a:lnTo>
                <a:lnTo>
                  <a:pt x="32048" y="137420"/>
                </a:lnTo>
                <a:lnTo>
                  <a:pt x="48779" y="178845"/>
                </a:lnTo>
                <a:lnTo>
                  <a:pt x="68372" y="219213"/>
                </a:lnTo>
                <a:lnTo>
                  <a:pt x="90731" y="258425"/>
                </a:lnTo>
                <a:lnTo>
                  <a:pt x="115758" y="296378"/>
                </a:lnTo>
                <a:lnTo>
                  <a:pt x="143357" y="332972"/>
                </a:lnTo>
                <a:lnTo>
                  <a:pt x="173430" y="368105"/>
                </a:lnTo>
                <a:lnTo>
                  <a:pt x="205881" y="401678"/>
                </a:lnTo>
                <a:lnTo>
                  <a:pt x="240611" y="433587"/>
                </a:lnTo>
                <a:lnTo>
                  <a:pt x="277525" y="463733"/>
                </a:lnTo>
                <a:lnTo>
                  <a:pt x="316526" y="492014"/>
                </a:lnTo>
                <a:lnTo>
                  <a:pt x="357516" y="518330"/>
                </a:lnTo>
                <a:lnTo>
                  <a:pt x="400398" y="542579"/>
                </a:lnTo>
                <a:lnTo>
                  <a:pt x="445076" y="564660"/>
                </a:lnTo>
                <a:lnTo>
                  <a:pt x="491452" y="584472"/>
                </a:lnTo>
                <a:lnTo>
                  <a:pt x="539429" y="601913"/>
                </a:lnTo>
                <a:lnTo>
                  <a:pt x="588911" y="616884"/>
                </a:lnTo>
                <a:lnTo>
                  <a:pt x="639799" y="629283"/>
                </a:lnTo>
                <a:lnTo>
                  <a:pt x="691999" y="639008"/>
                </a:lnTo>
                <a:lnTo>
                  <a:pt x="745411" y="645959"/>
                </a:lnTo>
                <a:lnTo>
                  <a:pt x="798904" y="649956"/>
                </a:lnTo>
                <a:lnTo>
                  <a:pt x="851776" y="651017"/>
                </a:lnTo>
                <a:lnTo>
                  <a:pt x="903913" y="649220"/>
                </a:lnTo>
                <a:lnTo>
                  <a:pt x="955202" y="644643"/>
                </a:lnTo>
                <a:lnTo>
                  <a:pt x="1005528" y="637365"/>
                </a:lnTo>
                <a:lnTo>
                  <a:pt x="1054778" y="627463"/>
                </a:lnTo>
                <a:lnTo>
                  <a:pt x="1102838" y="615016"/>
                </a:lnTo>
                <a:lnTo>
                  <a:pt x="1149593" y="600102"/>
                </a:lnTo>
                <a:lnTo>
                  <a:pt x="1194929" y="582799"/>
                </a:lnTo>
                <a:lnTo>
                  <a:pt x="1238733" y="563185"/>
                </a:lnTo>
                <a:lnTo>
                  <a:pt x="1280891" y="541339"/>
                </a:lnTo>
                <a:lnTo>
                  <a:pt x="1321288" y="517339"/>
                </a:lnTo>
                <a:lnTo>
                  <a:pt x="1359810" y="491262"/>
                </a:lnTo>
                <a:lnTo>
                  <a:pt x="1396345" y="463188"/>
                </a:lnTo>
                <a:lnTo>
                  <a:pt x="1430776" y="433194"/>
                </a:lnTo>
                <a:lnTo>
                  <a:pt x="1462981" y="401296"/>
                </a:lnTo>
                <a:lnTo>
                  <a:pt x="1492811" y="364874"/>
                </a:lnTo>
                <a:lnTo>
                  <a:pt x="1520652" y="327089"/>
                </a:lnTo>
                <a:lnTo>
                  <a:pt x="1546462" y="287906"/>
                </a:lnTo>
                <a:lnTo>
                  <a:pt x="1570186" y="247409"/>
                </a:lnTo>
                <a:lnTo>
                  <a:pt x="1591773" y="205679"/>
                </a:lnTo>
                <a:lnTo>
                  <a:pt x="1610518" y="163759"/>
                </a:lnTo>
                <a:lnTo>
                  <a:pt x="1616233" y="149555"/>
                </a:lnTo>
                <a:lnTo>
                  <a:pt x="1600866" y="145937"/>
                </a:lnTo>
                <a:lnTo>
                  <a:pt x="1585773" y="141911"/>
                </a:lnTo>
                <a:lnTo>
                  <a:pt x="1559643" y="187028"/>
                </a:lnTo>
                <a:lnTo>
                  <a:pt x="1531031" y="230788"/>
                </a:lnTo>
                <a:lnTo>
                  <a:pt x="1502207" y="265743"/>
                </a:lnTo>
                <a:lnTo>
                  <a:pt x="1470993" y="299091"/>
                </a:lnTo>
                <a:lnTo>
                  <a:pt x="1437495" y="330742"/>
                </a:lnTo>
                <a:lnTo>
                  <a:pt x="1401817" y="360609"/>
                </a:lnTo>
                <a:lnTo>
                  <a:pt x="1364065" y="388600"/>
                </a:lnTo>
                <a:lnTo>
                  <a:pt x="1324345" y="414626"/>
                </a:lnTo>
                <a:lnTo>
                  <a:pt x="1282761" y="438599"/>
                </a:lnTo>
                <a:lnTo>
                  <a:pt x="1239419" y="460428"/>
                </a:lnTo>
                <a:lnTo>
                  <a:pt x="1194423" y="480024"/>
                </a:lnTo>
                <a:lnTo>
                  <a:pt x="1147880" y="497297"/>
                </a:lnTo>
                <a:lnTo>
                  <a:pt x="1099895" y="512159"/>
                </a:lnTo>
                <a:lnTo>
                  <a:pt x="1050572" y="524519"/>
                </a:lnTo>
                <a:lnTo>
                  <a:pt x="1000018" y="534288"/>
                </a:lnTo>
                <a:lnTo>
                  <a:pt x="948337" y="541377"/>
                </a:lnTo>
                <a:lnTo>
                  <a:pt x="895634" y="545696"/>
                </a:lnTo>
                <a:lnTo>
                  <a:pt x="842016" y="547156"/>
                </a:lnTo>
                <a:lnTo>
                  <a:pt x="788825" y="545719"/>
                </a:lnTo>
                <a:lnTo>
                  <a:pt x="736534" y="541468"/>
                </a:lnTo>
                <a:lnTo>
                  <a:pt x="685247" y="534490"/>
                </a:lnTo>
                <a:lnTo>
                  <a:pt x="635067" y="524872"/>
                </a:lnTo>
                <a:lnTo>
                  <a:pt x="586096" y="512701"/>
                </a:lnTo>
                <a:lnTo>
                  <a:pt x="538438" y="498066"/>
                </a:lnTo>
                <a:lnTo>
                  <a:pt x="492194" y="481053"/>
                </a:lnTo>
                <a:lnTo>
                  <a:pt x="447469" y="461750"/>
                </a:lnTo>
                <a:lnTo>
                  <a:pt x="404365" y="440244"/>
                </a:lnTo>
                <a:lnTo>
                  <a:pt x="362984" y="416623"/>
                </a:lnTo>
                <a:lnTo>
                  <a:pt x="323431" y="390975"/>
                </a:lnTo>
                <a:lnTo>
                  <a:pt x="285807" y="363385"/>
                </a:lnTo>
                <a:lnTo>
                  <a:pt x="250216" y="333943"/>
                </a:lnTo>
                <a:lnTo>
                  <a:pt x="216760" y="302735"/>
                </a:lnTo>
                <a:lnTo>
                  <a:pt x="185543" y="269849"/>
                </a:lnTo>
                <a:lnTo>
                  <a:pt x="156667" y="235372"/>
                </a:lnTo>
                <a:lnTo>
                  <a:pt x="130236" y="199392"/>
                </a:lnTo>
                <a:lnTo>
                  <a:pt x="106351" y="161995"/>
                </a:lnTo>
                <a:lnTo>
                  <a:pt x="85117" y="123271"/>
                </a:lnTo>
                <a:lnTo>
                  <a:pt x="66636" y="83305"/>
                </a:lnTo>
                <a:lnTo>
                  <a:pt x="51010" y="42185"/>
                </a:lnTo>
                <a:lnTo>
                  <a:pt x="38344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7741051" y="1476639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146414" y="0"/>
                </a:moveTo>
                <a:lnTo>
                  <a:pt x="100134" y="7463"/>
                </a:lnTo>
                <a:lnTo>
                  <a:pt x="59942" y="28248"/>
                </a:lnTo>
                <a:lnTo>
                  <a:pt x="28248" y="59942"/>
                </a:lnTo>
                <a:lnTo>
                  <a:pt x="7463" y="100134"/>
                </a:lnTo>
                <a:lnTo>
                  <a:pt x="0" y="146414"/>
                </a:lnTo>
                <a:lnTo>
                  <a:pt x="7463" y="192694"/>
                </a:lnTo>
                <a:lnTo>
                  <a:pt x="28248" y="232886"/>
                </a:lnTo>
                <a:lnTo>
                  <a:pt x="59942" y="264580"/>
                </a:lnTo>
                <a:lnTo>
                  <a:pt x="100134" y="285364"/>
                </a:lnTo>
                <a:lnTo>
                  <a:pt x="146414" y="292828"/>
                </a:lnTo>
                <a:lnTo>
                  <a:pt x="192694" y="285364"/>
                </a:lnTo>
                <a:lnTo>
                  <a:pt x="232886" y="264580"/>
                </a:lnTo>
                <a:lnTo>
                  <a:pt x="264580" y="232886"/>
                </a:lnTo>
                <a:lnTo>
                  <a:pt x="285364" y="192694"/>
                </a:lnTo>
                <a:lnTo>
                  <a:pt x="292828" y="146414"/>
                </a:lnTo>
                <a:lnTo>
                  <a:pt x="285364" y="100134"/>
                </a:lnTo>
                <a:lnTo>
                  <a:pt x="264580" y="59942"/>
                </a:lnTo>
                <a:lnTo>
                  <a:pt x="232886" y="28248"/>
                </a:lnTo>
                <a:lnTo>
                  <a:pt x="192694" y="7463"/>
                </a:lnTo>
                <a:lnTo>
                  <a:pt x="146414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15257997" y="2149774"/>
            <a:ext cx="858519" cy="7509509"/>
            <a:chOff x="15257997" y="2149774"/>
            <a:chExt cx="858519" cy="7509509"/>
          </a:xfrm>
        </p:grpSpPr>
        <p:sp>
          <p:nvSpPr>
            <p:cNvPr id="40" name="object 40" descr=""/>
            <p:cNvSpPr/>
            <p:nvPr/>
          </p:nvSpPr>
          <p:spPr>
            <a:xfrm>
              <a:off x="15755607" y="2160318"/>
              <a:ext cx="135890" cy="4850130"/>
            </a:xfrm>
            <a:custGeom>
              <a:avLst/>
              <a:gdLst/>
              <a:ahLst/>
              <a:cxnLst/>
              <a:rect l="l" t="t" r="r" b="b"/>
              <a:pathLst>
                <a:path w="135890" h="4850130">
                  <a:moveTo>
                    <a:pt x="0" y="4849831"/>
                  </a:moveTo>
                  <a:lnTo>
                    <a:pt x="42828" y="4842924"/>
                  </a:lnTo>
                  <a:lnTo>
                    <a:pt x="80022" y="4823690"/>
                  </a:lnTo>
                  <a:lnTo>
                    <a:pt x="109352" y="4794360"/>
                  </a:lnTo>
                  <a:lnTo>
                    <a:pt x="128586" y="4757166"/>
                  </a:lnTo>
                  <a:lnTo>
                    <a:pt x="135493" y="4714338"/>
                  </a:lnTo>
                  <a:lnTo>
                    <a:pt x="135493" y="0"/>
                  </a:lnTo>
                </a:path>
              </a:pathLst>
            </a:custGeom>
            <a:ln w="21088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5681396" y="2221921"/>
              <a:ext cx="109220" cy="7437120"/>
            </a:xfrm>
            <a:custGeom>
              <a:avLst/>
              <a:gdLst/>
              <a:ahLst/>
              <a:cxnLst/>
              <a:rect l="l" t="t" r="r" b="b"/>
              <a:pathLst>
                <a:path w="109219" h="7437120">
                  <a:moveTo>
                    <a:pt x="108656" y="0"/>
                  </a:moveTo>
                  <a:lnTo>
                    <a:pt x="0" y="0"/>
                  </a:lnTo>
                  <a:lnTo>
                    <a:pt x="0" y="7436956"/>
                  </a:lnTo>
                  <a:lnTo>
                    <a:pt x="108656" y="7436956"/>
                  </a:lnTo>
                  <a:lnTo>
                    <a:pt x="10865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771527" y="3360245"/>
              <a:ext cx="334010" cy="641350"/>
            </a:xfrm>
            <a:custGeom>
              <a:avLst/>
              <a:gdLst/>
              <a:ahLst/>
              <a:cxnLst/>
              <a:rect l="l" t="t" r="r" b="b"/>
              <a:pathLst>
                <a:path w="334009" h="641350">
                  <a:moveTo>
                    <a:pt x="333895" y="0"/>
                  </a:moveTo>
                  <a:lnTo>
                    <a:pt x="331640" y="46205"/>
                  </a:lnTo>
                  <a:lnTo>
                    <a:pt x="324948" y="91760"/>
                  </a:lnTo>
                  <a:lnTo>
                    <a:pt x="313910" y="136351"/>
                  </a:lnTo>
                  <a:lnTo>
                    <a:pt x="298621" y="179669"/>
                  </a:lnTo>
                  <a:lnTo>
                    <a:pt x="279172" y="221402"/>
                  </a:lnTo>
                  <a:lnTo>
                    <a:pt x="255657" y="261238"/>
                  </a:lnTo>
                  <a:lnTo>
                    <a:pt x="0" y="641100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5268541" y="3666548"/>
              <a:ext cx="413384" cy="1068705"/>
            </a:xfrm>
            <a:custGeom>
              <a:avLst/>
              <a:gdLst/>
              <a:ahLst/>
              <a:cxnLst/>
              <a:rect l="l" t="t" r="r" b="b"/>
              <a:pathLst>
                <a:path w="413384" h="1068704">
                  <a:moveTo>
                    <a:pt x="0" y="0"/>
                  </a:moveTo>
                  <a:lnTo>
                    <a:pt x="0" y="276745"/>
                  </a:lnTo>
                  <a:lnTo>
                    <a:pt x="2521" y="328188"/>
                  </a:lnTo>
                  <a:lnTo>
                    <a:pt x="9990" y="378712"/>
                  </a:lnTo>
                  <a:lnTo>
                    <a:pt x="22254" y="427992"/>
                  </a:lnTo>
                  <a:lnTo>
                    <a:pt x="39161" y="475701"/>
                  </a:lnTo>
                  <a:lnTo>
                    <a:pt x="60558" y="521511"/>
                  </a:lnTo>
                  <a:lnTo>
                    <a:pt x="86293" y="565097"/>
                  </a:lnTo>
                  <a:lnTo>
                    <a:pt x="116212" y="606131"/>
                  </a:lnTo>
                  <a:lnTo>
                    <a:pt x="150163" y="644286"/>
                  </a:lnTo>
                  <a:lnTo>
                    <a:pt x="187994" y="679235"/>
                  </a:lnTo>
                  <a:lnTo>
                    <a:pt x="258997" y="738658"/>
                  </a:lnTo>
                  <a:lnTo>
                    <a:pt x="293609" y="771064"/>
                  </a:lnTo>
                  <a:lnTo>
                    <a:pt x="324181" y="806744"/>
                  </a:lnTo>
                  <a:lnTo>
                    <a:pt x="350537" y="845318"/>
                  </a:lnTo>
                  <a:lnTo>
                    <a:pt x="372499" y="886406"/>
                  </a:lnTo>
                  <a:lnTo>
                    <a:pt x="389889" y="929627"/>
                  </a:lnTo>
                  <a:lnTo>
                    <a:pt x="402530" y="974602"/>
                  </a:lnTo>
                  <a:lnTo>
                    <a:pt x="410245" y="1020950"/>
                  </a:lnTo>
                  <a:lnTo>
                    <a:pt x="412856" y="1068292"/>
                  </a:lnTo>
                </a:path>
              </a:pathLst>
            </a:custGeom>
            <a:ln w="21088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5681401" y="2290823"/>
              <a:ext cx="0" cy="7364095"/>
            </a:xfrm>
            <a:custGeom>
              <a:avLst/>
              <a:gdLst/>
              <a:ahLst/>
              <a:cxnLst/>
              <a:rect l="l" t="t" r="r" b="b"/>
              <a:pathLst>
                <a:path w="0" h="7364095">
                  <a:moveTo>
                    <a:pt x="0" y="7363849"/>
                  </a:moveTo>
                  <a:lnTo>
                    <a:pt x="0" y="0"/>
                  </a:lnTo>
                </a:path>
              </a:pathLst>
            </a:custGeom>
            <a:ln w="21088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5580326" y="7407989"/>
              <a:ext cx="135890" cy="1548765"/>
            </a:xfrm>
            <a:custGeom>
              <a:avLst/>
              <a:gdLst/>
              <a:ahLst/>
              <a:cxnLst/>
              <a:rect l="l" t="t" r="r" b="b"/>
              <a:pathLst>
                <a:path w="135890" h="1548765">
                  <a:moveTo>
                    <a:pt x="135524" y="1548225"/>
                  </a:moveTo>
                  <a:lnTo>
                    <a:pt x="92694" y="1541318"/>
                  </a:lnTo>
                  <a:lnTo>
                    <a:pt x="55494" y="1522084"/>
                  </a:lnTo>
                  <a:lnTo>
                    <a:pt x="26156" y="1492754"/>
                  </a:lnTo>
                  <a:lnTo>
                    <a:pt x="6914" y="1455559"/>
                  </a:lnTo>
                  <a:lnTo>
                    <a:pt x="0" y="1412731"/>
                  </a:lnTo>
                  <a:lnTo>
                    <a:pt x="0" y="0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499707" y="2591713"/>
              <a:ext cx="205740" cy="765175"/>
            </a:xfrm>
            <a:custGeom>
              <a:avLst/>
              <a:gdLst/>
              <a:ahLst/>
              <a:cxnLst/>
              <a:rect l="l" t="t" r="r" b="b"/>
              <a:pathLst>
                <a:path w="205740" h="765175">
                  <a:moveTo>
                    <a:pt x="0" y="0"/>
                  </a:moveTo>
                  <a:lnTo>
                    <a:pt x="0" y="559417"/>
                  </a:lnTo>
                  <a:lnTo>
                    <a:pt x="5422" y="606567"/>
                  </a:lnTo>
                  <a:lnTo>
                    <a:pt x="20884" y="649852"/>
                  </a:lnTo>
                  <a:lnTo>
                    <a:pt x="45152" y="688037"/>
                  </a:lnTo>
                  <a:lnTo>
                    <a:pt x="76993" y="719888"/>
                  </a:lnTo>
                  <a:lnTo>
                    <a:pt x="115171" y="744169"/>
                  </a:lnTo>
                  <a:lnTo>
                    <a:pt x="158453" y="759647"/>
                  </a:lnTo>
                  <a:lnTo>
                    <a:pt x="205606" y="765086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754642" y="2409123"/>
              <a:ext cx="343535" cy="276225"/>
            </a:xfrm>
            <a:custGeom>
              <a:avLst/>
              <a:gdLst/>
              <a:ahLst/>
              <a:cxnLst/>
              <a:rect l="l" t="t" r="r" b="b"/>
              <a:pathLst>
                <a:path w="343534" h="276225">
                  <a:moveTo>
                    <a:pt x="343476" y="0"/>
                  </a:moveTo>
                  <a:lnTo>
                    <a:pt x="343476" y="70207"/>
                  </a:lnTo>
                  <a:lnTo>
                    <a:pt x="338054" y="117361"/>
                  </a:lnTo>
                  <a:lnTo>
                    <a:pt x="322591" y="160649"/>
                  </a:lnTo>
                  <a:lnTo>
                    <a:pt x="298323" y="198836"/>
                  </a:lnTo>
                  <a:lnTo>
                    <a:pt x="266483" y="230687"/>
                  </a:lnTo>
                  <a:lnTo>
                    <a:pt x="228304" y="254969"/>
                  </a:lnTo>
                  <a:lnTo>
                    <a:pt x="185022" y="270447"/>
                  </a:lnTo>
                  <a:lnTo>
                    <a:pt x="137870" y="275886"/>
                  </a:lnTo>
                  <a:lnTo>
                    <a:pt x="0" y="275886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510903" y="5524246"/>
              <a:ext cx="380365" cy="1083310"/>
            </a:xfrm>
            <a:custGeom>
              <a:avLst/>
              <a:gdLst/>
              <a:ahLst/>
              <a:cxnLst/>
              <a:rect l="l" t="t" r="r" b="b"/>
              <a:pathLst>
                <a:path w="380365" h="1083309">
                  <a:moveTo>
                    <a:pt x="0" y="0"/>
                  </a:moveTo>
                  <a:lnTo>
                    <a:pt x="0" y="411547"/>
                  </a:lnTo>
                  <a:lnTo>
                    <a:pt x="2466" y="463420"/>
                  </a:lnTo>
                  <a:lnTo>
                    <a:pt x="9789" y="514540"/>
                  </a:lnTo>
                  <a:lnTo>
                    <a:pt x="21857" y="564579"/>
                  </a:lnTo>
                  <a:lnTo>
                    <a:pt x="38559" y="613211"/>
                  </a:lnTo>
                  <a:lnTo>
                    <a:pt x="59780" y="660106"/>
                  </a:lnTo>
                  <a:lnTo>
                    <a:pt x="85410" y="704938"/>
                  </a:lnTo>
                  <a:lnTo>
                    <a:pt x="115336" y="747380"/>
                  </a:lnTo>
                  <a:lnTo>
                    <a:pt x="380197" y="1083307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14323787" y="2160322"/>
            <a:ext cx="490855" cy="406400"/>
          </a:xfrm>
          <a:custGeom>
            <a:avLst/>
            <a:gdLst/>
            <a:ahLst/>
            <a:cxnLst/>
            <a:rect l="l" t="t" r="r" b="b"/>
            <a:pathLst>
              <a:path w="490855" h="406400">
                <a:moveTo>
                  <a:pt x="490414" y="405966"/>
                </a:moveTo>
                <a:lnTo>
                  <a:pt x="145492" y="405966"/>
                </a:lnTo>
                <a:lnTo>
                  <a:pt x="99505" y="398549"/>
                </a:lnTo>
                <a:lnTo>
                  <a:pt x="59566" y="377895"/>
                </a:lnTo>
                <a:lnTo>
                  <a:pt x="28071" y="346402"/>
                </a:lnTo>
                <a:lnTo>
                  <a:pt x="7417" y="306466"/>
                </a:lnTo>
                <a:lnTo>
                  <a:pt x="0" y="260484"/>
                </a:lnTo>
                <a:lnTo>
                  <a:pt x="0" y="0"/>
                </a:lnTo>
              </a:path>
            </a:pathLst>
          </a:custGeom>
          <a:ln w="21088">
            <a:solidFill>
              <a:srgbClr val="259CA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13439584" y="1274131"/>
            <a:ext cx="4980305" cy="2099945"/>
            <a:chOff x="13439584" y="1274131"/>
            <a:chExt cx="4980305" cy="2099945"/>
          </a:xfrm>
        </p:grpSpPr>
        <p:sp>
          <p:nvSpPr>
            <p:cNvPr id="51" name="object 51" descr=""/>
            <p:cNvSpPr/>
            <p:nvPr/>
          </p:nvSpPr>
          <p:spPr>
            <a:xfrm>
              <a:off x="17495863" y="2717076"/>
              <a:ext cx="490855" cy="313055"/>
            </a:xfrm>
            <a:custGeom>
              <a:avLst/>
              <a:gdLst/>
              <a:ahLst/>
              <a:cxnLst/>
              <a:rect l="l" t="t" r="r" b="b"/>
              <a:pathLst>
                <a:path w="490855" h="313055">
                  <a:moveTo>
                    <a:pt x="0" y="312922"/>
                  </a:moveTo>
                  <a:lnTo>
                    <a:pt x="344890" y="312922"/>
                  </a:lnTo>
                  <a:lnTo>
                    <a:pt x="390875" y="305505"/>
                  </a:lnTo>
                  <a:lnTo>
                    <a:pt x="430812" y="284851"/>
                  </a:lnTo>
                  <a:lnTo>
                    <a:pt x="462304" y="253357"/>
                  </a:lnTo>
                  <a:lnTo>
                    <a:pt x="482956" y="213421"/>
                  </a:lnTo>
                  <a:lnTo>
                    <a:pt x="490372" y="167439"/>
                  </a:lnTo>
                  <a:lnTo>
                    <a:pt x="490372" y="0"/>
                  </a:lnTo>
                </a:path>
              </a:pathLst>
            </a:custGeom>
            <a:ln w="21088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3439573" y="1274133"/>
              <a:ext cx="4980305" cy="2099945"/>
            </a:xfrm>
            <a:custGeom>
              <a:avLst/>
              <a:gdLst/>
              <a:ahLst/>
              <a:cxnLst/>
              <a:rect l="l" t="t" r="r" b="b"/>
              <a:pathLst>
                <a:path w="4980305" h="2099945">
                  <a:moveTo>
                    <a:pt x="2827528" y="1701990"/>
                  </a:moveTo>
                  <a:lnTo>
                    <a:pt x="2781490" y="1708175"/>
                  </a:lnTo>
                  <a:lnTo>
                    <a:pt x="2740126" y="1725625"/>
                  </a:lnTo>
                  <a:lnTo>
                    <a:pt x="2705087" y="1752701"/>
                  </a:lnTo>
                  <a:lnTo>
                    <a:pt x="2678011" y="1787740"/>
                  </a:lnTo>
                  <a:lnTo>
                    <a:pt x="2660561" y="1829104"/>
                  </a:lnTo>
                  <a:lnTo>
                    <a:pt x="2654376" y="1875142"/>
                  </a:lnTo>
                  <a:lnTo>
                    <a:pt x="2654376" y="2099894"/>
                  </a:lnTo>
                  <a:lnTo>
                    <a:pt x="2704287" y="2069998"/>
                  </a:lnTo>
                  <a:lnTo>
                    <a:pt x="2746451" y="2038438"/>
                  </a:lnTo>
                  <a:lnTo>
                    <a:pt x="2780690" y="1999513"/>
                  </a:lnTo>
                  <a:lnTo>
                    <a:pt x="2806154" y="1954644"/>
                  </a:lnTo>
                  <a:lnTo>
                    <a:pt x="2822041" y="1905292"/>
                  </a:lnTo>
                  <a:lnTo>
                    <a:pt x="2827528" y="1852917"/>
                  </a:lnTo>
                  <a:lnTo>
                    <a:pt x="2827528" y="1701990"/>
                  </a:lnTo>
                  <a:close/>
                </a:path>
                <a:path w="4980305" h="2099945">
                  <a:moveTo>
                    <a:pt x="4980267" y="1098283"/>
                  </a:moveTo>
                  <a:lnTo>
                    <a:pt x="4978349" y="1055941"/>
                  </a:lnTo>
                  <a:lnTo>
                    <a:pt x="4971199" y="1012659"/>
                  </a:lnTo>
                  <a:lnTo>
                    <a:pt x="4904448" y="755116"/>
                  </a:lnTo>
                  <a:lnTo>
                    <a:pt x="4817376" y="636155"/>
                  </a:lnTo>
                  <a:lnTo>
                    <a:pt x="4651667" y="626008"/>
                  </a:lnTo>
                  <a:lnTo>
                    <a:pt x="4348975" y="694855"/>
                  </a:lnTo>
                  <a:lnTo>
                    <a:pt x="4306557" y="618286"/>
                  </a:lnTo>
                  <a:lnTo>
                    <a:pt x="4155643" y="439597"/>
                  </a:lnTo>
                  <a:lnTo>
                    <a:pt x="3860762" y="235216"/>
                  </a:lnTo>
                  <a:lnTo>
                    <a:pt x="3386455" y="81622"/>
                  </a:lnTo>
                  <a:lnTo>
                    <a:pt x="2881223" y="0"/>
                  </a:lnTo>
                  <a:lnTo>
                    <a:pt x="2573274" y="4343"/>
                  </a:lnTo>
                  <a:lnTo>
                    <a:pt x="2337066" y="123037"/>
                  </a:lnTo>
                  <a:lnTo>
                    <a:pt x="2046998" y="384479"/>
                  </a:lnTo>
                  <a:lnTo>
                    <a:pt x="2019414" y="371373"/>
                  </a:lnTo>
                  <a:lnTo>
                    <a:pt x="1982292" y="354952"/>
                  </a:lnTo>
                  <a:lnTo>
                    <a:pt x="1930933" y="334225"/>
                  </a:lnTo>
                  <a:lnTo>
                    <a:pt x="1866011" y="310756"/>
                  </a:lnTo>
                  <a:lnTo>
                    <a:pt x="1828660" y="298488"/>
                  </a:lnTo>
                  <a:lnTo>
                    <a:pt x="1788172" y="286118"/>
                  </a:lnTo>
                  <a:lnTo>
                    <a:pt x="1744624" y="273850"/>
                  </a:lnTo>
                  <a:lnTo>
                    <a:pt x="1698091" y="261886"/>
                  </a:lnTo>
                  <a:lnTo>
                    <a:pt x="1648663" y="250418"/>
                  </a:lnTo>
                  <a:lnTo>
                    <a:pt x="1596415" y="239636"/>
                  </a:lnTo>
                  <a:lnTo>
                    <a:pt x="1541437" y="229743"/>
                  </a:lnTo>
                  <a:lnTo>
                    <a:pt x="1483804" y="220929"/>
                  </a:lnTo>
                  <a:lnTo>
                    <a:pt x="1423593" y="213398"/>
                  </a:lnTo>
                  <a:lnTo>
                    <a:pt x="1360906" y="207340"/>
                  </a:lnTo>
                  <a:lnTo>
                    <a:pt x="1295806" y="202946"/>
                  </a:lnTo>
                  <a:lnTo>
                    <a:pt x="1228394" y="200431"/>
                  </a:lnTo>
                  <a:lnTo>
                    <a:pt x="1158735" y="199986"/>
                  </a:lnTo>
                  <a:lnTo>
                    <a:pt x="1086916" y="201790"/>
                  </a:lnTo>
                  <a:lnTo>
                    <a:pt x="1013015" y="206057"/>
                  </a:lnTo>
                  <a:lnTo>
                    <a:pt x="937133" y="212979"/>
                  </a:lnTo>
                  <a:lnTo>
                    <a:pt x="859332" y="222758"/>
                  </a:lnTo>
                  <a:lnTo>
                    <a:pt x="779703" y="235572"/>
                  </a:lnTo>
                  <a:lnTo>
                    <a:pt x="698322" y="251637"/>
                  </a:lnTo>
                  <a:lnTo>
                    <a:pt x="623138" y="269163"/>
                  </a:lnTo>
                  <a:lnTo>
                    <a:pt x="552894" y="288086"/>
                  </a:lnTo>
                  <a:lnTo>
                    <a:pt x="487502" y="308343"/>
                  </a:lnTo>
                  <a:lnTo>
                    <a:pt x="426821" y="329844"/>
                  </a:lnTo>
                  <a:lnTo>
                    <a:pt x="370751" y="352526"/>
                  </a:lnTo>
                  <a:lnTo>
                    <a:pt x="319138" y="376288"/>
                  </a:lnTo>
                  <a:lnTo>
                    <a:pt x="271894" y="401078"/>
                  </a:lnTo>
                  <a:lnTo>
                    <a:pt x="228892" y="426783"/>
                  </a:lnTo>
                  <a:lnTo>
                    <a:pt x="190017" y="453364"/>
                  </a:lnTo>
                  <a:lnTo>
                    <a:pt x="155130" y="480707"/>
                  </a:lnTo>
                  <a:lnTo>
                    <a:pt x="124129" y="508762"/>
                  </a:lnTo>
                  <a:lnTo>
                    <a:pt x="96888" y="537425"/>
                  </a:lnTo>
                  <a:lnTo>
                    <a:pt x="53200" y="596303"/>
                  </a:lnTo>
                  <a:lnTo>
                    <a:pt x="23139" y="656729"/>
                  </a:lnTo>
                  <a:lnTo>
                    <a:pt x="5715" y="718045"/>
                  </a:lnTo>
                  <a:lnTo>
                    <a:pt x="0" y="779653"/>
                  </a:lnTo>
                  <a:lnTo>
                    <a:pt x="1231" y="810361"/>
                  </a:lnTo>
                  <a:lnTo>
                    <a:pt x="11277" y="871194"/>
                  </a:lnTo>
                  <a:lnTo>
                    <a:pt x="30619" y="930744"/>
                  </a:lnTo>
                  <a:lnTo>
                    <a:pt x="58318" y="988352"/>
                  </a:lnTo>
                  <a:lnTo>
                    <a:pt x="106362" y="1058570"/>
                  </a:lnTo>
                  <a:lnTo>
                    <a:pt x="142138" y="1095019"/>
                  </a:lnTo>
                  <a:lnTo>
                    <a:pt x="181673" y="1125855"/>
                  </a:lnTo>
                  <a:lnTo>
                    <a:pt x="224320" y="1151356"/>
                  </a:lnTo>
                  <a:lnTo>
                    <a:pt x="269417" y="1171816"/>
                  </a:lnTo>
                  <a:lnTo>
                    <a:pt x="316306" y="1187500"/>
                  </a:lnTo>
                  <a:lnTo>
                    <a:pt x="364324" y="1198689"/>
                  </a:lnTo>
                  <a:lnTo>
                    <a:pt x="412838" y="1205674"/>
                  </a:lnTo>
                  <a:lnTo>
                    <a:pt x="461162" y="1208709"/>
                  </a:lnTo>
                  <a:lnTo>
                    <a:pt x="508673" y="1208087"/>
                  </a:lnTo>
                  <a:lnTo>
                    <a:pt x="554685" y="1204087"/>
                  </a:lnTo>
                  <a:lnTo>
                    <a:pt x="598563" y="1196987"/>
                  </a:lnTo>
                  <a:lnTo>
                    <a:pt x="639635" y="1187069"/>
                  </a:lnTo>
                  <a:lnTo>
                    <a:pt x="677252" y="1174610"/>
                  </a:lnTo>
                  <a:lnTo>
                    <a:pt x="739521" y="1143152"/>
                  </a:lnTo>
                  <a:lnTo>
                    <a:pt x="762838" y="1124737"/>
                  </a:lnTo>
                  <a:lnTo>
                    <a:pt x="794600" y="1099997"/>
                  </a:lnTo>
                  <a:lnTo>
                    <a:pt x="831316" y="1080274"/>
                  </a:lnTo>
                  <a:lnTo>
                    <a:pt x="871816" y="1065720"/>
                  </a:lnTo>
                  <a:lnTo>
                    <a:pt x="914946" y="1056513"/>
                  </a:lnTo>
                  <a:lnTo>
                    <a:pt x="959523" y="1052804"/>
                  </a:lnTo>
                  <a:lnTo>
                    <a:pt x="1004392" y="1054773"/>
                  </a:lnTo>
                  <a:lnTo>
                    <a:pt x="1048372" y="1062596"/>
                  </a:lnTo>
                  <a:lnTo>
                    <a:pt x="1090320" y="1076413"/>
                  </a:lnTo>
                  <a:lnTo>
                    <a:pt x="1129068" y="1096416"/>
                  </a:lnTo>
                  <a:lnTo>
                    <a:pt x="1163421" y="1122768"/>
                  </a:lnTo>
                  <a:lnTo>
                    <a:pt x="1192250" y="1155623"/>
                  </a:lnTo>
                  <a:lnTo>
                    <a:pt x="1214361" y="1195146"/>
                  </a:lnTo>
                  <a:lnTo>
                    <a:pt x="1233322" y="1233462"/>
                  </a:lnTo>
                  <a:lnTo>
                    <a:pt x="1256220" y="1269098"/>
                  </a:lnTo>
                  <a:lnTo>
                    <a:pt x="1282877" y="1301965"/>
                  </a:lnTo>
                  <a:lnTo>
                    <a:pt x="1313129" y="1331988"/>
                  </a:lnTo>
                  <a:lnTo>
                    <a:pt x="1346847" y="1359090"/>
                  </a:lnTo>
                  <a:lnTo>
                    <a:pt x="1383842" y="1383169"/>
                  </a:lnTo>
                  <a:lnTo>
                    <a:pt x="1423987" y="1404162"/>
                  </a:lnTo>
                  <a:lnTo>
                    <a:pt x="1467104" y="1421968"/>
                  </a:lnTo>
                  <a:lnTo>
                    <a:pt x="1513052" y="1436522"/>
                  </a:lnTo>
                  <a:lnTo>
                    <a:pt x="1561655" y="1447723"/>
                  </a:lnTo>
                  <a:lnTo>
                    <a:pt x="1612773" y="1455496"/>
                  </a:lnTo>
                  <a:lnTo>
                    <a:pt x="1666252" y="1459750"/>
                  </a:lnTo>
                  <a:lnTo>
                    <a:pt x="1721929" y="1460423"/>
                  </a:lnTo>
                  <a:lnTo>
                    <a:pt x="1787017" y="1456207"/>
                  </a:lnTo>
                  <a:lnTo>
                    <a:pt x="1848078" y="1446707"/>
                  </a:lnTo>
                  <a:lnTo>
                    <a:pt x="1904847" y="1432471"/>
                  </a:lnTo>
                  <a:lnTo>
                    <a:pt x="1957070" y="1414043"/>
                  </a:lnTo>
                  <a:lnTo>
                    <a:pt x="2004491" y="1391996"/>
                  </a:lnTo>
                  <a:lnTo>
                    <a:pt x="2046859" y="1366875"/>
                  </a:lnTo>
                  <a:lnTo>
                    <a:pt x="2083917" y="1339240"/>
                  </a:lnTo>
                  <a:lnTo>
                    <a:pt x="2115401" y="1309649"/>
                  </a:lnTo>
                  <a:lnTo>
                    <a:pt x="2141080" y="1278674"/>
                  </a:lnTo>
                  <a:lnTo>
                    <a:pt x="2173948" y="1214755"/>
                  </a:lnTo>
                  <a:lnTo>
                    <a:pt x="2190331" y="1164640"/>
                  </a:lnTo>
                  <a:lnTo>
                    <a:pt x="2207056" y="1121321"/>
                  </a:lnTo>
                  <a:lnTo>
                    <a:pt x="2225954" y="1083779"/>
                  </a:lnTo>
                  <a:lnTo>
                    <a:pt x="2248878" y="1051064"/>
                  </a:lnTo>
                  <a:lnTo>
                    <a:pt x="2277681" y="1022197"/>
                  </a:lnTo>
                  <a:lnTo>
                    <a:pt x="2314194" y="996175"/>
                  </a:lnTo>
                  <a:lnTo>
                    <a:pt x="2360257" y="972045"/>
                  </a:lnTo>
                  <a:lnTo>
                    <a:pt x="2439670" y="937869"/>
                  </a:lnTo>
                  <a:lnTo>
                    <a:pt x="2495448" y="927087"/>
                  </a:lnTo>
                  <a:lnTo>
                    <a:pt x="2553957" y="940231"/>
                  </a:lnTo>
                  <a:lnTo>
                    <a:pt x="2641562" y="977836"/>
                  </a:lnTo>
                  <a:lnTo>
                    <a:pt x="2627680" y="985240"/>
                  </a:lnTo>
                  <a:lnTo>
                    <a:pt x="2603728" y="1003325"/>
                  </a:lnTo>
                  <a:lnTo>
                    <a:pt x="2576817" y="1033284"/>
                  </a:lnTo>
                  <a:lnTo>
                    <a:pt x="2554135" y="1076312"/>
                  </a:lnTo>
                  <a:lnTo>
                    <a:pt x="2542819" y="1133640"/>
                  </a:lnTo>
                  <a:lnTo>
                    <a:pt x="2550020" y="1206449"/>
                  </a:lnTo>
                  <a:lnTo>
                    <a:pt x="2579382" y="1317332"/>
                  </a:lnTo>
                  <a:lnTo>
                    <a:pt x="2616174" y="1369263"/>
                  </a:lnTo>
                  <a:lnTo>
                    <a:pt x="2684691" y="1375727"/>
                  </a:lnTo>
                  <a:lnTo>
                    <a:pt x="2809227" y="1350175"/>
                  </a:lnTo>
                  <a:lnTo>
                    <a:pt x="2812923" y="1373492"/>
                  </a:lnTo>
                  <a:lnTo>
                    <a:pt x="2828721" y="1425994"/>
                  </a:lnTo>
                  <a:lnTo>
                    <a:pt x="2855684" y="1484464"/>
                  </a:lnTo>
                  <a:lnTo>
                    <a:pt x="2893720" y="1546580"/>
                  </a:lnTo>
                  <a:lnTo>
                    <a:pt x="2916859" y="1578279"/>
                  </a:lnTo>
                  <a:lnTo>
                    <a:pt x="2942755" y="1610029"/>
                  </a:lnTo>
                  <a:lnTo>
                    <a:pt x="2971368" y="1641551"/>
                  </a:lnTo>
                  <a:lnTo>
                    <a:pt x="3002711" y="1672539"/>
                  </a:lnTo>
                  <a:lnTo>
                    <a:pt x="3036760" y="1702714"/>
                  </a:lnTo>
                  <a:lnTo>
                    <a:pt x="3073501" y="1731784"/>
                  </a:lnTo>
                  <a:lnTo>
                    <a:pt x="3112947" y="1759470"/>
                  </a:lnTo>
                  <a:lnTo>
                    <a:pt x="3155073" y="1785467"/>
                  </a:lnTo>
                  <a:lnTo>
                    <a:pt x="3199866" y="1809508"/>
                  </a:lnTo>
                  <a:lnTo>
                    <a:pt x="3247326" y="1831289"/>
                  </a:lnTo>
                  <a:lnTo>
                    <a:pt x="3297440" y="1850529"/>
                  </a:lnTo>
                  <a:lnTo>
                    <a:pt x="3350196" y="1866950"/>
                  </a:lnTo>
                  <a:lnTo>
                    <a:pt x="3405581" y="1880235"/>
                  </a:lnTo>
                  <a:lnTo>
                    <a:pt x="3463594" y="1890128"/>
                  </a:lnTo>
                  <a:lnTo>
                    <a:pt x="3524224" y="1896325"/>
                  </a:lnTo>
                  <a:lnTo>
                    <a:pt x="3587458" y="1898548"/>
                  </a:lnTo>
                  <a:lnTo>
                    <a:pt x="3653282" y="1896503"/>
                  </a:lnTo>
                  <a:lnTo>
                    <a:pt x="3966299" y="1870925"/>
                  </a:lnTo>
                  <a:lnTo>
                    <a:pt x="4143921" y="1820265"/>
                  </a:lnTo>
                  <a:lnTo>
                    <a:pt x="4252087" y="1706626"/>
                  </a:lnTo>
                  <a:lnTo>
                    <a:pt x="4356735" y="1492084"/>
                  </a:lnTo>
                  <a:lnTo>
                    <a:pt x="4399889" y="1503464"/>
                  </a:lnTo>
                  <a:lnTo>
                    <a:pt x="4443488" y="1510576"/>
                  </a:lnTo>
                  <a:lnTo>
                    <a:pt x="4487253" y="1513586"/>
                  </a:lnTo>
                  <a:lnTo>
                    <a:pt x="4530877" y="1512646"/>
                  </a:lnTo>
                  <a:lnTo>
                    <a:pt x="4574095" y="1507947"/>
                  </a:lnTo>
                  <a:lnTo>
                    <a:pt x="4616628" y="1499628"/>
                  </a:lnTo>
                  <a:lnTo>
                    <a:pt x="4658169" y="1487881"/>
                  </a:lnTo>
                  <a:lnTo>
                    <a:pt x="4698454" y="1472869"/>
                  </a:lnTo>
                  <a:lnTo>
                    <a:pt x="4737201" y="1454746"/>
                  </a:lnTo>
                  <a:lnTo>
                    <a:pt x="4774108" y="1433677"/>
                  </a:lnTo>
                  <a:lnTo>
                    <a:pt x="4808918" y="1409852"/>
                  </a:lnTo>
                  <a:lnTo>
                    <a:pt x="4841316" y="1383423"/>
                  </a:lnTo>
                  <a:lnTo>
                    <a:pt x="4871047" y="1354543"/>
                  </a:lnTo>
                  <a:lnTo>
                    <a:pt x="4897806" y="1323416"/>
                  </a:lnTo>
                  <a:lnTo>
                    <a:pt x="4921326" y="1290167"/>
                  </a:lnTo>
                  <a:lnTo>
                    <a:pt x="4941303" y="1255001"/>
                  </a:lnTo>
                  <a:lnTo>
                    <a:pt x="4957483" y="1218057"/>
                  </a:lnTo>
                  <a:lnTo>
                    <a:pt x="4969548" y="1179512"/>
                  </a:lnTo>
                  <a:lnTo>
                    <a:pt x="4977244" y="1139532"/>
                  </a:lnTo>
                  <a:lnTo>
                    <a:pt x="4980267" y="1098283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5099904" y="3271292"/>
            <a:ext cx="321310" cy="589915"/>
            <a:chOff x="15099904" y="3271292"/>
            <a:chExt cx="321310" cy="589915"/>
          </a:xfrm>
        </p:grpSpPr>
        <p:sp>
          <p:nvSpPr>
            <p:cNvPr id="54" name="object 54" descr=""/>
            <p:cNvSpPr/>
            <p:nvPr/>
          </p:nvSpPr>
          <p:spPr>
            <a:xfrm>
              <a:off x="15282321" y="3532050"/>
              <a:ext cx="139065" cy="328930"/>
            </a:xfrm>
            <a:custGeom>
              <a:avLst/>
              <a:gdLst/>
              <a:ahLst/>
              <a:cxnLst/>
              <a:rect l="l" t="t" r="r" b="b"/>
              <a:pathLst>
                <a:path w="139065" h="328929">
                  <a:moveTo>
                    <a:pt x="138665" y="0"/>
                  </a:moveTo>
                  <a:lnTo>
                    <a:pt x="94836" y="7069"/>
                  </a:lnTo>
                  <a:lnTo>
                    <a:pt x="56771" y="26754"/>
                  </a:lnTo>
                  <a:lnTo>
                    <a:pt x="26754" y="56771"/>
                  </a:lnTo>
                  <a:lnTo>
                    <a:pt x="7069" y="94836"/>
                  </a:lnTo>
                  <a:lnTo>
                    <a:pt x="0" y="138665"/>
                  </a:lnTo>
                  <a:lnTo>
                    <a:pt x="0" y="328869"/>
                  </a:lnTo>
                  <a:lnTo>
                    <a:pt x="35158" y="298801"/>
                  </a:lnTo>
                  <a:lnTo>
                    <a:pt x="65654" y="264695"/>
                  </a:lnTo>
                  <a:lnTo>
                    <a:pt x="91216" y="227093"/>
                  </a:lnTo>
                  <a:lnTo>
                    <a:pt x="111570" y="186537"/>
                  </a:lnTo>
                  <a:lnTo>
                    <a:pt x="126444" y="143570"/>
                  </a:lnTo>
                  <a:lnTo>
                    <a:pt x="135567" y="98735"/>
                  </a:lnTo>
                  <a:lnTo>
                    <a:pt x="138665" y="52574"/>
                  </a:lnTo>
                  <a:lnTo>
                    <a:pt x="13866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5099904" y="3271292"/>
              <a:ext cx="181610" cy="415290"/>
            </a:xfrm>
            <a:custGeom>
              <a:avLst/>
              <a:gdLst/>
              <a:ahLst/>
              <a:cxnLst/>
              <a:rect l="l" t="t" r="r" b="b"/>
              <a:pathLst>
                <a:path w="181609" h="415289">
                  <a:moveTo>
                    <a:pt x="0" y="0"/>
                  </a:moveTo>
                  <a:lnTo>
                    <a:pt x="0" y="133734"/>
                  </a:lnTo>
                  <a:lnTo>
                    <a:pt x="4235" y="184828"/>
                  </a:lnTo>
                  <a:lnTo>
                    <a:pt x="16596" y="233701"/>
                  </a:lnTo>
                  <a:lnTo>
                    <a:pt x="36532" y="279502"/>
                  </a:lnTo>
                  <a:lnTo>
                    <a:pt x="63496" y="321380"/>
                  </a:lnTo>
                  <a:lnTo>
                    <a:pt x="96939" y="358484"/>
                  </a:lnTo>
                  <a:lnTo>
                    <a:pt x="136314" y="389961"/>
                  </a:lnTo>
                  <a:lnTo>
                    <a:pt x="181073" y="414961"/>
                  </a:lnTo>
                  <a:lnTo>
                    <a:pt x="181073" y="181073"/>
                  </a:lnTo>
                  <a:lnTo>
                    <a:pt x="174605" y="132935"/>
                  </a:lnTo>
                  <a:lnTo>
                    <a:pt x="156352" y="89680"/>
                  </a:lnTo>
                  <a:lnTo>
                    <a:pt x="128039" y="53033"/>
                  </a:lnTo>
                  <a:lnTo>
                    <a:pt x="91392" y="24720"/>
                  </a:lnTo>
                  <a:lnTo>
                    <a:pt x="48137" y="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15429737" y="7597849"/>
            <a:ext cx="163830" cy="384810"/>
          </a:xfrm>
          <a:custGeom>
            <a:avLst/>
            <a:gdLst/>
            <a:ahLst/>
            <a:cxnLst/>
            <a:rect l="l" t="t" r="r" b="b"/>
            <a:pathLst>
              <a:path w="163830" h="384809">
                <a:moveTo>
                  <a:pt x="0" y="0"/>
                </a:moveTo>
                <a:lnTo>
                  <a:pt x="0" y="175701"/>
                </a:lnTo>
                <a:lnTo>
                  <a:pt x="5367" y="219599"/>
                </a:lnTo>
                <a:lnTo>
                  <a:pt x="20860" y="260362"/>
                </a:lnTo>
                <a:lnTo>
                  <a:pt x="45584" y="296286"/>
                </a:lnTo>
                <a:lnTo>
                  <a:pt x="78646" y="325665"/>
                </a:lnTo>
                <a:lnTo>
                  <a:pt x="163502" y="384333"/>
                </a:lnTo>
                <a:lnTo>
                  <a:pt x="163502" y="163502"/>
                </a:lnTo>
                <a:lnTo>
                  <a:pt x="157662" y="120037"/>
                </a:lnTo>
                <a:lnTo>
                  <a:pt x="141180" y="80979"/>
                </a:lnTo>
                <a:lnTo>
                  <a:pt x="115614" y="47888"/>
                </a:lnTo>
                <a:lnTo>
                  <a:pt x="82523" y="22322"/>
                </a:lnTo>
                <a:lnTo>
                  <a:pt x="43465" y="5840"/>
                </a:lnTo>
                <a:lnTo>
                  <a:pt x="0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5332763" y="5345615"/>
            <a:ext cx="192405" cy="451484"/>
          </a:xfrm>
          <a:custGeom>
            <a:avLst/>
            <a:gdLst/>
            <a:ahLst/>
            <a:cxnLst/>
            <a:rect l="l" t="t" r="r" b="b"/>
            <a:pathLst>
              <a:path w="192405" h="451485">
                <a:moveTo>
                  <a:pt x="0" y="0"/>
                </a:moveTo>
                <a:lnTo>
                  <a:pt x="0" y="206328"/>
                </a:lnTo>
                <a:lnTo>
                  <a:pt x="6289" y="257858"/>
                </a:lnTo>
                <a:lnTo>
                  <a:pt x="24474" y="305707"/>
                </a:lnTo>
                <a:lnTo>
                  <a:pt x="53502" y="347871"/>
                </a:lnTo>
                <a:lnTo>
                  <a:pt x="92321" y="382344"/>
                </a:lnTo>
                <a:lnTo>
                  <a:pt x="191920" y="451138"/>
                </a:lnTo>
                <a:lnTo>
                  <a:pt x="191920" y="191931"/>
                </a:lnTo>
                <a:lnTo>
                  <a:pt x="186852" y="147924"/>
                </a:lnTo>
                <a:lnTo>
                  <a:pt x="172414" y="107526"/>
                </a:lnTo>
                <a:lnTo>
                  <a:pt x="149758" y="71889"/>
                </a:lnTo>
                <a:lnTo>
                  <a:pt x="120037" y="42166"/>
                </a:lnTo>
                <a:lnTo>
                  <a:pt x="84402" y="19508"/>
                </a:lnTo>
                <a:lnTo>
                  <a:pt x="44006" y="5069"/>
                </a:lnTo>
                <a:lnTo>
                  <a:pt x="0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2060903" y="3318603"/>
            <a:ext cx="8456295" cy="6609715"/>
            <a:chOff x="2060903" y="3318603"/>
            <a:chExt cx="8456295" cy="6609715"/>
          </a:xfrm>
        </p:grpSpPr>
        <p:sp>
          <p:nvSpPr>
            <p:cNvPr id="59" name="object 59" descr=""/>
            <p:cNvSpPr/>
            <p:nvPr/>
          </p:nvSpPr>
          <p:spPr>
            <a:xfrm>
              <a:off x="3740369" y="8624108"/>
              <a:ext cx="1148715" cy="157480"/>
            </a:xfrm>
            <a:custGeom>
              <a:avLst/>
              <a:gdLst/>
              <a:ahLst/>
              <a:cxnLst/>
              <a:rect l="l" t="t" r="r" b="b"/>
              <a:pathLst>
                <a:path w="1148714" h="157479">
                  <a:moveTo>
                    <a:pt x="574170" y="0"/>
                  </a:moveTo>
                  <a:lnTo>
                    <a:pt x="496258" y="717"/>
                  </a:lnTo>
                  <a:lnTo>
                    <a:pt x="421531" y="2809"/>
                  </a:lnTo>
                  <a:lnTo>
                    <a:pt x="350675" y="6180"/>
                  </a:lnTo>
                  <a:lnTo>
                    <a:pt x="284373" y="10738"/>
                  </a:lnTo>
                  <a:lnTo>
                    <a:pt x="223310" y="16387"/>
                  </a:lnTo>
                  <a:lnTo>
                    <a:pt x="168168" y="23035"/>
                  </a:lnTo>
                  <a:lnTo>
                    <a:pt x="119634" y="30589"/>
                  </a:lnTo>
                  <a:lnTo>
                    <a:pt x="78390" y="38953"/>
                  </a:lnTo>
                  <a:lnTo>
                    <a:pt x="20509" y="57740"/>
                  </a:lnTo>
                  <a:lnTo>
                    <a:pt x="0" y="78646"/>
                  </a:lnTo>
                  <a:lnTo>
                    <a:pt x="5241" y="89318"/>
                  </a:lnTo>
                  <a:lnTo>
                    <a:pt x="45120" y="109258"/>
                  </a:lnTo>
                  <a:lnTo>
                    <a:pt x="119634" y="126704"/>
                  </a:lnTo>
                  <a:lnTo>
                    <a:pt x="168168" y="134257"/>
                  </a:lnTo>
                  <a:lnTo>
                    <a:pt x="223310" y="140905"/>
                  </a:lnTo>
                  <a:lnTo>
                    <a:pt x="284373" y="146555"/>
                  </a:lnTo>
                  <a:lnTo>
                    <a:pt x="350675" y="151112"/>
                  </a:lnTo>
                  <a:lnTo>
                    <a:pt x="421531" y="154484"/>
                  </a:lnTo>
                  <a:lnTo>
                    <a:pt x="496258" y="156575"/>
                  </a:lnTo>
                  <a:lnTo>
                    <a:pt x="574170" y="157293"/>
                  </a:lnTo>
                  <a:lnTo>
                    <a:pt x="652083" y="156575"/>
                  </a:lnTo>
                  <a:lnTo>
                    <a:pt x="726810" y="154484"/>
                  </a:lnTo>
                  <a:lnTo>
                    <a:pt x="797666" y="151112"/>
                  </a:lnTo>
                  <a:lnTo>
                    <a:pt x="863968" y="146555"/>
                  </a:lnTo>
                  <a:lnTo>
                    <a:pt x="925031" y="140905"/>
                  </a:lnTo>
                  <a:lnTo>
                    <a:pt x="980173" y="134257"/>
                  </a:lnTo>
                  <a:lnTo>
                    <a:pt x="1028707" y="126704"/>
                  </a:lnTo>
                  <a:lnTo>
                    <a:pt x="1069951" y="118340"/>
                  </a:lnTo>
                  <a:lnTo>
                    <a:pt x="1127832" y="99553"/>
                  </a:lnTo>
                  <a:lnTo>
                    <a:pt x="1148341" y="78646"/>
                  </a:lnTo>
                  <a:lnTo>
                    <a:pt x="1143100" y="67975"/>
                  </a:lnTo>
                  <a:lnTo>
                    <a:pt x="1103221" y="48034"/>
                  </a:lnTo>
                  <a:lnTo>
                    <a:pt x="1028707" y="30589"/>
                  </a:lnTo>
                  <a:lnTo>
                    <a:pt x="980173" y="23035"/>
                  </a:lnTo>
                  <a:lnTo>
                    <a:pt x="925031" y="16387"/>
                  </a:lnTo>
                  <a:lnTo>
                    <a:pt x="863968" y="10738"/>
                  </a:lnTo>
                  <a:lnTo>
                    <a:pt x="797666" y="6180"/>
                  </a:lnTo>
                  <a:lnTo>
                    <a:pt x="726810" y="2809"/>
                  </a:lnTo>
                  <a:lnTo>
                    <a:pt x="652083" y="717"/>
                  </a:lnTo>
                  <a:lnTo>
                    <a:pt x="57417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0903" y="3318603"/>
              <a:ext cx="8455923" cy="6609387"/>
            </a:xfrm>
            <a:prstGeom prst="rect">
              <a:avLst/>
            </a:prstGeom>
          </p:spPr>
        </p:pic>
      </p:grpSp>
      <p:pic>
        <p:nvPicPr>
          <p:cNvPr id="61" name="object 6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8040" y="3633504"/>
            <a:ext cx="2609606" cy="6264013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7999730"/>
            <a:chOff x="0" y="0"/>
            <a:chExt cx="20104100" cy="799973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0104100" cy="7999730"/>
            </a:xfrm>
            <a:custGeom>
              <a:avLst/>
              <a:gdLst/>
              <a:ahLst/>
              <a:cxnLst/>
              <a:rect l="l" t="t" r="r" b="b"/>
              <a:pathLst>
                <a:path w="20104100" h="7999730">
                  <a:moveTo>
                    <a:pt x="0" y="0"/>
                  </a:moveTo>
                  <a:lnTo>
                    <a:pt x="20104099" y="0"/>
                  </a:lnTo>
                  <a:lnTo>
                    <a:pt x="20104099" y="7999368"/>
                  </a:lnTo>
                  <a:lnTo>
                    <a:pt x="0" y="7999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383" y="5622120"/>
              <a:ext cx="20074255" cy="2362200"/>
            </a:xfrm>
            <a:custGeom>
              <a:avLst/>
              <a:gdLst/>
              <a:ahLst/>
              <a:cxnLst/>
              <a:rect l="l" t="t" r="r" b="b"/>
              <a:pathLst>
                <a:path w="20074255" h="2362200">
                  <a:moveTo>
                    <a:pt x="54943" y="12700"/>
                  </a:moveTo>
                  <a:lnTo>
                    <a:pt x="0" y="12700"/>
                  </a:lnTo>
                  <a:lnTo>
                    <a:pt x="0" y="2362200"/>
                  </a:lnTo>
                  <a:lnTo>
                    <a:pt x="20073715" y="2362200"/>
                  </a:lnTo>
                  <a:lnTo>
                    <a:pt x="20073715" y="977900"/>
                  </a:lnTo>
                  <a:lnTo>
                    <a:pt x="19332133" y="977900"/>
                  </a:lnTo>
                  <a:lnTo>
                    <a:pt x="19329927" y="952500"/>
                  </a:lnTo>
                  <a:lnTo>
                    <a:pt x="19324257" y="939800"/>
                  </a:lnTo>
                  <a:lnTo>
                    <a:pt x="19315112" y="927100"/>
                  </a:lnTo>
                  <a:lnTo>
                    <a:pt x="5627734" y="927100"/>
                  </a:lnTo>
                  <a:lnTo>
                    <a:pt x="5619871" y="876300"/>
                  </a:lnTo>
                  <a:lnTo>
                    <a:pt x="5604410" y="825500"/>
                  </a:lnTo>
                  <a:lnTo>
                    <a:pt x="5550611" y="736600"/>
                  </a:lnTo>
                  <a:lnTo>
                    <a:pt x="5512230" y="698500"/>
                  </a:lnTo>
                  <a:lnTo>
                    <a:pt x="5476243" y="673100"/>
                  </a:lnTo>
                  <a:lnTo>
                    <a:pt x="5437452" y="647700"/>
                  </a:lnTo>
                  <a:lnTo>
                    <a:pt x="5396302" y="622300"/>
                  </a:lnTo>
                  <a:lnTo>
                    <a:pt x="5308706" y="596900"/>
                  </a:lnTo>
                  <a:lnTo>
                    <a:pt x="5263153" y="584200"/>
                  </a:lnTo>
                  <a:lnTo>
                    <a:pt x="5124817" y="584200"/>
                  </a:lnTo>
                  <a:lnTo>
                    <a:pt x="5095777" y="546100"/>
                  </a:lnTo>
                  <a:lnTo>
                    <a:pt x="5085594" y="533400"/>
                  </a:lnTo>
                  <a:lnTo>
                    <a:pt x="1189921" y="533400"/>
                  </a:lnTo>
                  <a:lnTo>
                    <a:pt x="1220603" y="495300"/>
                  </a:lnTo>
                  <a:lnTo>
                    <a:pt x="1232729" y="457200"/>
                  </a:lnTo>
                  <a:lnTo>
                    <a:pt x="1226391" y="419100"/>
                  </a:lnTo>
                  <a:lnTo>
                    <a:pt x="1201677" y="381000"/>
                  </a:lnTo>
                  <a:lnTo>
                    <a:pt x="1158676" y="355600"/>
                  </a:lnTo>
                  <a:lnTo>
                    <a:pt x="1120031" y="330200"/>
                  </a:lnTo>
                  <a:lnTo>
                    <a:pt x="1077444" y="317500"/>
                  </a:lnTo>
                  <a:lnTo>
                    <a:pt x="940065" y="317500"/>
                  </a:lnTo>
                  <a:lnTo>
                    <a:pt x="936897" y="304800"/>
                  </a:lnTo>
                  <a:lnTo>
                    <a:pt x="933112" y="304800"/>
                  </a:lnTo>
                  <a:lnTo>
                    <a:pt x="928715" y="292100"/>
                  </a:lnTo>
                  <a:lnTo>
                    <a:pt x="923710" y="279400"/>
                  </a:lnTo>
                  <a:lnTo>
                    <a:pt x="936934" y="266700"/>
                  </a:lnTo>
                  <a:lnTo>
                    <a:pt x="946732" y="241300"/>
                  </a:lnTo>
                  <a:lnTo>
                    <a:pt x="952820" y="215900"/>
                  </a:lnTo>
                  <a:lnTo>
                    <a:pt x="953867" y="203200"/>
                  </a:lnTo>
                  <a:lnTo>
                    <a:pt x="418688" y="203200"/>
                  </a:lnTo>
                  <a:lnTo>
                    <a:pt x="413292" y="190500"/>
                  </a:lnTo>
                  <a:lnTo>
                    <a:pt x="405355" y="177800"/>
                  </a:lnTo>
                  <a:lnTo>
                    <a:pt x="394883" y="165100"/>
                  </a:lnTo>
                  <a:lnTo>
                    <a:pt x="381883" y="165100"/>
                  </a:lnTo>
                  <a:lnTo>
                    <a:pt x="349428" y="152400"/>
                  </a:lnTo>
                  <a:lnTo>
                    <a:pt x="313011" y="139700"/>
                  </a:lnTo>
                  <a:lnTo>
                    <a:pt x="234820" y="139700"/>
                  </a:lnTo>
                  <a:lnTo>
                    <a:pt x="214953" y="114300"/>
                  </a:lnTo>
                  <a:lnTo>
                    <a:pt x="185993" y="76200"/>
                  </a:lnTo>
                  <a:lnTo>
                    <a:pt x="148979" y="50800"/>
                  </a:lnTo>
                  <a:lnTo>
                    <a:pt x="104950" y="38100"/>
                  </a:lnTo>
                  <a:lnTo>
                    <a:pt x="54943" y="12700"/>
                  </a:lnTo>
                  <a:close/>
                </a:path>
                <a:path w="20074255" h="2362200">
                  <a:moveTo>
                    <a:pt x="19688674" y="787400"/>
                  </a:moveTo>
                  <a:lnTo>
                    <a:pt x="19640680" y="787400"/>
                  </a:lnTo>
                  <a:lnTo>
                    <a:pt x="19593599" y="800100"/>
                  </a:lnTo>
                  <a:lnTo>
                    <a:pt x="19549104" y="812800"/>
                  </a:lnTo>
                  <a:lnTo>
                    <a:pt x="19508871" y="838200"/>
                  </a:lnTo>
                  <a:lnTo>
                    <a:pt x="19489695" y="863600"/>
                  </a:lnTo>
                  <a:lnTo>
                    <a:pt x="19473490" y="876300"/>
                  </a:lnTo>
                  <a:lnTo>
                    <a:pt x="19460262" y="901700"/>
                  </a:lnTo>
                  <a:lnTo>
                    <a:pt x="19450015" y="927100"/>
                  </a:lnTo>
                  <a:lnTo>
                    <a:pt x="19398489" y="927100"/>
                  </a:lnTo>
                  <a:lnTo>
                    <a:pt x="19374051" y="939800"/>
                  </a:lnTo>
                  <a:lnTo>
                    <a:pt x="19352122" y="952500"/>
                  </a:lnTo>
                  <a:lnTo>
                    <a:pt x="19346296" y="952500"/>
                  </a:lnTo>
                  <a:lnTo>
                    <a:pt x="19341021" y="965200"/>
                  </a:lnTo>
                  <a:lnTo>
                    <a:pt x="19336299" y="965200"/>
                  </a:lnTo>
                  <a:lnTo>
                    <a:pt x="19332133" y="977900"/>
                  </a:lnTo>
                  <a:lnTo>
                    <a:pt x="20073715" y="977900"/>
                  </a:lnTo>
                  <a:lnTo>
                    <a:pt x="20073715" y="812800"/>
                  </a:lnTo>
                  <a:lnTo>
                    <a:pt x="19780696" y="812800"/>
                  </a:lnTo>
                  <a:lnTo>
                    <a:pt x="19735904" y="800100"/>
                  </a:lnTo>
                  <a:lnTo>
                    <a:pt x="19688674" y="787400"/>
                  </a:lnTo>
                  <a:close/>
                </a:path>
                <a:path w="20074255" h="2362200">
                  <a:moveTo>
                    <a:pt x="6481487" y="317500"/>
                  </a:moveTo>
                  <a:lnTo>
                    <a:pt x="6246940" y="317500"/>
                  </a:lnTo>
                  <a:lnTo>
                    <a:pt x="6007786" y="406400"/>
                  </a:lnTo>
                  <a:lnTo>
                    <a:pt x="5975407" y="431800"/>
                  </a:lnTo>
                  <a:lnTo>
                    <a:pt x="5943799" y="444500"/>
                  </a:lnTo>
                  <a:lnTo>
                    <a:pt x="5913069" y="469900"/>
                  </a:lnTo>
                  <a:lnTo>
                    <a:pt x="5883326" y="495300"/>
                  </a:lnTo>
                  <a:lnTo>
                    <a:pt x="5854678" y="520700"/>
                  </a:lnTo>
                  <a:lnTo>
                    <a:pt x="5801100" y="571500"/>
                  </a:lnTo>
                  <a:lnTo>
                    <a:pt x="5753198" y="622300"/>
                  </a:lnTo>
                  <a:lnTo>
                    <a:pt x="5731646" y="660400"/>
                  </a:lnTo>
                  <a:lnTo>
                    <a:pt x="5711837" y="685800"/>
                  </a:lnTo>
                  <a:lnTo>
                    <a:pt x="5693880" y="711200"/>
                  </a:lnTo>
                  <a:lnTo>
                    <a:pt x="5677883" y="749300"/>
                  </a:lnTo>
                  <a:lnTo>
                    <a:pt x="5663954" y="787400"/>
                  </a:lnTo>
                  <a:lnTo>
                    <a:pt x="5652200" y="812800"/>
                  </a:lnTo>
                  <a:lnTo>
                    <a:pt x="5642730" y="850900"/>
                  </a:lnTo>
                  <a:lnTo>
                    <a:pt x="5635652" y="889000"/>
                  </a:lnTo>
                  <a:lnTo>
                    <a:pt x="5631074" y="927100"/>
                  </a:lnTo>
                  <a:lnTo>
                    <a:pt x="19039315" y="927100"/>
                  </a:lnTo>
                  <a:lnTo>
                    <a:pt x="19031485" y="876300"/>
                  </a:lnTo>
                  <a:lnTo>
                    <a:pt x="19016084" y="825500"/>
                  </a:lnTo>
                  <a:lnTo>
                    <a:pt x="19008420" y="812800"/>
                  </a:lnTo>
                  <a:lnTo>
                    <a:pt x="12305829" y="812800"/>
                  </a:lnTo>
                  <a:lnTo>
                    <a:pt x="12262011" y="800100"/>
                  </a:lnTo>
                  <a:lnTo>
                    <a:pt x="12172603" y="800100"/>
                  </a:lnTo>
                  <a:lnTo>
                    <a:pt x="12127172" y="787400"/>
                  </a:lnTo>
                  <a:lnTo>
                    <a:pt x="12081363" y="787400"/>
                  </a:lnTo>
                  <a:lnTo>
                    <a:pt x="12035255" y="774700"/>
                  </a:lnTo>
                  <a:lnTo>
                    <a:pt x="7228167" y="774700"/>
                  </a:lnTo>
                  <a:lnTo>
                    <a:pt x="7224942" y="749300"/>
                  </a:lnTo>
                  <a:lnTo>
                    <a:pt x="7216683" y="723900"/>
                  </a:lnTo>
                  <a:lnTo>
                    <a:pt x="7210027" y="711200"/>
                  </a:lnTo>
                  <a:lnTo>
                    <a:pt x="6801415" y="711200"/>
                  </a:lnTo>
                  <a:lnTo>
                    <a:pt x="6796176" y="673100"/>
                  </a:lnTo>
                  <a:lnTo>
                    <a:pt x="6788465" y="622300"/>
                  </a:lnTo>
                  <a:lnTo>
                    <a:pt x="6778390" y="584200"/>
                  </a:lnTo>
                  <a:lnTo>
                    <a:pt x="6766060" y="558800"/>
                  </a:lnTo>
                  <a:lnTo>
                    <a:pt x="6751581" y="520700"/>
                  </a:lnTo>
                  <a:lnTo>
                    <a:pt x="6735063" y="495300"/>
                  </a:lnTo>
                  <a:lnTo>
                    <a:pt x="6716614" y="457200"/>
                  </a:lnTo>
                  <a:lnTo>
                    <a:pt x="6696341" y="431800"/>
                  </a:lnTo>
                  <a:lnTo>
                    <a:pt x="6674353" y="419100"/>
                  </a:lnTo>
                  <a:lnTo>
                    <a:pt x="6650758" y="393700"/>
                  </a:lnTo>
                  <a:lnTo>
                    <a:pt x="6625663" y="381000"/>
                  </a:lnTo>
                  <a:lnTo>
                    <a:pt x="6599178" y="355600"/>
                  </a:lnTo>
                  <a:lnTo>
                    <a:pt x="6571409" y="342900"/>
                  </a:lnTo>
                  <a:lnTo>
                    <a:pt x="6542466" y="330200"/>
                  </a:lnTo>
                  <a:lnTo>
                    <a:pt x="6512456" y="330200"/>
                  </a:lnTo>
                  <a:lnTo>
                    <a:pt x="6481487" y="317500"/>
                  </a:lnTo>
                  <a:close/>
                </a:path>
                <a:path w="20074255" h="2362200">
                  <a:moveTo>
                    <a:pt x="19227178" y="876300"/>
                  </a:moveTo>
                  <a:lnTo>
                    <a:pt x="19186496" y="889000"/>
                  </a:lnTo>
                  <a:lnTo>
                    <a:pt x="19150338" y="901700"/>
                  </a:lnTo>
                  <a:lnTo>
                    <a:pt x="19146966" y="901700"/>
                  </a:lnTo>
                  <a:lnTo>
                    <a:pt x="19143867" y="914400"/>
                  </a:lnTo>
                  <a:lnTo>
                    <a:pt x="19045336" y="914400"/>
                  </a:lnTo>
                  <a:lnTo>
                    <a:pt x="19041861" y="927100"/>
                  </a:lnTo>
                  <a:lnTo>
                    <a:pt x="19315112" y="927100"/>
                  </a:lnTo>
                  <a:lnTo>
                    <a:pt x="19302480" y="901700"/>
                  </a:lnTo>
                  <a:lnTo>
                    <a:pt x="19267476" y="889000"/>
                  </a:lnTo>
                  <a:lnTo>
                    <a:pt x="19227178" y="876300"/>
                  </a:lnTo>
                  <a:close/>
                </a:path>
                <a:path w="20074255" h="2362200">
                  <a:moveTo>
                    <a:pt x="19096689" y="889000"/>
                  </a:moveTo>
                  <a:lnTo>
                    <a:pt x="19074653" y="901700"/>
                  </a:lnTo>
                  <a:lnTo>
                    <a:pt x="19055063" y="914400"/>
                  </a:lnTo>
                  <a:lnTo>
                    <a:pt x="19137490" y="914400"/>
                  </a:lnTo>
                  <a:lnTo>
                    <a:pt x="19118519" y="901700"/>
                  </a:lnTo>
                  <a:lnTo>
                    <a:pt x="19096689" y="889000"/>
                  </a:lnTo>
                  <a:close/>
                </a:path>
                <a:path w="20074255" h="2362200">
                  <a:moveTo>
                    <a:pt x="13446773" y="0"/>
                  </a:moveTo>
                  <a:lnTo>
                    <a:pt x="13352185" y="25400"/>
                  </a:lnTo>
                  <a:lnTo>
                    <a:pt x="13306429" y="50800"/>
                  </a:lnTo>
                  <a:lnTo>
                    <a:pt x="13262129" y="76200"/>
                  </a:lnTo>
                  <a:lnTo>
                    <a:pt x="13219608" y="114300"/>
                  </a:lnTo>
                  <a:lnTo>
                    <a:pt x="13179190" y="152400"/>
                  </a:lnTo>
                  <a:lnTo>
                    <a:pt x="13141198" y="190500"/>
                  </a:lnTo>
                  <a:lnTo>
                    <a:pt x="13105955" y="241300"/>
                  </a:lnTo>
                  <a:lnTo>
                    <a:pt x="13073783" y="279400"/>
                  </a:lnTo>
                  <a:lnTo>
                    <a:pt x="13045007" y="330200"/>
                  </a:lnTo>
                  <a:lnTo>
                    <a:pt x="13019948" y="368300"/>
                  </a:lnTo>
                  <a:lnTo>
                    <a:pt x="12998931" y="406400"/>
                  </a:lnTo>
                  <a:lnTo>
                    <a:pt x="12982278" y="444500"/>
                  </a:lnTo>
                  <a:lnTo>
                    <a:pt x="12970313" y="469900"/>
                  </a:lnTo>
                  <a:lnTo>
                    <a:pt x="12963358" y="495300"/>
                  </a:lnTo>
                  <a:lnTo>
                    <a:pt x="12961737" y="508000"/>
                  </a:lnTo>
                  <a:lnTo>
                    <a:pt x="12965772" y="520700"/>
                  </a:lnTo>
                  <a:lnTo>
                    <a:pt x="12960600" y="546100"/>
                  </a:lnTo>
                  <a:lnTo>
                    <a:pt x="12952903" y="584200"/>
                  </a:lnTo>
                  <a:lnTo>
                    <a:pt x="12930256" y="635000"/>
                  </a:lnTo>
                  <a:lnTo>
                    <a:pt x="12898466" y="685800"/>
                  </a:lnTo>
                  <a:lnTo>
                    <a:pt x="12879341" y="698500"/>
                  </a:lnTo>
                  <a:lnTo>
                    <a:pt x="12858169" y="723900"/>
                  </a:lnTo>
                  <a:lnTo>
                    <a:pt x="12810001" y="749300"/>
                  </a:lnTo>
                  <a:lnTo>
                    <a:pt x="12754597" y="774700"/>
                  </a:lnTo>
                  <a:lnTo>
                    <a:pt x="12692594" y="800100"/>
                  </a:lnTo>
                  <a:lnTo>
                    <a:pt x="12659316" y="800100"/>
                  </a:lnTo>
                  <a:lnTo>
                    <a:pt x="12624627" y="812800"/>
                  </a:lnTo>
                  <a:lnTo>
                    <a:pt x="19008420" y="812800"/>
                  </a:lnTo>
                  <a:lnTo>
                    <a:pt x="18962488" y="736600"/>
                  </a:lnTo>
                  <a:lnTo>
                    <a:pt x="18924251" y="698500"/>
                  </a:lnTo>
                  <a:lnTo>
                    <a:pt x="18887897" y="673100"/>
                  </a:lnTo>
                  <a:lnTo>
                    <a:pt x="18848680" y="635000"/>
                  </a:lnTo>
                  <a:lnTo>
                    <a:pt x="18807061" y="622300"/>
                  </a:lnTo>
                  <a:lnTo>
                    <a:pt x="18763502" y="596900"/>
                  </a:lnTo>
                  <a:lnTo>
                    <a:pt x="18718466" y="596900"/>
                  </a:lnTo>
                  <a:lnTo>
                    <a:pt x="18672415" y="584200"/>
                  </a:lnTo>
                  <a:lnTo>
                    <a:pt x="18532796" y="584200"/>
                  </a:lnTo>
                  <a:lnTo>
                    <a:pt x="18504367" y="546100"/>
                  </a:lnTo>
                  <a:lnTo>
                    <a:pt x="18494396" y="533400"/>
                  </a:lnTo>
                  <a:lnTo>
                    <a:pt x="14679060" y="533400"/>
                  </a:lnTo>
                  <a:lnTo>
                    <a:pt x="14709108" y="495300"/>
                  </a:lnTo>
                  <a:lnTo>
                    <a:pt x="14720988" y="457200"/>
                  </a:lnTo>
                  <a:lnTo>
                    <a:pt x="14714788" y="419100"/>
                  </a:lnTo>
                  <a:lnTo>
                    <a:pt x="14690592" y="381000"/>
                  </a:lnTo>
                  <a:lnTo>
                    <a:pt x="14648485" y="355600"/>
                  </a:lnTo>
                  <a:lnTo>
                    <a:pt x="14600529" y="330200"/>
                  </a:lnTo>
                  <a:lnTo>
                    <a:pt x="14547070" y="317500"/>
                  </a:lnTo>
                  <a:lnTo>
                    <a:pt x="14434408" y="317500"/>
                  </a:lnTo>
                  <a:lnTo>
                    <a:pt x="14431300" y="304800"/>
                  </a:lnTo>
                  <a:lnTo>
                    <a:pt x="14427598" y="304800"/>
                  </a:lnTo>
                  <a:lnTo>
                    <a:pt x="14423301" y="292100"/>
                  </a:lnTo>
                  <a:lnTo>
                    <a:pt x="14418409" y="279400"/>
                  </a:lnTo>
                  <a:lnTo>
                    <a:pt x="14431332" y="266700"/>
                  </a:lnTo>
                  <a:lnTo>
                    <a:pt x="14440918" y="241300"/>
                  </a:lnTo>
                  <a:lnTo>
                    <a:pt x="14446880" y="215900"/>
                  </a:lnTo>
                  <a:lnTo>
                    <a:pt x="14447906" y="203200"/>
                  </a:lnTo>
                  <a:lnTo>
                    <a:pt x="13923890" y="203200"/>
                  </a:lnTo>
                  <a:lnTo>
                    <a:pt x="13918586" y="190500"/>
                  </a:lnTo>
                  <a:lnTo>
                    <a:pt x="13910801" y="177800"/>
                  </a:lnTo>
                  <a:lnTo>
                    <a:pt x="13900542" y="165100"/>
                  </a:lnTo>
                  <a:lnTo>
                    <a:pt x="13887817" y="165100"/>
                  </a:lnTo>
                  <a:lnTo>
                    <a:pt x="13856042" y="152400"/>
                  </a:lnTo>
                  <a:lnTo>
                    <a:pt x="13820386" y="139700"/>
                  </a:lnTo>
                  <a:lnTo>
                    <a:pt x="13743801" y="139700"/>
                  </a:lnTo>
                  <a:lnTo>
                    <a:pt x="13723804" y="114300"/>
                  </a:lnTo>
                  <a:lnTo>
                    <a:pt x="13694516" y="76200"/>
                  </a:lnTo>
                  <a:lnTo>
                    <a:pt x="13657025" y="50800"/>
                  </a:lnTo>
                  <a:lnTo>
                    <a:pt x="13612417" y="38100"/>
                  </a:lnTo>
                  <a:lnTo>
                    <a:pt x="13561781" y="12700"/>
                  </a:lnTo>
                  <a:lnTo>
                    <a:pt x="13506204" y="12700"/>
                  </a:lnTo>
                  <a:lnTo>
                    <a:pt x="13446773" y="0"/>
                  </a:lnTo>
                  <a:close/>
                </a:path>
                <a:path w="20074255" h="2362200">
                  <a:moveTo>
                    <a:pt x="20073715" y="558800"/>
                  </a:moveTo>
                  <a:lnTo>
                    <a:pt x="20028413" y="558800"/>
                  </a:lnTo>
                  <a:lnTo>
                    <a:pt x="19983685" y="571500"/>
                  </a:lnTo>
                  <a:lnTo>
                    <a:pt x="19943905" y="596900"/>
                  </a:lnTo>
                  <a:lnTo>
                    <a:pt x="19928725" y="609600"/>
                  </a:lnTo>
                  <a:lnTo>
                    <a:pt x="19916627" y="622300"/>
                  </a:lnTo>
                  <a:lnTo>
                    <a:pt x="19907622" y="647700"/>
                  </a:lnTo>
                  <a:lnTo>
                    <a:pt x="19901718" y="660400"/>
                  </a:lnTo>
                  <a:lnTo>
                    <a:pt x="19849983" y="660400"/>
                  </a:lnTo>
                  <a:lnTo>
                    <a:pt x="19825431" y="673100"/>
                  </a:lnTo>
                  <a:lnTo>
                    <a:pt x="19803407" y="685800"/>
                  </a:lnTo>
                  <a:lnTo>
                    <a:pt x="19780516" y="711200"/>
                  </a:lnTo>
                  <a:lnTo>
                    <a:pt x="19770494" y="749300"/>
                  </a:lnTo>
                  <a:lnTo>
                    <a:pt x="19773419" y="774700"/>
                  </a:lnTo>
                  <a:lnTo>
                    <a:pt x="19789366" y="812800"/>
                  </a:lnTo>
                  <a:lnTo>
                    <a:pt x="20073715" y="812800"/>
                  </a:lnTo>
                  <a:lnTo>
                    <a:pt x="20073715" y="558800"/>
                  </a:lnTo>
                  <a:close/>
                </a:path>
                <a:path w="20074255" h="2362200">
                  <a:moveTo>
                    <a:pt x="10410720" y="749300"/>
                  </a:moveTo>
                  <a:lnTo>
                    <a:pt x="7241108" y="749300"/>
                  </a:lnTo>
                  <a:lnTo>
                    <a:pt x="7234226" y="762000"/>
                  </a:lnTo>
                  <a:lnTo>
                    <a:pt x="7228167" y="774700"/>
                  </a:lnTo>
                  <a:lnTo>
                    <a:pt x="10423661" y="774700"/>
                  </a:lnTo>
                  <a:lnTo>
                    <a:pt x="10417596" y="762000"/>
                  </a:lnTo>
                  <a:lnTo>
                    <a:pt x="10410720" y="749300"/>
                  </a:lnTo>
                  <a:close/>
                </a:path>
                <a:path w="20074255" h="2362200">
                  <a:moveTo>
                    <a:pt x="10600668" y="635000"/>
                  </a:moveTo>
                  <a:lnTo>
                    <a:pt x="10552652" y="635000"/>
                  </a:lnTo>
                  <a:lnTo>
                    <a:pt x="10506830" y="647700"/>
                  </a:lnTo>
                  <a:lnTo>
                    <a:pt x="10466864" y="673100"/>
                  </a:lnTo>
                  <a:lnTo>
                    <a:pt x="10435148" y="723900"/>
                  </a:lnTo>
                  <a:lnTo>
                    <a:pt x="10423661" y="774700"/>
                  </a:lnTo>
                  <a:lnTo>
                    <a:pt x="12035255" y="774700"/>
                  </a:lnTo>
                  <a:lnTo>
                    <a:pt x="11988927" y="762000"/>
                  </a:lnTo>
                  <a:lnTo>
                    <a:pt x="11942459" y="762000"/>
                  </a:lnTo>
                  <a:lnTo>
                    <a:pt x="11849419" y="736600"/>
                  </a:lnTo>
                  <a:lnTo>
                    <a:pt x="11803007" y="736600"/>
                  </a:lnTo>
                  <a:lnTo>
                    <a:pt x="11710795" y="711200"/>
                  </a:lnTo>
                  <a:lnTo>
                    <a:pt x="10850413" y="711200"/>
                  </a:lnTo>
                  <a:lnTo>
                    <a:pt x="10846692" y="698500"/>
                  </a:lnTo>
                  <a:lnTo>
                    <a:pt x="10841625" y="698500"/>
                  </a:lnTo>
                  <a:lnTo>
                    <a:pt x="10835211" y="685800"/>
                  </a:lnTo>
                  <a:lnTo>
                    <a:pt x="10698040" y="685800"/>
                  </a:lnTo>
                  <a:lnTo>
                    <a:pt x="10693506" y="673100"/>
                  </a:lnTo>
                  <a:lnTo>
                    <a:pt x="10688627" y="673100"/>
                  </a:lnTo>
                  <a:lnTo>
                    <a:pt x="10647214" y="647700"/>
                  </a:lnTo>
                  <a:lnTo>
                    <a:pt x="10600668" y="635000"/>
                  </a:lnTo>
                  <a:close/>
                </a:path>
                <a:path w="20074255" h="2362200">
                  <a:moveTo>
                    <a:pt x="10326960" y="698500"/>
                  </a:moveTo>
                  <a:lnTo>
                    <a:pt x="7324856" y="698500"/>
                  </a:lnTo>
                  <a:lnTo>
                    <a:pt x="7289251" y="711200"/>
                  </a:lnTo>
                  <a:lnTo>
                    <a:pt x="7257307" y="736600"/>
                  </a:lnTo>
                  <a:lnTo>
                    <a:pt x="7248803" y="749300"/>
                  </a:lnTo>
                  <a:lnTo>
                    <a:pt x="10403030" y="749300"/>
                  </a:lnTo>
                  <a:lnTo>
                    <a:pt x="10394521" y="736600"/>
                  </a:lnTo>
                  <a:lnTo>
                    <a:pt x="10362567" y="711200"/>
                  </a:lnTo>
                  <a:lnTo>
                    <a:pt x="10326960" y="698500"/>
                  </a:lnTo>
                  <a:close/>
                </a:path>
                <a:path w="20074255" h="2362200">
                  <a:moveTo>
                    <a:pt x="6916874" y="660400"/>
                  </a:moveTo>
                  <a:lnTo>
                    <a:pt x="6852942" y="660400"/>
                  </a:lnTo>
                  <a:lnTo>
                    <a:pt x="6824389" y="673100"/>
                  </a:lnTo>
                  <a:lnTo>
                    <a:pt x="6816626" y="685800"/>
                  </a:lnTo>
                  <a:lnTo>
                    <a:pt x="6810208" y="698500"/>
                  </a:lnTo>
                  <a:lnTo>
                    <a:pt x="6805138" y="698500"/>
                  </a:lnTo>
                  <a:lnTo>
                    <a:pt x="6801415" y="711200"/>
                  </a:lnTo>
                  <a:lnTo>
                    <a:pt x="7210027" y="711200"/>
                  </a:lnTo>
                  <a:lnTo>
                    <a:pt x="7203370" y="698500"/>
                  </a:lnTo>
                  <a:lnTo>
                    <a:pt x="7194178" y="685800"/>
                  </a:lnTo>
                  <a:lnTo>
                    <a:pt x="6944521" y="685800"/>
                  </a:lnTo>
                  <a:lnTo>
                    <a:pt x="6916874" y="660400"/>
                  </a:lnTo>
                  <a:close/>
                </a:path>
                <a:path w="20074255" h="2362200">
                  <a:moveTo>
                    <a:pt x="11321678" y="635000"/>
                  </a:moveTo>
                  <a:lnTo>
                    <a:pt x="10925162" y="635000"/>
                  </a:lnTo>
                  <a:lnTo>
                    <a:pt x="10907029" y="647700"/>
                  </a:lnTo>
                  <a:lnTo>
                    <a:pt x="10877334" y="673100"/>
                  </a:lnTo>
                  <a:lnTo>
                    <a:pt x="10850413" y="711200"/>
                  </a:lnTo>
                  <a:lnTo>
                    <a:pt x="11710795" y="711200"/>
                  </a:lnTo>
                  <a:lnTo>
                    <a:pt x="11619930" y="698500"/>
                  </a:lnTo>
                  <a:lnTo>
                    <a:pt x="11531046" y="673100"/>
                  </a:lnTo>
                  <a:lnTo>
                    <a:pt x="11487546" y="673100"/>
                  </a:lnTo>
                  <a:lnTo>
                    <a:pt x="11444780" y="660400"/>
                  </a:lnTo>
                  <a:lnTo>
                    <a:pt x="11402827" y="660400"/>
                  </a:lnTo>
                  <a:lnTo>
                    <a:pt x="11321678" y="635000"/>
                  </a:lnTo>
                  <a:close/>
                </a:path>
                <a:path w="20074255" h="2362200">
                  <a:moveTo>
                    <a:pt x="7747754" y="495300"/>
                  </a:moveTo>
                  <a:lnTo>
                    <a:pt x="7701101" y="495300"/>
                  </a:lnTo>
                  <a:lnTo>
                    <a:pt x="7609205" y="520700"/>
                  </a:lnTo>
                  <a:lnTo>
                    <a:pt x="7565406" y="533400"/>
                  </a:lnTo>
                  <a:lnTo>
                    <a:pt x="7524003" y="558800"/>
                  </a:lnTo>
                  <a:lnTo>
                    <a:pt x="7485719" y="584200"/>
                  </a:lnTo>
                  <a:lnTo>
                    <a:pt x="7434166" y="635000"/>
                  </a:lnTo>
                  <a:lnTo>
                    <a:pt x="7414888" y="673100"/>
                  </a:lnTo>
                  <a:lnTo>
                    <a:pt x="7399952" y="698500"/>
                  </a:lnTo>
                  <a:lnTo>
                    <a:pt x="10251876" y="698500"/>
                  </a:lnTo>
                  <a:lnTo>
                    <a:pt x="10236936" y="673100"/>
                  </a:lnTo>
                  <a:lnTo>
                    <a:pt x="10217658" y="635000"/>
                  </a:lnTo>
                  <a:lnTo>
                    <a:pt x="10194048" y="609600"/>
                  </a:lnTo>
                  <a:lnTo>
                    <a:pt x="10166109" y="584200"/>
                  </a:lnTo>
                  <a:lnTo>
                    <a:pt x="10127830" y="558800"/>
                  </a:lnTo>
                  <a:lnTo>
                    <a:pt x="10086429" y="533400"/>
                  </a:lnTo>
                  <a:lnTo>
                    <a:pt x="7881864" y="533400"/>
                  </a:lnTo>
                  <a:lnTo>
                    <a:pt x="7838858" y="520700"/>
                  </a:lnTo>
                  <a:lnTo>
                    <a:pt x="7747754" y="495300"/>
                  </a:lnTo>
                  <a:close/>
                </a:path>
                <a:path w="20074255" h="2362200">
                  <a:moveTo>
                    <a:pt x="7099182" y="635000"/>
                  </a:moveTo>
                  <a:lnTo>
                    <a:pt x="7051166" y="635000"/>
                  </a:lnTo>
                  <a:lnTo>
                    <a:pt x="7004625" y="647700"/>
                  </a:lnTo>
                  <a:lnTo>
                    <a:pt x="6963222" y="673100"/>
                  </a:lnTo>
                  <a:lnTo>
                    <a:pt x="6958311" y="673100"/>
                  </a:lnTo>
                  <a:lnTo>
                    <a:pt x="6953798" y="685800"/>
                  </a:lnTo>
                  <a:lnTo>
                    <a:pt x="7194178" y="685800"/>
                  </a:lnTo>
                  <a:lnTo>
                    <a:pt x="7184985" y="673100"/>
                  </a:lnTo>
                  <a:lnTo>
                    <a:pt x="7145009" y="647700"/>
                  </a:lnTo>
                  <a:lnTo>
                    <a:pt x="7099182" y="635000"/>
                  </a:lnTo>
                  <a:close/>
                </a:path>
                <a:path w="20074255" h="2362200">
                  <a:moveTo>
                    <a:pt x="10798892" y="660400"/>
                  </a:moveTo>
                  <a:lnTo>
                    <a:pt x="10734967" y="660400"/>
                  </a:lnTo>
                  <a:lnTo>
                    <a:pt x="10707328" y="685800"/>
                  </a:lnTo>
                  <a:lnTo>
                    <a:pt x="10835211" y="685800"/>
                  </a:lnTo>
                  <a:lnTo>
                    <a:pt x="10827450" y="673100"/>
                  </a:lnTo>
                  <a:lnTo>
                    <a:pt x="10798892" y="660400"/>
                  </a:lnTo>
                  <a:close/>
                </a:path>
                <a:path w="20074255" h="2362200">
                  <a:moveTo>
                    <a:pt x="11208043" y="622300"/>
                  </a:moveTo>
                  <a:lnTo>
                    <a:pt x="10967604" y="622300"/>
                  </a:lnTo>
                  <a:lnTo>
                    <a:pt x="10945380" y="635000"/>
                  </a:lnTo>
                  <a:lnTo>
                    <a:pt x="11244737" y="635000"/>
                  </a:lnTo>
                  <a:lnTo>
                    <a:pt x="11208043" y="622300"/>
                  </a:lnTo>
                  <a:close/>
                </a:path>
                <a:path w="20074255" h="2362200">
                  <a:moveTo>
                    <a:pt x="1598868" y="508000"/>
                  </a:moveTo>
                  <a:lnTo>
                    <a:pt x="1302246" y="508000"/>
                  </a:lnTo>
                  <a:lnTo>
                    <a:pt x="1209188" y="533400"/>
                  </a:lnTo>
                  <a:lnTo>
                    <a:pt x="1693414" y="533400"/>
                  </a:lnTo>
                  <a:lnTo>
                    <a:pt x="1598868" y="508000"/>
                  </a:lnTo>
                  <a:close/>
                </a:path>
                <a:path w="20074255" h="2362200">
                  <a:moveTo>
                    <a:pt x="2590534" y="266700"/>
                  </a:moveTo>
                  <a:lnTo>
                    <a:pt x="2277822" y="266700"/>
                  </a:lnTo>
                  <a:lnTo>
                    <a:pt x="2011379" y="342900"/>
                  </a:lnTo>
                  <a:lnTo>
                    <a:pt x="1968574" y="368300"/>
                  </a:lnTo>
                  <a:lnTo>
                    <a:pt x="1926464" y="381000"/>
                  </a:lnTo>
                  <a:lnTo>
                    <a:pt x="1885139" y="406400"/>
                  </a:lnTo>
                  <a:lnTo>
                    <a:pt x="1844688" y="431800"/>
                  </a:lnTo>
                  <a:lnTo>
                    <a:pt x="1805201" y="457200"/>
                  </a:lnTo>
                  <a:lnTo>
                    <a:pt x="1766767" y="482600"/>
                  </a:lnTo>
                  <a:lnTo>
                    <a:pt x="1729475" y="508000"/>
                  </a:lnTo>
                  <a:lnTo>
                    <a:pt x="1693414" y="533400"/>
                  </a:lnTo>
                  <a:lnTo>
                    <a:pt x="5085594" y="533400"/>
                  </a:lnTo>
                  <a:lnTo>
                    <a:pt x="5065228" y="508000"/>
                  </a:lnTo>
                  <a:lnTo>
                    <a:pt x="2982558" y="508000"/>
                  </a:lnTo>
                  <a:lnTo>
                    <a:pt x="2948395" y="469900"/>
                  </a:lnTo>
                  <a:lnTo>
                    <a:pt x="2912874" y="431800"/>
                  </a:lnTo>
                  <a:lnTo>
                    <a:pt x="2876084" y="406400"/>
                  </a:lnTo>
                  <a:lnTo>
                    <a:pt x="2838115" y="381000"/>
                  </a:lnTo>
                  <a:lnTo>
                    <a:pt x="2799056" y="355600"/>
                  </a:lnTo>
                  <a:lnTo>
                    <a:pt x="2758996" y="330200"/>
                  </a:lnTo>
                  <a:lnTo>
                    <a:pt x="2718024" y="317500"/>
                  </a:lnTo>
                  <a:lnTo>
                    <a:pt x="2676231" y="292100"/>
                  </a:lnTo>
                  <a:lnTo>
                    <a:pt x="2590534" y="266700"/>
                  </a:lnTo>
                  <a:close/>
                </a:path>
                <a:path w="20074255" h="2362200">
                  <a:moveTo>
                    <a:pt x="9668998" y="317500"/>
                  </a:moveTo>
                  <a:lnTo>
                    <a:pt x="7982842" y="317500"/>
                  </a:lnTo>
                  <a:lnTo>
                    <a:pt x="7947060" y="330200"/>
                  </a:lnTo>
                  <a:lnTo>
                    <a:pt x="7914963" y="355600"/>
                  </a:lnTo>
                  <a:lnTo>
                    <a:pt x="7881611" y="393700"/>
                  </a:lnTo>
                  <a:lnTo>
                    <a:pt x="7867002" y="444500"/>
                  </a:lnTo>
                  <a:lnTo>
                    <a:pt x="7871258" y="495300"/>
                  </a:lnTo>
                  <a:lnTo>
                    <a:pt x="7894503" y="533400"/>
                  </a:lnTo>
                  <a:lnTo>
                    <a:pt x="9757315" y="533400"/>
                  </a:lnTo>
                  <a:lnTo>
                    <a:pt x="9780565" y="495300"/>
                  </a:lnTo>
                  <a:lnTo>
                    <a:pt x="9784825" y="444500"/>
                  </a:lnTo>
                  <a:lnTo>
                    <a:pt x="9770217" y="393700"/>
                  </a:lnTo>
                  <a:lnTo>
                    <a:pt x="9736865" y="355600"/>
                  </a:lnTo>
                  <a:lnTo>
                    <a:pt x="9704772" y="330200"/>
                  </a:lnTo>
                  <a:lnTo>
                    <a:pt x="9668998" y="317500"/>
                  </a:lnTo>
                  <a:close/>
                </a:path>
                <a:path w="20074255" h="2362200">
                  <a:moveTo>
                    <a:pt x="9950729" y="495300"/>
                  </a:moveTo>
                  <a:lnTo>
                    <a:pt x="9904074" y="495300"/>
                  </a:lnTo>
                  <a:lnTo>
                    <a:pt x="9812968" y="520700"/>
                  </a:lnTo>
                  <a:lnTo>
                    <a:pt x="9769964" y="533400"/>
                  </a:lnTo>
                  <a:lnTo>
                    <a:pt x="10086429" y="533400"/>
                  </a:lnTo>
                  <a:lnTo>
                    <a:pt x="10042630" y="520700"/>
                  </a:lnTo>
                  <a:lnTo>
                    <a:pt x="9950729" y="495300"/>
                  </a:lnTo>
                  <a:close/>
                </a:path>
                <a:path w="20074255" h="2362200">
                  <a:moveTo>
                    <a:pt x="15079515" y="508000"/>
                  </a:moveTo>
                  <a:lnTo>
                    <a:pt x="14789060" y="508000"/>
                  </a:lnTo>
                  <a:lnTo>
                    <a:pt x="14697939" y="533400"/>
                  </a:lnTo>
                  <a:lnTo>
                    <a:pt x="15172103" y="533400"/>
                  </a:lnTo>
                  <a:lnTo>
                    <a:pt x="15079515" y="508000"/>
                  </a:lnTo>
                  <a:close/>
                </a:path>
                <a:path w="20074255" h="2362200">
                  <a:moveTo>
                    <a:pt x="16050570" y="266700"/>
                  </a:moveTo>
                  <a:lnTo>
                    <a:pt x="15744358" y="266700"/>
                  </a:lnTo>
                  <a:lnTo>
                    <a:pt x="15483455" y="342900"/>
                  </a:lnTo>
                  <a:lnTo>
                    <a:pt x="15441540" y="368300"/>
                  </a:lnTo>
                  <a:lnTo>
                    <a:pt x="15400305" y="381000"/>
                  </a:lnTo>
                  <a:lnTo>
                    <a:pt x="15359840" y="406400"/>
                  </a:lnTo>
                  <a:lnTo>
                    <a:pt x="15320231" y="431800"/>
                  </a:lnTo>
                  <a:lnTo>
                    <a:pt x="15281565" y="457200"/>
                  </a:lnTo>
                  <a:lnTo>
                    <a:pt x="15243930" y="482600"/>
                  </a:lnTo>
                  <a:lnTo>
                    <a:pt x="15207414" y="508000"/>
                  </a:lnTo>
                  <a:lnTo>
                    <a:pt x="15172103" y="533400"/>
                  </a:lnTo>
                  <a:lnTo>
                    <a:pt x="18494396" y="533400"/>
                  </a:lnTo>
                  <a:lnTo>
                    <a:pt x="18474455" y="508000"/>
                  </a:lnTo>
                  <a:lnTo>
                    <a:pt x="16434452" y="508000"/>
                  </a:lnTo>
                  <a:lnTo>
                    <a:pt x="16400998" y="469900"/>
                  </a:lnTo>
                  <a:lnTo>
                    <a:pt x="16366214" y="431800"/>
                  </a:lnTo>
                  <a:lnTo>
                    <a:pt x="16330188" y="406400"/>
                  </a:lnTo>
                  <a:lnTo>
                    <a:pt x="16293007" y="381000"/>
                  </a:lnTo>
                  <a:lnTo>
                    <a:pt x="16254759" y="355600"/>
                  </a:lnTo>
                  <a:lnTo>
                    <a:pt x="16215531" y="330200"/>
                  </a:lnTo>
                  <a:lnTo>
                    <a:pt x="16175411" y="317500"/>
                  </a:lnTo>
                  <a:lnTo>
                    <a:pt x="16134486" y="292100"/>
                  </a:lnTo>
                  <a:lnTo>
                    <a:pt x="16050570" y="266700"/>
                  </a:lnTo>
                  <a:close/>
                </a:path>
                <a:path w="20074255" h="2362200">
                  <a:moveTo>
                    <a:pt x="1500129" y="495300"/>
                  </a:moveTo>
                  <a:lnTo>
                    <a:pt x="1400241" y="495300"/>
                  </a:lnTo>
                  <a:lnTo>
                    <a:pt x="1350817" y="508000"/>
                  </a:lnTo>
                  <a:lnTo>
                    <a:pt x="1549832" y="508000"/>
                  </a:lnTo>
                  <a:lnTo>
                    <a:pt x="1500129" y="495300"/>
                  </a:lnTo>
                  <a:close/>
                </a:path>
                <a:path w="20074255" h="2362200">
                  <a:moveTo>
                    <a:pt x="3399594" y="330200"/>
                  </a:moveTo>
                  <a:lnTo>
                    <a:pt x="3309210" y="330200"/>
                  </a:lnTo>
                  <a:lnTo>
                    <a:pt x="3264765" y="342900"/>
                  </a:lnTo>
                  <a:lnTo>
                    <a:pt x="3136341" y="381000"/>
                  </a:lnTo>
                  <a:lnTo>
                    <a:pt x="3095705" y="406400"/>
                  </a:lnTo>
                  <a:lnTo>
                    <a:pt x="3056422" y="444500"/>
                  </a:lnTo>
                  <a:lnTo>
                    <a:pt x="3018653" y="469900"/>
                  </a:lnTo>
                  <a:lnTo>
                    <a:pt x="2982558" y="508000"/>
                  </a:lnTo>
                  <a:lnTo>
                    <a:pt x="5065228" y="508000"/>
                  </a:lnTo>
                  <a:lnTo>
                    <a:pt x="5033286" y="469900"/>
                  </a:lnTo>
                  <a:lnTo>
                    <a:pt x="5000066" y="431800"/>
                  </a:lnTo>
                  <a:lnTo>
                    <a:pt x="3714776" y="431800"/>
                  </a:lnTo>
                  <a:lnTo>
                    <a:pt x="3671144" y="406400"/>
                  </a:lnTo>
                  <a:lnTo>
                    <a:pt x="3626780" y="393700"/>
                  </a:lnTo>
                  <a:lnTo>
                    <a:pt x="3581844" y="368300"/>
                  </a:lnTo>
                  <a:lnTo>
                    <a:pt x="3490900" y="342900"/>
                  </a:lnTo>
                  <a:lnTo>
                    <a:pt x="3445212" y="342900"/>
                  </a:lnTo>
                  <a:lnTo>
                    <a:pt x="3399594" y="330200"/>
                  </a:lnTo>
                  <a:close/>
                </a:path>
                <a:path w="20074255" h="2362200">
                  <a:moveTo>
                    <a:pt x="14982826" y="495300"/>
                  </a:moveTo>
                  <a:lnTo>
                    <a:pt x="14885015" y="495300"/>
                  </a:lnTo>
                  <a:lnTo>
                    <a:pt x="14836619" y="508000"/>
                  </a:lnTo>
                  <a:lnTo>
                    <a:pt x="15031497" y="508000"/>
                  </a:lnTo>
                  <a:lnTo>
                    <a:pt x="14982826" y="495300"/>
                  </a:lnTo>
                  <a:close/>
                </a:path>
                <a:path w="20074255" h="2362200">
                  <a:moveTo>
                    <a:pt x="16842823" y="330200"/>
                  </a:moveTo>
                  <a:lnTo>
                    <a:pt x="16754317" y="330200"/>
                  </a:lnTo>
                  <a:lnTo>
                    <a:pt x="16710795" y="342900"/>
                  </a:lnTo>
                  <a:lnTo>
                    <a:pt x="16585039" y="381000"/>
                  </a:lnTo>
                  <a:lnTo>
                    <a:pt x="16545247" y="406400"/>
                  </a:lnTo>
                  <a:lnTo>
                    <a:pt x="16506781" y="444500"/>
                  </a:lnTo>
                  <a:lnTo>
                    <a:pt x="16469797" y="469900"/>
                  </a:lnTo>
                  <a:lnTo>
                    <a:pt x="16434452" y="508000"/>
                  </a:lnTo>
                  <a:lnTo>
                    <a:pt x="18474455" y="508000"/>
                  </a:lnTo>
                  <a:lnTo>
                    <a:pt x="18443174" y="469900"/>
                  </a:lnTo>
                  <a:lnTo>
                    <a:pt x="18410638" y="431800"/>
                  </a:lnTo>
                  <a:lnTo>
                    <a:pt x="17151456" y="431800"/>
                  </a:lnTo>
                  <a:lnTo>
                    <a:pt x="17108731" y="406400"/>
                  </a:lnTo>
                  <a:lnTo>
                    <a:pt x="17065289" y="393700"/>
                  </a:lnTo>
                  <a:lnTo>
                    <a:pt x="17021287" y="368300"/>
                  </a:lnTo>
                  <a:lnTo>
                    <a:pt x="16932232" y="342900"/>
                  </a:lnTo>
                  <a:lnTo>
                    <a:pt x="16887493" y="342900"/>
                  </a:lnTo>
                  <a:lnTo>
                    <a:pt x="16842823" y="330200"/>
                  </a:lnTo>
                  <a:close/>
                </a:path>
                <a:path w="20074255" h="2362200">
                  <a:moveTo>
                    <a:pt x="3903963" y="381000"/>
                  </a:moveTo>
                  <a:lnTo>
                    <a:pt x="3854588" y="393700"/>
                  </a:lnTo>
                  <a:lnTo>
                    <a:pt x="3805944" y="393700"/>
                  </a:lnTo>
                  <a:lnTo>
                    <a:pt x="3759014" y="406400"/>
                  </a:lnTo>
                  <a:lnTo>
                    <a:pt x="3714776" y="431800"/>
                  </a:lnTo>
                  <a:lnTo>
                    <a:pt x="5000066" y="431800"/>
                  </a:lnTo>
                  <a:lnTo>
                    <a:pt x="4988605" y="419100"/>
                  </a:lnTo>
                  <a:lnTo>
                    <a:pt x="4046683" y="419100"/>
                  </a:lnTo>
                  <a:lnTo>
                    <a:pt x="4000991" y="406400"/>
                  </a:lnTo>
                  <a:lnTo>
                    <a:pt x="3903963" y="381000"/>
                  </a:lnTo>
                  <a:close/>
                </a:path>
                <a:path w="20074255" h="2362200">
                  <a:moveTo>
                    <a:pt x="17336698" y="381000"/>
                  </a:moveTo>
                  <a:lnTo>
                    <a:pt x="17288349" y="393700"/>
                  </a:lnTo>
                  <a:lnTo>
                    <a:pt x="17240718" y="393700"/>
                  </a:lnTo>
                  <a:lnTo>
                    <a:pt x="17194768" y="406400"/>
                  </a:lnTo>
                  <a:lnTo>
                    <a:pt x="17151456" y="431800"/>
                  </a:lnTo>
                  <a:lnTo>
                    <a:pt x="18410638" y="431800"/>
                  </a:lnTo>
                  <a:lnTo>
                    <a:pt x="18399412" y="419100"/>
                  </a:lnTo>
                  <a:lnTo>
                    <a:pt x="17476452" y="419100"/>
                  </a:lnTo>
                  <a:lnTo>
                    <a:pt x="17431710" y="406400"/>
                  </a:lnTo>
                  <a:lnTo>
                    <a:pt x="17336698" y="381000"/>
                  </a:lnTo>
                  <a:close/>
                </a:path>
                <a:path w="20074255" h="2362200">
                  <a:moveTo>
                    <a:pt x="4543759" y="127000"/>
                  </a:moveTo>
                  <a:lnTo>
                    <a:pt x="4388923" y="127000"/>
                  </a:lnTo>
                  <a:lnTo>
                    <a:pt x="4351635" y="139700"/>
                  </a:lnTo>
                  <a:lnTo>
                    <a:pt x="4279573" y="165100"/>
                  </a:lnTo>
                  <a:lnTo>
                    <a:pt x="4245029" y="190500"/>
                  </a:lnTo>
                  <a:lnTo>
                    <a:pt x="4211630" y="215900"/>
                  </a:lnTo>
                  <a:lnTo>
                    <a:pt x="4141118" y="215900"/>
                  </a:lnTo>
                  <a:lnTo>
                    <a:pt x="4107658" y="228600"/>
                  </a:lnTo>
                  <a:lnTo>
                    <a:pt x="4077635" y="254000"/>
                  </a:lnTo>
                  <a:lnTo>
                    <a:pt x="4046464" y="292100"/>
                  </a:lnTo>
                  <a:lnTo>
                    <a:pt x="4032814" y="330200"/>
                  </a:lnTo>
                  <a:lnTo>
                    <a:pt x="4036794" y="381000"/>
                  </a:lnTo>
                  <a:lnTo>
                    <a:pt x="4058515" y="419100"/>
                  </a:lnTo>
                  <a:lnTo>
                    <a:pt x="4988605" y="419100"/>
                  </a:lnTo>
                  <a:lnTo>
                    <a:pt x="4930254" y="355600"/>
                  </a:lnTo>
                  <a:lnTo>
                    <a:pt x="4893893" y="317500"/>
                  </a:lnTo>
                  <a:lnTo>
                    <a:pt x="4856716" y="292100"/>
                  </a:lnTo>
                  <a:lnTo>
                    <a:pt x="4818838" y="266700"/>
                  </a:lnTo>
                  <a:lnTo>
                    <a:pt x="4780374" y="228600"/>
                  </a:lnTo>
                  <a:lnTo>
                    <a:pt x="4741440" y="203200"/>
                  </a:lnTo>
                  <a:lnTo>
                    <a:pt x="4702152" y="190500"/>
                  </a:lnTo>
                  <a:lnTo>
                    <a:pt x="4662624" y="165100"/>
                  </a:lnTo>
                  <a:lnTo>
                    <a:pt x="4543759" y="127000"/>
                  </a:lnTo>
                  <a:close/>
                </a:path>
                <a:path w="20074255" h="2362200">
                  <a:moveTo>
                    <a:pt x="17963499" y="127000"/>
                  </a:moveTo>
                  <a:lnTo>
                    <a:pt x="17811735" y="127000"/>
                  </a:lnTo>
                  <a:lnTo>
                    <a:pt x="17775187" y="139700"/>
                  </a:lnTo>
                  <a:lnTo>
                    <a:pt x="17704556" y="165100"/>
                  </a:lnTo>
                  <a:lnTo>
                    <a:pt x="17670699" y="190500"/>
                  </a:lnTo>
                  <a:lnTo>
                    <a:pt x="17637965" y="215900"/>
                  </a:lnTo>
                  <a:lnTo>
                    <a:pt x="17568917" y="215900"/>
                  </a:lnTo>
                  <a:lnTo>
                    <a:pt x="17536159" y="228600"/>
                  </a:lnTo>
                  <a:lnTo>
                    <a:pt x="17506765" y="254000"/>
                  </a:lnTo>
                  <a:lnTo>
                    <a:pt x="17476228" y="292100"/>
                  </a:lnTo>
                  <a:lnTo>
                    <a:pt x="17462859" y="330200"/>
                  </a:lnTo>
                  <a:lnTo>
                    <a:pt x="17466765" y="381000"/>
                  </a:lnTo>
                  <a:lnTo>
                    <a:pt x="17488053" y="419100"/>
                  </a:lnTo>
                  <a:lnTo>
                    <a:pt x="18399412" y="419100"/>
                  </a:lnTo>
                  <a:lnTo>
                    <a:pt x="18342251" y="355600"/>
                  </a:lnTo>
                  <a:lnTo>
                    <a:pt x="18306627" y="317500"/>
                  </a:lnTo>
                  <a:lnTo>
                    <a:pt x="18270201" y="292100"/>
                  </a:lnTo>
                  <a:lnTo>
                    <a:pt x="18233086" y="266700"/>
                  </a:lnTo>
                  <a:lnTo>
                    <a:pt x="18195395" y="228600"/>
                  </a:lnTo>
                  <a:lnTo>
                    <a:pt x="18157241" y="203200"/>
                  </a:lnTo>
                  <a:lnTo>
                    <a:pt x="18118738" y="190500"/>
                  </a:lnTo>
                  <a:lnTo>
                    <a:pt x="18079999" y="165100"/>
                  </a:lnTo>
                  <a:lnTo>
                    <a:pt x="17963499" y="127000"/>
                  </a:lnTo>
                  <a:close/>
                </a:path>
                <a:path w="20074255" h="2362200">
                  <a:moveTo>
                    <a:pt x="6417105" y="304800"/>
                  </a:moveTo>
                  <a:lnTo>
                    <a:pt x="6316045" y="304800"/>
                  </a:lnTo>
                  <a:lnTo>
                    <a:pt x="6281593" y="317500"/>
                  </a:lnTo>
                  <a:lnTo>
                    <a:pt x="6449667" y="317500"/>
                  </a:lnTo>
                  <a:lnTo>
                    <a:pt x="6417105" y="304800"/>
                  </a:lnTo>
                  <a:close/>
                </a:path>
                <a:path w="20074255" h="2362200">
                  <a:moveTo>
                    <a:pt x="8307043" y="165100"/>
                  </a:moveTo>
                  <a:lnTo>
                    <a:pt x="8257527" y="165100"/>
                  </a:lnTo>
                  <a:lnTo>
                    <a:pt x="8208335" y="177800"/>
                  </a:lnTo>
                  <a:lnTo>
                    <a:pt x="8161661" y="190500"/>
                  </a:lnTo>
                  <a:lnTo>
                    <a:pt x="8119700" y="215900"/>
                  </a:lnTo>
                  <a:lnTo>
                    <a:pt x="8079956" y="266700"/>
                  </a:lnTo>
                  <a:lnTo>
                    <a:pt x="8058236" y="317500"/>
                  </a:lnTo>
                  <a:lnTo>
                    <a:pt x="9593592" y="317500"/>
                  </a:lnTo>
                  <a:lnTo>
                    <a:pt x="9571882" y="266700"/>
                  </a:lnTo>
                  <a:lnTo>
                    <a:pt x="9532118" y="215900"/>
                  </a:lnTo>
                  <a:lnTo>
                    <a:pt x="8398267" y="203200"/>
                  </a:lnTo>
                  <a:lnTo>
                    <a:pt x="8354688" y="177800"/>
                  </a:lnTo>
                  <a:lnTo>
                    <a:pt x="8307043" y="165100"/>
                  </a:lnTo>
                  <a:close/>
                </a:path>
                <a:path w="20074255" h="2362200">
                  <a:moveTo>
                    <a:pt x="2502620" y="254000"/>
                  </a:moveTo>
                  <a:lnTo>
                    <a:pt x="2368154" y="254000"/>
                  </a:lnTo>
                  <a:lnTo>
                    <a:pt x="2322998" y="266700"/>
                  </a:lnTo>
                  <a:lnTo>
                    <a:pt x="2546810" y="266700"/>
                  </a:lnTo>
                  <a:lnTo>
                    <a:pt x="2502620" y="254000"/>
                  </a:lnTo>
                  <a:close/>
                </a:path>
                <a:path w="20074255" h="2362200">
                  <a:moveTo>
                    <a:pt x="15964483" y="254000"/>
                  </a:moveTo>
                  <a:lnTo>
                    <a:pt x="15832812" y="254000"/>
                  </a:lnTo>
                  <a:lnTo>
                    <a:pt x="15788594" y="266700"/>
                  </a:lnTo>
                  <a:lnTo>
                    <a:pt x="16007754" y="266700"/>
                  </a:lnTo>
                  <a:lnTo>
                    <a:pt x="15964483" y="254000"/>
                  </a:lnTo>
                  <a:close/>
                </a:path>
                <a:path w="20074255" h="2362200">
                  <a:moveTo>
                    <a:pt x="744815" y="0"/>
                  </a:moveTo>
                  <a:lnTo>
                    <a:pt x="697668" y="12700"/>
                  </a:lnTo>
                  <a:lnTo>
                    <a:pt x="654272" y="25400"/>
                  </a:lnTo>
                  <a:lnTo>
                    <a:pt x="615807" y="38100"/>
                  </a:lnTo>
                  <a:lnTo>
                    <a:pt x="583456" y="63500"/>
                  </a:lnTo>
                  <a:lnTo>
                    <a:pt x="558401" y="101600"/>
                  </a:lnTo>
                  <a:lnTo>
                    <a:pt x="541826" y="139700"/>
                  </a:lnTo>
                  <a:lnTo>
                    <a:pt x="489462" y="139700"/>
                  </a:lnTo>
                  <a:lnTo>
                    <a:pt x="465093" y="152400"/>
                  </a:lnTo>
                  <a:lnTo>
                    <a:pt x="443379" y="165100"/>
                  </a:lnTo>
                  <a:lnTo>
                    <a:pt x="434668" y="165100"/>
                  </a:lnTo>
                  <a:lnTo>
                    <a:pt x="427649" y="177800"/>
                  </a:lnTo>
                  <a:lnTo>
                    <a:pt x="422322" y="190500"/>
                  </a:lnTo>
                  <a:lnTo>
                    <a:pt x="418688" y="203200"/>
                  </a:lnTo>
                  <a:lnTo>
                    <a:pt x="953867" y="203200"/>
                  </a:lnTo>
                  <a:lnTo>
                    <a:pt x="954913" y="190500"/>
                  </a:lnTo>
                  <a:lnTo>
                    <a:pt x="949362" y="139700"/>
                  </a:lnTo>
                  <a:lnTo>
                    <a:pt x="933552" y="101600"/>
                  </a:lnTo>
                  <a:lnTo>
                    <a:pt x="908745" y="76200"/>
                  </a:lnTo>
                  <a:lnTo>
                    <a:pt x="876205" y="38100"/>
                  </a:lnTo>
                  <a:lnTo>
                    <a:pt x="837194" y="25400"/>
                  </a:lnTo>
                  <a:lnTo>
                    <a:pt x="792976" y="12700"/>
                  </a:lnTo>
                  <a:lnTo>
                    <a:pt x="744815" y="0"/>
                  </a:lnTo>
                  <a:close/>
                </a:path>
                <a:path w="20074255" h="2362200">
                  <a:moveTo>
                    <a:pt x="9237776" y="165100"/>
                  </a:moveTo>
                  <a:lnTo>
                    <a:pt x="8414052" y="165100"/>
                  </a:lnTo>
                  <a:lnTo>
                    <a:pt x="8406406" y="177800"/>
                  </a:lnTo>
                  <a:lnTo>
                    <a:pt x="8401143" y="190500"/>
                  </a:lnTo>
                  <a:lnTo>
                    <a:pt x="8398267" y="203200"/>
                  </a:lnTo>
                  <a:lnTo>
                    <a:pt x="9253561" y="203200"/>
                  </a:lnTo>
                  <a:lnTo>
                    <a:pt x="9250698" y="190500"/>
                  </a:lnTo>
                  <a:lnTo>
                    <a:pt x="9245433" y="177800"/>
                  </a:lnTo>
                  <a:lnTo>
                    <a:pt x="9237776" y="165100"/>
                  </a:lnTo>
                  <a:close/>
                </a:path>
                <a:path w="20074255" h="2362200">
                  <a:moveTo>
                    <a:pt x="9394316" y="165100"/>
                  </a:moveTo>
                  <a:lnTo>
                    <a:pt x="9344804" y="165100"/>
                  </a:lnTo>
                  <a:lnTo>
                    <a:pt x="9297155" y="177800"/>
                  </a:lnTo>
                  <a:lnTo>
                    <a:pt x="9253561" y="203200"/>
                  </a:lnTo>
                  <a:lnTo>
                    <a:pt x="9511141" y="203200"/>
                  </a:lnTo>
                  <a:lnTo>
                    <a:pt x="9490164" y="190500"/>
                  </a:lnTo>
                  <a:lnTo>
                    <a:pt x="9443499" y="177800"/>
                  </a:lnTo>
                  <a:lnTo>
                    <a:pt x="9394316" y="165100"/>
                  </a:lnTo>
                  <a:close/>
                </a:path>
                <a:path w="20074255" h="2362200">
                  <a:moveTo>
                    <a:pt x="14243199" y="0"/>
                  </a:moveTo>
                  <a:lnTo>
                    <a:pt x="14188205" y="12700"/>
                  </a:lnTo>
                  <a:lnTo>
                    <a:pt x="14138831" y="25400"/>
                  </a:lnTo>
                  <a:lnTo>
                    <a:pt x="14097078" y="63500"/>
                  </a:lnTo>
                  <a:lnTo>
                    <a:pt x="14064941" y="101600"/>
                  </a:lnTo>
                  <a:lnTo>
                    <a:pt x="14044420" y="139700"/>
                  </a:lnTo>
                  <a:lnTo>
                    <a:pt x="13993164" y="139700"/>
                  </a:lnTo>
                  <a:lnTo>
                    <a:pt x="13969300" y="152400"/>
                  </a:lnTo>
                  <a:lnTo>
                    <a:pt x="13948036" y="165100"/>
                  </a:lnTo>
                  <a:lnTo>
                    <a:pt x="13939508" y="165100"/>
                  </a:lnTo>
                  <a:lnTo>
                    <a:pt x="13932637" y="177800"/>
                  </a:lnTo>
                  <a:lnTo>
                    <a:pt x="13927428" y="190500"/>
                  </a:lnTo>
                  <a:lnTo>
                    <a:pt x="13923890" y="203200"/>
                  </a:lnTo>
                  <a:lnTo>
                    <a:pt x="14447906" y="203200"/>
                  </a:lnTo>
                  <a:lnTo>
                    <a:pt x="14448931" y="190500"/>
                  </a:lnTo>
                  <a:lnTo>
                    <a:pt x="14443496" y="139700"/>
                  </a:lnTo>
                  <a:lnTo>
                    <a:pt x="14428016" y="101600"/>
                  </a:lnTo>
                  <a:lnTo>
                    <a:pt x="14403727" y="76200"/>
                  </a:lnTo>
                  <a:lnTo>
                    <a:pt x="14371864" y="38100"/>
                  </a:lnTo>
                  <a:lnTo>
                    <a:pt x="14333665" y="25400"/>
                  </a:lnTo>
                  <a:lnTo>
                    <a:pt x="14290364" y="12700"/>
                  </a:lnTo>
                  <a:lnTo>
                    <a:pt x="14243199" y="0"/>
                  </a:lnTo>
                  <a:close/>
                </a:path>
                <a:path w="20074255" h="2362200">
                  <a:moveTo>
                    <a:pt x="9182632" y="139700"/>
                  </a:moveTo>
                  <a:lnTo>
                    <a:pt x="8469198" y="139700"/>
                  </a:lnTo>
                  <a:lnTo>
                    <a:pt x="8445337" y="152400"/>
                  </a:lnTo>
                  <a:lnTo>
                    <a:pt x="8424078" y="165100"/>
                  </a:lnTo>
                  <a:lnTo>
                    <a:pt x="9227739" y="165100"/>
                  </a:lnTo>
                  <a:lnTo>
                    <a:pt x="9206487" y="152400"/>
                  </a:lnTo>
                  <a:lnTo>
                    <a:pt x="9182632" y="139700"/>
                  </a:lnTo>
                  <a:close/>
                </a:path>
                <a:path w="20074255" h="2362200">
                  <a:moveTo>
                    <a:pt x="8748015" y="0"/>
                  </a:moveTo>
                  <a:lnTo>
                    <a:pt x="8719252" y="0"/>
                  </a:lnTo>
                  <a:lnTo>
                    <a:pt x="8664242" y="12700"/>
                  </a:lnTo>
                  <a:lnTo>
                    <a:pt x="8614861" y="25400"/>
                  </a:lnTo>
                  <a:lnTo>
                    <a:pt x="8573106" y="63500"/>
                  </a:lnTo>
                  <a:lnTo>
                    <a:pt x="8540974" y="101600"/>
                  </a:lnTo>
                  <a:lnTo>
                    <a:pt x="8520463" y="139700"/>
                  </a:lnTo>
                  <a:lnTo>
                    <a:pt x="9131365" y="139700"/>
                  </a:lnTo>
                  <a:lnTo>
                    <a:pt x="9110849" y="101600"/>
                  </a:lnTo>
                  <a:lnTo>
                    <a:pt x="9078715" y="63500"/>
                  </a:lnTo>
                  <a:lnTo>
                    <a:pt x="9036959" y="25400"/>
                  </a:lnTo>
                  <a:lnTo>
                    <a:pt x="8825898" y="25400"/>
                  </a:lnTo>
                  <a:lnTo>
                    <a:pt x="8801606" y="12700"/>
                  </a:lnTo>
                  <a:lnTo>
                    <a:pt x="8775556" y="12700"/>
                  </a:lnTo>
                  <a:lnTo>
                    <a:pt x="8748015" y="0"/>
                  </a:lnTo>
                  <a:close/>
                </a:path>
                <a:path w="20074255" h="2362200">
                  <a:moveTo>
                    <a:pt x="4465435" y="114300"/>
                  </a:moveTo>
                  <a:lnTo>
                    <a:pt x="4426895" y="127000"/>
                  </a:lnTo>
                  <a:lnTo>
                    <a:pt x="4504428" y="127000"/>
                  </a:lnTo>
                  <a:lnTo>
                    <a:pt x="4465435" y="114300"/>
                  </a:lnTo>
                  <a:close/>
                </a:path>
                <a:path w="20074255" h="2362200">
                  <a:moveTo>
                    <a:pt x="17886730" y="114300"/>
                  </a:moveTo>
                  <a:lnTo>
                    <a:pt x="17848954" y="127000"/>
                  </a:lnTo>
                  <a:lnTo>
                    <a:pt x="17924949" y="127000"/>
                  </a:lnTo>
                  <a:lnTo>
                    <a:pt x="17886730" y="114300"/>
                  </a:lnTo>
                  <a:close/>
                </a:path>
                <a:path w="20074255" h="2362200">
                  <a:moveTo>
                    <a:pt x="8932576" y="0"/>
                  </a:moveTo>
                  <a:lnTo>
                    <a:pt x="8903804" y="0"/>
                  </a:lnTo>
                  <a:lnTo>
                    <a:pt x="8876253" y="12700"/>
                  </a:lnTo>
                  <a:lnTo>
                    <a:pt x="8850194" y="12700"/>
                  </a:lnTo>
                  <a:lnTo>
                    <a:pt x="8825898" y="25400"/>
                  </a:lnTo>
                  <a:lnTo>
                    <a:pt x="9036959" y="25400"/>
                  </a:lnTo>
                  <a:lnTo>
                    <a:pt x="8987581" y="12700"/>
                  </a:lnTo>
                  <a:lnTo>
                    <a:pt x="8932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5432954" y="9107314"/>
            <a:ext cx="1068070" cy="9525"/>
          </a:xfrm>
          <a:custGeom>
            <a:avLst/>
            <a:gdLst/>
            <a:ahLst/>
            <a:cxnLst/>
            <a:rect l="l" t="t" r="r" b="b"/>
            <a:pathLst>
              <a:path w="1068069" h="9525">
                <a:moveTo>
                  <a:pt x="1067601" y="0"/>
                </a:moveTo>
                <a:lnTo>
                  <a:pt x="0" y="0"/>
                </a:lnTo>
                <a:lnTo>
                  <a:pt x="0" y="9078"/>
                </a:lnTo>
                <a:lnTo>
                  <a:pt x="1067601" y="9078"/>
                </a:lnTo>
                <a:lnTo>
                  <a:pt x="106760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394994" y="9205845"/>
            <a:ext cx="280670" cy="9525"/>
          </a:xfrm>
          <a:custGeom>
            <a:avLst/>
            <a:gdLst/>
            <a:ahLst/>
            <a:cxnLst/>
            <a:rect l="l" t="t" r="r" b="b"/>
            <a:pathLst>
              <a:path w="280670" h="9525">
                <a:moveTo>
                  <a:pt x="280200" y="0"/>
                </a:moveTo>
                <a:lnTo>
                  <a:pt x="0" y="0"/>
                </a:lnTo>
                <a:lnTo>
                  <a:pt x="0" y="9078"/>
                </a:lnTo>
                <a:lnTo>
                  <a:pt x="280200" y="9078"/>
                </a:lnTo>
                <a:lnTo>
                  <a:pt x="2802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782072" y="8770130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618619" y="0"/>
                </a:moveTo>
                <a:lnTo>
                  <a:pt x="0" y="0"/>
                </a:lnTo>
                <a:lnTo>
                  <a:pt x="0" y="9078"/>
                </a:lnTo>
                <a:lnTo>
                  <a:pt x="618619" y="9078"/>
                </a:lnTo>
                <a:lnTo>
                  <a:pt x="618619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690086" y="8831144"/>
            <a:ext cx="1392555" cy="9525"/>
          </a:xfrm>
          <a:custGeom>
            <a:avLst/>
            <a:gdLst/>
            <a:ahLst/>
            <a:cxnLst/>
            <a:rect l="l" t="t" r="r" b="b"/>
            <a:pathLst>
              <a:path w="1392554" h="9525">
                <a:moveTo>
                  <a:pt x="1392219" y="0"/>
                </a:moveTo>
                <a:lnTo>
                  <a:pt x="0" y="0"/>
                </a:lnTo>
                <a:lnTo>
                  <a:pt x="0" y="9078"/>
                </a:lnTo>
                <a:lnTo>
                  <a:pt x="1392219" y="9078"/>
                </a:lnTo>
                <a:lnTo>
                  <a:pt x="1392219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369281" y="8831144"/>
            <a:ext cx="204470" cy="9525"/>
          </a:xfrm>
          <a:custGeom>
            <a:avLst/>
            <a:gdLst/>
            <a:ahLst/>
            <a:cxnLst/>
            <a:rect l="l" t="t" r="r" b="b"/>
            <a:pathLst>
              <a:path w="204470" h="9525">
                <a:moveTo>
                  <a:pt x="204129" y="0"/>
                </a:moveTo>
                <a:lnTo>
                  <a:pt x="0" y="0"/>
                </a:lnTo>
                <a:lnTo>
                  <a:pt x="0" y="9078"/>
                </a:lnTo>
                <a:lnTo>
                  <a:pt x="204129" y="9078"/>
                </a:lnTo>
                <a:lnTo>
                  <a:pt x="204129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236836" y="8984449"/>
            <a:ext cx="3019425" cy="9525"/>
          </a:xfrm>
          <a:custGeom>
            <a:avLst/>
            <a:gdLst/>
            <a:ahLst/>
            <a:cxnLst/>
            <a:rect l="l" t="t" r="r" b="b"/>
            <a:pathLst>
              <a:path w="3019425" h="9525">
                <a:moveTo>
                  <a:pt x="3019384" y="0"/>
                </a:moveTo>
                <a:lnTo>
                  <a:pt x="0" y="0"/>
                </a:lnTo>
                <a:lnTo>
                  <a:pt x="0" y="9078"/>
                </a:lnTo>
                <a:lnTo>
                  <a:pt x="3019384" y="9078"/>
                </a:lnTo>
                <a:lnTo>
                  <a:pt x="301938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999216" y="8705682"/>
            <a:ext cx="14537690" cy="8255"/>
          </a:xfrm>
          <a:custGeom>
            <a:avLst/>
            <a:gdLst/>
            <a:ahLst/>
            <a:cxnLst/>
            <a:rect l="l" t="t" r="r" b="b"/>
            <a:pathLst>
              <a:path w="14537690" h="8254">
                <a:moveTo>
                  <a:pt x="0" y="7811"/>
                </a:moveTo>
                <a:lnTo>
                  <a:pt x="14537316" y="7811"/>
                </a:lnTo>
                <a:lnTo>
                  <a:pt x="14537316" y="0"/>
                </a:lnTo>
                <a:lnTo>
                  <a:pt x="0" y="0"/>
                </a:lnTo>
                <a:lnTo>
                  <a:pt x="0" y="7811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099258" y="4101718"/>
            <a:ext cx="3796665" cy="3913504"/>
            <a:chOff x="5099258" y="4101718"/>
            <a:chExt cx="3796665" cy="3913504"/>
          </a:xfrm>
        </p:grpSpPr>
        <p:sp>
          <p:nvSpPr>
            <p:cNvPr id="13" name="object 13" descr=""/>
            <p:cNvSpPr/>
            <p:nvPr/>
          </p:nvSpPr>
          <p:spPr>
            <a:xfrm>
              <a:off x="7316584" y="4725155"/>
              <a:ext cx="1547495" cy="3289935"/>
            </a:xfrm>
            <a:custGeom>
              <a:avLst/>
              <a:gdLst/>
              <a:ahLst/>
              <a:cxnLst/>
              <a:rect l="l" t="t" r="r" b="b"/>
              <a:pathLst>
                <a:path w="1547495" h="3289934">
                  <a:moveTo>
                    <a:pt x="1249895" y="0"/>
                  </a:moveTo>
                  <a:lnTo>
                    <a:pt x="297078" y="0"/>
                  </a:lnTo>
                  <a:lnTo>
                    <a:pt x="297078" y="373811"/>
                  </a:lnTo>
                  <a:lnTo>
                    <a:pt x="1249895" y="373811"/>
                  </a:lnTo>
                  <a:lnTo>
                    <a:pt x="1249895" y="0"/>
                  </a:lnTo>
                  <a:close/>
                </a:path>
                <a:path w="1547495" h="3289934">
                  <a:moveTo>
                    <a:pt x="1546987" y="373837"/>
                  </a:moveTo>
                  <a:lnTo>
                    <a:pt x="0" y="373837"/>
                  </a:lnTo>
                  <a:lnTo>
                    <a:pt x="0" y="1589925"/>
                  </a:lnTo>
                  <a:lnTo>
                    <a:pt x="0" y="3289693"/>
                  </a:lnTo>
                  <a:lnTo>
                    <a:pt x="1546987" y="3289693"/>
                  </a:lnTo>
                  <a:lnTo>
                    <a:pt x="1546987" y="1589925"/>
                  </a:lnTo>
                  <a:lnTo>
                    <a:pt x="1546987" y="37383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15619" y="4886991"/>
              <a:ext cx="1349375" cy="2668270"/>
            </a:xfrm>
            <a:custGeom>
              <a:avLst/>
              <a:gdLst/>
              <a:ahLst/>
              <a:cxnLst/>
              <a:rect l="l" t="t" r="r" b="b"/>
              <a:pathLst>
                <a:path w="1349375" h="2668270">
                  <a:moveTo>
                    <a:pt x="198056" y="1390611"/>
                  </a:moveTo>
                  <a:lnTo>
                    <a:pt x="0" y="1390611"/>
                  </a:lnTo>
                  <a:lnTo>
                    <a:pt x="0" y="1428089"/>
                  </a:lnTo>
                  <a:lnTo>
                    <a:pt x="198056" y="1428089"/>
                  </a:lnTo>
                  <a:lnTo>
                    <a:pt x="198056" y="1390611"/>
                  </a:lnTo>
                  <a:close/>
                </a:path>
                <a:path w="1349375" h="2668270">
                  <a:moveTo>
                    <a:pt x="198056" y="1030744"/>
                  </a:moveTo>
                  <a:lnTo>
                    <a:pt x="0" y="1030744"/>
                  </a:lnTo>
                  <a:lnTo>
                    <a:pt x="0" y="1228801"/>
                  </a:lnTo>
                  <a:lnTo>
                    <a:pt x="198056" y="1228801"/>
                  </a:lnTo>
                  <a:lnTo>
                    <a:pt x="198056" y="1030744"/>
                  </a:lnTo>
                  <a:close/>
                </a:path>
                <a:path w="1349375" h="2668270">
                  <a:moveTo>
                    <a:pt x="198056" y="670902"/>
                  </a:moveTo>
                  <a:lnTo>
                    <a:pt x="0" y="670902"/>
                  </a:lnTo>
                  <a:lnTo>
                    <a:pt x="0" y="868959"/>
                  </a:lnTo>
                  <a:lnTo>
                    <a:pt x="198056" y="868959"/>
                  </a:lnTo>
                  <a:lnTo>
                    <a:pt x="198056" y="670902"/>
                  </a:lnTo>
                  <a:close/>
                </a:path>
                <a:path w="1349375" h="2668270">
                  <a:moveTo>
                    <a:pt x="198056" y="311035"/>
                  </a:moveTo>
                  <a:lnTo>
                    <a:pt x="0" y="311035"/>
                  </a:lnTo>
                  <a:lnTo>
                    <a:pt x="0" y="509092"/>
                  </a:lnTo>
                  <a:lnTo>
                    <a:pt x="198056" y="509092"/>
                  </a:lnTo>
                  <a:lnTo>
                    <a:pt x="198056" y="311035"/>
                  </a:lnTo>
                  <a:close/>
                </a:path>
                <a:path w="1349375" h="2668270">
                  <a:moveTo>
                    <a:pt x="581685" y="1390611"/>
                  </a:moveTo>
                  <a:lnTo>
                    <a:pt x="383628" y="1390611"/>
                  </a:lnTo>
                  <a:lnTo>
                    <a:pt x="383628" y="1428089"/>
                  </a:lnTo>
                  <a:lnTo>
                    <a:pt x="581685" y="1428089"/>
                  </a:lnTo>
                  <a:lnTo>
                    <a:pt x="581685" y="1390611"/>
                  </a:lnTo>
                  <a:close/>
                </a:path>
                <a:path w="1349375" h="2668270">
                  <a:moveTo>
                    <a:pt x="581685" y="1030744"/>
                  </a:moveTo>
                  <a:lnTo>
                    <a:pt x="383628" y="1030744"/>
                  </a:lnTo>
                  <a:lnTo>
                    <a:pt x="383628" y="1228801"/>
                  </a:lnTo>
                  <a:lnTo>
                    <a:pt x="581685" y="1228801"/>
                  </a:lnTo>
                  <a:lnTo>
                    <a:pt x="581685" y="1030744"/>
                  </a:lnTo>
                  <a:close/>
                </a:path>
                <a:path w="1349375" h="2668270">
                  <a:moveTo>
                    <a:pt x="581685" y="670902"/>
                  </a:moveTo>
                  <a:lnTo>
                    <a:pt x="383628" y="670902"/>
                  </a:lnTo>
                  <a:lnTo>
                    <a:pt x="383628" y="868959"/>
                  </a:lnTo>
                  <a:lnTo>
                    <a:pt x="581685" y="868959"/>
                  </a:lnTo>
                  <a:lnTo>
                    <a:pt x="581685" y="670902"/>
                  </a:lnTo>
                  <a:close/>
                </a:path>
                <a:path w="1349375" h="2668270">
                  <a:moveTo>
                    <a:pt x="581685" y="311035"/>
                  </a:moveTo>
                  <a:lnTo>
                    <a:pt x="383628" y="311035"/>
                  </a:lnTo>
                  <a:lnTo>
                    <a:pt x="383628" y="509092"/>
                  </a:lnTo>
                  <a:lnTo>
                    <a:pt x="581685" y="509092"/>
                  </a:lnTo>
                  <a:lnTo>
                    <a:pt x="581685" y="311035"/>
                  </a:lnTo>
                  <a:close/>
                </a:path>
                <a:path w="1349375" h="2668270">
                  <a:moveTo>
                    <a:pt x="581685" y="0"/>
                  </a:moveTo>
                  <a:lnTo>
                    <a:pt x="383628" y="0"/>
                  </a:lnTo>
                  <a:lnTo>
                    <a:pt x="383628" y="198043"/>
                  </a:lnTo>
                  <a:lnTo>
                    <a:pt x="581685" y="198043"/>
                  </a:lnTo>
                  <a:lnTo>
                    <a:pt x="581685" y="0"/>
                  </a:lnTo>
                  <a:close/>
                </a:path>
                <a:path w="1349375" h="2668270">
                  <a:moveTo>
                    <a:pt x="965301" y="1390611"/>
                  </a:moveTo>
                  <a:lnTo>
                    <a:pt x="767245" y="1390611"/>
                  </a:lnTo>
                  <a:lnTo>
                    <a:pt x="767245" y="1428089"/>
                  </a:lnTo>
                  <a:lnTo>
                    <a:pt x="965301" y="1428089"/>
                  </a:lnTo>
                  <a:lnTo>
                    <a:pt x="965301" y="1390611"/>
                  </a:lnTo>
                  <a:close/>
                </a:path>
                <a:path w="1349375" h="2668270">
                  <a:moveTo>
                    <a:pt x="965301" y="1030744"/>
                  </a:moveTo>
                  <a:lnTo>
                    <a:pt x="767245" y="1030744"/>
                  </a:lnTo>
                  <a:lnTo>
                    <a:pt x="767245" y="1228801"/>
                  </a:lnTo>
                  <a:lnTo>
                    <a:pt x="965301" y="1228801"/>
                  </a:lnTo>
                  <a:lnTo>
                    <a:pt x="965301" y="1030744"/>
                  </a:lnTo>
                  <a:close/>
                </a:path>
                <a:path w="1349375" h="2668270">
                  <a:moveTo>
                    <a:pt x="965301" y="670902"/>
                  </a:moveTo>
                  <a:lnTo>
                    <a:pt x="767245" y="670902"/>
                  </a:lnTo>
                  <a:lnTo>
                    <a:pt x="767245" y="868959"/>
                  </a:lnTo>
                  <a:lnTo>
                    <a:pt x="965301" y="868959"/>
                  </a:lnTo>
                  <a:lnTo>
                    <a:pt x="965301" y="670902"/>
                  </a:lnTo>
                  <a:close/>
                </a:path>
                <a:path w="1349375" h="2668270">
                  <a:moveTo>
                    <a:pt x="965301" y="311035"/>
                  </a:moveTo>
                  <a:lnTo>
                    <a:pt x="767245" y="311035"/>
                  </a:lnTo>
                  <a:lnTo>
                    <a:pt x="767245" y="509092"/>
                  </a:lnTo>
                  <a:lnTo>
                    <a:pt x="965301" y="509092"/>
                  </a:lnTo>
                  <a:lnTo>
                    <a:pt x="965301" y="311035"/>
                  </a:lnTo>
                  <a:close/>
                </a:path>
                <a:path w="1349375" h="2668270">
                  <a:moveTo>
                    <a:pt x="965301" y="0"/>
                  </a:moveTo>
                  <a:lnTo>
                    <a:pt x="767245" y="0"/>
                  </a:lnTo>
                  <a:lnTo>
                    <a:pt x="767245" y="198043"/>
                  </a:lnTo>
                  <a:lnTo>
                    <a:pt x="965301" y="198043"/>
                  </a:lnTo>
                  <a:lnTo>
                    <a:pt x="965301" y="0"/>
                  </a:lnTo>
                  <a:close/>
                </a:path>
                <a:path w="1349375" h="2668270">
                  <a:moveTo>
                    <a:pt x="1348930" y="2470188"/>
                  </a:moveTo>
                  <a:lnTo>
                    <a:pt x="1211173" y="2470188"/>
                  </a:lnTo>
                  <a:lnTo>
                    <a:pt x="1211173" y="2668244"/>
                  </a:lnTo>
                  <a:lnTo>
                    <a:pt x="1348930" y="2668244"/>
                  </a:lnTo>
                  <a:lnTo>
                    <a:pt x="1348930" y="2470188"/>
                  </a:lnTo>
                  <a:close/>
                </a:path>
                <a:path w="1349375" h="2668270">
                  <a:moveTo>
                    <a:pt x="1348930" y="2110333"/>
                  </a:moveTo>
                  <a:lnTo>
                    <a:pt x="1211173" y="2110333"/>
                  </a:lnTo>
                  <a:lnTo>
                    <a:pt x="1211173" y="2308390"/>
                  </a:lnTo>
                  <a:lnTo>
                    <a:pt x="1348930" y="2308390"/>
                  </a:lnTo>
                  <a:lnTo>
                    <a:pt x="1348930" y="2110333"/>
                  </a:lnTo>
                  <a:close/>
                </a:path>
                <a:path w="1349375" h="2668270">
                  <a:moveTo>
                    <a:pt x="1348930" y="1750479"/>
                  </a:moveTo>
                  <a:lnTo>
                    <a:pt x="1211173" y="1750479"/>
                  </a:lnTo>
                  <a:lnTo>
                    <a:pt x="1211173" y="1948535"/>
                  </a:lnTo>
                  <a:lnTo>
                    <a:pt x="1348930" y="1948535"/>
                  </a:lnTo>
                  <a:lnTo>
                    <a:pt x="1348930" y="1750479"/>
                  </a:lnTo>
                  <a:close/>
                </a:path>
                <a:path w="1349375" h="2668270">
                  <a:moveTo>
                    <a:pt x="1348930" y="1390611"/>
                  </a:moveTo>
                  <a:lnTo>
                    <a:pt x="1150874" y="1390611"/>
                  </a:lnTo>
                  <a:lnTo>
                    <a:pt x="1150874" y="1428089"/>
                  </a:lnTo>
                  <a:lnTo>
                    <a:pt x="1150874" y="1588668"/>
                  </a:lnTo>
                  <a:lnTo>
                    <a:pt x="1348930" y="1588668"/>
                  </a:lnTo>
                  <a:lnTo>
                    <a:pt x="1348930" y="1428089"/>
                  </a:lnTo>
                  <a:lnTo>
                    <a:pt x="1348930" y="1390611"/>
                  </a:lnTo>
                  <a:close/>
                </a:path>
                <a:path w="1349375" h="2668270">
                  <a:moveTo>
                    <a:pt x="1348930" y="1030744"/>
                  </a:moveTo>
                  <a:lnTo>
                    <a:pt x="1150874" y="1030744"/>
                  </a:lnTo>
                  <a:lnTo>
                    <a:pt x="1150874" y="1228801"/>
                  </a:lnTo>
                  <a:lnTo>
                    <a:pt x="1348930" y="1228801"/>
                  </a:lnTo>
                  <a:lnTo>
                    <a:pt x="1348930" y="1030744"/>
                  </a:lnTo>
                  <a:close/>
                </a:path>
                <a:path w="1349375" h="2668270">
                  <a:moveTo>
                    <a:pt x="1348930" y="670902"/>
                  </a:moveTo>
                  <a:lnTo>
                    <a:pt x="1150874" y="670902"/>
                  </a:lnTo>
                  <a:lnTo>
                    <a:pt x="1150874" y="868959"/>
                  </a:lnTo>
                  <a:lnTo>
                    <a:pt x="1348930" y="868959"/>
                  </a:lnTo>
                  <a:lnTo>
                    <a:pt x="1348930" y="670902"/>
                  </a:lnTo>
                  <a:close/>
                </a:path>
                <a:path w="1349375" h="2668270">
                  <a:moveTo>
                    <a:pt x="1348930" y="311035"/>
                  </a:moveTo>
                  <a:lnTo>
                    <a:pt x="1150874" y="311035"/>
                  </a:lnTo>
                  <a:lnTo>
                    <a:pt x="1150874" y="509092"/>
                  </a:lnTo>
                  <a:lnTo>
                    <a:pt x="1348930" y="509092"/>
                  </a:lnTo>
                  <a:lnTo>
                    <a:pt x="1348930" y="311035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59618" y="5060631"/>
              <a:ext cx="1536065" cy="40640"/>
            </a:xfrm>
            <a:custGeom>
              <a:avLst/>
              <a:gdLst/>
              <a:ahLst/>
              <a:cxnLst/>
              <a:rect l="l" t="t" r="r" b="b"/>
              <a:pathLst>
                <a:path w="1536065" h="40639">
                  <a:moveTo>
                    <a:pt x="0" y="40386"/>
                  </a:moveTo>
                  <a:lnTo>
                    <a:pt x="1535890" y="40386"/>
                  </a:lnTo>
                  <a:lnTo>
                    <a:pt x="1535890" y="0"/>
                  </a:lnTo>
                  <a:lnTo>
                    <a:pt x="0" y="0"/>
                  </a:lnTo>
                  <a:lnTo>
                    <a:pt x="0" y="4038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23012" y="4149718"/>
              <a:ext cx="736600" cy="3865245"/>
            </a:xfrm>
            <a:custGeom>
              <a:avLst/>
              <a:gdLst/>
              <a:ahLst/>
              <a:cxnLst/>
              <a:rect l="l" t="t" r="r" b="b"/>
              <a:pathLst>
                <a:path w="736600" h="3865245">
                  <a:moveTo>
                    <a:pt x="383438" y="0"/>
                  </a:moveTo>
                  <a:lnTo>
                    <a:pt x="0" y="0"/>
                  </a:lnTo>
                  <a:lnTo>
                    <a:pt x="0" y="444360"/>
                  </a:lnTo>
                  <a:lnTo>
                    <a:pt x="383438" y="444360"/>
                  </a:lnTo>
                  <a:lnTo>
                    <a:pt x="383438" y="0"/>
                  </a:lnTo>
                  <a:close/>
                </a:path>
                <a:path w="736600" h="3865245">
                  <a:moveTo>
                    <a:pt x="736600" y="444385"/>
                  </a:moveTo>
                  <a:lnTo>
                    <a:pt x="353174" y="444385"/>
                  </a:lnTo>
                  <a:lnTo>
                    <a:pt x="353174" y="3865130"/>
                  </a:lnTo>
                  <a:lnTo>
                    <a:pt x="736600" y="3865130"/>
                  </a:lnTo>
                  <a:lnTo>
                    <a:pt x="736600" y="444385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82692" y="4101725"/>
              <a:ext cx="1915160" cy="495300"/>
            </a:xfrm>
            <a:custGeom>
              <a:avLst/>
              <a:gdLst/>
              <a:ahLst/>
              <a:cxnLst/>
              <a:rect l="l" t="t" r="r" b="b"/>
              <a:pathLst>
                <a:path w="1915159" h="495300">
                  <a:moveTo>
                    <a:pt x="1571879" y="0"/>
                  </a:moveTo>
                  <a:lnTo>
                    <a:pt x="343014" y="0"/>
                  </a:lnTo>
                  <a:lnTo>
                    <a:pt x="343014" y="48018"/>
                  </a:lnTo>
                  <a:lnTo>
                    <a:pt x="1571879" y="48018"/>
                  </a:lnTo>
                  <a:lnTo>
                    <a:pt x="1571879" y="0"/>
                  </a:lnTo>
                  <a:close/>
                </a:path>
                <a:path w="1915159" h="495300">
                  <a:moveTo>
                    <a:pt x="1914893" y="446786"/>
                  </a:moveTo>
                  <a:lnTo>
                    <a:pt x="0" y="446786"/>
                  </a:lnTo>
                  <a:lnTo>
                    <a:pt x="0" y="494804"/>
                  </a:lnTo>
                  <a:lnTo>
                    <a:pt x="1914893" y="494804"/>
                  </a:lnTo>
                  <a:lnTo>
                    <a:pt x="1914893" y="44678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137213" y="4149718"/>
              <a:ext cx="1839595" cy="3865245"/>
            </a:xfrm>
            <a:custGeom>
              <a:avLst/>
              <a:gdLst/>
              <a:ahLst/>
              <a:cxnLst/>
              <a:rect l="l" t="t" r="r" b="b"/>
              <a:pathLst>
                <a:path w="1839595" h="3865245">
                  <a:moveTo>
                    <a:pt x="1485798" y="0"/>
                  </a:moveTo>
                  <a:lnTo>
                    <a:pt x="353148" y="0"/>
                  </a:lnTo>
                  <a:lnTo>
                    <a:pt x="353148" y="444360"/>
                  </a:lnTo>
                  <a:lnTo>
                    <a:pt x="1485798" y="444360"/>
                  </a:lnTo>
                  <a:lnTo>
                    <a:pt x="1485798" y="0"/>
                  </a:lnTo>
                  <a:close/>
                </a:path>
                <a:path w="1839595" h="3865245">
                  <a:moveTo>
                    <a:pt x="1838972" y="444385"/>
                  </a:moveTo>
                  <a:lnTo>
                    <a:pt x="0" y="444385"/>
                  </a:lnTo>
                  <a:lnTo>
                    <a:pt x="0" y="3865130"/>
                  </a:lnTo>
                  <a:lnTo>
                    <a:pt x="1838972" y="3865130"/>
                  </a:lnTo>
                  <a:lnTo>
                    <a:pt x="1838972" y="44438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54930" y="4342085"/>
              <a:ext cx="1604010" cy="3172460"/>
            </a:xfrm>
            <a:custGeom>
              <a:avLst/>
              <a:gdLst/>
              <a:ahLst/>
              <a:cxnLst/>
              <a:rect l="l" t="t" r="r" b="b"/>
              <a:pathLst>
                <a:path w="1604009" h="3172459">
                  <a:moveTo>
                    <a:pt x="235445" y="2936443"/>
                  </a:moveTo>
                  <a:lnTo>
                    <a:pt x="0" y="2936443"/>
                  </a:lnTo>
                  <a:lnTo>
                    <a:pt x="0" y="3171875"/>
                  </a:lnTo>
                  <a:lnTo>
                    <a:pt x="235445" y="3171875"/>
                  </a:lnTo>
                  <a:lnTo>
                    <a:pt x="235445" y="2936443"/>
                  </a:lnTo>
                  <a:close/>
                </a:path>
                <a:path w="1604009" h="3172459">
                  <a:moveTo>
                    <a:pt x="235445" y="2508656"/>
                  </a:moveTo>
                  <a:lnTo>
                    <a:pt x="0" y="2508656"/>
                  </a:lnTo>
                  <a:lnTo>
                    <a:pt x="0" y="2744089"/>
                  </a:lnTo>
                  <a:lnTo>
                    <a:pt x="235445" y="2744089"/>
                  </a:lnTo>
                  <a:lnTo>
                    <a:pt x="235445" y="2508656"/>
                  </a:lnTo>
                  <a:close/>
                </a:path>
                <a:path w="1604009" h="3172459">
                  <a:moveTo>
                    <a:pt x="235445" y="2080882"/>
                  </a:moveTo>
                  <a:lnTo>
                    <a:pt x="0" y="2080882"/>
                  </a:lnTo>
                  <a:lnTo>
                    <a:pt x="0" y="2316315"/>
                  </a:lnTo>
                  <a:lnTo>
                    <a:pt x="235445" y="2316315"/>
                  </a:lnTo>
                  <a:lnTo>
                    <a:pt x="235445" y="2080882"/>
                  </a:lnTo>
                  <a:close/>
                </a:path>
                <a:path w="1604009" h="3172459">
                  <a:moveTo>
                    <a:pt x="235445" y="1653082"/>
                  </a:moveTo>
                  <a:lnTo>
                    <a:pt x="0" y="1653082"/>
                  </a:lnTo>
                  <a:lnTo>
                    <a:pt x="0" y="1888528"/>
                  </a:lnTo>
                  <a:lnTo>
                    <a:pt x="235445" y="1888528"/>
                  </a:lnTo>
                  <a:lnTo>
                    <a:pt x="235445" y="1653082"/>
                  </a:lnTo>
                  <a:close/>
                </a:path>
                <a:path w="1604009" h="3172459">
                  <a:moveTo>
                    <a:pt x="235445" y="1225308"/>
                  </a:moveTo>
                  <a:lnTo>
                    <a:pt x="0" y="1225308"/>
                  </a:lnTo>
                  <a:lnTo>
                    <a:pt x="0" y="1460754"/>
                  </a:lnTo>
                  <a:lnTo>
                    <a:pt x="235445" y="1460754"/>
                  </a:lnTo>
                  <a:lnTo>
                    <a:pt x="235445" y="1225308"/>
                  </a:lnTo>
                  <a:close/>
                </a:path>
                <a:path w="1604009" h="3172459">
                  <a:moveTo>
                    <a:pt x="235445" y="797521"/>
                  </a:moveTo>
                  <a:lnTo>
                    <a:pt x="0" y="797521"/>
                  </a:lnTo>
                  <a:lnTo>
                    <a:pt x="0" y="1032967"/>
                  </a:lnTo>
                  <a:lnTo>
                    <a:pt x="235445" y="1032967"/>
                  </a:lnTo>
                  <a:lnTo>
                    <a:pt x="235445" y="797521"/>
                  </a:lnTo>
                  <a:close/>
                </a:path>
                <a:path w="1604009" h="3172459">
                  <a:moveTo>
                    <a:pt x="235445" y="369747"/>
                  </a:moveTo>
                  <a:lnTo>
                    <a:pt x="0" y="369747"/>
                  </a:lnTo>
                  <a:lnTo>
                    <a:pt x="0" y="605180"/>
                  </a:lnTo>
                  <a:lnTo>
                    <a:pt x="235445" y="605180"/>
                  </a:lnTo>
                  <a:lnTo>
                    <a:pt x="235445" y="369747"/>
                  </a:lnTo>
                  <a:close/>
                </a:path>
                <a:path w="1604009" h="3172459">
                  <a:moveTo>
                    <a:pt x="691476" y="2936443"/>
                  </a:moveTo>
                  <a:lnTo>
                    <a:pt x="456044" y="2936443"/>
                  </a:lnTo>
                  <a:lnTo>
                    <a:pt x="456044" y="3171875"/>
                  </a:lnTo>
                  <a:lnTo>
                    <a:pt x="691476" y="3171875"/>
                  </a:lnTo>
                  <a:lnTo>
                    <a:pt x="691476" y="2936443"/>
                  </a:lnTo>
                  <a:close/>
                </a:path>
                <a:path w="1604009" h="3172459">
                  <a:moveTo>
                    <a:pt x="691476" y="2508656"/>
                  </a:moveTo>
                  <a:lnTo>
                    <a:pt x="456044" y="2508656"/>
                  </a:lnTo>
                  <a:lnTo>
                    <a:pt x="456044" y="2744089"/>
                  </a:lnTo>
                  <a:lnTo>
                    <a:pt x="691476" y="2744089"/>
                  </a:lnTo>
                  <a:lnTo>
                    <a:pt x="691476" y="2508656"/>
                  </a:lnTo>
                  <a:close/>
                </a:path>
                <a:path w="1604009" h="3172459">
                  <a:moveTo>
                    <a:pt x="691476" y="2080882"/>
                  </a:moveTo>
                  <a:lnTo>
                    <a:pt x="456044" y="2080882"/>
                  </a:lnTo>
                  <a:lnTo>
                    <a:pt x="456044" y="2316315"/>
                  </a:lnTo>
                  <a:lnTo>
                    <a:pt x="691476" y="2316315"/>
                  </a:lnTo>
                  <a:lnTo>
                    <a:pt x="691476" y="2080882"/>
                  </a:lnTo>
                  <a:close/>
                </a:path>
                <a:path w="1604009" h="3172459">
                  <a:moveTo>
                    <a:pt x="691476" y="1653082"/>
                  </a:moveTo>
                  <a:lnTo>
                    <a:pt x="456044" y="1653082"/>
                  </a:lnTo>
                  <a:lnTo>
                    <a:pt x="456044" y="1888528"/>
                  </a:lnTo>
                  <a:lnTo>
                    <a:pt x="691476" y="1888528"/>
                  </a:lnTo>
                  <a:lnTo>
                    <a:pt x="691476" y="1653082"/>
                  </a:lnTo>
                  <a:close/>
                </a:path>
                <a:path w="1604009" h="3172459">
                  <a:moveTo>
                    <a:pt x="691476" y="1225308"/>
                  </a:moveTo>
                  <a:lnTo>
                    <a:pt x="456044" y="1225308"/>
                  </a:lnTo>
                  <a:lnTo>
                    <a:pt x="456044" y="1460754"/>
                  </a:lnTo>
                  <a:lnTo>
                    <a:pt x="691476" y="1460754"/>
                  </a:lnTo>
                  <a:lnTo>
                    <a:pt x="691476" y="1225308"/>
                  </a:lnTo>
                  <a:close/>
                </a:path>
                <a:path w="1604009" h="3172459">
                  <a:moveTo>
                    <a:pt x="691476" y="797521"/>
                  </a:moveTo>
                  <a:lnTo>
                    <a:pt x="456044" y="797521"/>
                  </a:lnTo>
                  <a:lnTo>
                    <a:pt x="456044" y="1032967"/>
                  </a:lnTo>
                  <a:lnTo>
                    <a:pt x="691476" y="1032967"/>
                  </a:lnTo>
                  <a:lnTo>
                    <a:pt x="691476" y="797521"/>
                  </a:lnTo>
                  <a:close/>
                </a:path>
                <a:path w="1604009" h="3172459">
                  <a:moveTo>
                    <a:pt x="691476" y="369747"/>
                  </a:moveTo>
                  <a:lnTo>
                    <a:pt x="456044" y="369747"/>
                  </a:lnTo>
                  <a:lnTo>
                    <a:pt x="456044" y="605180"/>
                  </a:lnTo>
                  <a:lnTo>
                    <a:pt x="691476" y="605180"/>
                  </a:lnTo>
                  <a:lnTo>
                    <a:pt x="691476" y="369747"/>
                  </a:lnTo>
                  <a:close/>
                </a:path>
                <a:path w="1604009" h="3172459">
                  <a:moveTo>
                    <a:pt x="691476" y="0"/>
                  </a:moveTo>
                  <a:lnTo>
                    <a:pt x="456044" y="0"/>
                  </a:lnTo>
                  <a:lnTo>
                    <a:pt x="456044" y="235419"/>
                  </a:lnTo>
                  <a:lnTo>
                    <a:pt x="691476" y="235419"/>
                  </a:lnTo>
                  <a:lnTo>
                    <a:pt x="691476" y="0"/>
                  </a:lnTo>
                  <a:close/>
                </a:path>
                <a:path w="1604009" h="3172459">
                  <a:moveTo>
                    <a:pt x="1147508" y="2936443"/>
                  </a:moveTo>
                  <a:lnTo>
                    <a:pt x="912075" y="2936443"/>
                  </a:lnTo>
                  <a:lnTo>
                    <a:pt x="912075" y="3171875"/>
                  </a:lnTo>
                  <a:lnTo>
                    <a:pt x="1147508" y="3171875"/>
                  </a:lnTo>
                  <a:lnTo>
                    <a:pt x="1147508" y="2936443"/>
                  </a:lnTo>
                  <a:close/>
                </a:path>
                <a:path w="1604009" h="3172459">
                  <a:moveTo>
                    <a:pt x="1147508" y="2508656"/>
                  </a:moveTo>
                  <a:lnTo>
                    <a:pt x="912075" y="2508656"/>
                  </a:lnTo>
                  <a:lnTo>
                    <a:pt x="912075" y="2744089"/>
                  </a:lnTo>
                  <a:lnTo>
                    <a:pt x="1147508" y="2744089"/>
                  </a:lnTo>
                  <a:lnTo>
                    <a:pt x="1147508" y="2508656"/>
                  </a:lnTo>
                  <a:close/>
                </a:path>
                <a:path w="1604009" h="3172459">
                  <a:moveTo>
                    <a:pt x="1147508" y="2080882"/>
                  </a:moveTo>
                  <a:lnTo>
                    <a:pt x="912075" y="2080882"/>
                  </a:lnTo>
                  <a:lnTo>
                    <a:pt x="912075" y="2316315"/>
                  </a:lnTo>
                  <a:lnTo>
                    <a:pt x="1147508" y="2316315"/>
                  </a:lnTo>
                  <a:lnTo>
                    <a:pt x="1147508" y="2080882"/>
                  </a:lnTo>
                  <a:close/>
                </a:path>
                <a:path w="1604009" h="3172459">
                  <a:moveTo>
                    <a:pt x="1147508" y="1653082"/>
                  </a:moveTo>
                  <a:lnTo>
                    <a:pt x="912075" y="1653082"/>
                  </a:lnTo>
                  <a:lnTo>
                    <a:pt x="912075" y="1888528"/>
                  </a:lnTo>
                  <a:lnTo>
                    <a:pt x="1147508" y="1888528"/>
                  </a:lnTo>
                  <a:lnTo>
                    <a:pt x="1147508" y="1653082"/>
                  </a:lnTo>
                  <a:close/>
                </a:path>
                <a:path w="1604009" h="3172459">
                  <a:moveTo>
                    <a:pt x="1147508" y="1225308"/>
                  </a:moveTo>
                  <a:lnTo>
                    <a:pt x="912075" y="1225308"/>
                  </a:lnTo>
                  <a:lnTo>
                    <a:pt x="912075" y="1460754"/>
                  </a:lnTo>
                  <a:lnTo>
                    <a:pt x="1147508" y="1460754"/>
                  </a:lnTo>
                  <a:lnTo>
                    <a:pt x="1147508" y="1225308"/>
                  </a:lnTo>
                  <a:close/>
                </a:path>
                <a:path w="1604009" h="3172459">
                  <a:moveTo>
                    <a:pt x="1147508" y="797521"/>
                  </a:moveTo>
                  <a:lnTo>
                    <a:pt x="912075" y="797521"/>
                  </a:lnTo>
                  <a:lnTo>
                    <a:pt x="912075" y="1032967"/>
                  </a:lnTo>
                  <a:lnTo>
                    <a:pt x="1147508" y="1032967"/>
                  </a:lnTo>
                  <a:lnTo>
                    <a:pt x="1147508" y="797521"/>
                  </a:lnTo>
                  <a:close/>
                </a:path>
                <a:path w="1604009" h="3172459">
                  <a:moveTo>
                    <a:pt x="1147508" y="369747"/>
                  </a:moveTo>
                  <a:lnTo>
                    <a:pt x="912075" y="369747"/>
                  </a:lnTo>
                  <a:lnTo>
                    <a:pt x="912075" y="605180"/>
                  </a:lnTo>
                  <a:lnTo>
                    <a:pt x="1147508" y="605180"/>
                  </a:lnTo>
                  <a:lnTo>
                    <a:pt x="1147508" y="369747"/>
                  </a:lnTo>
                  <a:close/>
                </a:path>
                <a:path w="1604009" h="3172459">
                  <a:moveTo>
                    <a:pt x="1147508" y="0"/>
                  </a:moveTo>
                  <a:lnTo>
                    <a:pt x="912075" y="0"/>
                  </a:lnTo>
                  <a:lnTo>
                    <a:pt x="912075" y="235419"/>
                  </a:lnTo>
                  <a:lnTo>
                    <a:pt x="1147508" y="235419"/>
                  </a:lnTo>
                  <a:lnTo>
                    <a:pt x="1147508" y="0"/>
                  </a:lnTo>
                  <a:close/>
                </a:path>
                <a:path w="1604009" h="3172459">
                  <a:moveTo>
                    <a:pt x="1603540" y="2936443"/>
                  </a:moveTo>
                  <a:lnTo>
                    <a:pt x="1368094" y="2936443"/>
                  </a:lnTo>
                  <a:lnTo>
                    <a:pt x="1368094" y="3171875"/>
                  </a:lnTo>
                  <a:lnTo>
                    <a:pt x="1603540" y="3171875"/>
                  </a:lnTo>
                  <a:lnTo>
                    <a:pt x="1603540" y="2936443"/>
                  </a:lnTo>
                  <a:close/>
                </a:path>
                <a:path w="1604009" h="3172459">
                  <a:moveTo>
                    <a:pt x="1603540" y="2508656"/>
                  </a:moveTo>
                  <a:lnTo>
                    <a:pt x="1368094" y="2508656"/>
                  </a:lnTo>
                  <a:lnTo>
                    <a:pt x="1368094" y="2744089"/>
                  </a:lnTo>
                  <a:lnTo>
                    <a:pt x="1603540" y="2744089"/>
                  </a:lnTo>
                  <a:lnTo>
                    <a:pt x="1603540" y="2508656"/>
                  </a:lnTo>
                  <a:close/>
                </a:path>
                <a:path w="1604009" h="3172459">
                  <a:moveTo>
                    <a:pt x="1603540" y="2080882"/>
                  </a:moveTo>
                  <a:lnTo>
                    <a:pt x="1368094" y="2080882"/>
                  </a:lnTo>
                  <a:lnTo>
                    <a:pt x="1368094" y="2316315"/>
                  </a:lnTo>
                  <a:lnTo>
                    <a:pt x="1603540" y="2316315"/>
                  </a:lnTo>
                  <a:lnTo>
                    <a:pt x="1603540" y="2080882"/>
                  </a:lnTo>
                  <a:close/>
                </a:path>
                <a:path w="1604009" h="3172459">
                  <a:moveTo>
                    <a:pt x="1603540" y="1653082"/>
                  </a:moveTo>
                  <a:lnTo>
                    <a:pt x="1368094" y="1653082"/>
                  </a:lnTo>
                  <a:lnTo>
                    <a:pt x="1368094" y="1888528"/>
                  </a:lnTo>
                  <a:lnTo>
                    <a:pt x="1603540" y="1888528"/>
                  </a:lnTo>
                  <a:lnTo>
                    <a:pt x="1603540" y="1653082"/>
                  </a:lnTo>
                  <a:close/>
                </a:path>
                <a:path w="1604009" h="3172459">
                  <a:moveTo>
                    <a:pt x="1603540" y="1225308"/>
                  </a:moveTo>
                  <a:lnTo>
                    <a:pt x="1368094" y="1225308"/>
                  </a:lnTo>
                  <a:lnTo>
                    <a:pt x="1368094" y="1460754"/>
                  </a:lnTo>
                  <a:lnTo>
                    <a:pt x="1603540" y="1460754"/>
                  </a:lnTo>
                  <a:lnTo>
                    <a:pt x="1603540" y="1225308"/>
                  </a:lnTo>
                  <a:close/>
                </a:path>
                <a:path w="1604009" h="3172459">
                  <a:moveTo>
                    <a:pt x="1603540" y="797521"/>
                  </a:moveTo>
                  <a:lnTo>
                    <a:pt x="1368094" y="797521"/>
                  </a:lnTo>
                  <a:lnTo>
                    <a:pt x="1368094" y="1032967"/>
                  </a:lnTo>
                  <a:lnTo>
                    <a:pt x="1603540" y="1032967"/>
                  </a:lnTo>
                  <a:lnTo>
                    <a:pt x="1603540" y="797521"/>
                  </a:lnTo>
                  <a:close/>
                </a:path>
                <a:path w="1604009" h="3172459">
                  <a:moveTo>
                    <a:pt x="1603540" y="369747"/>
                  </a:moveTo>
                  <a:lnTo>
                    <a:pt x="1368094" y="369747"/>
                  </a:lnTo>
                  <a:lnTo>
                    <a:pt x="1368094" y="605180"/>
                  </a:lnTo>
                  <a:lnTo>
                    <a:pt x="1603540" y="605180"/>
                  </a:lnTo>
                  <a:lnTo>
                    <a:pt x="1603540" y="3697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99253" y="4101725"/>
              <a:ext cx="1915160" cy="495300"/>
            </a:xfrm>
            <a:custGeom>
              <a:avLst/>
              <a:gdLst/>
              <a:ahLst/>
              <a:cxnLst/>
              <a:rect l="l" t="t" r="r" b="b"/>
              <a:pathLst>
                <a:path w="1915159" h="495300">
                  <a:moveTo>
                    <a:pt x="1571879" y="0"/>
                  </a:moveTo>
                  <a:lnTo>
                    <a:pt x="343014" y="0"/>
                  </a:lnTo>
                  <a:lnTo>
                    <a:pt x="343014" y="48018"/>
                  </a:lnTo>
                  <a:lnTo>
                    <a:pt x="1571879" y="48018"/>
                  </a:lnTo>
                  <a:lnTo>
                    <a:pt x="1571879" y="0"/>
                  </a:lnTo>
                  <a:close/>
                </a:path>
                <a:path w="1915159" h="495300">
                  <a:moveTo>
                    <a:pt x="1914893" y="446786"/>
                  </a:moveTo>
                  <a:lnTo>
                    <a:pt x="0" y="446786"/>
                  </a:lnTo>
                  <a:lnTo>
                    <a:pt x="0" y="494804"/>
                  </a:lnTo>
                  <a:lnTo>
                    <a:pt x="1914893" y="494804"/>
                  </a:lnTo>
                  <a:lnTo>
                    <a:pt x="1914893" y="44678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182305" y="5426544"/>
            <a:ext cx="1949450" cy="2574925"/>
            <a:chOff x="3182305" y="5426544"/>
            <a:chExt cx="1949450" cy="2574925"/>
          </a:xfrm>
        </p:grpSpPr>
        <p:sp>
          <p:nvSpPr>
            <p:cNvPr id="22" name="object 22" descr=""/>
            <p:cNvSpPr/>
            <p:nvPr/>
          </p:nvSpPr>
          <p:spPr>
            <a:xfrm>
              <a:off x="3182305" y="5426544"/>
              <a:ext cx="1643380" cy="2574925"/>
            </a:xfrm>
            <a:custGeom>
              <a:avLst/>
              <a:gdLst/>
              <a:ahLst/>
              <a:cxnLst/>
              <a:rect l="l" t="t" r="r" b="b"/>
              <a:pathLst>
                <a:path w="1643379" h="2574925">
                  <a:moveTo>
                    <a:pt x="1642808" y="0"/>
                  </a:moveTo>
                  <a:lnTo>
                    <a:pt x="1029413" y="716951"/>
                  </a:lnTo>
                  <a:lnTo>
                    <a:pt x="0" y="716951"/>
                  </a:lnTo>
                  <a:lnTo>
                    <a:pt x="0" y="2574654"/>
                  </a:lnTo>
                  <a:lnTo>
                    <a:pt x="1642808" y="2574654"/>
                  </a:lnTo>
                  <a:lnTo>
                    <a:pt x="1642808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25109" y="5426546"/>
              <a:ext cx="306705" cy="2574925"/>
            </a:xfrm>
            <a:custGeom>
              <a:avLst/>
              <a:gdLst/>
              <a:ahLst/>
              <a:cxnLst/>
              <a:rect l="l" t="t" r="r" b="b"/>
              <a:pathLst>
                <a:path w="306704" h="2574925">
                  <a:moveTo>
                    <a:pt x="306587" y="0"/>
                  </a:moveTo>
                  <a:lnTo>
                    <a:pt x="0" y="0"/>
                  </a:lnTo>
                  <a:lnTo>
                    <a:pt x="0" y="2574644"/>
                  </a:lnTo>
                  <a:lnTo>
                    <a:pt x="306587" y="2574644"/>
                  </a:lnTo>
                  <a:lnTo>
                    <a:pt x="306587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58937" y="6471216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86161" y="6471216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58937" y="6882554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286161" y="6882554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258937" y="7293893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286161" y="7293893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86161" y="7293872"/>
              <a:ext cx="244475" cy="244475"/>
            </a:xfrm>
            <a:custGeom>
              <a:avLst/>
              <a:gdLst/>
              <a:ahLst/>
              <a:cxnLst/>
              <a:rect l="l" t="t" r="r" b="b"/>
              <a:pathLst>
                <a:path w="244475" h="244475">
                  <a:moveTo>
                    <a:pt x="244411" y="0"/>
                  </a:moveTo>
                  <a:lnTo>
                    <a:pt x="0" y="0"/>
                  </a:lnTo>
                  <a:lnTo>
                    <a:pt x="0" y="244411"/>
                  </a:lnTo>
                  <a:lnTo>
                    <a:pt x="244411" y="244411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671071" y="6471216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698295" y="6471216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671071" y="6882554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698295" y="6882554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671071" y="7293893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698295" y="7293893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698306" y="7293872"/>
              <a:ext cx="244475" cy="244475"/>
            </a:xfrm>
            <a:custGeom>
              <a:avLst/>
              <a:gdLst/>
              <a:ahLst/>
              <a:cxnLst/>
              <a:rect l="l" t="t" r="r" b="b"/>
              <a:pathLst>
                <a:path w="244475" h="244475">
                  <a:moveTo>
                    <a:pt x="244411" y="0"/>
                  </a:moveTo>
                  <a:lnTo>
                    <a:pt x="0" y="0"/>
                  </a:lnTo>
                  <a:lnTo>
                    <a:pt x="0" y="244411"/>
                  </a:lnTo>
                  <a:lnTo>
                    <a:pt x="244411" y="244411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083215" y="6471216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110440" y="6471216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83215" y="6882554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110440" y="6882554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083215" y="7293893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110440" y="7293893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110440" y="7293872"/>
              <a:ext cx="244475" cy="244475"/>
            </a:xfrm>
            <a:custGeom>
              <a:avLst/>
              <a:gdLst/>
              <a:ahLst/>
              <a:cxnLst/>
              <a:rect l="l" t="t" r="r" b="b"/>
              <a:pathLst>
                <a:path w="244475" h="244475">
                  <a:moveTo>
                    <a:pt x="244411" y="0"/>
                  </a:moveTo>
                  <a:lnTo>
                    <a:pt x="0" y="0"/>
                  </a:lnTo>
                  <a:lnTo>
                    <a:pt x="0" y="244411"/>
                  </a:lnTo>
                  <a:lnTo>
                    <a:pt x="244411" y="244411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495350" y="6471216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522574" y="6471216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495350" y="6882554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522574" y="6882554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495350" y="7293893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10" h="245109">
                  <a:moveTo>
                    <a:pt x="244505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44505" y="244505"/>
                  </a:lnTo>
                  <a:lnTo>
                    <a:pt x="24450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522574" y="7293893"/>
              <a:ext cx="217804" cy="245110"/>
            </a:xfrm>
            <a:custGeom>
              <a:avLst/>
              <a:gdLst/>
              <a:ahLst/>
              <a:cxnLst/>
              <a:rect l="l" t="t" r="r" b="b"/>
              <a:pathLst>
                <a:path w="217804" h="245109">
                  <a:moveTo>
                    <a:pt x="217281" y="0"/>
                  </a:moveTo>
                  <a:lnTo>
                    <a:pt x="0" y="0"/>
                  </a:lnTo>
                  <a:lnTo>
                    <a:pt x="0" y="244505"/>
                  </a:lnTo>
                  <a:lnTo>
                    <a:pt x="217281" y="244505"/>
                  </a:lnTo>
                  <a:lnTo>
                    <a:pt x="2172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522584" y="7293872"/>
              <a:ext cx="244475" cy="244475"/>
            </a:xfrm>
            <a:custGeom>
              <a:avLst/>
              <a:gdLst/>
              <a:ahLst/>
              <a:cxnLst/>
              <a:rect l="l" t="t" r="r" b="b"/>
              <a:pathLst>
                <a:path w="244475" h="244475">
                  <a:moveTo>
                    <a:pt x="244411" y="0"/>
                  </a:moveTo>
                  <a:lnTo>
                    <a:pt x="0" y="0"/>
                  </a:lnTo>
                  <a:lnTo>
                    <a:pt x="0" y="244411"/>
                  </a:lnTo>
                  <a:lnTo>
                    <a:pt x="244411" y="244411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18204828" y="5481637"/>
            <a:ext cx="951865" cy="2533650"/>
            <a:chOff x="18204828" y="5481637"/>
            <a:chExt cx="951865" cy="2533650"/>
          </a:xfrm>
        </p:grpSpPr>
        <p:sp>
          <p:nvSpPr>
            <p:cNvPr id="53" name="object 53" descr=""/>
            <p:cNvSpPr/>
            <p:nvPr/>
          </p:nvSpPr>
          <p:spPr>
            <a:xfrm>
              <a:off x="18204829" y="5481643"/>
              <a:ext cx="927100" cy="2533650"/>
            </a:xfrm>
            <a:custGeom>
              <a:avLst/>
              <a:gdLst/>
              <a:ahLst/>
              <a:cxnLst/>
              <a:rect l="l" t="t" r="r" b="b"/>
              <a:pathLst>
                <a:path w="927100" h="2533650">
                  <a:moveTo>
                    <a:pt x="698157" y="0"/>
                  </a:moveTo>
                  <a:lnTo>
                    <a:pt x="0" y="0"/>
                  </a:lnTo>
                  <a:lnTo>
                    <a:pt x="0" y="287858"/>
                  </a:lnTo>
                  <a:lnTo>
                    <a:pt x="698157" y="287858"/>
                  </a:lnTo>
                  <a:lnTo>
                    <a:pt x="698157" y="0"/>
                  </a:lnTo>
                  <a:close/>
                </a:path>
                <a:path w="927100" h="2533650">
                  <a:moveTo>
                    <a:pt x="926934" y="287870"/>
                  </a:moveTo>
                  <a:lnTo>
                    <a:pt x="0" y="287870"/>
                  </a:lnTo>
                  <a:lnTo>
                    <a:pt x="0" y="2533205"/>
                  </a:lnTo>
                  <a:lnTo>
                    <a:pt x="926934" y="2533205"/>
                  </a:lnTo>
                  <a:lnTo>
                    <a:pt x="926934" y="28787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8312194" y="5606256"/>
              <a:ext cx="743585" cy="2054860"/>
            </a:xfrm>
            <a:custGeom>
              <a:avLst/>
              <a:gdLst/>
              <a:ahLst/>
              <a:cxnLst/>
              <a:rect l="l" t="t" r="r" b="b"/>
              <a:pathLst>
                <a:path w="743584" h="2054859">
                  <a:moveTo>
                    <a:pt x="152501" y="1902155"/>
                  </a:moveTo>
                  <a:lnTo>
                    <a:pt x="0" y="1902155"/>
                  </a:lnTo>
                  <a:lnTo>
                    <a:pt x="0" y="2054682"/>
                  </a:lnTo>
                  <a:lnTo>
                    <a:pt x="152501" y="2054682"/>
                  </a:lnTo>
                  <a:lnTo>
                    <a:pt x="152501" y="1902155"/>
                  </a:lnTo>
                  <a:close/>
                </a:path>
                <a:path w="743584" h="2054859">
                  <a:moveTo>
                    <a:pt x="152501" y="1625053"/>
                  </a:moveTo>
                  <a:lnTo>
                    <a:pt x="0" y="1625053"/>
                  </a:lnTo>
                  <a:lnTo>
                    <a:pt x="0" y="1777568"/>
                  </a:lnTo>
                  <a:lnTo>
                    <a:pt x="152501" y="1777568"/>
                  </a:lnTo>
                  <a:lnTo>
                    <a:pt x="152501" y="1625053"/>
                  </a:lnTo>
                  <a:close/>
                </a:path>
                <a:path w="743584" h="2054859">
                  <a:moveTo>
                    <a:pt x="152501" y="1347952"/>
                  </a:moveTo>
                  <a:lnTo>
                    <a:pt x="0" y="1347952"/>
                  </a:lnTo>
                  <a:lnTo>
                    <a:pt x="0" y="1500454"/>
                  </a:lnTo>
                  <a:lnTo>
                    <a:pt x="152501" y="1500454"/>
                  </a:lnTo>
                  <a:lnTo>
                    <a:pt x="152501" y="1347952"/>
                  </a:lnTo>
                  <a:close/>
                </a:path>
                <a:path w="743584" h="2054859">
                  <a:moveTo>
                    <a:pt x="152501" y="1070851"/>
                  </a:moveTo>
                  <a:lnTo>
                    <a:pt x="0" y="1070851"/>
                  </a:lnTo>
                  <a:lnTo>
                    <a:pt x="0" y="1223352"/>
                  </a:lnTo>
                  <a:lnTo>
                    <a:pt x="152501" y="1223352"/>
                  </a:lnTo>
                  <a:lnTo>
                    <a:pt x="152501" y="1070851"/>
                  </a:lnTo>
                  <a:close/>
                </a:path>
                <a:path w="743584" h="2054859">
                  <a:moveTo>
                    <a:pt x="152501" y="793724"/>
                  </a:moveTo>
                  <a:lnTo>
                    <a:pt x="0" y="793724"/>
                  </a:lnTo>
                  <a:lnTo>
                    <a:pt x="0" y="946238"/>
                  </a:lnTo>
                  <a:lnTo>
                    <a:pt x="152501" y="946238"/>
                  </a:lnTo>
                  <a:lnTo>
                    <a:pt x="152501" y="793724"/>
                  </a:lnTo>
                  <a:close/>
                </a:path>
                <a:path w="743584" h="2054859">
                  <a:moveTo>
                    <a:pt x="152501" y="516610"/>
                  </a:moveTo>
                  <a:lnTo>
                    <a:pt x="0" y="516610"/>
                  </a:lnTo>
                  <a:lnTo>
                    <a:pt x="0" y="669124"/>
                  </a:lnTo>
                  <a:lnTo>
                    <a:pt x="152501" y="669124"/>
                  </a:lnTo>
                  <a:lnTo>
                    <a:pt x="152501" y="516610"/>
                  </a:lnTo>
                  <a:close/>
                </a:path>
                <a:path w="743584" h="2054859">
                  <a:moveTo>
                    <a:pt x="152501" y="239509"/>
                  </a:moveTo>
                  <a:lnTo>
                    <a:pt x="0" y="239509"/>
                  </a:lnTo>
                  <a:lnTo>
                    <a:pt x="0" y="392023"/>
                  </a:lnTo>
                  <a:lnTo>
                    <a:pt x="152501" y="392023"/>
                  </a:lnTo>
                  <a:lnTo>
                    <a:pt x="152501" y="239509"/>
                  </a:lnTo>
                  <a:close/>
                </a:path>
                <a:path w="743584" h="2054859">
                  <a:moveTo>
                    <a:pt x="152501" y="0"/>
                  </a:moveTo>
                  <a:lnTo>
                    <a:pt x="0" y="0"/>
                  </a:lnTo>
                  <a:lnTo>
                    <a:pt x="0" y="152501"/>
                  </a:lnTo>
                  <a:lnTo>
                    <a:pt x="152501" y="152501"/>
                  </a:lnTo>
                  <a:lnTo>
                    <a:pt x="152501" y="0"/>
                  </a:lnTo>
                  <a:close/>
                </a:path>
                <a:path w="743584" h="2054859">
                  <a:moveTo>
                    <a:pt x="447916" y="1902155"/>
                  </a:moveTo>
                  <a:lnTo>
                    <a:pt x="295402" y="1902155"/>
                  </a:lnTo>
                  <a:lnTo>
                    <a:pt x="295402" y="2054682"/>
                  </a:lnTo>
                  <a:lnTo>
                    <a:pt x="447916" y="2054682"/>
                  </a:lnTo>
                  <a:lnTo>
                    <a:pt x="447916" y="1902155"/>
                  </a:lnTo>
                  <a:close/>
                </a:path>
                <a:path w="743584" h="2054859">
                  <a:moveTo>
                    <a:pt x="447916" y="1625053"/>
                  </a:moveTo>
                  <a:lnTo>
                    <a:pt x="295402" y="1625053"/>
                  </a:lnTo>
                  <a:lnTo>
                    <a:pt x="295402" y="1777568"/>
                  </a:lnTo>
                  <a:lnTo>
                    <a:pt x="447916" y="1777568"/>
                  </a:lnTo>
                  <a:lnTo>
                    <a:pt x="447916" y="1625053"/>
                  </a:lnTo>
                  <a:close/>
                </a:path>
                <a:path w="743584" h="2054859">
                  <a:moveTo>
                    <a:pt x="447916" y="1347952"/>
                  </a:moveTo>
                  <a:lnTo>
                    <a:pt x="295402" y="1347952"/>
                  </a:lnTo>
                  <a:lnTo>
                    <a:pt x="295402" y="1500454"/>
                  </a:lnTo>
                  <a:lnTo>
                    <a:pt x="447916" y="1500454"/>
                  </a:lnTo>
                  <a:lnTo>
                    <a:pt x="447916" y="1347952"/>
                  </a:lnTo>
                  <a:close/>
                </a:path>
                <a:path w="743584" h="2054859">
                  <a:moveTo>
                    <a:pt x="447916" y="1070851"/>
                  </a:moveTo>
                  <a:lnTo>
                    <a:pt x="295402" y="1070851"/>
                  </a:lnTo>
                  <a:lnTo>
                    <a:pt x="295402" y="1223352"/>
                  </a:lnTo>
                  <a:lnTo>
                    <a:pt x="447916" y="1223352"/>
                  </a:lnTo>
                  <a:lnTo>
                    <a:pt x="447916" y="1070851"/>
                  </a:lnTo>
                  <a:close/>
                </a:path>
                <a:path w="743584" h="2054859">
                  <a:moveTo>
                    <a:pt x="447916" y="793724"/>
                  </a:moveTo>
                  <a:lnTo>
                    <a:pt x="295402" y="793724"/>
                  </a:lnTo>
                  <a:lnTo>
                    <a:pt x="295402" y="946238"/>
                  </a:lnTo>
                  <a:lnTo>
                    <a:pt x="447916" y="946238"/>
                  </a:lnTo>
                  <a:lnTo>
                    <a:pt x="447916" y="793724"/>
                  </a:lnTo>
                  <a:close/>
                </a:path>
                <a:path w="743584" h="2054859">
                  <a:moveTo>
                    <a:pt x="447916" y="516610"/>
                  </a:moveTo>
                  <a:lnTo>
                    <a:pt x="295402" y="516610"/>
                  </a:lnTo>
                  <a:lnTo>
                    <a:pt x="295402" y="669124"/>
                  </a:lnTo>
                  <a:lnTo>
                    <a:pt x="447916" y="669124"/>
                  </a:lnTo>
                  <a:lnTo>
                    <a:pt x="447916" y="516610"/>
                  </a:lnTo>
                  <a:close/>
                </a:path>
                <a:path w="743584" h="2054859">
                  <a:moveTo>
                    <a:pt x="447916" y="239509"/>
                  </a:moveTo>
                  <a:lnTo>
                    <a:pt x="295402" y="239509"/>
                  </a:lnTo>
                  <a:lnTo>
                    <a:pt x="295402" y="392023"/>
                  </a:lnTo>
                  <a:lnTo>
                    <a:pt x="447916" y="392023"/>
                  </a:lnTo>
                  <a:lnTo>
                    <a:pt x="447916" y="239509"/>
                  </a:lnTo>
                  <a:close/>
                </a:path>
                <a:path w="743584" h="2054859">
                  <a:moveTo>
                    <a:pt x="447916" y="0"/>
                  </a:moveTo>
                  <a:lnTo>
                    <a:pt x="295402" y="0"/>
                  </a:lnTo>
                  <a:lnTo>
                    <a:pt x="295402" y="152501"/>
                  </a:lnTo>
                  <a:lnTo>
                    <a:pt x="447916" y="152501"/>
                  </a:lnTo>
                  <a:lnTo>
                    <a:pt x="447916" y="0"/>
                  </a:lnTo>
                  <a:close/>
                </a:path>
                <a:path w="743584" h="2054859">
                  <a:moveTo>
                    <a:pt x="743318" y="1902155"/>
                  </a:moveTo>
                  <a:lnTo>
                    <a:pt x="590804" y="1902155"/>
                  </a:lnTo>
                  <a:lnTo>
                    <a:pt x="590804" y="2054682"/>
                  </a:lnTo>
                  <a:lnTo>
                    <a:pt x="743318" y="2054682"/>
                  </a:lnTo>
                  <a:lnTo>
                    <a:pt x="743318" y="1902155"/>
                  </a:lnTo>
                  <a:close/>
                </a:path>
                <a:path w="743584" h="2054859">
                  <a:moveTo>
                    <a:pt x="743318" y="1625053"/>
                  </a:moveTo>
                  <a:lnTo>
                    <a:pt x="590804" y="1625053"/>
                  </a:lnTo>
                  <a:lnTo>
                    <a:pt x="590804" y="1777568"/>
                  </a:lnTo>
                  <a:lnTo>
                    <a:pt x="743318" y="1777568"/>
                  </a:lnTo>
                  <a:lnTo>
                    <a:pt x="743318" y="1625053"/>
                  </a:lnTo>
                  <a:close/>
                </a:path>
                <a:path w="743584" h="2054859">
                  <a:moveTo>
                    <a:pt x="743318" y="1347952"/>
                  </a:moveTo>
                  <a:lnTo>
                    <a:pt x="590804" y="1347952"/>
                  </a:lnTo>
                  <a:lnTo>
                    <a:pt x="590804" y="1500454"/>
                  </a:lnTo>
                  <a:lnTo>
                    <a:pt x="743318" y="1500454"/>
                  </a:lnTo>
                  <a:lnTo>
                    <a:pt x="743318" y="1347952"/>
                  </a:lnTo>
                  <a:close/>
                </a:path>
                <a:path w="743584" h="2054859">
                  <a:moveTo>
                    <a:pt x="743318" y="1070851"/>
                  </a:moveTo>
                  <a:lnTo>
                    <a:pt x="590804" y="1070851"/>
                  </a:lnTo>
                  <a:lnTo>
                    <a:pt x="590804" y="1223352"/>
                  </a:lnTo>
                  <a:lnTo>
                    <a:pt x="743318" y="1223352"/>
                  </a:lnTo>
                  <a:lnTo>
                    <a:pt x="743318" y="1070851"/>
                  </a:lnTo>
                  <a:close/>
                </a:path>
                <a:path w="743584" h="2054859">
                  <a:moveTo>
                    <a:pt x="743318" y="793724"/>
                  </a:moveTo>
                  <a:lnTo>
                    <a:pt x="590804" y="793724"/>
                  </a:lnTo>
                  <a:lnTo>
                    <a:pt x="590804" y="946238"/>
                  </a:lnTo>
                  <a:lnTo>
                    <a:pt x="743318" y="946238"/>
                  </a:lnTo>
                  <a:lnTo>
                    <a:pt x="743318" y="793724"/>
                  </a:lnTo>
                  <a:close/>
                </a:path>
                <a:path w="743584" h="2054859">
                  <a:moveTo>
                    <a:pt x="743318" y="516610"/>
                  </a:moveTo>
                  <a:lnTo>
                    <a:pt x="590804" y="516610"/>
                  </a:lnTo>
                  <a:lnTo>
                    <a:pt x="590804" y="669124"/>
                  </a:lnTo>
                  <a:lnTo>
                    <a:pt x="743318" y="669124"/>
                  </a:lnTo>
                  <a:lnTo>
                    <a:pt x="743318" y="516610"/>
                  </a:lnTo>
                  <a:close/>
                </a:path>
                <a:path w="743584" h="2054859">
                  <a:moveTo>
                    <a:pt x="743318" y="239509"/>
                  </a:moveTo>
                  <a:lnTo>
                    <a:pt x="590804" y="239509"/>
                  </a:lnTo>
                  <a:lnTo>
                    <a:pt x="590804" y="392023"/>
                  </a:lnTo>
                  <a:lnTo>
                    <a:pt x="743318" y="392023"/>
                  </a:lnTo>
                  <a:lnTo>
                    <a:pt x="743318" y="23950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8204828" y="5739972"/>
              <a:ext cx="951865" cy="31115"/>
            </a:xfrm>
            <a:custGeom>
              <a:avLst/>
              <a:gdLst/>
              <a:ahLst/>
              <a:cxnLst/>
              <a:rect l="l" t="t" r="r" b="b"/>
              <a:pathLst>
                <a:path w="951865" h="31114">
                  <a:moveTo>
                    <a:pt x="0" y="31098"/>
                  </a:moveTo>
                  <a:lnTo>
                    <a:pt x="951541" y="31098"/>
                  </a:lnTo>
                  <a:lnTo>
                    <a:pt x="951541" y="0"/>
                  </a:lnTo>
                  <a:lnTo>
                    <a:pt x="0" y="0"/>
                  </a:lnTo>
                  <a:lnTo>
                    <a:pt x="0" y="3109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7292885" y="6231385"/>
            <a:ext cx="1550035" cy="2016125"/>
            <a:chOff x="7292885" y="6231385"/>
            <a:chExt cx="1550035" cy="2016125"/>
          </a:xfrm>
        </p:grpSpPr>
        <p:sp>
          <p:nvSpPr>
            <p:cNvPr id="57" name="object 57" descr=""/>
            <p:cNvSpPr/>
            <p:nvPr/>
          </p:nvSpPr>
          <p:spPr>
            <a:xfrm>
              <a:off x="7369262" y="6315074"/>
              <a:ext cx="1257935" cy="1932939"/>
            </a:xfrm>
            <a:custGeom>
              <a:avLst/>
              <a:gdLst/>
              <a:ahLst/>
              <a:cxnLst/>
              <a:rect l="l" t="t" r="r" b="b"/>
              <a:pathLst>
                <a:path w="1257934" h="1932940">
                  <a:moveTo>
                    <a:pt x="1257532" y="0"/>
                  </a:moveTo>
                  <a:lnTo>
                    <a:pt x="0" y="0"/>
                  </a:lnTo>
                  <a:lnTo>
                    <a:pt x="0" y="1932360"/>
                  </a:lnTo>
                  <a:lnTo>
                    <a:pt x="1257532" y="1932360"/>
                  </a:lnTo>
                  <a:lnTo>
                    <a:pt x="125753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369262" y="6314886"/>
              <a:ext cx="1045210" cy="1918970"/>
            </a:xfrm>
            <a:custGeom>
              <a:avLst/>
              <a:gdLst/>
              <a:ahLst/>
              <a:cxnLst/>
              <a:rect l="l" t="t" r="r" b="b"/>
              <a:pathLst>
                <a:path w="1045209" h="1918970">
                  <a:moveTo>
                    <a:pt x="0" y="1918437"/>
                  </a:moveTo>
                  <a:lnTo>
                    <a:pt x="1045161" y="1918437"/>
                  </a:lnTo>
                  <a:lnTo>
                    <a:pt x="1045161" y="0"/>
                  </a:lnTo>
                  <a:lnTo>
                    <a:pt x="0" y="0"/>
                  </a:lnTo>
                  <a:lnTo>
                    <a:pt x="0" y="1918437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414435" y="6314886"/>
              <a:ext cx="212725" cy="1918970"/>
            </a:xfrm>
            <a:custGeom>
              <a:avLst/>
              <a:gdLst/>
              <a:ahLst/>
              <a:cxnLst/>
              <a:rect l="l" t="t" r="r" b="b"/>
              <a:pathLst>
                <a:path w="212725" h="1918970">
                  <a:moveTo>
                    <a:pt x="0" y="1918437"/>
                  </a:moveTo>
                  <a:lnTo>
                    <a:pt x="212370" y="1918437"/>
                  </a:lnTo>
                  <a:lnTo>
                    <a:pt x="212370" y="0"/>
                  </a:lnTo>
                  <a:lnTo>
                    <a:pt x="0" y="0"/>
                  </a:lnTo>
                  <a:lnTo>
                    <a:pt x="0" y="1918437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459028" y="6413214"/>
              <a:ext cx="866140" cy="1834514"/>
            </a:xfrm>
            <a:custGeom>
              <a:avLst/>
              <a:gdLst/>
              <a:ahLst/>
              <a:cxnLst/>
              <a:rect l="l" t="t" r="r" b="b"/>
              <a:pathLst>
                <a:path w="866140" h="1834515">
                  <a:moveTo>
                    <a:pt x="228092" y="1564665"/>
                  </a:moveTo>
                  <a:lnTo>
                    <a:pt x="0" y="1564665"/>
                  </a:lnTo>
                  <a:lnTo>
                    <a:pt x="0" y="1834222"/>
                  </a:lnTo>
                  <a:lnTo>
                    <a:pt x="228092" y="1834222"/>
                  </a:lnTo>
                  <a:lnTo>
                    <a:pt x="228092" y="1564665"/>
                  </a:lnTo>
                  <a:close/>
                </a:path>
                <a:path w="866140" h="1834515">
                  <a:moveTo>
                    <a:pt x="228092" y="1188554"/>
                  </a:moveTo>
                  <a:lnTo>
                    <a:pt x="0" y="1188554"/>
                  </a:lnTo>
                  <a:lnTo>
                    <a:pt x="0" y="1416646"/>
                  </a:lnTo>
                  <a:lnTo>
                    <a:pt x="228092" y="1416646"/>
                  </a:lnTo>
                  <a:lnTo>
                    <a:pt x="228092" y="1188554"/>
                  </a:lnTo>
                  <a:close/>
                </a:path>
                <a:path w="866140" h="1834515">
                  <a:moveTo>
                    <a:pt x="228092" y="891413"/>
                  </a:moveTo>
                  <a:lnTo>
                    <a:pt x="0" y="891413"/>
                  </a:lnTo>
                  <a:lnTo>
                    <a:pt x="0" y="1119517"/>
                  </a:lnTo>
                  <a:lnTo>
                    <a:pt x="228092" y="1119517"/>
                  </a:lnTo>
                  <a:lnTo>
                    <a:pt x="228092" y="891413"/>
                  </a:lnTo>
                  <a:close/>
                </a:path>
                <a:path w="866140" h="1834515">
                  <a:moveTo>
                    <a:pt x="228092" y="594271"/>
                  </a:moveTo>
                  <a:lnTo>
                    <a:pt x="0" y="594271"/>
                  </a:lnTo>
                  <a:lnTo>
                    <a:pt x="0" y="822375"/>
                  </a:lnTo>
                  <a:lnTo>
                    <a:pt x="228092" y="822375"/>
                  </a:lnTo>
                  <a:lnTo>
                    <a:pt x="228092" y="594271"/>
                  </a:lnTo>
                  <a:close/>
                </a:path>
                <a:path w="866140" h="1834515">
                  <a:moveTo>
                    <a:pt x="228092" y="297141"/>
                  </a:moveTo>
                  <a:lnTo>
                    <a:pt x="0" y="297141"/>
                  </a:lnTo>
                  <a:lnTo>
                    <a:pt x="0" y="525246"/>
                  </a:lnTo>
                  <a:lnTo>
                    <a:pt x="228092" y="525246"/>
                  </a:lnTo>
                  <a:lnTo>
                    <a:pt x="228092" y="297141"/>
                  </a:lnTo>
                  <a:close/>
                </a:path>
                <a:path w="866140" h="1834515">
                  <a:moveTo>
                    <a:pt x="228092" y="0"/>
                  </a:moveTo>
                  <a:lnTo>
                    <a:pt x="0" y="0"/>
                  </a:lnTo>
                  <a:lnTo>
                    <a:pt x="0" y="228092"/>
                  </a:lnTo>
                  <a:lnTo>
                    <a:pt x="228092" y="228092"/>
                  </a:lnTo>
                  <a:lnTo>
                    <a:pt x="228092" y="0"/>
                  </a:lnTo>
                  <a:close/>
                </a:path>
                <a:path w="866140" h="1834515">
                  <a:moveTo>
                    <a:pt x="546874" y="1485696"/>
                  </a:moveTo>
                  <a:lnTo>
                    <a:pt x="318770" y="1485696"/>
                  </a:lnTo>
                  <a:lnTo>
                    <a:pt x="318770" y="1834222"/>
                  </a:lnTo>
                  <a:lnTo>
                    <a:pt x="546874" y="1834222"/>
                  </a:lnTo>
                  <a:lnTo>
                    <a:pt x="546874" y="1485696"/>
                  </a:lnTo>
                  <a:close/>
                </a:path>
                <a:path w="866140" h="1834515">
                  <a:moveTo>
                    <a:pt x="546874" y="1188554"/>
                  </a:moveTo>
                  <a:lnTo>
                    <a:pt x="318770" y="1188554"/>
                  </a:lnTo>
                  <a:lnTo>
                    <a:pt x="318770" y="1416646"/>
                  </a:lnTo>
                  <a:lnTo>
                    <a:pt x="546874" y="1416646"/>
                  </a:lnTo>
                  <a:lnTo>
                    <a:pt x="546874" y="1188554"/>
                  </a:lnTo>
                  <a:close/>
                </a:path>
                <a:path w="866140" h="1834515">
                  <a:moveTo>
                    <a:pt x="546874" y="891413"/>
                  </a:moveTo>
                  <a:lnTo>
                    <a:pt x="318770" y="891413"/>
                  </a:lnTo>
                  <a:lnTo>
                    <a:pt x="318770" y="1119517"/>
                  </a:lnTo>
                  <a:lnTo>
                    <a:pt x="546874" y="1119517"/>
                  </a:lnTo>
                  <a:lnTo>
                    <a:pt x="546874" y="891413"/>
                  </a:lnTo>
                  <a:close/>
                </a:path>
                <a:path w="866140" h="1834515">
                  <a:moveTo>
                    <a:pt x="546874" y="594271"/>
                  </a:moveTo>
                  <a:lnTo>
                    <a:pt x="318770" y="594271"/>
                  </a:lnTo>
                  <a:lnTo>
                    <a:pt x="318770" y="822375"/>
                  </a:lnTo>
                  <a:lnTo>
                    <a:pt x="546874" y="822375"/>
                  </a:lnTo>
                  <a:lnTo>
                    <a:pt x="546874" y="594271"/>
                  </a:lnTo>
                  <a:close/>
                </a:path>
                <a:path w="866140" h="1834515">
                  <a:moveTo>
                    <a:pt x="546874" y="297141"/>
                  </a:moveTo>
                  <a:lnTo>
                    <a:pt x="318770" y="297141"/>
                  </a:lnTo>
                  <a:lnTo>
                    <a:pt x="318770" y="525246"/>
                  </a:lnTo>
                  <a:lnTo>
                    <a:pt x="546874" y="525246"/>
                  </a:lnTo>
                  <a:lnTo>
                    <a:pt x="546874" y="297141"/>
                  </a:lnTo>
                  <a:close/>
                </a:path>
                <a:path w="866140" h="1834515">
                  <a:moveTo>
                    <a:pt x="546874" y="0"/>
                  </a:moveTo>
                  <a:lnTo>
                    <a:pt x="318770" y="0"/>
                  </a:lnTo>
                  <a:lnTo>
                    <a:pt x="318770" y="228092"/>
                  </a:lnTo>
                  <a:lnTo>
                    <a:pt x="546874" y="228092"/>
                  </a:lnTo>
                  <a:lnTo>
                    <a:pt x="546874" y="0"/>
                  </a:lnTo>
                  <a:close/>
                </a:path>
                <a:path w="866140" h="1834515">
                  <a:moveTo>
                    <a:pt x="865644" y="1564665"/>
                  </a:moveTo>
                  <a:lnTo>
                    <a:pt x="637552" y="1564665"/>
                  </a:lnTo>
                  <a:lnTo>
                    <a:pt x="637552" y="1834222"/>
                  </a:lnTo>
                  <a:lnTo>
                    <a:pt x="865644" y="1834222"/>
                  </a:lnTo>
                  <a:lnTo>
                    <a:pt x="865644" y="1564665"/>
                  </a:lnTo>
                  <a:close/>
                </a:path>
                <a:path w="866140" h="1834515">
                  <a:moveTo>
                    <a:pt x="865644" y="1188554"/>
                  </a:moveTo>
                  <a:lnTo>
                    <a:pt x="637552" y="1188554"/>
                  </a:lnTo>
                  <a:lnTo>
                    <a:pt x="637552" y="1416646"/>
                  </a:lnTo>
                  <a:lnTo>
                    <a:pt x="865644" y="1416646"/>
                  </a:lnTo>
                  <a:lnTo>
                    <a:pt x="865644" y="1188554"/>
                  </a:lnTo>
                  <a:close/>
                </a:path>
                <a:path w="866140" h="1834515">
                  <a:moveTo>
                    <a:pt x="865644" y="891413"/>
                  </a:moveTo>
                  <a:lnTo>
                    <a:pt x="637552" y="891413"/>
                  </a:lnTo>
                  <a:lnTo>
                    <a:pt x="637552" y="1119517"/>
                  </a:lnTo>
                  <a:lnTo>
                    <a:pt x="865644" y="1119517"/>
                  </a:lnTo>
                  <a:lnTo>
                    <a:pt x="865644" y="891413"/>
                  </a:lnTo>
                  <a:close/>
                </a:path>
                <a:path w="866140" h="1834515">
                  <a:moveTo>
                    <a:pt x="865644" y="594271"/>
                  </a:moveTo>
                  <a:lnTo>
                    <a:pt x="637552" y="594271"/>
                  </a:lnTo>
                  <a:lnTo>
                    <a:pt x="637552" y="822375"/>
                  </a:lnTo>
                  <a:lnTo>
                    <a:pt x="865644" y="822375"/>
                  </a:lnTo>
                  <a:lnTo>
                    <a:pt x="865644" y="594271"/>
                  </a:lnTo>
                  <a:close/>
                </a:path>
                <a:path w="866140" h="1834515">
                  <a:moveTo>
                    <a:pt x="865644" y="297141"/>
                  </a:moveTo>
                  <a:lnTo>
                    <a:pt x="637552" y="297141"/>
                  </a:lnTo>
                  <a:lnTo>
                    <a:pt x="637552" y="525246"/>
                  </a:lnTo>
                  <a:lnTo>
                    <a:pt x="865644" y="525246"/>
                  </a:lnTo>
                  <a:lnTo>
                    <a:pt x="865644" y="297141"/>
                  </a:lnTo>
                  <a:close/>
                </a:path>
                <a:path w="866140" h="1834515">
                  <a:moveTo>
                    <a:pt x="865644" y="0"/>
                  </a:moveTo>
                  <a:lnTo>
                    <a:pt x="637552" y="0"/>
                  </a:lnTo>
                  <a:lnTo>
                    <a:pt x="637552" y="228092"/>
                  </a:lnTo>
                  <a:lnTo>
                    <a:pt x="865644" y="228092"/>
                  </a:lnTo>
                  <a:lnTo>
                    <a:pt x="86564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477900" y="6413214"/>
              <a:ext cx="847090" cy="1820545"/>
            </a:xfrm>
            <a:custGeom>
              <a:avLst/>
              <a:gdLst/>
              <a:ahLst/>
              <a:cxnLst/>
              <a:rect l="l" t="t" r="r" b="b"/>
              <a:pathLst>
                <a:path w="847090" h="1820545">
                  <a:moveTo>
                    <a:pt x="209219" y="1564665"/>
                  </a:moveTo>
                  <a:lnTo>
                    <a:pt x="0" y="1564665"/>
                  </a:lnTo>
                  <a:lnTo>
                    <a:pt x="0" y="1820113"/>
                  </a:lnTo>
                  <a:lnTo>
                    <a:pt x="209219" y="1820113"/>
                  </a:lnTo>
                  <a:lnTo>
                    <a:pt x="209219" y="1564665"/>
                  </a:lnTo>
                  <a:close/>
                </a:path>
                <a:path w="847090" h="1820545">
                  <a:moveTo>
                    <a:pt x="209219" y="1188554"/>
                  </a:moveTo>
                  <a:lnTo>
                    <a:pt x="0" y="1188554"/>
                  </a:lnTo>
                  <a:lnTo>
                    <a:pt x="0" y="1416646"/>
                  </a:lnTo>
                  <a:lnTo>
                    <a:pt x="209219" y="1416646"/>
                  </a:lnTo>
                  <a:lnTo>
                    <a:pt x="209219" y="1188554"/>
                  </a:lnTo>
                  <a:close/>
                </a:path>
                <a:path w="847090" h="1820545">
                  <a:moveTo>
                    <a:pt x="209219" y="891413"/>
                  </a:moveTo>
                  <a:lnTo>
                    <a:pt x="0" y="891413"/>
                  </a:lnTo>
                  <a:lnTo>
                    <a:pt x="0" y="1119517"/>
                  </a:lnTo>
                  <a:lnTo>
                    <a:pt x="209219" y="1119517"/>
                  </a:lnTo>
                  <a:lnTo>
                    <a:pt x="209219" y="891413"/>
                  </a:lnTo>
                  <a:close/>
                </a:path>
                <a:path w="847090" h="1820545">
                  <a:moveTo>
                    <a:pt x="209219" y="594271"/>
                  </a:moveTo>
                  <a:lnTo>
                    <a:pt x="0" y="594271"/>
                  </a:lnTo>
                  <a:lnTo>
                    <a:pt x="0" y="822375"/>
                  </a:lnTo>
                  <a:lnTo>
                    <a:pt x="209219" y="822375"/>
                  </a:lnTo>
                  <a:lnTo>
                    <a:pt x="209219" y="594271"/>
                  </a:lnTo>
                  <a:close/>
                </a:path>
                <a:path w="847090" h="1820545">
                  <a:moveTo>
                    <a:pt x="209219" y="297141"/>
                  </a:moveTo>
                  <a:lnTo>
                    <a:pt x="0" y="297141"/>
                  </a:lnTo>
                  <a:lnTo>
                    <a:pt x="0" y="525246"/>
                  </a:lnTo>
                  <a:lnTo>
                    <a:pt x="209219" y="525246"/>
                  </a:lnTo>
                  <a:lnTo>
                    <a:pt x="209219" y="297141"/>
                  </a:lnTo>
                  <a:close/>
                </a:path>
                <a:path w="847090" h="1820545">
                  <a:moveTo>
                    <a:pt x="209219" y="0"/>
                  </a:moveTo>
                  <a:lnTo>
                    <a:pt x="0" y="0"/>
                  </a:lnTo>
                  <a:lnTo>
                    <a:pt x="0" y="228092"/>
                  </a:lnTo>
                  <a:lnTo>
                    <a:pt x="209219" y="228092"/>
                  </a:lnTo>
                  <a:lnTo>
                    <a:pt x="209219" y="0"/>
                  </a:lnTo>
                  <a:close/>
                </a:path>
                <a:path w="847090" h="1820545">
                  <a:moveTo>
                    <a:pt x="528002" y="1485696"/>
                  </a:moveTo>
                  <a:lnTo>
                    <a:pt x="318782" y="1485696"/>
                  </a:lnTo>
                  <a:lnTo>
                    <a:pt x="318782" y="1820113"/>
                  </a:lnTo>
                  <a:lnTo>
                    <a:pt x="528002" y="1820113"/>
                  </a:lnTo>
                  <a:lnTo>
                    <a:pt x="528002" y="1485696"/>
                  </a:lnTo>
                  <a:close/>
                </a:path>
                <a:path w="847090" h="1820545">
                  <a:moveTo>
                    <a:pt x="528002" y="1188554"/>
                  </a:moveTo>
                  <a:lnTo>
                    <a:pt x="318782" y="1188554"/>
                  </a:lnTo>
                  <a:lnTo>
                    <a:pt x="318782" y="1416646"/>
                  </a:lnTo>
                  <a:lnTo>
                    <a:pt x="528002" y="1416646"/>
                  </a:lnTo>
                  <a:lnTo>
                    <a:pt x="528002" y="1188554"/>
                  </a:lnTo>
                  <a:close/>
                </a:path>
                <a:path w="847090" h="1820545">
                  <a:moveTo>
                    <a:pt x="528002" y="891413"/>
                  </a:moveTo>
                  <a:lnTo>
                    <a:pt x="318782" y="891413"/>
                  </a:lnTo>
                  <a:lnTo>
                    <a:pt x="318782" y="1119517"/>
                  </a:lnTo>
                  <a:lnTo>
                    <a:pt x="528002" y="1119517"/>
                  </a:lnTo>
                  <a:lnTo>
                    <a:pt x="528002" y="891413"/>
                  </a:lnTo>
                  <a:close/>
                </a:path>
                <a:path w="847090" h="1820545">
                  <a:moveTo>
                    <a:pt x="528002" y="594271"/>
                  </a:moveTo>
                  <a:lnTo>
                    <a:pt x="318782" y="594271"/>
                  </a:lnTo>
                  <a:lnTo>
                    <a:pt x="318782" y="822375"/>
                  </a:lnTo>
                  <a:lnTo>
                    <a:pt x="528002" y="822375"/>
                  </a:lnTo>
                  <a:lnTo>
                    <a:pt x="528002" y="594271"/>
                  </a:lnTo>
                  <a:close/>
                </a:path>
                <a:path w="847090" h="1820545">
                  <a:moveTo>
                    <a:pt x="528002" y="297141"/>
                  </a:moveTo>
                  <a:lnTo>
                    <a:pt x="318782" y="297141"/>
                  </a:lnTo>
                  <a:lnTo>
                    <a:pt x="318782" y="525246"/>
                  </a:lnTo>
                  <a:lnTo>
                    <a:pt x="528002" y="525246"/>
                  </a:lnTo>
                  <a:lnTo>
                    <a:pt x="528002" y="297141"/>
                  </a:lnTo>
                  <a:close/>
                </a:path>
                <a:path w="847090" h="1820545">
                  <a:moveTo>
                    <a:pt x="528002" y="0"/>
                  </a:moveTo>
                  <a:lnTo>
                    <a:pt x="318782" y="0"/>
                  </a:lnTo>
                  <a:lnTo>
                    <a:pt x="318782" y="228092"/>
                  </a:lnTo>
                  <a:lnTo>
                    <a:pt x="528002" y="228092"/>
                  </a:lnTo>
                  <a:lnTo>
                    <a:pt x="528002" y="0"/>
                  </a:lnTo>
                  <a:close/>
                </a:path>
                <a:path w="847090" h="1820545">
                  <a:moveTo>
                    <a:pt x="846772" y="1564665"/>
                  </a:moveTo>
                  <a:lnTo>
                    <a:pt x="637552" y="1564665"/>
                  </a:lnTo>
                  <a:lnTo>
                    <a:pt x="637552" y="1820113"/>
                  </a:lnTo>
                  <a:lnTo>
                    <a:pt x="846772" y="1820113"/>
                  </a:lnTo>
                  <a:lnTo>
                    <a:pt x="846772" y="1564665"/>
                  </a:lnTo>
                  <a:close/>
                </a:path>
                <a:path w="847090" h="1820545">
                  <a:moveTo>
                    <a:pt x="846772" y="1188554"/>
                  </a:moveTo>
                  <a:lnTo>
                    <a:pt x="637552" y="1188554"/>
                  </a:lnTo>
                  <a:lnTo>
                    <a:pt x="637552" y="1416646"/>
                  </a:lnTo>
                  <a:lnTo>
                    <a:pt x="846772" y="1416646"/>
                  </a:lnTo>
                  <a:lnTo>
                    <a:pt x="846772" y="1188554"/>
                  </a:lnTo>
                  <a:close/>
                </a:path>
                <a:path w="847090" h="1820545">
                  <a:moveTo>
                    <a:pt x="846772" y="891413"/>
                  </a:moveTo>
                  <a:lnTo>
                    <a:pt x="637552" y="891413"/>
                  </a:lnTo>
                  <a:lnTo>
                    <a:pt x="637552" y="1119517"/>
                  </a:lnTo>
                  <a:lnTo>
                    <a:pt x="846772" y="1119517"/>
                  </a:lnTo>
                  <a:lnTo>
                    <a:pt x="846772" y="891413"/>
                  </a:lnTo>
                  <a:close/>
                </a:path>
                <a:path w="847090" h="1820545">
                  <a:moveTo>
                    <a:pt x="846772" y="594271"/>
                  </a:moveTo>
                  <a:lnTo>
                    <a:pt x="637552" y="594271"/>
                  </a:lnTo>
                  <a:lnTo>
                    <a:pt x="637552" y="822375"/>
                  </a:lnTo>
                  <a:lnTo>
                    <a:pt x="846772" y="822375"/>
                  </a:lnTo>
                  <a:lnTo>
                    <a:pt x="846772" y="594271"/>
                  </a:lnTo>
                  <a:close/>
                </a:path>
                <a:path w="847090" h="1820545">
                  <a:moveTo>
                    <a:pt x="846772" y="297141"/>
                  </a:moveTo>
                  <a:lnTo>
                    <a:pt x="637552" y="297141"/>
                  </a:lnTo>
                  <a:lnTo>
                    <a:pt x="637552" y="525246"/>
                  </a:lnTo>
                  <a:lnTo>
                    <a:pt x="846772" y="525246"/>
                  </a:lnTo>
                  <a:lnTo>
                    <a:pt x="846772" y="297141"/>
                  </a:lnTo>
                  <a:close/>
                </a:path>
                <a:path w="847090" h="1820545">
                  <a:moveTo>
                    <a:pt x="846772" y="0"/>
                  </a:moveTo>
                  <a:lnTo>
                    <a:pt x="637552" y="0"/>
                  </a:lnTo>
                  <a:lnTo>
                    <a:pt x="637552" y="228092"/>
                  </a:lnTo>
                  <a:lnTo>
                    <a:pt x="846772" y="228092"/>
                  </a:lnTo>
                  <a:lnTo>
                    <a:pt x="846772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292885" y="6231385"/>
              <a:ext cx="1550035" cy="98425"/>
            </a:xfrm>
            <a:custGeom>
              <a:avLst/>
              <a:gdLst/>
              <a:ahLst/>
              <a:cxnLst/>
              <a:rect l="l" t="t" r="r" b="b"/>
              <a:pathLst>
                <a:path w="1550034" h="98425">
                  <a:moveTo>
                    <a:pt x="1549513" y="0"/>
                  </a:moveTo>
                  <a:lnTo>
                    <a:pt x="0" y="0"/>
                  </a:lnTo>
                  <a:lnTo>
                    <a:pt x="46176" y="98017"/>
                  </a:lnTo>
                  <a:lnTo>
                    <a:pt x="1503346" y="98017"/>
                  </a:lnTo>
                  <a:lnTo>
                    <a:pt x="154951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415261" y="6231385"/>
              <a:ext cx="427355" cy="98425"/>
            </a:xfrm>
            <a:custGeom>
              <a:avLst/>
              <a:gdLst/>
              <a:ahLst/>
              <a:cxnLst/>
              <a:rect l="l" t="t" r="r" b="b"/>
              <a:pathLst>
                <a:path w="427354" h="98425">
                  <a:moveTo>
                    <a:pt x="427138" y="0"/>
                  </a:moveTo>
                  <a:lnTo>
                    <a:pt x="22030" y="0"/>
                  </a:lnTo>
                  <a:lnTo>
                    <a:pt x="0" y="98017"/>
                  </a:lnTo>
                  <a:lnTo>
                    <a:pt x="380972" y="98017"/>
                  </a:lnTo>
                  <a:lnTo>
                    <a:pt x="42713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10585510" y="5067646"/>
            <a:ext cx="1388745" cy="3180080"/>
            <a:chOff x="10585510" y="5067646"/>
            <a:chExt cx="1388745" cy="3180080"/>
          </a:xfrm>
        </p:grpSpPr>
        <p:sp>
          <p:nvSpPr>
            <p:cNvPr id="65" name="object 65" descr=""/>
            <p:cNvSpPr/>
            <p:nvPr/>
          </p:nvSpPr>
          <p:spPr>
            <a:xfrm>
              <a:off x="10645184" y="5159005"/>
              <a:ext cx="1269365" cy="3088640"/>
            </a:xfrm>
            <a:custGeom>
              <a:avLst/>
              <a:gdLst/>
              <a:ahLst/>
              <a:cxnLst/>
              <a:rect l="l" t="t" r="r" b="b"/>
              <a:pathLst>
                <a:path w="1269365" h="3088640">
                  <a:moveTo>
                    <a:pt x="1269207" y="0"/>
                  </a:moveTo>
                  <a:lnTo>
                    <a:pt x="0" y="0"/>
                  </a:lnTo>
                  <a:lnTo>
                    <a:pt x="0" y="3088429"/>
                  </a:lnTo>
                  <a:lnTo>
                    <a:pt x="1269207" y="3088429"/>
                  </a:lnTo>
                  <a:lnTo>
                    <a:pt x="126920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645184" y="5159005"/>
              <a:ext cx="965835" cy="3074670"/>
            </a:xfrm>
            <a:custGeom>
              <a:avLst/>
              <a:gdLst/>
              <a:ahLst/>
              <a:cxnLst/>
              <a:rect l="l" t="t" r="r" b="b"/>
              <a:pathLst>
                <a:path w="965834" h="3074670">
                  <a:moveTo>
                    <a:pt x="0" y="3074318"/>
                  </a:moveTo>
                  <a:lnTo>
                    <a:pt x="965478" y="3074318"/>
                  </a:lnTo>
                  <a:lnTo>
                    <a:pt x="965478" y="0"/>
                  </a:lnTo>
                  <a:lnTo>
                    <a:pt x="0" y="0"/>
                  </a:lnTo>
                  <a:lnTo>
                    <a:pt x="0" y="3074318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585510" y="5067646"/>
              <a:ext cx="1388745" cy="99060"/>
            </a:xfrm>
            <a:custGeom>
              <a:avLst/>
              <a:gdLst/>
              <a:ahLst/>
              <a:cxnLst/>
              <a:rect l="l" t="t" r="r" b="b"/>
              <a:pathLst>
                <a:path w="1388745" h="99060">
                  <a:moveTo>
                    <a:pt x="1388292" y="0"/>
                  </a:moveTo>
                  <a:lnTo>
                    <a:pt x="0" y="0"/>
                  </a:lnTo>
                  <a:lnTo>
                    <a:pt x="0" y="98583"/>
                  </a:lnTo>
                  <a:lnTo>
                    <a:pt x="1388292" y="98583"/>
                  </a:lnTo>
                  <a:lnTo>
                    <a:pt x="138829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1610850" y="5067646"/>
              <a:ext cx="363220" cy="99060"/>
            </a:xfrm>
            <a:custGeom>
              <a:avLst/>
              <a:gdLst/>
              <a:ahLst/>
              <a:cxnLst/>
              <a:rect l="l" t="t" r="r" b="b"/>
              <a:pathLst>
                <a:path w="363220" h="99060">
                  <a:moveTo>
                    <a:pt x="362962" y="0"/>
                  </a:moveTo>
                  <a:lnTo>
                    <a:pt x="0" y="0"/>
                  </a:lnTo>
                  <a:lnTo>
                    <a:pt x="0" y="98583"/>
                  </a:lnTo>
                  <a:lnTo>
                    <a:pt x="362962" y="98583"/>
                  </a:lnTo>
                  <a:lnTo>
                    <a:pt x="36296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1610850" y="5166240"/>
              <a:ext cx="304165" cy="3067685"/>
            </a:xfrm>
            <a:custGeom>
              <a:avLst/>
              <a:gdLst/>
              <a:ahLst/>
              <a:cxnLst/>
              <a:rect l="l" t="t" r="r" b="b"/>
              <a:pathLst>
                <a:path w="304165" h="3067684">
                  <a:moveTo>
                    <a:pt x="0" y="3067083"/>
                  </a:moveTo>
                  <a:lnTo>
                    <a:pt x="303728" y="3067083"/>
                  </a:lnTo>
                  <a:lnTo>
                    <a:pt x="303728" y="0"/>
                  </a:lnTo>
                  <a:lnTo>
                    <a:pt x="0" y="0"/>
                  </a:lnTo>
                  <a:lnTo>
                    <a:pt x="0" y="3067083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774708" y="5282237"/>
              <a:ext cx="164465" cy="248920"/>
            </a:xfrm>
            <a:custGeom>
              <a:avLst/>
              <a:gdLst/>
              <a:ahLst/>
              <a:cxnLst/>
              <a:rect l="l" t="t" r="r" b="b"/>
              <a:pathLst>
                <a:path w="164465" h="248920">
                  <a:moveTo>
                    <a:pt x="164005" y="0"/>
                  </a:moveTo>
                  <a:lnTo>
                    <a:pt x="0" y="0"/>
                  </a:lnTo>
                  <a:lnTo>
                    <a:pt x="0" y="248505"/>
                  </a:lnTo>
                  <a:lnTo>
                    <a:pt x="164005" y="248505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774708" y="5298728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774718" y="5282240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13"/>
                  </a:lnTo>
                  <a:lnTo>
                    <a:pt x="23507" y="248513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13"/>
                  </a:lnTo>
                  <a:lnTo>
                    <a:pt x="422440" y="248513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033161" y="5298728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033151" y="5282240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13"/>
                  </a:lnTo>
                  <a:lnTo>
                    <a:pt x="23507" y="248513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13"/>
                  </a:lnTo>
                  <a:lnTo>
                    <a:pt x="422452" y="248513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1291604" y="5298728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774706" y="5282240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5">
                  <a:moveTo>
                    <a:pt x="164007" y="374294"/>
                  </a:moveTo>
                  <a:lnTo>
                    <a:pt x="0" y="374294"/>
                  </a:lnTo>
                  <a:lnTo>
                    <a:pt x="0" y="622795"/>
                  </a:lnTo>
                  <a:lnTo>
                    <a:pt x="164007" y="622795"/>
                  </a:lnTo>
                  <a:lnTo>
                    <a:pt x="164007" y="374294"/>
                  </a:lnTo>
                  <a:close/>
                </a:path>
                <a:path w="541020" h="622935">
                  <a:moveTo>
                    <a:pt x="540410" y="0"/>
                  </a:moveTo>
                  <a:lnTo>
                    <a:pt x="516902" y="0"/>
                  </a:lnTo>
                  <a:lnTo>
                    <a:pt x="516902" y="248513"/>
                  </a:lnTo>
                  <a:lnTo>
                    <a:pt x="540410" y="248513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774708" y="567302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774718" y="5656535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1033161" y="567302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1033151" y="5656535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1291604" y="567302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774706" y="5656535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5">
                  <a:moveTo>
                    <a:pt x="164007" y="374281"/>
                  </a:moveTo>
                  <a:lnTo>
                    <a:pt x="0" y="374281"/>
                  </a:lnTo>
                  <a:lnTo>
                    <a:pt x="0" y="622782"/>
                  </a:lnTo>
                  <a:lnTo>
                    <a:pt x="164007" y="622782"/>
                  </a:lnTo>
                  <a:lnTo>
                    <a:pt x="164007" y="374281"/>
                  </a:lnTo>
                  <a:close/>
                </a:path>
                <a:path w="541020" h="622935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774708" y="6047302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0774718" y="6030817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033161" y="6047302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1033151" y="6030817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1291604" y="6047302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10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0774706" y="6030817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4">
                  <a:moveTo>
                    <a:pt x="164007" y="374294"/>
                  </a:moveTo>
                  <a:lnTo>
                    <a:pt x="0" y="374294"/>
                  </a:lnTo>
                  <a:lnTo>
                    <a:pt x="0" y="622795"/>
                  </a:lnTo>
                  <a:lnTo>
                    <a:pt x="164007" y="622795"/>
                  </a:lnTo>
                  <a:lnTo>
                    <a:pt x="164007" y="374294"/>
                  </a:lnTo>
                  <a:close/>
                </a:path>
                <a:path w="541020" h="622934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0774708" y="6421595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0774718" y="6405111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1033161" y="6421595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1033151" y="6405111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1291604" y="6421595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0774706" y="6405111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4">
                  <a:moveTo>
                    <a:pt x="164007" y="374294"/>
                  </a:moveTo>
                  <a:lnTo>
                    <a:pt x="0" y="374294"/>
                  </a:lnTo>
                  <a:lnTo>
                    <a:pt x="0" y="622795"/>
                  </a:lnTo>
                  <a:lnTo>
                    <a:pt x="164007" y="622795"/>
                  </a:lnTo>
                  <a:lnTo>
                    <a:pt x="164007" y="374294"/>
                  </a:lnTo>
                  <a:close/>
                </a:path>
                <a:path w="541020" h="622934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0774708" y="6795887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0774718" y="6779405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1033161" y="6795887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033151" y="6779405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291604" y="6795887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774706" y="6779405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4">
                  <a:moveTo>
                    <a:pt x="164007" y="374281"/>
                  </a:moveTo>
                  <a:lnTo>
                    <a:pt x="0" y="374281"/>
                  </a:lnTo>
                  <a:lnTo>
                    <a:pt x="0" y="622782"/>
                  </a:lnTo>
                  <a:lnTo>
                    <a:pt x="164007" y="622782"/>
                  </a:lnTo>
                  <a:lnTo>
                    <a:pt x="164007" y="374281"/>
                  </a:lnTo>
                  <a:close/>
                </a:path>
                <a:path w="541020" h="622934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774708" y="7170169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774718" y="7153687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1033161" y="7170169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1033151" y="7153687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1291604" y="7170169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0774706" y="7153687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4">
                  <a:moveTo>
                    <a:pt x="164007" y="374294"/>
                  </a:moveTo>
                  <a:lnTo>
                    <a:pt x="0" y="374294"/>
                  </a:lnTo>
                  <a:lnTo>
                    <a:pt x="0" y="622795"/>
                  </a:lnTo>
                  <a:lnTo>
                    <a:pt x="164007" y="622795"/>
                  </a:lnTo>
                  <a:lnTo>
                    <a:pt x="164007" y="374294"/>
                  </a:lnTo>
                  <a:close/>
                </a:path>
                <a:path w="541020" h="622934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774708" y="754446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774718" y="7527981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1033161" y="754446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1033151" y="7527981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1291604" y="7544461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774706" y="7527981"/>
              <a:ext cx="541020" cy="622935"/>
            </a:xfrm>
            <a:custGeom>
              <a:avLst/>
              <a:gdLst/>
              <a:ahLst/>
              <a:cxnLst/>
              <a:rect l="l" t="t" r="r" b="b"/>
              <a:pathLst>
                <a:path w="541020" h="622934">
                  <a:moveTo>
                    <a:pt x="164007" y="374281"/>
                  </a:moveTo>
                  <a:lnTo>
                    <a:pt x="0" y="374281"/>
                  </a:lnTo>
                  <a:lnTo>
                    <a:pt x="0" y="622782"/>
                  </a:lnTo>
                  <a:lnTo>
                    <a:pt x="164007" y="622782"/>
                  </a:lnTo>
                  <a:lnTo>
                    <a:pt x="164007" y="374281"/>
                  </a:lnTo>
                  <a:close/>
                </a:path>
                <a:path w="541020" h="622934">
                  <a:moveTo>
                    <a:pt x="540410" y="0"/>
                  </a:moveTo>
                  <a:lnTo>
                    <a:pt x="516902" y="0"/>
                  </a:lnTo>
                  <a:lnTo>
                    <a:pt x="516902" y="248500"/>
                  </a:lnTo>
                  <a:lnTo>
                    <a:pt x="540410" y="248500"/>
                  </a:lnTo>
                  <a:lnTo>
                    <a:pt x="54041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774708" y="7918743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0774718" y="7902263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40" y="0"/>
                  </a:moveTo>
                  <a:lnTo>
                    <a:pt x="258432" y="0"/>
                  </a:lnTo>
                  <a:lnTo>
                    <a:pt x="258432" y="248500"/>
                  </a:lnTo>
                  <a:lnTo>
                    <a:pt x="422440" y="248500"/>
                  </a:lnTo>
                  <a:lnTo>
                    <a:pt x="4224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1033161" y="7918743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1033151" y="7902263"/>
              <a:ext cx="422909" cy="248920"/>
            </a:xfrm>
            <a:custGeom>
              <a:avLst/>
              <a:gdLst/>
              <a:ahLst/>
              <a:cxnLst/>
              <a:rect l="l" t="t" r="r" b="b"/>
              <a:pathLst>
                <a:path w="42290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0"/>
                  </a:lnTo>
                  <a:lnTo>
                    <a:pt x="23507" y="248500"/>
                  </a:lnTo>
                  <a:lnTo>
                    <a:pt x="23507" y="0"/>
                  </a:lnTo>
                  <a:close/>
                </a:path>
                <a:path w="422909" h="248920">
                  <a:moveTo>
                    <a:pt x="422452" y="0"/>
                  </a:moveTo>
                  <a:lnTo>
                    <a:pt x="258445" y="0"/>
                  </a:lnTo>
                  <a:lnTo>
                    <a:pt x="258445" y="248500"/>
                  </a:lnTo>
                  <a:lnTo>
                    <a:pt x="422452" y="248500"/>
                  </a:lnTo>
                  <a:lnTo>
                    <a:pt x="4224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1291604" y="7918743"/>
              <a:ext cx="164465" cy="232410"/>
            </a:xfrm>
            <a:custGeom>
              <a:avLst/>
              <a:gdLst/>
              <a:ahLst/>
              <a:cxnLst/>
              <a:rect l="l" t="t" r="r" b="b"/>
              <a:pathLst>
                <a:path w="164465" h="232409">
                  <a:moveTo>
                    <a:pt x="164005" y="0"/>
                  </a:moveTo>
                  <a:lnTo>
                    <a:pt x="0" y="0"/>
                  </a:lnTo>
                  <a:lnTo>
                    <a:pt x="0" y="232013"/>
                  </a:lnTo>
                  <a:lnTo>
                    <a:pt x="164005" y="232013"/>
                  </a:lnTo>
                  <a:lnTo>
                    <a:pt x="16400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1291614" y="7902251"/>
              <a:ext cx="24130" cy="248920"/>
            </a:xfrm>
            <a:custGeom>
              <a:avLst/>
              <a:gdLst/>
              <a:ahLst/>
              <a:cxnLst/>
              <a:rect l="l" t="t" r="r" b="b"/>
              <a:pathLst>
                <a:path w="24129" h="248920">
                  <a:moveTo>
                    <a:pt x="23507" y="0"/>
                  </a:moveTo>
                  <a:lnTo>
                    <a:pt x="0" y="0"/>
                  </a:lnTo>
                  <a:lnTo>
                    <a:pt x="0" y="248505"/>
                  </a:lnTo>
                  <a:lnTo>
                    <a:pt x="23507" y="248505"/>
                  </a:lnTo>
                  <a:lnTo>
                    <a:pt x="2350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 descr=""/>
          <p:cNvSpPr/>
          <p:nvPr/>
        </p:nvSpPr>
        <p:spPr>
          <a:xfrm>
            <a:off x="9210829" y="3407707"/>
            <a:ext cx="28575" cy="277495"/>
          </a:xfrm>
          <a:custGeom>
            <a:avLst/>
            <a:gdLst/>
            <a:ahLst/>
            <a:cxnLst/>
            <a:rect l="l" t="t" r="r" b="b"/>
            <a:pathLst>
              <a:path w="28575" h="277495">
                <a:moveTo>
                  <a:pt x="0" y="277007"/>
                </a:moveTo>
                <a:lnTo>
                  <a:pt x="28145" y="277007"/>
                </a:lnTo>
                <a:lnTo>
                  <a:pt x="28145" y="0"/>
                </a:lnTo>
                <a:lnTo>
                  <a:pt x="0" y="0"/>
                </a:lnTo>
                <a:lnTo>
                  <a:pt x="0" y="277007"/>
                </a:lnTo>
                <a:close/>
              </a:path>
            </a:pathLst>
          </a:custGeom>
          <a:solidFill>
            <a:srgbClr val="D0D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9824454" y="3407707"/>
            <a:ext cx="28575" cy="277495"/>
          </a:xfrm>
          <a:custGeom>
            <a:avLst/>
            <a:gdLst/>
            <a:ahLst/>
            <a:cxnLst/>
            <a:rect l="l" t="t" r="r" b="b"/>
            <a:pathLst>
              <a:path w="28575" h="277495">
                <a:moveTo>
                  <a:pt x="0" y="277007"/>
                </a:moveTo>
                <a:lnTo>
                  <a:pt x="28145" y="277007"/>
                </a:lnTo>
                <a:lnTo>
                  <a:pt x="28145" y="0"/>
                </a:lnTo>
                <a:lnTo>
                  <a:pt x="0" y="0"/>
                </a:lnTo>
                <a:lnTo>
                  <a:pt x="0" y="277007"/>
                </a:lnTo>
                <a:close/>
              </a:path>
            </a:pathLst>
          </a:custGeom>
          <a:solidFill>
            <a:srgbClr val="D0D0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8878106" y="3684715"/>
            <a:ext cx="1505585" cy="377825"/>
            <a:chOff x="8878106" y="3684715"/>
            <a:chExt cx="1505585" cy="377825"/>
          </a:xfrm>
        </p:grpSpPr>
        <p:sp>
          <p:nvSpPr>
            <p:cNvPr id="122" name="object 122" descr=""/>
            <p:cNvSpPr/>
            <p:nvPr/>
          </p:nvSpPr>
          <p:spPr>
            <a:xfrm>
              <a:off x="9429786" y="3684715"/>
              <a:ext cx="954405" cy="377825"/>
            </a:xfrm>
            <a:custGeom>
              <a:avLst/>
              <a:gdLst/>
              <a:ahLst/>
              <a:cxnLst/>
              <a:rect l="l" t="t" r="r" b="b"/>
              <a:pathLst>
                <a:path w="954404" h="377825">
                  <a:moveTo>
                    <a:pt x="0" y="377820"/>
                  </a:moveTo>
                  <a:lnTo>
                    <a:pt x="953887" y="377820"/>
                  </a:lnTo>
                  <a:lnTo>
                    <a:pt x="953887" y="0"/>
                  </a:lnTo>
                  <a:lnTo>
                    <a:pt x="0" y="0"/>
                  </a:lnTo>
                  <a:lnTo>
                    <a:pt x="0" y="37782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9831994" y="3684715"/>
              <a:ext cx="551815" cy="302260"/>
            </a:xfrm>
            <a:custGeom>
              <a:avLst/>
              <a:gdLst/>
              <a:ahLst/>
              <a:cxnLst/>
              <a:rect l="l" t="t" r="r" b="b"/>
              <a:pathLst>
                <a:path w="551815" h="302260">
                  <a:moveTo>
                    <a:pt x="0" y="301833"/>
                  </a:moveTo>
                  <a:lnTo>
                    <a:pt x="551679" y="301833"/>
                  </a:lnTo>
                  <a:lnTo>
                    <a:pt x="551679" y="0"/>
                  </a:lnTo>
                  <a:lnTo>
                    <a:pt x="0" y="0"/>
                  </a:lnTo>
                  <a:lnTo>
                    <a:pt x="0" y="301833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8878106" y="3684715"/>
              <a:ext cx="954405" cy="377825"/>
            </a:xfrm>
            <a:custGeom>
              <a:avLst/>
              <a:gdLst/>
              <a:ahLst/>
              <a:cxnLst/>
              <a:rect l="l" t="t" r="r" b="b"/>
              <a:pathLst>
                <a:path w="954404" h="377825">
                  <a:moveTo>
                    <a:pt x="0" y="377820"/>
                  </a:moveTo>
                  <a:lnTo>
                    <a:pt x="953887" y="377820"/>
                  </a:lnTo>
                  <a:lnTo>
                    <a:pt x="953887" y="0"/>
                  </a:lnTo>
                  <a:lnTo>
                    <a:pt x="0" y="0"/>
                  </a:lnTo>
                  <a:lnTo>
                    <a:pt x="0" y="37782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8878106" y="3684715"/>
              <a:ext cx="954405" cy="302260"/>
            </a:xfrm>
            <a:custGeom>
              <a:avLst/>
              <a:gdLst/>
              <a:ahLst/>
              <a:cxnLst/>
              <a:rect l="l" t="t" r="r" b="b"/>
              <a:pathLst>
                <a:path w="954404" h="302260">
                  <a:moveTo>
                    <a:pt x="0" y="301833"/>
                  </a:moveTo>
                  <a:lnTo>
                    <a:pt x="953887" y="301833"/>
                  </a:lnTo>
                  <a:lnTo>
                    <a:pt x="953887" y="0"/>
                  </a:lnTo>
                  <a:lnTo>
                    <a:pt x="0" y="0"/>
                  </a:lnTo>
                  <a:lnTo>
                    <a:pt x="0" y="301833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8567571" y="3986548"/>
            <a:ext cx="2123440" cy="4261485"/>
            <a:chOff x="8567571" y="3986548"/>
            <a:chExt cx="2123440" cy="4261485"/>
          </a:xfrm>
        </p:grpSpPr>
        <p:sp>
          <p:nvSpPr>
            <p:cNvPr id="127" name="object 127" descr=""/>
            <p:cNvSpPr/>
            <p:nvPr/>
          </p:nvSpPr>
          <p:spPr>
            <a:xfrm>
              <a:off x="8609622" y="4196149"/>
              <a:ext cx="2042795" cy="4051300"/>
            </a:xfrm>
            <a:custGeom>
              <a:avLst/>
              <a:gdLst/>
              <a:ahLst/>
              <a:cxnLst/>
              <a:rect l="l" t="t" r="r" b="b"/>
              <a:pathLst>
                <a:path w="2042795" h="4051300">
                  <a:moveTo>
                    <a:pt x="2042337" y="0"/>
                  </a:moveTo>
                  <a:lnTo>
                    <a:pt x="1490472" y="0"/>
                  </a:lnTo>
                  <a:lnTo>
                    <a:pt x="551878" y="0"/>
                  </a:lnTo>
                  <a:lnTo>
                    <a:pt x="0" y="0"/>
                  </a:lnTo>
                  <a:lnTo>
                    <a:pt x="0" y="4037190"/>
                  </a:lnTo>
                  <a:lnTo>
                    <a:pt x="0" y="4051300"/>
                  </a:lnTo>
                  <a:lnTo>
                    <a:pt x="551878" y="4051300"/>
                  </a:lnTo>
                  <a:lnTo>
                    <a:pt x="1490472" y="4051300"/>
                  </a:lnTo>
                  <a:lnTo>
                    <a:pt x="2042337" y="4051300"/>
                  </a:lnTo>
                  <a:lnTo>
                    <a:pt x="2042337" y="4037190"/>
                  </a:lnTo>
                  <a:lnTo>
                    <a:pt x="204233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0100289" y="4251734"/>
              <a:ext cx="551815" cy="3982085"/>
            </a:xfrm>
            <a:custGeom>
              <a:avLst/>
              <a:gdLst/>
              <a:ahLst/>
              <a:cxnLst/>
              <a:rect l="l" t="t" r="r" b="b"/>
              <a:pathLst>
                <a:path w="551815" h="3982084">
                  <a:moveTo>
                    <a:pt x="0" y="3981589"/>
                  </a:moveTo>
                  <a:lnTo>
                    <a:pt x="551679" y="3981589"/>
                  </a:lnTo>
                  <a:lnTo>
                    <a:pt x="551679" y="0"/>
                  </a:lnTo>
                  <a:lnTo>
                    <a:pt x="0" y="0"/>
                  </a:lnTo>
                  <a:lnTo>
                    <a:pt x="0" y="3981589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8609633" y="4251734"/>
              <a:ext cx="1490980" cy="3982085"/>
            </a:xfrm>
            <a:custGeom>
              <a:avLst/>
              <a:gdLst/>
              <a:ahLst/>
              <a:cxnLst/>
              <a:rect l="l" t="t" r="r" b="b"/>
              <a:pathLst>
                <a:path w="1490979" h="3982084">
                  <a:moveTo>
                    <a:pt x="0" y="3981589"/>
                  </a:moveTo>
                  <a:lnTo>
                    <a:pt x="1490467" y="3981589"/>
                  </a:lnTo>
                  <a:lnTo>
                    <a:pt x="1490467" y="0"/>
                  </a:lnTo>
                  <a:lnTo>
                    <a:pt x="0" y="0"/>
                  </a:lnTo>
                  <a:lnTo>
                    <a:pt x="0" y="3981589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719071" y="4373301"/>
              <a:ext cx="1240155" cy="3777615"/>
            </a:xfrm>
            <a:custGeom>
              <a:avLst/>
              <a:gdLst/>
              <a:ahLst/>
              <a:cxnLst/>
              <a:rect l="l" t="t" r="r" b="b"/>
              <a:pathLst>
                <a:path w="1240154" h="3777615">
                  <a:moveTo>
                    <a:pt x="182803" y="0"/>
                  </a:moveTo>
                  <a:lnTo>
                    <a:pt x="0" y="0"/>
                  </a:lnTo>
                  <a:lnTo>
                    <a:pt x="0" y="3777462"/>
                  </a:lnTo>
                  <a:lnTo>
                    <a:pt x="182803" y="3777462"/>
                  </a:lnTo>
                  <a:lnTo>
                    <a:pt x="182803" y="0"/>
                  </a:lnTo>
                  <a:close/>
                </a:path>
                <a:path w="1240154" h="3777615">
                  <a:moveTo>
                    <a:pt x="535203" y="0"/>
                  </a:moveTo>
                  <a:lnTo>
                    <a:pt x="352399" y="0"/>
                  </a:lnTo>
                  <a:lnTo>
                    <a:pt x="352399" y="3777462"/>
                  </a:lnTo>
                  <a:lnTo>
                    <a:pt x="535203" y="3777462"/>
                  </a:lnTo>
                  <a:lnTo>
                    <a:pt x="535203" y="0"/>
                  </a:lnTo>
                  <a:close/>
                </a:path>
                <a:path w="1240154" h="3777615">
                  <a:moveTo>
                    <a:pt x="887437" y="0"/>
                  </a:moveTo>
                  <a:lnTo>
                    <a:pt x="704621" y="0"/>
                  </a:lnTo>
                  <a:lnTo>
                    <a:pt x="704621" y="3777462"/>
                  </a:lnTo>
                  <a:lnTo>
                    <a:pt x="887437" y="3777462"/>
                  </a:lnTo>
                  <a:lnTo>
                    <a:pt x="887437" y="0"/>
                  </a:lnTo>
                  <a:close/>
                </a:path>
                <a:path w="1240154" h="3777615">
                  <a:moveTo>
                    <a:pt x="1239850" y="0"/>
                  </a:moveTo>
                  <a:lnTo>
                    <a:pt x="1057033" y="0"/>
                  </a:lnTo>
                  <a:lnTo>
                    <a:pt x="1057033" y="3777462"/>
                  </a:lnTo>
                  <a:lnTo>
                    <a:pt x="1239850" y="3777462"/>
                  </a:lnTo>
                  <a:lnTo>
                    <a:pt x="123985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719071" y="4421117"/>
              <a:ext cx="1240155" cy="3729990"/>
            </a:xfrm>
            <a:custGeom>
              <a:avLst/>
              <a:gdLst/>
              <a:ahLst/>
              <a:cxnLst/>
              <a:rect l="l" t="t" r="r" b="b"/>
              <a:pathLst>
                <a:path w="1240154" h="3729990">
                  <a:moveTo>
                    <a:pt x="182803" y="0"/>
                  </a:moveTo>
                  <a:lnTo>
                    <a:pt x="0" y="0"/>
                  </a:lnTo>
                  <a:lnTo>
                    <a:pt x="0" y="3729647"/>
                  </a:lnTo>
                  <a:lnTo>
                    <a:pt x="182803" y="3729647"/>
                  </a:lnTo>
                  <a:lnTo>
                    <a:pt x="182803" y="0"/>
                  </a:lnTo>
                  <a:close/>
                </a:path>
                <a:path w="1240154" h="3729990">
                  <a:moveTo>
                    <a:pt x="535203" y="0"/>
                  </a:moveTo>
                  <a:lnTo>
                    <a:pt x="352399" y="0"/>
                  </a:lnTo>
                  <a:lnTo>
                    <a:pt x="352399" y="3729647"/>
                  </a:lnTo>
                  <a:lnTo>
                    <a:pt x="535203" y="3729647"/>
                  </a:lnTo>
                  <a:lnTo>
                    <a:pt x="535203" y="0"/>
                  </a:lnTo>
                  <a:close/>
                </a:path>
                <a:path w="1240154" h="3729990">
                  <a:moveTo>
                    <a:pt x="887437" y="0"/>
                  </a:moveTo>
                  <a:lnTo>
                    <a:pt x="704621" y="0"/>
                  </a:lnTo>
                  <a:lnTo>
                    <a:pt x="704621" y="3729647"/>
                  </a:lnTo>
                  <a:lnTo>
                    <a:pt x="887437" y="3729647"/>
                  </a:lnTo>
                  <a:lnTo>
                    <a:pt x="887437" y="0"/>
                  </a:lnTo>
                  <a:close/>
                </a:path>
                <a:path w="1240154" h="3729990">
                  <a:moveTo>
                    <a:pt x="1239850" y="0"/>
                  </a:moveTo>
                  <a:lnTo>
                    <a:pt x="1057033" y="0"/>
                  </a:lnTo>
                  <a:lnTo>
                    <a:pt x="1057033" y="3729647"/>
                  </a:lnTo>
                  <a:lnTo>
                    <a:pt x="1239850" y="3729647"/>
                  </a:lnTo>
                  <a:lnTo>
                    <a:pt x="123985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0216134" y="4373301"/>
              <a:ext cx="372745" cy="3777615"/>
            </a:xfrm>
            <a:custGeom>
              <a:avLst/>
              <a:gdLst/>
              <a:ahLst/>
              <a:cxnLst/>
              <a:rect l="l" t="t" r="r" b="b"/>
              <a:pathLst>
                <a:path w="372745" h="3777615">
                  <a:moveTo>
                    <a:pt x="76682" y="0"/>
                  </a:moveTo>
                  <a:lnTo>
                    <a:pt x="0" y="0"/>
                  </a:lnTo>
                  <a:lnTo>
                    <a:pt x="0" y="3777462"/>
                  </a:lnTo>
                  <a:lnTo>
                    <a:pt x="76682" y="3777462"/>
                  </a:lnTo>
                  <a:lnTo>
                    <a:pt x="76682" y="0"/>
                  </a:lnTo>
                  <a:close/>
                </a:path>
                <a:path w="372745" h="3777615">
                  <a:moveTo>
                    <a:pt x="224510" y="0"/>
                  </a:moveTo>
                  <a:lnTo>
                    <a:pt x="147828" y="0"/>
                  </a:lnTo>
                  <a:lnTo>
                    <a:pt x="147828" y="3777462"/>
                  </a:lnTo>
                  <a:lnTo>
                    <a:pt x="224510" y="3777462"/>
                  </a:lnTo>
                  <a:lnTo>
                    <a:pt x="224510" y="0"/>
                  </a:lnTo>
                  <a:close/>
                </a:path>
                <a:path w="372745" h="3777615">
                  <a:moveTo>
                    <a:pt x="372275" y="0"/>
                  </a:moveTo>
                  <a:lnTo>
                    <a:pt x="295579" y="0"/>
                  </a:lnTo>
                  <a:lnTo>
                    <a:pt x="295579" y="3777462"/>
                  </a:lnTo>
                  <a:lnTo>
                    <a:pt x="372275" y="3777462"/>
                  </a:lnTo>
                  <a:lnTo>
                    <a:pt x="37227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0216134" y="4421117"/>
              <a:ext cx="372745" cy="3729990"/>
            </a:xfrm>
            <a:custGeom>
              <a:avLst/>
              <a:gdLst/>
              <a:ahLst/>
              <a:cxnLst/>
              <a:rect l="l" t="t" r="r" b="b"/>
              <a:pathLst>
                <a:path w="372745" h="3729990">
                  <a:moveTo>
                    <a:pt x="76682" y="0"/>
                  </a:moveTo>
                  <a:lnTo>
                    <a:pt x="0" y="0"/>
                  </a:lnTo>
                  <a:lnTo>
                    <a:pt x="0" y="3729647"/>
                  </a:lnTo>
                  <a:lnTo>
                    <a:pt x="76682" y="3729647"/>
                  </a:lnTo>
                  <a:lnTo>
                    <a:pt x="76682" y="0"/>
                  </a:lnTo>
                  <a:close/>
                </a:path>
                <a:path w="372745" h="3729990">
                  <a:moveTo>
                    <a:pt x="224510" y="0"/>
                  </a:moveTo>
                  <a:lnTo>
                    <a:pt x="147828" y="0"/>
                  </a:lnTo>
                  <a:lnTo>
                    <a:pt x="147828" y="3729647"/>
                  </a:lnTo>
                  <a:lnTo>
                    <a:pt x="224510" y="3729647"/>
                  </a:lnTo>
                  <a:lnTo>
                    <a:pt x="224510" y="0"/>
                  </a:lnTo>
                  <a:close/>
                </a:path>
                <a:path w="372745" h="3729990">
                  <a:moveTo>
                    <a:pt x="372275" y="0"/>
                  </a:moveTo>
                  <a:lnTo>
                    <a:pt x="295579" y="0"/>
                  </a:lnTo>
                  <a:lnTo>
                    <a:pt x="295579" y="3729647"/>
                  </a:lnTo>
                  <a:lnTo>
                    <a:pt x="372275" y="3729647"/>
                  </a:lnTo>
                  <a:lnTo>
                    <a:pt x="372275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609633" y="4081059"/>
              <a:ext cx="2011045" cy="76200"/>
            </a:xfrm>
            <a:custGeom>
              <a:avLst/>
              <a:gdLst/>
              <a:ahLst/>
              <a:cxnLst/>
              <a:rect l="l" t="t" r="r" b="b"/>
              <a:pathLst>
                <a:path w="2011045" h="76200">
                  <a:moveTo>
                    <a:pt x="0" y="75987"/>
                  </a:moveTo>
                  <a:lnTo>
                    <a:pt x="2010462" y="75987"/>
                  </a:lnTo>
                  <a:lnTo>
                    <a:pt x="2010462" y="0"/>
                  </a:lnTo>
                  <a:lnTo>
                    <a:pt x="0" y="0"/>
                  </a:lnTo>
                  <a:lnTo>
                    <a:pt x="0" y="75987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567560" y="3986548"/>
              <a:ext cx="2123440" cy="265430"/>
            </a:xfrm>
            <a:custGeom>
              <a:avLst/>
              <a:gdLst/>
              <a:ahLst/>
              <a:cxnLst/>
              <a:rect l="l" t="t" r="r" b="b"/>
              <a:pathLst>
                <a:path w="2123440" h="265429">
                  <a:moveTo>
                    <a:pt x="2123135" y="170675"/>
                  </a:moveTo>
                  <a:lnTo>
                    <a:pt x="0" y="170675"/>
                  </a:lnTo>
                  <a:lnTo>
                    <a:pt x="0" y="265188"/>
                  </a:lnTo>
                  <a:lnTo>
                    <a:pt x="2123135" y="265188"/>
                  </a:lnTo>
                  <a:lnTo>
                    <a:pt x="2123135" y="170675"/>
                  </a:lnTo>
                  <a:close/>
                </a:path>
                <a:path w="2123440" h="265429">
                  <a:moveTo>
                    <a:pt x="2123135" y="0"/>
                  </a:moveTo>
                  <a:lnTo>
                    <a:pt x="0" y="0"/>
                  </a:lnTo>
                  <a:lnTo>
                    <a:pt x="0" y="94513"/>
                  </a:lnTo>
                  <a:lnTo>
                    <a:pt x="2123135" y="94513"/>
                  </a:lnTo>
                  <a:lnTo>
                    <a:pt x="212313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8567560" y="3986548"/>
              <a:ext cx="2123440" cy="265430"/>
            </a:xfrm>
            <a:custGeom>
              <a:avLst/>
              <a:gdLst/>
              <a:ahLst/>
              <a:cxnLst/>
              <a:rect l="l" t="t" r="r" b="b"/>
              <a:pathLst>
                <a:path w="2123440" h="265429">
                  <a:moveTo>
                    <a:pt x="2123135" y="170675"/>
                  </a:moveTo>
                  <a:lnTo>
                    <a:pt x="0" y="170675"/>
                  </a:lnTo>
                  <a:lnTo>
                    <a:pt x="0" y="265188"/>
                  </a:lnTo>
                  <a:lnTo>
                    <a:pt x="2123135" y="265188"/>
                  </a:lnTo>
                  <a:lnTo>
                    <a:pt x="2123135" y="170675"/>
                  </a:lnTo>
                  <a:close/>
                </a:path>
                <a:path w="2123440" h="265429">
                  <a:moveTo>
                    <a:pt x="2123135" y="0"/>
                  </a:moveTo>
                  <a:lnTo>
                    <a:pt x="0" y="0"/>
                  </a:lnTo>
                  <a:lnTo>
                    <a:pt x="0" y="94513"/>
                  </a:lnTo>
                  <a:lnTo>
                    <a:pt x="2123135" y="94513"/>
                  </a:lnTo>
                  <a:lnTo>
                    <a:pt x="212313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0100285" y="3986548"/>
              <a:ext cx="590550" cy="265430"/>
            </a:xfrm>
            <a:custGeom>
              <a:avLst/>
              <a:gdLst/>
              <a:ahLst/>
              <a:cxnLst/>
              <a:rect l="l" t="t" r="r" b="b"/>
              <a:pathLst>
                <a:path w="590550" h="265429">
                  <a:moveTo>
                    <a:pt x="590410" y="170675"/>
                  </a:moveTo>
                  <a:lnTo>
                    <a:pt x="0" y="170675"/>
                  </a:lnTo>
                  <a:lnTo>
                    <a:pt x="0" y="265188"/>
                  </a:lnTo>
                  <a:lnTo>
                    <a:pt x="590410" y="265188"/>
                  </a:lnTo>
                  <a:lnTo>
                    <a:pt x="590410" y="170675"/>
                  </a:lnTo>
                  <a:close/>
                </a:path>
                <a:path w="590550" h="265429">
                  <a:moveTo>
                    <a:pt x="590410" y="0"/>
                  </a:moveTo>
                  <a:lnTo>
                    <a:pt x="0" y="0"/>
                  </a:lnTo>
                  <a:lnTo>
                    <a:pt x="0" y="94513"/>
                  </a:lnTo>
                  <a:lnTo>
                    <a:pt x="590410" y="94513"/>
                  </a:lnTo>
                  <a:lnTo>
                    <a:pt x="59041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/>
          <p:nvPr/>
        </p:nvSpPr>
        <p:spPr>
          <a:xfrm>
            <a:off x="9241509" y="3684715"/>
            <a:ext cx="227965" cy="227965"/>
          </a:xfrm>
          <a:custGeom>
            <a:avLst/>
            <a:gdLst/>
            <a:ahLst/>
            <a:cxnLst/>
            <a:rect l="l" t="t" r="r" b="b"/>
            <a:pathLst>
              <a:path w="227965" h="227964">
                <a:moveTo>
                  <a:pt x="227940" y="0"/>
                </a:moveTo>
                <a:lnTo>
                  <a:pt x="0" y="0"/>
                </a:lnTo>
                <a:lnTo>
                  <a:pt x="0" y="227930"/>
                </a:lnTo>
                <a:lnTo>
                  <a:pt x="227940" y="227930"/>
                </a:lnTo>
                <a:lnTo>
                  <a:pt x="227940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 descr=""/>
          <p:cNvGrpSpPr/>
          <p:nvPr/>
        </p:nvGrpSpPr>
        <p:grpSpPr>
          <a:xfrm>
            <a:off x="5486084" y="7659787"/>
            <a:ext cx="34925" cy="351155"/>
            <a:chOff x="5486084" y="7659787"/>
            <a:chExt cx="34925" cy="351155"/>
          </a:xfrm>
        </p:grpSpPr>
        <p:sp>
          <p:nvSpPr>
            <p:cNvPr id="140" name="object 140" descr=""/>
            <p:cNvSpPr/>
            <p:nvPr/>
          </p:nvSpPr>
          <p:spPr>
            <a:xfrm>
              <a:off x="5486084" y="7659787"/>
              <a:ext cx="34925" cy="351155"/>
            </a:xfrm>
            <a:custGeom>
              <a:avLst/>
              <a:gdLst/>
              <a:ahLst/>
              <a:cxnLst/>
              <a:rect l="l" t="t" r="r" b="b"/>
              <a:pathLst>
                <a:path w="34925" h="351154">
                  <a:moveTo>
                    <a:pt x="34365" y="0"/>
                  </a:moveTo>
                  <a:lnTo>
                    <a:pt x="0" y="0"/>
                  </a:lnTo>
                  <a:lnTo>
                    <a:pt x="0" y="351120"/>
                  </a:lnTo>
                  <a:lnTo>
                    <a:pt x="34365" y="351120"/>
                  </a:lnTo>
                  <a:lnTo>
                    <a:pt x="3436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486084" y="7882304"/>
              <a:ext cx="34925" cy="128905"/>
            </a:xfrm>
            <a:custGeom>
              <a:avLst/>
              <a:gdLst/>
              <a:ahLst/>
              <a:cxnLst/>
              <a:rect l="l" t="t" r="r" b="b"/>
              <a:pathLst>
                <a:path w="34925" h="128904">
                  <a:moveTo>
                    <a:pt x="0" y="128603"/>
                  </a:moveTo>
                  <a:lnTo>
                    <a:pt x="34365" y="128603"/>
                  </a:lnTo>
                  <a:lnTo>
                    <a:pt x="34365" y="0"/>
                  </a:lnTo>
                  <a:lnTo>
                    <a:pt x="0" y="0"/>
                  </a:lnTo>
                  <a:lnTo>
                    <a:pt x="0" y="128603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/>
          <p:nvPr/>
        </p:nvSpPr>
        <p:spPr>
          <a:xfrm>
            <a:off x="5486084" y="7659787"/>
            <a:ext cx="34925" cy="15875"/>
          </a:xfrm>
          <a:custGeom>
            <a:avLst/>
            <a:gdLst/>
            <a:ahLst/>
            <a:cxnLst/>
            <a:rect l="l" t="t" r="r" b="b"/>
            <a:pathLst>
              <a:path w="34925" h="15875">
                <a:moveTo>
                  <a:pt x="0" y="15842"/>
                </a:moveTo>
                <a:lnTo>
                  <a:pt x="34365" y="15842"/>
                </a:lnTo>
                <a:lnTo>
                  <a:pt x="34365" y="0"/>
                </a:lnTo>
                <a:lnTo>
                  <a:pt x="0" y="0"/>
                </a:lnTo>
                <a:lnTo>
                  <a:pt x="0" y="15842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3" name="object 143" descr=""/>
          <p:cNvGrpSpPr/>
          <p:nvPr/>
        </p:nvGrpSpPr>
        <p:grpSpPr>
          <a:xfrm>
            <a:off x="6196879" y="7659787"/>
            <a:ext cx="34925" cy="351155"/>
            <a:chOff x="6196879" y="7659787"/>
            <a:chExt cx="34925" cy="351155"/>
          </a:xfrm>
        </p:grpSpPr>
        <p:sp>
          <p:nvSpPr>
            <p:cNvPr id="144" name="object 144" descr=""/>
            <p:cNvSpPr/>
            <p:nvPr/>
          </p:nvSpPr>
          <p:spPr>
            <a:xfrm>
              <a:off x="6196879" y="7659787"/>
              <a:ext cx="34925" cy="351155"/>
            </a:xfrm>
            <a:custGeom>
              <a:avLst/>
              <a:gdLst/>
              <a:ahLst/>
              <a:cxnLst/>
              <a:rect l="l" t="t" r="r" b="b"/>
              <a:pathLst>
                <a:path w="34925" h="351154">
                  <a:moveTo>
                    <a:pt x="34375" y="0"/>
                  </a:moveTo>
                  <a:lnTo>
                    <a:pt x="0" y="0"/>
                  </a:lnTo>
                  <a:lnTo>
                    <a:pt x="0" y="351120"/>
                  </a:lnTo>
                  <a:lnTo>
                    <a:pt x="34375" y="351120"/>
                  </a:lnTo>
                  <a:lnTo>
                    <a:pt x="3437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196879" y="7882304"/>
              <a:ext cx="34925" cy="128905"/>
            </a:xfrm>
            <a:custGeom>
              <a:avLst/>
              <a:gdLst/>
              <a:ahLst/>
              <a:cxnLst/>
              <a:rect l="l" t="t" r="r" b="b"/>
              <a:pathLst>
                <a:path w="34925" h="128904">
                  <a:moveTo>
                    <a:pt x="0" y="128603"/>
                  </a:moveTo>
                  <a:lnTo>
                    <a:pt x="34375" y="128603"/>
                  </a:lnTo>
                  <a:lnTo>
                    <a:pt x="34375" y="0"/>
                  </a:lnTo>
                  <a:lnTo>
                    <a:pt x="0" y="0"/>
                  </a:lnTo>
                  <a:lnTo>
                    <a:pt x="0" y="128603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 descr=""/>
          <p:cNvSpPr/>
          <p:nvPr/>
        </p:nvSpPr>
        <p:spPr>
          <a:xfrm>
            <a:off x="6196879" y="7659787"/>
            <a:ext cx="34925" cy="15875"/>
          </a:xfrm>
          <a:custGeom>
            <a:avLst/>
            <a:gdLst/>
            <a:ahLst/>
            <a:cxnLst/>
            <a:rect l="l" t="t" r="r" b="b"/>
            <a:pathLst>
              <a:path w="34925" h="15875">
                <a:moveTo>
                  <a:pt x="0" y="15842"/>
                </a:moveTo>
                <a:lnTo>
                  <a:pt x="34375" y="15842"/>
                </a:lnTo>
                <a:lnTo>
                  <a:pt x="34375" y="0"/>
                </a:lnTo>
                <a:lnTo>
                  <a:pt x="0" y="0"/>
                </a:lnTo>
                <a:lnTo>
                  <a:pt x="0" y="15842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7" name="object 147" descr=""/>
          <p:cNvGrpSpPr/>
          <p:nvPr/>
        </p:nvGrpSpPr>
        <p:grpSpPr>
          <a:xfrm>
            <a:off x="5448577" y="7976689"/>
            <a:ext cx="822325" cy="279400"/>
            <a:chOff x="5448577" y="7976689"/>
            <a:chExt cx="822325" cy="279400"/>
          </a:xfrm>
        </p:grpSpPr>
        <p:sp>
          <p:nvSpPr>
            <p:cNvPr id="148" name="object 148" descr=""/>
            <p:cNvSpPr/>
            <p:nvPr/>
          </p:nvSpPr>
          <p:spPr>
            <a:xfrm>
              <a:off x="5448577" y="7976689"/>
              <a:ext cx="822325" cy="43180"/>
            </a:xfrm>
            <a:custGeom>
              <a:avLst/>
              <a:gdLst/>
              <a:ahLst/>
              <a:cxnLst/>
              <a:rect l="l" t="t" r="r" b="b"/>
              <a:pathLst>
                <a:path w="822325" h="43179">
                  <a:moveTo>
                    <a:pt x="821786" y="0"/>
                  </a:moveTo>
                  <a:lnTo>
                    <a:pt x="0" y="0"/>
                  </a:lnTo>
                  <a:lnTo>
                    <a:pt x="0" y="42658"/>
                  </a:lnTo>
                  <a:lnTo>
                    <a:pt x="821786" y="42658"/>
                  </a:lnTo>
                  <a:lnTo>
                    <a:pt x="82178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448577" y="7976689"/>
              <a:ext cx="822325" cy="34290"/>
            </a:xfrm>
            <a:custGeom>
              <a:avLst/>
              <a:gdLst/>
              <a:ahLst/>
              <a:cxnLst/>
              <a:rect l="l" t="t" r="r" b="b"/>
              <a:pathLst>
                <a:path w="822325" h="34290">
                  <a:moveTo>
                    <a:pt x="0" y="34208"/>
                  </a:moveTo>
                  <a:lnTo>
                    <a:pt x="821786" y="34208"/>
                  </a:lnTo>
                  <a:lnTo>
                    <a:pt x="821786" y="0"/>
                  </a:lnTo>
                  <a:lnTo>
                    <a:pt x="0" y="0"/>
                  </a:lnTo>
                  <a:lnTo>
                    <a:pt x="0" y="34208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468891" y="8018174"/>
              <a:ext cx="34925" cy="238125"/>
            </a:xfrm>
            <a:custGeom>
              <a:avLst/>
              <a:gdLst/>
              <a:ahLst/>
              <a:cxnLst/>
              <a:rect l="l" t="t" r="r" b="b"/>
              <a:pathLst>
                <a:path w="34925" h="238125">
                  <a:moveTo>
                    <a:pt x="34365" y="0"/>
                  </a:moveTo>
                  <a:lnTo>
                    <a:pt x="0" y="0"/>
                  </a:lnTo>
                  <a:lnTo>
                    <a:pt x="0" y="237678"/>
                  </a:lnTo>
                  <a:lnTo>
                    <a:pt x="34365" y="237678"/>
                  </a:lnTo>
                  <a:lnTo>
                    <a:pt x="3436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468891" y="8077429"/>
              <a:ext cx="34925" cy="156210"/>
            </a:xfrm>
            <a:custGeom>
              <a:avLst/>
              <a:gdLst/>
              <a:ahLst/>
              <a:cxnLst/>
              <a:rect l="l" t="t" r="r" b="b"/>
              <a:pathLst>
                <a:path w="34925" h="156209">
                  <a:moveTo>
                    <a:pt x="0" y="155894"/>
                  </a:moveTo>
                  <a:lnTo>
                    <a:pt x="34365" y="155894"/>
                  </a:lnTo>
                  <a:lnTo>
                    <a:pt x="34365" y="0"/>
                  </a:lnTo>
                  <a:lnTo>
                    <a:pt x="0" y="0"/>
                  </a:lnTo>
                  <a:lnTo>
                    <a:pt x="0" y="15589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218805" y="8018174"/>
              <a:ext cx="34925" cy="238125"/>
            </a:xfrm>
            <a:custGeom>
              <a:avLst/>
              <a:gdLst/>
              <a:ahLst/>
              <a:cxnLst/>
              <a:rect l="l" t="t" r="r" b="b"/>
              <a:pathLst>
                <a:path w="34925" h="238125">
                  <a:moveTo>
                    <a:pt x="34365" y="0"/>
                  </a:moveTo>
                  <a:lnTo>
                    <a:pt x="0" y="0"/>
                  </a:lnTo>
                  <a:lnTo>
                    <a:pt x="0" y="237678"/>
                  </a:lnTo>
                  <a:lnTo>
                    <a:pt x="34365" y="237678"/>
                  </a:lnTo>
                  <a:lnTo>
                    <a:pt x="3436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218805" y="8077429"/>
              <a:ext cx="34925" cy="156210"/>
            </a:xfrm>
            <a:custGeom>
              <a:avLst/>
              <a:gdLst/>
              <a:ahLst/>
              <a:cxnLst/>
              <a:rect l="l" t="t" r="r" b="b"/>
              <a:pathLst>
                <a:path w="34925" h="156209">
                  <a:moveTo>
                    <a:pt x="0" y="155894"/>
                  </a:moveTo>
                  <a:lnTo>
                    <a:pt x="34365" y="155894"/>
                  </a:lnTo>
                  <a:lnTo>
                    <a:pt x="34365" y="0"/>
                  </a:lnTo>
                  <a:lnTo>
                    <a:pt x="0" y="0"/>
                  </a:lnTo>
                  <a:lnTo>
                    <a:pt x="0" y="15589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 descr=""/>
          <p:cNvGrpSpPr/>
          <p:nvPr/>
        </p:nvGrpSpPr>
        <p:grpSpPr>
          <a:xfrm>
            <a:off x="5448577" y="7675629"/>
            <a:ext cx="822325" cy="207010"/>
            <a:chOff x="5448577" y="7675629"/>
            <a:chExt cx="822325" cy="207010"/>
          </a:xfrm>
        </p:grpSpPr>
        <p:sp>
          <p:nvSpPr>
            <p:cNvPr id="155" name="object 155" descr=""/>
            <p:cNvSpPr/>
            <p:nvPr/>
          </p:nvSpPr>
          <p:spPr>
            <a:xfrm>
              <a:off x="5448577" y="7675629"/>
              <a:ext cx="822325" cy="207010"/>
            </a:xfrm>
            <a:custGeom>
              <a:avLst/>
              <a:gdLst/>
              <a:ahLst/>
              <a:cxnLst/>
              <a:rect l="l" t="t" r="r" b="b"/>
              <a:pathLst>
                <a:path w="822325" h="207009">
                  <a:moveTo>
                    <a:pt x="821786" y="0"/>
                  </a:moveTo>
                  <a:lnTo>
                    <a:pt x="0" y="0"/>
                  </a:lnTo>
                  <a:lnTo>
                    <a:pt x="0" y="206674"/>
                  </a:lnTo>
                  <a:lnTo>
                    <a:pt x="821786" y="206674"/>
                  </a:lnTo>
                  <a:lnTo>
                    <a:pt x="82178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448577" y="7675629"/>
              <a:ext cx="822325" cy="207010"/>
            </a:xfrm>
            <a:custGeom>
              <a:avLst/>
              <a:gdLst/>
              <a:ahLst/>
              <a:cxnLst/>
              <a:rect l="l" t="t" r="r" b="b"/>
              <a:pathLst>
                <a:path w="822325" h="207009">
                  <a:moveTo>
                    <a:pt x="821786" y="0"/>
                  </a:moveTo>
                  <a:lnTo>
                    <a:pt x="0" y="0"/>
                  </a:lnTo>
                  <a:lnTo>
                    <a:pt x="0" y="206674"/>
                  </a:lnTo>
                  <a:lnTo>
                    <a:pt x="821786" y="206674"/>
                  </a:lnTo>
                  <a:lnTo>
                    <a:pt x="82178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5403154" y="7882304"/>
            <a:ext cx="912494" cy="373380"/>
            <a:chOff x="5403154" y="7882304"/>
            <a:chExt cx="912494" cy="373380"/>
          </a:xfrm>
        </p:grpSpPr>
        <p:sp>
          <p:nvSpPr>
            <p:cNvPr id="158" name="object 158" descr=""/>
            <p:cNvSpPr/>
            <p:nvPr/>
          </p:nvSpPr>
          <p:spPr>
            <a:xfrm>
              <a:off x="5449666" y="8010897"/>
              <a:ext cx="819150" cy="66675"/>
            </a:xfrm>
            <a:custGeom>
              <a:avLst/>
              <a:gdLst/>
              <a:ahLst/>
              <a:cxnLst/>
              <a:rect l="l" t="t" r="r" b="b"/>
              <a:pathLst>
                <a:path w="819150" h="66675">
                  <a:moveTo>
                    <a:pt x="818938" y="0"/>
                  </a:moveTo>
                  <a:lnTo>
                    <a:pt x="0" y="0"/>
                  </a:lnTo>
                  <a:lnTo>
                    <a:pt x="0" y="66532"/>
                  </a:lnTo>
                  <a:lnTo>
                    <a:pt x="818938" y="66532"/>
                  </a:lnTo>
                  <a:lnTo>
                    <a:pt x="81893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449666" y="8010897"/>
              <a:ext cx="819150" cy="66675"/>
            </a:xfrm>
            <a:custGeom>
              <a:avLst/>
              <a:gdLst/>
              <a:ahLst/>
              <a:cxnLst/>
              <a:rect l="l" t="t" r="r" b="b"/>
              <a:pathLst>
                <a:path w="819150" h="66675">
                  <a:moveTo>
                    <a:pt x="818938" y="0"/>
                  </a:moveTo>
                  <a:lnTo>
                    <a:pt x="0" y="0"/>
                  </a:lnTo>
                  <a:lnTo>
                    <a:pt x="0" y="66532"/>
                  </a:lnTo>
                  <a:lnTo>
                    <a:pt x="818938" y="66532"/>
                  </a:lnTo>
                  <a:lnTo>
                    <a:pt x="818938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403151" y="7882312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613" y="0"/>
                  </a:moveTo>
                  <a:lnTo>
                    <a:pt x="0" y="0"/>
                  </a:lnTo>
                  <a:lnTo>
                    <a:pt x="0" y="47472"/>
                  </a:lnTo>
                  <a:lnTo>
                    <a:pt x="12141" y="47472"/>
                  </a:lnTo>
                  <a:lnTo>
                    <a:pt x="12141" y="373113"/>
                  </a:lnTo>
                  <a:lnTo>
                    <a:pt x="46507" y="373113"/>
                  </a:lnTo>
                  <a:lnTo>
                    <a:pt x="46507" y="47472"/>
                  </a:lnTo>
                  <a:lnTo>
                    <a:pt x="59613" y="47472"/>
                  </a:lnTo>
                  <a:lnTo>
                    <a:pt x="5961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403154" y="7882304"/>
              <a:ext cx="59690" cy="47625"/>
            </a:xfrm>
            <a:custGeom>
              <a:avLst/>
              <a:gdLst/>
              <a:ahLst/>
              <a:cxnLst/>
              <a:rect l="l" t="t" r="r" b="b"/>
              <a:pathLst>
                <a:path w="59689" h="47625">
                  <a:moveTo>
                    <a:pt x="59610" y="0"/>
                  </a:moveTo>
                  <a:lnTo>
                    <a:pt x="0" y="0"/>
                  </a:lnTo>
                  <a:lnTo>
                    <a:pt x="0" y="47474"/>
                  </a:lnTo>
                  <a:lnTo>
                    <a:pt x="59610" y="47474"/>
                  </a:lnTo>
                  <a:lnTo>
                    <a:pt x="5961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462765" y="7882312"/>
              <a:ext cx="852805" cy="373380"/>
            </a:xfrm>
            <a:custGeom>
              <a:avLst/>
              <a:gdLst/>
              <a:ahLst/>
              <a:cxnLst/>
              <a:rect l="l" t="t" r="r" b="b"/>
              <a:pathLst>
                <a:path w="852804" h="373379">
                  <a:moveTo>
                    <a:pt x="46748" y="0"/>
                  </a:moveTo>
                  <a:lnTo>
                    <a:pt x="0" y="0"/>
                  </a:lnTo>
                  <a:lnTo>
                    <a:pt x="0" y="47472"/>
                  </a:lnTo>
                  <a:lnTo>
                    <a:pt x="46748" y="47472"/>
                  </a:lnTo>
                  <a:lnTo>
                    <a:pt x="46748" y="0"/>
                  </a:lnTo>
                  <a:close/>
                </a:path>
                <a:path w="852804" h="373379">
                  <a:moveTo>
                    <a:pt x="852360" y="0"/>
                  </a:moveTo>
                  <a:lnTo>
                    <a:pt x="792746" y="0"/>
                  </a:lnTo>
                  <a:lnTo>
                    <a:pt x="792746" y="47472"/>
                  </a:lnTo>
                  <a:lnTo>
                    <a:pt x="805827" y="47472"/>
                  </a:lnTo>
                  <a:lnTo>
                    <a:pt x="805827" y="373113"/>
                  </a:lnTo>
                  <a:lnTo>
                    <a:pt x="840206" y="373113"/>
                  </a:lnTo>
                  <a:lnTo>
                    <a:pt x="840206" y="47472"/>
                  </a:lnTo>
                  <a:lnTo>
                    <a:pt x="852360" y="47472"/>
                  </a:lnTo>
                  <a:lnTo>
                    <a:pt x="85236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255516" y="7882304"/>
              <a:ext cx="59690" cy="47625"/>
            </a:xfrm>
            <a:custGeom>
              <a:avLst/>
              <a:gdLst/>
              <a:ahLst/>
              <a:cxnLst/>
              <a:rect l="l" t="t" r="r" b="b"/>
              <a:pathLst>
                <a:path w="59689" h="47625">
                  <a:moveTo>
                    <a:pt x="59610" y="0"/>
                  </a:moveTo>
                  <a:lnTo>
                    <a:pt x="0" y="0"/>
                  </a:lnTo>
                  <a:lnTo>
                    <a:pt x="0" y="47474"/>
                  </a:lnTo>
                  <a:lnTo>
                    <a:pt x="59610" y="47474"/>
                  </a:lnTo>
                  <a:lnTo>
                    <a:pt x="5961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208763" y="7882304"/>
              <a:ext cx="46990" cy="47625"/>
            </a:xfrm>
            <a:custGeom>
              <a:avLst/>
              <a:gdLst/>
              <a:ahLst/>
              <a:cxnLst/>
              <a:rect l="l" t="t" r="r" b="b"/>
              <a:pathLst>
                <a:path w="46989" h="47625">
                  <a:moveTo>
                    <a:pt x="46752" y="0"/>
                  </a:moveTo>
                  <a:lnTo>
                    <a:pt x="0" y="0"/>
                  </a:lnTo>
                  <a:lnTo>
                    <a:pt x="0" y="47474"/>
                  </a:lnTo>
                  <a:lnTo>
                    <a:pt x="46752" y="47474"/>
                  </a:lnTo>
                  <a:lnTo>
                    <a:pt x="467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462765" y="7882312"/>
              <a:ext cx="793115" cy="47625"/>
            </a:xfrm>
            <a:custGeom>
              <a:avLst/>
              <a:gdLst/>
              <a:ahLst/>
              <a:cxnLst/>
              <a:rect l="l" t="t" r="r" b="b"/>
              <a:pathLst>
                <a:path w="793114" h="47625">
                  <a:moveTo>
                    <a:pt x="46748" y="0"/>
                  </a:moveTo>
                  <a:lnTo>
                    <a:pt x="0" y="0"/>
                  </a:lnTo>
                  <a:lnTo>
                    <a:pt x="0" y="47472"/>
                  </a:lnTo>
                  <a:lnTo>
                    <a:pt x="46748" y="47472"/>
                  </a:lnTo>
                  <a:lnTo>
                    <a:pt x="46748" y="0"/>
                  </a:lnTo>
                  <a:close/>
                </a:path>
                <a:path w="793114" h="47625">
                  <a:moveTo>
                    <a:pt x="792746" y="0"/>
                  </a:moveTo>
                  <a:lnTo>
                    <a:pt x="745998" y="0"/>
                  </a:lnTo>
                  <a:lnTo>
                    <a:pt x="745998" y="47472"/>
                  </a:lnTo>
                  <a:lnTo>
                    <a:pt x="792746" y="47472"/>
                  </a:lnTo>
                  <a:lnTo>
                    <a:pt x="792746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 descr=""/>
          <p:cNvGrpSpPr/>
          <p:nvPr/>
        </p:nvGrpSpPr>
        <p:grpSpPr>
          <a:xfrm>
            <a:off x="4909568" y="5527599"/>
            <a:ext cx="756285" cy="2705735"/>
            <a:chOff x="4909568" y="5527599"/>
            <a:chExt cx="756285" cy="2705735"/>
          </a:xfrm>
        </p:grpSpPr>
        <p:sp>
          <p:nvSpPr>
            <p:cNvPr id="167" name="object 167" descr=""/>
            <p:cNvSpPr/>
            <p:nvPr/>
          </p:nvSpPr>
          <p:spPr>
            <a:xfrm>
              <a:off x="5264143" y="5577526"/>
              <a:ext cx="22225" cy="95250"/>
            </a:xfrm>
            <a:custGeom>
              <a:avLst/>
              <a:gdLst/>
              <a:ahLst/>
              <a:cxnLst/>
              <a:rect l="l" t="t" r="r" b="b"/>
              <a:pathLst>
                <a:path w="22225" h="95250">
                  <a:moveTo>
                    <a:pt x="21632" y="0"/>
                  </a:moveTo>
                  <a:lnTo>
                    <a:pt x="0" y="0"/>
                  </a:lnTo>
                  <a:lnTo>
                    <a:pt x="0" y="94677"/>
                  </a:lnTo>
                  <a:lnTo>
                    <a:pt x="21632" y="94677"/>
                  </a:lnTo>
                  <a:lnTo>
                    <a:pt x="21632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4935982" y="5527605"/>
              <a:ext cx="729615" cy="187960"/>
            </a:xfrm>
            <a:custGeom>
              <a:avLst/>
              <a:gdLst/>
              <a:ahLst/>
              <a:cxnLst/>
              <a:rect l="l" t="t" r="r" b="b"/>
              <a:pathLst>
                <a:path w="729614" h="187960">
                  <a:moveTo>
                    <a:pt x="729297" y="57708"/>
                  </a:moveTo>
                  <a:lnTo>
                    <a:pt x="724001" y="34658"/>
                  </a:lnTo>
                  <a:lnTo>
                    <a:pt x="710679" y="16078"/>
                  </a:lnTo>
                  <a:lnTo>
                    <a:pt x="691324" y="3898"/>
                  </a:lnTo>
                  <a:lnTo>
                    <a:pt x="667905" y="0"/>
                  </a:lnTo>
                  <a:lnTo>
                    <a:pt x="628815" y="1524"/>
                  </a:lnTo>
                  <a:lnTo>
                    <a:pt x="576148" y="4191"/>
                  </a:lnTo>
                  <a:lnTo>
                    <a:pt x="536155" y="7112"/>
                  </a:lnTo>
                  <a:lnTo>
                    <a:pt x="496277" y="10820"/>
                  </a:lnTo>
                  <a:lnTo>
                    <a:pt x="496277" y="10566"/>
                  </a:lnTo>
                  <a:lnTo>
                    <a:pt x="490740" y="11366"/>
                  </a:lnTo>
                  <a:lnTo>
                    <a:pt x="490258" y="11404"/>
                  </a:lnTo>
                  <a:lnTo>
                    <a:pt x="408673" y="24295"/>
                  </a:lnTo>
                  <a:lnTo>
                    <a:pt x="360286" y="33782"/>
                  </a:lnTo>
                  <a:lnTo>
                    <a:pt x="309753" y="45110"/>
                  </a:lnTo>
                  <a:lnTo>
                    <a:pt x="257771" y="58369"/>
                  </a:lnTo>
                  <a:lnTo>
                    <a:pt x="205016" y="73621"/>
                  </a:lnTo>
                  <a:lnTo>
                    <a:pt x="152171" y="90932"/>
                  </a:lnTo>
                  <a:lnTo>
                    <a:pt x="99936" y="110375"/>
                  </a:lnTo>
                  <a:lnTo>
                    <a:pt x="48971" y="132029"/>
                  </a:lnTo>
                  <a:lnTo>
                    <a:pt x="0" y="155956"/>
                  </a:lnTo>
                  <a:lnTo>
                    <a:pt x="0" y="187667"/>
                  </a:lnTo>
                  <a:lnTo>
                    <a:pt x="131533" y="113385"/>
                  </a:lnTo>
                  <a:lnTo>
                    <a:pt x="227177" y="72910"/>
                  </a:lnTo>
                  <a:lnTo>
                    <a:pt x="333552" y="52108"/>
                  </a:lnTo>
                  <a:lnTo>
                    <a:pt x="491401" y="37401"/>
                  </a:lnTo>
                  <a:lnTo>
                    <a:pt x="491426" y="37744"/>
                  </a:lnTo>
                  <a:lnTo>
                    <a:pt x="491426" y="58039"/>
                  </a:lnTo>
                  <a:lnTo>
                    <a:pt x="541058" y="50584"/>
                  </a:lnTo>
                  <a:lnTo>
                    <a:pt x="605523" y="42278"/>
                  </a:lnTo>
                  <a:lnTo>
                    <a:pt x="665353" y="37236"/>
                  </a:lnTo>
                  <a:lnTo>
                    <a:pt x="701116" y="39585"/>
                  </a:lnTo>
                  <a:lnTo>
                    <a:pt x="708863" y="43383"/>
                  </a:lnTo>
                  <a:lnTo>
                    <a:pt x="716216" y="47828"/>
                  </a:lnTo>
                  <a:lnTo>
                    <a:pt x="723049" y="52679"/>
                  </a:lnTo>
                  <a:lnTo>
                    <a:pt x="729297" y="57708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4909566" y="5646819"/>
              <a:ext cx="429259" cy="2586990"/>
            </a:xfrm>
            <a:custGeom>
              <a:avLst/>
              <a:gdLst/>
              <a:ahLst/>
              <a:cxnLst/>
              <a:rect l="l" t="t" r="r" b="b"/>
              <a:pathLst>
                <a:path w="429260" h="2586990">
                  <a:moveTo>
                    <a:pt x="429209" y="24752"/>
                  </a:moveTo>
                  <a:lnTo>
                    <a:pt x="426758" y="6400"/>
                  </a:lnTo>
                  <a:lnTo>
                    <a:pt x="418312" y="0"/>
                  </a:lnTo>
                  <a:lnTo>
                    <a:pt x="409130" y="1181"/>
                  </a:lnTo>
                  <a:lnTo>
                    <a:pt x="362673" y="9982"/>
                  </a:lnTo>
                  <a:lnTo>
                    <a:pt x="316128" y="22098"/>
                  </a:lnTo>
                  <a:lnTo>
                    <a:pt x="260223" y="40894"/>
                  </a:lnTo>
                  <a:lnTo>
                    <a:pt x="199555" y="67513"/>
                  </a:lnTo>
                  <a:lnTo>
                    <a:pt x="138772" y="103111"/>
                  </a:lnTo>
                  <a:lnTo>
                    <a:pt x="107315" y="127787"/>
                  </a:lnTo>
                  <a:lnTo>
                    <a:pt x="47294" y="184848"/>
                  </a:lnTo>
                  <a:lnTo>
                    <a:pt x="42011" y="191033"/>
                  </a:lnTo>
                  <a:lnTo>
                    <a:pt x="42011" y="32499"/>
                  </a:lnTo>
                  <a:lnTo>
                    <a:pt x="40894" y="32499"/>
                  </a:lnTo>
                  <a:lnTo>
                    <a:pt x="40894" y="31229"/>
                  </a:lnTo>
                  <a:lnTo>
                    <a:pt x="1117" y="31229"/>
                  </a:lnTo>
                  <a:lnTo>
                    <a:pt x="1117" y="32499"/>
                  </a:lnTo>
                  <a:lnTo>
                    <a:pt x="0" y="32499"/>
                  </a:lnTo>
                  <a:lnTo>
                    <a:pt x="0" y="2586507"/>
                  </a:lnTo>
                  <a:lnTo>
                    <a:pt x="42011" y="2586507"/>
                  </a:lnTo>
                  <a:lnTo>
                    <a:pt x="42011" y="253987"/>
                  </a:lnTo>
                  <a:lnTo>
                    <a:pt x="43027" y="253060"/>
                  </a:lnTo>
                  <a:lnTo>
                    <a:pt x="43027" y="243801"/>
                  </a:lnTo>
                  <a:lnTo>
                    <a:pt x="47866" y="235419"/>
                  </a:lnTo>
                  <a:lnTo>
                    <a:pt x="84924" y="194475"/>
                  </a:lnTo>
                  <a:lnTo>
                    <a:pt x="121412" y="160159"/>
                  </a:lnTo>
                  <a:lnTo>
                    <a:pt x="157695" y="130822"/>
                  </a:lnTo>
                  <a:lnTo>
                    <a:pt x="215392" y="97180"/>
                  </a:lnTo>
                  <a:lnTo>
                    <a:pt x="273431" y="71945"/>
                  </a:lnTo>
                  <a:lnTo>
                    <a:pt x="327050" y="54063"/>
                  </a:lnTo>
                  <a:lnTo>
                    <a:pt x="371462" y="42545"/>
                  </a:lnTo>
                  <a:lnTo>
                    <a:pt x="413588" y="34429"/>
                  </a:lnTo>
                  <a:lnTo>
                    <a:pt x="422757" y="33197"/>
                  </a:lnTo>
                  <a:lnTo>
                    <a:pt x="429209" y="24752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5427416" y="5564834"/>
              <a:ext cx="238125" cy="42545"/>
            </a:xfrm>
            <a:custGeom>
              <a:avLst/>
              <a:gdLst/>
              <a:ahLst/>
              <a:cxnLst/>
              <a:rect l="l" t="t" r="r" b="b"/>
              <a:pathLst>
                <a:path w="238125" h="42545">
                  <a:moveTo>
                    <a:pt x="173929" y="0"/>
                  </a:moveTo>
                  <a:lnTo>
                    <a:pt x="114092" y="5036"/>
                  </a:lnTo>
                  <a:lnTo>
                    <a:pt x="49631" y="13346"/>
                  </a:lnTo>
                  <a:lnTo>
                    <a:pt x="0" y="20807"/>
                  </a:lnTo>
                  <a:lnTo>
                    <a:pt x="0" y="23655"/>
                  </a:lnTo>
                  <a:lnTo>
                    <a:pt x="43286" y="41937"/>
                  </a:lnTo>
                  <a:lnTo>
                    <a:pt x="238034" y="23655"/>
                  </a:lnTo>
                  <a:lnTo>
                    <a:pt x="238034" y="22315"/>
                  </a:lnTo>
                  <a:lnTo>
                    <a:pt x="237867" y="20472"/>
                  </a:lnTo>
                  <a:lnTo>
                    <a:pt x="17392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427416" y="5564834"/>
              <a:ext cx="238125" cy="42545"/>
            </a:xfrm>
            <a:custGeom>
              <a:avLst/>
              <a:gdLst/>
              <a:ahLst/>
              <a:cxnLst/>
              <a:rect l="l" t="t" r="r" b="b"/>
              <a:pathLst>
                <a:path w="238125" h="42545">
                  <a:moveTo>
                    <a:pt x="173929" y="0"/>
                  </a:moveTo>
                  <a:lnTo>
                    <a:pt x="114092" y="5036"/>
                  </a:lnTo>
                  <a:lnTo>
                    <a:pt x="49631" y="13346"/>
                  </a:lnTo>
                  <a:lnTo>
                    <a:pt x="0" y="20807"/>
                  </a:lnTo>
                  <a:lnTo>
                    <a:pt x="0" y="23655"/>
                  </a:lnTo>
                  <a:lnTo>
                    <a:pt x="43286" y="41937"/>
                  </a:lnTo>
                  <a:lnTo>
                    <a:pt x="238034" y="23655"/>
                  </a:lnTo>
                  <a:lnTo>
                    <a:pt x="238034" y="22315"/>
                  </a:lnTo>
                  <a:lnTo>
                    <a:pt x="237867" y="20472"/>
                  </a:lnTo>
                  <a:lnTo>
                    <a:pt x="173929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2" name="object 172" descr=""/>
          <p:cNvSpPr/>
          <p:nvPr/>
        </p:nvSpPr>
        <p:spPr>
          <a:xfrm>
            <a:off x="5576406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59" y="254327"/>
                </a:lnTo>
                <a:lnTo>
                  <a:pt x="444485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10069065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80" y="254327"/>
                </a:lnTo>
                <a:lnTo>
                  <a:pt x="4444880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083736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69" y="254327"/>
                </a:lnTo>
                <a:lnTo>
                  <a:pt x="444486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324" y="8233324"/>
            <a:ext cx="1035685" cy="254635"/>
          </a:xfrm>
          <a:custGeom>
            <a:avLst/>
            <a:gdLst/>
            <a:ahLst/>
            <a:cxnLst/>
            <a:rect l="l" t="t" r="r" b="b"/>
            <a:pathLst>
              <a:path w="1035685" h="254634">
                <a:moveTo>
                  <a:pt x="0" y="254327"/>
                </a:moveTo>
                <a:lnTo>
                  <a:pt x="1035612" y="254327"/>
                </a:lnTo>
                <a:lnTo>
                  <a:pt x="1035612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14561745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59" y="254327"/>
                </a:lnTo>
                <a:lnTo>
                  <a:pt x="444485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9054404" y="8233324"/>
            <a:ext cx="1031875" cy="254635"/>
          </a:xfrm>
          <a:custGeom>
            <a:avLst/>
            <a:gdLst/>
            <a:ahLst/>
            <a:cxnLst/>
            <a:rect l="l" t="t" r="r" b="b"/>
            <a:pathLst>
              <a:path w="1031875" h="254634">
                <a:moveTo>
                  <a:pt x="0" y="254327"/>
                </a:moveTo>
                <a:lnTo>
                  <a:pt x="1031539" y="254327"/>
                </a:lnTo>
                <a:lnTo>
                  <a:pt x="103153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5576406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59" y="254327"/>
                </a:lnTo>
                <a:lnTo>
                  <a:pt x="444485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0069065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80" y="254327"/>
                </a:lnTo>
                <a:lnTo>
                  <a:pt x="4444880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083736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69" y="254327"/>
                </a:lnTo>
                <a:lnTo>
                  <a:pt x="444486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324" y="8233324"/>
            <a:ext cx="1035685" cy="254635"/>
          </a:xfrm>
          <a:custGeom>
            <a:avLst/>
            <a:gdLst/>
            <a:ahLst/>
            <a:cxnLst/>
            <a:rect l="l" t="t" r="r" b="b"/>
            <a:pathLst>
              <a:path w="1035685" h="254634">
                <a:moveTo>
                  <a:pt x="0" y="254327"/>
                </a:moveTo>
                <a:lnTo>
                  <a:pt x="1035612" y="254327"/>
                </a:lnTo>
                <a:lnTo>
                  <a:pt x="1035612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4561745" y="8233324"/>
            <a:ext cx="4445000" cy="254635"/>
          </a:xfrm>
          <a:custGeom>
            <a:avLst/>
            <a:gdLst/>
            <a:ahLst/>
            <a:cxnLst/>
            <a:rect l="l" t="t" r="r" b="b"/>
            <a:pathLst>
              <a:path w="4445000" h="254634">
                <a:moveTo>
                  <a:pt x="0" y="254327"/>
                </a:moveTo>
                <a:lnTo>
                  <a:pt x="4444859" y="254327"/>
                </a:lnTo>
                <a:lnTo>
                  <a:pt x="444485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9054404" y="8233324"/>
            <a:ext cx="1031875" cy="254635"/>
          </a:xfrm>
          <a:custGeom>
            <a:avLst/>
            <a:gdLst/>
            <a:ahLst/>
            <a:cxnLst/>
            <a:rect l="l" t="t" r="r" b="b"/>
            <a:pathLst>
              <a:path w="1031875" h="254634">
                <a:moveTo>
                  <a:pt x="0" y="254327"/>
                </a:moveTo>
                <a:lnTo>
                  <a:pt x="1031539" y="254327"/>
                </a:lnTo>
                <a:lnTo>
                  <a:pt x="1031539" y="0"/>
                </a:lnTo>
                <a:lnTo>
                  <a:pt x="0" y="0"/>
                </a:lnTo>
                <a:lnTo>
                  <a:pt x="0" y="25432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0021265" y="8233330"/>
            <a:ext cx="48260" cy="272415"/>
          </a:xfrm>
          <a:custGeom>
            <a:avLst/>
            <a:gdLst/>
            <a:ahLst/>
            <a:cxnLst/>
            <a:rect l="l" t="t" r="r" b="b"/>
            <a:pathLst>
              <a:path w="48259" h="272415">
                <a:moveTo>
                  <a:pt x="47799" y="0"/>
                </a:moveTo>
                <a:lnTo>
                  <a:pt x="0" y="0"/>
                </a:lnTo>
                <a:lnTo>
                  <a:pt x="0" y="272389"/>
                </a:lnTo>
                <a:lnTo>
                  <a:pt x="47799" y="272389"/>
                </a:lnTo>
                <a:lnTo>
                  <a:pt x="477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5576406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59" y="408940"/>
                </a:lnTo>
                <a:lnTo>
                  <a:pt x="444485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0069065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80" y="408940"/>
                </a:lnTo>
                <a:lnTo>
                  <a:pt x="4444880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4561745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59" y="408940"/>
                </a:lnTo>
                <a:lnTo>
                  <a:pt x="444485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9054404" y="10496696"/>
            <a:ext cx="1031875" cy="408940"/>
          </a:xfrm>
          <a:custGeom>
            <a:avLst/>
            <a:gdLst/>
            <a:ahLst/>
            <a:cxnLst/>
            <a:rect l="l" t="t" r="r" b="b"/>
            <a:pathLst>
              <a:path w="1031875" h="408940">
                <a:moveTo>
                  <a:pt x="0" y="408940"/>
                </a:moveTo>
                <a:lnTo>
                  <a:pt x="1031539" y="408940"/>
                </a:lnTo>
                <a:lnTo>
                  <a:pt x="103153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324" y="10496696"/>
            <a:ext cx="1035685" cy="408940"/>
          </a:xfrm>
          <a:custGeom>
            <a:avLst/>
            <a:gdLst/>
            <a:ahLst/>
            <a:cxnLst/>
            <a:rect l="l" t="t" r="r" b="b"/>
            <a:pathLst>
              <a:path w="1035685" h="408940">
                <a:moveTo>
                  <a:pt x="0" y="408940"/>
                </a:moveTo>
                <a:lnTo>
                  <a:pt x="1035612" y="408940"/>
                </a:lnTo>
                <a:lnTo>
                  <a:pt x="1035612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083736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69" y="408940"/>
                </a:lnTo>
                <a:lnTo>
                  <a:pt x="444486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5576406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59" y="408940"/>
                </a:lnTo>
                <a:lnTo>
                  <a:pt x="444485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0069065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80" y="408940"/>
                </a:lnTo>
                <a:lnTo>
                  <a:pt x="4444880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4561745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59" y="408940"/>
                </a:lnTo>
                <a:lnTo>
                  <a:pt x="444485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9054404" y="10496696"/>
            <a:ext cx="1031875" cy="408940"/>
          </a:xfrm>
          <a:custGeom>
            <a:avLst/>
            <a:gdLst/>
            <a:ahLst/>
            <a:cxnLst/>
            <a:rect l="l" t="t" r="r" b="b"/>
            <a:pathLst>
              <a:path w="1031875" h="408940">
                <a:moveTo>
                  <a:pt x="0" y="408940"/>
                </a:moveTo>
                <a:lnTo>
                  <a:pt x="1031539" y="408940"/>
                </a:lnTo>
                <a:lnTo>
                  <a:pt x="103153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324" y="10496696"/>
            <a:ext cx="1035685" cy="408940"/>
          </a:xfrm>
          <a:custGeom>
            <a:avLst/>
            <a:gdLst/>
            <a:ahLst/>
            <a:cxnLst/>
            <a:rect l="l" t="t" r="r" b="b"/>
            <a:pathLst>
              <a:path w="1035685" h="408940">
                <a:moveTo>
                  <a:pt x="0" y="408940"/>
                </a:moveTo>
                <a:lnTo>
                  <a:pt x="1035612" y="408940"/>
                </a:lnTo>
                <a:lnTo>
                  <a:pt x="1035612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083736" y="10496696"/>
            <a:ext cx="4445000" cy="408940"/>
          </a:xfrm>
          <a:custGeom>
            <a:avLst/>
            <a:gdLst/>
            <a:ahLst/>
            <a:cxnLst/>
            <a:rect l="l" t="t" r="r" b="b"/>
            <a:pathLst>
              <a:path w="4445000" h="408940">
                <a:moveTo>
                  <a:pt x="0" y="408940"/>
                </a:moveTo>
                <a:lnTo>
                  <a:pt x="4444869" y="408940"/>
                </a:lnTo>
                <a:lnTo>
                  <a:pt x="4444869" y="0"/>
                </a:lnTo>
                <a:lnTo>
                  <a:pt x="0" y="0"/>
                </a:lnTo>
                <a:lnTo>
                  <a:pt x="0" y="40894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7" name="object 197" descr=""/>
          <p:cNvGrpSpPr/>
          <p:nvPr/>
        </p:nvGrpSpPr>
        <p:grpSpPr>
          <a:xfrm>
            <a:off x="5267240" y="9194612"/>
            <a:ext cx="778510" cy="348615"/>
            <a:chOff x="5267240" y="9194612"/>
            <a:chExt cx="778510" cy="348615"/>
          </a:xfrm>
        </p:grpSpPr>
        <p:sp>
          <p:nvSpPr>
            <p:cNvPr id="198" name="object 198" descr=""/>
            <p:cNvSpPr/>
            <p:nvPr/>
          </p:nvSpPr>
          <p:spPr>
            <a:xfrm>
              <a:off x="5305095" y="9293904"/>
              <a:ext cx="741045" cy="249554"/>
            </a:xfrm>
            <a:custGeom>
              <a:avLst/>
              <a:gdLst/>
              <a:ahLst/>
              <a:cxnLst/>
              <a:rect l="l" t="t" r="r" b="b"/>
              <a:pathLst>
                <a:path w="741045" h="249554">
                  <a:moveTo>
                    <a:pt x="740422" y="685"/>
                  </a:moveTo>
                  <a:lnTo>
                    <a:pt x="733780" y="0"/>
                  </a:lnTo>
                  <a:lnTo>
                    <a:pt x="692467" y="27482"/>
                  </a:lnTo>
                  <a:lnTo>
                    <a:pt x="642531" y="49631"/>
                  </a:lnTo>
                  <a:lnTo>
                    <a:pt x="587679" y="66446"/>
                  </a:lnTo>
                  <a:lnTo>
                    <a:pt x="531672" y="77914"/>
                  </a:lnTo>
                  <a:lnTo>
                    <a:pt x="480847" y="84505"/>
                  </a:lnTo>
                  <a:lnTo>
                    <a:pt x="430288" y="89052"/>
                  </a:lnTo>
                  <a:lnTo>
                    <a:pt x="379806" y="92862"/>
                  </a:lnTo>
                  <a:lnTo>
                    <a:pt x="329247" y="97256"/>
                  </a:lnTo>
                  <a:lnTo>
                    <a:pt x="278422" y="103555"/>
                  </a:lnTo>
                  <a:lnTo>
                    <a:pt x="240525" y="110363"/>
                  </a:lnTo>
                  <a:lnTo>
                    <a:pt x="202539" y="119570"/>
                  </a:lnTo>
                  <a:lnTo>
                    <a:pt x="165633" y="131203"/>
                  </a:lnTo>
                  <a:lnTo>
                    <a:pt x="122821" y="151980"/>
                  </a:lnTo>
                  <a:lnTo>
                    <a:pt x="90678" y="187426"/>
                  </a:lnTo>
                  <a:lnTo>
                    <a:pt x="88734" y="200939"/>
                  </a:lnTo>
                  <a:lnTo>
                    <a:pt x="95542" y="210718"/>
                  </a:lnTo>
                  <a:lnTo>
                    <a:pt x="54991" y="219735"/>
                  </a:lnTo>
                  <a:lnTo>
                    <a:pt x="15227" y="225590"/>
                  </a:lnTo>
                  <a:lnTo>
                    <a:pt x="2362" y="233629"/>
                  </a:lnTo>
                  <a:lnTo>
                    <a:pt x="0" y="242570"/>
                  </a:lnTo>
                  <a:lnTo>
                    <a:pt x="8585" y="248932"/>
                  </a:lnTo>
                  <a:lnTo>
                    <a:pt x="28575" y="249237"/>
                  </a:lnTo>
                  <a:lnTo>
                    <a:pt x="113499" y="220484"/>
                  </a:lnTo>
                  <a:lnTo>
                    <a:pt x="118440" y="222732"/>
                  </a:lnTo>
                  <a:lnTo>
                    <a:pt x="184505" y="238112"/>
                  </a:lnTo>
                  <a:lnTo>
                    <a:pt x="247294" y="245795"/>
                  </a:lnTo>
                  <a:lnTo>
                    <a:pt x="306705" y="246595"/>
                  </a:lnTo>
                  <a:lnTo>
                    <a:pt x="362686" y="241312"/>
                  </a:lnTo>
                  <a:lnTo>
                    <a:pt x="415163" y="230784"/>
                  </a:lnTo>
                  <a:lnTo>
                    <a:pt x="464070" y="215811"/>
                  </a:lnTo>
                  <a:lnTo>
                    <a:pt x="509320" y="197192"/>
                  </a:lnTo>
                  <a:lnTo>
                    <a:pt x="550849" y="175780"/>
                  </a:lnTo>
                  <a:lnTo>
                    <a:pt x="588581" y="152349"/>
                  </a:lnTo>
                  <a:lnTo>
                    <a:pt x="622452" y="127736"/>
                  </a:lnTo>
                  <a:lnTo>
                    <a:pt x="652373" y="102743"/>
                  </a:lnTo>
                  <a:lnTo>
                    <a:pt x="700138" y="54902"/>
                  </a:lnTo>
                  <a:lnTo>
                    <a:pt x="731266" y="15328"/>
                  </a:lnTo>
                  <a:lnTo>
                    <a:pt x="740422" y="685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5305095" y="9293904"/>
              <a:ext cx="741045" cy="249554"/>
            </a:xfrm>
            <a:custGeom>
              <a:avLst/>
              <a:gdLst/>
              <a:ahLst/>
              <a:cxnLst/>
              <a:rect l="l" t="t" r="r" b="b"/>
              <a:pathLst>
                <a:path w="741045" h="249554">
                  <a:moveTo>
                    <a:pt x="740422" y="685"/>
                  </a:moveTo>
                  <a:lnTo>
                    <a:pt x="733780" y="0"/>
                  </a:lnTo>
                  <a:lnTo>
                    <a:pt x="692467" y="27482"/>
                  </a:lnTo>
                  <a:lnTo>
                    <a:pt x="642531" y="49631"/>
                  </a:lnTo>
                  <a:lnTo>
                    <a:pt x="587679" y="66446"/>
                  </a:lnTo>
                  <a:lnTo>
                    <a:pt x="531672" y="77914"/>
                  </a:lnTo>
                  <a:lnTo>
                    <a:pt x="480847" y="84505"/>
                  </a:lnTo>
                  <a:lnTo>
                    <a:pt x="430288" y="89052"/>
                  </a:lnTo>
                  <a:lnTo>
                    <a:pt x="379806" y="92862"/>
                  </a:lnTo>
                  <a:lnTo>
                    <a:pt x="329247" y="97256"/>
                  </a:lnTo>
                  <a:lnTo>
                    <a:pt x="278422" y="103555"/>
                  </a:lnTo>
                  <a:lnTo>
                    <a:pt x="240525" y="110363"/>
                  </a:lnTo>
                  <a:lnTo>
                    <a:pt x="202539" y="119570"/>
                  </a:lnTo>
                  <a:lnTo>
                    <a:pt x="165633" y="131203"/>
                  </a:lnTo>
                  <a:lnTo>
                    <a:pt x="122821" y="151980"/>
                  </a:lnTo>
                  <a:lnTo>
                    <a:pt x="90678" y="187426"/>
                  </a:lnTo>
                  <a:lnTo>
                    <a:pt x="88734" y="200939"/>
                  </a:lnTo>
                  <a:lnTo>
                    <a:pt x="95542" y="210718"/>
                  </a:lnTo>
                  <a:lnTo>
                    <a:pt x="54991" y="219735"/>
                  </a:lnTo>
                  <a:lnTo>
                    <a:pt x="15227" y="225590"/>
                  </a:lnTo>
                  <a:lnTo>
                    <a:pt x="2362" y="233629"/>
                  </a:lnTo>
                  <a:lnTo>
                    <a:pt x="0" y="242570"/>
                  </a:lnTo>
                  <a:lnTo>
                    <a:pt x="8585" y="248932"/>
                  </a:lnTo>
                  <a:lnTo>
                    <a:pt x="28575" y="249237"/>
                  </a:lnTo>
                  <a:lnTo>
                    <a:pt x="113499" y="220484"/>
                  </a:lnTo>
                  <a:lnTo>
                    <a:pt x="118440" y="222732"/>
                  </a:lnTo>
                  <a:lnTo>
                    <a:pt x="184505" y="238112"/>
                  </a:lnTo>
                  <a:lnTo>
                    <a:pt x="247294" y="245795"/>
                  </a:lnTo>
                  <a:lnTo>
                    <a:pt x="306705" y="246595"/>
                  </a:lnTo>
                  <a:lnTo>
                    <a:pt x="362686" y="241312"/>
                  </a:lnTo>
                  <a:lnTo>
                    <a:pt x="415163" y="230784"/>
                  </a:lnTo>
                  <a:lnTo>
                    <a:pt x="464070" y="215811"/>
                  </a:lnTo>
                  <a:lnTo>
                    <a:pt x="509320" y="197192"/>
                  </a:lnTo>
                  <a:lnTo>
                    <a:pt x="550849" y="175780"/>
                  </a:lnTo>
                  <a:lnTo>
                    <a:pt x="588581" y="152349"/>
                  </a:lnTo>
                  <a:lnTo>
                    <a:pt x="622452" y="127736"/>
                  </a:lnTo>
                  <a:lnTo>
                    <a:pt x="652373" y="102743"/>
                  </a:lnTo>
                  <a:lnTo>
                    <a:pt x="700138" y="54902"/>
                  </a:lnTo>
                  <a:lnTo>
                    <a:pt x="731266" y="15328"/>
                  </a:lnTo>
                  <a:lnTo>
                    <a:pt x="740422" y="6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5267236" y="9194615"/>
              <a:ext cx="731520" cy="345440"/>
            </a:xfrm>
            <a:custGeom>
              <a:avLst/>
              <a:gdLst/>
              <a:ahLst/>
              <a:cxnLst/>
              <a:rect l="l" t="t" r="r" b="b"/>
              <a:pathLst>
                <a:path w="731520" h="345440">
                  <a:moveTo>
                    <a:pt x="731012" y="2171"/>
                  </a:moveTo>
                  <a:lnTo>
                    <a:pt x="729081" y="1447"/>
                  </a:lnTo>
                  <a:lnTo>
                    <a:pt x="724027" y="0"/>
                  </a:lnTo>
                  <a:lnTo>
                    <a:pt x="694321" y="32410"/>
                  </a:lnTo>
                  <a:lnTo>
                    <a:pt x="657720" y="57873"/>
                  </a:lnTo>
                  <a:lnTo>
                    <a:pt x="616216" y="76746"/>
                  </a:lnTo>
                  <a:lnTo>
                    <a:pt x="571804" y="89382"/>
                  </a:lnTo>
                  <a:lnTo>
                    <a:pt x="526503" y="96113"/>
                  </a:lnTo>
                  <a:lnTo>
                    <a:pt x="474535" y="98132"/>
                  </a:lnTo>
                  <a:lnTo>
                    <a:pt x="422452" y="96710"/>
                  </a:lnTo>
                  <a:lnTo>
                    <a:pt x="370319" y="94056"/>
                  </a:lnTo>
                  <a:lnTo>
                    <a:pt x="318173" y="92392"/>
                  </a:lnTo>
                  <a:lnTo>
                    <a:pt x="266090" y="93941"/>
                  </a:lnTo>
                  <a:lnTo>
                    <a:pt x="227723" y="98640"/>
                  </a:lnTo>
                  <a:lnTo>
                    <a:pt x="189661" y="107442"/>
                  </a:lnTo>
                  <a:lnTo>
                    <a:pt x="153149" y="120573"/>
                  </a:lnTo>
                  <a:lnTo>
                    <a:pt x="119380" y="138264"/>
                  </a:lnTo>
                  <a:lnTo>
                    <a:pt x="92646" y="180670"/>
                  </a:lnTo>
                  <a:lnTo>
                    <a:pt x="84886" y="202971"/>
                  </a:lnTo>
                  <a:lnTo>
                    <a:pt x="85267" y="225780"/>
                  </a:lnTo>
                  <a:lnTo>
                    <a:pt x="94170" y="243738"/>
                  </a:lnTo>
                  <a:lnTo>
                    <a:pt x="53390" y="251752"/>
                  </a:lnTo>
                  <a:lnTo>
                    <a:pt x="12852" y="254520"/>
                  </a:lnTo>
                  <a:lnTo>
                    <a:pt x="838" y="265899"/>
                  </a:lnTo>
                  <a:lnTo>
                    <a:pt x="0" y="280746"/>
                  </a:lnTo>
                  <a:lnTo>
                    <a:pt x="10147" y="293192"/>
                  </a:lnTo>
                  <a:lnTo>
                    <a:pt x="31140" y="297370"/>
                  </a:lnTo>
                  <a:lnTo>
                    <a:pt x="114846" y="263702"/>
                  </a:lnTo>
                  <a:lnTo>
                    <a:pt x="120345" y="268351"/>
                  </a:lnTo>
                  <a:lnTo>
                    <a:pt x="153352" y="287388"/>
                  </a:lnTo>
                  <a:lnTo>
                    <a:pt x="193433" y="307136"/>
                  </a:lnTo>
                  <a:lnTo>
                    <a:pt x="231876" y="322554"/>
                  </a:lnTo>
                  <a:lnTo>
                    <a:pt x="275971" y="335559"/>
                  </a:lnTo>
                  <a:lnTo>
                    <a:pt x="317881" y="343027"/>
                  </a:lnTo>
                  <a:lnTo>
                    <a:pt x="357632" y="345440"/>
                  </a:lnTo>
                  <a:lnTo>
                    <a:pt x="365086" y="345440"/>
                  </a:lnTo>
                  <a:lnTo>
                    <a:pt x="404850" y="342061"/>
                  </a:lnTo>
                  <a:lnTo>
                    <a:pt x="416407" y="339661"/>
                  </a:lnTo>
                  <a:lnTo>
                    <a:pt x="420268" y="339178"/>
                  </a:lnTo>
                  <a:lnTo>
                    <a:pt x="427964" y="337248"/>
                  </a:lnTo>
                  <a:lnTo>
                    <a:pt x="433273" y="336283"/>
                  </a:lnTo>
                  <a:lnTo>
                    <a:pt x="438569" y="334835"/>
                  </a:lnTo>
                  <a:lnTo>
                    <a:pt x="443623" y="333159"/>
                  </a:lnTo>
                  <a:lnTo>
                    <a:pt x="447243" y="332193"/>
                  </a:lnTo>
                  <a:lnTo>
                    <a:pt x="460476" y="327850"/>
                  </a:lnTo>
                  <a:lnTo>
                    <a:pt x="472020" y="323456"/>
                  </a:lnTo>
                  <a:lnTo>
                    <a:pt x="480237" y="320001"/>
                  </a:lnTo>
                  <a:lnTo>
                    <a:pt x="488276" y="316318"/>
                  </a:lnTo>
                  <a:lnTo>
                    <a:pt x="496138" y="312445"/>
                  </a:lnTo>
                  <a:lnTo>
                    <a:pt x="489673" y="301447"/>
                  </a:lnTo>
                  <a:lnTo>
                    <a:pt x="486016" y="289737"/>
                  </a:lnTo>
                  <a:lnTo>
                    <a:pt x="499973" y="249275"/>
                  </a:lnTo>
                  <a:lnTo>
                    <a:pt x="541147" y="236334"/>
                  </a:lnTo>
                  <a:lnTo>
                    <a:pt x="565518" y="241617"/>
                  </a:lnTo>
                  <a:lnTo>
                    <a:pt x="571779" y="244030"/>
                  </a:lnTo>
                  <a:lnTo>
                    <a:pt x="577329" y="247154"/>
                  </a:lnTo>
                  <a:lnTo>
                    <a:pt x="582371" y="251015"/>
                  </a:lnTo>
                  <a:lnTo>
                    <a:pt x="587921" y="245948"/>
                  </a:lnTo>
                  <a:lnTo>
                    <a:pt x="618274" y="213436"/>
                  </a:lnTo>
                  <a:lnTo>
                    <a:pt x="649351" y="172720"/>
                  </a:lnTo>
                  <a:lnTo>
                    <a:pt x="672719" y="136588"/>
                  </a:lnTo>
                  <a:lnTo>
                    <a:pt x="676084" y="130327"/>
                  </a:lnTo>
                  <a:lnTo>
                    <a:pt x="679221" y="125018"/>
                  </a:lnTo>
                  <a:lnTo>
                    <a:pt x="688124" y="108648"/>
                  </a:lnTo>
                  <a:lnTo>
                    <a:pt x="696556" y="92024"/>
                  </a:lnTo>
                  <a:lnTo>
                    <a:pt x="704278" y="75882"/>
                  </a:lnTo>
                  <a:lnTo>
                    <a:pt x="708596" y="65532"/>
                  </a:lnTo>
                  <a:lnTo>
                    <a:pt x="712470" y="56845"/>
                  </a:lnTo>
                  <a:lnTo>
                    <a:pt x="720166" y="37096"/>
                  </a:lnTo>
                  <a:lnTo>
                    <a:pt x="728116" y="13246"/>
                  </a:lnTo>
                  <a:lnTo>
                    <a:pt x="729805" y="7467"/>
                  </a:lnTo>
                  <a:lnTo>
                    <a:pt x="731012" y="2171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5352124" y="9194612"/>
              <a:ext cx="646430" cy="345440"/>
            </a:xfrm>
            <a:custGeom>
              <a:avLst/>
              <a:gdLst/>
              <a:ahLst/>
              <a:cxnLst/>
              <a:rect l="l" t="t" r="r" b="b"/>
              <a:pathLst>
                <a:path w="646429" h="345440">
                  <a:moveTo>
                    <a:pt x="639142" y="0"/>
                  </a:moveTo>
                  <a:lnTo>
                    <a:pt x="609441" y="32402"/>
                  </a:lnTo>
                  <a:lnTo>
                    <a:pt x="572838" y="57868"/>
                  </a:lnTo>
                  <a:lnTo>
                    <a:pt x="531332" y="76745"/>
                  </a:lnTo>
                  <a:lnTo>
                    <a:pt x="486926" y="89377"/>
                  </a:lnTo>
                  <a:lnTo>
                    <a:pt x="441619" y="96112"/>
                  </a:lnTo>
                  <a:lnTo>
                    <a:pt x="389650" y="98129"/>
                  </a:lnTo>
                  <a:lnTo>
                    <a:pt x="337569" y="96701"/>
                  </a:lnTo>
                  <a:lnTo>
                    <a:pt x="285431" y="94048"/>
                  </a:lnTo>
                  <a:lnTo>
                    <a:pt x="233292" y="92389"/>
                  </a:lnTo>
                  <a:lnTo>
                    <a:pt x="181208" y="93944"/>
                  </a:lnTo>
                  <a:lnTo>
                    <a:pt x="142839" y="98635"/>
                  </a:lnTo>
                  <a:lnTo>
                    <a:pt x="104784" y="107436"/>
                  </a:lnTo>
                  <a:lnTo>
                    <a:pt x="68264" y="120572"/>
                  </a:lnTo>
                  <a:lnTo>
                    <a:pt x="34501" y="138268"/>
                  </a:lnTo>
                  <a:lnTo>
                    <a:pt x="7768" y="180664"/>
                  </a:lnTo>
                  <a:lnTo>
                    <a:pt x="0" y="202971"/>
                  </a:lnTo>
                  <a:lnTo>
                    <a:pt x="385" y="225774"/>
                  </a:lnTo>
                  <a:lnTo>
                    <a:pt x="35464" y="268347"/>
                  </a:lnTo>
                  <a:lnTo>
                    <a:pt x="68468" y="287383"/>
                  </a:lnTo>
                  <a:lnTo>
                    <a:pt x="108551" y="307317"/>
                  </a:lnTo>
                  <a:lnTo>
                    <a:pt x="147000" y="322555"/>
                  </a:lnTo>
                  <a:lnTo>
                    <a:pt x="191082" y="335560"/>
                  </a:lnTo>
                  <a:lnTo>
                    <a:pt x="233001" y="343026"/>
                  </a:lnTo>
                  <a:lnTo>
                    <a:pt x="272745" y="345434"/>
                  </a:lnTo>
                  <a:lnTo>
                    <a:pt x="280210" y="345434"/>
                  </a:lnTo>
                  <a:lnTo>
                    <a:pt x="319968" y="342062"/>
                  </a:lnTo>
                  <a:lnTo>
                    <a:pt x="331528" y="339654"/>
                  </a:lnTo>
                  <a:lnTo>
                    <a:pt x="335381" y="339172"/>
                  </a:lnTo>
                  <a:lnTo>
                    <a:pt x="343088" y="337246"/>
                  </a:lnTo>
                  <a:lnTo>
                    <a:pt x="348386" y="336282"/>
                  </a:lnTo>
                  <a:lnTo>
                    <a:pt x="353685" y="334837"/>
                  </a:lnTo>
                  <a:lnTo>
                    <a:pt x="358742" y="333152"/>
                  </a:lnTo>
                  <a:lnTo>
                    <a:pt x="362365" y="332188"/>
                  </a:lnTo>
                  <a:lnTo>
                    <a:pt x="375600" y="327853"/>
                  </a:lnTo>
                  <a:lnTo>
                    <a:pt x="387140" y="323447"/>
                  </a:lnTo>
                  <a:lnTo>
                    <a:pt x="395359" y="319996"/>
                  </a:lnTo>
                  <a:lnTo>
                    <a:pt x="403396" y="316320"/>
                  </a:lnTo>
                  <a:lnTo>
                    <a:pt x="411254" y="312440"/>
                  </a:lnTo>
                  <a:lnTo>
                    <a:pt x="404796" y="301446"/>
                  </a:lnTo>
                  <a:lnTo>
                    <a:pt x="401139" y="289732"/>
                  </a:lnTo>
                  <a:lnTo>
                    <a:pt x="415088" y="249268"/>
                  </a:lnTo>
                  <a:lnTo>
                    <a:pt x="456259" y="236335"/>
                  </a:lnTo>
                  <a:lnTo>
                    <a:pt x="480634" y="241615"/>
                  </a:lnTo>
                  <a:lnTo>
                    <a:pt x="486895" y="244023"/>
                  </a:lnTo>
                  <a:lnTo>
                    <a:pt x="492445" y="247154"/>
                  </a:lnTo>
                  <a:lnTo>
                    <a:pt x="497492" y="251008"/>
                  </a:lnTo>
                  <a:lnTo>
                    <a:pt x="503041" y="245950"/>
                  </a:lnTo>
                  <a:lnTo>
                    <a:pt x="533386" y="213428"/>
                  </a:lnTo>
                  <a:lnTo>
                    <a:pt x="564463" y="172717"/>
                  </a:lnTo>
                  <a:lnTo>
                    <a:pt x="587835" y="136582"/>
                  </a:lnTo>
                  <a:lnTo>
                    <a:pt x="591206" y="130320"/>
                  </a:lnTo>
                  <a:lnTo>
                    <a:pt x="594337" y="125022"/>
                  </a:lnTo>
                  <a:lnTo>
                    <a:pt x="603248" y="108645"/>
                  </a:lnTo>
                  <a:lnTo>
                    <a:pt x="611677" y="92018"/>
                  </a:lnTo>
                  <a:lnTo>
                    <a:pt x="619394" y="75882"/>
                  </a:lnTo>
                  <a:lnTo>
                    <a:pt x="623718" y="65526"/>
                  </a:lnTo>
                  <a:lnTo>
                    <a:pt x="627582" y="56846"/>
                  </a:lnTo>
                  <a:lnTo>
                    <a:pt x="635289" y="37098"/>
                  </a:lnTo>
                  <a:lnTo>
                    <a:pt x="643236" y="13245"/>
                  </a:lnTo>
                  <a:lnTo>
                    <a:pt x="644922" y="7465"/>
                  </a:lnTo>
                  <a:lnTo>
                    <a:pt x="646126" y="2167"/>
                  </a:lnTo>
                  <a:lnTo>
                    <a:pt x="644199" y="1444"/>
                  </a:lnTo>
                  <a:lnTo>
                    <a:pt x="63914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2" name="object 202" descr=""/>
          <p:cNvGrpSpPr/>
          <p:nvPr/>
        </p:nvGrpSpPr>
        <p:grpSpPr>
          <a:xfrm>
            <a:off x="8415408" y="9201680"/>
            <a:ext cx="509905" cy="187325"/>
            <a:chOff x="8415408" y="9201680"/>
            <a:chExt cx="509905" cy="187325"/>
          </a:xfrm>
        </p:grpSpPr>
        <p:sp>
          <p:nvSpPr>
            <p:cNvPr id="203" name="object 203" descr=""/>
            <p:cNvSpPr/>
            <p:nvPr/>
          </p:nvSpPr>
          <p:spPr>
            <a:xfrm>
              <a:off x="8415401" y="9284671"/>
              <a:ext cx="494665" cy="103505"/>
            </a:xfrm>
            <a:custGeom>
              <a:avLst/>
              <a:gdLst/>
              <a:ahLst/>
              <a:cxnLst/>
              <a:rect l="l" t="t" r="r" b="b"/>
              <a:pathLst>
                <a:path w="494665" h="103504">
                  <a:moveTo>
                    <a:pt x="494652" y="42329"/>
                  </a:moveTo>
                  <a:lnTo>
                    <a:pt x="491731" y="37223"/>
                  </a:lnTo>
                  <a:lnTo>
                    <a:pt x="482511" y="34404"/>
                  </a:lnTo>
                  <a:lnTo>
                    <a:pt x="457123" y="37325"/>
                  </a:lnTo>
                  <a:lnTo>
                    <a:pt x="430695" y="38455"/>
                  </a:lnTo>
                  <a:lnTo>
                    <a:pt x="404317" y="6832"/>
                  </a:lnTo>
                  <a:lnTo>
                    <a:pt x="350012" y="0"/>
                  </a:lnTo>
                  <a:lnTo>
                    <a:pt x="325170" y="571"/>
                  </a:lnTo>
                  <a:lnTo>
                    <a:pt x="300761" y="2603"/>
                  </a:lnTo>
                  <a:lnTo>
                    <a:pt x="260527" y="8394"/>
                  </a:lnTo>
                  <a:lnTo>
                    <a:pt x="181241" y="22809"/>
                  </a:lnTo>
                  <a:lnTo>
                    <a:pt x="140944" y="28397"/>
                  </a:lnTo>
                  <a:lnTo>
                    <a:pt x="104648" y="30543"/>
                  </a:lnTo>
                  <a:lnTo>
                    <a:pt x="68186" y="29210"/>
                  </a:lnTo>
                  <a:lnTo>
                    <a:pt x="33858" y="23787"/>
                  </a:lnTo>
                  <a:lnTo>
                    <a:pt x="3975" y="13677"/>
                  </a:lnTo>
                  <a:lnTo>
                    <a:pt x="0" y="15189"/>
                  </a:lnTo>
                  <a:lnTo>
                    <a:pt x="36880" y="44005"/>
                  </a:lnTo>
                  <a:lnTo>
                    <a:pt x="103009" y="77863"/>
                  </a:lnTo>
                  <a:lnTo>
                    <a:pt x="145211" y="91668"/>
                  </a:lnTo>
                  <a:lnTo>
                    <a:pt x="192557" y="100736"/>
                  </a:lnTo>
                  <a:lnTo>
                    <a:pt x="244297" y="103060"/>
                  </a:lnTo>
                  <a:lnTo>
                    <a:pt x="299707" y="96647"/>
                  </a:lnTo>
                  <a:lnTo>
                    <a:pt x="358051" y="79489"/>
                  </a:lnTo>
                  <a:lnTo>
                    <a:pt x="418617" y="49580"/>
                  </a:lnTo>
                  <a:lnTo>
                    <a:pt x="421271" y="47396"/>
                  </a:lnTo>
                  <a:lnTo>
                    <a:pt x="478180" y="51130"/>
                  </a:lnTo>
                  <a:lnTo>
                    <a:pt x="490423" y="47650"/>
                  </a:lnTo>
                  <a:lnTo>
                    <a:pt x="494652" y="42329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8415401" y="9284671"/>
              <a:ext cx="494665" cy="103505"/>
            </a:xfrm>
            <a:custGeom>
              <a:avLst/>
              <a:gdLst/>
              <a:ahLst/>
              <a:cxnLst/>
              <a:rect l="l" t="t" r="r" b="b"/>
              <a:pathLst>
                <a:path w="494665" h="103504">
                  <a:moveTo>
                    <a:pt x="494652" y="42329"/>
                  </a:moveTo>
                  <a:lnTo>
                    <a:pt x="491731" y="37223"/>
                  </a:lnTo>
                  <a:lnTo>
                    <a:pt x="482511" y="34404"/>
                  </a:lnTo>
                  <a:lnTo>
                    <a:pt x="457123" y="37325"/>
                  </a:lnTo>
                  <a:lnTo>
                    <a:pt x="430695" y="38455"/>
                  </a:lnTo>
                  <a:lnTo>
                    <a:pt x="404317" y="6832"/>
                  </a:lnTo>
                  <a:lnTo>
                    <a:pt x="350012" y="0"/>
                  </a:lnTo>
                  <a:lnTo>
                    <a:pt x="325170" y="571"/>
                  </a:lnTo>
                  <a:lnTo>
                    <a:pt x="300761" y="2603"/>
                  </a:lnTo>
                  <a:lnTo>
                    <a:pt x="260527" y="8394"/>
                  </a:lnTo>
                  <a:lnTo>
                    <a:pt x="181241" y="22809"/>
                  </a:lnTo>
                  <a:lnTo>
                    <a:pt x="140944" y="28397"/>
                  </a:lnTo>
                  <a:lnTo>
                    <a:pt x="104648" y="30543"/>
                  </a:lnTo>
                  <a:lnTo>
                    <a:pt x="68186" y="29210"/>
                  </a:lnTo>
                  <a:lnTo>
                    <a:pt x="33858" y="23787"/>
                  </a:lnTo>
                  <a:lnTo>
                    <a:pt x="3975" y="13677"/>
                  </a:lnTo>
                  <a:lnTo>
                    <a:pt x="0" y="15189"/>
                  </a:lnTo>
                  <a:lnTo>
                    <a:pt x="36880" y="44005"/>
                  </a:lnTo>
                  <a:lnTo>
                    <a:pt x="103009" y="77863"/>
                  </a:lnTo>
                  <a:lnTo>
                    <a:pt x="145211" y="91668"/>
                  </a:lnTo>
                  <a:lnTo>
                    <a:pt x="192557" y="100736"/>
                  </a:lnTo>
                  <a:lnTo>
                    <a:pt x="244297" y="103060"/>
                  </a:lnTo>
                  <a:lnTo>
                    <a:pt x="299707" y="96647"/>
                  </a:lnTo>
                  <a:lnTo>
                    <a:pt x="358051" y="79489"/>
                  </a:lnTo>
                  <a:lnTo>
                    <a:pt x="418617" y="49580"/>
                  </a:lnTo>
                  <a:lnTo>
                    <a:pt x="421271" y="47396"/>
                  </a:lnTo>
                  <a:lnTo>
                    <a:pt x="478180" y="51130"/>
                  </a:lnTo>
                  <a:lnTo>
                    <a:pt x="490423" y="47650"/>
                  </a:lnTo>
                  <a:lnTo>
                    <a:pt x="494652" y="4232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8440407" y="9201689"/>
              <a:ext cx="485140" cy="187325"/>
            </a:xfrm>
            <a:custGeom>
              <a:avLst/>
              <a:gdLst/>
              <a:ahLst/>
              <a:cxnLst/>
              <a:rect l="l" t="t" r="r" b="b"/>
              <a:pathLst>
                <a:path w="485140" h="187325">
                  <a:moveTo>
                    <a:pt x="484822" y="113715"/>
                  </a:moveTo>
                  <a:lnTo>
                    <a:pt x="483006" y="104444"/>
                  </a:lnTo>
                  <a:lnTo>
                    <a:pt x="474446" y="98310"/>
                  </a:lnTo>
                  <a:lnTo>
                    <a:pt x="448652" y="100114"/>
                  </a:lnTo>
                  <a:lnTo>
                    <a:pt x="422236" y="98628"/>
                  </a:lnTo>
                  <a:lnTo>
                    <a:pt x="426288" y="86525"/>
                  </a:lnTo>
                  <a:lnTo>
                    <a:pt x="424573" y="72148"/>
                  </a:lnTo>
                  <a:lnTo>
                    <a:pt x="417804" y="58826"/>
                  </a:lnTo>
                  <a:lnTo>
                    <a:pt x="374408" y="26174"/>
                  </a:lnTo>
                  <a:lnTo>
                    <a:pt x="325501" y="18846"/>
                  </a:lnTo>
                  <a:lnTo>
                    <a:pt x="300863" y="19215"/>
                  </a:lnTo>
                  <a:lnTo>
                    <a:pt x="259753" y="24104"/>
                  </a:lnTo>
                  <a:lnTo>
                    <a:pt x="178130" y="38963"/>
                  </a:lnTo>
                  <a:lnTo>
                    <a:pt x="136994" y="43446"/>
                  </a:lnTo>
                  <a:lnTo>
                    <a:pt x="100558" y="42481"/>
                  </a:lnTo>
                  <a:lnTo>
                    <a:pt x="64681" y="35420"/>
                  </a:lnTo>
                  <a:lnTo>
                    <a:pt x="31775" y="21513"/>
                  </a:lnTo>
                  <a:lnTo>
                    <a:pt x="4254" y="0"/>
                  </a:lnTo>
                  <a:lnTo>
                    <a:pt x="0" y="2108"/>
                  </a:lnTo>
                  <a:lnTo>
                    <a:pt x="20929" y="42303"/>
                  </a:lnTo>
                  <a:lnTo>
                    <a:pt x="58724" y="93865"/>
                  </a:lnTo>
                  <a:lnTo>
                    <a:pt x="112293" y="143725"/>
                  </a:lnTo>
                  <a:lnTo>
                    <a:pt x="144640" y="163931"/>
                  </a:lnTo>
                  <a:lnTo>
                    <a:pt x="180517" y="178841"/>
                  </a:lnTo>
                  <a:lnTo>
                    <a:pt x="219773" y="186791"/>
                  </a:lnTo>
                  <a:lnTo>
                    <a:pt x="262280" y="186156"/>
                  </a:lnTo>
                  <a:lnTo>
                    <a:pt x="307911" y="175323"/>
                  </a:lnTo>
                  <a:lnTo>
                    <a:pt x="356501" y="152641"/>
                  </a:lnTo>
                  <a:lnTo>
                    <a:pt x="407924" y="116484"/>
                  </a:lnTo>
                  <a:lnTo>
                    <a:pt x="411010" y="113017"/>
                  </a:lnTo>
                  <a:lnTo>
                    <a:pt x="466661" y="126911"/>
                  </a:lnTo>
                  <a:lnTo>
                    <a:pt x="479513" y="122440"/>
                  </a:lnTo>
                  <a:lnTo>
                    <a:pt x="484822" y="113715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8440412" y="9201680"/>
              <a:ext cx="426720" cy="187325"/>
            </a:xfrm>
            <a:custGeom>
              <a:avLst/>
              <a:gdLst/>
              <a:ahLst/>
              <a:cxnLst/>
              <a:rect l="l" t="t" r="r" b="b"/>
              <a:pathLst>
                <a:path w="426720" h="187325">
                  <a:moveTo>
                    <a:pt x="4251" y="0"/>
                  </a:moveTo>
                  <a:lnTo>
                    <a:pt x="20926" y="42313"/>
                  </a:lnTo>
                  <a:lnTo>
                    <a:pt x="58727" y="93866"/>
                  </a:lnTo>
                  <a:lnTo>
                    <a:pt x="112293" y="143725"/>
                  </a:lnTo>
                  <a:lnTo>
                    <a:pt x="144642" y="163941"/>
                  </a:lnTo>
                  <a:lnTo>
                    <a:pt x="180516" y="178840"/>
                  </a:lnTo>
                  <a:lnTo>
                    <a:pt x="219777" y="186791"/>
                  </a:lnTo>
                  <a:lnTo>
                    <a:pt x="262288" y="186162"/>
                  </a:lnTo>
                  <a:lnTo>
                    <a:pt x="307908" y="175323"/>
                  </a:lnTo>
                  <a:lnTo>
                    <a:pt x="356500" y="152642"/>
                  </a:lnTo>
                  <a:lnTo>
                    <a:pt x="407924" y="116488"/>
                  </a:lnTo>
                  <a:lnTo>
                    <a:pt x="426288" y="86534"/>
                  </a:lnTo>
                  <a:lnTo>
                    <a:pt x="424578" y="72155"/>
                  </a:lnTo>
                  <a:lnTo>
                    <a:pt x="402678" y="40052"/>
                  </a:lnTo>
                  <a:lnTo>
                    <a:pt x="350258" y="21076"/>
                  </a:lnTo>
                  <a:lnTo>
                    <a:pt x="300870" y="19224"/>
                  </a:lnTo>
                  <a:lnTo>
                    <a:pt x="259757" y="24105"/>
                  </a:lnTo>
                  <a:lnTo>
                    <a:pt x="178125" y="38961"/>
                  </a:lnTo>
                  <a:lnTo>
                    <a:pt x="137001" y="43454"/>
                  </a:lnTo>
                  <a:lnTo>
                    <a:pt x="100557" y="42486"/>
                  </a:lnTo>
                  <a:lnTo>
                    <a:pt x="64685" y="35423"/>
                  </a:lnTo>
                  <a:lnTo>
                    <a:pt x="31782" y="21511"/>
                  </a:lnTo>
                  <a:lnTo>
                    <a:pt x="425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 descr=""/>
          <p:cNvGrpSpPr/>
          <p:nvPr/>
        </p:nvGrpSpPr>
        <p:grpSpPr>
          <a:xfrm>
            <a:off x="976120" y="9201680"/>
            <a:ext cx="509905" cy="187325"/>
            <a:chOff x="976120" y="9201680"/>
            <a:chExt cx="509905" cy="187325"/>
          </a:xfrm>
        </p:grpSpPr>
        <p:sp>
          <p:nvSpPr>
            <p:cNvPr id="208" name="object 208" descr=""/>
            <p:cNvSpPr/>
            <p:nvPr/>
          </p:nvSpPr>
          <p:spPr>
            <a:xfrm>
              <a:off x="976109" y="9284671"/>
              <a:ext cx="494665" cy="103505"/>
            </a:xfrm>
            <a:custGeom>
              <a:avLst/>
              <a:gdLst/>
              <a:ahLst/>
              <a:cxnLst/>
              <a:rect l="l" t="t" r="r" b="b"/>
              <a:pathLst>
                <a:path w="494665" h="103504">
                  <a:moveTo>
                    <a:pt x="494652" y="42329"/>
                  </a:moveTo>
                  <a:lnTo>
                    <a:pt x="491731" y="37223"/>
                  </a:lnTo>
                  <a:lnTo>
                    <a:pt x="482511" y="34404"/>
                  </a:lnTo>
                  <a:lnTo>
                    <a:pt x="457123" y="37325"/>
                  </a:lnTo>
                  <a:lnTo>
                    <a:pt x="430707" y="38455"/>
                  </a:lnTo>
                  <a:lnTo>
                    <a:pt x="404329" y="6832"/>
                  </a:lnTo>
                  <a:lnTo>
                    <a:pt x="350012" y="0"/>
                  </a:lnTo>
                  <a:lnTo>
                    <a:pt x="325170" y="571"/>
                  </a:lnTo>
                  <a:lnTo>
                    <a:pt x="300761" y="2603"/>
                  </a:lnTo>
                  <a:lnTo>
                    <a:pt x="260527" y="8394"/>
                  </a:lnTo>
                  <a:lnTo>
                    <a:pt x="181241" y="22809"/>
                  </a:lnTo>
                  <a:lnTo>
                    <a:pt x="140944" y="28397"/>
                  </a:lnTo>
                  <a:lnTo>
                    <a:pt x="104648" y="30543"/>
                  </a:lnTo>
                  <a:lnTo>
                    <a:pt x="68186" y="29210"/>
                  </a:lnTo>
                  <a:lnTo>
                    <a:pt x="33870" y="23787"/>
                  </a:lnTo>
                  <a:lnTo>
                    <a:pt x="3975" y="13677"/>
                  </a:lnTo>
                  <a:lnTo>
                    <a:pt x="0" y="15189"/>
                  </a:lnTo>
                  <a:lnTo>
                    <a:pt x="36880" y="44005"/>
                  </a:lnTo>
                  <a:lnTo>
                    <a:pt x="103009" y="77863"/>
                  </a:lnTo>
                  <a:lnTo>
                    <a:pt x="145224" y="91668"/>
                  </a:lnTo>
                  <a:lnTo>
                    <a:pt x="192557" y="100736"/>
                  </a:lnTo>
                  <a:lnTo>
                    <a:pt x="244297" y="103060"/>
                  </a:lnTo>
                  <a:lnTo>
                    <a:pt x="299707" y="96647"/>
                  </a:lnTo>
                  <a:lnTo>
                    <a:pt x="358051" y="79489"/>
                  </a:lnTo>
                  <a:lnTo>
                    <a:pt x="418617" y="49580"/>
                  </a:lnTo>
                  <a:lnTo>
                    <a:pt x="421271" y="47396"/>
                  </a:lnTo>
                  <a:lnTo>
                    <a:pt x="478180" y="51130"/>
                  </a:lnTo>
                  <a:lnTo>
                    <a:pt x="490423" y="47650"/>
                  </a:lnTo>
                  <a:lnTo>
                    <a:pt x="494652" y="42329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976109" y="9284671"/>
              <a:ext cx="494665" cy="103505"/>
            </a:xfrm>
            <a:custGeom>
              <a:avLst/>
              <a:gdLst/>
              <a:ahLst/>
              <a:cxnLst/>
              <a:rect l="l" t="t" r="r" b="b"/>
              <a:pathLst>
                <a:path w="494665" h="103504">
                  <a:moveTo>
                    <a:pt x="494652" y="42329"/>
                  </a:moveTo>
                  <a:lnTo>
                    <a:pt x="491731" y="37223"/>
                  </a:lnTo>
                  <a:lnTo>
                    <a:pt x="482511" y="34404"/>
                  </a:lnTo>
                  <a:lnTo>
                    <a:pt x="457123" y="37325"/>
                  </a:lnTo>
                  <a:lnTo>
                    <a:pt x="430707" y="38455"/>
                  </a:lnTo>
                  <a:lnTo>
                    <a:pt x="404329" y="6832"/>
                  </a:lnTo>
                  <a:lnTo>
                    <a:pt x="350012" y="0"/>
                  </a:lnTo>
                  <a:lnTo>
                    <a:pt x="325170" y="571"/>
                  </a:lnTo>
                  <a:lnTo>
                    <a:pt x="300761" y="2603"/>
                  </a:lnTo>
                  <a:lnTo>
                    <a:pt x="260527" y="8394"/>
                  </a:lnTo>
                  <a:lnTo>
                    <a:pt x="181241" y="22809"/>
                  </a:lnTo>
                  <a:lnTo>
                    <a:pt x="140944" y="28397"/>
                  </a:lnTo>
                  <a:lnTo>
                    <a:pt x="104648" y="30543"/>
                  </a:lnTo>
                  <a:lnTo>
                    <a:pt x="68186" y="29210"/>
                  </a:lnTo>
                  <a:lnTo>
                    <a:pt x="33870" y="23787"/>
                  </a:lnTo>
                  <a:lnTo>
                    <a:pt x="3975" y="13677"/>
                  </a:lnTo>
                  <a:lnTo>
                    <a:pt x="0" y="15189"/>
                  </a:lnTo>
                  <a:lnTo>
                    <a:pt x="36880" y="44005"/>
                  </a:lnTo>
                  <a:lnTo>
                    <a:pt x="103009" y="77863"/>
                  </a:lnTo>
                  <a:lnTo>
                    <a:pt x="145224" y="91668"/>
                  </a:lnTo>
                  <a:lnTo>
                    <a:pt x="192557" y="100736"/>
                  </a:lnTo>
                  <a:lnTo>
                    <a:pt x="244297" y="103060"/>
                  </a:lnTo>
                  <a:lnTo>
                    <a:pt x="299707" y="96647"/>
                  </a:lnTo>
                  <a:lnTo>
                    <a:pt x="358051" y="79489"/>
                  </a:lnTo>
                  <a:lnTo>
                    <a:pt x="418617" y="49580"/>
                  </a:lnTo>
                  <a:lnTo>
                    <a:pt x="421271" y="47396"/>
                  </a:lnTo>
                  <a:lnTo>
                    <a:pt x="478180" y="51130"/>
                  </a:lnTo>
                  <a:lnTo>
                    <a:pt x="490423" y="47650"/>
                  </a:lnTo>
                  <a:lnTo>
                    <a:pt x="494652" y="4232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001115" y="9201689"/>
              <a:ext cx="485140" cy="187325"/>
            </a:xfrm>
            <a:custGeom>
              <a:avLst/>
              <a:gdLst/>
              <a:ahLst/>
              <a:cxnLst/>
              <a:rect l="l" t="t" r="r" b="b"/>
              <a:pathLst>
                <a:path w="485140" h="187325">
                  <a:moveTo>
                    <a:pt x="484835" y="113715"/>
                  </a:moveTo>
                  <a:lnTo>
                    <a:pt x="483006" y="104444"/>
                  </a:lnTo>
                  <a:lnTo>
                    <a:pt x="474446" y="98310"/>
                  </a:lnTo>
                  <a:lnTo>
                    <a:pt x="448652" y="100114"/>
                  </a:lnTo>
                  <a:lnTo>
                    <a:pt x="422236" y="98628"/>
                  </a:lnTo>
                  <a:lnTo>
                    <a:pt x="426288" y="86525"/>
                  </a:lnTo>
                  <a:lnTo>
                    <a:pt x="424573" y="72148"/>
                  </a:lnTo>
                  <a:lnTo>
                    <a:pt x="417804" y="58826"/>
                  </a:lnTo>
                  <a:lnTo>
                    <a:pt x="374408" y="26174"/>
                  </a:lnTo>
                  <a:lnTo>
                    <a:pt x="325501" y="18846"/>
                  </a:lnTo>
                  <a:lnTo>
                    <a:pt x="300875" y="19215"/>
                  </a:lnTo>
                  <a:lnTo>
                    <a:pt x="259753" y="24104"/>
                  </a:lnTo>
                  <a:lnTo>
                    <a:pt x="178130" y="38963"/>
                  </a:lnTo>
                  <a:lnTo>
                    <a:pt x="137007" y="43446"/>
                  </a:lnTo>
                  <a:lnTo>
                    <a:pt x="100558" y="42481"/>
                  </a:lnTo>
                  <a:lnTo>
                    <a:pt x="64681" y="35420"/>
                  </a:lnTo>
                  <a:lnTo>
                    <a:pt x="31788" y="21513"/>
                  </a:lnTo>
                  <a:lnTo>
                    <a:pt x="4254" y="0"/>
                  </a:lnTo>
                  <a:lnTo>
                    <a:pt x="0" y="2108"/>
                  </a:lnTo>
                  <a:lnTo>
                    <a:pt x="20929" y="42303"/>
                  </a:lnTo>
                  <a:lnTo>
                    <a:pt x="58724" y="93865"/>
                  </a:lnTo>
                  <a:lnTo>
                    <a:pt x="112293" y="143725"/>
                  </a:lnTo>
                  <a:lnTo>
                    <a:pt x="144640" y="163931"/>
                  </a:lnTo>
                  <a:lnTo>
                    <a:pt x="180517" y="178841"/>
                  </a:lnTo>
                  <a:lnTo>
                    <a:pt x="219773" y="186791"/>
                  </a:lnTo>
                  <a:lnTo>
                    <a:pt x="262293" y="186156"/>
                  </a:lnTo>
                  <a:lnTo>
                    <a:pt x="307911" y="175323"/>
                  </a:lnTo>
                  <a:lnTo>
                    <a:pt x="356501" y="152641"/>
                  </a:lnTo>
                  <a:lnTo>
                    <a:pt x="407924" y="116484"/>
                  </a:lnTo>
                  <a:lnTo>
                    <a:pt x="411010" y="113017"/>
                  </a:lnTo>
                  <a:lnTo>
                    <a:pt x="466661" y="126911"/>
                  </a:lnTo>
                  <a:lnTo>
                    <a:pt x="479526" y="122440"/>
                  </a:lnTo>
                  <a:lnTo>
                    <a:pt x="484835" y="113715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001122" y="9201680"/>
              <a:ext cx="426720" cy="187325"/>
            </a:xfrm>
            <a:custGeom>
              <a:avLst/>
              <a:gdLst/>
              <a:ahLst/>
              <a:cxnLst/>
              <a:rect l="l" t="t" r="r" b="b"/>
              <a:pathLst>
                <a:path w="426719" h="187325">
                  <a:moveTo>
                    <a:pt x="4251" y="0"/>
                  </a:moveTo>
                  <a:lnTo>
                    <a:pt x="20926" y="42313"/>
                  </a:lnTo>
                  <a:lnTo>
                    <a:pt x="58727" y="93866"/>
                  </a:lnTo>
                  <a:lnTo>
                    <a:pt x="112293" y="143725"/>
                  </a:lnTo>
                  <a:lnTo>
                    <a:pt x="144642" y="163941"/>
                  </a:lnTo>
                  <a:lnTo>
                    <a:pt x="180516" y="178840"/>
                  </a:lnTo>
                  <a:lnTo>
                    <a:pt x="219777" y="186791"/>
                  </a:lnTo>
                  <a:lnTo>
                    <a:pt x="262288" y="186162"/>
                  </a:lnTo>
                  <a:lnTo>
                    <a:pt x="307908" y="175323"/>
                  </a:lnTo>
                  <a:lnTo>
                    <a:pt x="356500" y="152642"/>
                  </a:lnTo>
                  <a:lnTo>
                    <a:pt x="407924" y="116488"/>
                  </a:lnTo>
                  <a:lnTo>
                    <a:pt x="426288" y="86534"/>
                  </a:lnTo>
                  <a:lnTo>
                    <a:pt x="424578" y="72155"/>
                  </a:lnTo>
                  <a:lnTo>
                    <a:pt x="402678" y="40052"/>
                  </a:lnTo>
                  <a:lnTo>
                    <a:pt x="350258" y="21076"/>
                  </a:lnTo>
                  <a:lnTo>
                    <a:pt x="300870" y="19224"/>
                  </a:lnTo>
                  <a:lnTo>
                    <a:pt x="259757" y="24105"/>
                  </a:lnTo>
                  <a:lnTo>
                    <a:pt x="178125" y="38961"/>
                  </a:lnTo>
                  <a:lnTo>
                    <a:pt x="137001" y="43454"/>
                  </a:lnTo>
                  <a:lnTo>
                    <a:pt x="100557" y="42486"/>
                  </a:lnTo>
                  <a:lnTo>
                    <a:pt x="64685" y="35423"/>
                  </a:lnTo>
                  <a:lnTo>
                    <a:pt x="31782" y="21511"/>
                  </a:lnTo>
                  <a:lnTo>
                    <a:pt x="425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2" name="object 212" descr=""/>
          <p:cNvGrpSpPr/>
          <p:nvPr/>
        </p:nvGrpSpPr>
        <p:grpSpPr>
          <a:xfrm>
            <a:off x="6488410" y="9142985"/>
            <a:ext cx="504190" cy="183515"/>
            <a:chOff x="6488410" y="9142985"/>
            <a:chExt cx="504190" cy="183515"/>
          </a:xfrm>
        </p:grpSpPr>
        <p:sp>
          <p:nvSpPr>
            <p:cNvPr id="213" name="object 213" descr=""/>
            <p:cNvSpPr/>
            <p:nvPr/>
          </p:nvSpPr>
          <p:spPr>
            <a:xfrm>
              <a:off x="6500050" y="9219786"/>
              <a:ext cx="492759" cy="106680"/>
            </a:xfrm>
            <a:custGeom>
              <a:avLst/>
              <a:gdLst/>
              <a:ahLst/>
              <a:cxnLst/>
              <a:rect l="l" t="t" r="r" b="b"/>
              <a:pathLst>
                <a:path w="492759" h="106679">
                  <a:moveTo>
                    <a:pt x="492518" y="27203"/>
                  </a:moveTo>
                  <a:lnTo>
                    <a:pt x="488632" y="25577"/>
                  </a:lnTo>
                  <a:lnTo>
                    <a:pt x="458571" y="34582"/>
                  </a:lnTo>
                  <a:lnTo>
                    <a:pt x="424281" y="38773"/>
                  </a:lnTo>
                  <a:lnTo>
                    <a:pt x="387997" y="38836"/>
                  </a:lnTo>
                  <a:lnTo>
                    <a:pt x="351993" y="35445"/>
                  </a:lnTo>
                  <a:lnTo>
                    <a:pt x="312140" y="28511"/>
                  </a:lnTo>
                  <a:lnTo>
                    <a:pt x="233857" y="11442"/>
                  </a:lnTo>
                  <a:lnTo>
                    <a:pt x="194056" y="4292"/>
                  </a:lnTo>
                  <a:lnTo>
                    <a:pt x="169875" y="1422"/>
                  </a:lnTo>
                  <a:lnTo>
                    <a:pt x="145199" y="0"/>
                  </a:lnTo>
                  <a:lnTo>
                    <a:pt x="120726" y="228"/>
                  </a:lnTo>
                  <a:lnTo>
                    <a:pt x="79159" y="10579"/>
                  </a:lnTo>
                  <a:lnTo>
                    <a:pt x="61353" y="28244"/>
                  </a:lnTo>
                  <a:lnTo>
                    <a:pt x="63665" y="35407"/>
                  </a:lnTo>
                  <a:lnTo>
                    <a:pt x="37465" y="33388"/>
                  </a:lnTo>
                  <a:lnTo>
                    <a:pt x="12331" y="29603"/>
                  </a:lnTo>
                  <a:lnTo>
                    <a:pt x="3073" y="32092"/>
                  </a:lnTo>
                  <a:lnTo>
                    <a:pt x="0" y="37071"/>
                  </a:lnTo>
                  <a:lnTo>
                    <a:pt x="4025" y="42494"/>
                  </a:lnTo>
                  <a:lnTo>
                    <a:pt x="16065" y="46367"/>
                  </a:lnTo>
                  <a:lnTo>
                    <a:pt x="72732" y="44640"/>
                  </a:lnTo>
                  <a:lnTo>
                    <a:pt x="75311" y="46901"/>
                  </a:lnTo>
                  <a:lnTo>
                    <a:pt x="134467" y="78714"/>
                  </a:lnTo>
                  <a:lnTo>
                    <a:pt x="191858" y="97790"/>
                  </a:lnTo>
                  <a:lnTo>
                    <a:pt x="246697" y="106083"/>
                  </a:lnTo>
                  <a:lnTo>
                    <a:pt x="298196" y="105562"/>
                  </a:lnTo>
                  <a:lnTo>
                    <a:pt x="345567" y="98196"/>
                  </a:lnTo>
                  <a:lnTo>
                    <a:pt x="387985" y="85928"/>
                  </a:lnTo>
                  <a:lnTo>
                    <a:pt x="424688" y="70739"/>
                  </a:lnTo>
                  <a:lnTo>
                    <a:pt x="477748" y="39408"/>
                  </a:lnTo>
                  <a:lnTo>
                    <a:pt x="492518" y="27203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6500050" y="9219786"/>
              <a:ext cx="492759" cy="106680"/>
            </a:xfrm>
            <a:custGeom>
              <a:avLst/>
              <a:gdLst/>
              <a:ahLst/>
              <a:cxnLst/>
              <a:rect l="l" t="t" r="r" b="b"/>
              <a:pathLst>
                <a:path w="492759" h="106679">
                  <a:moveTo>
                    <a:pt x="492518" y="27203"/>
                  </a:moveTo>
                  <a:lnTo>
                    <a:pt x="488632" y="25577"/>
                  </a:lnTo>
                  <a:lnTo>
                    <a:pt x="458571" y="34582"/>
                  </a:lnTo>
                  <a:lnTo>
                    <a:pt x="424281" y="38773"/>
                  </a:lnTo>
                  <a:lnTo>
                    <a:pt x="387997" y="38836"/>
                  </a:lnTo>
                  <a:lnTo>
                    <a:pt x="351993" y="35445"/>
                  </a:lnTo>
                  <a:lnTo>
                    <a:pt x="312140" y="28511"/>
                  </a:lnTo>
                  <a:lnTo>
                    <a:pt x="233857" y="11442"/>
                  </a:lnTo>
                  <a:lnTo>
                    <a:pt x="194056" y="4292"/>
                  </a:lnTo>
                  <a:lnTo>
                    <a:pt x="169875" y="1422"/>
                  </a:lnTo>
                  <a:lnTo>
                    <a:pt x="145199" y="0"/>
                  </a:lnTo>
                  <a:lnTo>
                    <a:pt x="120726" y="228"/>
                  </a:lnTo>
                  <a:lnTo>
                    <a:pt x="79159" y="10579"/>
                  </a:lnTo>
                  <a:lnTo>
                    <a:pt x="61353" y="28244"/>
                  </a:lnTo>
                  <a:lnTo>
                    <a:pt x="63665" y="35407"/>
                  </a:lnTo>
                  <a:lnTo>
                    <a:pt x="37465" y="33388"/>
                  </a:lnTo>
                  <a:lnTo>
                    <a:pt x="12331" y="29603"/>
                  </a:lnTo>
                  <a:lnTo>
                    <a:pt x="3073" y="32092"/>
                  </a:lnTo>
                  <a:lnTo>
                    <a:pt x="0" y="37071"/>
                  </a:lnTo>
                  <a:lnTo>
                    <a:pt x="4025" y="42494"/>
                  </a:lnTo>
                  <a:lnTo>
                    <a:pt x="16065" y="46367"/>
                  </a:lnTo>
                  <a:lnTo>
                    <a:pt x="72732" y="44640"/>
                  </a:lnTo>
                  <a:lnTo>
                    <a:pt x="75311" y="46901"/>
                  </a:lnTo>
                  <a:lnTo>
                    <a:pt x="134467" y="78714"/>
                  </a:lnTo>
                  <a:lnTo>
                    <a:pt x="191858" y="97790"/>
                  </a:lnTo>
                  <a:lnTo>
                    <a:pt x="246697" y="106083"/>
                  </a:lnTo>
                  <a:lnTo>
                    <a:pt x="298196" y="105562"/>
                  </a:lnTo>
                  <a:lnTo>
                    <a:pt x="345567" y="98196"/>
                  </a:lnTo>
                  <a:lnTo>
                    <a:pt x="387985" y="85928"/>
                  </a:lnTo>
                  <a:lnTo>
                    <a:pt x="424688" y="70739"/>
                  </a:lnTo>
                  <a:lnTo>
                    <a:pt x="477748" y="39408"/>
                  </a:lnTo>
                  <a:lnTo>
                    <a:pt x="492518" y="27203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6488404" y="9142990"/>
              <a:ext cx="494030" cy="183515"/>
            </a:xfrm>
            <a:custGeom>
              <a:avLst/>
              <a:gdLst/>
              <a:ahLst/>
              <a:cxnLst/>
              <a:rect l="l" t="t" r="r" b="b"/>
              <a:pathLst>
                <a:path w="494029" h="183515">
                  <a:moveTo>
                    <a:pt x="493585" y="36195"/>
                  </a:moveTo>
                  <a:lnTo>
                    <a:pt x="489737" y="33451"/>
                  </a:lnTo>
                  <a:lnTo>
                    <a:pt x="459333" y="50266"/>
                  </a:lnTo>
                  <a:lnTo>
                    <a:pt x="424853" y="58775"/>
                  </a:lnTo>
                  <a:lnTo>
                    <a:pt x="388505" y="60096"/>
                  </a:lnTo>
                  <a:lnTo>
                    <a:pt x="352564" y="55333"/>
                  </a:lnTo>
                  <a:lnTo>
                    <a:pt x="312889" y="44500"/>
                  </a:lnTo>
                  <a:lnTo>
                    <a:pt x="235051" y="17132"/>
                  </a:lnTo>
                  <a:lnTo>
                    <a:pt x="195440" y="5905"/>
                  </a:lnTo>
                  <a:lnTo>
                    <a:pt x="171310" y="1689"/>
                  </a:lnTo>
                  <a:lnTo>
                    <a:pt x="146646" y="0"/>
                  </a:lnTo>
                  <a:lnTo>
                    <a:pt x="122135" y="1231"/>
                  </a:lnTo>
                  <a:lnTo>
                    <a:pt x="86093" y="15443"/>
                  </a:lnTo>
                  <a:lnTo>
                    <a:pt x="61747" y="52387"/>
                  </a:lnTo>
                  <a:lnTo>
                    <a:pt x="63817" y="64897"/>
                  </a:lnTo>
                  <a:lnTo>
                    <a:pt x="37655" y="62217"/>
                  </a:lnTo>
                  <a:lnTo>
                    <a:pt x="12611" y="56426"/>
                  </a:lnTo>
                  <a:lnTo>
                    <a:pt x="3251" y="61099"/>
                  </a:lnTo>
                  <a:lnTo>
                    <a:pt x="0" y="69926"/>
                  </a:lnTo>
                  <a:lnTo>
                    <a:pt x="3848" y="79324"/>
                  </a:lnTo>
                  <a:lnTo>
                    <a:pt x="15773" y="85725"/>
                  </a:lnTo>
                  <a:lnTo>
                    <a:pt x="72593" y="80784"/>
                  </a:lnTo>
                  <a:lnTo>
                    <a:pt x="75095" y="84670"/>
                  </a:lnTo>
                  <a:lnTo>
                    <a:pt x="119926" y="128219"/>
                  </a:lnTo>
                  <a:lnTo>
                    <a:pt x="164096" y="158102"/>
                  </a:lnTo>
                  <a:lnTo>
                    <a:pt x="207200" y="175882"/>
                  </a:lnTo>
                  <a:lnTo>
                    <a:pt x="248856" y="183146"/>
                  </a:lnTo>
                  <a:lnTo>
                    <a:pt x="288645" y="181483"/>
                  </a:lnTo>
                  <a:lnTo>
                    <a:pt x="326212" y="172466"/>
                  </a:lnTo>
                  <a:lnTo>
                    <a:pt x="393052" y="138696"/>
                  </a:lnTo>
                  <a:lnTo>
                    <a:pt x="446239" y="94475"/>
                  </a:lnTo>
                  <a:lnTo>
                    <a:pt x="482650" y="52438"/>
                  </a:lnTo>
                  <a:lnTo>
                    <a:pt x="493585" y="36195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550155" y="9142985"/>
              <a:ext cx="432434" cy="183515"/>
            </a:xfrm>
            <a:custGeom>
              <a:avLst/>
              <a:gdLst/>
              <a:ahLst/>
              <a:cxnLst/>
              <a:rect l="l" t="t" r="r" b="b"/>
              <a:pathLst>
                <a:path w="432434" h="183515">
                  <a:moveTo>
                    <a:pt x="84904" y="0"/>
                  </a:moveTo>
                  <a:lnTo>
                    <a:pt x="36716" y="5748"/>
                  </a:lnTo>
                  <a:lnTo>
                    <a:pt x="3930" y="38533"/>
                  </a:lnTo>
                  <a:lnTo>
                    <a:pt x="0" y="52384"/>
                  </a:lnTo>
                  <a:lnTo>
                    <a:pt x="2572" y="67835"/>
                  </a:lnTo>
                  <a:lnTo>
                    <a:pt x="58187" y="128218"/>
                  </a:lnTo>
                  <a:lnTo>
                    <a:pt x="102355" y="158096"/>
                  </a:lnTo>
                  <a:lnTo>
                    <a:pt x="145458" y="175879"/>
                  </a:lnTo>
                  <a:lnTo>
                    <a:pt x="187106" y="183148"/>
                  </a:lnTo>
                  <a:lnTo>
                    <a:pt x="226906" y="181484"/>
                  </a:lnTo>
                  <a:lnTo>
                    <a:pt x="264467" y="172467"/>
                  </a:lnTo>
                  <a:lnTo>
                    <a:pt x="331307" y="138693"/>
                  </a:lnTo>
                  <a:lnTo>
                    <a:pt x="384496" y="94468"/>
                  </a:lnTo>
                  <a:lnTo>
                    <a:pt x="420903" y="52433"/>
                  </a:lnTo>
                  <a:lnTo>
                    <a:pt x="431835" y="36187"/>
                  </a:lnTo>
                  <a:lnTo>
                    <a:pt x="427992" y="33444"/>
                  </a:lnTo>
                  <a:lnTo>
                    <a:pt x="397590" y="50263"/>
                  </a:lnTo>
                  <a:lnTo>
                    <a:pt x="363102" y="58774"/>
                  </a:lnTo>
                  <a:lnTo>
                    <a:pt x="326767" y="60094"/>
                  </a:lnTo>
                  <a:lnTo>
                    <a:pt x="290823" y="55338"/>
                  </a:lnTo>
                  <a:lnTo>
                    <a:pt x="251144" y="44494"/>
                  </a:lnTo>
                  <a:lnTo>
                    <a:pt x="173305" y="17132"/>
                  </a:lnTo>
                  <a:lnTo>
                    <a:pt x="133697" y="5905"/>
                  </a:lnTo>
                  <a:lnTo>
                    <a:pt x="109566" y="1684"/>
                  </a:lnTo>
                  <a:lnTo>
                    <a:pt x="8490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9717906" y="9325099"/>
            <a:ext cx="381635" cy="153035"/>
            <a:chOff x="9717906" y="9325099"/>
            <a:chExt cx="381635" cy="153035"/>
          </a:xfrm>
        </p:grpSpPr>
        <p:sp>
          <p:nvSpPr>
            <p:cNvPr id="218" name="object 218" descr=""/>
            <p:cNvSpPr/>
            <p:nvPr/>
          </p:nvSpPr>
          <p:spPr>
            <a:xfrm>
              <a:off x="9719157" y="9384582"/>
              <a:ext cx="380365" cy="93345"/>
            </a:xfrm>
            <a:custGeom>
              <a:avLst/>
              <a:gdLst/>
              <a:ahLst/>
              <a:cxnLst/>
              <a:rect l="l" t="t" r="r" b="b"/>
              <a:pathLst>
                <a:path w="380365" h="93345">
                  <a:moveTo>
                    <a:pt x="379996" y="24130"/>
                  </a:moveTo>
                  <a:lnTo>
                    <a:pt x="376212" y="20421"/>
                  </a:lnTo>
                  <a:lnTo>
                    <a:pt x="366420" y="18910"/>
                  </a:lnTo>
                  <a:lnTo>
                    <a:pt x="322745" y="27241"/>
                  </a:lnTo>
                  <a:lnTo>
                    <a:pt x="320497" y="25793"/>
                  </a:lnTo>
                  <a:lnTo>
                    <a:pt x="258813" y="5676"/>
                  </a:lnTo>
                  <a:lnTo>
                    <a:pt x="201853" y="0"/>
                  </a:lnTo>
                  <a:lnTo>
                    <a:pt x="150342" y="5613"/>
                  </a:lnTo>
                  <a:lnTo>
                    <a:pt x="105003" y="19342"/>
                  </a:lnTo>
                  <a:lnTo>
                    <a:pt x="66573" y="38049"/>
                  </a:lnTo>
                  <a:lnTo>
                    <a:pt x="13347" y="77724"/>
                  </a:lnTo>
                  <a:lnTo>
                    <a:pt x="0" y="92379"/>
                  </a:lnTo>
                  <a:lnTo>
                    <a:pt x="3213" y="93154"/>
                  </a:lnTo>
                  <a:lnTo>
                    <a:pt x="25361" y="82486"/>
                  </a:lnTo>
                  <a:lnTo>
                    <a:pt x="51396" y="75018"/>
                  </a:lnTo>
                  <a:lnTo>
                    <a:pt x="79463" y="70510"/>
                  </a:lnTo>
                  <a:lnTo>
                    <a:pt x="107746" y="68694"/>
                  </a:lnTo>
                  <a:lnTo>
                    <a:pt x="139446" y="69164"/>
                  </a:lnTo>
                  <a:lnTo>
                    <a:pt x="202145" y="72745"/>
                  </a:lnTo>
                  <a:lnTo>
                    <a:pt x="233819" y="73393"/>
                  </a:lnTo>
                  <a:lnTo>
                    <a:pt x="272173" y="70700"/>
                  </a:lnTo>
                  <a:lnTo>
                    <a:pt x="315099" y="59397"/>
                  </a:lnTo>
                  <a:lnTo>
                    <a:pt x="333590" y="38519"/>
                  </a:lnTo>
                  <a:lnTo>
                    <a:pt x="330911" y="33261"/>
                  </a:lnTo>
                  <a:lnTo>
                    <a:pt x="351447" y="31597"/>
                  </a:lnTo>
                  <a:lnTo>
                    <a:pt x="371360" y="31432"/>
                  </a:lnTo>
                  <a:lnTo>
                    <a:pt x="378218" y="28359"/>
                  </a:lnTo>
                  <a:lnTo>
                    <a:pt x="379996" y="2413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9719157" y="9384582"/>
              <a:ext cx="380365" cy="93345"/>
            </a:xfrm>
            <a:custGeom>
              <a:avLst/>
              <a:gdLst/>
              <a:ahLst/>
              <a:cxnLst/>
              <a:rect l="l" t="t" r="r" b="b"/>
              <a:pathLst>
                <a:path w="380365" h="93345">
                  <a:moveTo>
                    <a:pt x="379996" y="24130"/>
                  </a:moveTo>
                  <a:lnTo>
                    <a:pt x="376212" y="20421"/>
                  </a:lnTo>
                  <a:lnTo>
                    <a:pt x="366420" y="18910"/>
                  </a:lnTo>
                  <a:lnTo>
                    <a:pt x="322745" y="27241"/>
                  </a:lnTo>
                  <a:lnTo>
                    <a:pt x="320497" y="25793"/>
                  </a:lnTo>
                  <a:lnTo>
                    <a:pt x="258813" y="5676"/>
                  </a:lnTo>
                  <a:lnTo>
                    <a:pt x="201853" y="0"/>
                  </a:lnTo>
                  <a:lnTo>
                    <a:pt x="150342" y="5613"/>
                  </a:lnTo>
                  <a:lnTo>
                    <a:pt x="105003" y="19342"/>
                  </a:lnTo>
                  <a:lnTo>
                    <a:pt x="66573" y="38049"/>
                  </a:lnTo>
                  <a:lnTo>
                    <a:pt x="13347" y="77724"/>
                  </a:lnTo>
                  <a:lnTo>
                    <a:pt x="0" y="92379"/>
                  </a:lnTo>
                  <a:lnTo>
                    <a:pt x="3213" y="93154"/>
                  </a:lnTo>
                  <a:lnTo>
                    <a:pt x="25361" y="82486"/>
                  </a:lnTo>
                  <a:lnTo>
                    <a:pt x="51396" y="75018"/>
                  </a:lnTo>
                  <a:lnTo>
                    <a:pt x="79463" y="70510"/>
                  </a:lnTo>
                  <a:lnTo>
                    <a:pt x="107746" y="68694"/>
                  </a:lnTo>
                  <a:lnTo>
                    <a:pt x="139446" y="69164"/>
                  </a:lnTo>
                  <a:lnTo>
                    <a:pt x="202145" y="72745"/>
                  </a:lnTo>
                  <a:lnTo>
                    <a:pt x="233819" y="73393"/>
                  </a:lnTo>
                  <a:lnTo>
                    <a:pt x="272173" y="70700"/>
                  </a:lnTo>
                  <a:lnTo>
                    <a:pt x="315099" y="59397"/>
                  </a:lnTo>
                  <a:lnTo>
                    <a:pt x="333590" y="38519"/>
                  </a:lnTo>
                  <a:lnTo>
                    <a:pt x="330911" y="33261"/>
                  </a:lnTo>
                  <a:lnTo>
                    <a:pt x="351447" y="31597"/>
                  </a:lnTo>
                  <a:lnTo>
                    <a:pt x="371360" y="31432"/>
                  </a:lnTo>
                  <a:lnTo>
                    <a:pt x="378218" y="28359"/>
                  </a:lnTo>
                  <a:lnTo>
                    <a:pt x="379996" y="2413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9717900" y="9325108"/>
              <a:ext cx="378460" cy="146050"/>
            </a:xfrm>
            <a:custGeom>
              <a:avLst/>
              <a:gdLst/>
              <a:ahLst/>
              <a:cxnLst/>
              <a:rect l="l" t="t" r="r" b="b"/>
              <a:pathLst>
                <a:path w="378459" h="146050">
                  <a:moveTo>
                    <a:pt x="377888" y="57289"/>
                  </a:moveTo>
                  <a:lnTo>
                    <a:pt x="373748" y="50482"/>
                  </a:lnTo>
                  <a:lnTo>
                    <a:pt x="363728" y="47002"/>
                  </a:lnTo>
                  <a:lnTo>
                    <a:pt x="320344" y="57835"/>
                  </a:lnTo>
                  <a:lnTo>
                    <a:pt x="317931" y="55118"/>
                  </a:lnTo>
                  <a:lnTo>
                    <a:pt x="266280" y="20574"/>
                  </a:lnTo>
                  <a:lnTo>
                    <a:pt x="218401" y="3124"/>
                  </a:lnTo>
                  <a:lnTo>
                    <a:pt x="174536" y="0"/>
                  </a:lnTo>
                  <a:lnTo>
                    <a:pt x="134924" y="8382"/>
                  </a:lnTo>
                  <a:lnTo>
                    <a:pt x="99809" y="25488"/>
                  </a:lnTo>
                  <a:lnTo>
                    <a:pt x="69430" y="48526"/>
                  </a:lnTo>
                  <a:lnTo>
                    <a:pt x="23825" y="101231"/>
                  </a:lnTo>
                  <a:lnTo>
                    <a:pt x="0" y="144132"/>
                  </a:lnTo>
                  <a:lnTo>
                    <a:pt x="3314" y="145796"/>
                  </a:lnTo>
                  <a:lnTo>
                    <a:pt x="24777" y="129032"/>
                  </a:lnTo>
                  <a:lnTo>
                    <a:pt x="50419" y="118198"/>
                  </a:lnTo>
                  <a:lnTo>
                    <a:pt x="78384" y="112699"/>
                  </a:lnTo>
                  <a:lnTo>
                    <a:pt x="106781" y="111963"/>
                  </a:lnTo>
                  <a:lnTo>
                    <a:pt x="138836" y="115468"/>
                  </a:lnTo>
                  <a:lnTo>
                    <a:pt x="202450" y="127076"/>
                  </a:lnTo>
                  <a:lnTo>
                    <a:pt x="234480" y="130886"/>
                  </a:lnTo>
                  <a:lnTo>
                    <a:pt x="272973" y="129451"/>
                  </a:lnTo>
                  <a:lnTo>
                    <a:pt x="315353" y="113372"/>
                  </a:lnTo>
                  <a:lnTo>
                    <a:pt x="332244" y="78460"/>
                  </a:lnTo>
                  <a:lnTo>
                    <a:pt x="329095" y="69037"/>
                  </a:lnTo>
                  <a:lnTo>
                    <a:pt x="349694" y="67881"/>
                  </a:lnTo>
                  <a:lnTo>
                    <a:pt x="369785" y="69291"/>
                  </a:lnTo>
                  <a:lnTo>
                    <a:pt x="376453" y="64528"/>
                  </a:lnTo>
                  <a:lnTo>
                    <a:pt x="377888" y="57289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9717906" y="9325099"/>
              <a:ext cx="332740" cy="146050"/>
            </a:xfrm>
            <a:custGeom>
              <a:avLst/>
              <a:gdLst/>
              <a:ahLst/>
              <a:cxnLst/>
              <a:rect l="l" t="t" r="r" b="b"/>
              <a:pathLst>
                <a:path w="332740" h="146050">
                  <a:moveTo>
                    <a:pt x="174532" y="0"/>
                  </a:moveTo>
                  <a:lnTo>
                    <a:pt x="134924" y="8384"/>
                  </a:lnTo>
                  <a:lnTo>
                    <a:pt x="99811" y="25493"/>
                  </a:lnTo>
                  <a:lnTo>
                    <a:pt x="69430" y="48532"/>
                  </a:lnTo>
                  <a:lnTo>
                    <a:pt x="23819" y="101231"/>
                  </a:lnTo>
                  <a:lnTo>
                    <a:pt x="0" y="144138"/>
                  </a:lnTo>
                  <a:lnTo>
                    <a:pt x="3319" y="145793"/>
                  </a:lnTo>
                  <a:lnTo>
                    <a:pt x="24775" y="129030"/>
                  </a:lnTo>
                  <a:lnTo>
                    <a:pt x="50421" y="118197"/>
                  </a:lnTo>
                  <a:lnTo>
                    <a:pt x="78381" y="112703"/>
                  </a:lnTo>
                  <a:lnTo>
                    <a:pt x="106782" y="111961"/>
                  </a:lnTo>
                  <a:lnTo>
                    <a:pt x="138830" y="115473"/>
                  </a:lnTo>
                  <a:lnTo>
                    <a:pt x="202448" y="127075"/>
                  </a:lnTo>
                  <a:lnTo>
                    <a:pt x="234485" y="130893"/>
                  </a:lnTo>
                  <a:lnTo>
                    <a:pt x="272974" y="129459"/>
                  </a:lnTo>
                  <a:lnTo>
                    <a:pt x="315351" y="113375"/>
                  </a:lnTo>
                  <a:lnTo>
                    <a:pt x="332250" y="78465"/>
                  </a:lnTo>
                  <a:lnTo>
                    <a:pt x="328353" y="66822"/>
                  </a:lnTo>
                  <a:lnTo>
                    <a:pt x="317937" y="55115"/>
                  </a:lnTo>
                  <a:lnTo>
                    <a:pt x="266277" y="20572"/>
                  </a:lnTo>
                  <a:lnTo>
                    <a:pt x="218396" y="3131"/>
                  </a:lnTo>
                  <a:lnTo>
                    <a:pt x="17453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2" name="object 222" descr=""/>
          <p:cNvGrpSpPr/>
          <p:nvPr/>
        </p:nvGrpSpPr>
        <p:grpSpPr>
          <a:xfrm>
            <a:off x="4273277" y="9125597"/>
            <a:ext cx="485775" cy="247015"/>
            <a:chOff x="4273277" y="9125597"/>
            <a:chExt cx="485775" cy="247015"/>
          </a:xfrm>
        </p:grpSpPr>
        <p:sp>
          <p:nvSpPr>
            <p:cNvPr id="223" name="object 223" descr=""/>
            <p:cNvSpPr/>
            <p:nvPr/>
          </p:nvSpPr>
          <p:spPr>
            <a:xfrm>
              <a:off x="4273270" y="9188456"/>
              <a:ext cx="482600" cy="184150"/>
            </a:xfrm>
            <a:custGeom>
              <a:avLst/>
              <a:gdLst/>
              <a:ahLst/>
              <a:cxnLst/>
              <a:rect l="l" t="t" r="r" b="b"/>
              <a:pathLst>
                <a:path w="482600" h="184150">
                  <a:moveTo>
                    <a:pt x="482231" y="183362"/>
                  </a:moveTo>
                  <a:lnTo>
                    <a:pt x="454545" y="143408"/>
                  </a:lnTo>
                  <a:lnTo>
                    <a:pt x="399389" y="89458"/>
                  </a:lnTo>
                  <a:lnTo>
                    <a:pt x="361784" y="62750"/>
                  </a:lnTo>
                  <a:lnTo>
                    <a:pt x="317627" y="39154"/>
                  </a:lnTo>
                  <a:lnTo>
                    <a:pt x="267030" y="20904"/>
                  </a:lnTo>
                  <a:lnTo>
                    <a:pt x="210096" y="10198"/>
                  </a:lnTo>
                  <a:lnTo>
                    <a:pt x="146926" y="9232"/>
                  </a:lnTo>
                  <a:lnTo>
                    <a:pt x="77647" y="20218"/>
                  </a:lnTo>
                  <a:lnTo>
                    <a:pt x="74320" y="21577"/>
                  </a:lnTo>
                  <a:lnTo>
                    <a:pt x="19050" y="330"/>
                  </a:lnTo>
                  <a:lnTo>
                    <a:pt x="5842" y="0"/>
                  </a:lnTo>
                  <a:lnTo>
                    <a:pt x="0" y="3975"/>
                  </a:lnTo>
                  <a:lnTo>
                    <a:pt x="1320" y="9931"/>
                  </a:lnTo>
                  <a:lnTo>
                    <a:pt x="9601" y="15570"/>
                  </a:lnTo>
                  <a:lnTo>
                    <a:pt x="35687" y="20497"/>
                  </a:lnTo>
                  <a:lnTo>
                    <a:pt x="62217" y="27546"/>
                  </a:lnTo>
                  <a:lnTo>
                    <a:pt x="57467" y="33807"/>
                  </a:lnTo>
                  <a:lnTo>
                    <a:pt x="58381" y="42786"/>
                  </a:lnTo>
                  <a:lnTo>
                    <a:pt x="64452" y="52311"/>
                  </a:lnTo>
                  <a:lnTo>
                    <a:pt x="106362" y="81889"/>
                  </a:lnTo>
                  <a:lnTo>
                    <a:pt x="155219" y="97637"/>
                  </a:lnTo>
                  <a:lnTo>
                    <a:pt x="221754" y="109804"/>
                  </a:lnTo>
                  <a:lnTo>
                    <a:pt x="304825" y="119938"/>
                  </a:lnTo>
                  <a:lnTo>
                    <a:pt x="346506" y="126822"/>
                  </a:lnTo>
                  <a:lnTo>
                    <a:pt x="383171" y="135877"/>
                  </a:lnTo>
                  <a:lnTo>
                    <a:pt x="418922" y="148437"/>
                  </a:lnTo>
                  <a:lnTo>
                    <a:pt x="451294" y="164388"/>
                  </a:lnTo>
                  <a:lnTo>
                    <a:pt x="477824" y="183629"/>
                  </a:lnTo>
                  <a:lnTo>
                    <a:pt x="482231" y="183362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4273270" y="9188456"/>
              <a:ext cx="482600" cy="184150"/>
            </a:xfrm>
            <a:custGeom>
              <a:avLst/>
              <a:gdLst/>
              <a:ahLst/>
              <a:cxnLst/>
              <a:rect l="l" t="t" r="r" b="b"/>
              <a:pathLst>
                <a:path w="482600" h="184150">
                  <a:moveTo>
                    <a:pt x="482231" y="183362"/>
                  </a:moveTo>
                  <a:lnTo>
                    <a:pt x="454545" y="143408"/>
                  </a:lnTo>
                  <a:lnTo>
                    <a:pt x="399389" y="89458"/>
                  </a:lnTo>
                  <a:lnTo>
                    <a:pt x="361784" y="62750"/>
                  </a:lnTo>
                  <a:lnTo>
                    <a:pt x="317627" y="39154"/>
                  </a:lnTo>
                  <a:lnTo>
                    <a:pt x="267030" y="20904"/>
                  </a:lnTo>
                  <a:lnTo>
                    <a:pt x="210096" y="10198"/>
                  </a:lnTo>
                  <a:lnTo>
                    <a:pt x="146926" y="9232"/>
                  </a:lnTo>
                  <a:lnTo>
                    <a:pt x="77647" y="20218"/>
                  </a:lnTo>
                  <a:lnTo>
                    <a:pt x="74320" y="21577"/>
                  </a:lnTo>
                  <a:lnTo>
                    <a:pt x="19050" y="330"/>
                  </a:lnTo>
                  <a:lnTo>
                    <a:pt x="5842" y="0"/>
                  </a:lnTo>
                  <a:lnTo>
                    <a:pt x="0" y="3975"/>
                  </a:lnTo>
                  <a:lnTo>
                    <a:pt x="1320" y="9931"/>
                  </a:lnTo>
                  <a:lnTo>
                    <a:pt x="9601" y="15570"/>
                  </a:lnTo>
                  <a:lnTo>
                    <a:pt x="35687" y="20497"/>
                  </a:lnTo>
                  <a:lnTo>
                    <a:pt x="62217" y="27546"/>
                  </a:lnTo>
                  <a:lnTo>
                    <a:pt x="57467" y="33807"/>
                  </a:lnTo>
                  <a:lnTo>
                    <a:pt x="58381" y="42786"/>
                  </a:lnTo>
                  <a:lnTo>
                    <a:pt x="64452" y="52311"/>
                  </a:lnTo>
                  <a:lnTo>
                    <a:pt x="106362" y="81889"/>
                  </a:lnTo>
                  <a:lnTo>
                    <a:pt x="155219" y="97637"/>
                  </a:lnTo>
                  <a:lnTo>
                    <a:pt x="221754" y="109804"/>
                  </a:lnTo>
                  <a:lnTo>
                    <a:pt x="304825" y="119938"/>
                  </a:lnTo>
                  <a:lnTo>
                    <a:pt x="346506" y="126822"/>
                  </a:lnTo>
                  <a:lnTo>
                    <a:pt x="383171" y="135877"/>
                  </a:lnTo>
                  <a:lnTo>
                    <a:pt x="418922" y="148437"/>
                  </a:lnTo>
                  <a:lnTo>
                    <a:pt x="451294" y="164388"/>
                  </a:lnTo>
                  <a:lnTo>
                    <a:pt x="477824" y="183629"/>
                  </a:lnTo>
                  <a:lnTo>
                    <a:pt x="482231" y="183362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4283926" y="9125604"/>
              <a:ext cx="475615" cy="238125"/>
            </a:xfrm>
            <a:custGeom>
              <a:avLst/>
              <a:gdLst/>
              <a:ahLst/>
              <a:cxnLst/>
              <a:rect l="l" t="t" r="r" b="b"/>
              <a:pathLst>
                <a:path w="475614" h="238125">
                  <a:moveTo>
                    <a:pt x="475043" y="236385"/>
                  </a:moveTo>
                  <a:lnTo>
                    <a:pt x="461048" y="191452"/>
                  </a:lnTo>
                  <a:lnTo>
                    <a:pt x="431888" y="131800"/>
                  </a:lnTo>
                  <a:lnTo>
                    <a:pt x="386308" y="70980"/>
                  </a:lnTo>
                  <a:lnTo>
                    <a:pt x="356958" y="44361"/>
                  </a:lnTo>
                  <a:lnTo>
                    <a:pt x="323037" y="22529"/>
                  </a:lnTo>
                  <a:lnTo>
                    <a:pt x="284365" y="7175"/>
                  </a:lnTo>
                  <a:lnTo>
                    <a:pt x="240792" y="0"/>
                  </a:lnTo>
                  <a:lnTo>
                    <a:pt x="192176" y="2679"/>
                  </a:lnTo>
                  <a:lnTo>
                    <a:pt x="138328" y="16929"/>
                  </a:lnTo>
                  <a:lnTo>
                    <a:pt x="79121" y="44424"/>
                  </a:lnTo>
                  <a:lnTo>
                    <a:pt x="75311" y="47421"/>
                  </a:lnTo>
                  <a:lnTo>
                    <a:pt x="20993" y="22961"/>
                  </a:lnTo>
                  <a:lnTo>
                    <a:pt x="7035" y="25158"/>
                  </a:lnTo>
                  <a:lnTo>
                    <a:pt x="0" y="33108"/>
                  </a:lnTo>
                  <a:lnTo>
                    <a:pt x="165" y="42926"/>
                  </a:lnTo>
                  <a:lnTo>
                    <a:pt x="7785" y="50761"/>
                  </a:lnTo>
                  <a:lnTo>
                    <a:pt x="34467" y="53670"/>
                  </a:lnTo>
                  <a:lnTo>
                    <a:pt x="61188" y="60058"/>
                  </a:lnTo>
                  <a:lnTo>
                    <a:pt x="54838" y="71666"/>
                  </a:lnTo>
                  <a:lnTo>
                    <a:pt x="53936" y="86677"/>
                  </a:lnTo>
                  <a:lnTo>
                    <a:pt x="58407" y="101549"/>
                  </a:lnTo>
                  <a:lnTo>
                    <a:pt x="96761" y="142913"/>
                  </a:lnTo>
                  <a:lnTo>
                    <a:pt x="145402" y="159397"/>
                  </a:lnTo>
                  <a:lnTo>
                    <a:pt x="213575" y="166116"/>
                  </a:lnTo>
                  <a:lnTo>
                    <a:pt x="299745" y="165950"/>
                  </a:lnTo>
                  <a:lnTo>
                    <a:pt x="342607" y="168922"/>
                  </a:lnTo>
                  <a:lnTo>
                    <a:pt x="379679" y="176618"/>
                  </a:lnTo>
                  <a:lnTo>
                    <a:pt x="415048" y="190436"/>
                  </a:lnTo>
                  <a:lnTo>
                    <a:pt x="446125" y="210718"/>
                  </a:lnTo>
                  <a:lnTo>
                    <a:pt x="470293" y="237769"/>
                  </a:lnTo>
                  <a:lnTo>
                    <a:pt x="475043" y="236385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4337867" y="9125597"/>
              <a:ext cx="421640" cy="238125"/>
            </a:xfrm>
            <a:custGeom>
              <a:avLst/>
              <a:gdLst/>
              <a:ahLst/>
              <a:cxnLst/>
              <a:rect l="l" t="t" r="r" b="b"/>
              <a:pathLst>
                <a:path w="421639" h="238125">
                  <a:moveTo>
                    <a:pt x="186862" y="0"/>
                  </a:moveTo>
                  <a:lnTo>
                    <a:pt x="138237" y="2686"/>
                  </a:lnTo>
                  <a:lnTo>
                    <a:pt x="84396" y="16930"/>
                  </a:lnTo>
                  <a:lnTo>
                    <a:pt x="25180" y="44425"/>
                  </a:lnTo>
                  <a:lnTo>
                    <a:pt x="0" y="86671"/>
                  </a:lnTo>
                  <a:lnTo>
                    <a:pt x="4469" y="101543"/>
                  </a:lnTo>
                  <a:lnTo>
                    <a:pt x="42824" y="142908"/>
                  </a:lnTo>
                  <a:lnTo>
                    <a:pt x="91469" y="159394"/>
                  </a:lnTo>
                  <a:lnTo>
                    <a:pt x="159634" y="166119"/>
                  </a:lnTo>
                  <a:lnTo>
                    <a:pt x="245811" y="165952"/>
                  </a:lnTo>
                  <a:lnTo>
                    <a:pt x="288670" y="168924"/>
                  </a:lnTo>
                  <a:lnTo>
                    <a:pt x="325746" y="176620"/>
                  </a:lnTo>
                  <a:lnTo>
                    <a:pt x="361115" y="190440"/>
                  </a:lnTo>
                  <a:lnTo>
                    <a:pt x="392184" y="210714"/>
                  </a:lnTo>
                  <a:lnTo>
                    <a:pt x="416362" y="237770"/>
                  </a:lnTo>
                  <a:lnTo>
                    <a:pt x="421105" y="236388"/>
                  </a:lnTo>
                  <a:lnTo>
                    <a:pt x="407110" y="191447"/>
                  </a:lnTo>
                  <a:lnTo>
                    <a:pt x="377956" y="131795"/>
                  </a:lnTo>
                  <a:lnTo>
                    <a:pt x="332375" y="70975"/>
                  </a:lnTo>
                  <a:lnTo>
                    <a:pt x="303028" y="44359"/>
                  </a:lnTo>
                  <a:lnTo>
                    <a:pt x="269099" y="22529"/>
                  </a:lnTo>
                  <a:lnTo>
                    <a:pt x="230430" y="7178"/>
                  </a:lnTo>
                  <a:lnTo>
                    <a:pt x="18686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1992897" y="1844114"/>
            <a:ext cx="2793365" cy="4693920"/>
            <a:chOff x="1992897" y="1844114"/>
            <a:chExt cx="2793365" cy="4693920"/>
          </a:xfrm>
        </p:grpSpPr>
        <p:sp>
          <p:nvSpPr>
            <p:cNvPr id="228" name="object 228" descr=""/>
            <p:cNvSpPr/>
            <p:nvPr/>
          </p:nvSpPr>
          <p:spPr>
            <a:xfrm>
              <a:off x="1992897" y="1844114"/>
              <a:ext cx="2793365" cy="4693920"/>
            </a:xfrm>
            <a:custGeom>
              <a:avLst/>
              <a:gdLst/>
              <a:ahLst/>
              <a:cxnLst/>
              <a:rect l="l" t="t" r="r" b="b"/>
              <a:pathLst>
                <a:path w="2793365" h="4693920">
                  <a:moveTo>
                    <a:pt x="1396491" y="0"/>
                  </a:moveTo>
                  <a:lnTo>
                    <a:pt x="1325727" y="2960"/>
                  </a:lnTo>
                  <a:lnTo>
                    <a:pt x="1255876" y="11749"/>
                  </a:lnTo>
                  <a:lnTo>
                    <a:pt x="1187022" y="26226"/>
                  </a:lnTo>
                  <a:lnTo>
                    <a:pt x="1119249" y="46248"/>
                  </a:lnTo>
                  <a:lnTo>
                    <a:pt x="1052641" y="71677"/>
                  </a:lnTo>
                  <a:lnTo>
                    <a:pt x="987280" y="102370"/>
                  </a:lnTo>
                  <a:lnTo>
                    <a:pt x="923252" y="138188"/>
                  </a:lnTo>
                  <a:lnTo>
                    <a:pt x="860639" y="178989"/>
                  </a:lnTo>
                  <a:lnTo>
                    <a:pt x="799526" y="224633"/>
                  </a:lnTo>
                  <a:lnTo>
                    <a:pt x="769558" y="249227"/>
                  </a:lnTo>
                  <a:lnTo>
                    <a:pt x="739996" y="274978"/>
                  </a:lnTo>
                  <a:lnTo>
                    <a:pt x="710851" y="301870"/>
                  </a:lnTo>
                  <a:lnTo>
                    <a:pt x="682134" y="329885"/>
                  </a:lnTo>
                  <a:lnTo>
                    <a:pt x="653854" y="359005"/>
                  </a:lnTo>
                  <a:lnTo>
                    <a:pt x="626022" y="389213"/>
                  </a:lnTo>
                  <a:lnTo>
                    <a:pt x="598648" y="420490"/>
                  </a:lnTo>
                  <a:lnTo>
                    <a:pt x="571744" y="452820"/>
                  </a:lnTo>
                  <a:lnTo>
                    <a:pt x="545320" y="486184"/>
                  </a:lnTo>
                  <a:lnTo>
                    <a:pt x="519385" y="520565"/>
                  </a:lnTo>
                  <a:lnTo>
                    <a:pt x="493951" y="555946"/>
                  </a:lnTo>
                  <a:lnTo>
                    <a:pt x="469028" y="592309"/>
                  </a:lnTo>
                  <a:lnTo>
                    <a:pt x="444627" y="629637"/>
                  </a:lnTo>
                  <a:lnTo>
                    <a:pt x="420757" y="667911"/>
                  </a:lnTo>
                  <a:lnTo>
                    <a:pt x="397430" y="707114"/>
                  </a:lnTo>
                  <a:lnTo>
                    <a:pt x="374656" y="747229"/>
                  </a:lnTo>
                  <a:lnTo>
                    <a:pt x="352445" y="788238"/>
                  </a:lnTo>
                  <a:lnTo>
                    <a:pt x="330807" y="830123"/>
                  </a:lnTo>
                  <a:lnTo>
                    <a:pt x="309754" y="872867"/>
                  </a:lnTo>
                  <a:lnTo>
                    <a:pt x="289296" y="916452"/>
                  </a:lnTo>
                  <a:lnTo>
                    <a:pt x="269443" y="960860"/>
                  </a:lnTo>
                  <a:lnTo>
                    <a:pt x="250206" y="1006075"/>
                  </a:lnTo>
                  <a:lnTo>
                    <a:pt x="231595" y="1052078"/>
                  </a:lnTo>
                  <a:lnTo>
                    <a:pt x="213621" y="1098852"/>
                  </a:lnTo>
                  <a:lnTo>
                    <a:pt x="196293" y="1146379"/>
                  </a:lnTo>
                  <a:lnTo>
                    <a:pt x="179623" y="1194642"/>
                  </a:lnTo>
                  <a:lnTo>
                    <a:pt x="163622" y="1243622"/>
                  </a:lnTo>
                  <a:lnTo>
                    <a:pt x="148299" y="1293303"/>
                  </a:lnTo>
                  <a:lnTo>
                    <a:pt x="133664" y="1343667"/>
                  </a:lnTo>
                  <a:lnTo>
                    <a:pt x="119729" y="1394696"/>
                  </a:lnTo>
                  <a:lnTo>
                    <a:pt x="106505" y="1446373"/>
                  </a:lnTo>
                  <a:lnTo>
                    <a:pt x="94000" y="1498680"/>
                  </a:lnTo>
                  <a:lnTo>
                    <a:pt x="82227" y="1551599"/>
                  </a:lnTo>
                  <a:lnTo>
                    <a:pt x="71194" y="1605114"/>
                  </a:lnTo>
                  <a:lnTo>
                    <a:pt x="60914" y="1659205"/>
                  </a:lnTo>
                  <a:lnTo>
                    <a:pt x="51396" y="1713856"/>
                  </a:lnTo>
                  <a:lnTo>
                    <a:pt x="42650" y="1769049"/>
                  </a:lnTo>
                  <a:lnTo>
                    <a:pt x="34688" y="1824767"/>
                  </a:lnTo>
                  <a:lnTo>
                    <a:pt x="27519" y="1880991"/>
                  </a:lnTo>
                  <a:lnTo>
                    <a:pt x="21155" y="1937705"/>
                  </a:lnTo>
                  <a:lnTo>
                    <a:pt x="15605" y="1994890"/>
                  </a:lnTo>
                  <a:lnTo>
                    <a:pt x="10880" y="2052530"/>
                  </a:lnTo>
                  <a:lnTo>
                    <a:pt x="6991" y="2110606"/>
                  </a:lnTo>
                  <a:lnTo>
                    <a:pt x="3948" y="2169101"/>
                  </a:lnTo>
                  <a:lnTo>
                    <a:pt x="1761" y="2227997"/>
                  </a:lnTo>
                  <a:lnTo>
                    <a:pt x="442" y="2287277"/>
                  </a:lnTo>
                  <a:lnTo>
                    <a:pt x="0" y="2346923"/>
                  </a:lnTo>
                  <a:lnTo>
                    <a:pt x="442" y="2406569"/>
                  </a:lnTo>
                  <a:lnTo>
                    <a:pt x="1761" y="2465849"/>
                  </a:lnTo>
                  <a:lnTo>
                    <a:pt x="3948" y="2524745"/>
                  </a:lnTo>
                  <a:lnTo>
                    <a:pt x="6991" y="2583240"/>
                  </a:lnTo>
                  <a:lnTo>
                    <a:pt x="10880" y="2641316"/>
                  </a:lnTo>
                  <a:lnTo>
                    <a:pt x="15605" y="2698955"/>
                  </a:lnTo>
                  <a:lnTo>
                    <a:pt x="21155" y="2756141"/>
                  </a:lnTo>
                  <a:lnTo>
                    <a:pt x="27519" y="2812855"/>
                  </a:lnTo>
                  <a:lnTo>
                    <a:pt x="34688" y="2869079"/>
                  </a:lnTo>
                  <a:lnTo>
                    <a:pt x="42650" y="2924797"/>
                  </a:lnTo>
                  <a:lnTo>
                    <a:pt x="51396" y="2979990"/>
                  </a:lnTo>
                  <a:lnTo>
                    <a:pt x="60914" y="3034641"/>
                  </a:lnTo>
                  <a:lnTo>
                    <a:pt x="71194" y="3088732"/>
                  </a:lnTo>
                  <a:lnTo>
                    <a:pt x="82227" y="3142246"/>
                  </a:lnTo>
                  <a:lnTo>
                    <a:pt x="94000" y="3195165"/>
                  </a:lnTo>
                  <a:lnTo>
                    <a:pt x="106505" y="3247472"/>
                  </a:lnTo>
                  <a:lnTo>
                    <a:pt x="119729" y="3299149"/>
                  </a:lnTo>
                  <a:lnTo>
                    <a:pt x="133664" y="3350178"/>
                  </a:lnTo>
                  <a:lnTo>
                    <a:pt x="148299" y="3400542"/>
                  </a:lnTo>
                  <a:lnTo>
                    <a:pt x="163622" y="3450223"/>
                  </a:lnTo>
                  <a:lnTo>
                    <a:pt x="179623" y="3499204"/>
                  </a:lnTo>
                  <a:lnTo>
                    <a:pt x="196293" y="3547467"/>
                  </a:lnTo>
                  <a:lnTo>
                    <a:pt x="213621" y="3594994"/>
                  </a:lnTo>
                  <a:lnTo>
                    <a:pt x="231595" y="3641768"/>
                  </a:lnTo>
                  <a:lnTo>
                    <a:pt x="250206" y="3687771"/>
                  </a:lnTo>
                  <a:lnTo>
                    <a:pt x="269443" y="3732985"/>
                  </a:lnTo>
                  <a:lnTo>
                    <a:pt x="289296" y="3777394"/>
                  </a:lnTo>
                  <a:lnTo>
                    <a:pt x="309754" y="3820979"/>
                  </a:lnTo>
                  <a:lnTo>
                    <a:pt x="330807" y="3863723"/>
                  </a:lnTo>
                  <a:lnTo>
                    <a:pt x="352445" y="3905608"/>
                  </a:lnTo>
                  <a:lnTo>
                    <a:pt x="374656" y="3946617"/>
                  </a:lnTo>
                  <a:lnTo>
                    <a:pt x="397430" y="3986732"/>
                  </a:lnTo>
                  <a:lnTo>
                    <a:pt x="420757" y="4025935"/>
                  </a:lnTo>
                  <a:lnTo>
                    <a:pt x="444627" y="4064209"/>
                  </a:lnTo>
                  <a:lnTo>
                    <a:pt x="469028" y="4101536"/>
                  </a:lnTo>
                  <a:lnTo>
                    <a:pt x="493951" y="4137899"/>
                  </a:lnTo>
                  <a:lnTo>
                    <a:pt x="519385" y="4173280"/>
                  </a:lnTo>
                  <a:lnTo>
                    <a:pt x="545320" y="4207662"/>
                  </a:lnTo>
                  <a:lnTo>
                    <a:pt x="571744" y="4241026"/>
                  </a:lnTo>
                  <a:lnTo>
                    <a:pt x="598648" y="4273356"/>
                  </a:lnTo>
                  <a:lnTo>
                    <a:pt x="626022" y="4304633"/>
                  </a:lnTo>
                  <a:lnTo>
                    <a:pt x="653854" y="4334840"/>
                  </a:lnTo>
                  <a:lnTo>
                    <a:pt x="682134" y="4363960"/>
                  </a:lnTo>
                  <a:lnTo>
                    <a:pt x="710851" y="4391975"/>
                  </a:lnTo>
                  <a:lnTo>
                    <a:pt x="739996" y="4418867"/>
                  </a:lnTo>
                  <a:lnTo>
                    <a:pt x="769558" y="4444619"/>
                  </a:lnTo>
                  <a:lnTo>
                    <a:pt x="799526" y="4469213"/>
                  </a:lnTo>
                  <a:lnTo>
                    <a:pt x="829890" y="4492631"/>
                  </a:lnTo>
                  <a:lnTo>
                    <a:pt x="891763" y="4535871"/>
                  </a:lnTo>
                  <a:lnTo>
                    <a:pt x="955094" y="4574198"/>
                  </a:lnTo>
                  <a:lnTo>
                    <a:pt x="1019799" y="4607472"/>
                  </a:lnTo>
                  <a:lnTo>
                    <a:pt x="1085794" y="4635550"/>
                  </a:lnTo>
                  <a:lnTo>
                    <a:pt x="1152996" y="4658293"/>
                  </a:lnTo>
                  <a:lnTo>
                    <a:pt x="1221319" y="4675560"/>
                  </a:lnTo>
                  <a:lnTo>
                    <a:pt x="1290682" y="4687210"/>
                  </a:lnTo>
                  <a:lnTo>
                    <a:pt x="1361000" y="4693103"/>
                  </a:lnTo>
                  <a:lnTo>
                    <a:pt x="1396491" y="4693846"/>
                  </a:lnTo>
                  <a:lnTo>
                    <a:pt x="1431982" y="4693103"/>
                  </a:lnTo>
                  <a:lnTo>
                    <a:pt x="1502300" y="4687210"/>
                  </a:lnTo>
                  <a:lnTo>
                    <a:pt x="1571663" y="4675560"/>
                  </a:lnTo>
                  <a:lnTo>
                    <a:pt x="1639987" y="4658293"/>
                  </a:lnTo>
                  <a:lnTo>
                    <a:pt x="1707188" y="4635550"/>
                  </a:lnTo>
                  <a:lnTo>
                    <a:pt x="1773183" y="4607472"/>
                  </a:lnTo>
                  <a:lnTo>
                    <a:pt x="1837888" y="4574198"/>
                  </a:lnTo>
                  <a:lnTo>
                    <a:pt x="1901219" y="4535871"/>
                  </a:lnTo>
                  <a:lnTo>
                    <a:pt x="1963092" y="4492631"/>
                  </a:lnTo>
                  <a:lnTo>
                    <a:pt x="1993456" y="4469213"/>
                  </a:lnTo>
                  <a:lnTo>
                    <a:pt x="2023424" y="4444619"/>
                  </a:lnTo>
                  <a:lnTo>
                    <a:pt x="2052986" y="4418867"/>
                  </a:lnTo>
                  <a:lnTo>
                    <a:pt x="2082131" y="4391975"/>
                  </a:lnTo>
                  <a:lnTo>
                    <a:pt x="2110848" y="4363960"/>
                  </a:lnTo>
                  <a:lnTo>
                    <a:pt x="2139128" y="4334840"/>
                  </a:lnTo>
                  <a:lnTo>
                    <a:pt x="2166960" y="4304633"/>
                  </a:lnTo>
                  <a:lnTo>
                    <a:pt x="2194334" y="4273356"/>
                  </a:lnTo>
                  <a:lnTo>
                    <a:pt x="2221238" y="4241026"/>
                  </a:lnTo>
                  <a:lnTo>
                    <a:pt x="2247662" y="4207662"/>
                  </a:lnTo>
                  <a:lnTo>
                    <a:pt x="2273597" y="4173280"/>
                  </a:lnTo>
                  <a:lnTo>
                    <a:pt x="2299031" y="4137899"/>
                  </a:lnTo>
                  <a:lnTo>
                    <a:pt x="2323954" y="4101536"/>
                  </a:lnTo>
                  <a:lnTo>
                    <a:pt x="2348355" y="4064209"/>
                  </a:lnTo>
                  <a:lnTo>
                    <a:pt x="2372225" y="4025935"/>
                  </a:lnTo>
                  <a:lnTo>
                    <a:pt x="2395552" y="3986732"/>
                  </a:lnTo>
                  <a:lnTo>
                    <a:pt x="2418327" y="3946617"/>
                  </a:lnTo>
                  <a:lnTo>
                    <a:pt x="2440537" y="3905608"/>
                  </a:lnTo>
                  <a:lnTo>
                    <a:pt x="2462175" y="3863723"/>
                  </a:lnTo>
                  <a:lnTo>
                    <a:pt x="2483228" y="3820979"/>
                  </a:lnTo>
                  <a:lnTo>
                    <a:pt x="2503686" y="3777394"/>
                  </a:lnTo>
                  <a:lnTo>
                    <a:pt x="2523539" y="3732985"/>
                  </a:lnTo>
                  <a:lnTo>
                    <a:pt x="2542776" y="3687771"/>
                  </a:lnTo>
                  <a:lnTo>
                    <a:pt x="2561387" y="3641768"/>
                  </a:lnTo>
                  <a:lnTo>
                    <a:pt x="2579361" y="3594994"/>
                  </a:lnTo>
                  <a:lnTo>
                    <a:pt x="2596689" y="3547467"/>
                  </a:lnTo>
                  <a:lnTo>
                    <a:pt x="2613359" y="3499204"/>
                  </a:lnTo>
                  <a:lnTo>
                    <a:pt x="2629360" y="3450223"/>
                  </a:lnTo>
                  <a:lnTo>
                    <a:pt x="2644684" y="3400542"/>
                  </a:lnTo>
                  <a:lnTo>
                    <a:pt x="2659318" y="3350178"/>
                  </a:lnTo>
                  <a:lnTo>
                    <a:pt x="2673253" y="3299149"/>
                  </a:lnTo>
                  <a:lnTo>
                    <a:pt x="2686477" y="3247472"/>
                  </a:lnTo>
                  <a:lnTo>
                    <a:pt x="2698982" y="3195165"/>
                  </a:lnTo>
                  <a:lnTo>
                    <a:pt x="2710756" y="3142246"/>
                  </a:lnTo>
                  <a:lnTo>
                    <a:pt x="2721788" y="3088732"/>
                  </a:lnTo>
                  <a:lnTo>
                    <a:pt x="2732068" y="3034641"/>
                  </a:lnTo>
                  <a:lnTo>
                    <a:pt x="2741586" y="2979990"/>
                  </a:lnTo>
                  <a:lnTo>
                    <a:pt x="2750332" y="2924797"/>
                  </a:lnTo>
                  <a:lnTo>
                    <a:pt x="2758294" y="2869079"/>
                  </a:lnTo>
                  <a:lnTo>
                    <a:pt x="2765463" y="2812855"/>
                  </a:lnTo>
                  <a:lnTo>
                    <a:pt x="2771827" y="2756141"/>
                  </a:lnTo>
                  <a:lnTo>
                    <a:pt x="2777377" y="2698955"/>
                  </a:lnTo>
                  <a:lnTo>
                    <a:pt x="2782102" y="2641316"/>
                  </a:lnTo>
                  <a:lnTo>
                    <a:pt x="2785991" y="2583240"/>
                  </a:lnTo>
                  <a:lnTo>
                    <a:pt x="2789034" y="2524745"/>
                  </a:lnTo>
                  <a:lnTo>
                    <a:pt x="2791221" y="2465849"/>
                  </a:lnTo>
                  <a:lnTo>
                    <a:pt x="2792540" y="2406569"/>
                  </a:lnTo>
                  <a:lnTo>
                    <a:pt x="2792983" y="2346923"/>
                  </a:lnTo>
                  <a:lnTo>
                    <a:pt x="2792540" y="2287277"/>
                  </a:lnTo>
                  <a:lnTo>
                    <a:pt x="2791221" y="2227997"/>
                  </a:lnTo>
                  <a:lnTo>
                    <a:pt x="2789034" y="2169101"/>
                  </a:lnTo>
                  <a:lnTo>
                    <a:pt x="2785991" y="2110606"/>
                  </a:lnTo>
                  <a:lnTo>
                    <a:pt x="2782102" y="2052530"/>
                  </a:lnTo>
                  <a:lnTo>
                    <a:pt x="2777377" y="1994890"/>
                  </a:lnTo>
                  <a:lnTo>
                    <a:pt x="2771827" y="1937705"/>
                  </a:lnTo>
                  <a:lnTo>
                    <a:pt x="2765463" y="1880991"/>
                  </a:lnTo>
                  <a:lnTo>
                    <a:pt x="2758294" y="1824767"/>
                  </a:lnTo>
                  <a:lnTo>
                    <a:pt x="2750332" y="1769049"/>
                  </a:lnTo>
                  <a:lnTo>
                    <a:pt x="2741586" y="1713856"/>
                  </a:lnTo>
                  <a:lnTo>
                    <a:pt x="2732068" y="1659205"/>
                  </a:lnTo>
                  <a:lnTo>
                    <a:pt x="2721788" y="1605114"/>
                  </a:lnTo>
                  <a:lnTo>
                    <a:pt x="2710756" y="1551599"/>
                  </a:lnTo>
                  <a:lnTo>
                    <a:pt x="2698982" y="1498680"/>
                  </a:lnTo>
                  <a:lnTo>
                    <a:pt x="2686477" y="1446373"/>
                  </a:lnTo>
                  <a:lnTo>
                    <a:pt x="2673253" y="1394696"/>
                  </a:lnTo>
                  <a:lnTo>
                    <a:pt x="2659318" y="1343667"/>
                  </a:lnTo>
                  <a:lnTo>
                    <a:pt x="2644684" y="1293303"/>
                  </a:lnTo>
                  <a:lnTo>
                    <a:pt x="2629360" y="1243622"/>
                  </a:lnTo>
                  <a:lnTo>
                    <a:pt x="2613359" y="1194642"/>
                  </a:lnTo>
                  <a:lnTo>
                    <a:pt x="2596689" y="1146379"/>
                  </a:lnTo>
                  <a:lnTo>
                    <a:pt x="2579361" y="1098852"/>
                  </a:lnTo>
                  <a:lnTo>
                    <a:pt x="2561387" y="1052078"/>
                  </a:lnTo>
                  <a:lnTo>
                    <a:pt x="2542776" y="1006075"/>
                  </a:lnTo>
                  <a:lnTo>
                    <a:pt x="2523539" y="960860"/>
                  </a:lnTo>
                  <a:lnTo>
                    <a:pt x="2503686" y="916452"/>
                  </a:lnTo>
                  <a:lnTo>
                    <a:pt x="2483228" y="872867"/>
                  </a:lnTo>
                  <a:lnTo>
                    <a:pt x="2462175" y="830123"/>
                  </a:lnTo>
                  <a:lnTo>
                    <a:pt x="2440537" y="788238"/>
                  </a:lnTo>
                  <a:lnTo>
                    <a:pt x="2418327" y="747229"/>
                  </a:lnTo>
                  <a:lnTo>
                    <a:pt x="2395552" y="707114"/>
                  </a:lnTo>
                  <a:lnTo>
                    <a:pt x="2372225" y="667911"/>
                  </a:lnTo>
                  <a:lnTo>
                    <a:pt x="2348355" y="629637"/>
                  </a:lnTo>
                  <a:lnTo>
                    <a:pt x="2323954" y="592309"/>
                  </a:lnTo>
                  <a:lnTo>
                    <a:pt x="2299031" y="555946"/>
                  </a:lnTo>
                  <a:lnTo>
                    <a:pt x="2273597" y="520565"/>
                  </a:lnTo>
                  <a:lnTo>
                    <a:pt x="2247662" y="486184"/>
                  </a:lnTo>
                  <a:lnTo>
                    <a:pt x="2221238" y="452820"/>
                  </a:lnTo>
                  <a:lnTo>
                    <a:pt x="2194334" y="420490"/>
                  </a:lnTo>
                  <a:lnTo>
                    <a:pt x="2166960" y="389213"/>
                  </a:lnTo>
                  <a:lnTo>
                    <a:pt x="2139128" y="359005"/>
                  </a:lnTo>
                  <a:lnTo>
                    <a:pt x="2110848" y="329885"/>
                  </a:lnTo>
                  <a:lnTo>
                    <a:pt x="2082131" y="301870"/>
                  </a:lnTo>
                  <a:lnTo>
                    <a:pt x="2052986" y="274978"/>
                  </a:lnTo>
                  <a:lnTo>
                    <a:pt x="2023424" y="249227"/>
                  </a:lnTo>
                  <a:lnTo>
                    <a:pt x="1993456" y="224633"/>
                  </a:lnTo>
                  <a:lnTo>
                    <a:pt x="1963092" y="201214"/>
                  </a:lnTo>
                  <a:lnTo>
                    <a:pt x="1901219" y="157974"/>
                  </a:lnTo>
                  <a:lnTo>
                    <a:pt x="1837888" y="119647"/>
                  </a:lnTo>
                  <a:lnTo>
                    <a:pt x="1773183" y="86374"/>
                  </a:lnTo>
                  <a:lnTo>
                    <a:pt x="1707188" y="58296"/>
                  </a:lnTo>
                  <a:lnTo>
                    <a:pt x="1639987" y="35552"/>
                  </a:lnTo>
                  <a:lnTo>
                    <a:pt x="1571663" y="18285"/>
                  </a:lnTo>
                  <a:lnTo>
                    <a:pt x="1502300" y="6635"/>
                  </a:lnTo>
                  <a:lnTo>
                    <a:pt x="1431982" y="743"/>
                  </a:lnTo>
                  <a:lnTo>
                    <a:pt x="139649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3711874" y="2408178"/>
              <a:ext cx="150495" cy="372110"/>
            </a:xfrm>
            <a:custGeom>
              <a:avLst/>
              <a:gdLst/>
              <a:ahLst/>
              <a:cxnLst/>
              <a:rect l="l" t="t" r="r" b="b"/>
              <a:pathLst>
                <a:path w="150495" h="372110">
                  <a:moveTo>
                    <a:pt x="80623" y="0"/>
                  </a:moveTo>
                  <a:lnTo>
                    <a:pt x="50518" y="23698"/>
                  </a:lnTo>
                  <a:lnTo>
                    <a:pt x="26749" y="56614"/>
                  </a:lnTo>
                  <a:lnTo>
                    <a:pt x="9971" y="97079"/>
                  </a:lnTo>
                  <a:lnTo>
                    <a:pt x="837" y="143424"/>
                  </a:lnTo>
                  <a:lnTo>
                    <a:pt x="0" y="193981"/>
                  </a:lnTo>
                  <a:lnTo>
                    <a:pt x="8112" y="247081"/>
                  </a:lnTo>
                  <a:lnTo>
                    <a:pt x="17890" y="280811"/>
                  </a:lnTo>
                  <a:lnTo>
                    <a:pt x="31533" y="313034"/>
                  </a:lnTo>
                  <a:lnTo>
                    <a:pt x="48879" y="343425"/>
                  </a:lnTo>
                  <a:lnTo>
                    <a:pt x="69765" y="371653"/>
                  </a:lnTo>
                  <a:lnTo>
                    <a:pt x="99845" y="347966"/>
                  </a:lnTo>
                  <a:lnTo>
                    <a:pt x="123605" y="315046"/>
                  </a:lnTo>
                  <a:lnTo>
                    <a:pt x="140385" y="274568"/>
                  </a:lnTo>
                  <a:lnTo>
                    <a:pt x="149523" y="228207"/>
                  </a:lnTo>
                  <a:lnTo>
                    <a:pt x="150360" y="177636"/>
                  </a:lnTo>
                  <a:lnTo>
                    <a:pt x="142234" y="124530"/>
                  </a:lnTo>
                  <a:lnTo>
                    <a:pt x="132448" y="90821"/>
                  </a:lnTo>
                  <a:lnTo>
                    <a:pt x="118811" y="58613"/>
                  </a:lnTo>
                  <a:lnTo>
                    <a:pt x="101482" y="28230"/>
                  </a:lnTo>
                  <a:lnTo>
                    <a:pt x="80623" y="0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9068" y="2714304"/>
              <a:ext cx="198737" cy="168744"/>
            </a:xfrm>
            <a:prstGeom prst="rect">
              <a:avLst/>
            </a:prstGeom>
          </p:spPr>
        </p:pic>
        <p:sp>
          <p:nvSpPr>
            <p:cNvPr id="231" name="object 231" descr=""/>
            <p:cNvSpPr/>
            <p:nvPr/>
          </p:nvSpPr>
          <p:spPr>
            <a:xfrm>
              <a:off x="4179134" y="3370495"/>
              <a:ext cx="152400" cy="288290"/>
            </a:xfrm>
            <a:custGeom>
              <a:avLst/>
              <a:gdLst/>
              <a:ahLst/>
              <a:cxnLst/>
              <a:rect l="l" t="t" r="r" b="b"/>
              <a:pathLst>
                <a:path w="152400" h="288289">
                  <a:moveTo>
                    <a:pt x="140639" y="0"/>
                  </a:moveTo>
                  <a:lnTo>
                    <a:pt x="103251" y="11671"/>
                  </a:lnTo>
                  <a:lnTo>
                    <a:pt x="68992" y="36413"/>
                  </a:lnTo>
                  <a:lnTo>
                    <a:pt x="39691" y="72331"/>
                  </a:lnTo>
                  <a:lnTo>
                    <a:pt x="17178" y="117532"/>
                  </a:lnTo>
                  <a:lnTo>
                    <a:pt x="3282" y="170120"/>
                  </a:lnTo>
                  <a:lnTo>
                    <a:pt x="0" y="199759"/>
                  </a:lnTo>
                  <a:lnTo>
                    <a:pt x="236" y="229475"/>
                  </a:lnTo>
                  <a:lnTo>
                    <a:pt x="3970" y="258958"/>
                  </a:lnTo>
                  <a:lnTo>
                    <a:pt x="11177" y="287896"/>
                  </a:lnTo>
                  <a:lnTo>
                    <a:pt x="48549" y="276205"/>
                  </a:lnTo>
                  <a:lnTo>
                    <a:pt x="82806" y="251444"/>
                  </a:lnTo>
                  <a:lnTo>
                    <a:pt x="112113" y="215508"/>
                  </a:lnTo>
                  <a:lnTo>
                    <a:pt x="134634" y="170296"/>
                  </a:lnTo>
                  <a:lnTo>
                    <a:pt x="148534" y="117703"/>
                  </a:lnTo>
                  <a:lnTo>
                    <a:pt x="151805" y="88081"/>
                  </a:lnTo>
                  <a:lnTo>
                    <a:pt x="151564" y="58384"/>
                  </a:lnTo>
                  <a:lnTo>
                    <a:pt x="147835" y="28920"/>
                  </a:lnTo>
                  <a:lnTo>
                    <a:pt x="140639" y="0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2839" y="3648233"/>
              <a:ext cx="209941" cy="91044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2490216" y="2703734"/>
              <a:ext cx="669290" cy="2539365"/>
            </a:xfrm>
            <a:custGeom>
              <a:avLst/>
              <a:gdLst/>
              <a:ahLst/>
              <a:cxnLst/>
              <a:rect l="l" t="t" r="r" b="b"/>
              <a:pathLst>
                <a:path w="669289" h="2539365">
                  <a:moveTo>
                    <a:pt x="282879" y="2427808"/>
                  </a:moveTo>
                  <a:lnTo>
                    <a:pt x="253034" y="2410752"/>
                  </a:lnTo>
                  <a:lnTo>
                    <a:pt x="214858" y="2401836"/>
                  </a:lnTo>
                  <a:lnTo>
                    <a:pt x="170903" y="2401747"/>
                  </a:lnTo>
                  <a:lnTo>
                    <a:pt x="123698" y="2411184"/>
                  </a:lnTo>
                  <a:lnTo>
                    <a:pt x="79121" y="2429332"/>
                  </a:lnTo>
                  <a:lnTo>
                    <a:pt x="42468" y="2453640"/>
                  </a:lnTo>
                  <a:lnTo>
                    <a:pt x="15519" y="2482113"/>
                  </a:lnTo>
                  <a:lnTo>
                    <a:pt x="0" y="2512784"/>
                  </a:lnTo>
                  <a:lnTo>
                    <a:pt x="29845" y="2529840"/>
                  </a:lnTo>
                  <a:lnTo>
                    <a:pt x="68033" y="2538742"/>
                  </a:lnTo>
                  <a:lnTo>
                    <a:pt x="112014" y="2538831"/>
                  </a:lnTo>
                  <a:lnTo>
                    <a:pt x="159232" y="2529408"/>
                  </a:lnTo>
                  <a:lnTo>
                    <a:pt x="203822" y="2511247"/>
                  </a:lnTo>
                  <a:lnTo>
                    <a:pt x="240461" y="2486939"/>
                  </a:lnTo>
                  <a:lnTo>
                    <a:pt x="267398" y="2458453"/>
                  </a:lnTo>
                  <a:lnTo>
                    <a:pt x="282879" y="2427808"/>
                  </a:lnTo>
                  <a:close/>
                </a:path>
                <a:path w="669289" h="2539365">
                  <a:moveTo>
                    <a:pt x="415696" y="2048141"/>
                  </a:moveTo>
                  <a:lnTo>
                    <a:pt x="411175" y="1996871"/>
                  </a:lnTo>
                  <a:lnTo>
                    <a:pt x="398056" y="1942769"/>
                  </a:lnTo>
                  <a:lnTo>
                    <a:pt x="380288" y="1892642"/>
                  </a:lnTo>
                  <a:lnTo>
                    <a:pt x="361873" y="1853260"/>
                  </a:lnTo>
                  <a:lnTo>
                    <a:pt x="346773" y="1831416"/>
                  </a:lnTo>
                  <a:lnTo>
                    <a:pt x="330657" y="1852676"/>
                  </a:lnTo>
                  <a:lnTo>
                    <a:pt x="310769" y="1891144"/>
                  </a:lnTo>
                  <a:lnTo>
                    <a:pt x="291160" y="1940293"/>
                  </a:lnTo>
                  <a:lnTo>
                    <a:pt x="275907" y="1993595"/>
                  </a:lnTo>
                  <a:lnTo>
                    <a:pt x="269062" y="2044547"/>
                  </a:lnTo>
                  <a:lnTo>
                    <a:pt x="272986" y="2095449"/>
                  </a:lnTo>
                  <a:lnTo>
                    <a:pt x="286880" y="2132253"/>
                  </a:lnTo>
                  <a:lnTo>
                    <a:pt x="309079" y="2159660"/>
                  </a:lnTo>
                  <a:lnTo>
                    <a:pt x="337985" y="2182330"/>
                  </a:lnTo>
                  <a:lnTo>
                    <a:pt x="368300" y="2161070"/>
                  </a:lnTo>
                  <a:lnTo>
                    <a:pt x="392506" y="2134806"/>
                  </a:lnTo>
                  <a:lnTo>
                    <a:pt x="408876" y="2098763"/>
                  </a:lnTo>
                  <a:lnTo>
                    <a:pt x="415696" y="2048141"/>
                  </a:lnTo>
                  <a:close/>
                </a:path>
                <a:path w="669289" h="2539365">
                  <a:moveTo>
                    <a:pt x="511835" y="535419"/>
                  </a:moveTo>
                  <a:lnTo>
                    <a:pt x="508127" y="491832"/>
                  </a:lnTo>
                  <a:lnTo>
                    <a:pt x="493077" y="445135"/>
                  </a:lnTo>
                  <a:lnTo>
                    <a:pt x="466813" y="398297"/>
                  </a:lnTo>
                  <a:lnTo>
                    <a:pt x="432181" y="357238"/>
                  </a:lnTo>
                  <a:lnTo>
                    <a:pt x="393750" y="326732"/>
                  </a:lnTo>
                  <a:lnTo>
                    <a:pt x="354228" y="307949"/>
                  </a:lnTo>
                  <a:lnTo>
                    <a:pt x="316318" y="302069"/>
                  </a:lnTo>
                  <a:lnTo>
                    <a:pt x="308597" y="339610"/>
                  </a:lnTo>
                  <a:lnTo>
                    <a:pt x="312305" y="383209"/>
                  </a:lnTo>
                  <a:lnTo>
                    <a:pt x="327342" y="429907"/>
                  </a:lnTo>
                  <a:lnTo>
                    <a:pt x="353606" y="476758"/>
                  </a:lnTo>
                  <a:lnTo>
                    <a:pt x="388251" y="517829"/>
                  </a:lnTo>
                  <a:lnTo>
                    <a:pt x="426681" y="548335"/>
                  </a:lnTo>
                  <a:lnTo>
                    <a:pt x="466204" y="567118"/>
                  </a:lnTo>
                  <a:lnTo>
                    <a:pt x="504113" y="572985"/>
                  </a:lnTo>
                  <a:lnTo>
                    <a:pt x="511835" y="535419"/>
                  </a:lnTo>
                  <a:close/>
                </a:path>
                <a:path w="669289" h="2539365">
                  <a:moveTo>
                    <a:pt x="660412" y="1732381"/>
                  </a:moveTo>
                  <a:lnTo>
                    <a:pt x="655891" y="1681111"/>
                  </a:lnTo>
                  <a:lnTo>
                    <a:pt x="642759" y="1627009"/>
                  </a:lnTo>
                  <a:lnTo>
                    <a:pt x="625005" y="1576882"/>
                  </a:lnTo>
                  <a:lnTo>
                    <a:pt x="606590" y="1537500"/>
                  </a:lnTo>
                  <a:lnTo>
                    <a:pt x="591489" y="1515656"/>
                  </a:lnTo>
                  <a:lnTo>
                    <a:pt x="575373" y="1536915"/>
                  </a:lnTo>
                  <a:lnTo>
                    <a:pt x="555485" y="1575384"/>
                  </a:lnTo>
                  <a:lnTo>
                    <a:pt x="535876" y="1624533"/>
                  </a:lnTo>
                  <a:lnTo>
                    <a:pt x="520623" y="1677835"/>
                  </a:lnTo>
                  <a:lnTo>
                    <a:pt x="513778" y="1728787"/>
                  </a:lnTo>
                  <a:lnTo>
                    <a:pt x="517702" y="1779689"/>
                  </a:lnTo>
                  <a:lnTo>
                    <a:pt x="531583" y="1816493"/>
                  </a:lnTo>
                  <a:lnTo>
                    <a:pt x="553796" y="1843900"/>
                  </a:lnTo>
                  <a:lnTo>
                    <a:pt x="582701" y="1866582"/>
                  </a:lnTo>
                  <a:lnTo>
                    <a:pt x="613016" y="1845310"/>
                  </a:lnTo>
                  <a:lnTo>
                    <a:pt x="637209" y="1819046"/>
                  </a:lnTo>
                  <a:lnTo>
                    <a:pt x="653592" y="1783003"/>
                  </a:lnTo>
                  <a:lnTo>
                    <a:pt x="660412" y="1732381"/>
                  </a:lnTo>
                  <a:close/>
                </a:path>
                <a:path w="669289" h="2539365">
                  <a:moveTo>
                    <a:pt x="668705" y="195338"/>
                  </a:moveTo>
                  <a:lnTo>
                    <a:pt x="662686" y="131978"/>
                  </a:lnTo>
                  <a:lnTo>
                    <a:pt x="645845" y="76327"/>
                  </a:lnTo>
                  <a:lnTo>
                    <a:pt x="620026" y="31343"/>
                  </a:lnTo>
                  <a:lnTo>
                    <a:pt x="587082" y="0"/>
                  </a:lnTo>
                  <a:lnTo>
                    <a:pt x="554126" y="31318"/>
                  </a:lnTo>
                  <a:lnTo>
                    <a:pt x="528307" y="76288"/>
                  </a:lnTo>
                  <a:lnTo>
                    <a:pt x="511467" y="131940"/>
                  </a:lnTo>
                  <a:lnTo>
                    <a:pt x="505447" y="195338"/>
                  </a:lnTo>
                  <a:lnTo>
                    <a:pt x="511467" y="258737"/>
                  </a:lnTo>
                  <a:lnTo>
                    <a:pt x="528307" y="314413"/>
                  </a:lnTo>
                  <a:lnTo>
                    <a:pt x="554126" y="359371"/>
                  </a:lnTo>
                  <a:lnTo>
                    <a:pt x="587082" y="390677"/>
                  </a:lnTo>
                  <a:lnTo>
                    <a:pt x="620026" y="359359"/>
                  </a:lnTo>
                  <a:lnTo>
                    <a:pt x="645845" y="314388"/>
                  </a:lnTo>
                  <a:lnTo>
                    <a:pt x="662686" y="258737"/>
                  </a:lnTo>
                  <a:lnTo>
                    <a:pt x="668705" y="195338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 descr=""/>
          <p:cNvSpPr/>
          <p:nvPr/>
        </p:nvSpPr>
        <p:spPr>
          <a:xfrm>
            <a:off x="3530973" y="6669799"/>
            <a:ext cx="146685" cy="351155"/>
          </a:xfrm>
          <a:custGeom>
            <a:avLst/>
            <a:gdLst/>
            <a:ahLst/>
            <a:cxnLst/>
            <a:rect l="l" t="t" r="r" b="b"/>
            <a:pathLst>
              <a:path w="146685" h="351154">
                <a:moveTo>
                  <a:pt x="77746" y="0"/>
                </a:moveTo>
                <a:lnTo>
                  <a:pt x="41706" y="59728"/>
                </a:lnTo>
                <a:lnTo>
                  <a:pt x="22084" y="108873"/>
                </a:lnTo>
                <a:lnTo>
                  <a:pt x="6825" y="162181"/>
                </a:lnTo>
                <a:lnTo>
                  <a:pt x="0" y="213134"/>
                </a:lnTo>
                <a:lnTo>
                  <a:pt x="3939" y="264027"/>
                </a:lnTo>
                <a:lnTo>
                  <a:pt x="17822" y="300828"/>
                </a:lnTo>
                <a:lnTo>
                  <a:pt x="40031" y="328228"/>
                </a:lnTo>
                <a:lnTo>
                  <a:pt x="68950" y="350921"/>
                </a:lnTo>
                <a:lnTo>
                  <a:pt x="99244" y="329655"/>
                </a:lnTo>
                <a:lnTo>
                  <a:pt x="123439" y="303393"/>
                </a:lnTo>
                <a:lnTo>
                  <a:pt x="139819" y="267346"/>
                </a:lnTo>
                <a:lnTo>
                  <a:pt x="146665" y="216726"/>
                </a:lnTo>
                <a:lnTo>
                  <a:pt x="142191" y="165436"/>
                </a:lnTo>
                <a:lnTo>
                  <a:pt x="129067" y="111334"/>
                </a:lnTo>
                <a:lnTo>
                  <a:pt x="111289" y="61205"/>
                </a:lnTo>
                <a:lnTo>
                  <a:pt x="92851" y="21831"/>
                </a:lnTo>
                <a:lnTo>
                  <a:pt x="77746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 descr=""/>
          <p:cNvSpPr/>
          <p:nvPr/>
        </p:nvSpPr>
        <p:spPr>
          <a:xfrm>
            <a:off x="3013853" y="7683144"/>
            <a:ext cx="201930" cy="302895"/>
          </a:xfrm>
          <a:custGeom>
            <a:avLst/>
            <a:gdLst/>
            <a:ahLst/>
            <a:cxnLst/>
            <a:rect l="l" t="t" r="r" b="b"/>
            <a:pathLst>
              <a:path w="201930" h="302895">
                <a:moveTo>
                  <a:pt x="2461" y="0"/>
                </a:moveTo>
                <a:lnTo>
                  <a:pt x="3421" y="69715"/>
                </a:lnTo>
                <a:lnTo>
                  <a:pt x="12747" y="121797"/>
                </a:lnTo>
                <a:lnTo>
                  <a:pt x="27997" y="175104"/>
                </a:lnTo>
                <a:lnTo>
                  <a:pt x="49193" y="221940"/>
                </a:lnTo>
                <a:lnTo>
                  <a:pt x="79512" y="263041"/>
                </a:lnTo>
                <a:lnTo>
                  <a:pt x="110766" y="286945"/>
                </a:lnTo>
                <a:lnTo>
                  <a:pt x="180592" y="302420"/>
                </a:lnTo>
                <a:lnTo>
                  <a:pt x="195036" y="268401"/>
                </a:lnTo>
                <a:lnTo>
                  <a:pt x="201700" y="233341"/>
                </a:lnTo>
                <a:lnTo>
                  <a:pt x="196567" y="194090"/>
                </a:lnTo>
                <a:lnTo>
                  <a:pt x="175618" y="147503"/>
                </a:lnTo>
                <a:lnTo>
                  <a:pt x="144695" y="106342"/>
                </a:lnTo>
                <a:lnTo>
                  <a:pt x="104940" y="67372"/>
                </a:lnTo>
                <a:lnTo>
                  <a:pt x="63331" y="34233"/>
                </a:lnTo>
                <a:lnTo>
                  <a:pt x="26846" y="10562"/>
                </a:lnTo>
                <a:lnTo>
                  <a:pt x="2461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 descr=""/>
          <p:cNvSpPr/>
          <p:nvPr/>
        </p:nvSpPr>
        <p:spPr>
          <a:xfrm>
            <a:off x="1822941" y="5131812"/>
            <a:ext cx="200660" cy="304165"/>
          </a:xfrm>
          <a:custGeom>
            <a:avLst/>
            <a:gdLst/>
            <a:ahLst/>
            <a:cxnLst/>
            <a:rect l="l" t="t" r="r" b="b"/>
            <a:pathLst>
              <a:path w="200660" h="304164">
                <a:moveTo>
                  <a:pt x="2645" y="0"/>
                </a:moveTo>
                <a:lnTo>
                  <a:pt x="3137" y="69745"/>
                </a:lnTo>
                <a:lnTo>
                  <a:pt x="12120" y="121902"/>
                </a:lnTo>
                <a:lnTo>
                  <a:pt x="27013" y="175316"/>
                </a:lnTo>
                <a:lnTo>
                  <a:pt x="47879" y="222286"/>
                </a:lnTo>
                <a:lnTo>
                  <a:pt x="77884" y="263575"/>
                </a:lnTo>
                <a:lnTo>
                  <a:pt x="108957" y="287687"/>
                </a:lnTo>
                <a:lnTo>
                  <a:pt x="178682" y="303676"/>
                </a:lnTo>
                <a:lnTo>
                  <a:pt x="193387" y="269732"/>
                </a:lnTo>
                <a:lnTo>
                  <a:pt x="200283" y="234706"/>
                </a:lnTo>
                <a:lnTo>
                  <a:pt x="195391" y="195425"/>
                </a:lnTo>
                <a:lnTo>
                  <a:pt x="174734" y="148717"/>
                </a:lnTo>
                <a:lnTo>
                  <a:pt x="144100" y="107344"/>
                </a:lnTo>
                <a:lnTo>
                  <a:pt x="104619" y="68096"/>
                </a:lnTo>
                <a:lnTo>
                  <a:pt x="63246" y="34663"/>
                </a:lnTo>
                <a:lnTo>
                  <a:pt x="26937" y="10735"/>
                </a:lnTo>
                <a:lnTo>
                  <a:pt x="2645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7" name="object 23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0340" y="6992063"/>
            <a:ext cx="167418" cy="156567"/>
          </a:xfrm>
          <a:prstGeom prst="rect">
            <a:avLst/>
          </a:prstGeom>
        </p:spPr>
      </p:pic>
      <p:pic>
        <p:nvPicPr>
          <p:cNvPr id="238" name="object 23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76831" y="7561305"/>
            <a:ext cx="70466" cy="176905"/>
          </a:xfrm>
          <a:prstGeom prst="rect">
            <a:avLst/>
          </a:prstGeom>
        </p:spPr>
      </p:pic>
      <p:grpSp>
        <p:nvGrpSpPr>
          <p:cNvPr id="239" name="object 239" descr=""/>
          <p:cNvGrpSpPr/>
          <p:nvPr/>
        </p:nvGrpSpPr>
        <p:grpSpPr>
          <a:xfrm>
            <a:off x="1183055" y="2289926"/>
            <a:ext cx="2663825" cy="6967220"/>
            <a:chOff x="1183055" y="2289926"/>
            <a:chExt cx="2663825" cy="6967220"/>
          </a:xfrm>
        </p:grpSpPr>
        <p:sp>
          <p:nvSpPr>
            <p:cNvPr id="240" name="object 240" descr=""/>
            <p:cNvSpPr/>
            <p:nvPr/>
          </p:nvSpPr>
          <p:spPr>
            <a:xfrm>
              <a:off x="3363338" y="2289926"/>
              <a:ext cx="0" cy="6908165"/>
            </a:xfrm>
            <a:custGeom>
              <a:avLst/>
              <a:gdLst/>
              <a:ahLst/>
              <a:cxnLst/>
              <a:rect l="l" t="t" r="r" b="b"/>
              <a:pathLst>
                <a:path w="0" h="6908165">
                  <a:moveTo>
                    <a:pt x="0" y="6907883"/>
                  </a:moveTo>
                  <a:lnTo>
                    <a:pt x="0" y="0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080457" y="3024819"/>
              <a:ext cx="283210" cy="939800"/>
            </a:xfrm>
            <a:custGeom>
              <a:avLst/>
              <a:gdLst/>
              <a:ahLst/>
              <a:cxnLst/>
              <a:rect l="l" t="t" r="r" b="b"/>
              <a:pathLst>
                <a:path w="283210" h="939800">
                  <a:moveTo>
                    <a:pt x="0" y="0"/>
                  </a:moveTo>
                  <a:lnTo>
                    <a:pt x="0" y="656817"/>
                  </a:lnTo>
                  <a:lnTo>
                    <a:pt x="5301" y="702845"/>
                  </a:lnTo>
                  <a:lnTo>
                    <a:pt x="20403" y="745099"/>
                  </a:lnTo>
                  <a:lnTo>
                    <a:pt x="44100" y="782373"/>
                  </a:lnTo>
                  <a:lnTo>
                    <a:pt x="75187" y="813462"/>
                  </a:lnTo>
                  <a:lnTo>
                    <a:pt x="112461" y="837160"/>
                  </a:lnTo>
                  <a:lnTo>
                    <a:pt x="154716" y="852263"/>
                  </a:lnTo>
                  <a:lnTo>
                    <a:pt x="200747" y="857565"/>
                  </a:lnTo>
                  <a:lnTo>
                    <a:pt x="232732" y="864026"/>
                  </a:lnTo>
                  <a:lnTo>
                    <a:pt x="258824" y="881621"/>
                  </a:lnTo>
                  <a:lnTo>
                    <a:pt x="276419" y="907710"/>
                  </a:lnTo>
                  <a:lnTo>
                    <a:pt x="282881" y="939657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080457" y="4629275"/>
              <a:ext cx="283210" cy="1136015"/>
            </a:xfrm>
            <a:custGeom>
              <a:avLst/>
              <a:gdLst/>
              <a:ahLst/>
              <a:cxnLst/>
              <a:rect l="l" t="t" r="r" b="b"/>
              <a:pathLst>
                <a:path w="283210" h="1136014">
                  <a:moveTo>
                    <a:pt x="0" y="0"/>
                  </a:moveTo>
                  <a:lnTo>
                    <a:pt x="0" y="852549"/>
                  </a:lnTo>
                  <a:lnTo>
                    <a:pt x="5757" y="895401"/>
                  </a:lnTo>
                  <a:lnTo>
                    <a:pt x="22007" y="933908"/>
                  </a:lnTo>
                  <a:lnTo>
                    <a:pt x="47211" y="966533"/>
                  </a:lnTo>
                  <a:lnTo>
                    <a:pt x="79836" y="991739"/>
                  </a:lnTo>
                  <a:lnTo>
                    <a:pt x="118344" y="1007990"/>
                  </a:lnTo>
                  <a:lnTo>
                    <a:pt x="161199" y="1013749"/>
                  </a:lnTo>
                  <a:lnTo>
                    <a:pt x="208551" y="1023308"/>
                  </a:lnTo>
                  <a:lnTo>
                    <a:pt x="247225" y="1049376"/>
                  </a:lnTo>
                  <a:lnTo>
                    <a:pt x="273307" y="1088041"/>
                  </a:lnTo>
                  <a:lnTo>
                    <a:pt x="282881" y="1135389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111874" y="6709266"/>
              <a:ext cx="252095" cy="283210"/>
            </a:xfrm>
            <a:custGeom>
              <a:avLst/>
              <a:gdLst/>
              <a:ahLst/>
              <a:cxnLst/>
              <a:rect l="l" t="t" r="r" b="b"/>
              <a:pathLst>
                <a:path w="252095" h="283209">
                  <a:moveTo>
                    <a:pt x="0" y="0"/>
                  </a:moveTo>
                  <a:lnTo>
                    <a:pt x="7303" y="50941"/>
                  </a:lnTo>
                  <a:lnTo>
                    <a:pt x="27642" y="95191"/>
                  </a:lnTo>
                  <a:lnTo>
                    <a:pt x="58662" y="130089"/>
                  </a:lnTo>
                  <a:lnTo>
                    <a:pt x="98004" y="152978"/>
                  </a:lnTo>
                  <a:lnTo>
                    <a:pt x="143315" y="161199"/>
                  </a:lnTo>
                  <a:lnTo>
                    <a:pt x="185406" y="170759"/>
                  </a:lnTo>
                  <a:lnTo>
                    <a:pt x="219785" y="196830"/>
                  </a:lnTo>
                  <a:lnTo>
                    <a:pt x="242967" y="235495"/>
                  </a:lnTo>
                  <a:lnTo>
                    <a:pt x="251468" y="282839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2828835" y="4826625"/>
              <a:ext cx="252095" cy="448945"/>
            </a:xfrm>
            <a:custGeom>
              <a:avLst/>
              <a:gdLst/>
              <a:ahLst/>
              <a:cxnLst/>
              <a:rect l="l" t="t" r="r" b="b"/>
              <a:pathLst>
                <a:path w="252094" h="448945">
                  <a:moveTo>
                    <a:pt x="0" y="0"/>
                  </a:moveTo>
                  <a:lnTo>
                    <a:pt x="0" y="235950"/>
                  </a:lnTo>
                  <a:lnTo>
                    <a:pt x="9972" y="285344"/>
                  </a:lnTo>
                  <a:lnTo>
                    <a:pt x="37167" y="325679"/>
                  </a:lnTo>
                  <a:lnTo>
                    <a:pt x="77503" y="352875"/>
                  </a:lnTo>
                  <a:lnTo>
                    <a:pt x="126896" y="362847"/>
                  </a:lnTo>
                  <a:lnTo>
                    <a:pt x="165775" y="362847"/>
                  </a:lnTo>
                  <a:lnTo>
                    <a:pt x="199168" y="369601"/>
                  </a:lnTo>
                  <a:lnTo>
                    <a:pt x="226439" y="387992"/>
                  </a:lnTo>
                  <a:lnTo>
                    <a:pt x="244830" y="415263"/>
                  </a:lnTo>
                  <a:lnTo>
                    <a:pt x="251583" y="448656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363336" y="2697100"/>
              <a:ext cx="419100" cy="807085"/>
            </a:xfrm>
            <a:custGeom>
              <a:avLst/>
              <a:gdLst/>
              <a:ahLst/>
              <a:cxnLst/>
              <a:rect l="l" t="t" r="r" b="b"/>
              <a:pathLst>
                <a:path w="419100" h="807085">
                  <a:moveTo>
                    <a:pt x="419055" y="0"/>
                  </a:moveTo>
                  <a:lnTo>
                    <a:pt x="419055" y="387475"/>
                  </a:lnTo>
                  <a:lnTo>
                    <a:pt x="414738" y="435636"/>
                  </a:lnTo>
                  <a:lnTo>
                    <a:pt x="402293" y="480964"/>
                  </a:lnTo>
                  <a:lnTo>
                    <a:pt x="382475" y="522704"/>
                  </a:lnTo>
                  <a:lnTo>
                    <a:pt x="356043" y="560098"/>
                  </a:lnTo>
                  <a:lnTo>
                    <a:pt x="323751" y="592391"/>
                  </a:lnTo>
                  <a:lnTo>
                    <a:pt x="286358" y="618824"/>
                  </a:lnTo>
                  <a:lnTo>
                    <a:pt x="244620" y="638641"/>
                  </a:lnTo>
                  <a:lnTo>
                    <a:pt x="199294" y="651087"/>
                  </a:lnTo>
                  <a:lnTo>
                    <a:pt x="151136" y="655404"/>
                  </a:lnTo>
                  <a:lnTo>
                    <a:pt x="103364" y="663108"/>
                  </a:lnTo>
                  <a:lnTo>
                    <a:pt x="61875" y="684563"/>
                  </a:lnTo>
                  <a:lnTo>
                    <a:pt x="29159" y="717277"/>
                  </a:lnTo>
                  <a:lnTo>
                    <a:pt x="7704" y="758763"/>
                  </a:lnTo>
                  <a:lnTo>
                    <a:pt x="0" y="806530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2994332" y="3276716"/>
              <a:ext cx="86360" cy="214629"/>
            </a:xfrm>
            <a:custGeom>
              <a:avLst/>
              <a:gdLst/>
              <a:ahLst/>
              <a:cxnLst/>
              <a:rect l="l" t="t" r="r" b="b"/>
              <a:pathLst>
                <a:path w="86360" h="214629">
                  <a:moveTo>
                    <a:pt x="0" y="0"/>
                  </a:moveTo>
                  <a:lnTo>
                    <a:pt x="47872" y="78311"/>
                  </a:lnTo>
                  <a:lnTo>
                    <a:pt x="64402" y="110006"/>
                  </a:lnTo>
                  <a:lnTo>
                    <a:pt x="76378" y="143511"/>
                  </a:lnTo>
                  <a:lnTo>
                    <a:pt x="83664" y="178339"/>
                  </a:lnTo>
                  <a:lnTo>
                    <a:pt x="86123" y="214003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363336" y="6894497"/>
              <a:ext cx="241300" cy="801370"/>
            </a:xfrm>
            <a:custGeom>
              <a:avLst/>
              <a:gdLst/>
              <a:ahLst/>
              <a:cxnLst/>
              <a:rect l="l" t="t" r="r" b="b"/>
              <a:pathLst>
                <a:path w="241300" h="801370">
                  <a:moveTo>
                    <a:pt x="240966" y="0"/>
                  </a:moveTo>
                  <a:lnTo>
                    <a:pt x="240966" y="335256"/>
                  </a:lnTo>
                  <a:lnTo>
                    <a:pt x="237336" y="384510"/>
                  </a:lnTo>
                  <a:lnTo>
                    <a:pt x="226678" y="432200"/>
                  </a:lnTo>
                  <a:lnTo>
                    <a:pt x="209323" y="477620"/>
                  </a:lnTo>
                  <a:lnTo>
                    <a:pt x="185601" y="520064"/>
                  </a:lnTo>
                  <a:lnTo>
                    <a:pt x="155844" y="558824"/>
                  </a:lnTo>
                  <a:lnTo>
                    <a:pt x="120383" y="593196"/>
                  </a:lnTo>
                  <a:lnTo>
                    <a:pt x="82489" y="624766"/>
                  </a:lnTo>
                  <a:lnTo>
                    <a:pt x="47543" y="661214"/>
                  </a:lnTo>
                  <a:lnTo>
                    <a:pt x="21635" y="703880"/>
                  </a:lnTo>
                  <a:lnTo>
                    <a:pt x="5532" y="751126"/>
                  </a:lnTo>
                  <a:lnTo>
                    <a:pt x="0" y="801315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523195" y="7316117"/>
              <a:ext cx="317500" cy="136525"/>
            </a:xfrm>
            <a:custGeom>
              <a:avLst/>
              <a:gdLst/>
              <a:ahLst/>
              <a:cxnLst/>
              <a:rect l="l" t="t" r="r" b="b"/>
              <a:pathLst>
                <a:path w="317500" h="136525">
                  <a:moveTo>
                    <a:pt x="317414" y="0"/>
                  </a:moveTo>
                  <a:lnTo>
                    <a:pt x="310470" y="43052"/>
                  </a:lnTo>
                  <a:lnTo>
                    <a:pt x="291133" y="80444"/>
                  </a:lnTo>
                  <a:lnTo>
                    <a:pt x="261647" y="109931"/>
                  </a:lnTo>
                  <a:lnTo>
                    <a:pt x="224254" y="129270"/>
                  </a:lnTo>
                  <a:lnTo>
                    <a:pt x="181198" y="136215"/>
                  </a:lnTo>
                  <a:lnTo>
                    <a:pt x="0" y="136215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188012" y="7939664"/>
              <a:ext cx="175895" cy="1114425"/>
            </a:xfrm>
            <a:custGeom>
              <a:avLst/>
              <a:gdLst/>
              <a:ahLst/>
              <a:cxnLst/>
              <a:rect l="l" t="t" r="r" b="b"/>
              <a:pathLst>
                <a:path w="175895" h="1114425">
                  <a:moveTo>
                    <a:pt x="0" y="0"/>
                  </a:moveTo>
                  <a:lnTo>
                    <a:pt x="0" y="939028"/>
                  </a:lnTo>
                  <a:lnTo>
                    <a:pt x="9748" y="987316"/>
                  </a:lnTo>
                  <a:lnTo>
                    <a:pt x="36333" y="1026750"/>
                  </a:lnTo>
                  <a:lnTo>
                    <a:pt x="75767" y="1053338"/>
                  </a:lnTo>
                  <a:lnTo>
                    <a:pt x="124059" y="1063088"/>
                  </a:lnTo>
                  <a:lnTo>
                    <a:pt x="144029" y="1067120"/>
                  </a:lnTo>
                  <a:lnTo>
                    <a:pt x="160338" y="1078116"/>
                  </a:lnTo>
                  <a:lnTo>
                    <a:pt x="171334" y="1094425"/>
                  </a:lnTo>
                  <a:lnTo>
                    <a:pt x="175366" y="1114395"/>
                  </a:lnTo>
                </a:path>
              </a:pathLst>
            </a:custGeom>
            <a:ln w="12345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83055" y="5577030"/>
              <a:ext cx="1969770" cy="2447925"/>
            </a:xfrm>
            <a:custGeom>
              <a:avLst/>
              <a:gdLst/>
              <a:ahLst/>
              <a:cxnLst/>
              <a:rect l="l" t="t" r="r" b="b"/>
              <a:pathLst>
                <a:path w="1969770" h="2447925">
                  <a:moveTo>
                    <a:pt x="984776" y="0"/>
                  </a:moveTo>
                  <a:lnTo>
                    <a:pt x="942058" y="1130"/>
                  </a:lnTo>
                  <a:lnTo>
                    <a:pt x="899805" y="4492"/>
                  </a:lnTo>
                  <a:lnTo>
                    <a:pt x="858054" y="10039"/>
                  </a:lnTo>
                  <a:lnTo>
                    <a:pt x="816842" y="17725"/>
                  </a:lnTo>
                  <a:lnTo>
                    <a:pt x="776205" y="27504"/>
                  </a:lnTo>
                  <a:lnTo>
                    <a:pt x="736181" y="39331"/>
                  </a:lnTo>
                  <a:lnTo>
                    <a:pt x="696807" y="53159"/>
                  </a:lnTo>
                  <a:lnTo>
                    <a:pt x="658119" y="68943"/>
                  </a:lnTo>
                  <a:lnTo>
                    <a:pt x="620155" y="86636"/>
                  </a:lnTo>
                  <a:lnTo>
                    <a:pt x="582951" y="106193"/>
                  </a:lnTo>
                  <a:lnTo>
                    <a:pt x="546545" y="127567"/>
                  </a:lnTo>
                  <a:lnTo>
                    <a:pt x="510973" y="150713"/>
                  </a:lnTo>
                  <a:lnTo>
                    <a:pt x="476272" y="175585"/>
                  </a:lnTo>
                  <a:lnTo>
                    <a:pt x="442479" y="202137"/>
                  </a:lnTo>
                  <a:lnTo>
                    <a:pt x="409632" y="230323"/>
                  </a:lnTo>
                  <a:lnTo>
                    <a:pt x="377766" y="260097"/>
                  </a:lnTo>
                  <a:lnTo>
                    <a:pt x="346920" y="291413"/>
                  </a:lnTo>
                  <a:lnTo>
                    <a:pt x="317130" y="324226"/>
                  </a:lnTo>
                  <a:lnTo>
                    <a:pt x="288433" y="358489"/>
                  </a:lnTo>
                  <a:lnTo>
                    <a:pt x="260866" y="394156"/>
                  </a:lnTo>
                  <a:lnTo>
                    <a:pt x="234466" y="431181"/>
                  </a:lnTo>
                  <a:lnTo>
                    <a:pt x="209269" y="469520"/>
                  </a:lnTo>
                  <a:lnTo>
                    <a:pt x="185314" y="509124"/>
                  </a:lnTo>
                  <a:lnTo>
                    <a:pt x="162636" y="549950"/>
                  </a:lnTo>
                  <a:lnTo>
                    <a:pt x="141272" y="591950"/>
                  </a:lnTo>
                  <a:lnTo>
                    <a:pt x="121261" y="635079"/>
                  </a:lnTo>
                  <a:lnTo>
                    <a:pt x="102638" y="679291"/>
                  </a:lnTo>
                  <a:lnTo>
                    <a:pt x="85440" y="724540"/>
                  </a:lnTo>
                  <a:lnTo>
                    <a:pt x="69705" y="770780"/>
                  </a:lnTo>
                  <a:lnTo>
                    <a:pt x="55470" y="817966"/>
                  </a:lnTo>
                  <a:lnTo>
                    <a:pt x="42771" y="866050"/>
                  </a:lnTo>
                  <a:lnTo>
                    <a:pt x="31645" y="914988"/>
                  </a:lnTo>
                  <a:lnTo>
                    <a:pt x="22130" y="964733"/>
                  </a:lnTo>
                  <a:lnTo>
                    <a:pt x="14261" y="1015240"/>
                  </a:lnTo>
                  <a:lnTo>
                    <a:pt x="8077" y="1066462"/>
                  </a:lnTo>
                  <a:lnTo>
                    <a:pt x="3614" y="1118354"/>
                  </a:lnTo>
                  <a:lnTo>
                    <a:pt x="909" y="1170869"/>
                  </a:lnTo>
                  <a:lnTo>
                    <a:pt x="0" y="1223962"/>
                  </a:lnTo>
                  <a:lnTo>
                    <a:pt x="909" y="1277055"/>
                  </a:lnTo>
                  <a:lnTo>
                    <a:pt x="3614" y="1329571"/>
                  </a:lnTo>
                  <a:lnTo>
                    <a:pt x="8077" y="1381463"/>
                  </a:lnTo>
                  <a:lnTo>
                    <a:pt x="14261" y="1432685"/>
                  </a:lnTo>
                  <a:lnTo>
                    <a:pt x="22130" y="1483191"/>
                  </a:lnTo>
                  <a:lnTo>
                    <a:pt x="31645" y="1532937"/>
                  </a:lnTo>
                  <a:lnTo>
                    <a:pt x="42771" y="1581874"/>
                  </a:lnTo>
                  <a:lnTo>
                    <a:pt x="55470" y="1629959"/>
                  </a:lnTo>
                  <a:lnTo>
                    <a:pt x="69705" y="1677144"/>
                  </a:lnTo>
                  <a:lnTo>
                    <a:pt x="85440" y="1723384"/>
                  </a:lnTo>
                  <a:lnTo>
                    <a:pt x="102638" y="1768633"/>
                  </a:lnTo>
                  <a:lnTo>
                    <a:pt x="121261" y="1812845"/>
                  </a:lnTo>
                  <a:lnTo>
                    <a:pt x="141272" y="1855974"/>
                  </a:lnTo>
                  <a:lnTo>
                    <a:pt x="162636" y="1897975"/>
                  </a:lnTo>
                  <a:lnTo>
                    <a:pt x="185314" y="1938800"/>
                  </a:lnTo>
                  <a:lnTo>
                    <a:pt x="209269" y="1978405"/>
                  </a:lnTo>
                  <a:lnTo>
                    <a:pt x="234466" y="2016743"/>
                  </a:lnTo>
                  <a:lnTo>
                    <a:pt x="260866" y="2053769"/>
                  </a:lnTo>
                  <a:lnTo>
                    <a:pt x="288433" y="2089436"/>
                  </a:lnTo>
                  <a:lnTo>
                    <a:pt x="317130" y="2123699"/>
                  </a:lnTo>
                  <a:lnTo>
                    <a:pt x="346920" y="2156511"/>
                  </a:lnTo>
                  <a:lnTo>
                    <a:pt x="377766" y="2187827"/>
                  </a:lnTo>
                  <a:lnTo>
                    <a:pt x="409632" y="2217601"/>
                  </a:lnTo>
                  <a:lnTo>
                    <a:pt x="442479" y="2245787"/>
                  </a:lnTo>
                  <a:lnTo>
                    <a:pt x="476272" y="2272339"/>
                  </a:lnTo>
                  <a:lnTo>
                    <a:pt x="510973" y="2297211"/>
                  </a:lnTo>
                  <a:lnTo>
                    <a:pt x="546545" y="2320358"/>
                  </a:lnTo>
                  <a:lnTo>
                    <a:pt x="582951" y="2341732"/>
                  </a:lnTo>
                  <a:lnTo>
                    <a:pt x="620155" y="2361289"/>
                  </a:lnTo>
                  <a:lnTo>
                    <a:pt x="658119" y="2378982"/>
                  </a:lnTo>
                  <a:lnTo>
                    <a:pt x="696807" y="2394765"/>
                  </a:lnTo>
                  <a:lnTo>
                    <a:pt x="736181" y="2408593"/>
                  </a:lnTo>
                  <a:lnTo>
                    <a:pt x="776205" y="2420420"/>
                  </a:lnTo>
                  <a:lnTo>
                    <a:pt x="816842" y="2430199"/>
                  </a:lnTo>
                  <a:lnTo>
                    <a:pt x="858054" y="2437885"/>
                  </a:lnTo>
                  <a:lnTo>
                    <a:pt x="899805" y="2443432"/>
                  </a:lnTo>
                  <a:lnTo>
                    <a:pt x="942058" y="2446794"/>
                  </a:lnTo>
                  <a:lnTo>
                    <a:pt x="984776" y="2447925"/>
                  </a:lnTo>
                  <a:lnTo>
                    <a:pt x="1027493" y="2446794"/>
                  </a:lnTo>
                  <a:lnTo>
                    <a:pt x="1069746" y="2443432"/>
                  </a:lnTo>
                  <a:lnTo>
                    <a:pt x="1111497" y="2437885"/>
                  </a:lnTo>
                  <a:lnTo>
                    <a:pt x="1152710" y="2430199"/>
                  </a:lnTo>
                  <a:lnTo>
                    <a:pt x="1193346" y="2420420"/>
                  </a:lnTo>
                  <a:lnTo>
                    <a:pt x="1233370" y="2408593"/>
                  </a:lnTo>
                  <a:lnTo>
                    <a:pt x="1272745" y="2394765"/>
                  </a:lnTo>
                  <a:lnTo>
                    <a:pt x="1311432" y="2378982"/>
                  </a:lnTo>
                  <a:lnTo>
                    <a:pt x="1349397" y="2361289"/>
                  </a:lnTo>
                  <a:lnTo>
                    <a:pt x="1386600" y="2341732"/>
                  </a:lnTo>
                  <a:lnTo>
                    <a:pt x="1423007" y="2320358"/>
                  </a:lnTo>
                  <a:lnTo>
                    <a:pt x="1458579" y="2297211"/>
                  </a:lnTo>
                  <a:lnTo>
                    <a:pt x="1493280" y="2272339"/>
                  </a:lnTo>
                  <a:lnTo>
                    <a:pt x="1527072" y="2245787"/>
                  </a:lnTo>
                  <a:lnTo>
                    <a:pt x="1559920" y="2217601"/>
                  </a:lnTo>
                  <a:lnTo>
                    <a:pt x="1591785" y="2187827"/>
                  </a:lnTo>
                  <a:lnTo>
                    <a:pt x="1622631" y="2156511"/>
                  </a:lnTo>
                  <a:lnTo>
                    <a:pt x="1652421" y="2123699"/>
                  </a:lnTo>
                  <a:lnTo>
                    <a:pt x="1681118" y="2089436"/>
                  </a:lnTo>
                  <a:lnTo>
                    <a:pt x="1708686" y="2053769"/>
                  </a:lnTo>
                  <a:lnTo>
                    <a:pt x="1735086" y="2016743"/>
                  </a:lnTo>
                  <a:lnTo>
                    <a:pt x="1760282" y="1978405"/>
                  </a:lnTo>
                  <a:lnTo>
                    <a:pt x="1784238" y="1938800"/>
                  </a:lnTo>
                  <a:lnTo>
                    <a:pt x="1806916" y="1897975"/>
                  </a:lnTo>
                  <a:lnTo>
                    <a:pt x="1828279" y="1855974"/>
                  </a:lnTo>
                  <a:lnTo>
                    <a:pt x="1848291" y="1812845"/>
                  </a:lnTo>
                  <a:lnTo>
                    <a:pt x="1866914" y="1768633"/>
                  </a:lnTo>
                  <a:lnTo>
                    <a:pt x="1884111" y="1723384"/>
                  </a:lnTo>
                  <a:lnTo>
                    <a:pt x="1899846" y="1677144"/>
                  </a:lnTo>
                  <a:lnTo>
                    <a:pt x="1914082" y="1629959"/>
                  </a:lnTo>
                  <a:lnTo>
                    <a:pt x="1926781" y="1581874"/>
                  </a:lnTo>
                  <a:lnTo>
                    <a:pt x="1937907" y="1532937"/>
                  </a:lnTo>
                  <a:lnTo>
                    <a:pt x="1947422" y="1483191"/>
                  </a:lnTo>
                  <a:lnTo>
                    <a:pt x="1955290" y="1432685"/>
                  </a:lnTo>
                  <a:lnTo>
                    <a:pt x="1961474" y="1381463"/>
                  </a:lnTo>
                  <a:lnTo>
                    <a:pt x="1965937" y="1329571"/>
                  </a:lnTo>
                  <a:lnTo>
                    <a:pt x="1968642" y="1277055"/>
                  </a:lnTo>
                  <a:lnTo>
                    <a:pt x="1969552" y="1223962"/>
                  </a:lnTo>
                  <a:lnTo>
                    <a:pt x="1968642" y="1170869"/>
                  </a:lnTo>
                  <a:lnTo>
                    <a:pt x="1965937" y="1118354"/>
                  </a:lnTo>
                  <a:lnTo>
                    <a:pt x="1961474" y="1066462"/>
                  </a:lnTo>
                  <a:lnTo>
                    <a:pt x="1955290" y="1015240"/>
                  </a:lnTo>
                  <a:lnTo>
                    <a:pt x="1947422" y="964733"/>
                  </a:lnTo>
                  <a:lnTo>
                    <a:pt x="1937907" y="914988"/>
                  </a:lnTo>
                  <a:lnTo>
                    <a:pt x="1926781" y="866050"/>
                  </a:lnTo>
                  <a:lnTo>
                    <a:pt x="1914082" y="817966"/>
                  </a:lnTo>
                  <a:lnTo>
                    <a:pt x="1899846" y="770780"/>
                  </a:lnTo>
                  <a:lnTo>
                    <a:pt x="1884111" y="724540"/>
                  </a:lnTo>
                  <a:lnTo>
                    <a:pt x="1866914" y="679291"/>
                  </a:lnTo>
                  <a:lnTo>
                    <a:pt x="1848291" y="635079"/>
                  </a:lnTo>
                  <a:lnTo>
                    <a:pt x="1828279" y="591950"/>
                  </a:lnTo>
                  <a:lnTo>
                    <a:pt x="1806916" y="549950"/>
                  </a:lnTo>
                  <a:lnTo>
                    <a:pt x="1784238" y="509124"/>
                  </a:lnTo>
                  <a:lnTo>
                    <a:pt x="1760282" y="469520"/>
                  </a:lnTo>
                  <a:lnTo>
                    <a:pt x="1735086" y="431181"/>
                  </a:lnTo>
                  <a:lnTo>
                    <a:pt x="1708686" y="394156"/>
                  </a:lnTo>
                  <a:lnTo>
                    <a:pt x="1681118" y="358489"/>
                  </a:lnTo>
                  <a:lnTo>
                    <a:pt x="1652421" y="324226"/>
                  </a:lnTo>
                  <a:lnTo>
                    <a:pt x="1622631" y="291413"/>
                  </a:lnTo>
                  <a:lnTo>
                    <a:pt x="1591785" y="260097"/>
                  </a:lnTo>
                  <a:lnTo>
                    <a:pt x="1559920" y="230323"/>
                  </a:lnTo>
                  <a:lnTo>
                    <a:pt x="1527072" y="202137"/>
                  </a:lnTo>
                  <a:lnTo>
                    <a:pt x="1493280" y="175585"/>
                  </a:lnTo>
                  <a:lnTo>
                    <a:pt x="1458579" y="150713"/>
                  </a:lnTo>
                  <a:lnTo>
                    <a:pt x="1423007" y="127567"/>
                  </a:lnTo>
                  <a:lnTo>
                    <a:pt x="1386600" y="106193"/>
                  </a:lnTo>
                  <a:lnTo>
                    <a:pt x="1349397" y="86636"/>
                  </a:lnTo>
                  <a:lnTo>
                    <a:pt x="1311432" y="68943"/>
                  </a:lnTo>
                  <a:lnTo>
                    <a:pt x="1272745" y="53159"/>
                  </a:lnTo>
                  <a:lnTo>
                    <a:pt x="1233370" y="39331"/>
                  </a:lnTo>
                  <a:lnTo>
                    <a:pt x="1193346" y="27504"/>
                  </a:lnTo>
                  <a:lnTo>
                    <a:pt x="1152710" y="17725"/>
                  </a:lnTo>
                  <a:lnTo>
                    <a:pt x="1111497" y="10039"/>
                  </a:lnTo>
                  <a:lnTo>
                    <a:pt x="1069746" y="4492"/>
                  </a:lnTo>
                  <a:lnTo>
                    <a:pt x="1027493" y="1130"/>
                  </a:lnTo>
                  <a:lnTo>
                    <a:pt x="984776" y="0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457452" y="6197783"/>
              <a:ext cx="1036319" cy="2019935"/>
            </a:xfrm>
            <a:custGeom>
              <a:avLst/>
              <a:gdLst/>
              <a:ahLst/>
              <a:cxnLst/>
              <a:rect l="l" t="t" r="r" b="b"/>
              <a:pathLst>
                <a:path w="1036319" h="2019934">
                  <a:moveTo>
                    <a:pt x="196735" y="1980882"/>
                  </a:moveTo>
                  <a:lnTo>
                    <a:pt x="194957" y="1937219"/>
                  </a:lnTo>
                  <a:lnTo>
                    <a:pt x="180721" y="1891436"/>
                  </a:lnTo>
                  <a:lnTo>
                    <a:pt x="154597" y="1846211"/>
                  </a:lnTo>
                  <a:lnTo>
                    <a:pt x="117182" y="1804212"/>
                  </a:lnTo>
                  <a:lnTo>
                    <a:pt x="67818" y="1767674"/>
                  </a:lnTo>
                  <a:lnTo>
                    <a:pt x="11277" y="1743697"/>
                  </a:lnTo>
                  <a:lnTo>
                    <a:pt x="0" y="1782584"/>
                  </a:lnTo>
                  <a:lnTo>
                    <a:pt x="1778" y="1826247"/>
                  </a:lnTo>
                  <a:lnTo>
                    <a:pt x="16014" y="1872018"/>
                  </a:lnTo>
                  <a:lnTo>
                    <a:pt x="42125" y="1917230"/>
                  </a:lnTo>
                  <a:lnTo>
                    <a:pt x="79527" y="1959254"/>
                  </a:lnTo>
                  <a:lnTo>
                    <a:pt x="128905" y="1995779"/>
                  </a:lnTo>
                  <a:lnTo>
                    <a:pt x="185458" y="2019757"/>
                  </a:lnTo>
                  <a:lnTo>
                    <a:pt x="196735" y="1980882"/>
                  </a:lnTo>
                  <a:close/>
                </a:path>
                <a:path w="1036319" h="2019934">
                  <a:moveTo>
                    <a:pt x="1036180" y="175704"/>
                  </a:moveTo>
                  <a:lnTo>
                    <a:pt x="1028179" y="124523"/>
                  </a:lnTo>
                  <a:lnTo>
                    <a:pt x="1004773" y="58597"/>
                  </a:lnTo>
                  <a:lnTo>
                    <a:pt x="966571" y="0"/>
                  </a:lnTo>
                  <a:lnTo>
                    <a:pt x="936485" y="23698"/>
                  </a:lnTo>
                  <a:lnTo>
                    <a:pt x="912723" y="56603"/>
                  </a:lnTo>
                  <a:lnTo>
                    <a:pt x="895934" y="97078"/>
                  </a:lnTo>
                  <a:lnTo>
                    <a:pt x="886802" y="143421"/>
                  </a:lnTo>
                  <a:lnTo>
                    <a:pt x="885952" y="193979"/>
                  </a:lnTo>
                  <a:lnTo>
                    <a:pt x="894067" y="247078"/>
                  </a:lnTo>
                  <a:lnTo>
                    <a:pt x="908799" y="293446"/>
                  </a:lnTo>
                  <a:lnTo>
                    <a:pt x="930579" y="336943"/>
                  </a:lnTo>
                  <a:lnTo>
                    <a:pt x="965022" y="355130"/>
                  </a:lnTo>
                  <a:lnTo>
                    <a:pt x="978852" y="351523"/>
                  </a:lnTo>
                  <a:lnTo>
                    <a:pt x="1012456" y="309511"/>
                  </a:lnTo>
                  <a:lnTo>
                    <a:pt x="1027722" y="269684"/>
                  </a:lnTo>
                  <a:lnTo>
                    <a:pt x="1035824" y="224586"/>
                  </a:lnTo>
                  <a:lnTo>
                    <a:pt x="1036180" y="175704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2313" y="8211463"/>
              <a:ext cx="169722" cy="78695"/>
            </a:xfrm>
            <a:prstGeom prst="rect">
              <a:avLst/>
            </a:prstGeom>
          </p:spPr>
        </p:pic>
        <p:pic>
          <p:nvPicPr>
            <p:cNvPr id="253" name="object 2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9016" y="6505878"/>
              <a:ext cx="152792" cy="204255"/>
            </a:xfrm>
            <a:prstGeom prst="rect">
              <a:avLst/>
            </a:prstGeom>
          </p:spPr>
        </p:pic>
        <p:sp>
          <p:nvSpPr>
            <p:cNvPr id="254" name="object 254" descr=""/>
            <p:cNvSpPr/>
            <p:nvPr/>
          </p:nvSpPr>
          <p:spPr>
            <a:xfrm>
              <a:off x="1706930" y="6004019"/>
              <a:ext cx="349885" cy="341630"/>
            </a:xfrm>
            <a:custGeom>
              <a:avLst/>
              <a:gdLst/>
              <a:ahLst/>
              <a:cxnLst/>
              <a:rect l="l" t="t" r="r" b="b"/>
              <a:pathLst>
                <a:path w="349885" h="341629">
                  <a:moveTo>
                    <a:pt x="205295" y="272173"/>
                  </a:moveTo>
                  <a:lnTo>
                    <a:pt x="199466" y="233006"/>
                  </a:lnTo>
                  <a:lnTo>
                    <a:pt x="177698" y="186778"/>
                  </a:lnTo>
                  <a:lnTo>
                    <a:pt x="146088" y="146151"/>
                  </a:lnTo>
                  <a:lnTo>
                    <a:pt x="105676" y="107873"/>
                  </a:lnTo>
                  <a:lnTo>
                    <a:pt x="63500" y="75463"/>
                  </a:lnTo>
                  <a:lnTo>
                    <a:pt x="26619" y="52451"/>
                  </a:lnTo>
                  <a:lnTo>
                    <a:pt x="2057" y="42354"/>
                  </a:lnTo>
                  <a:lnTo>
                    <a:pt x="0" y="68884"/>
                  </a:lnTo>
                  <a:lnTo>
                    <a:pt x="4152" y="111963"/>
                  </a:lnTo>
                  <a:lnTo>
                    <a:pt x="14389" y="163880"/>
                  </a:lnTo>
                  <a:lnTo>
                    <a:pt x="30581" y="216916"/>
                  </a:lnTo>
                  <a:lnTo>
                    <a:pt x="52578" y="263385"/>
                  </a:lnTo>
                  <a:lnTo>
                    <a:pt x="83591" y="303949"/>
                  </a:lnTo>
                  <a:lnTo>
                    <a:pt x="115252" y="327304"/>
                  </a:lnTo>
                  <a:lnTo>
                    <a:pt x="185318" y="341617"/>
                  </a:lnTo>
                  <a:lnTo>
                    <a:pt x="199224" y="307352"/>
                  </a:lnTo>
                  <a:lnTo>
                    <a:pt x="205295" y="272173"/>
                  </a:lnTo>
                  <a:close/>
                </a:path>
                <a:path w="349885" h="341629">
                  <a:moveTo>
                    <a:pt x="349707" y="126047"/>
                  </a:moveTo>
                  <a:lnTo>
                    <a:pt x="348551" y="72428"/>
                  </a:lnTo>
                  <a:lnTo>
                    <a:pt x="342023" y="26593"/>
                  </a:lnTo>
                  <a:lnTo>
                    <a:pt x="333362" y="0"/>
                  </a:lnTo>
                  <a:lnTo>
                    <a:pt x="311873" y="17983"/>
                  </a:lnTo>
                  <a:lnTo>
                    <a:pt x="282333" y="53340"/>
                  </a:lnTo>
                  <a:lnTo>
                    <a:pt x="253250" y="98120"/>
                  </a:lnTo>
                  <a:lnTo>
                    <a:pt x="233108" y="144348"/>
                  </a:lnTo>
                  <a:lnTo>
                    <a:pt x="226060" y="183261"/>
                  </a:lnTo>
                  <a:lnTo>
                    <a:pt x="229196" y="213575"/>
                  </a:lnTo>
                  <a:lnTo>
                    <a:pt x="240411" y="238480"/>
                  </a:lnTo>
                  <a:lnTo>
                    <a:pt x="257581" y="261175"/>
                  </a:lnTo>
                  <a:lnTo>
                    <a:pt x="284467" y="251269"/>
                  </a:lnTo>
                  <a:lnTo>
                    <a:pt x="307771" y="236410"/>
                  </a:lnTo>
                  <a:lnTo>
                    <a:pt x="327152" y="212636"/>
                  </a:lnTo>
                  <a:lnTo>
                    <a:pt x="342252" y="175996"/>
                  </a:lnTo>
                  <a:lnTo>
                    <a:pt x="349707" y="126047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2137754" y="6692806"/>
              <a:ext cx="0" cy="2564765"/>
            </a:xfrm>
            <a:custGeom>
              <a:avLst/>
              <a:gdLst/>
              <a:ahLst/>
              <a:cxnLst/>
              <a:rect l="l" t="t" r="r" b="b"/>
              <a:pathLst>
                <a:path w="0" h="2564765">
                  <a:moveTo>
                    <a:pt x="0" y="0"/>
                  </a:moveTo>
                  <a:lnTo>
                    <a:pt x="0" y="2564204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2137755" y="6613866"/>
              <a:ext cx="279400" cy="884555"/>
            </a:xfrm>
            <a:custGeom>
              <a:avLst/>
              <a:gdLst/>
              <a:ahLst/>
              <a:cxnLst/>
              <a:rect l="l" t="t" r="r" b="b"/>
              <a:pathLst>
                <a:path w="279400" h="884554">
                  <a:moveTo>
                    <a:pt x="278933" y="0"/>
                  </a:moveTo>
                  <a:lnTo>
                    <a:pt x="278933" y="288954"/>
                  </a:lnTo>
                  <a:lnTo>
                    <a:pt x="275834" y="339878"/>
                  </a:lnTo>
                  <a:lnTo>
                    <a:pt x="266658" y="389687"/>
                  </a:lnTo>
                  <a:lnTo>
                    <a:pt x="251603" y="437859"/>
                  </a:lnTo>
                  <a:lnTo>
                    <a:pt x="230869" y="483874"/>
                  </a:lnTo>
                  <a:lnTo>
                    <a:pt x="204654" y="527209"/>
                  </a:lnTo>
                  <a:lnTo>
                    <a:pt x="173157" y="567343"/>
                  </a:lnTo>
                  <a:lnTo>
                    <a:pt x="80793" y="671309"/>
                  </a:lnTo>
                  <a:lnTo>
                    <a:pt x="52402" y="708404"/>
                  </a:lnTo>
                  <a:lnTo>
                    <a:pt x="29865" y="748906"/>
                  </a:lnTo>
                  <a:lnTo>
                    <a:pt x="13444" y="792127"/>
                  </a:lnTo>
                  <a:lnTo>
                    <a:pt x="3401" y="837378"/>
                  </a:lnTo>
                  <a:lnTo>
                    <a:pt x="0" y="883973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610120" y="8168551"/>
              <a:ext cx="527685" cy="314960"/>
            </a:xfrm>
            <a:custGeom>
              <a:avLst/>
              <a:gdLst/>
              <a:ahLst/>
              <a:cxnLst/>
              <a:rect l="l" t="t" r="r" b="b"/>
              <a:pathLst>
                <a:path w="527685" h="314959">
                  <a:moveTo>
                    <a:pt x="0" y="0"/>
                  </a:moveTo>
                  <a:lnTo>
                    <a:pt x="30061" y="38770"/>
                  </a:lnTo>
                  <a:lnTo>
                    <a:pt x="64249" y="73186"/>
                  </a:lnTo>
                  <a:lnTo>
                    <a:pt x="102088" y="102997"/>
                  </a:lnTo>
                  <a:lnTo>
                    <a:pt x="143102" y="127951"/>
                  </a:lnTo>
                  <a:lnTo>
                    <a:pt x="186818" y="147798"/>
                  </a:lnTo>
                  <a:lnTo>
                    <a:pt x="232758" y="162286"/>
                  </a:lnTo>
                  <a:lnTo>
                    <a:pt x="280449" y="171165"/>
                  </a:lnTo>
                  <a:lnTo>
                    <a:pt x="329414" y="174183"/>
                  </a:lnTo>
                  <a:lnTo>
                    <a:pt x="387003" y="174183"/>
                  </a:lnTo>
                  <a:lnTo>
                    <a:pt x="431423" y="181342"/>
                  </a:lnTo>
                  <a:lnTo>
                    <a:pt x="470007" y="201278"/>
                  </a:lnTo>
                  <a:lnTo>
                    <a:pt x="500446" y="231682"/>
                  </a:lnTo>
                  <a:lnTo>
                    <a:pt x="520426" y="270243"/>
                  </a:lnTo>
                  <a:lnTo>
                    <a:pt x="527638" y="314650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2413" y="6749667"/>
              <a:ext cx="132016" cy="172476"/>
            </a:xfrm>
            <a:prstGeom prst="rect">
              <a:avLst/>
            </a:prstGeom>
          </p:spPr>
        </p:pic>
        <p:sp>
          <p:nvSpPr>
            <p:cNvPr id="259" name="object 259" descr=""/>
            <p:cNvSpPr/>
            <p:nvPr/>
          </p:nvSpPr>
          <p:spPr>
            <a:xfrm>
              <a:off x="1943720" y="6343458"/>
              <a:ext cx="194310" cy="748030"/>
            </a:xfrm>
            <a:custGeom>
              <a:avLst/>
              <a:gdLst/>
              <a:ahLst/>
              <a:cxnLst/>
              <a:rect l="l" t="t" r="r" b="b"/>
              <a:pathLst>
                <a:path w="194310" h="748029">
                  <a:moveTo>
                    <a:pt x="0" y="0"/>
                  </a:moveTo>
                  <a:lnTo>
                    <a:pt x="0" y="553962"/>
                  </a:lnTo>
                  <a:lnTo>
                    <a:pt x="8467" y="595909"/>
                  </a:lnTo>
                  <a:lnTo>
                    <a:pt x="31559" y="630166"/>
                  </a:lnTo>
                  <a:lnTo>
                    <a:pt x="65810" y="653268"/>
                  </a:lnTo>
                  <a:lnTo>
                    <a:pt x="107755" y="661749"/>
                  </a:lnTo>
                  <a:lnTo>
                    <a:pt x="141328" y="668526"/>
                  </a:lnTo>
                  <a:lnTo>
                    <a:pt x="168750" y="687007"/>
                  </a:lnTo>
                  <a:lnTo>
                    <a:pt x="187244" y="714422"/>
                  </a:lnTo>
                  <a:lnTo>
                    <a:pt x="194035" y="747998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137834" y="8002539"/>
              <a:ext cx="246379" cy="225425"/>
            </a:xfrm>
            <a:custGeom>
              <a:avLst/>
              <a:gdLst/>
              <a:ahLst/>
              <a:cxnLst/>
              <a:rect l="l" t="t" r="r" b="b"/>
              <a:pathLst>
                <a:path w="246380" h="225425">
                  <a:moveTo>
                    <a:pt x="245898" y="0"/>
                  </a:moveTo>
                  <a:lnTo>
                    <a:pt x="245898" y="39946"/>
                  </a:lnTo>
                  <a:lnTo>
                    <a:pt x="236664" y="85681"/>
                  </a:lnTo>
                  <a:lnTo>
                    <a:pt x="211483" y="123031"/>
                  </a:lnTo>
                  <a:lnTo>
                    <a:pt x="174133" y="148215"/>
                  </a:lnTo>
                  <a:lnTo>
                    <a:pt x="128393" y="157450"/>
                  </a:lnTo>
                  <a:lnTo>
                    <a:pt x="67380" y="157450"/>
                  </a:lnTo>
                  <a:lnTo>
                    <a:pt x="41152" y="162744"/>
                  </a:lnTo>
                  <a:lnTo>
                    <a:pt x="19735" y="177180"/>
                  </a:lnTo>
                  <a:lnTo>
                    <a:pt x="5294" y="198594"/>
                  </a:lnTo>
                  <a:lnTo>
                    <a:pt x="0" y="224820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873937" y="8229926"/>
              <a:ext cx="113664" cy="113664"/>
            </a:xfrm>
            <a:custGeom>
              <a:avLst/>
              <a:gdLst/>
              <a:ahLst/>
              <a:cxnLst/>
              <a:rect l="l" t="t" r="r" b="b"/>
              <a:pathLst>
                <a:path w="113664" h="113665">
                  <a:moveTo>
                    <a:pt x="0" y="0"/>
                  </a:moveTo>
                  <a:lnTo>
                    <a:pt x="8895" y="44063"/>
                  </a:lnTo>
                  <a:lnTo>
                    <a:pt x="33154" y="80045"/>
                  </a:lnTo>
                  <a:lnTo>
                    <a:pt x="69136" y="104305"/>
                  </a:lnTo>
                  <a:lnTo>
                    <a:pt x="113200" y="113200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822903" y="6453144"/>
              <a:ext cx="121285" cy="242570"/>
            </a:xfrm>
            <a:custGeom>
              <a:avLst/>
              <a:gdLst/>
              <a:ahLst/>
              <a:cxnLst/>
              <a:rect l="l" t="t" r="r" b="b"/>
              <a:pathLst>
                <a:path w="121285" h="242570">
                  <a:moveTo>
                    <a:pt x="0" y="0"/>
                  </a:moveTo>
                  <a:lnTo>
                    <a:pt x="0" y="121294"/>
                  </a:lnTo>
                  <a:lnTo>
                    <a:pt x="5893" y="150483"/>
                  </a:lnTo>
                  <a:lnTo>
                    <a:pt x="21966" y="174320"/>
                  </a:lnTo>
                  <a:lnTo>
                    <a:pt x="45804" y="190393"/>
                  </a:lnTo>
                  <a:lnTo>
                    <a:pt x="74992" y="196287"/>
                  </a:lnTo>
                  <a:lnTo>
                    <a:pt x="92781" y="199810"/>
                  </a:lnTo>
                  <a:lnTo>
                    <a:pt x="107330" y="209545"/>
                  </a:lnTo>
                  <a:lnTo>
                    <a:pt x="117165" y="224028"/>
                  </a:lnTo>
                  <a:lnTo>
                    <a:pt x="120813" y="241793"/>
                  </a:lnTo>
                  <a:lnTo>
                    <a:pt x="120813" y="241982"/>
                  </a:lnTo>
                </a:path>
              </a:pathLst>
            </a:custGeom>
            <a:ln w="12345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3" name="object 263" descr=""/>
          <p:cNvSpPr/>
          <p:nvPr/>
        </p:nvSpPr>
        <p:spPr>
          <a:xfrm>
            <a:off x="6612154" y="9662083"/>
            <a:ext cx="2199005" cy="335915"/>
          </a:xfrm>
          <a:custGeom>
            <a:avLst/>
            <a:gdLst/>
            <a:ahLst/>
            <a:cxnLst/>
            <a:rect l="l" t="t" r="r" b="b"/>
            <a:pathLst>
              <a:path w="2199004" h="335915">
                <a:moveTo>
                  <a:pt x="1099296" y="0"/>
                </a:moveTo>
                <a:lnTo>
                  <a:pt x="1024031" y="387"/>
                </a:lnTo>
                <a:lnTo>
                  <a:pt x="950128" y="1532"/>
                </a:lnTo>
                <a:lnTo>
                  <a:pt x="877750" y="3411"/>
                </a:lnTo>
                <a:lnTo>
                  <a:pt x="807060" y="5998"/>
                </a:lnTo>
                <a:lnTo>
                  <a:pt x="738222" y="9268"/>
                </a:lnTo>
                <a:lnTo>
                  <a:pt x="671401" y="13196"/>
                </a:lnTo>
                <a:lnTo>
                  <a:pt x="606759" y="17757"/>
                </a:lnTo>
                <a:lnTo>
                  <a:pt x="544461" y="22926"/>
                </a:lnTo>
                <a:lnTo>
                  <a:pt x="484670" y="28678"/>
                </a:lnTo>
                <a:lnTo>
                  <a:pt x="427549" y="34988"/>
                </a:lnTo>
                <a:lnTo>
                  <a:pt x="373264" y="41831"/>
                </a:lnTo>
                <a:lnTo>
                  <a:pt x="321977" y="49183"/>
                </a:lnTo>
                <a:lnTo>
                  <a:pt x="273852" y="57017"/>
                </a:lnTo>
                <a:lnTo>
                  <a:pt x="229052" y="65309"/>
                </a:lnTo>
                <a:lnTo>
                  <a:pt x="187743" y="74034"/>
                </a:lnTo>
                <a:lnTo>
                  <a:pt x="150086" y="83168"/>
                </a:lnTo>
                <a:lnTo>
                  <a:pt x="86388" y="102558"/>
                </a:lnTo>
                <a:lnTo>
                  <a:pt x="39268" y="123281"/>
                </a:lnTo>
                <a:lnTo>
                  <a:pt x="2536" y="156424"/>
                </a:lnTo>
                <a:lnTo>
                  <a:pt x="0" y="167921"/>
                </a:lnTo>
                <a:lnTo>
                  <a:pt x="2536" y="179418"/>
                </a:lnTo>
                <a:lnTo>
                  <a:pt x="39268" y="212561"/>
                </a:lnTo>
                <a:lnTo>
                  <a:pt x="86388" y="233284"/>
                </a:lnTo>
                <a:lnTo>
                  <a:pt x="150086" y="252674"/>
                </a:lnTo>
                <a:lnTo>
                  <a:pt x="187743" y="261808"/>
                </a:lnTo>
                <a:lnTo>
                  <a:pt x="229052" y="270533"/>
                </a:lnTo>
                <a:lnTo>
                  <a:pt x="273852" y="278825"/>
                </a:lnTo>
                <a:lnTo>
                  <a:pt x="321977" y="286660"/>
                </a:lnTo>
                <a:lnTo>
                  <a:pt x="373264" y="294011"/>
                </a:lnTo>
                <a:lnTo>
                  <a:pt x="427549" y="300854"/>
                </a:lnTo>
                <a:lnTo>
                  <a:pt x="484670" y="307164"/>
                </a:lnTo>
                <a:lnTo>
                  <a:pt x="544461" y="312916"/>
                </a:lnTo>
                <a:lnTo>
                  <a:pt x="606759" y="318086"/>
                </a:lnTo>
                <a:lnTo>
                  <a:pt x="671401" y="322647"/>
                </a:lnTo>
                <a:lnTo>
                  <a:pt x="738222" y="326575"/>
                </a:lnTo>
                <a:lnTo>
                  <a:pt x="807060" y="329844"/>
                </a:lnTo>
                <a:lnTo>
                  <a:pt x="877750" y="332431"/>
                </a:lnTo>
                <a:lnTo>
                  <a:pt x="950128" y="334310"/>
                </a:lnTo>
                <a:lnTo>
                  <a:pt x="1024031" y="335455"/>
                </a:lnTo>
                <a:lnTo>
                  <a:pt x="1099296" y="335843"/>
                </a:lnTo>
                <a:lnTo>
                  <a:pt x="1174562" y="335455"/>
                </a:lnTo>
                <a:lnTo>
                  <a:pt x="1248466" y="334310"/>
                </a:lnTo>
                <a:lnTo>
                  <a:pt x="1320845" y="332431"/>
                </a:lnTo>
                <a:lnTo>
                  <a:pt x="1391536" y="329844"/>
                </a:lnTo>
                <a:lnTo>
                  <a:pt x="1460375" y="326575"/>
                </a:lnTo>
                <a:lnTo>
                  <a:pt x="1527197" y="322647"/>
                </a:lnTo>
                <a:lnTo>
                  <a:pt x="1591839" y="318086"/>
                </a:lnTo>
                <a:lnTo>
                  <a:pt x="1654138" y="312916"/>
                </a:lnTo>
                <a:lnTo>
                  <a:pt x="1713930" y="307164"/>
                </a:lnTo>
                <a:lnTo>
                  <a:pt x="1771051" y="300854"/>
                </a:lnTo>
                <a:lnTo>
                  <a:pt x="1825337" y="294011"/>
                </a:lnTo>
                <a:lnTo>
                  <a:pt x="1876624" y="286660"/>
                </a:lnTo>
                <a:lnTo>
                  <a:pt x="1924750" y="278825"/>
                </a:lnTo>
                <a:lnTo>
                  <a:pt x="1969549" y="270533"/>
                </a:lnTo>
                <a:lnTo>
                  <a:pt x="2010859" y="261808"/>
                </a:lnTo>
                <a:lnTo>
                  <a:pt x="2048516" y="252674"/>
                </a:lnTo>
                <a:lnTo>
                  <a:pt x="2112214" y="233284"/>
                </a:lnTo>
                <a:lnTo>
                  <a:pt x="2159335" y="212561"/>
                </a:lnTo>
                <a:lnTo>
                  <a:pt x="2196067" y="179418"/>
                </a:lnTo>
                <a:lnTo>
                  <a:pt x="2198603" y="167921"/>
                </a:lnTo>
                <a:lnTo>
                  <a:pt x="2196067" y="156424"/>
                </a:lnTo>
                <a:lnTo>
                  <a:pt x="2159335" y="123281"/>
                </a:lnTo>
                <a:lnTo>
                  <a:pt x="2112214" y="102558"/>
                </a:lnTo>
                <a:lnTo>
                  <a:pt x="2048516" y="83168"/>
                </a:lnTo>
                <a:lnTo>
                  <a:pt x="2010859" y="74034"/>
                </a:lnTo>
                <a:lnTo>
                  <a:pt x="1969549" y="65309"/>
                </a:lnTo>
                <a:lnTo>
                  <a:pt x="1924750" y="57017"/>
                </a:lnTo>
                <a:lnTo>
                  <a:pt x="1876624" y="49183"/>
                </a:lnTo>
                <a:lnTo>
                  <a:pt x="1825337" y="41831"/>
                </a:lnTo>
                <a:lnTo>
                  <a:pt x="1771051" y="34988"/>
                </a:lnTo>
                <a:lnTo>
                  <a:pt x="1713930" y="28678"/>
                </a:lnTo>
                <a:lnTo>
                  <a:pt x="1654138" y="22926"/>
                </a:lnTo>
                <a:lnTo>
                  <a:pt x="1591839" y="17757"/>
                </a:lnTo>
                <a:lnTo>
                  <a:pt x="1527197" y="13196"/>
                </a:lnTo>
                <a:lnTo>
                  <a:pt x="1460375" y="9268"/>
                </a:lnTo>
                <a:lnTo>
                  <a:pt x="1391536" y="5998"/>
                </a:lnTo>
                <a:lnTo>
                  <a:pt x="1320845" y="3411"/>
                </a:lnTo>
                <a:lnTo>
                  <a:pt x="1248466" y="1532"/>
                </a:lnTo>
                <a:lnTo>
                  <a:pt x="1174562" y="387"/>
                </a:lnTo>
                <a:lnTo>
                  <a:pt x="1099296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4" name="object 264" descr=""/>
          <p:cNvGrpSpPr/>
          <p:nvPr/>
        </p:nvGrpSpPr>
        <p:grpSpPr>
          <a:xfrm>
            <a:off x="9565923" y="8984497"/>
            <a:ext cx="10538460" cy="2324100"/>
            <a:chOff x="9565923" y="8984497"/>
            <a:chExt cx="10538460" cy="2324100"/>
          </a:xfrm>
        </p:grpSpPr>
        <p:sp>
          <p:nvSpPr>
            <p:cNvPr id="265" name="object 265" descr=""/>
            <p:cNvSpPr/>
            <p:nvPr/>
          </p:nvSpPr>
          <p:spPr>
            <a:xfrm>
              <a:off x="9565923" y="8984497"/>
              <a:ext cx="6128385" cy="2324100"/>
            </a:xfrm>
            <a:custGeom>
              <a:avLst/>
              <a:gdLst/>
              <a:ahLst/>
              <a:cxnLst/>
              <a:rect l="l" t="t" r="r" b="b"/>
              <a:pathLst>
                <a:path w="6128384" h="2324100">
                  <a:moveTo>
                    <a:pt x="3303894" y="0"/>
                  </a:moveTo>
                  <a:lnTo>
                    <a:pt x="3261235" y="60"/>
                  </a:lnTo>
                  <a:lnTo>
                    <a:pt x="3218589" y="2609"/>
                  </a:lnTo>
                  <a:lnTo>
                    <a:pt x="3176052" y="7623"/>
                  </a:lnTo>
                  <a:lnTo>
                    <a:pt x="3133718" y="15082"/>
                  </a:lnTo>
                  <a:lnTo>
                    <a:pt x="3091682" y="24963"/>
                  </a:lnTo>
                  <a:lnTo>
                    <a:pt x="3050037" y="37243"/>
                  </a:lnTo>
                  <a:lnTo>
                    <a:pt x="3008878" y="51900"/>
                  </a:lnTo>
                  <a:lnTo>
                    <a:pt x="2968300" y="68913"/>
                  </a:lnTo>
                  <a:lnTo>
                    <a:pt x="2928396" y="88259"/>
                  </a:lnTo>
                  <a:lnTo>
                    <a:pt x="2889262" y="109915"/>
                  </a:lnTo>
                  <a:lnTo>
                    <a:pt x="2850991" y="133861"/>
                  </a:lnTo>
                  <a:lnTo>
                    <a:pt x="2813678" y="160073"/>
                  </a:lnTo>
                  <a:lnTo>
                    <a:pt x="2777417" y="188529"/>
                  </a:lnTo>
                  <a:lnTo>
                    <a:pt x="2742302" y="219207"/>
                  </a:lnTo>
                  <a:lnTo>
                    <a:pt x="2708428" y="252085"/>
                  </a:lnTo>
                  <a:lnTo>
                    <a:pt x="2675889" y="287141"/>
                  </a:lnTo>
                  <a:lnTo>
                    <a:pt x="2644780" y="324353"/>
                  </a:lnTo>
                  <a:lnTo>
                    <a:pt x="2615195" y="363698"/>
                  </a:lnTo>
                  <a:lnTo>
                    <a:pt x="2587228" y="405154"/>
                  </a:lnTo>
                  <a:lnTo>
                    <a:pt x="2561233" y="447872"/>
                  </a:lnTo>
                  <a:lnTo>
                    <a:pt x="2536816" y="491916"/>
                  </a:lnTo>
                  <a:lnTo>
                    <a:pt x="2513863" y="537175"/>
                  </a:lnTo>
                  <a:lnTo>
                    <a:pt x="2492260" y="583534"/>
                  </a:lnTo>
                  <a:lnTo>
                    <a:pt x="2471894" y="630881"/>
                  </a:lnTo>
                  <a:lnTo>
                    <a:pt x="2452650" y="679103"/>
                  </a:lnTo>
                  <a:lnTo>
                    <a:pt x="2434415" y="728088"/>
                  </a:lnTo>
                  <a:lnTo>
                    <a:pt x="2417074" y="777723"/>
                  </a:lnTo>
                  <a:lnTo>
                    <a:pt x="2400515" y="827894"/>
                  </a:lnTo>
                  <a:lnTo>
                    <a:pt x="2384622" y="878489"/>
                  </a:lnTo>
                  <a:lnTo>
                    <a:pt x="2369283" y="929395"/>
                  </a:lnTo>
                  <a:lnTo>
                    <a:pt x="2354383" y="980499"/>
                  </a:lnTo>
                  <a:lnTo>
                    <a:pt x="2325445" y="1082851"/>
                  </a:lnTo>
                  <a:lnTo>
                    <a:pt x="2292612" y="1047599"/>
                  </a:lnTo>
                  <a:lnTo>
                    <a:pt x="2256394" y="1018457"/>
                  </a:lnTo>
                  <a:lnTo>
                    <a:pt x="2217490" y="995588"/>
                  </a:lnTo>
                  <a:lnTo>
                    <a:pt x="2176595" y="979152"/>
                  </a:lnTo>
                  <a:lnTo>
                    <a:pt x="2134405" y="969312"/>
                  </a:lnTo>
                  <a:lnTo>
                    <a:pt x="2091617" y="966229"/>
                  </a:lnTo>
                  <a:lnTo>
                    <a:pt x="2048928" y="970064"/>
                  </a:lnTo>
                  <a:lnTo>
                    <a:pt x="2007033" y="980979"/>
                  </a:lnTo>
                  <a:lnTo>
                    <a:pt x="1966629" y="999136"/>
                  </a:lnTo>
                  <a:lnTo>
                    <a:pt x="1928619" y="1024398"/>
                  </a:lnTo>
                  <a:lnTo>
                    <a:pt x="1893699" y="1056020"/>
                  </a:lnTo>
                  <a:lnTo>
                    <a:pt x="1862255" y="1093240"/>
                  </a:lnTo>
                  <a:lnTo>
                    <a:pt x="1834671" y="1135298"/>
                  </a:lnTo>
                  <a:lnTo>
                    <a:pt x="1811334" y="1181431"/>
                  </a:lnTo>
                  <a:lnTo>
                    <a:pt x="1792628" y="1230880"/>
                  </a:lnTo>
                  <a:lnTo>
                    <a:pt x="1778939" y="1282882"/>
                  </a:lnTo>
                  <a:lnTo>
                    <a:pt x="1770652" y="1336676"/>
                  </a:lnTo>
                  <a:lnTo>
                    <a:pt x="1768154" y="1391501"/>
                  </a:lnTo>
                  <a:lnTo>
                    <a:pt x="1755446" y="1339730"/>
                  </a:lnTo>
                  <a:lnTo>
                    <a:pt x="1740755" y="1288667"/>
                  </a:lnTo>
                  <a:lnTo>
                    <a:pt x="1724104" y="1238520"/>
                  </a:lnTo>
                  <a:lnTo>
                    <a:pt x="1705515" y="1189494"/>
                  </a:lnTo>
                  <a:lnTo>
                    <a:pt x="1685011" y="1141794"/>
                  </a:lnTo>
                  <a:lnTo>
                    <a:pt x="1662616" y="1095628"/>
                  </a:lnTo>
                  <a:lnTo>
                    <a:pt x="1638353" y="1051200"/>
                  </a:lnTo>
                  <a:lnTo>
                    <a:pt x="1612243" y="1008717"/>
                  </a:lnTo>
                  <a:lnTo>
                    <a:pt x="1584312" y="968385"/>
                  </a:lnTo>
                  <a:lnTo>
                    <a:pt x="1554581" y="930409"/>
                  </a:lnTo>
                  <a:lnTo>
                    <a:pt x="1523073" y="894996"/>
                  </a:lnTo>
                  <a:lnTo>
                    <a:pt x="1489812" y="862350"/>
                  </a:lnTo>
                  <a:lnTo>
                    <a:pt x="1454821" y="832680"/>
                  </a:lnTo>
                  <a:lnTo>
                    <a:pt x="1418122" y="806189"/>
                  </a:lnTo>
                  <a:lnTo>
                    <a:pt x="1376746" y="781772"/>
                  </a:lnTo>
                  <a:lnTo>
                    <a:pt x="1333747" y="762046"/>
                  </a:lnTo>
                  <a:lnTo>
                    <a:pt x="1289515" y="747078"/>
                  </a:lnTo>
                  <a:lnTo>
                    <a:pt x="1244436" y="736937"/>
                  </a:lnTo>
                  <a:lnTo>
                    <a:pt x="1198901" y="731693"/>
                  </a:lnTo>
                  <a:lnTo>
                    <a:pt x="1153298" y="731412"/>
                  </a:lnTo>
                  <a:lnTo>
                    <a:pt x="1108014" y="736164"/>
                  </a:lnTo>
                  <a:lnTo>
                    <a:pt x="1063440" y="746018"/>
                  </a:lnTo>
                  <a:lnTo>
                    <a:pt x="1019963" y="761041"/>
                  </a:lnTo>
                  <a:lnTo>
                    <a:pt x="977972" y="781302"/>
                  </a:lnTo>
                  <a:lnTo>
                    <a:pt x="937855" y="806869"/>
                  </a:lnTo>
                  <a:lnTo>
                    <a:pt x="900001" y="837812"/>
                  </a:lnTo>
                  <a:lnTo>
                    <a:pt x="864799" y="874198"/>
                  </a:lnTo>
                  <a:lnTo>
                    <a:pt x="837363" y="908896"/>
                  </a:lnTo>
                  <a:lnTo>
                    <a:pt x="812765" y="945787"/>
                  </a:lnTo>
                  <a:lnTo>
                    <a:pt x="790777" y="984705"/>
                  </a:lnTo>
                  <a:lnTo>
                    <a:pt x="771174" y="1025485"/>
                  </a:lnTo>
                  <a:lnTo>
                    <a:pt x="753729" y="1067962"/>
                  </a:lnTo>
                  <a:lnTo>
                    <a:pt x="738216" y="1111972"/>
                  </a:lnTo>
                  <a:lnTo>
                    <a:pt x="724408" y="1157350"/>
                  </a:lnTo>
                  <a:lnTo>
                    <a:pt x="712078" y="1203930"/>
                  </a:lnTo>
                  <a:lnTo>
                    <a:pt x="701002" y="1251548"/>
                  </a:lnTo>
                  <a:lnTo>
                    <a:pt x="690951" y="1300039"/>
                  </a:lnTo>
                  <a:lnTo>
                    <a:pt x="681701" y="1349237"/>
                  </a:lnTo>
                  <a:lnTo>
                    <a:pt x="673023" y="1398979"/>
                  </a:lnTo>
                  <a:lnTo>
                    <a:pt x="648168" y="1549812"/>
                  </a:lnTo>
                  <a:lnTo>
                    <a:pt x="639521" y="1600076"/>
                  </a:lnTo>
                  <a:lnTo>
                    <a:pt x="630315" y="1650059"/>
                  </a:lnTo>
                  <a:lnTo>
                    <a:pt x="620324" y="1699595"/>
                  </a:lnTo>
                  <a:lnTo>
                    <a:pt x="609321" y="1748519"/>
                  </a:lnTo>
                  <a:lnTo>
                    <a:pt x="597082" y="1796667"/>
                  </a:lnTo>
                  <a:lnTo>
                    <a:pt x="583378" y="1843874"/>
                  </a:lnTo>
                  <a:lnTo>
                    <a:pt x="567983" y="1889975"/>
                  </a:lnTo>
                  <a:lnTo>
                    <a:pt x="550672" y="1934804"/>
                  </a:lnTo>
                  <a:lnTo>
                    <a:pt x="537853" y="1887070"/>
                  </a:lnTo>
                  <a:lnTo>
                    <a:pt x="518693" y="1844391"/>
                  </a:lnTo>
                  <a:lnTo>
                    <a:pt x="494026" y="1806984"/>
                  </a:lnTo>
                  <a:lnTo>
                    <a:pt x="464687" y="1775068"/>
                  </a:lnTo>
                  <a:lnTo>
                    <a:pt x="431511" y="1748858"/>
                  </a:lnTo>
                  <a:lnTo>
                    <a:pt x="395333" y="1728573"/>
                  </a:lnTo>
                  <a:lnTo>
                    <a:pt x="356985" y="1714428"/>
                  </a:lnTo>
                  <a:lnTo>
                    <a:pt x="317304" y="1706641"/>
                  </a:lnTo>
                  <a:lnTo>
                    <a:pt x="277124" y="1705429"/>
                  </a:lnTo>
                  <a:lnTo>
                    <a:pt x="237278" y="1711010"/>
                  </a:lnTo>
                  <a:lnTo>
                    <a:pt x="198603" y="1723599"/>
                  </a:lnTo>
                  <a:lnTo>
                    <a:pt x="161931" y="1743414"/>
                  </a:lnTo>
                  <a:lnTo>
                    <a:pt x="128099" y="1770673"/>
                  </a:lnTo>
                  <a:lnTo>
                    <a:pt x="98238" y="1803847"/>
                  </a:lnTo>
                  <a:lnTo>
                    <a:pt x="72390" y="1841353"/>
                  </a:lnTo>
                  <a:lnTo>
                    <a:pt x="50527" y="1882611"/>
                  </a:lnTo>
                  <a:lnTo>
                    <a:pt x="32620" y="1927038"/>
                  </a:lnTo>
                  <a:lnTo>
                    <a:pt x="18642" y="1974052"/>
                  </a:lnTo>
                  <a:lnTo>
                    <a:pt x="8564" y="2023072"/>
                  </a:lnTo>
                  <a:lnTo>
                    <a:pt x="2360" y="2073516"/>
                  </a:lnTo>
                  <a:lnTo>
                    <a:pt x="0" y="2124802"/>
                  </a:lnTo>
                  <a:lnTo>
                    <a:pt x="1456" y="2176348"/>
                  </a:lnTo>
                  <a:lnTo>
                    <a:pt x="6702" y="2227573"/>
                  </a:lnTo>
                  <a:lnTo>
                    <a:pt x="15708" y="2277894"/>
                  </a:lnTo>
                  <a:lnTo>
                    <a:pt x="27751" y="2324058"/>
                  </a:lnTo>
                  <a:lnTo>
                    <a:pt x="6120059" y="2324058"/>
                  </a:lnTo>
                  <a:lnTo>
                    <a:pt x="6124544" y="2273593"/>
                  </a:lnTo>
                  <a:lnTo>
                    <a:pt x="6127370" y="2220471"/>
                  </a:lnTo>
                  <a:lnTo>
                    <a:pt x="6128248" y="2167523"/>
                  </a:lnTo>
                  <a:lnTo>
                    <a:pt x="6127124" y="2114910"/>
                  </a:lnTo>
                  <a:lnTo>
                    <a:pt x="6123945" y="2062792"/>
                  </a:lnTo>
                  <a:lnTo>
                    <a:pt x="6118660" y="2011331"/>
                  </a:lnTo>
                  <a:lnTo>
                    <a:pt x="6111214" y="1960687"/>
                  </a:lnTo>
                  <a:lnTo>
                    <a:pt x="6101556" y="1911021"/>
                  </a:lnTo>
                  <a:lnTo>
                    <a:pt x="6089632" y="1862493"/>
                  </a:lnTo>
                  <a:lnTo>
                    <a:pt x="6075389" y="1815264"/>
                  </a:lnTo>
                  <a:lnTo>
                    <a:pt x="6058775" y="1769494"/>
                  </a:lnTo>
                  <a:lnTo>
                    <a:pt x="6039737" y="1725345"/>
                  </a:lnTo>
                  <a:lnTo>
                    <a:pt x="6018223" y="1682977"/>
                  </a:lnTo>
                  <a:lnTo>
                    <a:pt x="5994178" y="1642551"/>
                  </a:lnTo>
                  <a:lnTo>
                    <a:pt x="5967551" y="1604227"/>
                  </a:lnTo>
                  <a:lnTo>
                    <a:pt x="5938288" y="1568166"/>
                  </a:lnTo>
                  <a:lnTo>
                    <a:pt x="5906060" y="1534693"/>
                  </a:lnTo>
                  <a:lnTo>
                    <a:pt x="5871835" y="1505278"/>
                  </a:lnTo>
                  <a:lnTo>
                    <a:pt x="5835855" y="1479887"/>
                  </a:lnTo>
                  <a:lnTo>
                    <a:pt x="5798365" y="1458487"/>
                  </a:lnTo>
                  <a:lnTo>
                    <a:pt x="5759606" y="1441046"/>
                  </a:lnTo>
                  <a:lnTo>
                    <a:pt x="5719822" y="1427530"/>
                  </a:lnTo>
                  <a:lnTo>
                    <a:pt x="5679254" y="1417905"/>
                  </a:lnTo>
                  <a:lnTo>
                    <a:pt x="5638146" y="1412140"/>
                  </a:lnTo>
                  <a:lnTo>
                    <a:pt x="5596741" y="1410201"/>
                  </a:lnTo>
                  <a:lnTo>
                    <a:pt x="5555280" y="1412055"/>
                  </a:lnTo>
                  <a:lnTo>
                    <a:pt x="5514008" y="1417668"/>
                  </a:lnTo>
                  <a:lnTo>
                    <a:pt x="5473166" y="1427008"/>
                  </a:lnTo>
                  <a:lnTo>
                    <a:pt x="5432998" y="1440041"/>
                  </a:lnTo>
                  <a:lnTo>
                    <a:pt x="5393745" y="1456735"/>
                  </a:lnTo>
                  <a:lnTo>
                    <a:pt x="5355651" y="1477056"/>
                  </a:lnTo>
                  <a:lnTo>
                    <a:pt x="5318959" y="1500972"/>
                  </a:lnTo>
                  <a:lnTo>
                    <a:pt x="5283910" y="1528448"/>
                  </a:lnTo>
                  <a:lnTo>
                    <a:pt x="5250749" y="1559453"/>
                  </a:lnTo>
                  <a:lnTo>
                    <a:pt x="5219717" y="1593952"/>
                  </a:lnTo>
                  <a:lnTo>
                    <a:pt x="5191058" y="1631914"/>
                  </a:lnTo>
                  <a:lnTo>
                    <a:pt x="5165013" y="1673304"/>
                  </a:lnTo>
                  <a:lnTo>
                    <a:pt x="5168186" y="1619915"/>
                  </a:lnTo>
                  <a:lnTo>
                    <a:pt x="5165412" y="1567014"/>
                  </a:lnTo>
                  <a:lnTo>
                    <a:pt x="5157108" y="1515127"/>
                  </a:lnTo>
                  <a:lnTo>
                    <a:pt x="5143692" y="1464778"/>
                  </a:lnTo>
                  <a:lnTo>
                    <a:pt x="5125581" y="1416493"/>
                  </a:lnTo>
                  <a:lnTo>
                    <a:pt x="5103193" y="1370796"/>
                  </a:lnTo>
                  <a:lnTo>
                    <a:pt x="5076946" y="1328212"/>
                  </a:lnTo>
                  <a:lnTo>
                    <a:pt x="5047257" y="1289266"/>
                  </a:lnTo>
                  <a:lnTo>
                    <a:pt x="5014543" y="1254484"/>
                  </a:lnTo>
                  <a:lnTo>
                    <a:pt x="4979222" y="1224389"/>
                  </a:lnTo>
                  <a:lnTo>
                    <a:pt x="4941711" y="1199507"/>
                  </a:lnTo>
                  <a:lnTo>
                    <a:pt x="4898673" y="1178157"/>
                  </a:lnTo>
                  <a:lnTo>
                    <a:pt x="4854406" y="1162534"/>
                  </a:lnTo>
                  <a:lnTo>
                    <a:pt x="4809194" y="1152351"/>
                  </a:lnTo>
                  <a:lnTo>
                    <a:pt x="4763321" y="1147318"/>
                  </a:lnTo>
                  <a:lnTo>
                    <a:pt x="4717072" y="1147148"/>
                  </a:lnTo>
                  <a:lnTo>
                    <a:pt x="4670730" y="1151551"/>
                  </a:lnTo>
                  <a:lnTo>
                    <a:pt x="4624580" y="1160239"/>
                  </a:lnTo>
                  <a:lnTo>
                    <a:pt x="4578906" y="1172924"/>
                  </a:lnTo>
                  <a:lnTo>
                    <a:pt x="4533992" y="1189317"/>
                  </a:lnTo>
                  <a:lnTo>
                    <a:pt x="4490123" y="1209130"/>
                  </a:lnTo>
                  <a:lnTo>
                    <a:pt x="4447375" y="1231939"/>
                  </a:lnTo>
                  <a:lnTo>
                    <a:pt x="4405612" y="1257331"/>
                  </a:lnTo>
                  <a:lnTo>
                    <a:pt x="4364747" y="1285023"/>
                  </a:lnTo>
                  <a:lnTo>
                    <a:pt x="4324692" y="1314731"/>
                  </a:lnTo>
                  <a:lnTo>
                    <a:pt x="4285357" y="1346172"/>
                  </a:lnTo>
                  <a:lnTo>
                    <a:pt x="4246655" y="1379062"/>
                  </a:lnTo>
                  <a:lnTo>
                    <a:pt x="4208497" y="1413119"/>
                  </a:lnTo>
                  <a:lnTo>
                    <a:pt x="4170796" y="1448059"/>
                  </a:lnTo>
                  <a:lnTo>
                    <a:pt x="4133462" y="1483599"/>
                  </a:lnTo>
                  <a:lnTo>
                    <a:pt x="4096407" y="1519456"/>
                  </a:lnTo>
                  <a:lnTo>
                    <a:pt x="4109117" y="1472521"/>
                  </a:lnTo>
                  <a:lnTo>
                    <a:pt x="4119986" y="1424973"/>
                  </a:lnTo>
                  <a:lnTo>
                    <a:pt x="4129041" y="1376898"/>
                  </a:lnTo>
                  <a:lnTo>
                    <a:pt x="4136305" y="1328383"/>
                  </a:lnTo>
                  <a:lnTo>
                    <a:pt x="4141801" y="1279513"/>
                  </a:lnTo>
                  <a:lnTo>
                    <a:pt x="4145555" y="1230375"/>
                  </a:lnTo>
                  <a:lnTo>
                    <a:pt x="4147590" y="1181055"/>
                  </a:lnTo>
                  <a:lnTo>
                    <a:pt x="4147931" y="1131640"/>
                  </a:lnTo>
                  <a:lnTo>
                    <a:pt x="4146601" y="1082215"/>
                  </a:lnTo>
                  <a:lnTo>
                    <a:pt x="4143625" y="1032867"/>
                  </a:lnTo>
                  <a:lnTo>
                    <a:pt x="4139027" y="983681"/>
                  </a:lnTo>
                  <a:lnTo>
                    <a:pt x="4132831" y="934745"/>
                  </a:lnTo>
                  <a:lnTo>
                    <a:pt x="4125061" y="886145"/>
                  </a:lnTo>
                  <a:lnTo>
                    <a:pt x="4115741" y="837966"/>
                  </a:lnTo>
                  <a:lnTo>
                    <a:pt x="4104896" y="790295"/>
                  </a:lnTo>
                  <a:lnTo>
                    <a:pt x="4092550" y="743217"/>
                  </a:lnTo>
                  <a:lnTo>
                    <a:pt x="4078726" y="696821"/>
                  </a:lnTo>
                  <a:lnTo>
                    <a:pt x="4063450" y="651190"/>
                  </a:lnTo>
                  <a:lnTo>
                    <a:pt x="4046744" y="606413"/>
                  </a:lnTo>
                  <a:lnTo>
                    <a:pt x="4028634" y="562574"/>
                  </a:lnTo>
                  <a:lnTo>
                    <a:pt x="4009143" y="519760"/>
                  </a:lnTo>
                  <a:lnTo>
                    <a:pt x="3988295" y="478058"/>
                  </a:lnTo>
                  <a:lnTo>
                    <a:pt x="3966115" y="437554"/>
                  </a:lnTo>
                  <a:lnTo>
                    <a:pt x="3942627" y="398333"/>
                  </a:lnTo>
                  <a:lnTo>
                    <a:pt x="3917855" y="360482"/>
                  </a:lnTo>
                  <a:lnTo>
                    <a:pt x="3891823" y="324088"/>
                  </a:lnTo>
                  <a:lnTo>
                    <a:pt x="3864555" y="289236"/>
                  </a:lnTo>
                  <a:lnTo>
                    <a:pt x="3836075" y="256013"/>
                  </a:lnTo>
                  <a:lnTo>
                    <a:pt x="3806408" y="224504"/>
                  </a:lnTo>
                  <a:lnTo>
                    <a:pt x="3775578" y="194797"/>
                  </a:lnTo>
                  <a:lnTo>
                    <a:pt x="3743608" y="166977"/>
                  </a:lnTo>
                  <a:lnTo>
                    <a:pt x="3710524" y="141131"/>
                  </a:lnTo>
                  <a:lnTo>
                    <a:pt x="3672910" y="115089"/>
                  </a:lnTo>
                  <a:lnTo>
                    <a:pt x="3634367" y="91756"/>
                  </a:lnTo>
                  <a:lnTo>
                    <a:pt x="3594989" y="71112"/>
                  </a:lnTo>
                  <a:lnTo>
                    <a:pt x="3554871" y="53133"/>
                  </a:lnTo>
                  <a:lnTo>
                    <a:pt x="3514106" y="37798"/>
                  </a:lnTo>
                  <a:lnTo>
                    <a:pt x="3472790" y="25084"/>
                  </a:lnTo>
                  <a:lnTo>
                    <a:pt x="3431016" y="14970"/>
                  </a:lnTo>
                  <a:lnTo>
                    <a:pt x="3388880" y="7432"/>
                  </a:lnTo>
                  <a:lnTo>
                    <a:pt x="3346474" y="2450"/>
                  </a:lnTo>
                  <a:lnTo>
                    <a:pt x="3303894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9769983" y="9980862"/>
              <a:ext cx="5714365" cy="1327785"/>
            </a:xfrm>
            <a:custGeom>
              <a:avLst/>
              <a:gdLst/>
              <a:ahLst/>
              <a:cxnLst/>
              <a:rect l="l" t="t" r="r" b="b"/>
              <a:pathLst>
                <a:path w="5714365" h="1327784">
                  <a:moveTo>
                    <a:pt x="2932454" y="0"/>
                  </a:moveTo>
                  <a:lnTo>
                    <a:pt x="2891188" y="7692"/>
                  </a:lnTo>
                  <a:lnTo>
                    <a:pt x="2853206" y="24308"/>
                  </a:lnTo>
                  <a:lnTo>
                    <a:pt x="2818875" y="47861"/>
                  </a:lnTo>
                  <a:lnTo>
                    <a:pt x="2787439" y="76021"/>
                  </a:lnTo>
                  <a:lnTo>
                    <a:pt x="2758145" y="106454"/>
                  </a:lnTo>
                  <a:lnTo>
                    <a:pt x="2723062" y="145251"/>
                  </a:lnTo>
                  <a:lnTo>
                    <a:pt x="2688814" y="184788"/>
                  </a:lnTo>
                  <a:lnTo>
                    <a:pt x="2655415" y="225047"/>
                  </a:lnTo>
                  <a:lnTo>
                    <a:pt x="2622879" y="266007"/>
                  </a:lnTo>
                  <a:lnTo>
                    <a:pt x="2591219" y="307649"/>
                  </a:lnTo>
                  <a:lnTo>
                    <a:pt x="2560449" y="349953"/>
                  </a:lnTo>
                  <a:lnTo>
                    <a:pt x="2530584" y="392900"/>
                  </a:lnTo>
                  <a:lnTo>
                    <a:pt x="2501636" y="436471"/>
                  </a:lnTo>
                  <a:lnTo>
                    <a:pt x="2473620" y="480645"/>
                  </a:lnTo>
                  <a:lnTo>
                    <a:pt x="2446548" y="525402"/>
                  </a:lnTo>
                  <a:lnTo>
                    <a:pt x="2420436" y="570724"/>
                  </a:lnTo>
                  <a:lnTo>
                    <a:pt x="2395296" y="616591"/>
                  </a:lnTo>
                  <a:lnTo>
                    <a:pt x="2371143" y="662983"/>
                  </a:lnTo>
                  <a:lnTo>
                    <a:pt x="2347990" y="709880"/>
                  </a:lnTo>
                  <a:lnTo>
                    <a:pt x="2315052" y="670205"/>
                  </a:lnTo>
                  <a:lnTo>
                    <a:pt x="2280798" y="631567"/>
                  </a:lnTo>
                  <a:lnTo>
                    <a:pt x="2244514" y="595151"/>
                  </a:lnTo>
                  <a:lnTo>
                    <a:pt x="2205483" y="562140"/>
                  </a:lnTo>
                  <a:lnTo>
                    <a:pt x="2162990" y="533718"/>
                  </a:lnTo>
                  <a:lnTo>
                    <a:pt x="2116211" y="511575"/>
                  </a:lnTo>
                  <a:lnTo>
                    <a:pt x="2066240" y="497533"/>
                  </a:lnTo>
                  <a:lnTo>
                    <a:pt x="2015145" y="492952"/>
                  </a:lnTo>
                  <a:lnTo>
                    <a:pt x="1964998" y="499192"/>
                  </a:lnTo>
                  <a:lnTo>
                    <a:pt x="1917867" y="517614"/>
                  </a:lnTo>
                  <a:lnTo>
                    <a:pt x="1880876" y="543920"/>
                  </a:lnTo>
                  <a:lnTo>
                    <a:pt x="1849179" y="576689"/>
                  </a:lnTo>
                  <a:lnTo>
                    <a:pt x="1821277" y="613517"/>
                  </a:lnTo>
                  <a:lnTo>
                    <a:pt x="1795672" y="651997"/>
                  </a:lnTo>
                  <a:lnTo>
                    <a:pt x="1537250" y="1050404"/>
                  </a:lnTo>
                  <a:lnTo>
                    <a:pt x="1511468" y="1005134"/>
                  </a:lnTo>
                  <a:lnTo>
                    <a:pt x="1483558" y="961150"/>
                  </a:lnTo>
                  <a:lnTo>
                    <a:pt x="1453598" y="918536"/>
                  </a:lnTo>
                  <a:lnTo>
                    <a:pt x="1421670" y="877371"/>
                  </a:lnTo>
                  <a:lnTo>
                    <a:pt x="1387853" y="837739"/>
                  </a:lnTo>
                  <a:lnTo>
                    <a:pt x="1352228" y="799722"/>
                  </a:lnTo>
                  <a:lnTo>
                    <a:pt x="1314876" y="763401"/>
                  </a:lnTo>
                  <a:lnTo>
                    <a:pt x="1275875" y="728859"/>
                  </a:lnTo>
                  <a:lnTo>
                    <a:pt x="1235307" y="696177"/>
                  </a:lnTo>
                  <a:lnTo>
                    <a:pt x="1193252" y="665437"/>
                  </a:lnTo>
                  <a:lnTo>
                    <a:pt x="1149790" y="636722"/>
                  </a:lnTo>
                  <a:lnTo>
                    <a:pt x="1105002" y="610114"/>
                  </a:lnTo>
                  <a:lnTo>
                    <a:pt x="1063587" y="588621"/>
                  </a:lnTo>
                  <a:lnTo>
                    <a:pt x="1020201" y="570364"/>
                  </a:lnTo>
                  <a:lnTo>
                    <a:pt x="975585" y="556965"/>
                  </a:lnTo>
                  <a:lnTo>
                    <a:pt x="930480" y="550044"/>
                  </a:lnTo>
                  <a:lnTo>
                    <a:pt x="885626" y="551224"/>
                  </a:lnTo>
                  <a:lnTo>
                    <a:pt x="841763" y="562126"/>
                  </a:lnTo>
                  <a:lnTo>
                    <a:pt x="801074" y="583286"/>
                  </a:lnTo>
                  <a:lnTo>
                    <a:pt x="766052" y="612383"/>
                  </a:lnTo>
                  <a:lnTo>
                    <a:pt x="735824" y="647586"/>
                  </a:lnTo>
                  <a:lnTo>
                    <a:pt x="709516" y="687064"/>
                  </a:lnTo>
                  <a:lnTo>
                    <a:pt x="686253" y="728983"/>
                  </a:lnTo>
                  <a:lnTo>
                    <a:pt x="665162" y="771512"/>
                  </a:lnTo>
                  <a:lnTo>
                    <a:pt x="432844" y="1254639"/>
                  </a:lnTo>
                  <a:lnTo>
                    <a:pt x="405676" y="1220273"/>
                  </a:lnTo>
                  <a:lnTo>
                    <a:pt x="372402" y="1192166"/>
                  </a:lnTo>
                  <a:lnTo>
                    <a:pt x="334399" y="1170567"/>
                  </a:lnTo>
                  <a:lnTo>
                    <a:pt x="293042" y="1155724"/>
                  </a:lnTo>
                  <a:lnTo>
                    <a:pt x="249707" y="1147886"/>
                  </a:lnTo>
                  <a:lnTo>
                    <a:pt x="205770" y="1147303"/>
                  </a:lnTo>
                  <a:lnTo>
                    <a:pt x="162606" y="1154222"/>
                  </a:lnTo>
                  <a:lnTo>
                    <a:pt x="121591" y="1168892"/>
                  </a:lnTo>
                  <a:lnTo>
                    <a:pt x="84101" y="1191562"/>
                  </a:lnTo>
                  <a:lnTo>
                    <a:pt x="53666" y="1219863"/>
                  </a:lnTo>
                  <a:lnTo>
                    <a:pt x="29299" y="1253224"/>
                  </a:lnTo>
                  <a:lnTo>
                    <a:pt x="11107" y="1290454"/>
                  </a:lnTo>
                  <a:lnTo>
                    <a:pt x="0" y="1327693"/>
                  </a:lnTo>
                  <a:lnTo>
                    <a:pt x="5714188" y="1327693"/>
                  </a:lnTo>
                  <a:lnTo>
                    <a:pt x="5697783" y="1291092"/>
                  </a:lnTo>
                  <a:lnTo>
                    <a:pt x="5678966" y="1252394"/>
                  </a:lnTo>
                  <a:lnTo>
                    <a:pt x="5658952" y="1214303"/>
                  </a:lnTo>
                  <a:lnTo>
                    <a:pt x="5637764" y="1176850"/>
                  </a:lnTo>
                  <a:lnTo>
                    <a:pt x="5608331" y="1129662"/>
                  </a:lnTo>
                  <a:lnTo>
                    <a:pt x="5575364" y="1084920"/>
                  </a:lnTo>
                  <a:lnTo>
                    <a:pt x="5537806" y="1044551"/>
                  </a:lnTo>
                  <a:lnTo>
                    <a:pt x="5494596" y="1010479"/>
                  </a:lnTo>
                  <a:lnTo>
                    <a:pt x="5450170" y="986511"/>
                  </a:lnTo>
                  <a:lnTo>
                    <a:pt x="5402811" y="969559"/>
                  </a:lnTo>
                  <a:lnTo>
                    <a:pt x="5353294" y="958492"/>
                  </a:lnTo>
                  <a:lnTo>
                    <a:pt x="5302392" y="952180"/>
                  </a:lnTo>
                  <a:lnTo>
                    <a:pt x="5250881" y="949492"/>
                  </a:lnTo>
                  <a:lnTo>
                    <a:pt x="5199537" y="949297"/>
                  </a:lnTo>
                  <a:lnTo>
                    <a:pt x="5149770" y="950480"/>
                  </a:lnTo>
                  <a:lnTo>
                    <a:pt x="5100038" y="952690"/>
                  </a:lnTo>
                  <a:lnTo>
                    <a:pt x="5050361" y="955922"/>
                  </a:lnTo>
                  <a:lnTo>
                    <a:pt x="5000760" y="960173"/>
                  </a:lnTo>
                  <a:lnTo>
                    <a:pt x="4951257" y="965441"/>
                  </a:lnTo>
                  <a:lnTo>
                    <a:pt x="4901871" y="971723"/>
                  </a:lnTo>
                  <a:lnTo>
                    <a:pt x="4852623" y="979015"/>
                  </a:lnTo>
                  <a:lnTo>
                    <a:pt x="4803535" y="987314"/>
                  </a:lnTo>
                  <a:lnTo>
                    <a:pt x="4754627" y="996617"/>
                  </a:lnTo>
                  <a:lnTo>
                    <a:pt x="4705919" y="1006921"/>
                  </a:lnTo>
                  <a:lnTo>
                    <a:pt x="4657434" y="1018223"/>
                  </a:lnTo>
                  <a:lnTo>
                    <a:pt x="4609190" y="1030519"/>
                  </a:lnTo>
                  <a:lnTo>
                    <a:pt x="4561210" y="1043807"/>
                  </a:lnTo>
                  <a:lnTo>
                    <a:pt x="4558534" y="994763"/>
                  </a:lnTo>
                  <a:lnTo>
                    <a:pt x="4554112" y="944915"/>
                  </a:lnTo>
                  <a:lnTo>
                    <a:pt x="4547192" y="895232"/>
                  </a:lnTo>
                  <a:lnTo>
                    <a:pt x="4537027" y="846685"/>
                  </a:lnTo>
                  <a:lnTo>
                    <a:pt x="4522866" y="800242"/>
                  </a:lnTo>
                  <a:lnTo>
                    <a:pt x="4503960" y="756874"/>
                  </a:lnTo>
                  <a:lnTo>
                    <a:pt x="4479560" y="717549"/>
                  </a:lnTo>
                  <a:lnTo>
                    <a:pt x="4448916" y="683238"/>
                  </a:lnTo>
                  <a:lnTo>
                    <a:pt x="4411278" y="654908"/>
                  </a:lnTo>
                  <a:lnTo>
                    <a:pt x="4369872" y="635248"/>
                  </a:lnTo>
                  <a:lnTo>
                    <a:pt x="4326171" y="624021"/>
                  </a:lnTo>
                  <a:lnTo>
                    <a:pt x="4280843" y="620251"/>
                  </a:lnTo>
                  <a:lnTo>
                    <a:pt x="4234553" y="622959"/>
                  </a:lnTo>
                  <a:lnTo>
                    <a:pt x="4187970" y="631167"/>
                  </a:lnTo>
                  <a:lnTo>
                    <a:pt x="4141760" y="643897"/>
                  </a:lnTo>
                  <a:lnTo>
                    <a:pt x="4096592" y="660172"/>
                  </a:lnTo>
                  <a:lnTo>
                    <a:pt x="4053132" y="679012"/>
                  </a:lnTo>
                  <a:lnTo>
                    <a:pt x="4005324" y="702476"/>
                  </a:lnTo>
                  <a:lnTo>
                    <a:pt x="3958450" y="727755"/>
                  </a:lnTo>
                  <a:lnTo>
                    <a:pt x="3912576" y="754804"/>
                  </a:lnTo>
                  <a:lnTo>
                    <a:pt x="3867767" y="783582"/>
                  </a:lnTo>
                  <a:lnTo>
                    <a:pt x="3824087" y="814046"/>
                  </a:lnTo>
                  <a:lnTo>
                    <a:pt x="3781601" y="846152"/>
                  </a:lnTo>
                  <a:lnTo>
                    <a:pt x="3740375" y="879858"/>
                  </a:lnTo>
                  <a:lnTo>
                    <a:pt x="3700472" y="915120"/>
                  </a:lnTo>
                  <a:lnTo>
                    <a:pt x="3700826" y="867720"/>
                  </a:lnTo>
                  <a:lnTo>
                    <a:pt x="3698447" y="820494"/>
                  </a:lnTo>
                  <a:lnTo>
                    <a:pt x="3693408" y="773546"/>
                  </a:lnTo>
                  <a:lnTo>
                    <a:pt x="3685781" y="726976"/>
                  </a:lnTo>
                  <a:lnTo>
                    <a:pt x="3675642" y="680889"/>
                  </a:lnTo>
                  <a:lnTo>
                    <a:pt x="3663063" y="635386"/>
                  </a:lnTo>
                  <a:lnTo>
                    <a:pt x="3648117" y="590571"/>
                  </a:lnTo>
                  <a:lnTo>
                    <a:pt x="3630878" y="546544"/>
                  </a:lnTo>
                  <a:lnTo>
                    <a:pt x="3611419" y="503410"/>
                  </a:lnTo>
                  <a:lnTo>
                    <a:pt x="3589813" y="461270"/>
                  </a:lnTo>
                  <a:lnTo>
                    <a:pt x="3566135" y="420227"/>
                  </a:lnTo>
                  <a:lnTo>
                    <a:pt x="3540457" y="380383"/>
                  </a:lnTo>
                  <a:lnTo>
                    <a:pt x="3512853" y="341842"/>
                  </a:lnTo>
                  <a:lnTo>
                    <a:pt x="3483396" y="304705"/>
                  </a:lnTo>
                  <a:lnTo>
                    <a:pt x="3452159" y="269074"/>
                  </a:lnTo>
                  <a:lnTo>
                    <a:pt x="3419216" y="235054"/>
                  </a:lnTo>
                  <a:lnTo>
                    <a:pt x="3384641" y="202745"/>
                  </a:lnTo>
                  <a:lnTo>
                    <a:pt x="3348506" y="172251"/>
                  </a:lnTo>
                  <a:lnTo>
                    <a:pt x="3310885" y="143673"/>
                  </a:lnTo>
                  <a:lnTo>
                    <a:pt x="3271851" y="117115"/>
                  </a:lnTo>
                  <a:lnTo>
                    <a:pt x="3231478" y="92679"/>
                  </a:lnTo>
                  <a:lnTo>
                    <a:pt x="3189840" y="70468"/>
                  </a:lnTo>
                  <a:lnTo>
                    <a:pt x="3147009" y="50583"/>
                  </a:lnTo>
                  <a:lnTo>
                    <a:pt x="3103058" y="33128"/>
                  </a:lnTo>
                  <a:lnTo>
                    <a:pt x="3058062" y="18205"/>
                  </a:lnTo>
                  <a:lnTo>
                    <a:pt x="3016732" y="7368"/>
                  </a:lnTo>
                  <a:lnTo>
                    <a:pt x="2974582" y="596"/>
                  </a:lnTo>
                  <a:lnTo>
                    <a:pt x="2932454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3985359" y="8984497"/>
              <a:ext cx="6118860" cy="2324100"/>
            </a:xfrm>
            <a:custGeom>
              <a:avLst/>
              <a:gdLst/>
              <a:ahLst/>
              <a:cxnLst/>
              <a:rect l="l" t="t" r="r" b="b"/>
              <a:pathLst>
                <a:path w="6118859" h="2324100">
                  <a:moveTo>
                    <a:pt x="277124" y="1705429"/>
                  </a:moveTo>
                  <a:lnTo>
                    <a:pt x="237278" y="1711010"/>
                  </a:lnTo>
                  <a:lnTo>
                    <a:pt x="198603" y="1723599"/>
                  </a:lnTo>
                  <a:lnTo>
                    <a:pt x="161931" y="1743414"/>
                  </a:lnTo>
                  <a:lnTo>
                    <a:pt x="128099" y="1770673"/>
                  </a:lnTo>
                  <a:lnTo>
                    <a:pt x="98238" y="1803847"/>
                  </a:lnTo>
                  <a:lnTo>
                    <a:pt x="72390" y="1841353"/>
                  </a:lnTo>
                  <a:lnTo>
                    <a:pt x="50527" y="1882611"/>
                  </a:lnTo>
                  <a:lnTo>
                    <a:pt x="32620" y="1927038"/>
                  </a:lnTo>
                  <a:lnTo>
                    <a:pt x="18642" y="1974052"/>
                  </a:lnTo>
                  <a:lnTo>
                    <a:pt x="8564" y="2023072"/>
                  </a:lnTo>
                  <a:lnTo>
                    <a:pt x="2360" y="2073516"/>
                  </a:lnTo>
                  <a:lnTo>
                    <a:pt x="0" y="2124802"/>
                  </a:lnTo>
                  <a:lnTo>
                    <a:pt x="1456" y="2176348"/>
                  </a:lnTo>
                  <a:lnTo>
                    <a:pt x="6702" y="2227573"/>
                  </a:lnTo>
                  <a:lnTo>
                    <a:pt x="15708" y="2277894"/>
                  </a:lnTo>
                  <a:lnTo>
                    <a:pt x="27751" y="2324058"/>
                  </a:lnTo>
                  <a:lnTo>
                    <a:pt x="6118739" y="2324058"/>
                  </a:lnTo>
                  <a:lnTo>
                    <a:pt x="6118660" y="2011331"/>
                  </a:lnTo>
                  <a:lnTo>
                    <a:pt x="6111214" y="1960687"/>
                  </a:lnTo>
                  <a:lnTo>
                    <a:pt x="6106181" y="1934804"/>
                  </a:lnTo>
                  <a:lnTo>
                    <a:pt x="550672" y="1934804"/>
                  </a:lnTo>
                  <a:lnTo>
                    <a:pt x="537853" y="1887070"/>
                  </a:lnTo>
                  <a:lnTo>
                    <a:pt x="518693" y="1844391"/>
                  </a:lnTo>
                  <a:lnTo>
                    <a:pt x="494026" y="1806984"/>
                  </a:lnTo>
                  <a:lnTo>
                    <a:pt x="464687" y="1775068"/>
                  </a:lnTo>
                  <a:lnTo>
                    <a:pt x="431511" y="1748858"/>
                  </a:lnTo>
                  <a:lnTo>
                    <a:pt x="395333" y="1728573"/>
                  </a:lnTo>
                  <a:lnTo>
                    <a:pt x="356985" y="1714428"/>
                  </a:lnTo>
                  <a:lnTo>
                    <a:pt x="317304" y="1706641"/>
                  </a:lnTo>
                  <a:lnTo>
                    <a:pt x="277124" y="1705429"/>
                  </a:lnTo>
                  <a:close/>
                </a:path>
                <a:path w="6118859" h="2324100">
                  <a:moveTo>
                    <a:pt x="1153298" y="731412"/>
                  </a:moveTo>
                  <a:lnTo>
                    <a:pt x="1108014" y="736164"/>
                  </a:lnTo>
                  <a:lnTo>
                    <a:pt x="1063440" y="746018"/>
                  </a:lnTo>
                  <a:lnTo>
                    <a:pt x="1019963" y="761041"/>
                  </a:lnTo>
                  <a:lnTo>
                    <a:pt x="977972" y="781302"/>
                  </a:lnTo>
                  <a:lnTo>
                    <a:pt x="937855" y="806869"/>
                  </a:lnTo>
                  <a:lnTo>
                    <a:pt x="900001" y="837812"/>
                  </a:lnTo>
                  <a:lnTo>
                    <a:pt x="864799" y="874198"/>
                  </a:lnTo>
                  <a:lnTo>
                    <a:pt x="837363" y="908896"/>
                  </a:lnTo>
                  <a:lnTo>
                    <a:pt x="812765" y="945787"/>
                  </a:lnTo>
                  <a:lnTo>
                    <a:pt x="790777" y="984705"/>
                  </a:lnTo>
                  <a:lnTo>
                    <a:pt x="771174" y="1025485"/>
                  </a:lnTo>
                  <a:lnTo>
                    <a:pt x="753729" y="1067962"/>
                  </a:lnTo>
                  <a:lnTo>
                    <a:pt x="738216" y="1111972"/>
                  </a:lnTo>
                  <a:lnTo>
                    <a:pt x="724408" y="1157350"/>
                  </a:lnTo>
                  <a:lnTo>
                    <a:pt x="712078" y="1203930"/>
                  </a:lnTo>
                  <a:lnTo>
                    <a:pt x="701002" y="1251548"/>
                  </a:lnTo>
                  <a:lnTo>
                    <a:pt x="690951" y="1300039"/>
                  </a:lnTo>
                  <a:lnTo>
                    <a:pt x="681701" y="1349237"/>
                  </a:lnTo>
                  <a:lnTo>
                    <a:pt x="673023" y="1398979"/>
                  </a:lnTo>
                  <a:lnTo>
                    <a:pt x="664693" y="1449098"/>
                  </a:lnTo>
                  <a:lnTo>
                    <a:pt x="656484" y="1499431"/>
                  </a:lnTo>
                  <a:lnTo>
                    <a:pt x="648168" y="1549812"/>
                  </a:lnTo>
                  <a:lnTo>
                    <a:pt x="639521" y="1600076"/>
                  </a:lnTo>
                  <a:lnTo>
                    <a:pt x="630315" y="1650059"/>
                  </a:lnTo>
                  <a:lnTo>
                    <a:pt x="620324" y="1699595"/>
                  </a:lnTo>
                  <a:lnTo>
                    <a:pt x="609235" y="1748858"/>
                  </a:lnTo>
                  <a:lnTo>
                    <a:pt x="597082" y="1796667"/>
                  </a:lnTo>
                  <a:lnTo>
                    <a:pt x="583378" y="1843874"/>
                  </a:lnTo>
                  <a:lnTo>
                    <a:pt x="567983" y="1889975"/>
                  </a:lnTo>
                  <a:lnTo>
                    <a:pt x="550672" y="1934804"/>
                  </a:lnTo>
                  <a:lnTo>
                    <a:pt x="6106181" y="1934804"/>
                  </a:lnTo>
                  <a:lnTo>
                    <a:pt x="6089632" y="1862493"/>
                  </a:lnTo>
                  <a:lnTo>
                    <a:pt x="6075389" y="1815264"/>
                  </a:lnTo>
                  <a:lnTo>
                    <a:pt x="6058775" y="1769494"/>
                  </a:lnTo>
                  <a:lnTo>
                    <a:pt x="6039737" y="1725345"/>
                  </a:lnTo>
                  <a:lnTo>
                    <a:pt x="6018223" y="1682977"/>
                  </a:lnTo>
                  <a:lnTo>
                    <a:pt x="6012469" y="1673304"/>
                  </a:lnTo>
                  <a:lnTo>
                    <a:pt x="5165013" y="1673304"/>
                  </a:lnTo>
                  <a:lnTo>
                    <a:pt x="5168186" y="1619915"/>
                  </a:lnTo>
                  <a:lnTo>
                    <a:pt x="5165412" y="1567014"/>
                  </a:lnTo>
                  <a:lnTo>
                    <a:pt x="5157801" y="1519456"/>
                  </a:lnTo>
                  <a:lnTo>
                    <a:pt x="4096407" y="1519456"/>
                  </a:lnTo>
                  <a:lnTo>
                    <a:pt x="4109117" y="1472521"/>
                  </a:lnTo>
                  <a:lnTo>
                    <a:pt x="4119986" y="1424973"/>
                  </a:lnTo>
                  <a:lnTo>
                    <a:pt x="4126291" y="1391501"/>
                  </a:lnTo>
                  <a:lnTo>
                    <a:pt x="1768154" y="1391501"/>
                  </a:lnTo>
                  <a:lnTo>
                    <a:pt x="1755446" y="1339730"/>
                  </a:lnTo>
                  <a:lnTo>
                    <a:pt x="1740755" y="1288667"/>
                  </a:lnTo>
                  <a:lnTo>
                    <a:pt x="1724104" y="1238520"/>
                  </a:lnTo>
                  <a:lnTo>
                    <a:pt x="1705439" y="1189317"/>
                  </a:lnTo>
                  <a:lnTo>
                    <a:pt x="1685011" y="1141794"/>
                  </a:lnTo>
                  <a:lnTo>
                    <a:pt x="1662616" y="1095628"/>
                  </a:lnTo>
                  <a:lnTo>
                    <a:pt x="1638353" y="1051200"/>
                  </a:lnTo>
                  <a:lnTo>
                    <a:pt x="1612243" y="1008717"/>
                  </a:lnTo>
                  <a:lnTo>
                    <a:pt x="1584312" y="968385"/>
                  </a:lnTo>
                  <a:lnTo>
                    <a:pt x="1554581" y="930409"/>
                  </a:lnTo>
                  <a:lnTo>
                    <a:pt x="1523073" y="894996"/>
                  </a:lnTo>
                  <a:lnTo>
                    <a:pt x="1489812" y="862350"/>
                  </a:lnTo>
                  <a:lnTo>
                    <a:pt x="1454821" y="832680"/>
                  </a:lnTo>
                  <a:lnTo>
                    <a:pt x="1418122" y="806189"/>
                  </a:lnTo>
                  <a:lnTo>
                    <a:pt x="1376746" y="781772"/>
                  </a:lnTo>
                  <a:lnTo>
                    <a:pt x="1333747" y="762046"/>
                  </a:lnTo>
                  <a:lnTo>
                    <a:pt x="1289515" y="747078"/>
                  </a:lnTo>
                  <a:lnTo>
                    <a:pt x="1244436" y="736937"/>
                  </a:lnTo>
                  <a:lnTo>
                    <a:pt x="1198901" y="731693"/>
                  </a:lnTo>
                  <a:lnTo>
                    <a:pt x="1153298" y="731412"/>
                  </a:lnTo>
                  <a:close/>
                </a:path>
                <a:path w="6118859" h="2324100">
                  <a:moveTo>
                    <a:pt x="5596741" y="1410201"/>
                  </a:moveTo>
                  <a:lnTo>
                    <a:pt x="5555280" y="1412055"/>
                  </a:lnTo>
                  <a:lnTo>
                    <a:pt x="5514008" y="1417668"/>
                  </a:lnTo>
                  <a:lnTo>
                    <a:pt x="5473166" y="1427008"/>
                  </a:lnTo>
                  <a:lnTo>
                    <a:pt x="5432998" y="1440041"/>
                  </a:lnTo>
                  <a:lnTo>
                    <a:pt x="5393745" y="1456735"/>
                  </a:lnTo>
                  <a:lnTo>
                    <a:pt x="5355651" y="1477056"/>
                  </a:lnTo>
                  <a:lnTo>
                    <a:pt x="5318959" y="1500972"/>
                  </a:lnTo>
                  <a:lnTo>
                    <a:pt x="5283910" y="1528448"/>
                  </a:lnTo>
                  <a:lnTo>
                    <a:pt x="5250749" y="1559453"/>
                  </a:lnTo>
                  <a:lnTo>
                    <a:pt x="5219717" y="1593952"/>
                  </a:lnTo>
                  <a:lnTo>
                    <a:pt x="5191058" y="1631914"/>
                  </a:lnTo>
                  <a:lnTo>
                    <a:pt x="5165013" y="1673304"/>
                  </a:lnTo>
                  <a:lnTo>
                    <a:pt x="6012469" y="1673304"/>
                  </a:lnTo>
                  <a:lnTo>
                    <a:pt x="5967551" y="1604227"/>
                  </a:lnTo>
                  <a:lnTo>
                    <a:pt x="5938288" y="1568166"/>
                  </a:lnTo>
                  <a:lnTo>
                    <a:pt x="5906060" y="1534693"/>
                  </a:lnTo>
                  <a:lnTo>
                    <a:pt x="5871835" y="1505278"/>
                  </a:lnTo>
                  <a:lnTo>
                    <a:pt x="5835855" y="1479887"/>
                  </a:lnTo>
                  <a:lnTo>
                    <a:pt x="5798365" y="1458487"/>
                  </a:lnTo>
                  <a:lnTo>
                    <a:pt x="5759606" y="1441046"/>
                  </a:lnTo>
                  <a:lnTo>
                    <a:pt x="5719822" y="1427530"/>
                  </a:lnTo>
                  <a:lnTo>
                    <a:pt x="5679254" y="1417905"/>
                  </a:lnTo>
                  <a:lnTo>
                    <a:pt x="5638146" y="1412140"/>
                  </a:lnTo>
                  <a:lnTo>
                    <a:pt x="5596741" y="1410201"/>
                  </a:lnTo>
                  <a:close/>
                </a:path>
                <a:path w="6118859" h="2324100">
                  <a:moveTo>
                    <a:pt x="4717072" y="1147148"/>
                  </a:moveTo>
                  <a:lnTo>
                    <a:pt x="4670730" y="1151551"/>
                  </a:lnTo>
                  <a:lnTo>
                    <a:pt x="4624580" y="1160239"/>
                  </a:lnTo>
                  <a:lnTo>
                    <a:pt x="4578906" y="1172924"/>
                  </a:lnTo>
                  <a:lnTo>
                    <a:pt x="4533992" y="1189317"/>
                  </a:lnTo>
                  <a:lnTo>
                    <a:pt x="4490123" y="1209130"/>
                  </a:lnTo>
                  <a:lnTo>
                    <a:pt x="4447375" y="1231939"/>
                  </a:lnTo>
                  <a:lnTo>
                    <a:pt x="4405612" y="1257331"/>
                  </a:lnTo>
                  <a:lnTo>
                    <a:pt x="4364747" y="1285023"/>
                  </a:lnTo>
                  <a:lnTo>
                    <a:pt x="4324692" y="1314731"/>
                  </a:lnTo>
                  <a:lnTo>
                    <a:pt x="4285357" y="1346172"/>
                  </a:lnTo>
                  <a:lnTo>
                    <a:pt x="4246655" y="1379062"/>
                  </a:lnTo>
                  <a:lnTo>
                    <a:pt x="4208497" y="1413119"/>
                  </a:lnTo>
                  <a:lnTo>
                    <a:pt x="4170796" y="1448059"/>
                  </a:lnTo>
                  <a:lnTo>
                    <a:pt x="4133462" y="1483599"/>
                  </a:lnTo>
                  <a:lnTo>
                    <a:pt x="4096407" y="1519456"/>
                  </a:lnTo>
                  <a:lnTo>
                    <a:pt x="5157801" y="1519456"/>
                  </a:lnTo>
                  <a:lnTo>
                    <a:pt x="5143692" y="1464778"/>
                  </a:lnTo>
                  <a:lnTo>
                    <a:pt x="5125581" y="1416493"/>
                  </a:lnTo>
                  <a:lnTo>
                    <a:pt x="5103193" y="1370796"/>
                  </a:lnTo>
                  <a:lnTo>
                    <a:pt x="5076946" y="1328212"/>
                  </a:lnTo>
                  <a:lnTo>
                    <a:pt x="5047257" y="1289266"/>
                  </a:lnTo>
                  <a:lnTo>
                    <a:pt x="5014543" y="1254484"/>
                  </a:lnTo>
                  <a:lnTo>
                    <a:pt x="4979222" y="1224389"/>
                  </a:lnTo>
                  <a:lnTo>
                    <a:pt x="4941711" y="1199507"/>
                  </a:lnTo>
                  <a:lnTo>
                    <a:pt x="4898673" y="1178157"/>
                  </a:lnTo>
                  <a:lnTo>
                    <a:pt x="4854406" y="1162534"/>
                  </a:lnTo>
                  <a:lnTo>
                    <a:pt x="4809194" y="1152351"/>
                  </a:lnTo>
                  <a:lnTo>
                    <a:pt x="4763321" y="1147318"/>
                  </a:lnTo>
                  <a:lnTo>
                    <a:pt x="4717072" y="1147148"/>
                  </a:lnTo>
                  <a:close/>
                </a:path>
                <a:path w="6118859" h="2324100">
                  <a:moveTo>
                    <a:pt x="2091617" y="966229"/>
                  </a:moveTo>
                  <a:lnTo>
                    <a:pt x="2048928" y="970064"/>
                  </a:lnTo>
                  <a:lnTo>
                    <a:pt x="2007033" y="980979"/>
                  </a:lnTo>
                  <a:lnTo>
                    <a:pt x="1966629" y="999136"/>
                  </a:lnTo>
                  <a:lnTo>
                    <a:pt x="1928619" y="1024398"/>
                  </a:lnTo>
                  <a:lnTo>
                    <a:pt x="1893699" y="1056020"/>
                  </a:lnTo>
                  <a:lnTo>
                    <a:pt x="1862255" y="1093240"/>
                  </a:lnTo>
                  <a:lnTo>
                    <a:pt x="1834671" y="1135298"/>
                  </a:lnTo>
                  <a:lnTo>
                    <a:pt x="1811334" y="1181431"/>
                  </a:lnTo>
                  <a:lnTo>
                    <a:pt x="1792628" y="1230880"/>
                  </a:lnTo>
                  <a:lnTo>
                    <a:pt x="1778939" y="1282882"/>
                  </a:lnTo>
                  <a:lnTo>
                    <a:pt x="1770652" y="1336676"/>
                  </a:lnTo>
                  <a:lnTo>
                    <a:pt x="1768154" y="1391501"/>
                  </a:lnTo>
                  <a:lnTo>
                    <a:pt x="4126291" y="1391501"/>
                  </a:lnTo>
                  <a:lnTo>
                    <a:pt x="4136324" y="1328212"/>
                  </a:lnTo>
                  <a:lnTo>
                    <a:pt x="4141801" y="1279513"/>
                  </a:lnTo>
                  <a:lnTo>
                    <a:pt x="4145555" y="1230375"/>
                  </a:lnTo>
                  <a:lnTo>
                    <a:pt x="4147575" y="1181431"/>
                  </a:lnTo>
                  <a:lnTo>
                    <a:pt x="4147931" y="1131640"/>
                  </a:lnTo>
                  <a:lnTo>
                    <a:pt x="4146618" y="1082851"/>
                  </a:lnTo>
                  <a:lnTo>
                    <a:pt x="2325435" y="1082851"/>
                  </a:lnTo>
                  <a:lnTo>
                    <a:pt x="2292604" y="1047599"/>
                  </a:lnTo>
                  <a:lnTo>
                    <a:pt x="2256389" y="1018457"/>
                  </a:lnTo>
                  <a:lnTo>
                    <a:pt x="2217487" y="995588"/>
                  </a:lnTo>
                  <a:lnTo>
                    <a:pt x="2176593" y="979152"/>
                  </a:lnTo>
                  <a:lnTo>
                    <a:pt x="2134404" y="969312"/>
                  </a:lnTo>
                  <a:lnTo>
                    <a:pt x="2091617" y="966229"/>
                  </a:lnTo>
                  <a:close/>
                </a:path>
                <a:path w="6118859" h="2324100">
                  <a:moveTo>
                    <a:pt x="3303894" y="0"/>
                  </a:moveTo>
                  <a:lnTo>
                    <a:pt x="3261235" y="60"/>
                  </a:lnTo>
                  <a:lnTo>
                    <a:pt x="3218589" y="2609"/>
                  </a:lnTo>
                  <a:lnTo>
                    <a:pt x="3176052" y="7623"/>
                  </a:lnTo>
                  <a:lnTo>
                    <a:pt x="3133718" y="15082"/>
                  </a:lnTo>
                  <a:lnTo>
                    <a:pt x="3091682" y="24963"/>
                  </a:lnTo>
                  <a:lnTo>
                    <a:pt x="3050037" y="37243"/>
                  </a:lnTo>
                  <a:lnTo>
                    <a:pt x="3008878" y="51900"/>
                  </a:lnTo>
                  <a:lnTo>
                    <a:pt x="2968300" y="68913"/>
                  </a:lnTo>
                  <a:lnTo>
                    <a:pt x="2928396" y="88259"/>
                  </a:lnTo>
                  <a:lnTo>
                    <a:pt x="2889262" y="109915"/>
                  </a:lnTo>
                  <a:lnTo>
                    <a:pt x="2850991" y="133861"/>
                  </a:lnTo>
                  <a:lnTo>
                    <a:pt x="2813678" y="160073"/>
                  </a:lnTo>
                  <a:lnTo>
                    <a:pt x="2777417" y="188529"/>
                  </a:lnTo>
                  <a:lnTo>
                    <a:pt x="2742302" y="219207"/>
                  </a:lnTo>
                  <a:lnTo>
                    <a:pt x="2708428" y="252085"/>
                  </a:lnTo>
                  <a:lnTo>
                    <a:pt x="2675889" y="287141"/>
                  </a:lnTo>
                  <a:lnTo>
                    <a:pt x="2644780" y="324353"/>
                  </a:lnTo>
                  <a:lnTo>
                    <a:pt x="2615195" y="363698"/>
                  </a:lnTo>
                  <a:lnTo>
                    <a:pt x="2587228" y="405154"/>
                  </a:lnTo>
                  <a:lnTo>
                    <a:pt x="2561233" y="447872"/>
                  </a:lnTo>
                  <a:lnTo>
                    <a:pt x="2536816" y="491916"/>
                  </a:lnTo>
                  <a:lnTo>
                    <a:pt x="2513863" y="537175"/>
                  </a:lnTo>
                  <a:lnTo>
                    <a:pt x="2492260" y="583534"/>
                  </a:lnTo>
                  <a:lnTo>
                    <a:pt x="2471893" y="630881"/>
                  </a:lnTo>
                  <a:lnTo>
                    <a:pt x="2452649" y="679103"/>
                  </a:lnTo>
                  <a:lnTo>
                    <a:pt x="2434413" y="728088"/>
                  </a:lnTo>
                  <a:lnTo>
                    <a:pt x="2417072" y="777723"/>
                  </a:lnTo>
                  <a:lnTo>
                    <a:pt x="2400512" y="827894"/>
                  </a:lnTo>
                  <a:lnTo>
                    <a:pt x="2384618" y="878489"/>
                  </a:lnTo>
                  <a:lnTo>
                    <a:pt x="2369278" y="929395"/>
                  </a:lnTo>
                  <a:lnTo>
                    <a:pt x="2354376" y="980499"/>
                  </a:lnTo>
                  <a:lnTo>
                    <a:pt x="2339800" y="1031689"/>
                  </a:lnTo>
                  <a:lnTo>
                    <a:pt x="2325435" y="1082851"/>
                  </a:lnTo>
                  <a:lnTo>
                    <a:pt x="4146618" y="1082851"/>
                  </a:lnTo>
                  <a:lnTo>
                    <a:pt x="4143625" y="1032867"/>
                  </a:lnTo>
                  <a:lnTo>
                    <a:pt x="4139027" y="983681"/>
                  </a:lnTo>
                  <a:lnTo>
                    <a:pt x="4132831" y="934745"/>
                  </a:lnTo>
                  <a:lnTo>
                    <a:pt x="4125061" y="886145"/>
                  </a:lnTo>
                  <a:lnTo>
                    <a:pt x="4115706" y="837812"/>
                  </a:lnTo>
                  <a:lnTo>
                    <a:pt x="4104896" y="790295"/>
                  </a:lnTo>
                  <a:lnTo>
                    <a:pt x="4092550" y="743217"/>
                  </a:lnTo>
                  <a:lnTo>
                    <a:pt x="4078726" y="696821"/>
                  </a:lnTo>
                  <a:lnTo>
                    <a:pt x="4063450" y="651190"/>
                  </a:lnTo>
                  <a:lnTo>
                    <a:pt x="4046744" y="606413"/>
                  </a:lnTo>
                  <a:lnTo>
                    <a:pt x="4028634" y="562574"/>
                  </a:lnTo>
                  <a:lnTo>
                    <a:pt x="4009143" y="519760"/>
                  </a:lnTo>
                  <a:lnTo>
                    <a:pt x="3988295" y="478058"/>
                  </a:lnTo>
                  <a:lnTo>
                    <a:pt x="3966115" y="437554"/>
                  </a:lnTo>
                  <a:lnTo>
                    <a:pt x="3942627" y="398333"/>
                  </a:lnTo>
                  <a:lnTo>
                    <a:pt x="3917855" y="360482"/>
                  </a:lnTo>
                  <a:lnTo>
                    <a:pt x="3891823" y="324088"/>
                  </a:lnTo>
                  <a:lnTo>
                    <a:pt x="3864555" y="289236"/>
                  </a:lnTo>
                  <a:lnTo>
                    <a:pt x="3836075" y="256013"/>
                  </a:lnTo>
                  <a:lnTo>
                    <a:pt x="3806408" y="224504"/>
                  </a:lnTo>
                  <a:lnTo>
                    <a:pt x="3775578" y="194797"/>
                  </a:lnTo>
                  <a:lnTo>
                    <a:pt x="3743608" y="166977"/>
                  </a:lnTo>
                  <a:lnTo>
                    <a:pt x="3710524" y="141131"/>
                  </a:lnTo>
                  <a:lnTo>
                    <a:pt x="3672910" y="115089"/>
                  </a:lnTo>
                  <a:lnTo>
                    <a:pt x="3634367" y="91756"/>
                  </a:lnTo>
                  <a:lnTo>
                    <a:pt x="3594989" y="71112"/>
                  </a:lnTo>
                  <a:lnTo>
                    <a:pt x="3554871" y="53133"/>
                  </a:lnTo>
                  <a:lnTo>
                    <a:pt x="3514106" y="37798"/>
                  </a:lnTo>
                  <a:lnTo>
                    <a:pt x="3472790" y="25084"/>
                  </a:lnTo>
                  <a:lnTo>
                    <a:pt x="3431016" y="14970"/>
                  </a:lnTo>
                  <a:lnTo>
                    <a:pt x="3388880" y="7432"/>
                  </a:lnTo>
                  <a:lnTo>
                    <a:pt x="3346474" y="2450"/>
                  </a:lnTo>
                  <a:lnTo>
                    <a:pt x="3303894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4189418" y="9980862"/>
              <a:ext cx="5714365" cy="1327785"/>
            </a:xfrm>
            <a:custGeom>
              <a:avLst/>
              <a:gdLst/>
              <a:ahLst/>
              <a:cxnLst/>
              <a:rect l="l" t="t" r="r" b="b"/>
              <a:pathLst>
                <a:path w="5714365" h="1327784">
                  <a:moveTo>
                    <a:pt x="2932454" y="0"/>
                  </a:moveTo>
                  <a:lnTo>
                    <a:pt x="2891188" y="7692"/>
                  </a:lnTo>
                  <a:lnTo>
                    <a:pt x="2853206" y="24308"/>
                  </a:lnTo>
                  <a:lnTo>
                    <a:pt x="2818875" y="47861"/>
                  </a:lnTo>
                  <a:lnTo>
                    <a:pt x="2787439" y="76021"/>
                  </a:lnTo>
                  <a:lnTo>
                    <a:pt x="2758145" y="106454"/>
                  </a:lnTo>
                  <a:lnTo>
                    <a:pt x="2723062" y="145251"/>
                  </a:lnTo>
                  <a:lnTo>
                    <a:pt x="2688814" y="184788"/>
                  </a:lnTo>
                  <a:lnTo>
                    <a:pt x="2655415" y="225047"/>
                  </a:lnTo>
                  <a:lnTo>
                    <a:pt x="2622879" y="266007"/>
                  </a:lnTo>
                  <a:lnTo>
                    <a:pt x="2591219" y="307649"/>
                  </a:lnTo>
                  <a:lnTo>
                    <a:pt x="2560449" y="349953"/>
                  </a:lnTo>
                  <a:lnTo>
                    <a:pt x="2530584" y="392900"/>
                  </a:lnTo>
                  <a:lnTo>
                    <a:pt x="2501636" y="436471"/>
                  </a:lnTo>
                  <a:lnTo>
                    <a:pt x="2473620" y="480645"/>
                  </a:lnTo>
                  <a:lnTo>
                    <a:pt x="2446548" y="525402"/>
                  </a:lnTo>
                  <a:lnTo>
                    <a:pt x="2420436" y="570724"/>
                  </a:lnTo>
                  <a:lnTo>
                    <a:pt x="2395296" y="616591"/>
                  </a:lnTo>
                  <a:lnTo>
                    <a:pt x="2371143" y="662983"/>
                  </a:lnTo>
                  <a:lnTo>
                    <a:pt x="2347990" y="709880"/>
                  </a:lnTo>
                  <a:lnTo>
                    <a:pt x="2315052" y="670205"/>
                  </a:lnTo>
                  <a:lnTo>
                    <a:pt x="2280798" y="631567"/>
                  </a:lnTo>
                  <a:lnTo>
                    <a:pt x="2244514" y="595151"/>
                  </a:lnTo>
                  <a:lnTo>
                    <a:pt x="2205483" y="562140"/>
                  </a:lnTo>
                  <a:lnTo>
                    <a:pt x="2162990" y="533718"/>
                  </a:lnTo>
                  <a:lnTo>
                    <a:pt x="2116211" y="511575"/>
                  </a:lnTo>
                  <a:lnTo>
                    <a:pt x="2066240" y="497533"/>
                  </a:lnTo>
                  <a:lnTo>
                    <a:pt x="2015145" y="492952"/>
                  </a:lnTo>
                  <a:lnTo>
                    <a:pt x="1964998" y="499192"/>
                  </a:lnTo>
                  <a:lnTo>
                    <a:pt x="1917867" y="517614"/>
                  </a:lnTo>
                  <a:lnTo>
                    <a:pt x="1880876" y="543920"/>
                  </a:lnTo>
                  <a:lnTo>
                    <a:pt x="1849179" y="576689"/>
                  </a:lnTo>
                  <a:lnTo>
                    <a:pt x="1821277" y="613517"/>
                  </a:lnTo>
                  <a:lnTo>
                    <a:pt x="1795672" y="651997"/>
                  </a:lnTo>
                  <a:lnTo>
                    <a:pt x="1537250" y="1050404"/>
                  </a:lnTo>
                  <a:lnTo>
                    <a:pt x="1511468" y="1005134"/>
                  </a:lnTo>
                  <a:lnTo>
                    <a:pt x="1483558" y="961150"/>
                  </a:lnTo>
                  <a:lnTo>
                    <a:pt x="1453598" y="918536"/>
                  </a:lnTo>
                  <a:lnTo>
                    <a:pt x="1421670" y="877371"/>
                  </a:lnTo>
                  <a:lnTo>
                    <a:pt x="1387853" y="837739"/>
                  </a:lnTo>
                  <a:lnTo>
                    <a:pt x="1352228" y="799722"/>
                  </a:lnTo>
                  <a:lnTo>
                    <a:pt x="1314876" y="763401"/>
                  </a:lnTo>
                  <a:lnTo>
                    <a:pt x="1275875" y="728859"/>
                  </a:lnTo>
                  <a:lnTo>
                    <a:pt x="1235307" y="696177"/>
                  </a:lnTo>
                  <a:lnTo>
                    <a:pt x="1193252" y="665437"/>
                  </a:lnTo>
                  <a:lnTo>
                    <a:pt x="1149790" y="636722"/>
                  </a:lnTo>
                  <a:lnTo>
                    <a:pt x="1105002" y="610114"/>
                  </a:lnTo>
                  <a:lnTo>
                    <a:pt x="1063587" y="588621"/>
                  </a:lnTo>
                  <a:lnTo>
                    <a:pt x="1020201" y="570364"/>
                  </a:lnTo>
                  <a:lnTo>
                    <a:pt x="975585" y="556965"/>
                  </a:lnTo>
                  <a:lnTo>
                    <a:pt x="930480" y="550044"/>
                  </a:lnTo>
                  <a:lnTo>
                    <a:pt x="885626" y="551224"/>
                  </a:lnTo>
                  <a:lnTo>
                    <a:pt x="841763" y="562126"/>
                  </a:lnTo>
                  <a:lnTo>
                    <a:pt x="801074" y="583286"/>
                  </a:lnTo>
                  <a:lnTo>
                    <a:pt x="766052" y="612383"/>
                  </a:lnTo>
                  <a:lnTo>
                    <a:pt x="735824" y="647586"/>
                  </a:lnTo>
                  <a:lnTo>
                    <a:pt x="709516" y="687064"/>
                  </a:lnTo>
                  <a:lnTo>
                    <a:pt x="686253" y="728983"/>
                  </a:lnTo>
                  <a:lnTo>
                    <a:pt x="665162" y="771512"/>
                  </a:lnTo>
                  <a:lnTo>
                    <a:pt x="432844" y="1254639"/>
                  </a:lnTo>
                  <a:lnTo>
                    <a:pt x="405676" y="1220273"/>
                  </a:lnTo>
                  <a:lnTo>
                    <a:pt x="372402" y="1192166"/>
                  </a:lnTo>
                  <a:lnTo>
                    <a:pt x="334399" y="1170567"/>
                  </a:lnTo>
                  <a:lnTo>
                    <a:pt x="293042" y="1155724"/>
                  </a:lnTo>
                  <a:lnTo>
                    <a:pt x="249707" y="1147886"/>
                  </a:lnTo>
                  <a:lnTo>
                    <a:pt x="205770" y="1147303"/>
                  </a:lnTo>
                  <a:lnTo>
                    <a:pt x="162606" y="1154222"/>
                  </a:lnTo>
                  <a:lnTo>
                    <a:pt x="121591" y="1168892"/>
                  </a:lnTo>
                  <a:lnTo>
                    <a:pt x="84101" y="1191562"/>
                  </a:lnTo>
                  <a:lnTo>
                    <a:pt x="53666" y="1219863"/>
                  </a:lnTo>
                  <a:lnTo>
                    <a:pt x="29299" y="1253224"/>
                  </a:lnTo>
                  <a:lnTo>
                    <a:pt x="11107" y="1290454"/>
                  </a:lnTo>
                  <a:lnTo>
                    <a:pt x="0" y="1327693"/>
                  </a:lnTo>
                  <a:lnTo>
                    <a:pt x="5714188" y="1327693"/>
                  </a:lnTo>
                  <a:lnTo>
                    <a:pt x="5697783" y="1291092"/>
                  </a:lnTo>
                  <a:lnTo>
                    <a:pt x="5678966" y="1252394"/>
                  </a:lnTo>
                  <a:lnTo>
                    <a:pt x="5658952" y="1214303"/>
                  </a:lnTo>
                  <a:lnTo>
                    <a:pt x="5637764" y="1176850"/>
                  </a:lnTo>
                  <a:lnTo>
                    <a:pt x="5608331" y="1129662"/>
                  </a:lnTo>
                  <a:lnTo>
                    <a:pt x="5575364" y="1084920"/>
                  </a:lnTo>
                  <a:lnTo>
                    <a:pt x="5537806" y="1044551"/>
                  </a:lnTo>
                  <a:lnTo>
                    <a:pt x="5494596" y="1010479"/>
                  </a:lnTo>
                  <a:lnTo>
                    <a:pt x="5450170" y="986511"/>
                  </a:lnTo>
                  <a:lnTo>
                    <a:pt x="5402811" y="969559"/>
                  </a:lnTo>
                  <a:lnTo>
                    <a:pt x="5353294" y="958492"/>
                  </a:lnTo>
                  <a:lnTo>
                    <a:pt x="5302392" y="952180"/>
                  </a:lnTo>
                  <a:lnTo>
                    <a:pt x="5250881" y="949492"/>
                  </a:lnTo>
                  <a:lnTo>
                    <a:pt x="5199537" y="949297"/>
                  </a:lnTo>
                  <a:lnTo>
                    <a:pt x="5149770" y="950480"/>
                  </a:lnTo>
                  <a:lnTo>
                    <a:pt x="5100038" y="952690"/>
                  </a:lnTo>
                  <a:lnTo>
                    <a:pt x="5050361" y="955922"/>
                  </a:lnTo>
                  <a:lnTo>
                    <a:pt x="5000760" y="960173"/>
                  </a:lnTo>
                  <a:lnTo>
                    <a:pt x="4951257" y="965441"/>
                  </a:lnTo>
                  <a:lnTo>
                    <a:pt x="4901871" y="971723"/>
                  </a:lnTo>
                  <a:lnTo>
                    <a:pt x="4852623" y="979015"/>
                  </a:lnTo>
                  <a:lnTo>
                    <a:pt x="4803535" y="987314"/>
                  </a:lnTo>
                  <a:lnTo>
                    <a:pt x="4754627" y="996617"/>
                  </a:lnTo>
                  <a:lnTo>
                    <a:pt x="4705919" y="1006921"/>
                  </a:lnTo>
                  <a:lnTo>
                    <a:pt x="4657434" y="1018223"/>
                  </a:lnTo>
                  <a:lnTo>
                    <a:pt x="4609190" y="1030519"/>
                  </a:lnTo>
                  <a:lnTo>
                    <a:pt x="4561210" y="1043807"/>
                  </a:lnTo>
                  <a:lnTo>
                    <a:pt x="4558534" y="994763"/>
                  </a:lnTo>
                  <a:lnTo>
                    <a:pt x="4554112" y="944915"/>
                  </a:lnTo>
                  <a:lnTo>
                    <a:pt x="4547192" y="895232"/>
                  </a:lnTo>
                  <a:lnTo>
                    <a:pt x="4537027" y="846685"/>
                  </a:lnTo>
                  <a:lnTo>
                    <a:pt x="4522866" y="800242"/>
                  </a:lnTo>
                  <a:lnTo>
                    <a:pt x="4503960" y="756874"/>
                  </a:lnTo>
                  <a:lnTo>
                    <a:pt x="4479560" y="717549"/>
                  </a:lnTo>
                  <a:lnTo>
                    <a:pt x="4448916" y="683238"/>
                  </a:lnTo>
                  <a:lnTo>
                    <a:pt x="4411278" y="654908"/>
                  </a:lnTo>
                  <a:lnTo>
                    <a:pt x="4369872" y="635248"/>
                  </a:lnTo>
                  <a:lnTo>
                    <a:pt x="4326171" y="624021"/>
                  </a:lnTo>
                  <a:lnTo>
                    <a:pt x="4280843" y="620251"/>
                  </a:lnTo>
                  <a:lnTo>
                    <a:pt x="4234553" y="622959"/>
                  </a:lnTo>
                  <a:lnTo>
                    <a:pt x="4187970" y="631167"/>
                  </a:lnTo>
                  <a:lnTo>
                    <a:pt x="4141760" y="643897"/>
                  </a:lnTo>
                  <a:lnTo>
                    <a:pt x="4096592" y="660172"/>
                  </a:lnTo>
                  <a:lnTo>
                    <a:pt x="4053132" y="679012"/>
                  </a:lnTo>
                  <a:lnTo>
                    <a:pt x="4005324" y="702476"/>
                  </a:lnTo>
                  <a:lnTo>
                    <a:pt x="3958450" y="727755"/>
                  </a:lnTo>
                  <a:lnTo>
                    <a:pt x="3912576" y="754804"/>
                  </a:lnTo>
                  <a:lnTo>
                    <a:pt x="3867767" y="783582"/>
                  </a:lnTo>
                  <a:lnTo>
                    <a:pt x="3824087" y="814046"/>
                  </a:lnTo>
                  <a:lnTo>
                    <a:pt x="3781601" y="846152"/>
                  </a:lnTo>
                  <a:lnTo>
                    <a:pt x="3740375" y="879858"/>
                  </a:lnTo>
                  <a:lnTo>
                    <a:pt x="3700472" y="915120"/>
                  </a:lnTo>
                  <a:lnTo>
                    <a:pt x="3700826" y="867720"/>
                  </a:lnTo>
                  <a:lnTo>
                    <a:pt x="3698447" y="820494"/>
                  </a:lnTo>
                  <a:lnTo>
                    <a:pt x="3693408" y="773546"/>
                  </a:lnTo>
                  <a:lnTo>
                    <a:pt x="3685781" y="726976"/>
                  </a:lnTo>
                  <a:lnTo>
                    <a:pt x="3675642" y="680889"/>
                  </a:lnTo>
                  <a:lnTo>
                    <a:pt x="3663063" y="635386"/>
                  </a:lnTo>
                  <a:lnTo>
                    <a:pt x="3648117" y="590571"/>
                  </a:lnTo>
                  <a:lnTo>
                    <a:pt x="3630878" y="546544"/>
                  </a:lnTo>
                  <a:lnTo>
                    <a:pt x="3611419" y="503410"/>
                  </a:lnTo>
                  <a:lnTo>
                    <a:pt x="3589813" y="461270"/>
                  </a:lnTo>
                  <a:lnTo>
                    <a:pt x="3566135" y="420227"/>
                  </a:lnTo>
                  <a:lnTo>
                    <a:pt x="3540457" y="380383"/>
                  </a:lnTo>
                  <a:lnTo>
                    <a:pt x="3512853" y="341842"/>
                  </a:lnTo>
                  <a:lnTo>
                    <a:pt x="3483396" y="304705"/>
                  </a:lnTo>
                  <a:lnTo>
                    <a:pt x="3452159" y="269074"/>
                  </a:lnTo>
                  <a:lnTo>
                    <a:pt x="3419216" y="235054"/>
                  </a:lnTo>
                  <a:lnTo>
                    <a:pt x="3384641" y="202745"/>
                  </a:lnTo>
                  <a:lnTo>
                    <a:pt x="3348506" y="172251"/>
                  </a:lnTo>
                  <a:lnTo>
                    <a:pt x="3310885" y="143673"/>
                  </a:lnTo>
                  <a:lnTo>
                    <a:pt x="3271851" y="117115"/>
                  </a:lnTo>
                  <a:lnTo>
                    <a:pt x="3231478" y="92679"/>
                  </a:lnTo>
                  <a:lnTo>
                    <a:pt x="3189840" y="70468"/>
                  </a:lnTo>
                  <a:lnTo>
                    <a:pt x="3147009" y="50583"/>
                  </a:lnTo>
                  <a:lnTo>
                    <a:pt x="3103058" y="33128"/>
                  </a:lnTo>
                  <a:lnTo>
                    <a:pt x="3058062" y="18205"/>
                  </a:lnTo>
                  <a:lnTo>
                    <a:pt x="3016732" y="7368"/>
                  </a:lnTo>
                  <a:lnTo>
                    <a:pt x="2974582" y="596"/>
                  </a:lnTo>
                  <a:lnTo>
                    <a:pt x="2932454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 descr=""/>
          <p:cNvGrpSpPr/>
          <p:nvPr/>
        </p:nvGrpSpPr>
        <p:grpSpPr>
          <a:xfrm>
            <a:off x="11853869" y="2141522"/>
            <a:ext cx="6464300" cy="6076315"/>
            <a:chOff x="11853869" y="2141522"/>
            <a:chExt cx="6464300" cy="6076315"/>
          </a:xfrm>
        </p:grpSpPr>
        <p:sp>
          <p:nvSpPr>
            <p:cNvPr id="270" name="object 270" descr=""/>
            <p:cNvSpPr/>
            <p:nvPr/>
          </p:nvSpPr>
          <p:spPr>
            <a:xfrm>
              <a:off x="13112773" y="2751602"/>
              <a:ext cx="3197860" cy="5441315"/>
            </a:xfrm>
            <a:custGeom>
              <a:avLst/>
              <a:gdLst/>
              <a:ahLst/>
              <a:cxnLst/>
              <a:rect l="l" t="t" r="r" b="b"/>
              <a:pathLst>
                <a:path w="3197859" h="5441315">
                  <a:moveTo>
                    <a:pt x="3197494" y="0"/>
                  </a:moveTo>
                  <a:lnTo>
                    <a:pt x="0" y="0"/>
                  </a:lnTo>
                  <a:lnTo>
                    <a:pt x="0" y="5441226"/>
                  </a:lnTo>
                  <a:lnTo>
                    <a:pt x="3197494" y="5441226"/>
                  </a:lnTo>
                  <a:lnTo>
                    <a:pt x="319749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6310267" y="4905693"/>
              <a:ext cx="1894839" cy="3287395"/>
            </a:xfrm>
            <a:custGeom>
              <a:avLst/>
              <a:gdLst/>
              <a:ahLst/>
              <a:cxnLst/>
              <a:rect l="l" t="t" r="r" b="b"/>
              <a:pathLst>
                <a:path w="1894840" h="3287395">
                  <a:moveTo>
                    <a:pt x="1894560" y="0"/>
                  </a:moveTo>
                  <a:lnTo>
                    <a:pt x="0" y="0"/>
                  </a:lnTo>
                  <a:lnTo>
                    <a:pt x="0" y="3287135"/>
                  </a:lnTo>
                  <a:lnTo>
                    <a:pt x="1894560" y="3287135"/>
                  </a:lnTo>
                  <a:lnTo>
                    <a:pt x="1894560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2483295" y="4289366"/>
              <a:ext cx="629920" cy="3903979"/>
            </a:xfrm>
            <a:custGeom>
              <a:avLst/>
              <a:gdLst/>
              <a:ahLst/>
              <a:cxnLst/>
              <a:rect l="l" t="t" r="r" b="b"/>
              <a:pathLst>
                <a:path w="629919" h="3903979">
                  <a:moveTo>
                    <a:pt x="629478" y="0"/>
                  </a:moveTo>
                  <a:lnTo>
                    <a:pt x="0" y="0"/>
                  </a:lnTo>
                  <a:lnTo>
                    <a:pt x="0" y="3903462"/>
                  </a:lnTo>
                  <a:lnTo>
                    <a:pt x="629478" y="3903462"/>
                  </a:lnTo>
                  <a:lnTo>
                    <a:pt x="62947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3370859" y="2583523"/>
              <a:ext cx="2681605" cy="168275"/>
            </a:xfrm>
            <a:custGeom>
              <a:avLst/>
              <a:gdLst/>
              <a:ahLst/>
              <a:cxnLst/>
              <a:rect l="l" t="t" r="r" b="b"/>
              <a:pathLst>
                <a:path w="2681605" h="168275">
                  <a:moveTo>
                    <a:pt x="2681311" y="0"/>
                  </a:moveTo>
                  <a:lnTo>
                    <a:pt x="0" y="0"/>
                  </a:lnTo>
                  <a:lnTo>
                    <a:pt x="0" y="168078"/>
                  </a:lnTo>
                  <a:lnTo>
                    <a:pt x="2681311" y="168078"/>
                  </a:lnTo>
                  <a:lnTo>
                    <a:pt x="2681311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2703581" y="4516583"/>
              <a:ext cx="189230" cy="3349625"/>
            </a:xfrm>
            <a:custGeom>
              <a:avLst/>
              <a:gdLst/>
              <a:ahLst/>
              <a:cxnLst/>
              <a:rect l="l" t="t" r="r" b="b"/>
              <a:pathLst>
                <a:path w="189229" h="3349625">
                  <a:moveTo>
                    <a:pt x="188836" y="2863812"/>
                  </a:moveTo>
                  <a:lnTo>
                    <a:pt x="0" y="2863812"/>
                  </a:lnTo>
                  <a:lnTo>
                    <a:pt x="0" y="3349396"/>
                  </a:lnTo>
                  <a:lnTo>
                    <a:pt x="188836" y="3349396"/>
                  </a:lnTo>
                  <a:lnTo>
                    <a:pt x="188836" y="2863812"/>
                  </a:lnTo>
                  <a:close/>
                </a:path>
                <a:path w="189229" h="3349625">
                  <a:moveTo>
                    <a:pt x="188836" y="2147849"/>
                  </a:moveTo>
                  <a:lnTo>
                    <a:pt x="0" y="2147849"/>
                  </a:lnTo>
                  <a:lnTo>
                    <a:pt x="0" y="2633421"/>
                  </a:lnTo>
                  <a:lnTo>
                    <a:pt x="188836" y="2633421"/>
                  </a:lnTo>
                  <a:lnTo>
                    <a:pt x="188836" y="2147849"/>
                  </a:lnTo>
                  <a:close/>
                </a:path>
                <a:path w="189229" h="3349625">
                  <a:moveTo>
                    <a:pt x="188836" y="1431874"/>
                  </a:moveTo>
                  <a:lnTo>
                    <a:pt x="0" y="1431874"/>
                  </a:lnTo>
                  <a:lnTo>
                    <a:pt x="0" y="1917484"/>
                  </a:lnTo>
                  <a:lnTo>
                    <a:pt x="188836" y="1917484"/>
                  </a:lnTo>
                  <a:lnTo>
                    <a:pt x="188836" y="1431874"/>
                  </a:lnTo>
                  <a:close/>
                </a:path>
                <a:path w="189229" h="3349625">
                  <a:moveTo>
                    <a:pt x="188836" y="715949"/>
                  </a:moveTo>
                  <a:lnTo>
                    <a:pt x="0" y="715949"/>
                  </a:lnTo>
                  <a:lnTo>
                    <a:pt x="0" y="1201547"/>
                  </a:lnTo>
                  <a:lnTo>
                    <a:pt x="188836" y="1201547"/>
                  </a:lnTo>
                  <a:lnTo>
                    <a:pt x="188836" y="715949"/>
                  </a:lnTo>
                  <a:close/>
                </a:path>
                <a:path w="189229" h="3349625">
                  <a:moveTo>
                    <a:pt x="188836" y="0"/>
                  </a:moveTo>
                  <a:lnTo>
                    <a:pt x="0" y="0"/>
                  </a:lnTo>
                  <a:lnTo>
                    <a:pt x="0" y="485584"/>
                  </a:lnTo>
                  <a:lnTo>
                    <a:pt x="188836" y="485584"/>
                  </a:lnTo>
                  <a:lnTo>
                    <a:pt x="1888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1853869" y="6191266"/>
              <a:ext cx="629920" cy="2026920"/>
            </a:xfrm>
            <a:custGeom>
              <a:avLst/>
              <a:gdLst/>
              <a:ahLst/>
              <a:cxnLst/>
              <a:rect l="l" t="t" r="r" b="b"/>
              <a:pathLst>
                <a:path w="629920" h="2026920">
                  <a:moveTo>
                    <a:pt x="629425" y="0"/>
                  </a:moveTo>
                  <a:lnTo>
                    <a:pt x="0" y="650577"/>
                  </a:lnTo>
                  <a:lnTo>
                    <a:pt x="0" y="2001562"/>
                  </a:lnTo>
                  <a:lnTo>
                    <a:pt x="629425" y="2026482"/>
                  </a:lnTo>
                  <a:lnTo>
                    <a:pt x="629425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3254393" y="3025514"/>
              <a:ext cx="2914650" cy="4056379"/>
            </a:xfrm>
            <a:custGeom>
              <a:avLst/>
              <a:gdLst/>
              <a:ahLst/>
              <a:cxnLst/>
              <a:rect l="l" t="t" r="r" b="b"/>
              <a:pathLst>
                <a:path w="2914650" h="4056379">
                  <a:moveTo>
                    <a:pt x="490969" y="3682479"/>
                  </a:moveTo>
                  <a:lnTo>
                    <a:pt x="0" y="3682479"/>
                  </a:lnTo>
                  <a:lnTo>
                    <a:pt x="0" y="4055999"/>
                  </a:lnTo>
                  <a:lnTo>
                    <a:pt x="490969" y="4055999"/>
                  </a:lnTo>
                  <a:lnTo>
                    <a:pt x="490969" y="3682479"/>
                  </a:lnTo>
                  <a:close/>
                </a:path>
                <a:path w="2914650" h="4056379">
                  <a:moveTo>
                    <a:pt x="490969" y="3068751"/>
                  </a:moveTo>
                  <a:lnTo>
                    <a:pt x="0" y="3068751"/>
                  </a:lnTo>
                  <a:lnTo>
                    <a:pt x="0" y="3442258"/>
                  </a:lnTo>
                  <a:lnTo>
                    <a:pt x="490969" y="3442258"/>
                  </a:lnTo>
                  <a:lnTo>
                    <a:pt x="490969" y="3068751"/>
                  </a:lnTo>
                  <a:close/>
                </a:path>
                <a:path w="2914650" h="4056379">
                  <a:moveTo>
                    <a:pt x="490969" y="2455011"/>
                  </a:moveTo>
                  <a:lnTo>
                    <a:pt x="0" y="2455011"/>
                  </a:lnTo>
                  <a:lnTo>
                    <a:pt x="0" y="2828531"/>
                  </a:lnTo>
                  <a:lnTo>
                    <a:pt x="490969" y="2828531"/>
                  </a:lnTo>
                  <a:lnTo>
                    <a:pt x="490969" y="2455011"/>
                  </a:lnTo>
                  <a:close/>
                </a:path>
                <a:path w="2914650" h="4056379">
                  <a:moveTo>
                    <a:pt x="490969" y="1841233"/>
                  </a:moveTo>
                  <a:lnTo>
                    <a:pt x="0" y="1841233"/>
                  </a:lnTo>
                  <a:lnTo>
                    <a:pt x="0" y="2214753"/>
                  </a:lnTo>
                  <a:lnTo>
                    <a:pt x="490969" y="2214753"/>
                  </a:lnTo>
                  <a:lnTo>
                    <a:pt x="490969" y="1841233"/>
                  </a:lnTo>
                  <a:close/>
                </a:path>
                <a:path w="2914650" h="4056379">
                  <a:moveTo>
                    <a:pt x="490969" y="1227518"/>
                  </a:moveTo>
                  <a:lnTo>
                    <a:pt x="0" y="1227518"/>
                  </a:lnTo>
                  <a:lnTo>
                    <a:pt x="0" y="1601050"/>
                  </a:lnTo>
                  <a:lnTo>
                    <a:pt x="490969" y="1601050"/>
                  </a:lnTo>
                  <a:lnTo>
                    <a:pt x="490969" y="1227518"/>
                  </a:lnTo>
                  <a:close/>
                </a:path>
                <a:path w="2914650" h="4056379">
                  <a:moveTo>
                    <a:pt x="490969" y="613765"/>
                  </a:moveTo>
                  <a:lnTo>
                    <a:pt x="0" y="613765"/>
                  </a:lnTo>
                  <a:lnTo>
                    <a:pt x="0" y="987348"/>
                  </a:lnTo>
                  <a:lnTo>
                    <a:pt x="490969" y="987348"/>
                  </a:lnTo>
                  <a:lnTo>
                    <a:pt x="490969" y="613765"/>
                  </a:lnTo>
                  <a:close/>
                </a:path>
                <a:path w="2914650" h="4056379">
                  <a:moveTo>
                    <a:pt x="490969" y="0"/>
                  </a:moveTo>
                  <a:lnTo>
                    <a:pt x="0" y="0"/>
                  </a:lnTo>
                  <a:lnTo>
                    <a:pt x="0" y="373557"/>
                  </a:lnTo>
                  <a:lnTo>
                    <a:pt x="490969" y="373557"/>
                  </a:lnTo>
                  <a:lnTo>
                    <a:pt x="490969" y="0"/>
                  </a:lnTo>
                  <a:close/>
                </a:path>
                <a:path w="2914650" h="4056379">
                  <a:moveTo>
                    <a:pt x="1298613" y="1841220"/>
                  </a:moveTo>
                  <a:lnTo>
                    <a:pt x="807707" y="1841220"/>
                  </a:lnTo>
                  <a:lnTo>
                    <a:pt x="807707" y="2214715"/>
                  </a:lnTo>
                  <a:lnTo>
                    <a:pt x="1298613" y="2214715"/>
                  </a:lnTo>
                  <a:lnTo>
                    <a:pt x="1298613" y="1841220"/>
                  </a:lnTo>
                  <a:close/>
                </a:path>
                <a:path w="2914650" h="4056379">
                  <a:moveTo>
                    <a:pt x="1298727" y="3682479"/>
                  </a:moveTo>
                  <a:lnTo>
                    <a:pt x="807758" y="3682479"/>
                  </a:lnTo>
                  <a:lnTo>
                    <a:pt x="807758" y="4055973"/>
                  </a:lnTo>
                  <a:lnTo>
                    <a:pt x="1298727" y="4055973"/>
                  </a:lnTo>
                  <a:lnTo>
                    <a:pt x="1298727" y="3682479"/>
                  </a:lnTo>
                  <a:close/>
                </a:path>
                <a:path w="2914650" h="4056379">
                  <a:moveTo>
                    <a:pt x="1298727" y="3068751"/>
                  </a:moveTo>
                  <a:lnTo>
                    <a:pt x="807758" y="3068751"/>
                  </a:lnTo>
                  <a:lnTo>
                    <a:pt x="807758" y="3442208"/>
                  </a:lnTo>
                  <a:lnTo>
                    <a:pt x="1298727" y="3442208"/>
                  </a:lnTo>
                  <a:lnTo>
                    <a:pt x="1298727" y="3068751"/>
                  </a:lnTo>
                  <a:close/>
                </a:path>
                <a:path w="2914650" h="4056379">
                  <a:moveTo>
                    <a:pt x="1298727" y="2455011"/>
                  </a:moveTo>
                  <a:lnTo>
                    <a:pt x="807758" y="2455011"/>
                  </a:lnTo>
                  <a:lnTo>
                    <a:pt x="807758" y="2828480"/>
                  </a:lnTo>
                  <a:lnTo>
                    <a:pt x="1298727" y="2828480"/>
                  </a:lnTo>
                  <a:lnTo>
                    <a:pt x="1298727" y="2455011"/>
                  </a:lnTo>
                  <a:close/>
                </a:path>
                <a:path w="2914650" h="4056379">
                  <a:moveTo>
                    <a:pt x="1298727" y="1227518"/>
                  </a:moveTo>
                  <a:lnTo>
                    <a:pt x="807758" y="1227518"/>
                  </a:lnTo>
                  <a:lnTo>
                    <a:pt x="807758" y="1601025"/>
                  </a:lnTo>
                  <a:lnTo>
                    <a:pt x="1298727" y="1601025"/>
                  </a:lnTo>
                  <a:lnTo>
                    <a:pt x="1298727" y="1227518"/>
                  </a:lnTo>
                  <a:close/>
                </a:path>
                <a:path w="2914650" h="4056379">
                  <a:moveTo>
                    <a:pt x="1298727" y="613765"/>
                  </a:moveTo>
                  <a:lnTo>
                    <a:pt x="807758" y="613765"/>
                  </a:lnTo>
                  <a:lnTo>
                    <a:pt x="807758" y="987259"/>
                  </a:lnTo>
                  <a:lnTo>
                    <a:pt x="1298727" y="987259"/>
                  </a:lnTo>
                  <a:lnTo>
                    <a:pt x="1298727" y="613765"/>
                  </a:lnTo>
                  <a:close/>
                </a:path>
                <a:path w="2914650" h="4056379">
                  <a:moveTo>
                    <a:pt x="1298727" y="0"/>
                  </a:moveTo>
                  <a:lnTo>
                    <a:pt x="807758" y="0"/>
                  </a:lnTo>
                  <a:lnTo>
                    <a:pt x="807758" y="373532"/>
                  </a:lnTo>
                  <a:lnTo>
                    <a:pt x="1298727" y="373532"/>
                  </a:lnTo>
                  <a:lnTo>
                    <a:pt x="1298727" y="0"/>
                  </a:lnTo>
                  <a:close/>
                </a:path>
                <a:path w="2914650" h="4056379">
                  <a:moveTo>
                    <a:pt x="2106485" y="3682479"/>
                  </a:moveTo>
                  <a:lnTo>
                    <a:pt x="1615516" y="3682479"/>
                  </a:lnTo>
                  <a:lnTo>
                    <a:pt x="1615516" y="4055999"/>
                  </a:lnTo>
                  <a:lnTo>
                    <a:pt x="2106485" y="4055999"/>
                  </a:lnTo>
                  <a:lnTo>
                    <a:pt x="2106485" y="3682479"/>
                  </a:lnTo>
                  <a:close/>
                </a:path>
                <a:path w="2914650" h="4056379">
                  <a:moveTo>
                    <a:pt x="2106485" y="3068751"/>
                  </a:moveTo>
                  <a:lnTo>
                    <a:pt x="1615516" y="3068751"/>
                  </a:lnTo>
                  <a:lnTo>
                    <a:pt x="1615516" y="3442258"/>
                  </a:lnTo>
                  <a:lnTo>
                    <a:pt x="2106485" y="3442258"/>
                  </a:lnTo>
                  <a:lnTo>
                    <a:pt x="2106485" y="3068751"/>
                  </a:lnTo>
                  <a:close/>
                </a:path>
                <a:path w="2914650" h="4056379">
                  <a:moveTo>
                    <a:pt x="2106485" y="2455011"/>
                  </a:moveTo>
                  <a:lnTo>
                    <a:pt x="1615516" y="2455011"/>
                  </a:lnTo>
                  <a:lnTo>
                    <a:pt x="1615516" y="2828531"/>
                  </a:lnTo>
                  <a:lnTo>
                    <a:pt x="2106485" y="2828531"/>
                  </a:lnTo>
                  <a:lnTo>
                    <a:pt x="2106485" y="2455011"/>
                  </a:lnTo>
                  <a:close/>
                </a:path>
                <a:path w="2914650" h="4056379">
                  <a:moveTo>
                    <a:pt x="2106485" y="1841233"/>
                  </a:moveTo>
                  <a:lnTo>
                    <a:pt x="1615516" y="1841233"/>
                  </a:lnTo>
                  <a:lnTo>
                    <a:pt x="1615516" y="2214753"/>
                  </a:lnTo>
                  <a:lnTo>
                    <a:pt x="2106485" y="2214753"/>
                  </a:lnTo>
                  <a:lnTo>
                    <a:pt x="2106485" y="1841233"/>
                  </a:lnTo>
                  <a:close/>
                </a:path>
                <a:path w="2914650" h="4056379">
                  <a:moveTo>
                    <a:pt x="2106485" y="1227518"/>
                  </a:moveTo>
                  <a:lnTo>
                    <a:pt x="1615516" y="1227518"/>
                  </a:lnTo>
                  <a:lnTo>
                    <a:pt x="1615516" y="1601050"/>
                  </a:lnTo>
                  <a:lnTo>
                    <a:pt x="2106485" y="1601050"/>
                  </a:lnTo>
                  <a:lnTo>
                    <a:pt x="2106485" y="1227518"/>
                  </a:lnTo>
                  <a:close/>
                </a:path>
                <a:path w="2914650" h="4056379">
                  <a:moveTo>
                    <a:pt x="2106485" y="613765"/>
                  </a:moveTo>
                  <a:lnTo>
                    <a:pt x="1615516" y="613765"/>
                  </a:lnTo>
                  <a:lnTo>
                    <a:pt x="1615516" y="987348"/>
                  </a:lnTo>
                  <a:lnTo>
                    <a:pt x="2106485" y="987348"/>
                  </a:lnTo>
                  <a:lnTo>
                    <a:pt x="2106485" y="613765"/>
                  </a:lnTo>
                  <a:close/>
                </a:path>
                <a:path w="2914650" h="4056379">
                  <a:moveTo>
                    <a:pt x="2106485" y="0"/>
                  </a:moveTo>
                  <a:lnTo>
                    <a:pt x="1615516" y="0"/>
                  </a:lnTo>
                  <a:lnTo>
                    <a:pt x="1615516" y="373557"/>
                  </a:lnTo>
                  <a:lnTo>
                    <a:pt x="2106485" y="373557"/>
                  </a:lnTo>
                  <a:lnTo>
                    <a:pt x="2106485" y="0"/>
                  </a:lnTo>
                  <a:close/>
                </a:path>
                <a:path w="2914650" h="4056379">
                  <a:moveTo>
                    <a:pt x="2914180" y="1841233"/>
                  </a:moveTo>
                  <a:lnTo>
                    <a:pt x="2423210" y="1841233"/>
                  </a:lnTo>
                  <a:lnTo>
                    <a:pt x="2423210" y="2214753"/>
                  </a:lnTo>
                  <a:lnTo>
                    <a:pt x="2914180" y="2214753"/>
                  </a:lnTo>
                  <a:lnTo>
                    <a:pt x="2914180" y="1841233"/>
                  </a:lnTo>
                  <a:close/>
                </a:path>
                <a:path w="2914650" h="4056379">
                  <a:moveTo>
                    <a:pt x="2914243" y="3682479"/>
                  </a:moveTo>
                  <a:lnTo>
                    <a:pt x="2423274" y="3682479"/>
                  </a:lnTo>
                  <a:lnTo>
                    <a:pt x="2423274" y="4055999"/>
                  </a:lnTo>
                  <a:lnTo>
                    <a:pt x="2914243" y="4055999"/>
                  </a:lnTo>
                  <a:lnTo>
                    <a:pt x="2914243" y="3682479"/>
                  </a:lnTo>
                  <a:close/>
                </a:path>
                <a:path w="2914650" h="4056379">
                  <a:moveTo>
                    <a:pt x="2914243" y="3068751"/>
                  </a:moveTo>
                  <a:lnTo>
                    <a:pt x="2423274" y="3068751"/>
                  </a:lnTo>
                  <a:lnTo>
                    <a:pt x="2423274" y="3442258"/>
                  </a:lnTo>
                  <a:lnTo>
                    <a:pt x="2914243" y="3442258"/>
                  </a:lnTo>
                  <a:lnTo>
                    <a:pt x="2914243" y="3068751"/>
                  </a:lnTo>
                  <a:close/>
                </a:path>
                <a:path w="2914650" h="4056379">
                  <a:moveTo>
                    <a:pt x="2914243" y="2455011"/>
                  </a:moveTo>
                  <a:lnTo>
                    <a:pt x="2423274" y="2455011"/>
                  </a:lnTo>
                  <a:lnTo>
                    <a:pt x="2423274" y="2828531"/>
                  </a:lnTo>
                  <a:lnTo>
                    <a:pt x="2914243" y="2828531"/>
                  </a:lnTo>
                  <a:lnTo>
                    <a:pt x="2914243" y="2455011"/>
                  </a:lnTo>
                  <a:close/>
                </a:path>
                <a:path w="2914650" h="4056379">
                  <a:moveTo>
                    <a:pt x="2914243" y="1227518"/>
                  </a:moveTo>
                  <a:lnTo>
                    <a:pt x="2423274" y="1227518"/>
                  </a:lnTo>
                  <a:lnTo>
                    <a:pt x="2423274" y="1601050"/>
                  </a:lnTo>
                  <a:lnTo>
                    <a:pt x="2914243" y="1601050"/>
                  </a:lnTo>
                  <a:lnTo>
                    <a:pt x="2914243" y="1227518"/>
                  </a:lnTo>
                  <a:close/>
                </a:path>
                <a:path w="2914650" h="4056379">
                  <a:moveTo>
                    <a:pt x="2914243" y="613765"/>
                  </a:moveTo>
                  <a:lnTo>
                    <a:pt x="2423274" y="613765"/>
                  </a:lnTo>
                  <a:lnTo>
                    <a:pt x="2423274" y="987348"/>
                  </a:lnTo>
                  <a:lnTo>
                    <a:pt x="2914243" y="987348"/>
                  </a:lnTo>
                  <a:lnTo>
                    <a:pt x="2914243" y="613765"/>
                  </a:lnTo>
                  <a:close/>
                </a:path>
                <a:path w="2914650" h="4056379">
                  <a:moveTo>
                    <a:pt x="2914243" y="0"/>
                  </a:moveTo>
                  <a:lnTo>
                    <a:pt x="2423274" y="0"/>
                  </a:lnTo>
                  <a:lnTo>
                    <a:pt x="2423274" y="373557"/>
                  </a:lnTo>
                  <a:lnTo>
                    <a:pt x="2914243" y="373557"/>
                  </a:lnTo>
                  <a:lnTo>
                    <a:pt x="291424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3254393" y="7318114"/>
              <a:ext cx="2914650" cy="875030"/>
            </a:xfrm>
            <a:custGeom>
              <a:avLst/>
              <a:gdLst/>
              <a:ahLst/>
              <a:cxnLst/>
              <a:rect l="l" t="t" r="r" b="b"/>
              <a:pathLst>
                <a:path w="2914650" h="875029">
                  <a:moveTo>
                    <a:pt x="377609" y="0"/>
                  </a:moveTo>
                  <a:lnTo>
                    <a:pt x="0" y="0"/>
                  </a:lnTo>
                  <a:lnTo>
                    <a:pt x="0" y="672363"/>
                  </a:lnTo>
                  <a:lnTo>
                    <a:pt x="377609" y="672363"/>
                  </a:lnTo>
                  <a:lnTo>
                    <a:pt x="377609" y="0"/>
                  </a:lnTo>
                  <a:close/>
                </a:path>
                <a:path w="2914650" h="875029">
                  <a:moveTo>
                    <a:pt x="868591" y="0"/>
                  </a:moveTo>
                  <a:lnTo>
                    <a:pt x="490969" y="0"/>
                  </a:lnTo>
                  <a:lnTo>
                    <a:pt x="490969" y="155638"/>
                  </a:lnTo>
                  <a:lnTo>
                    <a:pt x="490969" y="672363"/>
                  </a:lnTo>
                  <a:lnTo>
                    <a:pt x="868591" y="672363"/>
                  </a:lnTo>
                  <a:lnTo>
                    <a:pt x="868591" y="155638"/>
                  </a:lnTo>
                  <a:lnTo>
                    <a:pt x="868591" y="0"/>
                  </a:lnTo>
                  <a:close/>
                </a:path>
                <a:path w="2914650" h="875029">
                  <a:moveTo>
                    <a:pt x="1784438" y="155638"/>
                  </a:moveTo>
                  <a:lnTo>
                    <a:pt x="1129804" y="155638"/>
                  </a:lnTo>
                  <a:lnTo>
                    <a:pt x="1129804" y="874725"/>
                  </a:lnTo>
                  <a:lnTo>
                    <a:pt x="1784438" y="874725"/>
                  </a:lnTo>
                  <a:lnTo>
                    <a:pt x="1784438" y="155638"/>
                  </a:lnTo>
                  <a:close/>
                </a:path>
                <a:path w="2914650" h="875029">
                  <a:moveTo>
                    <a:pt x="2423274" y="0"/>
                  </a:moveTo>
                  <a:lnTo>
                    <a:pt x="2045652" y="0"/>
                  </a:lnTo>
                  <a:lnTo>
                    <a:pt x="2045652" y="155638"/>
                  </a:lnTo>
                  <a:lnTo>
                    <a:pt x="2045652" y="672363"/>
                  </a:lnTo>
                  <a:lnTo>
                    <a:pt x="2423274" y="672363"/>
                  </a:lnTo>
                  <a:lnTo>
                    <a:pt x="2423274" y="155638"/>
                  </a:lnTo>
                  <a:lnTo>
                    <a:pt x="2423274" y="0"/>
                  </a:lnTo>
                  <a:close/>
                </a:path>
                <a:path w="2914650" h="875029">
                  <a:moveTo>
                    <a:pt x="2914243" y="0"/>
                  </a:moveTo>
                  <a:lnTo>
                    <a:pt x="2536571" y="0"/>
                  </a:lnTo>
                  <a:lnTo>
                    <a:pt x="2536571" y="672363"/>
                  </a:lnTo>
                  <a:lnTo>
                    <a:pt x="2914243" y="672363"/>
                  </a:lnTo>
                  <a:lnTo>
                    <a:pt x="2914243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4100942" y="7168724"/>
              <a:ext cx="1221105" cy="305435"/>
            </a:xfrm>
            <a:custGeom>
              <a:avLst/>
              <a:gdLst/>
              <a:ahLst/>
              <a:cxnLst/>
              <a:rect l="l" t="t" r="r" b="b"/>
              <a:pathLst>
                <a:path w="1221105" h="305434">
                  <a:moveTo>
                    <a:pt x="1221041" y="0"/>
                  </a:moveTo>
                  <a:lnTo>
                    <a:pt x="0" y="0"/>
                  </a:lnTo>
                  <a:lnTo>
                    <a:pt x="0" y="305027"/>
                  </a:lnTo>
                  <a:lnTo>
                    <a:pt x="1221041" y="305027"/>
                  </a:lnTo>
                  <a:lnTo>
                    <a:pt x="12210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4264619" y="2141522"/>
              <a:ext cx="894080" cy="884555"/>
            </a:xfrm>
            <a:custGeom>
              <a:avLst/>
              <a:gdLst/>
              <a:ahLst/>
              <a:cxnLst/>
              <a:rect l="l" t="t" r="r" b="b"/>
              <a:pathLst>
                <a:path w="894080" h="884555">
                  <a:moveTo>
                    <a:pt x="446876" y="0"/>
                  </a:moveTo>
                  <a:lnTo>
                    <a:pt x="398177" y="2593"/>
                  </a:lnTo>
                  <a:lnTo>
                    <a:pt x="350999" y="10194"/>
                  </a:lnTo>
                  <a:lnTo>
                    <a:pt x="305614" y="22532"/>
                  </a:lnTo>
                  <a:lnTo>
                    <a:pt x="262294" y="39338"/>
                  </a:lnTo>
                  <a:lnTo>
                    <a:pt x="221312" y="60343"/>
                  </a:lnTo>
                  <a:lnTo>
                    <a:pt x="182940" y="85276"/>
                  </a:lnTo>
                  <a:lnTo>
                    <a:pt x="147451" y="113869"/>
                  </a:lnTo>
                  <a:lnTo>
                    <a:pt x="115117" y="145852"/>
                  </a:lnTo>
                  <a:lnTo>
                    <a:pt x="86210" y="180954"/>
                  </a:lnTo>
                  <a:lnTo>
                    <a:pt x="61003" y="218908"/>
                  </a:lnTo>
                  <a:lnTo>
                    <a:pt x="39768" y="259442"/>
                  </a:lnTo>
                  <a:lnTo>
                    <a:pt x="22778" y="302287"/>
                  </a:lnTo>
                  <a:lnTo>
                    <a:pt x="10305" y="347175"/>
                  </a:lnTo>
                  <a:lnTo>
                    <a:pt x="2621" y="393834"/>
                  </a:lnTo>
                  <a:lnTo>
                    <a:pt x="0" y="441997"/>
                  </a:lnTo>
                  <a:lnTo>
                    <a:pt x="2621" y="490159"/>
                  </a:lnTo>
                  <a:lnTo>
                    <a:pt x="10305" y="536818"/>
                  </a:lnTo>
                  <a:lnTo>
                    <a:pt x="22778" y="581706"/>
                  </a:lnTo>
                  <a:lnTo>
                    <a:pt x="39768" y="624551"/>
                  </a:lnTo>
                  <a:lnTo>
                    <a:pt x="61003" y="665085"/>
                  </a:lnTo>
                  <a:lnTo>
                    <a:pt x="86210" y="703039"/>
                  </a:lnTo>
                  <a:lnTo>
                    <a:pt x="115117" y="738141"/>
                  </a:lnTo>
                  <a:lnTo>
                    <a:pt x="147451" y="770124"/>
                  </a:lnTo>
                  <a:lnTo>
                    <a:pt x="182940" y="798717"/>
                  </a:lnTo>
                  <a:lnTo>
                    <a:pt x="221312" y="823650"/>
                  </a:lnTo>
                  <a:lnTo>
                    <a:pt x="262294" y="844655"/>
                  </a:lnTo>
                  <a:lnTo>
                    <a:pt x="305614" y="861461"/>
                  </a:lnTo>
                  <a:lnTo>
                    <a:pt x="350999" y="873799"/>
                  </a:lnTo>
                  <a:lnTo>
                    <a:pt x="398177" y="881400"/>
                  </a:lnTo>
                  <a:lnTo>
                    <a:pt x="446876" y="883994"/>
                  </a:lnTo>
                  <a:lnTo>
                    <a:pt x="495563" y="881400"/>
                  </a:lnTo>
                  <a:lnTo>
                    <a:pt x="542731" y="873799"/>
                  </a:lnTo>
                  <a:lnTo>
                    <a:pt x="588107" y="861461"/>
                  </a:lnTo>
                  <a:lnTo>
                    <a:pt x="631420" y="844655"/>
                  </a:lnTo>
                  <a:lnTo>
                    <a:pt x="672396" y="823650"/>
                  </a:lnTo>
                  <a:lnTo>
                    <a:pt x="710762" y="798717"/>
                  </a:lnTo>
                  <a:lnTo>
                    <a:pt x="746248" y="770124"/>
                  </a:lnTo>
                  <a:lnTo>
                    <a:pt x="778579" y="738141"/>
                  </a:lnTo>
                  <a:lnTo>
                    <a:pt x="807483" y="703039"/>
                  </a:lnTo>
                  <a:lnTo>
                    <a:pt x="832689" y="665085"/>
                  </a:lnTo>
                  <a:lnTo>
                    <a:pt x="853922" y="624551"/>
                  </a:lnTo>
                  <a:lnTo>
                    <a:pt x="870912" y="581706"/>
                  </a:lnTo>
                  <a:lnTo>
                    <a:pt x="883384" y="536818"/>
                  </a:lnTo>
                  <a:lnTo>
                    <a:pt x="891068" y="490159"/>
                  </a:lnTo>
                  <a:lnTo>
                    <a:pt x="893690" y="441997"/>
                  </a:lnTo>
                  <a:lnTo>
                    <a:pt x="891068" y="393834"/>
                  </a:lnTo>
                  <a:lnTo>
                    <a:pt x="883384" y="347175"/>
                  </a:lnTo>
                  <a:lnTo>
                    <a:pt x="870912" y="302287"/>
                  </a:lnTo>
                  <a:lnTo>
                    <a:pt x="853922" y="259442"/>
                  </a:lnTo>
                  <a:lnTo>
                    <a:pt x="832689" y="218908"/>
                  </a:lnTo>
                  <a:lnTo>
                    <a:pt x="807483" y="180954"/>
                  </a:lnTo>
                  <a:lnTo>
                    <a:pt x="778579" y="145852"/>
                  </a:lnTo>
                  <a:lnTo>
                    <a:pt x="746248" y="113869"/>
                  </a:lnTo>
                  <a:lnTo>
                    <a:pt x="710762" y="85276"/>
                  </a:lnTo>
                  <a:lnTo>
                    <a:pt x="672396" y="60343"/>
                  </a:lnTo>
                  <a:lnTo>
                    <a:pt x="631420" y="39338"/>
                  </a:lnTo>
                  <a:lnTo>
                    <a:pt x="588107" y="22532"/>
                  </a:lnTo>
                  <a:lnTo>
                    <a:pt x="542731" y="10194"/>
                  </a:lnTo>
                  <a:lnTo>
                    <a:pt x="495563" y="2593"/>
                  </a:lnTo>
                  <a:lnTo>
                    <a:pt x="446876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4461300" y="2336005"/>
              <a:ext cx="500380" cy="495300"/>
            </a:xfrm>
            <a:custGeom>
              <a:avLst/>
              <a:gdLst/>
              <a:ahLst/>
              <a:cxnLst/>
              <a:rect l="l" t="t" r="r" b="b"/>
              <a:pathLst>
                <a:path w="500380" h="495300">
                  <a:moveTo>
                    <a:pt x="500380" y="156984"/>
                  </a:moveTo>
                  <a:lnTo>
                    <a:pt x="341718" y="156984"/>
                  </a:lnTo>
                  <a:lnTo>
                    <a:pt x="341718" y="0"/>
                  </a:lnTo>
                  <a:lnTo>
                    <a:pt x="158648" y="0"/>
                  </a:lnTo>
                  <a:lnTo>
                    <a:pt x="158648" y="156984"/>
                  </a:lnTo>
                  <a:lnTo>
                    <a:pt x="0" y="156984"/>
                  </a:lnTo>
                  <a:lnTo>
                    <a:pt x="0" y="338048"/>
                  </a:lnTo>
                  <a:lnTo>
                    <a:pt x="158648" y="338048"/>
                  </a:lnTo>
                  <a:lnTo>
                    <a:pt x="158648" y="495033"/>
                  </a:lnTo>
                  <a:lnTo>
                    <a:pt x="341718" y="495033"/>
                  </a:lnTo>
                  <a:lnTo>
                    <a:pt x="341718" y="338048"/>
                  </a:lnTo>
                  <a:lnTo>
                    <a:pt x="500380" y="338048"/>
                  </a:lnTo>
                  <a:lnTo>
                    <a:pt x="50038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1975059" y="4759648"/>
              <a:ext cx="6343650" cy="3230880"/>
            </a:xfrm>
            <a:custGeom>
              <a:avLst/>
              <a:gdLst/>
              <a:ahLst/>
              <a:cxnLst/>
              <a:rect l="l" t="t" r="r" b="b"/>
              <a:pathLst>
                <a:path w="6343650" h="3230879">
                  <a:moveTo>
                    <a:pt x="399605" y="2882214"/>
                  </a:moveTo>
                  <a:lnTo>
                    <a:pt x="0" y="2882214"/>
                  </a:lnTo>
                  <a:lnTo>
                    <a:pt x="0" y="3106331"/>
                  </a:lnTo>
                  <a:lnTo>
                    <a:pt x="399605" y="3106331"/>
                  </a:lnTo>
                  <a:lnTo>
                    <a:pt x="399605" y="2882214"/>
                  </a:lnTo>
                  <a:close/>
                </a:path>
                <a:path w="6343650" h="3230879">
                  <a:moveTo>
                    <a:pt x="399605" y="2564688"/>
                  </a:moveTo>
                  <a:lnTo>
                    <a:pt x="0" y="2564688"/>
                  </a:lnTo>
                  <a:lnTo>
                    <a:pt x="0" y="2788831"/>
                  </a:lnTo>
                  <a:lnTo>
                    <a:pt x="399605" y="2788831"/>
                  </a:lnTo>
                  <a:lnTo>
                    <a:pt x="399605" y="2564688"/>
                  </a:lnTo>
                  <a:close/>
                </a:path>
                <a:path w="6343650" h="3230879">
                  <a:moveTo>
                    <a:pt x="399605" y="2247176"/>
                  </a:moveTo>
                  <a:lnTo>
                    <a:pt x="0" y="2247176"/>
                  </a:lnTo>
                  <a:lnTo>
                    <a:pt x="0" y="2471280"/>
                  </a:lnTo>
                  <a:lnTo>
                    <a:pt x="399605" y="2471280"/>
                  </a:lnTo>
                  <a:lnTo>
                    <a:pt x="399605" y="2247176"/>
                  </a:lnTo>
                  <a:close/>
                </a:path>
                <a:path w="6343650" h="3230879">
                  <a:moveTo>
                    <a:pt x="4834077" y="2558465"/>
                  </a:moveTo>
                  <a:lnTo>
                    <a:pt x="4456404" y="2558465"/>
                  </a:lnTo>
                  <a:lnTo>
                    <a:pt x="4456404" y="3230829"/>
                  </a:lnTo>
                  <a:lnTo>
                    <a:pt x="4834077" y="3230829"/>
                  </a:lnTo>
                  <a:lnTo>
                    <a:pt x="4834077" y="2558465"/>
                  </a:lnTo>
                  <a:close/>
                </a:path>
                <a:path w="6343650" h="3230879">
                  <a:moveTo>
                    <a:pt x="5235295" y="2209774"/>
                  </a:moveTo>
                  <a:lnTo>
                    <a:pt x="4456404" y="2209774"/>
                  </a:lnTo>
                  <a:lnTo>
                    <a:pt x="4456404" y="2433891"/>
                  </a:lnTo>
                  <a:lnTo>
                    <a:pt x="5235295" y="2433891"/>
                  </a:lnTo>
                  <a:lnTo>
                    <a:pt x="5235295" y="2209774"/>
                  </a:lnTo>
                  <a:close/>
                </a:path>
                <a:path w="6343650" h="3230879">
                  <a:moveTo>
                    <a:pt x="5235295" y="1838972"/>
                  </a:moveTo>
                  <a:lnTo>
                    <a:pt x="4456404" y="1838972"/>
                  </a:lnTo>
                  <a:lnTo>
                    <a:pt x="4456404" y="2063051"/>
                  </a:lnTo>
                  <a:lnTo>
                    <a:pt x="5235295" y="2063051"/>
                  </a:lnTo>
                  <a:lnTo>
                    <a:pt x="5235295" y="1838972"/>
                  </a:lnTo>
                  <a:close/>
                </a:path>
                <a:path w="6343650" h="3230879">
                  <a:moveTo>
                    <a:pt x="5235295" y="1468158"/>
                  </a:moveTo>
                  <a:lnTo>
                    <a:pt x="4456404" y="1468158"/>
                  </a:lnTo>
                  <a:lnTo>
                    <a:pt x="4456404" y="1692262"/>
                  </a:lnTo>
                  <a:lnTo>
                    <a:pt x="5235295" y="1692262"/>
                  </a:lnTo>
                  <a:lnTo>
                    <a:pt x="5235295" y="1468158"/>
                  </a:lnTo>
                  <a:close/>
                </a:path>
                <a:path w="6343650" h="3230879">
                  <a:moveTo>
                    <a:pt x="5235295" y="1097343"/>
                  </a:moveTo>
                  <a:lnTo>
                    <a:pt x="4456404" y="1097343"/>
                  </a:lnTo>
                  <a:lnTo>
                    <a:pt x="4456404" y="1321447"/>
                  </a:lnTo>
                  <a:lnTo>
                    <a:pt x="5235295" y="1321447"/>
                  </a:lnTo>
                  <a:lnTo>
                    <a:pt x="5235295" y="1097343"/>
                  </a:lnTo>
                  <a:close/>
                </a:path>
                <a:path w="6343650" h="3230879">
                  <a:moveTo>
                    <a:pt x="5235295" y="726541"/>
                  </a:moveTo>
                  <a:lnTo>
                    <a:pt x="4456404" y="726541"/>
                  </a:lnTo>
                  <a:lnTo>
                    <a:pt x="4456404" y="950607"/>
                  </a:lnTo>
                  <a:lnTo>
                    <a:pt x="5235295" y="950607"/>
                  </a:lnTo>
                  <a:lnTo>
                    <a:pt x="5235295" y="726541"/>
                  </a:lnTo>
                  <a:close/>
                </a:path>
                <a:path w="6343650" h="3230879">
                  <a:moveTo>
                    <a:pt x="5235295" y="355714"/>
                  </a:moveTo>
                  <a:lnTo>
                    <a:pt x="4456404" y="355714"/>
                  </a:lnTo>
                  <a:lnTo>
                    <a:pt x="4456404" y="579856"/>
                  </a:lnTo>
                  <a:lnTo>
                    <a:pt x="5235295" y="579856"/>
                  </a:lnTo>
                  <a:lnTo>
                    <a:pt x="5235295" y="355714"/>
                  </a:lnTo>
                  <a:close/>
                </a:path>
                <a:path w="6343650" h="3230879">
                  <a:moveTo>
                    <a:pt x="5465457" y="2558465"/>
                  </a:moveTo>
                  <a:lnTo>
                    <a:pt x="5087785" y="2558465"/>
                  </a:lnTo>
                  <a:lnTo>
                    <a:pt x="5087785" y="3230829"/>
                  </a:lnTo>
                  <a:lnTo>
                    <a:pt x="5465457" y="3230829"/>
                  </a:lnTo>
                  <a:lnTo>
                    <a:pt x="5465457" y="2558465"/>
                  </a:lnTo>
                  <a:close/>
                </a:path>
                <a:path w="6343650" h="3230879">
                  <a:moveTo>
                    <a:pt x="6096851" y="2558465"/>
                  </a:moveTo>
                  <a:lnTo>
                    <a:pt x="5719229" y="2558465"/>
                  </a:lnTo>
                  <a:lnTo>
                    <a:pt x="5719229" y="3230829"/>
                  </a:lnTo>
                  <a:lnTo>
                    <a:pt x="6096851" y="3230829"/>
                  </a:lnTo>
                  <a:lnTo>
                    <a:pt x="6096851" y="2558465"/>
                  </a:lnTo>
                  <a:close/>
                </a:path>
                <a:path w="6343650" h="3230879">
                  <a:moveTo>
                    <a:pt x="6108674" y="2209774"/>
                  </a:moveTo>
                  <a:lnTo>
                    <a:pt x="5329720" y="2209774"/>
                  </a:lnTo>
                  <a:lnTo>
                    <a:pt x="5329720" y="2433891"/>
                  </a:lnTo>
                  <a:lnTo>
                    <a:pt x="6108674" y="2433891"/>
                  </a:lnTo>
                  <a:lnTo>
                    <a:pt x="6108674" y="2209774"/>
                  </a:lnTo>
                  <a:close/>
                </a:path>
                <a:path w="6343650" h="3230879">
                  <a:moveTo>
                    <a:pt x="6108674" y="1838972"/>
                  </a:moveTo>
                  <a:lnTo>
                    <a:pt x="5329720" y="1838972"/>
                  </a:lnTo>
                  <a:lnTo>
                    <a:pt x="5329720" y="2063051"/>
                  </a:lnTo>
                  <a:lnTo>
                    <a:pt x="6108674" y="2063051"/>
                  </a:lnTo>
                  <a:lnTo>
                    <a:pt x="6108674" y="1838972"/>
                  </a:lnTo>
                  <a:close/>
                </a:path>
                <a:path w="6343650" h="3230879">
                  <a:moveTo>
                    <a:pt x="6108674" y="1468158"/>
                  </a:moveTo>
                  <a:lnTo>
                    <a:pt x="5329720" y="1468158"/>
                  </a:lnTo>
                  <a:lnTo>
                    <a:pt x="5329720" y="1692262"/>
                  </a:lnTo>
                  <a:lnTo>
                    <a:pt x="6108674" y="1692262"/>
                  </a:lnTo>
                  <a:lnTo>
                    <a:pt x="6108674" y="1468158"/>
                  </a:lnTo>
                  <a:close/>
                </a:path>
                <a:path w="6343650" h="3230879">
                  <a:moveTo>
                    <a:pt x="6108674" y="1097343"/>
                  </a:moveTo>
                  <a:lnTo>
                    <a:pt x="5329720" y="1097343"/>
                  </a:lnTo>
                  <a:lnTo>
                    <a:pt x="5329720" y="1321447"/>
                  </a:lnTo>
                  <a:lnTo>
                    <a:pt x="6108674" y="1321447"/>
                  </a:lnTo>
                  <a:lnTo>
                    <a:pt x="6108674" y="1097343"/>
                  </a:lnTo>
                  <a:close/>
                </a:path>
                <a:path w="6343650" h="3230879">
                  <a:moveTo>
                    <a:pt x="6108674" y="726541"/>
                  </a:moveTo>
                  <a:lnTo>
                    <a:pt x="5329720" y="726541"/>
                  </a:lnTo>
                  <a:lnTo>
                    <a:pt x="5329720" y="950607"/>
                  </a:lnTo>
                  <a:lnTo>
                    <a:pt x="6108674" y="950607"/>
                  </a:lnTo>
                  <a:lnTo>
                    <a:pt x="6108674" y="726541"/>
                  </a:lnTo>
                  <a:close/>
                </a:path>
                <a:path w="6343650" h="3230879">
                  <a:moveTo>
                    <a:pt x="6108674" y="355714"/>
                  </a:moveTo>
                  <a:lnTo>
                    <a:pt x="5329720" y="355714"/>
                  </a:lnTo>
                  <a:lnTo>
                    <a:pt x="5329720" y="579856"/>
                  </a:lnTo>
                  <a:lnTo>
                    <a:pt x="6108674" y="579856"/>
                  </a:lnTo>
                  <a:lnTo>
                    <a:pt x="6108674" y="355714"/>
                  </a:lnTo>
                  <a:close/>
                </a:path>
                <a:path w="6343650" h="3230879">
                  <a:moveTo>
                    <a:pt x="6343116" y="0"/>
                  </a:moveTo>
                  <a:lnTo>
                    <a:pt x="4335208" y="0"/>
                  </a:lnTo>
                  <a:lnTo>
                    <a:pt x="4335208" y="142659"/>
                  </a:lnTo>
                  <a:lnTo>
                    <a:pt x="6343116" y="142659"/>
                  </a:lnTo>
                  <a:lnTo>
                    <a:pt x="6343116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6418419" y="2656791"/>
            <a:ext cx="2546985" cy="7198995"/>
            <a:chOff x="6418419" y="2656791"/>
            <a:chExt cx="2546985" cy="7198995"/>
          </a:xfrm>
        </p:grpSpPr>
        <p:pic>
          <p:nvPicPr>
            <p:cNvPr id="283" name="object 28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2837" y="4755277"/>
              <a:ext cx="1524457" cy="5100377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5990" y="4771070"/>
              <a:ext cx="1495706" cy="2828416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18419" y="2656791"/>
              <a:ext cx="2546990" cy="4869723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97307" y="2981866"/>
              <a:ext cx="699203" cy="293363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43938" y="3492460"/>
              <a:ext cx="109200" cy="109190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22745" y="3486762"/>
              <a:ext cx="97012" cy="97012"/>
            </a:xfrm>
            <a:prstGeom prst="rect">
              <a:avLst/>
            </a:prstGeom>
          </p:spPr>
        </p:pic>
        <p:sp>
          <p:nvSpPr>
            <p:cNvPr id="289" name="object 289" descr=""/>
            <p:cNvSpPr/>
            <p:nvPr/>
          </p:nvSpPr>
          <p:spPr>
            <a:xfrm>
              <a:off x="7474147" y="3830529"/>
              <a:ext cx="345440" cy="358140"/>
            </a:xfrm>
            <a:custGeom>
              <a:avLst/>
              <a:gdLst/>
              <a:ahLst/>
              <a:cxnLst/>
              <a:rect l="l" t="t" r="r" b="b"/>
              <a:pathLst>
                <a:path w="345440" h="358139">
                  <a:moveTo>
                    <a:pt x="58354" y="0"/>
                  </a:moveTo>
                  <a:lnTo>
                    <a:pt x="54281" y="0"/>
                  </a:lnTo>
                  <a:lnTo>
                    <a:pt x="51317" y="1884"/>
                  </a:lnTo>
                  <a:lnTo>
                    <a:pt x="0" y="130875"/>
                  </a:lnTo>
                  <a:lnTo>
                    <a:pt x="387" y="133765"/>
                  </a:lnTo>
                  <a:lnTo>
                    <a:pt x="167722" y="356805"/>
                  </a:lnTo>
                  <a:lnTo>
                    <a:pt x="170057" y="357968"/>
                  </a:lnTo>
                  <a:lnTo>
                    <a:pt x="172539" y="357968"/>
                  </a:lnTo>
                  <a:lnTo>
                    <a:pt x="175219" y="357915"/>
                  </a:lnTo>
                  <a:lnTo>
                    <a:pt x="177575" y="356659"/>
                  </a:lnTo>
                  <a:lnTo>
                    <a:pt x="344534" y="116467"/>
                  </a:lnTo>
                  <a:lnTo>
                    <a:pt x="344931" y="113944"/>
                  </a:lnTo>
                  <a:lnTo>
                    <a:pt x="343486" y="109305"/>
                  </a:lnTo>
                  <a:lnTo>
                    <a:pt x="341748" y="107441"/>
                  </a:lnTo>
                  <a:lnTo>
                    <a:pt x="60218" y="513"/>
                  </a:lnTo>
                  <a:lnTo>
                    <a:pt x="5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7465799" y="3822637"/>
              <a:ext cx="361950" cy="374015"/>
            </a:xfrm>
            <a:custGeom>
              <a:avLst/>
              <a:gdLst/>
              <a:ahLst/>
              <a:cxnLst/>
              <a:rect l="l" t="t" r="r" b="b"/>
              <a:pathLst>
                <a:path w="361950" h="374014">
                  <a:moveTo>
                    <a:pt x="67631" y="0"/>
                  </a:moveTo>
                  <a:lnTo>
                    <a:pt x="59485" y="0"/>
                  </a:lnTo>
                  <a:lnTo>
                    <a:pt x="53548" y="3779"/>
                  </a:lnTo>
                  <a:lnTo>
                    <a:pt x="0" y="138393"/>
                  </a:lnTo>
                  <a:lnTo>
                    <a:pt x="764" y="144194"/>
                  </a:lnTo>
                  <a:lnTo>
                    <a:pt x="171240" y="371412"/>
                  </a:lnTo>
                  <a:lnTo>
                    <a:pt x="175921" y="373747"/>
                  </a:lnTo>
                  <a:lnTo>
                    <a:pt x="181167" y="373747"/>
                  </a:lnTo>
                  <a:lnTo>
                    <a:pt x="186245" y="373653"/>
                  </a:lnTo>
                  <a:lnTo>
                    <a:pt x="190957" y="371140"/>
                  </a:lnTo>
                  <a:lnTo>
                    <a:pt x="200113" y="357968"/>
                  </a:lnTo>
                  <a:lnTo>
                    <a:pt x="180884" y="357968"/>
                  </a:lnTo>
                  <a:lnTo>
                    <a:pt x="16701" y="139126"/>
                  </a:lnTo>
                  <a:lnTo>
                    <a:pt x="65767" y="15790"/>
                  </a:lnTo>
                  <a:lnTo>
                    <a:pt x="110221" y="15790"/>
                  </a:lnTo>
                  <a:lnTo>
                    <a:pt x="69526" y="335"/>
                  </a:lnTo>
                  <a:lnTo>
                    <a:pt x="67631" y="0"/>
                  </a:lnTo>
                  <a:close/>
                </a:path>
                <a:path w="361950" h="374014">
                  <a:moveTo>
                    <a:pt x="110221" y="15790"/>
                  </a:moveTo>
                  <a:lnTo>
                    <a:pt x="65767" y="15790"/>
                  </a:lnTo>
                  <a:lnTo>
                    <a:pt x="345015" y="121839"/>
                  </a:lnTo>
                  <a:lnTo>
                    <a:pt x="180884" y="357968"/>
                  </a:lnTo>
                  <a:lnTo>
                    <a:pt x="200113" y="357968"/>
                  </a:lnTo>
                  <a:lnTo>
                    <a:pt x="360753" y="126865"/>
                  </a:lnTo>
                  <a:lnTo>
                    <a:pt x="361538" y="121818"/>
                  </a:lnTo>
                  <a:lnTo>
                    <a:pt x="358659" y="112530"/>
                  </a:lnTo>
                  <a:lnTo>
                    <a:pt x="355161" y="108813"/>
                  </a:lnTo>
                  <a:lnTo>
                    <a:pt x="110221" y="15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7850243" y="3784978"/>
              <a:ext cx="273050" cy="381000"/>
            </a:xfrm>
            <a:custGeom>
              <a:avLst/>
              <a:gdLst/>
              <a:ahLst/>
              <a:cxnLst/>
              <a:rect l="l" t="t" r="r" b="b"/>
              <a:pathLst>
                <a:path w="273050" h="381000">
                  <a:moveTo>
                    <a:pt x="191344" y="0"/>
                  </a:moveTo>
                  <a:lnTo>
                    <a:pt x="187596" y="0"/>
                  </a:lnTo>
                  <a:lnTo>
                    <a:pt x="185795" y="617"/>
                  </a:lnTo>
                  <a:lnTo>
                    <a:pt x="1361" y="154801"/>
                  </a:lnTo>
                  <a:lnTo>
                    <a:pt x="345" y="156749"/>
                  </a:lnTo>
                  <a:lnTo>
                    <a:pt x="0" y="160937"/>
                  </a:lnTo>
                  <a:lnTo>
                    <a:pt x="659" y="163021"/>
                  </a:lnTo>
                  <a:lnTo>
                    <a:pt x="184894" y="379485"/>
                  </a:lnTo>
                  <a:lnTo>
                    <a:pt x="187104" y="380480"/>
                  </a:lnTo>
                  <a:lnTo>
                    <a:pt x="189386" y="380480"/>
                  </a:lnTo>
                  <a:lnTo>
                    <a:pt x="189983" y="380480"/>
                  </a:lnTo>
                  <a:lnTo>
                    <a:pt x="194046" y="379611"/>
                  </a:lnTo>
                  <a:lnTo>
                    <a:pt x="196308" y="377391"/>
                  </a:lnTo>
                  <a:lnTo>
                    <a:pt x="272672" y="78060"/>
                  </a:lnTo>
                  <a:lnTo>
                    <a:pt x="271824" y="75118"/>
                  </a:lnTo>
                  <a:lnTo>
                    <a:pt x="193303" y="722"/>
                  </a:lnTo>
                  <a:lnTo>
                    <a:pt x="191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7842189" y="3777086"/>
              <a:ext cx="289560" cy="396875"/>
            </a:xfrm>
            <a:custGeom>
              <a:avLst/>
              <a:gdLst/>
              <a:ahLst/>
              <a:cxnLst/>
              <a:rect l="l" t="t" r="r" b="b"/>
              <a:pathLst>
                <a:path w="289559" h="396875">
                  <a:moveTo>
                    <a:pt x="201355" y="0"/>
                  </a:moveTo>
                  <a:lnTo>
                    <a:pt x="193847" y="0"/>
                  </a:lnTo>
                  <a:lnTo>
                    <a:pt x="190255" y="1214"/>
                  </a:lnTo>
                  <a:lnTo>
                    <a:pt x="2732" y="157984"/>
                  </a:lnTo>
                  <a:lnTo>
                    <a:pt x="712" y="161858"/>
                  </a:lnTo>
                  <a:lnTo>
                    <a:pt x="0" y="170256"/>
                  </a:lnTo>
                  <a:lnTo>
                    <a:pt x="1340" y="174424"/>
                  </a:lnTo>
                  <a:lnTo>
                    <a:pt x="188454" y="394281"/>
                  </a:lnTo>
                  <a:lnTo>
                    <a:pt x="192873" y="396270"/>
                  </a:lnTo>
                  <a:lnTo>
                    <a:pt x="198622" y="396270"/>
                  </a:lnTo>
                  <a:lnTo>
                    <a:pt x="199826" y="396134"/>
                  </a:lnTo>
                  <a:lnTo>
                    <a:pt x="206758" y="394532"/>
                  </a:lnTo>
                  <a:lnTo>
                    <a:pt x="211281" y="390103"/>
                  </a:lnTo>
                  <a:lnTo>
                    <a:pt x="213736" y="380480"/>
                  </a:lnTo>
                  <a:lnTo>
                    <a:pt x="197439" y="380480"/>
                  </a:lnTo>
                  <a:lnTo>
                    <a:pt x="16093" y="167398"/>
                  </a:lnTo>
                  <a:lnTo>
                    <a:pt x="197439" y="15790"/>
                  </a:lnTo>
                  <a:lnTo>
                    <a:pt x="220394" y="15790"/>
                  </a:lnTo>
                  <a:lnTo>
                    <a:pt x="205260" y="1455"/>
                  </a:lnTo>
                  <a:lnTo>
                    <a:pt x="201355" y="0"/>
                  </a:lnTo>
                  <a:close/>
                </a:path>
                <a:path w="289559" h="396875">
                  <a:moveTo>
                    <a:pt x="220394" y="15790"/>
                  </a:moveTo>
                  <a:lnTo>
                    <a:pt x="197439" y="15790"/>
                  </a:lnTo>
                  <a:lnTo>
                    <a:pt x="272368" y="86772"/>
                  </a:lnTo>
                  <a:lnTo>
                    <a:pt x="197439" y="380480"/>
                  </a:lnTo>
                  <a:lnTo>
                    <a:pt x="213736" y="380480"/>
                  </a:lnTo>
                  <a:lnTo>
                    <a:pt x="289080" y="85128"/>
                  </a:lnTo>
                  <a:lnTo>
                    <a:pt x="287383" y="79243"/>
                  </a:lnTo>
                  <a:lnTo>
                    <a:pt x="220394" y="15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3" name="object 293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736243"/>
            <a:ext cx="20104100" cy="4785995"/>
          </a:xfrm>
          <a:custGeom>
            <a:avLst/>
            <a:gdLst/>
            <a:ahLst/>
            <a:cxnLst/>
            <a:rect l="l" t="t" r="r" b="b"/>
            <a:pathLst>
              <a:path w="20104100" h="4785995">
                <a:moveTo>
                  <a:pt x="0" y="4785498"/>
                </a:moveTo>
                <a:lnTo>
                  <a:pt x="20104099" y="4785498"/>
                </a:lnTo>
                <a:lnTo>
                  <a:pt x="20104099" y="0"/>
                </a:lnTo>
                <a:lnTo>
                  <a:pt x="0" y="0"/>
                </a:lnTo>
                <a:lnTo>
                  <a:pt x="0" y="4785498"/>
                </a:lnTo>
                <a:close/>
              </a:path>
            </a:pathLst>
          </a:custGeom>
          <a:solidFill>
            <a:srgbClr val="9797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3990663"/>
            <a:ext cx="20104100" cy="549910"/>
          </a:xfrm>
          <a:custGeom>
            <a:avLst/>
            <a:gdLst/>
            <a:ahLst/>
            <a:cxnLst/>
            <a:rect l="l" t="t" r="r" b="b"/>
            <a:pathLst>
              <a:path w="20104100" h="549910">
                <a:moveTo>
                  <a:pt x="0" y="549365"/>
                </a:moveTo>
                <a:lnTo>
                  <a:pt x="20104099" y="549365"/>
                </a:lnTo>
                <a:lnTo>
                  <a:pt x="20104099" y="0"/>
                </a:lnTo>
                <a:lnTo>
                  <a:pt x="0" y="0"/>
                </a:lnTo>
                <a:lnTo>
                  <a:pt x="0" y="549365"/>
                </a:lnTo>
                <a:close/>
              </a:path>
            </a:pathLst>
          </a:custGeom>
          <a:solidFill>
            <a:srgbClr val="9797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3575660"/>
            <a:ext cx="20104100" cy="219075"/>
          </a:xfrm>
          <a:custGeom>
            <a:avLst/>
            <a:gdLst/>
            <a:ahLst/>
            <a:cxnLst/>
            <a:rect l="l" t="t" r="r" b="b"/>
            <a:pathLst>
              <a:path w="20104100" h="219075">
                <a:moveTo>
                  <a:pt x="0" y="218789"/>
                </a:moveTo>
                <a:lnTo>
                  <a:pt x="20104099" y="218789"/>
                </a:lnTo>
                <a:lnTo>
                  <a:pt x="20104099" y="0"/>
                </a:lnTo>
                <a:lnTo>
                  <a:pt x="0" y="0"/>
                </a:lnTo>
                <a:lnTo>
                  <a:pt x="0" y="218789"/>
                </a:lnTo>
                <a:close/>
              </a:path>
            </a:pathLst>
          </a:custGeom>
          <a:solidFill>
            <a:srgbClr val="9797A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0"/>
            <a:ext cx="20104100" cy="3575685"/>
            <a:chOff x="0" y="0"/>
            <a:chExt cx="20104100" cy="3575685"/>
          </a:xfrm>
        </p:grpSpPr>
        <p:sp>
          <p:nvSpPr>
            <p:cNvPr id="6" name="object 6" descr=""/>
            <p:cNvSpPr/>
            <p:nvPr/>
          </p:nvSpPr>
          <p:spPr>
            <a:xfrm>
              <a:off x="0" y="2352420"/>
              <a:ext cx="20104100" cy="497205"/>
            </a:xfrm>
            <a:custGeom>
              <a:avLst/>
              <a:gdLst/>
              <a:ahLst/>
              <a:cxnLst/>
              <a:rect l="l" t="t" r="r" b="b"/>
              <a:pathLst>
                <a:path w="20104100" h="497205">
                  <a:moveTo>
                    <a:pt x="0" y="497052"/>
                  </a:moveTo>
                  <a:lnTo>
                    <a:pt x="20104099" y="49705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497052"/>
                  </a:lnTo>
                  <a:close/>
                </a:path>
              </a:pathLst>
            </a:custGeom>
            <a:solidFill>
              <a:srgbClr val="979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5"/>
              <a:ext cx="20104100" cy="3575685"/>
            </a:xfrm>
            <a:custGeom>
              <a:avLst/>
              <a:gdLst/>
              <a:ahLst/>
              <a:cxnLst/>
              <a:rect l="l" t="t" r="r" b="b"/>
              <a:pathLst>
                <a:path w="20104100" h="3575685">
                  <a:moveTo>
                    <a:pt x="20104100" y="2849473"/>
                  </a:moveTo>
                  <a:lnTo>
                    <a:pt x="0" y="2849473"/>
                  </a:lnTo>
                  <a:lnTo>
                    <a:pt x="0" y="3575659"/>
                  </a:lnTo>
                  <a:lnTo>
                    <a:pt x="20104100" y="3575659"/>
                  </a:lnTo>
                  <a:lnTo>
                    <a:pt x="20104100" y="2849473"/>
                  </a:lnTo>
                  <a:close/>
                </a:path>
                <a:path w="20104100" h="3575685">
                  <a:moveTo>
                    <a:pt x="20104100" y="0"/>
                  </a:moveTo>
                  <a:lnTo>
                    <a:pt x="0" y="0"/>
                  </a:lnTo>
                  <a:lnTo>
                    <a:pt x="0" y="2352421"/>
                  </a:lnTo>
                  <a:lnTo>
                    <a:pt x="20104100" y="2352421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3794449"/>
            <a:ext cx="20104100" cy="196215"/>
          </a:xfrm>
          <a:custGeom>
            <a:avLst/>
            <a:gdLst/>
            <a:ahLst/>
            <a:cxnLst/>
            <a:rect l="l" t="t" r="r" b="b"/>
            <a:pathLst>
              <a:path w="20104100" h="196214">
                <a:moveTo>
                  <a:pt x="20104099" y="0"/>
                </a:moveTo>
                <a:lnTo>
                  <a:pt x="0" y="0"/>
                </a:lnTo>
                <a:lnTo>
                  <a:pt x="0" y="196213"/>
                </a:lnTo>
                <a:lnTo>
                  <a:pt x="20104099" y="19621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-4" y="702202"/>
            <a:ext cx="20104100" cy="10606405"/>
            <a:chOff x="-4" y="702202"/>
            <a:chExt cx="20104100" cy="10606405"/>
          </a:xfrm>
        </p:grpSpPr>
        <p:sp>
          <p:nvSpPr>
            <p:cNvPr id="10" name="object 10" descr=""/>
            <p:cNvSpPr/>
            <p:nvPr/>
          </p:nvSpPr>
          <p:spPr>
            <a:xfrm>
              <a:off x="0" y="4540029"/>
              <a:ext cx="20104100" cy="196215"/>
            </a:xfrm>
            <a:custGeom>
              <a:avLst/>
              <a:gdLst/>
              <a:ahLst/>
              <a:cxnLst/>
              <a:rect l="l" t="t" r="r" b="b"/>
              <a:pathLst>
                <a:path w="20104100" h="196214">
                  <a:moveTo>
                    <a:pt x="20104099" y="0"/>
                  </a:moveTo>
                  <a:lnTo>
                    <a:pt x="0" y="0"/>
                  </a:lnTo>
                  <a:lnTo>
                    <a:pt x="0" y="196213"/>
                  </a:lnTo>
                  <a:lnTo>
                    <a:pt x="20104099" y="19621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" y="702202"/>
              <a:ext cx="19649689" cy="966054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532714" y="4547097"/>
              <a:ext cx="535940" cy="2299970"/>
            </a:xfrm>
            <a:custGeom>
              <a:avLst/>
              <a:gdLst/>
              <a:ahLst/>
              <a:cxnLst/>
              <a:rect l="l" t="t" r="r" b="b"/>
              <a:pathLst>
                <a:path w="535940" h="2299970">
                  <a:moveTo>
                    <a:pt x="0" y="2299877"/>
                  </a:moveTo>
                  <a:lnTo>
                    <a:pt x="535575" y="2299877"/>
                  </a:lnTo>
                  <a:lnTo>
                    <a:pt x="535575" y="0"/>
                  </a:lnTo>
                  <a:lnTo>
                    <a:pt x="0" y="0"/>
                  </a:lnTo>
                  <a:lnTo>
                    <a:pt x="0" y="2299877"/>
                  </a:lnTo>
                  <a:close/>
                </a:path>
              </a:pathLst>
            </a:custGeom>
            <a:solidFill>
              <a:srgbClr val="7E8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068300" y="4547097"/>
              <a:ext cx="57150" cy="2299970"/>
            </a:xfrm>
            <a:custGeom>
              <a:avLst/>
              <a:gdLst/>
              <a:ahLst/>
              <a:cxnLst/>
              <a:rect l="l" t="t" r="r" b="b"/>
              <a:pathLst>
                <a:path w="57150" h="2299970">
                  <a:moveTo>
                    <a:pt x="0" y="2299877"/>
                  </a:moveTo>
                  <a:lnTo>
                    <a:pt x="57150" y="2299877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2299877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125450" y="4547097"/>
              <a:ext cx="29209" cy="1698625"/>
            </a:xfrm>
            <a:custGeom>
              <a:avLst/>
              <a:gdLst/>
              <a:ahLst/>
              <a:cxnLst/>
              <a:rect l="l" t="t" r="r" b="b"/>
              <a:pathLst>
                <a:path w="29209" h="1698625">
                  <a:moveTo>
                    <a:pt x="0" y="1698419"/>
                  </a:moveTo>
                  <a:lnTo>
                    <a:pt x="29213" y="1698419"/>
                  </a:lnTo>
                  <a:lnTo>
                    <a:pt x="29213" y="0"/>
                  </a:lnTo>
                  <a:lnTo>
                    <a:pt x="0" y="0"/>
                  </a:lnTo>
                  <a:lnTo>
                    <a:pt x="0" y="1698419"/>
                  </a:lnTo>
                  <a:close/>
                </a:path>
              </a:pathLst>
            </a:custGeom>
            <a:solidFill>
              <a:srgbClr val="CFD2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154664" y="4547097"/>
              <a:ext cx="107314" cy="1698625"/>
            </a:xfrm>
            <a:custGeom>
              <a:avLst/>
              <a:gdLst/>
              <a:ahLst/>
              <a:cxnLst/>
              <a:rect l="l" t="t" r="r" b="b"/>
              <a:pathLst>
                <a:path w="107315" h="1698625">
                  <a:moveTo>
                    <a:pt x="0" y="1698419"/>
                  </a:moveTo>
                  <a:lnTo>
                    <a:pt x="107210" y="1698419"/>
                  </a:lnTo>
                  <a:lnTo>
                    <a:pt x="107210" y="0"/>
                  </a:lnTo>
                  <a:lnTo>
                    <a:pt x="0" y="0"/>
                  </a:lnTo>
                  <a:lnTo>
                    <a:pt x="0" y="1698419"/>
                  </a:lnTo>
                  <a:close/>
                </a:path>
              </a:pathLst>
            </a:custGeom>
            <a:solidFill>
              <a:srgbClr val="7E8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261867" y="4547101"/>
              <a:ext cx="557530" cy="3131820"/>
            </a:xfrm>
            <a:custGeom>
              <a:avLst/>
              <a:gdLst/>
              <a:ahLst/>
              <a:cxnLst/>
              <a:rect l="l" t="t" r="r" b="b"/>
              <a:pathLst>
                <a:path w="557529" h="3131820">
                  <a:moveTo>
                    <a:pt x="557225" y="0"/>
                  </a:moveTo>
                  <a:lnTo>
                    <a:pt x="0" y="0"/>
                  </a:lnTo>
                  <a:lnTo>
                    <a:pt x="0" y="2299881"/>
                  </a:lnTo>
                  <a:lnTo>
                    <a:pt x="0" y="3131756"/>
                  </a:lnTo>
                  <a:lnTo>
                    <a:pt x="557225" y="3131756"/>
                  </a:lnTo>
                  <a:lnTo>
                    <a:pt x="557225" y="2299881"/>
                  </a:lnTo>
                  <a:lnTo>
                    <a:pt x="557225" y="0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32709" y="4547101"/>
              <a:ext cx="1286510" cy="3082925"/>
            </a:xfrm>
            <a:custGeom>
              <a:avLst/>
              <a:gdLst/>
              <a:ahLst/>
              <a:cxnLst/>
              <a:rect l="l" t="t" r="r" b="b"/>
              <a:pathLst>
                <a:path w="1286509" h="3082925">
                  <a:moveTo>
                    <a:pt x="535571" y="1579803"/>
                  </a:moveTo>
                  <a:lnTo>
                    <a:pt x="479945" y="1579803"/>
                  </a:lnTo>
                  <a:lnTo>
                    <a:pt x="479945" y="1660893"/>
                  </a:lnTo>
                  <a:lnTo>
                    <a:pt x="535571" y="1660893"/>
                  </a:lnTo>
                  <a:lnTo>
                    <a:pt x="535571" y="1579803"/>
                  </a:lnTo>
                  <a:close/>
                </a:path>
                <a:path w="1286509" h="3082925">
                  <a:moveTo>
                    <a:pt x="535571" y="1421828"/>
                  </a:moveTo>
                  <a:lnTo>
                    <a:pt x="479945" y="1421828"/>
                  </a:lnTo>
                  <a:lnTo>
                    <a:pt x="479945" y="1502905"/>
                  </a:lnTo>
                  <a:lnTo>
                    <a:pt x="535571" y="1502905"/>
                  </a:lnTo>
                  <a:lnTo>
                    <a:pt x="535571" y="1421828"/>
                  </a:lnTo>
                  <a:close/>
                </a:path>
                <a:path w="1286509" h="3082925">
                  <a:moveTo>
                    <a:pt x="535571" y="1263853"/>
                  </a:moveTo>
                  <a:lnTo>
                    <a:pt x="0" y="1263853"/>
                  </a:lnTo>
                  <a:lnTo>
                    <a:pt x="0" y="1344930"/>
                  </a:lnTo>
                  <a:lnTo>
                    <a:pt x="535571" y="1344930"/>
                  </a:lnTo>
                  <a:lnTo>
                    <a:pt x="535571" y="1263853"/>
                  </a:lnTo>
                  <a:close/>
                </a:path>
                <a:path w="1286509" h="3082925">
                  <a:moveTo>
                    <a:pt x="535571" y="1105865"/>
                  </a:moveTo>
                  <a:lnTo>
                    <a:pt x="0" y="1105865"/>
                  </a:lnTo>
                  <a:lnTo>
                    <a:pt x="0" y="1186954"/>
                  </a:lnTo>
                  <a:lnTo>
                    <a:pt x="535571" y="1186954"/>
                  </a:lnTo>
                  <a:lnTo>
                    <a:pt x="535571" y="1105865"/>
                  </a:lnTo>
                  <a:close/>
                </a:path>
                <a:path w="1286509" h="3082925">
                  <a:moveTo>
                    <a:pt x="535571" y="947889"/>
                  </a:moveTo>
                  <a:lnTo>
                    <a:pt x="0" y="947889"/>
                  </a:lnTo>
                  <a:lnTo>
                    <a:pt x="0" y="1028979"/>
                  </a:lnTo>
                  <a:lnTo>
                    <a:pt x="535571" y="1028979"/>
                  </a:lnTo>
                  <a:lnTo>
                    <a:pt x="535571" y="947889"/>
                  </a:lnTo>
                  <a:close/>
                </a:path>
                <a:path w="1286509" h="3082925">
                  <a:moveTo>
                    <a:pt x="535571" y="789901"/>
                  </a:moveTo>
                  <a:lnTo>
                    <a:pt x="0" y="789901"/>
                  </a:lnTo>
                  <a:lnTo>
                    <a:pt x="0" y="870991"/>
                  </a:lnTo>
                  <a:lnTo>
                    <a:pt x="535571" y="870991"/>
                  </a:lnTo>
                  <a:lnTo>
                    <a:pt x="535571" y="789901"/>
                  </a:lnTo>
                  <a:close/>
                </a:path>
                <a:path w="1286509" h="3082925">
                  <a:moveTo>
                    <a:pt x="535571" y="631926"/>
                  </a:moveTo>
                  <a:lnTo>
                    <a:pt x="0" y="631926"/>
                  </a:lnTo>
                  <a:lnTo>
                    <a:pt x="0" y="713016"/>
                  </a:lnTo>
                  <a:lnTo>
                    <a:pt x="535571" y="713016"/>
                  </a:lnTo>
                  <a:lnTo>
                    <a:pt x="535571" y="631926"/>
                  </a:lnTo>
                  <a:close/>
                </a:path>
                <a:path w="1286509" h="3082925">
                  <a:moveTo>
                    <a:pt x="535571" y="473951"/>
                  </a:moveTo>
                  <a:lnTo>
                    <a:pt x="0" y="473951"/>
                  </a:lnTo>
                  <a:lnTo>
                    <a:pt x="0" y="554812"/>
                  </a:lnTo>
                  <a:lnTo>
                    <a:pt x="535571" y="554812"/>
                  </a:lnTo>
                  <a:lnTo>
                    <a:pt x="535571" y="473951"/>
                  </a:lnTo>
                  <a:close/>
                </a:path>
                <a:path w="1286509" h="3082925">
                  <a:moveTo>
                    <a:pt x="535571" y="315963"/>
                  </a:moveTo>
                  <a:lnTo>
                    <a:pt x="0" y="315963"/>
                  </a:lnTo>
                  <a:lnTo>
                    <a:pt x="0" y="396824"/>
                  </a:lnTo>
                  <a:lnTo>
                    <a:pt x="535571" y="396824"/>
                  </a:lnTo>
                  <a:lnTo>
                    <a:pt x="535571" y="315963"/>
                  </a:lnTo>
                  <a:close/>
                </a:path>
                <a:path w="1286509" h="3082925">
                  <a:moveTo>
                    <a:pt x="535571" y="157988"/>
                  </a:moveTo>
                  <a:lnTo>
                    <a:pt x="0" y="157988"/>
                  </a:lnTo>
                  <a:lnTo>
                    <a:pt x="0" y="238848"/>
                  </a:lnTo>
                  <a:lnTo>
                    <a:pt x="535571" y="238848"/>
                  </a:lnTo>
                  <a:lnTo>
                    <a:pt x="535571" y="157988"/>
                  </a:lnTo>
                  <a:close/>
                </a:path>
                <a:path w="1286509" h="3082925">
                  <a:moveTo>
                    <a:pt x="535571" y="0"/>
                  </a:moveTo>
                  <a:lnTo>
                    <a:pt x="0" y="0"/>
                  </a:lnTo>
                  <a:lnTo>
                    <a:pt x="0" y="80873"/>
                  </a:lnTo>
                  <a:lnTo>
                    <a:pt x="535571" y="80873"/>
                  </a:lnTo>
                  <a:lnTo>
                    <a:pt x="535571" y="0"/>
                  </a:lnTo>
                  <a:close/>
                </a:path>
                <a:path w="1286509" h="3082925">
                  <a:moveTo>
                    <a:pt x="976122" y="3001835"/>
                  </a:moveTo>
                  <a:lnTo>
                    <a:pt x="778306" y="3001835"/>
                  </a:lnTo>
                  <a:lnTo>
                    <a:pt x="778306" y="3082709"/>
                  </a:lnTo>
                  <a:lnTo>
                    <a:pt x="976122" y="3082709"/>
                  </a:lnTo>
                  <a:lnTo>
                    <a:pt x="976122" y="3001835"/>
                  </a:lnTo>
                  <a:close/>
                </a:path>
                <a:path w="1286509" h="3082925">
                  <a:moveTo>
                    <a:pt x="1286332" y="1579803"/>
                  </a:moveTo>
                  <a:lnTo>
                    <a:pt x="621944" y="1579803"/>
                  </a:lnTo>
                  <a:lnTo>
                    <a:pt x="621944" y="1586522"/>
                  </a:lnTo>
                  <a:lnTo>
                    <a:pt x="621944" y="1660893"/>
                  </a:lnTo>
                  <a:lnTo>
                    <a:pt x="1286332" y="1660893"/>
                  </a:lnTo>
                  <a:lnTo>
                    <a:pt x="1286332" y="1586522"/>
                  </a:lnTo>
                  <a:lnTo>
                    <a:pt x="1286332" y="1579803"/>
                  </a:lnTo>
                  <a:close/>
                </a:path>
                <a:path w="1286509" h="3082925">
                  <a:moveTo>
                    <a:pt x="1286332" y="1421828"/>
                  </a:moveTo>
                  <a:lnTo>
                    <a:pt x="621944" y="1421828"/>
                  </a:lnTo>
                  <a:lnTo>
                    <a:pt x="621944" y="1502905"/>
                  </a:lnTo>
                  <a:lnTo>
                    <a:pt x="1286332" y="1502905"/>
                  </a:lnTo>
                  <a:lnTo>
                    <a:pt x="1286332" y="1421828"/>
                  </a:lnTo>
                  <a:close/>
                </a:path>
                <a:path w="1286509" h="3082925">
                  <a:moveTo>
                    <a:pt x="1286332" y="1263853"/>
                  </a:moveTo>
                  <a:lnTo>
                    <a:pt x="621944" y="1263853"/>
                  </a:lnTo>
                  <a:lnTo>
                    <a:pt x="621944" y="1344930"/>
                  </a:lnTo>
                  <a:lnTo>
                    <a:pt x="1286332" y="1344930"/>
                  </a:lnTo>
                  <a:lnTo>
                    <a:pt x="1286332" y="1263853"/>
                  </a:lnTo>
                  <a:close/>
                </a:path>
                <a:path w="1286509" h="3082925">
                  <a:moveTo>
                    <a:pt x="1286332" y="1105865"/>
                  </a:moveTo>
                  <a:lnTo>
                    <a:pt x="621944" y="1105865"/>
                  </a:lnTo>
                  <a:lnTo>
                    <a:pt x="621944" y="1186954"/>
                  </a:lnTo>
                  <a:lnTo>
                    <a:pt x="1286332" y="1186954"/>
                  </a:lnTo>
                  <a:lnTo>
                    <a:pt x="1286332" y="1105865"/>
                  </a:lnTo>
                  <a:close/>
                </a:path>
                <a:path w="1286509" h="3082925">
                  <a:moveTo>
                    <a:pt x="1286332" y="947889"/>
                  </a:moveTo>
                  <a:lnTo>
                    <a:pt x="621944" y="947889"/>
                  </a:lnTo>
                  <a:lnTo>
                    <a:pt x="621944" y="1028979"/>
                  </a:lnTo>
                  <a:lnTo>
                    <a:pt x="1286332" y="1028979"/>
                  </a:lnTo>
                  <a:lnTo>
                    <a:pt x="1286332" y="947889"/>
                  </a:lnTo>
                  <a:close/>
                </a:path>
                <a:path w="1286509" h="3082925">
                  <a:moveTo>
                    <a:pt x="1286332" y="789901"/>
                  </a:moveTo>
                  <a:lnTo>
                    <a:pt x="621944" y="789901"/>
                  </a:lnTo>
                  <a:lnTo>
                    <a:pt x="621944" y="870991"/>
                  </a:lnTo>
                  <a:lnTo>
                    <a:pt x="1286332" y="870991"/>
                  </a:lnTo>
                  <a:lnTo>
                    <a:pt x="1286332" y="789901"/>
                  </a:lnTo>
                  <a:close/>
                </a:path>
                <a:path w="1286509" h="3082925">
                  <a:moveTo>
                    <a:pt x="1286332" y="631926"/>
                  </a:moveTo>
                  <a:lnTo>
                    <a:pt x="621944" y="631926"/>
                  </a:lnTo>
                  <a:lnTo>
                    <a:pt x="621944" y="713016"/>
                  </a:lnTo>
                  <a:lnTo>
                    <a:pt x="1286332" y="713016"/>
                  </a:lnTo>
                  <a:lnTo>
                    <a:pt x="1286332" y="631926"/>
                  </a:lnTo>
                  <a:close/>
                </a:path>
                <a:path w="1286509" h="3082925">
                  <a:moveTo>
                    <a:pt x="1286332" y="473951"/>
                  </a:moveTo>
                  <a:lnTo>
                    <a:pt x="621944" y="473951"/>
                  </a:lnTo>
                  <a:lnTo>
                    <a:pt x="621944" y="554812"/>
                  </a:lnTo>
                  <a:lnTo>
                    <a:pt x="1286332" y="554812"/>
                  </a:lnTo>
                  <a:lnTo>
                    <a:pt x="1286332" y="473951"/>
                  </a:lnTo>
                  <a:close/>
                </a:path>
                <a:path w="1286509" h="3082925">
                  <a:moveTo>
                    <a:pt x="1286332" y="315963"/>
                  </a:moveTo>
                  <a:lnTo>
                    <a:pt x="621944" y="315963"/>
                  </a:lnTo>
                  <a:lnTo>
                    <a:pt x="621944" y="396824"/>
                  </a:lnTo>
                  <a:lnTo>
                    <a:pt x="1286332" y="396824"/>
                  </a:lnTo>
                  <a:lnTo>
                    <a:pt x="1286332" y="315963"/>
                  </a:lnTo>
                  <a:close/>
                </a:path>
                <a:path w="1286509" h="3082925">
                  <a:moveTo>
                    <a:pt x="1286332" y="157988"/>
                  </a:moveTo>
                  <a:lnTo>
                    <a:pt x="621944" y="157988"/>
                  </a:lnTo>
                  <a:lnTo>
                    <a:pt x="621944" y="238848"/>
                  </a:lnTo>
                  <a:lnTo>
                    <a:pt x="1286332" y="238848"/>
                  </a:lnTo>
                  <a:lnTo>
                    <a:pt x="1286332" y="157988"/>
                  </a:lnTo>
                  <a:close/>
                </a:path>
                <a:path w="1286509" h="3082925">
                  <a:moveTo>
                    <a:pt x="1286332" y="0"/>
                  </a:moveTo>
                  <a:lnTo>
                    <a:pt x="621944" y="0"/>
                  </a:lnTo>
                  <a:lnTo>
                    <a:pt x="621944" y="80873"/>
                  </a:lnTo>
                  <a:lnTo>
                    <a:pt x="1286332" y="80873"/>
                  </a:lnTo>
                  <a:lnTo>
                    <a:pt x="1286332" y="0"/>
                  </a:lnTo>
                  <a:close/>
                </a:path>
              </a:pathLst>
            </a:custGeom>
            <a:solidFill>
              <a:srgbClr val="465181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912474" y="6395260"/>
              <a:ext cx="1245235" cy="1762760"/>
            </a:xfrm>
            <a:custGeom>
              <a:avLst/>
              <a:gdLst/>
              <a:ahLst/>
              <a:cxnLst/>
              <a:rect l="l" t="t" r="r" b="b"/>
              <a:pathLst>
                <a:path w="1245234" h="1762759">
                  <a:moveTo>
                    <a:pt x="1245072" y="0"/>
                  </a:moveTo>
                  <a:lnTo>
                    <a:pt x="0" y="0"/>
                  </a:lnTo>
                  <a:lnTo>
                    <a:pt x="0" y="1762480"/>
                  </a:lnTo>
                  <a:lnTo>
                    <a:pt x="1245072" y="1762480"/>
                  </a:lnTo>
                  <a:lnTo>
                    <a:pt x="1245072" y="0"/>
                  </a:lnTo>
                  <a:close/>
                </a:path>
              </a:pathLst>
            </a:custGeom>
            <a:solidFill>
              <a:srgbClr val="ABAF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332555" y="6395271"/>
              <a:ext cx="580390" cy="1762760"/>
            </a:xfrm>
            <a:custGeom>
              <a:avLst/>
              <a:gdLst/>
              <a:ahLst/>
              <a:cxnLst/>
              <a:rect l="l" t="t" r="r" b="b"/>
              <a:pathLst>
                <a:path w="580390" h="1762759">
                  <a:moveTo>
                    <a:pt x="579929" y="0"/>
                  </a:moveTo>
                  <a:lnTo>
                    <a:pt x="0" y="0"/>
                  </a:lnTo>
                  <a:lnTo>
                    <a:pt x="0" y="1762417"/>
                  </a:lnTo>
                  <a:lnTo>
                    <a:pt x="579929" y="1762417"/>
                  </a:lnTo>
                  <a:lnTo>
                    <a:pt x="579929" y="0"/>
                  </a:lnTo>
                  <a:close/>
                </a:path>
              </a:pathLst>
            </a:custGeom>
            <a:solidFill>
              <a:srgbClr val="969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332553" y="6443148"/>
              <a:ext cx="1824989" cy="1667510"/>
            </a:xfrm>
            <a:custGeom>
              <a:avLst/>
              <a:gdLst/>
              <a:ahLst/>
              <a:cxnLst/>
              <a:rect l="l" t="t" r="r" b="b"/>
              <a:pathLst>
                <a:path w="1824990" h="1667509">
                  <a:moveTo>
                    <a:pt x="1824990" y="1620608"/>
                  </a:moveTo>
                  <a:lnTo>
                    <a:pt x="0" y="1620608"/>
                  </a:lnTo>
                  <a:lnTo>
                    <a:pt x="0" y="1667027"/>
                  </a:lnTo>
                  <a:lnTo>
                    <a:pt x="1824990" y="1667027"/>
                  </a:lnTo>
                  <a:lnTo>
                    <a:pt x="1824990" y="1620608"/>
                  </a:lnTo>
                  <a:close/>
                </a:path>
                <a:path w="1824990" h="1667509">
                  <a:moveTo>
                    <a:pt x="1824990" y="1525282"/>
                  </a:moveTo>
                  <a:lnTo>
                    <a:pt x="0" y="1525282"/>
                  </a:lnTo>
                  <a:lnTo>
                    <a:pt x="0" y="1571701"/>
                  </a:lnTo>
                  <a:lnTo>
                    <a:pt x="1824990" y="1571701"/>
                  </a:lnTo>
                  <a:lnTo>
                    <a:pt x="1824990" y="1525282"/>
                  </a:lnTo>
                  <a:close/>
                </a:path>
                <a:path w="1824990" h="1667509">
                  <a:moveTo>
                    <a:pt x="1824990" y="1429956"/>
                  </a:moveTo>
                  <a:lnTo>
                    <a:pt x="0" y="1429956"/>
                  </a:lnTo>
                  <a:lnTo>
                    <a:pt x="0" y="1476375"/>
                  </a:lnTo>
                  <a:lnTo>
                    <a:pt x="1824990" y="1476375"/>
                  </a:lnTo>
                  <a:lnTo>
                    <a:pt x="1824990" y="1429956"/>
                  </a:lnTo>
                  <a:close/>
                </a:path>
                <a:path w="1824990" h="1667509">
                  <a:moveTo>
                    <a:pt x="1824990" y="1334617"/>
                  </a:moveTo>
                  <a:lnTo>
                    <a:pt x="0" y="1334617"/>
                  </a:lnTo>
                  <a:lnTo>
                    <a:pt x="0" y="1381036"/>
                  </a:lnTo>
                  <a:lnTo>
                    <a:pt x="1824990" y="1381036"/>
                  </a:lnTo>
                  <a:lnTo>
                    <a:pt x="1824990" y="1334617"/>
                  </a:lnTo>
                  <a:close/>
                </a:path>
                <a:path w="1824990" h="1667509">
                  <a:moveTo>
                    <a:pt x="1824990" y="1239291"/>
                  </a:moveTo>
                  <a:lnTo>
                    <a:pt x="0" y="1239291"/>
                  </a:lnTo>
                  <a:lnTo>
                    <a:pt x="0" y="1285709"/>
                  </a:lnTo>
                  <a:lnTo>
                    <a:pt x="1824990" y="1285709"/>
                  </a:lnTo>
                  <a:lnTo>
                    <a:pt x="1824990" y="1239291"/>
                  </a:lnTo>
                  <a:close/>
                </a:path>
                <a:path w="1824990" h="1667509">
                  <a:moveTo>
                    <a:pt x="1824990" y="1143965"/>
                  </a:moveTo>
                  <a:lnTo>
                    <a:pt x="0" y="1143965"/>
                  </a:lnTo>
                  <a:lnTo>
                    <a:pt x="0" y="1190383"/>
                  </a:lnTo>
                  <a:lnTo>
                    <a:pt x="1824990" y="1190383"/>
                  </a:lnTo>
                  <a:lnTo>
                    <a:pt x="1824990" y="1143965"/>
                  </a:lnTo>
                  <a:close/>
                </a:path>
                <a:path w="1824990" h="1667509">
                  <a:moveTo>
                    <a:pt x="1824990" y="1048626"/>
                  </a:moveTo>
                  <a:lnTo>
                    <a:pt x="0" y="1048626"/>
                  </a:lnTo>
                  <a:lnTo>
                    <a:pt x="0" y="1095044"/>
                  </a:lnTo>
                  <a:lnTo>
                    <a:pt x="1824990" y="1095044"/>
                  </a:lnTo>
                  <a:lnTo>
                    <a:pt x="1824990" y="1048626"/>
                  </a:lnTo>
                  <a:close/>
                </a:path>
                <a:path w="1824990" h="1667509">
                  <a:moveTo>
                    <a:pt x="1824990" y="953300"/>
                  </a:moveTo>
                  <a:lnTo>
                    <a:pt x="0" y="953300"/>
                  </a:lnTo>
                  <a:lnTo>
                    <a:pt x="0" y="999718"/>
                  </a:lnTo>
                  <a:lnTo>
                    <a:pt x="1824990" y="999718"/>
                  </a:lnTo>
                  <a:lnTo>
                    <a:pt x="1824990" y="953300"/>
                  </a:lnTo>
                  <a:close/>
                </a:path>
                <a:path w="1824990" h="1667509">
                  <a:moveTo>
                    <a:pt x="1824990" y="857973"/>
                  </a:moveTo>
                  <a:lnTo>
                    <a:pt x="0" y="857973"/>
                  </a:lnTo>
                  <a:lnTo>
                    <a:pt x="0" y="904392"/>
                  </a:lnTo>
                  <a:lnTo>
                    <a:pt x="1824990" y="904392"/>
                  </a:lnTo>
                  <a:lnTo>
                    <a:pt x="1824990" y="857973"/>
                  </a:lnTo>
                  <a:close/>
                </a:path>
                <a:path w="1824990" h="1667509">
                  <a:moveTo>
                    <a:pt x="1824990" y="762635"/>
                  </a:moveTo>
                  <a:lnTo>
                    <a:pt x="0" y="762635"/>
                  </a:lnTo>
                  <a:lnTo>
                    <a:pt x="0" y="809053"/>
                  </a:lnTo>
                  <a:lnTo>
                    <a:pt x="1824990" y="809053"/>
                  </a:lnTo>
                  <a:lnTo>
                    <a:pt x="1824990" y="762635"/>
                  </a:lnTo>
                  <a:close/>
                </a:path>
                <a:path w="1824990" h="1667509">
                  <a:moveTo>
                    <a:pt x="1824990" y="667308"/>
                  </a:moveTo>
                  <a:lnTo>
                    <a:pt x="0" y="667308"/>
                  </a:lnTo>
                  <a:lnTo>
                    <a:pt x="0" y="713727"/>
                  </a:lnTo>
                  <a:lnTo>
                    <a:pt x="1824990" y="713727"/>
                  </a:lnTo>
                  <a:lnTo>
                    <a:pt x="1824990" y="667308"/>
                  </a:lnTo>
                  <a:close/>
                </a:path>
                <a:path w="1824990" h="1667509">
                  <a:moveTo>
                    <a:pt x="1824990" y="571982"/>
                  </a:moveTo>
                  <a:lnTo>
                    <a:pt x="0" y="571982"/>
                  </a:lnTo>
                  <a:lnTo>
                    <a:pt x="0" y="618401"/>
                  </a:lnTo>
                  <a:lnTo>
                    <a:pt x="1824990" y="618401"/>
                  </a:lnTo>
                  <a:lnTo>
                    <a:pt x="1824990" y="571982"/>
                  </a:lnTo>
                  <a:close/>
                </a:path>
                <a:path w="1824990" h="1667509">
                  <a:moveTo>
                    <a:pt x="1824990" y="476643"/>
                  </a:moveTo>
                  <a:lnTo>
                    <a:pt x="0" y="476643"/>
                  </a:lnTo>
                  <a:lnTo>
                    <a:pt x="0" y="523062"/>
                  </a:lnTo>
                  <a:lnTo>
                    <a:pt x="1824990" y="523062"/>
                  </a:lnTo>
                  <a:lnTo>
                    <a:pt x="1824990" y="476643"/>
                  </a:lnTo>
                  <a:close/>
                </a:path>
                <a:path w="1824990" h="1667509">
                  <a:moveTo>
                    <a:pt x="1824990" y="381317"/>
                  </a:moveTo>
                  <a:lnTo>
                    <a:pt x="0" y="381317"/>
                  </a:lnTo>
                  <a:lnTo>
                    <a:pt x="0" y="427736"/>
                  </a:lnTo>
                  <a:lnTo>
                    <a:pt x="1824990" y="427736"/>
                  </a:lnTo>
                  <a:lnTo>
                    <a:pt x="1824990" y="381317"/>
                  </a:lnTo>
                  <a:close/>
                </a:path>
                <a:path w="1824990" h="1667509">
                  <a:moveTo>
                    <a:pt x="1824990" y="285991"/>
                  </a:moveTo>
                  <a:lnTo>
                    <a:pt x="0" y="285991"/>
                  </a:lnTo>
                  <a:lnTo>
                    <a:pt x="0" y="332409"/>
                  </a:lnTo>
                  <a:lnTo>
                    <a:pt x="1824990" y="332409"/>
                  </a:lnTo>
                  <a:lnTo>
                    <a:pt x="1824990" y="285991"/>
                  </a:lnTo>
                  <a:close/>
                </a:path>
                <a:path w="1824990" h="1667509">
                  <a:moveTo>
                    <a:pt x="1824990" y="190652"/>
                  </a:moveTo>
                  <a:lnTo>
                    <a:pt x="0" y="190652"/>
                  </a:lnTo>
                  <a:lnTo>
                    <a:pt x="0" y="237070"/>
                  </a:lnTo>
                  <a:lnTo>
                    <a:pt x="1824990" y="237070"/>
                  </a:lnTo>
                  <a:lnTo>
                    <a:pt x="1824990" y="190652"/>
                  </a:lnTo>
                  <a:close/>
                </a:path>
                <a:path w="1824990" h="1667509">
                  <a:moveTo>
                    <a:pt x="1824990" y="95326"/>
                  </a:moveTo>
                  <a:lnTo>
                    <a:pt x="0" y="95326"/>
                  </a:lnTo>
                  <a:lnTo>
                    <a:pt x="0" y="141744"/>
                  </a:lnTo>
                  <a:lnTo>
                    <a:pt x="1824990" y="141744"/>
                  </a:lnTo>
                  <a:lnTo>
                    <a:pt x="1824990" y="95326"/>
                  </a:lnTo>
                  <a:close/>
                </a:path>
                <a:path w="1824990" h="1667509">
                  <a:moveTo>
                    <a:pt x="1824990" y="0"/>
                  </a:moveTo>
                  <a:lnTo>
                    <a:pt x="0" y="0"/>
                  </a:lnTo>
                  <a:lnTo>
                    <a:pt x="0" y="46418"/>
                  </a:lnTo>
                  <a:lnTo>
                    <a:pt x="1824990" y="46418"/>
                  </a:lnTo>
                  <a:lnTo>
                    <a:pt x="1824990" y="0"/>
                  </a:lnTo>
                  <a:close/>
                </a:path>
              </a:pathLst>
            </a:custGeom>
            <a:solidFill>
              <a:srgbClr val="848AA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06236" y="6142424"/>
              <a:ext cx="1303655" cy="1921510"/>
            </a:xfrm>
            <a:custGeom>
              <a:avLst/>
              <a:gdLst/>
              <a:ahLst/>
              <a:cxnLst/>
              <a:rect l="l" t="t" r="r" b="b"/>
              <a:pathLst>
                <a:path w="1303654" h="1921509">
                  <a:moveTo>
                    <a:pt x="1303337" y="0"/>
                  </a:moveTo>
                  <a:lnTo>
                    <a:pt x="600773" y="0"/>
                  </a:lnTo>
                  <a:lnTo>
                    <a:pt x="600773" y="371640"/>
                  </a:lnTo>
                  <a:lnTo>
                    <a:pt x="0" y="371640"/>
                  </a:lnTo>
                  <a:lnTo>
                    <a:pt x="0" y="1921306"/>
                  </a:lnTo>
                  <a:lnTo>
                    <a:pt x="1201534" y="1921306"/>
                  </a:lnTo>
                  <a:lnTo>
                    <a:pt x="1201534" y="1549666"/>
                  </a:lnTo>
                  <a:lnTo>
                    <a:pt x="1303337" y="1549666"/>
                  </a:lnTo>
                  <a:lnTo>
                    <a:pt x="1303337" y="0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309578" y="3989271"/>
              <a:ext cx="906780" cy="4068445"/>
            </a:xfrm>
            <a:custGeom>
              <a:avLst/>
              <a:gdLst/>
              <a:ahLst/>
              <a:cxnLst/>
              <a:rect l="l" t="t" r="r" b="b"/>
              <a:pathLst>
                <a:path w="906779" h="4068445">
                  <a:moveTo>
                    <a:pt x="906338" y="0"/>
                  </a:moveTo>
                  <a:lnTo>
                    <a:pt x="0" y="0"/>
                  </a:lnTo>
                  <a:lnTo>
                    <a:pt x="0" y="4068179"/>
                  </a:lnTo>
                  <a:lnTo>
                    <a:pt x="906338" y="4068179"/>
                  </a:lnTo>
                  <a:lnTo>
                    <a:pt x="906338" y="0"/>
                  </a:lnTo>
                  <a:close/>
                </a:path>
              </a:pathLst>
            </a:custGeom>
            <a:solidFill>
              <a:srgbClr val="A4AB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453350" y="4155077"/>
              <a:ext cx="595630" cy="3665220"/>
            </a:xfrm>
            <a:custGeom>
              <a:avLst/>
              <a:gdLst/>
              <a:ahLst/>
              <a:cxnLst/>
              <a:rect l="l" t="t" r="r" b="b"/>
              <a:pathLst>
                <a:path w="595629" h="3665220">
                  <a:moveTo>
                    <a:pt x="68999" y="0"/>
                  </a:moveTo>
                  <a:lnTo>
                    <a:pt x="0" y="0"/>
                  </a:lnTo>
                  <a:lnTo>
                    <a:pt x="0" y="3664851"/>
                  </a:lnTo>
                  <a:lnTo>
                    <a:pt x="68999" y="3664851"/>
                  </a:lnTo>
                  <a:lnTo>
                    <a:pt x="68999" y="0"/>
                  </a:lnTo>
                  <a:close/>
                </a:path>
                <a:path w="595629" h="3665220">
                  <a:moveTo>
                    <a:pt x="244424" y="0"/>
                  </a:moveTo>
                  <a:lnTo>
                    <a:pt x="175412" y="0"/>
                  </a:lnTo>
                  <a:lnTo>
                    <a:pt x="175412" y="3664851"/>
                  </a:lnTo>
                  <a:lnTo>
                    <a:pt x="244424" y="3664851"/>
                  </a:lnTo>
                  <a:lnTo>
                    <a:pt x="244424" y="0"/>
                  </a:lnTo>
                  <a:close/>
                </a:path>
                <a:path w="595629" h="3665220">
                  <a:moveTo>
                    <a:pt x="419823" y="0"/>
                  </a:moveTo>
                  <a:lnTo>
                    <a:pt x="350824" y="0"/>
                  </a:lnTo>
                  <a:lnTo>
                    <a:pt x="350824" y="3664851"/>
                  </a:lnTo>
                  <a:lnTo>
                    <a:pt x="419823" y="3664851"/>
                  </a:lnTo>
                  <a:lnTo>
                    <a:pt x="419823" y="0"/>
                  </a:lnTo>
                  <a:close/>
                </a:path>
                <a:path w="595629" h="3665220">
                  <a:moveTo>
                    <a:pt x="595249" y="0"/>
                  </a:moveTo>
                  <a:lnTo>
                    <a:pt x="526237" y="0"/>
                  </a:lnTo>
                  <a:lnTo>
                    <a:pt x="526237" y="3664851"/>
                  </a:lnTo>
                  <a:lnTo>
                    <a:pt x="595249" y="3664851"/>
                  </a:lnTo>
                  <a:lnTo>
                    <a:pt x="595249" y="0"/>
                  </a:lnTo>
                  <a:close/>
                </a:path>
              </a:pathLst>
            </a:custGeom>
            <a:solidFill>
              <a:srgbClr val="909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215927" y="3989271"/>
              <a:ext cx="544195" cy="4068445"/>
            </a:xfrm>
            <a:custGeom>
              <a:avLst/>
              <a:gdLst/>
              <a:ahLst/>
              <a:cxnLst/>
              <a:rect l="l" t="t" r="r" b="b"/>
              <a:pathLst>
                <a:path w="544195" h="4068445">
                  <a:moveTo>
                    <a:pt x="544046" y="0"/>
                  </a:moveTo>
                  <a:lnTo>
                    <a:pt x="0" y="0"/>
                  </a:lnTo>
                  <a:lnTo>
                    <a:pt x="0" y="4068179"/>
                  </a:lnTo>
                  <a:lnTo>
                    <a:pt x="544046" y="4068179"/>
                  </a:lnTo>
                  <a:lnTo>
                    <a:pt x="544046" y="0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508495" y="5455886"/>
              <a:ext cx="574675" cy="2435860"/>
            </a:xfrm>
            <a:custGeom>
              <a:avLst/>
              <a:gdLst/>
              <a:ahLst/>
              <a:cxnLst/>
              <a:rect l="l" t="t" r="r" b="b"/>
              <a:pathLst>
                <a:path w="574675" h="2435859">
                  <a:moveTo>
                    <a:pt x="574212" y="0"/>
                  </a:moveTo>
                  <a:lnTo>
                    <a:pt x="0" y="0"/>
                  </a:lnTo>
                  <a:lnTo>
                    <a:pt x="0" y="2435653"/>
                  </a:lnTo>
                  <a:lnTo>
                    <a:pt x="574212" y="2435653"/>
                  </a:lnTo>
                  <a:lnTo>
                    <a:pt x="574212" y="0"/>
                  </a:lnTo>
                  <a:close/>
                </a:path>
              </a:pathLst>
            </a:custGeom>
            <a:solidFill>
              <a:srgbClr val="A4AB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82697" y="5455888"/>
              <a:ext cx="2051685" cy="2435860"/>
            </a:xfrm>
            <a:custGeom>
              <a:avLst/>
              <a:gdLst/>
              <a:ahLst/>
              <a:cxnLst/>
              <a:rect l="l" t="t" r="r" b="b"/>
              <a:pathLst>
                <a:path w="2051684" h="2435859">
                  <a:moveTo>
                    <a:pt x="2051151" y="677735"/>
                  </a:moveTo>
                  <a:lnTo>
                    <a:pt x="1426133" y="677735"/>
                  </a:lnTo>
                  <a:lnTo>
                    <a:pt x="1426133" y="789635"/>
                  </a:lnTo>
                  <a:lnTo>
                    <a:pt x="929957" y="789635"/>
                  </a:lnTo>
                  <a:lnTo>
                    <a:pt x="929957" y="487197"/>
                  </a:lnTo>
                  <a:lnTo>
                    <a:pt x="344678" y="487197"/>
                  </a:lnTo>
                  <a:lnTo>
                    <a:pt x="344678" y="0"/>
                  </a:lnTo>
                  <a:lnTo>
                    <a:pt x="0" y="0"/>
                  </a:lnTo>
                  <a:lnTo>
                    <a:pt x="0" y="1391196"/>
                  </a:lnTo>
                  <a:lnTo>
                    <a:pt x="0" y="2435656"/>
                  </a:lnTo>
                  <a:lnTo>
                    <a:pt x="344678" y="2435656"/>
                  </a:lnTo>
                  <a:lnTo>
                    <a:pt x="344678" y="1391196"/>
                  </a:lnTo>
                  <a:lnTo>
                    <a:pt x="826465" y="1391094"/>
                  </a:lnTo>
                  <a:lnTo>
                    <a:pt x="826465" y="1730324"/>
                  </a:lnTo>
                  <a:lnTo>
                    <a:pt x="896835" y="1730324"/>
                  </a:lnTo>
                  <a:lnTo>
                    <a:pt x="896835" y="2052040"/>
                  </a:lnTo>
                  <a:lnTo>
                    <a:pt x="1426133" y="2052040"/>
                  </a:lnTo>
                  <a:lnTo>
                    <a:pt x="1426133" y="2404351"/>
                  </a:lnTo>
                  <a:lnTo>
                    <a:pt x="2051151" y="2404351"/>
                  </a:lnTo>
                  <a:lnTo>
                    <a:pt x="2051151" y="677735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481087" y="5305532"/>
              <a:ext cx="701675" cy="3751579"/>
            </a:xfrm>
            <a:custGeom>
              <a:avLst/>
              <a:gdLst/>
              <a:ahLst/>
              <a:cxnLst/>
              <a:rect l="l" t="t" r="r" b="b"/>
              <a:pathLst>
                <a:path w="701675" h="3751579">
                  <a:moveTo>
                    <a:pt x="701141" y="2588831"/>
                  </a:moveTo>
                  <a:lnTo>
                    <a:pt x="693191" y="2588831"/>
                  </a:lnTo>
                  <a:lnTo>
                    <a:pt x="693191" y="0"/>
                  </a:lnTo>
                  <a:lnTo>
                    <a:pt x="0" y="0"/>
                  </a:lnTo>
                  <a:lnTo>
                    <a:pt x="0" y="2588831"/>
                  </a:lnTo>
                  <a:lnTo>
                    <a:pt x="0" y="3751211"/>
                  </a:lnTo>
                  <a:lnTo>
                    <a:pt x="701141" y="3751211"/>
                  </a:lnTo>
                  <a:lnTo>
                    <a:pt x="701141" y="2588831"/>
                  </a:lnTo>
                  <a:close/>
                </a:path>
              </a:pathLst>
            </a:custGeom>
            <a:solidFill>
              <a:srgbClr val="858D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481087" y="5305519"/>
              <a:ext cx="701675" cy="3634740"/>
            </a:xfrm>
            <a:custGeom>
              <a:avLst/>
              <a:gdLst/>
              <a:ahLst/>
              <a:cxnLst/>
              <a:rect l="l" t="t" r="r" b="b"/>
              <a:pathLst>
                <a:path w="701675" h="3634740">
                  <a:moveTo>
                    <a:pt x="693191" y="2257590"/>
                  </a:moveTo>
                  <a:lnTo>
                    <a:pt x="0" y="2257590"/>
                  </a:lnTo>
                  <a:lnTo>
                    <a:pt x="0" y="2380221"/>
                  </a:lnTo>
                  <a:lnTo>
                    <a:pt x="693191" y="2380221"/>
                  </a:lnTo>
                  <a:lnTo>
                    <a:pt x="693191" y="2257590"/>
                  </a:lnTo>
                  <a:close/>
                </a:path>
                <a:path w="701675" h="3634740">
                  <a:moveTo>
                    <a:pt x="693191" y="2006701"/>
                  </a:moveTo>
                  <a:lnTo>
                    <a:pt x="0" y="2006701"/>
                  </a:lnTo>
                  <a:lnTo>
                    <a:pt x="0" y="2129332"/>
                  </a:lnTo>
                  <a:lnTo>
                    <a:pt x="693191" y="2129332"/>
                  </a:lnTo>
                  <a:lnTo>
                    <a:pt x="693191" y="2006701"/>
                  </a:lnTo>
                  <a:close/>
                </a:path>
                <a:path w="701675" h="3634740">
                  <a:moveTo>
                    <a:pt x="693191" y="1755825"/>
                  </a:moveTo>
                  <a:lnTo>
                    <a:pt x="0" y="1755825"/>
                  </a:lnTo>
                  <a:lnTo>
                    <a:pt x="0" y="1878444"/>
                  </a:lnTo>
                  <a:lnTo>
                    <a:pt x="693191" y="1878444"/>
                  </a:lnTo>
                  <a:lnTo>
                    <a:pt x="693191" y="1755825"/>
                  </a:lnTo>
                  <a:close/>
                </a:path>
                <a:path w="701675" h="3634740">
                  <a:moveTo>
                    <a:pt x="693191" y="1504924"/>
                  </a:moveTo>
                  <a:lnTo>
                    <a:pt x="0" y="1504924"/>
                  </a:lnTo>
                  <a:lnTo>
                    <a:pt x="0" y="1627555"/>
                  </a:lnTo>
                  <a:lnTo>
                    <a:pt x="693191" y="1627555"/>
                  </a:lnTo>
                  <a:lnTo>
                    <a:pt x="693191" y="1504924"/>
                  </a:lnTo>
                  <a:close/>
                </a:path>
                <a:path w="701675" h="3634740">
                  <a:moveTo>
                    <a:pt x="693191" y="1254048"/>
                  </a:moveTo>
                  <a:lnTo>
                    <a:pt x="0" y="1254048"/>
                  </a:lnTo>
                  <a:lnTo>
                    <a:pt x="0" y="1376667"/>
                  </a:lnTo>
                  <a:lnTo>
                    <a:pt x="693191" y="1376667"/>
                  </a:lnTo>
                  <a:lnTo>
                    <a:pt x="693191" y="1254048"/>
                  </a:lnTo>
                  <a:close/>
                </a:path>
                <a:path w="701675" h="3634740">
                  <a:moveTo>
                    <a:pt x="693191" y="1003147"/>
                  </a:moveTo>
                  <a:lnTo>
                    <a:pt x="0" y="1003147"/>
                  </a:lnTo>
                  <a:lnTo>
                    <a:pt x="0" y="1125778"/>
                  </a:lnTo>
                  <a:lnTo>
                    <a:pt x="693191" y="1125778"/>
                  </a:lnTo>
                  <a:lnTo>
                    <a:pt x="693191" y="1003147"/>
                  </a:lnTo>
                  <a:close/>
                </a:path>
                <a:path w="701675" h="3634740">
                  <a:moveTo>
                    <a:pt x="693191" y="752284"/>
                  </a:moveTo>
                  <a:lnTo>
                    <a:pt x="0" y="752284"/>
                  </a:lnTo>
                  <a:lnTo>
                    <a:pt x="0" y="874890"/>
                  </a:lnTo>
                  <a:lnTo>
                    <a:pt x="693191" y="874890"/>
                  </a:lnTo>
                  <a:lnTo>
                    <a:pt x="693191" y="752284"/>
                  </a:lnTo>
                  <a:close/>
                </a:path>
                <a:path w="701675" h="3634740">
                  <a:moveTo>
                    <a:pt x="693191" y="501383"/>
                  </a:moveTo>
                  <a:lnTo>
                    <a:pt x="0" y="501383"/>
                  </a:lnTo>
                  <a:lnTo>
                    <a:pt x="0" y="624001"/>
                  </a:lnTo>
                  <a:lnTo>
                    <a:pt x="693191" y="624001"/>
                  </a:lnTo>
                  <a:lnTo>
                    <a:pt x="693191" y="501383"/>
                  </a:lnTo>
                  <a:close/>
                </a:path>
                <a:path w="701675" h="3634740">
                  <a:moveTo>
                    <a:pt x="693191" y="250901"/>
                  </a:moveTo>
                  <a:lnTo>
                    <a:pt x="0" y="250901"/>
                  </a:lnTo>
                  <a:lnTo>
                    <a:pt x="0" y="373113"/>
                  </a:lnTo>
                  <a:lnTo>
                    <a:pt x="693191" y="373113"/>
                  </a:lnTo>
                  <a:lnTo>
                    <a:pt x="693191" y="250901"/>
                  </a:lnTo>
                  <a:close/>
                </a:path>
                <a:path w="701675" h="3634740">
                  <a:moveTo>
                    <a:pt x="693191" y="0"/>
                  </a:moveTo>
                  <a:lnTo>
                    <a:pt x="0" y="0"/>
                  </a:lnTo>
                  <a:lnTo>
                    <a:pt x="0" y="122618"/>
                  </a:lnTo>
                  <a:lnTo>
                    <a:pt x="693191" y="122618"/>
                  </a:lnTo>
                  <a:lnTo>
                    <a:pt x="693191" y="0"/>
                  </a:lnTo>
                  <a:close/>
                </a:path>
                <a:path w="701675" h="3634740">
                  <a:moveTo>
                    <a:pt x="701141" y="3511626"/>
                  </a:moveTo>
                  <a:lnTo>
                    <a:pt x="0" y="3511626"/>
                  </a:lnTo>
                  <a:lnTo>
                    <a:pt x="0" y="3634257"/>
                  </a:lnTo>
                  <a:lnTo>
                    <a:pt x="701141" y="3634257"/>
                  </a:lnTo>
                  <a:lnTo>
                    <a:pt x="701141" y="3511626"/>
                  </a:lnTo>
                  <a:close/>
                </a:path>
                <a:path w="701675" h="3634740">
                  <a:moveTo>
                    <a:pt x="701141" y="3260750"/>
                  </a:moveTo>
                  <a:lnTo>
                    <a:pt x="0" y="3260750"/>
                  </a:lnTo>
                  <a:lnTo>
                    <a:pt x="0" y="3383369"/>
                  </a:lnTo>
                  <a:lnTo>
                    <a:pt x="701141" y="3383369"/>
                  </a:lnTo>
                  <a:lnTo>
                    <a:pt x="701141" y="3260750"/>
                  </a:lnTo>
                  <a:close/>
                </a:path>
                <a:path w="701675" h="3634740">
                  <a:moveTo>
                    <a:pt x="701141" y="3009862"/>
                  </a:moveTo>
                  <a:lnTo>
                    <a:pt x="0" y="3009862"/>
                  </a:lnTo>
                  <a:lnTo>
                    <a:pt x="0" y="3132480"/>
                  </a:lnTo>
                  <a:lnTo>
                    <a:pt x="701141" y="3132480"/>
                  </a:lnTo>
                  <a:lnTo>
                    <a:pt x="701141" y="3009862"/>
                  </a:lnTo>
                  <a:close/>
                </a:path>
                <a:path w="701675" h="3634740">
                  <a:moveTo>
                    <a:pt x="701141" y="2758973"/>
                  </a:moveTo>
                  <a:lnTo>
                    <a:pt x="0" y="2758973"/>
                  </a:lnTo>
                  <a:lnTo>
                    <a:pt x="0" y="2881592"/>
                  </a:lnTo>
                  <a:lnTo>
                    <a:pt x="701141" y="2881592"/>
                  </a:lnTo>
                  <a:lnTo>
                    <a:pt x="701141" y="2758973"/>
                  </a:lnTo>
                  <a:close/>
                </a:path>
                <a:path w="701675" h="3634740">
                  <a:moveTo>
                    <a:pt x="701141" y="2588844"/>
                  </a:moveTo>
                  <a:lnTo>
                    <a:pt x="693191" y="2588844"/>
                  </a:lnTo>
                  <a:lnTo>
                    <a:pt x="693191" y="2508491"/>
                  </a:lnTo>
                  <a:lnTo>
                    <a:pt x="0" y="2508491"/>
                  </a:lnTo>
                  <a:lnTo>
                    <a:pt x="0" y="2588844"/>
                  </a:lnTo>
                  <a:lnTo>
                    <a:pt x="0" y="2630703"/>
                  </a:lnTo>
                  <a:lnTo>
                    <a:pt x="701141" y="2630703"/>
                  </a:lnTo>
                  <a:lnTo>
                    <a:pt x="701141" y="2588844"/>
                  </a:lnTo>
                  <a:close/>
                </a:path>
              </a:pathLst>
            </a:custGeom>
            <a:solidFill>
              <a:srgbClr val="465181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147453" y="5305639"/>
              <a:ext cx="1127760" cy="3751579"/>
            </a:xfrm>
            <a:custGeom>
              <a:avLst/>
              <a:gdLst/>
              <a:ahLst/>
              <a:cxnLst/>
              <a:rect l="l" t="t" r="r" b="b"/>
              <a:pathLst>
                <a:path w="1127759" h="3751579">
                  <a:moveTo>
                    <a:pt x="1127431" y="0"/>
                  </a:moveTo>
                  <a:lnTo>
                    <a:pt x="0" y="0"/>
                  </a:lnTo>
                  <a:lnTo>
                    <a:pt x="0" y="3751194"/>
                  </a:lnTo>
                  <a:lnTo>
                    <a:pt x="1127431" y="3751194"/>
                  </a:lnTo>
                  <a:lnTo>
                    <a:pt x="1127431" y="0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274884" y="5305639"/>
              <a:ext cx="206375" cy="3751579"/>
            </a:xfrm>
            <a:custGeom>
              <a:avLst/>
              <a:gdLst/>
              <a:ahLst/>
              <a:cxnLst/>
              <a:rect l="l" t="t" r="r" b="b"/>
              <a:pathLst>
                <a:path w="206375" h="3751579">
                  <a:moveTo>
                    <a:pt x="206213" y="0"/>
                  </a:moveTo>
                  <a:lnTo>
                    <a:pt x="0" y="0"/>
                  </a:lnTo>
                  <a:lnTo>
                    <a:pt x="0" y="3751194"/>
                  </a:lnTo>
                  <a:lnTo>
                    <a:pt x="206213" y="3751194"/>
                  </a:lnTo>
                  <a:lnTo>
                    <a:pt x="206213" y="0"/>
                  </a:lnTo>
                  <a:close/>
                </a:path>
              </a:pathLst>
            </a:custGeom>
            <a:solidFill>
              <a:srgbClr val="556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147281" y="5386914"/>
              <a:ext cx="1332865" cy="3592195"/>
            </a:xfrm>
            <a:custGeom>
              <a:avLst/>
              <a:gdLst/>
              <a:ahLst/>
              <a:cxnLst/>
              <a:rect l="l" t="t" r="r" b="b"/>
              <a:pathLst>
                <a:path w="1332865" h="3592195">
                  <a:moveTo>
                    <a:pt x="1332509" y="3524491"/>
                  </a:moveTo>
                  <a:lnTo>
                    <a:pt x="0" y="3524491"/>
                  </a:lnTo>
                  <a:lnTo>
                    <a:pt x="0" y="3592118"/>
                  </a:lnTo>
                  <a:lnTo>
                    <a:pt x="1332509" y="3592118"/>
                  </a:lnTo>
                  <a:lnTo>
                    <a:pt x="1332509" y="3524491"/>
                  </a:lnTo>
                  <a:close/>
                </a:path>
                <a:path w="1332865" h="3592195">
                  <a:moveTo>
                    <a:pt x="1332509" y="3393948"/>
                  </a:moveTo>
                  <a:lnTo>
                    <a:pt x="0" y="3393948"/>
                  </a:lnTo>
                  <a:lnTo>
                    <a:pt x="0" y="3461575"/>
                  </a:lnTo>
                  <a:lnTo>
                    <a:pt x="1332509" y="3461575"/>
                  </a:lnTo>
                  <a:lnTo>
                    <a:pt x="1332509" y="3393948"/>
                  </a:lnTo>
                  <a:close/>
                </a:path>
                <a:path w="1332865" h="3592195">
                  <a:moveTo>
                    <a:pt x="1332509" y="3263417"/>
                  </a:moveTo>
                  <a:lnTo>
                    <a:pt x="0" y="3263417"/>
                  </a:lnTo>
                  <a:lnTo>
                    <a:pt x="0" y="3331045"/>
                  </a:lnTo>
                  <a:lnTo>
                    <a:pt x="1332509" y="3331045"/>
                  </a:lnTo>
                  <a:lnTo>
                    <a:pt x="1332509" y="3263417"/>
                  </a:lnTo>
                  <a:close/>
                </a:path>
                <a:path w="1332865" h="3592195">
                  <a:moveTo>
                    <a:pt x="1332509" y="3132874"/>
                  </a:moveTo>
                  <a:lnTo>
                    <a:pt x="0" y="3132874"/>
                  </a:lnTo>
                  <a:lnTo>
                    <a:pt x="0" y="3200501"/>
                  </a:lnTo>
                  <a:lnTo>
                    <a:pt x="1332509" y="3200501"/>
                  </a:lnTo>
                  <a:lnTo>
                    <a:pt x="1332509" y="3132874"/>
                  </a:lnTo>
                  <a:close/>
                </a:path>
                <a:path w="1332865" h="3592195">
                  <a:moveTo>
                    <a:pt x="1332509" y="3002330"/>
                  </a:moveTo>
                  <a:lnTo>
                    <a:pt x="0" y="3002330"/>
                  </a:lnTo>
                  <a:lnTo>
                    <a:pt x="0" y="3069971"/>
                  </a:lnTo>
                  <a:lnTo>
                    <a:pt x="1332509" y="3069971"/>
                  </a:lnTo>
                  <a:lnTo>
                    <a:pt x="1332509" y="3002330"/>
                  </a:lnTo>
                  <a:close/>
                </a:path>
                <a:path w="1332865" h="3592195">
                  <a:moveTo>
                    <a:pt x="1332509" y="2871787"/>
                  </a:moveTo>
                  <a:lnTo>
                    <a:pt x="0" y="2871787"/>
                  </a:lnTo>
                  <a:lnTo>
                    <a:pt x="0" y="2939440"/>
                  </a:lnTo>
                  <a:lnTo>
                    <a:pt x="1332509" y="2939440"/>
                  </a:lnTo>
                  <a:lnTo>
                    <a:pt x="1332509" y="2871787"/>
                  </a:lnTo>
                  <a:close/>
                </a:path>
                <a:path w="1332865" h="3592195">
                  <a:moveTo>
                    <a:pt x="1332509" y="2741257"/>
                  </a:moveTo>
                  <a:lnTo>
                    <a:pt x="0" y="2741257"/>
                  </a:lnTo>
                  <a:lnTo>
                    <a:pt x="0" y="2808897"/>
                  </a:lnTo>
                  <a:lnTo>
                    <a:pt x="1332509" y="2808897"/>
                  </a:lnTo>
                  <a:lnTo>
                    <a:pt x="1332509" y="2741257"/>
                  </a:lnTo>
                  <a:close/>
                </a:path>
                <a:path w="1332865" h="3592195">
                  <a:moveTo>
                    <a:pt x="1332509" y="2610726"/>
                  </a:moveTo>
                  <a:lnTo>
                    <a:pt x="0" y="2610726"/>
                  </a:lnTo>
                  <a:lnTo>
                    <a:pt x="0" y="2678353"/>
                  </a:lnTo>
                  <a:lnTo>
                    <a:pt x="1332509" y="2678353"/>
                  </a:lnTo>
                  <a:lnTo>
                    <a:pt x="1332509" y="2610726"/>
                  </a:lnTo>
                  <a:close/>
                </a:path>
                <a:path w="1332865" h="3592195">
                  <a:moveTo>
                    <a:pt x="1332509" y="2480183"/>
                  </a:moveTo>
                  <a:lnTo>
                    <a:pt x="0" y="2480183"/>
                  </a:lnTo>
                  <a:lnTo>
                    <a:pt x="0" y="2547823"/>
                  </a:lnTo>
                  <a:lnTo>
                    <a:pt x="1332509" y="2547823"/>
                  </a:lnTo>
                  <a:lnTo>
                    <a:pt x="1332509" y="2480183"/>
                  </a:lnTo>
                  <a:close/>
                </a:path>
                <a:path w="1332865" h="3592195">
                  <a:moveTo>
                    <a:pt x="1332509" y="2349652"/>
                  </a:moveTo>
                  <a:lnTo>
                    <a:pt x="0" y="2349652"/>
                  </a:lnTo>
                  <a:lnTo>
                    <a:pt x="0" y="2417280"/>
                  </a:lnTo>
                  <a:lnTo>
                    <a:pt x="1332509" y="2417280"/>
                  </a:lnTo>
                  <a:lnTo>
                    <a:pt x="1332509" y="2349652"/>
                  </a:lnTo>
                  <a:close/>
                </a:path>
                <a:path w="1332865" h="3592195">
                  <a:moveTo>
                    <a:pt x="1332509" y="2219121"/>
                  </a:moveTo>
                  <a:lnTo>
                    <a:pt x="0" y="2219121"/>
                  </a:lnTo>
                  <a:lnTo>
                    <a:pt x="0" y="2286749"/>
                  </a:lnTo>
                  <a:lnTo>
                    <a:pt x="1332509" y="2286749"/>
                  </a:lnTo>
                  <a:lnTo>
                    <a:pt x="1332509" y="2219121"/>
                  </a:lnTo>
                  <a:close/>
                </a:path>
                <a:path w="1332865" h="3592195">
                  <a:moveTo>
                    <a:pt x="1332509" y="2088578"/>
                  </a:moveTo>
                  <a:lnTo>
                    <a:pt x="0" y="2088578"/>
                  </a:lnTo>
                  <a:lnTo>
                    <a:pt x="0" y="2156218"/>
                  </a:lnTo>
                  <a:lnTo>
                    <a:pt x="1332509" y="2156218"/>
                  </a:lnTo>
                  <a:lnTo>
                    <a:pt x="1332509" y="2088578"/>
                  </a:lnTo>
                  <a:close/>
                </a:path>
                <a:path w="1332865" h="3592195">
                  <a:moveTo>
                    <a:pt x="1332509" y="1958035"/>
                  </a:moveTo>
                  <a:lnTo>
                    <a:pt x="0" y="1958035"/>
                  </a:lnTo>
                  <a:lnTo>
                    <a:pt x="0" y="2025675"/>
                  </a:lnTo>
                  <a:lnTo>
                    <a:pt x="1332509" y="2025675"/>
                  </a:lnTo>
                  <a:lnTo>
                    <a:pt x="1332509" y="1958035"/>
                  </a:lnTo>
                  <a:close/>
                </a:path>
                <a:path w="1332865" h="3592195">
                  <a:moveTo>
                    <a:pt x="1332509" y="1827504"/>
                  </a:moveTo>
                  <a:lnTo>
                    <a:pt x="0" y="1827504"/>
                  </a:lnTo>
                  <a:lnTo>
                    <a:pt x="0" y="1895144"/>
                  </a:lnTo>
                  <a:lnTo>
                    <a:pt x="1332509" y="1895144"/>
                  </a:lnTo>
                  <a:lnTo>
                    <a:pt x="1332509" y="1827504"/>
                  </a:lnTo>
                  <a:close/>
                </a:path>
                <a:path w="1332865" h="3592195">
                  <a:moveTo>
                    <a:pt x="1332509" y="1696974"/>
                  </a:moveTo>
                  <a:lnTo>
                    <a:pt x="0" y="1696974"/>
                  </a:lnTo>
                  <a:lnTo>
                    <a:pt x="0" y="1764601"/>
                  </a:lnTo>
                  <a:lnTo>
                    <a:pt x="1332509" y="1764601"/>
                  </a:lnTo>
                  <a:lnTo>
                    <a:pt x="1332509" y="1696974"/>
                  </a:lnTo>
                  <a:close/>
                </a:path>
                <a:path w="1332865" h="3592195">
                  <a:moveTo>
                    <a:pt x="1332509" y="1566430"/>
                  </a:moveTo>
                  <a:lnTo>
                    <a:pt x="0" y="1566430"/>
                  </a:lnTo>
                  <a:lnTo>
                    <a:pt x="0" y="1634058"/>
                  </a:lnTo>
                  <a:lnTo>
                    <a:pt x="1332509" y="1634058"/>
                  </a:lnTo>
                  <a:lnTo>
                    <a:pt x="1332509" y="1566430"/>
                  </a:lnTo>
                  <a:close/>
                </a:path>
                <a:path w="1332865" h="3592195">
                  <a:moveTo>
                    <a:pt x="1332509" y="1435887"/>
                  </a:moveTo>
                  <a:lnTo>
                    <a:pt x="0" y="1435887"/>
                  </a:lnTo>
                  <a:lnTo>
                    <a:pt x="0" y="1503527"/>
                  </a:lnTo>
                  <a:lnTo>
                    <a:pt x="1332509" y="1503527"/>
                  </a:lnTo>
                  <a:lnTo>
                    <a:pt x="1332509" y="1435887"/>
                  </a:lnTo>
                  <a:close/>
                </a:path>
                <a:path w="1332865" h="3592195">
                  <a:moveTo>
                    <a:pt x="1332509" y="1305356"/>
                  </a:moveTo>
                  <a:lnTo>
                    <a:pt x="0" y="1305356"/>
                  </a:lnTo>
                  <a:lnTo>
                    <a:pt x="0" y="1372984"/>
                  </a:lnTo>
                  <a:lnTo>
                    <a:pt x="1332509" y="1372984"/>
                  </a:lnTo>
                  <a:lnTo>
                    <a:pt x="1332509" y="1305356"/>
                  </a:lnTo>
                  <a:close/>
                </a:path>
                <a:path w="1332865" h="3592195">
                  <a:moveTo>
                    <a:pt x="1332509" y="1174813"/>
                  </a:moveTo>
                  <a:lnTo>
                    <a:pt x="0" y="1174813"/>
                  </a:lnTo>
                  <a:lnTo>
                    <a:pt x="0" y="1242453"/>
                  </a:lnTo>
                  <a:lnTo>
                    <a:pt x="1332509" y="1242453"/>
                  </a:lnTo>
                  <a:lnTo>
                    <a:pt x="1332509" y="1174813"/>
                  </a:lnTo>
                  <a:close/>
                </a:path>
                <a:path w="1332865" h="3592195">
                  <a:moveTo>
                    <a:pt x="1332509" y="1044282"/>
                  </a:moveTo>
                  <a:lnTo>
                    <a:pt x="0" y="1044282"/>
                  </a:lnTo>
                  <a:lnTo>
                    <a:pt x="0" y="1111923"/>
                  </a:lnTo>
                  <a:lnTo>
                    <a:pt x="1332509" y="1111923"/>
                  </a:lnTo>
                  <a:lnTo>
                    <a:pt x="1332509" y="1044282"/>
                  </a:lnTo>
                  <a:close/>
                </a:path>
                <a:path w="1332865" h="3592195">
                  <a:moveTo>
                    <a:pt x="1332509" y="913752"/>
                  </a:moveTo>
                  <a:lnTo>
                    <a:pt x="0" y="913752"/>
                  </a:lnTo>
                  <a:lnTo>
                    <a:pt x="0" y="981379"/>
                  </a:lnTo>
                  <a:lnTo>
                    <a:pt x="1332509" y="981379"/>
                  </a:lnTo>
                  <a:lnTo>
                    <a:pt x="1332509" y="913752"/>
                  </a:lnTo>
                  <a:close/>
                </a:path>
                <a:path w="1332865" h="3592195">
                  <a:moveTo>
                    <a:pt x="1332509" y="783209"/>
                  </a:moveTo>
                  <a:lnTo>
                    <a:pt x="0" y="783209"/>
                  </a:lnTo>
                  <a:lnTo>
                    <a:pt x="0" y="850836"/>
                  </a:lnTo>
                  <a:lnTo>
                    <a:pt x="1332509" y="850836"/>
                  </a:lnTo>
                  <a:lnTo>
                    <a:pt x="1332509" y="783209"/>
                  </a:lnTo>
                  <a:close/>
                </a:path>
                <a:path w="1332865" h="3592195">
                  <a:moveTo>
                    <a:pt x="1332509" y="652678"/>
                  </a:moveTo>
                  <a:lnTo>
                    <a:pt x="0" y="652678"/>
                  </a:lnTo>
                  <a:lnTo>
                    <a:pt x="0" y="720305"/>
                  </a:lnTo>
                  <a:lnTo>
                    <a:pt x="1332509" y="720305"/>
                  </a:lnTo>
                  <a:lnTo>
                    <a:pt x="1332509" y="652678"/>
                  </a:lnTo>
                  <a:close/>
                </a:path>
                <a:path w="1332865" h="3592195">
                  <a:moveTo>
                    <a:pt x="1332509" y="522135"/>
                  </a:moveTo>
                  <a:lnTo>
                    <a:pt x="0" y="522135"/>
                  </a:lnTo>
                  <a:lnTo>
                    <a:pt x="0" y="589762"/>
                  </a:lnTo>
                  <a:lnTo>
                    <a:pt x="1332509" y="589762"/>
                  </a:lnTo>
                  <a:lnTo>
                    <a:pt x="1332509" y="522135"/>
                  </a:lnTo>
                  <a:close/>
                </a:path>
                <a:path w="1332865" h="3592195">
                  <a:moveTo>
                    <a:pt x="1332509" y="391591"/>
                  </a:moveTo>
                  <a:lnTo>
                    <a:pt x="0" y="391591"/>
                  </a:lnTo>
                  <a:lnTo>
                    <a:pt x="0" y="459232"/>
                  </a:lnTo>
                  <a:lnTo>
                    <a:pt x="1332509" y="459232"/>
                  </a:lnTo>
                  <a:lnTo>
                    <a:pt x="1332509" y="391591"/>
                  </a:lnTo>
                  <a:close/>
                </a:path>
                <a:path w="1332865" h="3592195">
                  <a:moveTo>
                    <a:pt x="1332509" y="261061"/>
                  </a:moveTo>
                  <a:lnTo>
                    <a:pt x="0" y="261061"/>
                  </a:lnTo>
                  <a:lnTo>
                    <a:pt x="0" y="328701"/>
                  </a:lnTo>
                  <a:lnTo>
                    <a:pt x="1332509" y="328701"/>
                  </a:lnTo>
                  <a:lnTo>
                    <a:pt x="1332509" y="261061"/>
                  </a:lnTo>
                  <a:close/>
                </a:path>
                <a:path w="1332865" h="3592195">
                  <a:moveTo>
                    <a:pt x="1332509" y="130530"/>
                  </a:moveTo>
                  <a:lnTo>
                    <a:pt x="0" y="130530"/>
                  </a:lnTo>
                  <a:lnTo>
                    <a:pt x="0" y="198158"/>
                  </a:lnTo>
                  <a:lnTo>
                    <a:pt x="1332509" y="198158"/>
                  </a:lnTo>
                  <a:lnTo>
                    <a:pt x="1332509" y="130530"/>
                  </a:lnTo>
                  <a:close/>
                </a:path>
                <a:path w="1332865" h="3592195">
                  <a:moveTo>
                    <a:pt x="1332509" y="0"/>
                  </a:moveTo>
                  <a:lnTo>
                    <a:pt x="0" y="0"/>
                  </a:lnTo>
                  <a:lnTo>
                    <a:pt x="0" y="67627"/>
                  </a:lnTo>
                  <a:lnTo>
                    <a:pt x="1332509" y="67627"/>
                  </a:lnTo>
                  <a:lnTo>
                    <a:pt x="1332509" y="0"/>
                  </a:lnTo>
                  <a:close/>
                </a:path>
              </a:pathLst>
            </a:custGeom>
            <a:solidFill>
              <a:srgbClr val="21306A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2371" y="5305524"/>
              <a:ext cx="209867" cy="375056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5975795" y="4110911"/>
              <a:ext cx="1511935" cy="561340"/>
            </a:xfrm>
            <a:custGeom>
              <a:avLst/>
              <a:gdLst/>
              <a:ahLst/>
              <a:cxnLst/>
              <a:rect l="l" t="t" r="r" b="b"/>
              <a:pathLst>
                <a:path w="1511934" h="561339">
                  <a:moveTo>
                    <a:pt x="0" y="560747"/>
                  </a:moveTo>
                  <a:lnTo>
                    <a:pt x="1511922" y="560747"/>
                  </a:lnTo>
                  <a:lnTo>
                    <a:pt x="1511922" y="0"/>
                  </a:lnTo>
                  <a:lnTo>
                    <a:pt x="0" y="0"/>
                  </a:lnTo>
                  <a:lnTo>
                    <a:pt x="0" y="560747"/>
                  </a:lnTo>
                  <a:close/>
                </a:path>
              </a:pathLst>
            </a:custGeom>
            <a:solidFill>
              <a:srgbClr val="B9BD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550539" y="4671663"/>
              <a:ext cx="937260" cy="3101975"/>
            </a:xfrm>
            <a:custGeom>
              <a:avLst/>
              <a:gdLst/>
              <a:ahLst/>
              <a:cxnLst/>
              <a:rect l="l" t="t" r="r" b="b"/>
              <a:pathLst>
                <a:path w="937259" h="3101975">
                  <a:moveTo>
                    <a:pt x="937171" y="2992691"/>
                  </a:moveTo>
                  <a:lnTo>
                    <a:pt x="0" y="2992691"/>
                  </a:lnTo>
                  <a:lnTo>
                    <a:pt x="0" y="3101505"/>
                  </a:lnTo>
                  <a:lnTo>
                    <a:pt x="937171" y="3101505"/>
                  </a:lnTo>
                  <a:lnTo>
                    <a:pt x="937171" y="2992691"/>
                  </a:lnTo>
                  <a:close/>
                </a:path>
                <a:path w="937259" h="3101975">
                  <a:moveTo>
                    <a:pt x="937171" y="2762681"/>
                  </a:moveTo>
                  <a:lnTo>
                    <a:pt x="0" y="2762681"/>
                  </a:lnTo>
                  <a:lnTo>
                    <a:pt x="0" y="2871495"/>
                  </a:lnTo>
                  <a:lnTo>
                    <a:pt x="937171" y="2871495"/>
                  </a:lnTo>
                  <a:lnTo>
                    <a:pt x="937171" y="2762681"/>
                  </a:lnTo>
                  <a:close/>
                </a:path>
                <a:path w="937259" h="3101975">
                  <a:moveTo>
                    <a:pt x="937171" y="2532672"/>
                  </a:moveTo>
                  <a:lnTo>
                    <a:pt x="0" y="2532672"/>
                  </a:lnTo>
                  <a:lnTo>
                    <a:pt x="0" y="2641485"/>
                  </a:lnTo>
                  <a:lnTo>
                    <a:pt x="937171" y="2641485"/>
                  </a:lnTo>
                  <a:lnTo>
                    <a:pt x="937171" y="2532672"/>
                  </a:lnTo>
                  <a:close/>
                </a:path>
                <a:path w="937259" h="3101975">
                  <a:moveTo>
                    <a:pt x="937171" y="2302662"/>
                  </a:moveTo>
                  <a:lnTo>
                    <a:pt x="0" y="2302662"/>
                  </a:lnTo>
                  <a:lnTo>
                    <a:pt x="0" y="2411463"/>
                  </a:lnTo>
                  <a:lnTo>
                    <a:pt x="937171" y="2411463"/>
                  </a:lnTo>
                  <a:lnTo>
                    <a:pt x="937171" y="2302662"/>
                  </a:lnTo>
                  <a:close/>
                </a:path>
                <a:path w="937259" h="3101975">
                  <a:moveTo>
                    <a:pt x="937171" y="2072665"/>
                  </a:moveTo>
                  <a:lnTo>
                    <a:pt x="0" y="2072665"/>
                  </a:lnTo>
                  <a:lnTo>
                    <a:pt x="0" y="2181466"/>
                  </a:lnTo>
                  <a:lnTo>
                    <a:pt x="937171" y="2181466"/>
                  </a:lnTo>
                  <a:lnTo>
                    <a:pt x="937171" y="2072665"/>
                  </a:lnTo>
                  <a:close/>
                </a:path>
                <a:path w="937259" h="3101975">
                  <a:moveTo>
                    <a:pt x="937171" y="1842643"/>
                  </a:moveTo>
                  <a:lnTo>
                    <a:pt x="0" y="1842643"/>
                  </a:lnTo>
                  <a:lnTo>
                    <a:pt x="0" y="1951456"/>
                  </a:lnTo>
                  <a:lnTo>
                    <a:pt x="937171" y="1951456"/>
                  </a:lnTo>
                  <a:lnTo>
                    <a:pt x="937171" y="1842643"/>
                  </a:lnTo>
                  <a:close/>
                </a:path>
                <a:path w="937259" h="3101975">
                  <a:moveTo>
                    <a:pt x="937171" y="1612633"/>
                  </a:moveTo>
                  <a:lnTo>
                    <a:pt x="0" y="1612633"/>
                  </a:lnTo>
                  <a:lnTo>
                    <a:pt x="0" y="1721446"/>
                  </a:lnTo>
                  <a:lnTo>
                    <a:pt x="937171" y="1721446"/>
                  </a:lnTo>
                  <a:lnTo>
                    <a:pt x="937171" y="1612633"/>
                  </a:lnTo>
                  <a:close/>
                </a:path>
                <a:path w="937259" h="3101975">
                  <a:moveTo>
                    <a:pt x="937171" y="1382636"/>
                  </a:moveTo>
                  <a:lnTo>
                    <a:pt x="0" y="1382636"/>
                  </a:lnTo>
                  <a:lnTo>
                    <a:pt x="0" y="1491437"/>
                  </a:lnTo>
                  <a:lnTo>
                    <a:pt x="937171" y="1491437"/>
                  </a:lnTo>
                  <a:lnTo>
                    <a:pt x="937171" y="1382636"/>
                  </a:lnTo>
                  <a:close/>
                </a:path>
                <a:path w="937259" h="3101975">
                  <a:moveTo>
                    <a:pt x="937171" y="1152613"/>
                  </a:moveTo>
                  <a:lnTo>
                    <a:pt x="0" y="1152613"/>
                  </a:lnTo>
                  <a:lnTo>
                    <a:pt x="0" y="1261414"/>
                  </a:lnTo>
                  <a:lnTo>
                    <a:pt x="937171" y="1261414"/>
                  </a:lnTo>
                  <a:lnTo>
                    <a:pt x="937171" y="1152613"/>
                  </a:lnTo>
                  <a:close/>
                </a:path>
                <a:path w="937259" h="3101975">
                  <a:moveTo>
                    <a:pt x="937171" y="922616"/>
                  </a:moveTo>
                  <a:lnTo>
                    <a:pt x="0" y="922616"/>
                  </a:lnTo>
                  <a:lnTo>
                    <a:pt x="0" y="1031417"/>
                  </a:lnTo>
                  <a:lnTo>
                    <a:pt x="937171" y="1031417"/>
                  </a:lnTo>
                  <a:lnTo>
                    <a:pt x="937171" y="922616"/>
                  </a:lnTo>
                  <a:close/>
                </a:path>
                <a:path w="937259" h="3101975">
                  <a:moveTo>
                    <a:pt x="937171" y="692594"/>
                  </a:moveTo>
                  <a:lnTo>
                    <a:pt x="0" y="692594"/>
                  </a:lnTo>
                  <a:lnTo>
                    <a:pt x="0" y="801395"/>
                  </a:lnTo>
                  <a:lnTo>
                    <a:pt x="937171" y="801395"/>
                  </a:lnTo>
                  <a:lnTo>
                    <a:pt x="937171" y="692594"/>
                  </a:lnTo>
                  <a:close/>
                </a:path>
                <a:path w="937259" h="3101975">
                  <a:moveTo>
                    <a:pt x="937171" y="462597"/>
                  </a:moveTo>
                  <a:lnTo>
                    <a:pt x="0" y="462597"/>
                  </a:lnTo>
                  <a:lnTo>
                    <a:pt x="0" y="571385"/>
                  </a:lnTo>
                  <a:lnTo>
                    <a:pt x="937171" y="571385"/>
                  </a:lnTo>
                  <a:lnTo>
                    <a:pt x="937171" y="462597"/>
                  </a:lnTo>
                  <a:close/>
                </a:path>
                <a:path w="937259" h="3101975">
                  <a:moveTo>
                    <a:pt x="937171" y="232575"/>
                  </a:moveTo>
                  <a:lnTo>
                    <a:pt x="0" y="232575"/>
                  </a:lnTo>
                  <a:lnTo>
                    <a:pt x="0" y="341388"/>
                  </a:lnTo>
                  <a:lnTo>
                    <a:pt x="937171" y="341388"/>
                  </a:lnTo>
                  <a:lnTo>
                    <a:pt x="937171" y="232575"/>
                  </a:lnTo>
                  <a:close/>
                </a:path>
                <a:path w="937259" h="3101975">
                  <a:moveTo>
                    <a:pt x="937171" y="0"/>
                  </a:moveTo>
                  <a:lnTo>
                    <a:pt x="0" y="0"/>
                  </a:lnTo>
                  <a:lnTo>
                    <a:pt x="0" y="111379"/>
                  </a:lnTo>
                  <a:lnTo>
                    <a:pt x="937171" y="111379"/>
                  </a:lnTo>
                  <a:lnTo>
                    <a:pt x="937171" y="0"/>
                  </a:lnTo>
                  <a:close/>
                </a:path>
              </a:pathLst>
            </a:custGeom>
            <a:solidFill>
              <a:srgbClr val="C7C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723106" y="4783042"/>
              <a:ext cx="765175" cy="3111500"/>
            </a:xfrm>
            <a:custGeom>
              <a:avLst/>
              <a:gdLst/>
              <a:ahLst/>
              <a:cxnLst/>
              <a:rect l="l" t="t" r="r" b="b"/>
              <a:pathLst>
                <a:path w="765175" h="3111500">
                  <a:moveTo>
                    <a:pt x="764603" y="2990126"/>
                  </a:moveTo>
                  <a:lnTo>
                    <a:pt x="0" y="2990126"/>
                  </a:lnTo>
                  <a:lnTo>
                    <a:pt x="0" y="3111322"/>
                  </a:lnTo>
                  <a:lnTo>
                    <a:pt x="764603" y="3111322"/>
                  </a:lnTo>
                  <a:lnTo>
                    <a:pt x="764603" y="2990126"/>
                  </a:lnTo>
                  <a:close/>
                </a:path>
                <a:path w="765175" h="3111500">
                  <a:moveTo>
                    <a:pt x="764603" y="2760116"/>
                  </a:moveTo>
                  <a:lnTo>
                    <a:pt x="0" y="2760116"/>
                  </a:lnTo>
                  <a:lnTo>
                    <a:pt x="0" y="2881312"/>
                  </a:lnTo>
                  <a:lnTo>
                    <a:pt x="764603" y="2881312"/>
                  </a:lnTo>
                  <a:lnTo>
                    <a:pt x="764603" y="2760116"/>
                  </a:lnTo>
                  <a:close/>
                </a:path>
                <a:path w="765175" h="3111500">
                  <a:moveTo>
                    <a:pt x="764603" y="2530106"/>
                  </a:moveTo>
                  <a:lnTo>
                    <a:pt x="0" y="2530106"/>
                  </a:lnTo>
                  <a:lnTo>
                    <a:pt x="0" y="2651302"/>
                  </a:lnTo>
                  <a:lnTo>
                    <a:pt x="764603" y="2651302"/>
                  </a:lnTo>
                  <a:lnTo>
                    <a:pt x="764603" y="2530106"/>
                  </a:lnTo>
                  <a:close/>
                </a:path>
                <a:path w="765175" h="3111500">
                  <a:moveTo>
                    <a:pt x="764603" y="2300084"/>
                  </a:moveTo>
                  <a:lnTo>
                    <a:pt x="0" y="2300084"/>
                  </a:lnTo>
                  <a:lnTo>
                    <a:pt x="0" y="2421293"/>
                  </a:lnTo>
                  <a:lnTo>
                    <a:pt x="764603" y="2421293"/>
                  </a:lnTo>
                  <a:lnTo>
                    <a:pt x="764603" y="2300084"/>
                  </a:lnTo>
                  <a:close/>
                </a:path>
                <a:path w="765175" h="3111500">
                  <a:moveTo>
                    <a:pt x="764603" y="2070087"/>
                  </a:moveTo>
                  <a:lnTo>
                    <a:pt x="0" y="2070087"/>
                  </a:lnTo>
                  <a:lnTo>
                    <a:pt x="0" y="2191283"/>
                  </a:lnTo>
                  <a:lnTo>
                    <a:pt x="764603" y="2191283"/>
                  </a:lnTo>
                  <a:lnTo>
                    <a:pt x="764603" y="2070087"/>
                  </a:lnTo>
                  <a:close/>
                </a:path>
                <a:path w="765175" h="3111500">
                  <a:moveTo>
                    <a:pt x="764603" y="1840077"/>
                  </a:moveTo>
                  <a:lnTo>
                    <a:pt x="0" y="1840077"/>
                  </a:lnTo>
                  <a:lnTo>
                    <a:pt x="0" y="1961286"/>
                  </a:lnTo>
                  <a:lnTo>
                    <a:pt x="764603" y="1961286"/>
                  </a:lnTo>
                  <a:lnTo>
                    <a:pt x="764603" y="1840077"/>
                  </a:lnTo>
                  <a:close/>
                </a:path>
                <a:path w="765175" h="3111500">
                  <a:moveTo>
                    <a:pt x="764603" y="1610067"/>
                  </a:moveTo>
                  <a:lnTo>
                    <a:pt x="0" y="1610067"/>
                  </a:lnTo>
                  <a:lnTo>
                    <a:pt x="0" y="1731264"/>
                  </a:lnTo>
                  <a:lnTo>
                    <a:pt x="764603" y="1731264"/>
                  </a:lnTo>
                  <a:lnTo>
                    <a:pt x="764603" y="1610067"/>
                  </a:lnTo>
                  <a:close/>
                </a:path>
                <a:path w="765175" h="3111500">
                  <a:moveTo>
                    <a:pt x="764603" y="1380058"/>
                  </a:moveTo>
                  <a:lnTo>
                    <a:pt x="0" y="1380058"/>
                  </a:lnTo>
                  <a:lnTo>
                    <a:pt x="0" y="1501254"/>
                  </a:lnTo>
                  <a:lnTo>
                    <a:pt x="764603" y="1501254"/>
                  </a:lnTo>
                  <a:lnTo>
                    <a:pt x="764603" y="1380058"/>
                  </a:lnTo>
                  <a:close/>
                </a:path>
                <a:path w="765175" h="3111500">
                  <a:moveTo>
                    <a:pt x="764603" y="1150035"/>
                  </a:moveTo>
                  <a:lnTo>
                    <a:pt x="0" y="1150035"/>
                  </a:lnTo>
                  <a:lnTo>
                    <a:pt x="0" y="1271257"/>
                  </a:lnTo>
                  <a:lnTo>
                    <a:pt x="764603" y="1271257"/>
                  </a:lnTo>
                  <a:lnTo>
                    <a:pt x="764603" y="1150035"/>
                  </a:lnTo>
                  <a:close/>
                </a:path>
                <a:path w="765175" h="3111500">
                  <a:moveTo>
                    <a:pt x="764603" y="920038"/>
                  </a:moveTo>
                  <a:lnTo>
                    <a:pt x="0" y="920038"/>
                  </a:lnTo>
                  <a:lnTo>
                    <a:pt x="0" y="1041234"/>
                  </a:lnTo>
                  <a:lnTo>
                    <a:pt x="764603" y="1041234"/>
                  </a:lnTo>
                  <a:lnTo>
                    <a:pt x="764603" y="920038"/>
                  </a:lnTo>
                  <a:close/>
                </a:path>
                <a:path w="765175" h="3111500">
                  <a:moveTo>
                    <a:pt x="764603" y="690016"/>
                  </a:moveTo>
                  <a:lnTo>
                    <a:pt x="0" y="690016"/>
                  </a:lnTo>
                  <a:lnTo>
                    <a:pt x="0" y="811237"/>
                  </a:lnTo>
                  <a:lnTo>
                    <a:pt x="764603" y="811237"/>
                  </a:lnTo>
                  <a:lnTo>
                    <a:pt x="764603" y="690016"/>
                  </a:lnTo>
                  <a:close/>
                </a:path>
                <a:path w="765175" h="3111500">
                  <a:moveTo>
                    <a:pt x="764603" y="460006"/>
                  </a:moveTo>
                  <a:lnTo>
                    <a:pt x="0" y="460006"/>
                  </a:lnTo>
                  <a:lnTo>
                    <a:pt x="0" y="581215"/>
                  </a:lnTo>
                  <a:lnTo>
                    <a:pt x="764603" y="581215"/>
                  </a:lnTo>
                  <a:lnTo>
                    <a:pt x="764603" y="460006"/>
                  </a:lnTo>
                  <a:close/>
                </a:path>
                <a:path w="765175" h="3111500">
                  <a:moveTo>
                    <a:pt x="764603" y="230009"/>
                  </a:moveTo>
                  <a:lnTo>
                    <a:pt x="0" y="230009"/>
                  </a:lnTo>
                  <a:lnTo>
                    <a:pt x="0" y="351218"/>
                  </a:lnTo>
                  <a:lnTo>
                    <a:pt x="764603" y="351218"/>
                  </a:lnTo>
                  <a:lnTo>
                    <a:pt x="764603" y="230009"/>
                  </a:lnTo>
                  <a:close/>
                </a:path>
                <a:path w="765175" h="3111500">
                  <a:moveTo>
                    <a:pt x="764603" y="0"/>
                  </a:moveTo>
                  <a:lnTo>
                    <a:pt x="0" y="0"/>
                  </a:lnTo>
                  <a:lnTo>
                    <a:pt x="0" y="121196"/>
                  </a:lnTo>
                  <a:lnTo>
                    <a:pt x="764603" y="121196"/>
                  </a:lnTo>
                  <a:lnTo>
                    <a:pt x="764603" y="0"/>
                  </a:lnTo>
                  <a:close/>
                </a:path>
              </a:pathLst>
            </a:custGeom>
            <a:solidFill>
              <a:srgbClr val="929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723114" y="4110911"/>
              <a:ext cx="691515" cy="3783965"/>
            </a:xfrm>
            <a:custGeom>
              <a:avLst/>
              <a:gdLst/>
              <a:ahLst/>
              <a:cxnLst/>
              <a:rect l="l" t="t" r="r" b="b"/>
              <a:pathLst>
                <a:path w="691515" h="3783965">
                  <a:moveTo>
                    <a:pt x="691256" y="0"/>
                  </a:moveTo>
                  <a:lnTo>
                    <a:pt x="0" y="0"/>
                  </a:lnTo>
                  <a:lnTo>
                    <a:pt x="0" y="3783445"/>
                  </a:lnTo>
                  <a:lnTo>
                    <a:pt x="691256" y="3783445"/>
                  </a:lnTo>
                  <a:lnTo>
                    <a:pt x="691256" y="0"/>
                  </a:lnTo>
                  <a:close/>
                </a:path>
              </a:pathLst>
            </a:custGeom>
            <a:solidFill>
              <a:srgbClr val="5D6790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174281" y="4110911"/>
              <a:ext cx="1376680" cy="561340"/>
            </a:xfrm>
            <a:custGeom>
              <a:avLst/>
              <a:gdLst/>
              <a:ahLst/>
              <a:cxnLst/>
              <a:rect l="l" t="t" r="r" b="b"/>
              <a:pathLst>
                <a:path w="1376680" h="561339">
                  <a:moveTo>
                    <a:pt x="0" y="560747"/>
                  </a:moveTo>
                  <a:lnTo>
                    <a:pt x="1376261" y="560747"/>
                  </a:lnTo>
                  <a:lnTo>
                    <a:pt x="1376261" y="0"/>
                  </a:lnTo>
                  <a:lnTo>
                    <a:pt x="0" y="0"/>
                  </a:lnTo>
                  <a:lnTo>
                    <a:pt x="0" y="560747"/>
                  </a:lnTo>
                  <a:close/>
                </a:path>
              </a:pathLst>
            </a:custGeom>
            <a:solidFill>
              <a:srgbClr val="B9BD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174278" y="4671663"/>
              <a:ext cx="1549400" cy="3101975"/>
            </a:xfrm>
            <a:custGeom>
              <a:avLst/>
              <a:gdLst/>
              <a:ahLst/>
              <a:cxnLst/>
              <a:rect l="l" t="t" r="r" b="b"/>
              <a:pathLst>
                <a:path w="1549400" h="3101975">
                  <a:moveTo>
                    <a:pt x="1548828" y="2992691"/>
                  </a:moveTo>
                  <a:lnTo>
                    <a:pt x="0" y="2992691"/>
                  </a:lnTo>
                  <a:lnTo>
                    <a:pt x="0" y="3101505"/>
                  </a:lnTo>
                  <a:lnTo>
                    <a:pt x="1548828" y="3101505"/>
                  </a:lnTo>
                  <a:lnTo>
                    <a:pt x="1548828" y="2992691"/>
                  </a:lnTo>
                  <a:close/>
                </a:path>
                <a:path w="1549400" h="3101975">
                  <a:moveTo>
                    <a:pt x="1548828" y="2762681"/>
                  </a:moveTo>
                  <a:lnTo>
                    <a:pt x="0" y="2762681"/>
                  </a:lnTo>
                  <a:lnTo>
                    <a:pt x="0" y="2871495"/>
                  </a:lnTo>
                  <a:lnTo>
                    <a:pt x="1548828" y="2871495"/>
                  </a:lnTo>
                  <a:lnTo>
                    <a:pt x="1548828" y="2762681"/>
                  </a:lnTo>
                  <a:close/>
                </a:path>
                <a:path w="1549400" h="3101975">
                  <a:moveTo>
                    <a:pt x="1548828" y="2532684"/>
                  </a:moveTo>
                  <a:lnTo>
                    <a:pt x="0" y="2532684"/>
                  </a:lnTo>
                  <a:lnTo>
                    <a:pt x="0" y="2641485"/>
                  </a:lnTo>
                  <a:lnTo>
                    <a:pt x="1548828" y="2641485"/>
                  </a:lnTo>
                  <a:lnTo>
                    <a:pt x="1548828" y="2532684"/>
                  </a:lnTo>
                  <a:close/>
                </a:path>
                <a:path w="1549400" h="3101975">
                  <a:moveTo>
                    <a:pt x="1548828" y="2302675"/>
                  </a:moveTo>
                  <a:lnTo>
                    <a:pt x="0" y="2302675"/>
                  </a:lnTo>
                  <a:lnTo>
                    <a:pt x="0" y="2411476"/>
                  </a:lnTo>
                  <a:lnTo>
                    <a:pt x="1548828" y="2411476"/>
                  </a:lnTo>
                  <a:lnTo>
                    <a:pt x="1548828" y="2302675"/>
                  </a:lnTo>
                  <a:close/>
                </a:path>
                <a:path w="1549400" h="3101975">
                  <a:moveTo>
                    <a:pt x="1548828" y="2072665"/>
                  </a:moveTo>
                  <a:lnTo>
                    <a:pt x="0" y="2072665"/>
                  </a:lnTo>
                  <a:lnTo>
                    <a:pt x="0" y="2181479"/>
                  </a:lnTo>
                  <a:lnTo>
                    <a:pt x="1548828" y="2181479"/>
                  </a:lnTo>
                  <a:lnTo>
                    <a:pt x="1548828" y="2072665"/>
                  </a:lnTo>
                  <a:close/>
                </a:path>
                <a:path w="1549400" h="3101975">
                  <a:moveTo>
                    <a:pt x="1548828" y="1842643"/>
                  </a:moveTo>
                  <a:lnTo>
                    <a:pt x="0" y="1842643"/>
                  </a:lnTo>
                  <a:lnTo>
                    <a:pt x="0" y="1951456"/>
                  </a:lnTo>
                  <a:lnTo>
                    <a:pt x="1548828" y="1951456"/>
                  </a:lnTo>
                  <a:lnTo>
                    <a:pt x="1548828" y="1842643"/>
                  </a:lnTo>
                  <a:close/>
                </a:path>
                <a:path w="1549400" h="3101975">
                  <a:moveTo>
                    <a:pt x="1548828" y="1612646"/>
                  </a:moveTo>
                  <a:lnTo>
                    <a:pt x="0" y="1612646"/>
                  </a:lnTo>
                  <a:lnTo>
                    <a:pt x="0" y="1721446"/>
                  </a:lnTo>
                  <a:lnTo>
                    <a:pt x="1548828" y="1721446"/>
                  </a:lnTo>
                  <a:lnTo>
                    <a:pt x="1548828" y="1612646"/>
                  </a:lnTo>
                  <a:close/>
                </a:path>
                <a:path w="1549400" h="3101975">
                  <a:moveTo>
                    <a:pt x="1548828" y="1382636"/>
                  </a:moveTo>
                  <a:lnTo>
                    <a:pt x="0" y="1382636"/>
                  </a:lnTo>
                  <a:lnTo>
                    <a:pt x="0" y="1491437"/>
                  </a:lnTo>
                  <a:lnTo>
                    <a:pt x="1548828" y="1491437"/>
                  </a:lnTo>
                  <a:lnTo>
                    <a:pt x="1548828" y="1382636"/>
                  </a:lnTo>
                  <a:close/>
                </a:path>
                <a:path w="1549400" h="3101975">
                  <a:moveTo>
                    <a:pt x="1548828" y="1152626"/>
                  </a:moveTo>
                  <a:lnTo>
                    <a:pt x="0" y="1152626"/>
                  </a:lnTo>
                  <a:lnTo>
                    <a:pt x="0" y="1261427"/>
                  </a:lnTo>
                  <a:lnTo>
                    <a:pt x="1548828" y="1261427"/>
                  </a:lnTo>
                  <a:lnTo>
                    <a:pt x="1548828" y="1152626"/>
                  </a:lnTo>
                  <a:close/>
                </a:path>
                <a:path w="1549400" h="3101975">
                  <a:moveTo>
                    <a:pt x="1548828" y="922616"/>
                  </a:moveTo>
                  <a:lnTo>
                    <a:pt x="0" y="922616"/>
                  </a:lnTo>
                  <a:lnTo>
                    <a:pt x="0" y="1031430"/>
                  </a:lnTo>
                  <a:lnTo>
                    <a:pt x="1548828" y="1031430"/>
                  </a:lnTo>
                  <a:lnTo>
                    <a:pt x="1548828" y="922616"/>
                  </a:lnTo>
                  <a:close/>
                </a:path>
                <a:path w="1549400" h="3101975">
                  <a:moveTo>
                    <a:pt x="1548828" y="692594"/>
                  </a:moveTo>
                  <a:lnTo>
                    <a:pt x="0" y="692594"/>
                  </a:lnTo>
                  <a:lnTo>
                    <a:pt x="0" y="801395"/>
                  </a:lnTo>
                  <a:lnTo>
                    <a:pt x="1548828" y="801395"/>
                  </a:lnTo>
                  <a:lnTo>
                    <a:pt x="1548828" y="692594"/>
                  </a:lnTo>
                  <a:close/>
                </a:path>
                <a:path w="1549400" h="3101975">
                  <a:moveTo>
                    <a:pt x="1548828" y="462597"/>
                  </a:moveTo>
                  <a:lnTo>
                    <a:pt x="0" y="462597"/>
                  </a:lnTo>
                  <a:lnTo>
                    <a:pt x="0" y="571398"/>
                  </a:lnTo>
                  <a:lnTo>
                    <a:pt x="1548828" y="571398"/>
                  </a:lnTo>
                  <a:lnTo>
                    <a:pt x="1548828" y="462597"/>
                  </a:lnTo>
                  <a:close/>
                </a:path>
                <a:path w="1549400" h="3101975">
                  <a:moveTo>
                    <a:pt x="1548828" y="232587"/>
                  </a:moveTo>
                  <a:lnTo>
                    <a:pt x="0" y="232587"/>
                  </a:lnTo>
                  <a:lnTo>
                    <a:pt x="0" y="341388"/>
                  </a:lnTo>
                  <a:lnTo>
                    <a:pt x="1548828" y="341388"/>
                  </a:lnTo>
                  <a:lnTo>
                    <a:pt x="1548828" y="232587"/>
                  </a:lnTo>
                  <a:close/>
                </a:path>
                <a:path w="1549400" h="3101975">
                  <a:moveTo>
                    <a:pt x="1548828" y="0"/>
                  </a:moveTo>
                  <a:lnTo>
                    <a:pt x="0" y="0"/>
                  </a:lnTo>
                  <a:lnTo>
                    <a:pt x="0" y="111379"/>
                  </a:lnTo>
                  <a:lnTo>
                    <a:pt x="1548828" y="111379"/>
                  </a:lnTo>
                  <a:lnTo>
                    <a:pt x="1548828" y="0"/>
                  </a:lnTo>
                  <a:close/>
                </a:path>
              </a:pathLst>
            </a:custGeom>
            <a:solidFill>
              <a:srgbClr val="C7C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174278" y="4783042"/>
              <a:ext cx="1549400" cy="3111500"/>
            </a:xfrm>
            <a:custGeom>
              <a:avLst/>
              <a:gdLst/>
              <a:ahLst/>
              <a:cxnLst/>
              <a:rect l="l" t="t" r="r" b="b"/>
              <a:pathLst>
                <a:path w="1549400" h="3111500">
                  <a:moveTo>
                    <a:pt x="1548828" y="2990126"/>
                  </a:moveTo>
                  <a:lnTo>
                    <a:pt x="0" y="2990126"/>
                  </a:lnTo>
                  <a:lnTo>
                    <a:pt x="0" y="3111322"/>
                  </a:lnTo>
                  <a:lnTo>
                    <a:pt x="1548828" y="3111322"/>
                  </a:lnTo>
                  <a:lnTo>
                    <a:pt x="1548828" y="2990126"/>
                  </a:lnTo>
                  <a:close/>
                </a:path>
                <a:path w="1549400" h="3111500">
                  <a:moveTo>
                    <a:pt x="1548828" y="2760116"/>
                  </a:moveTo>
                  <a:lnTo>
                    <a:pt x="0" y="2760116"/>
                  </a:lnTo>
                  <a:lnTo>
                    <a:pt x="0" y="2881312"/>
                  </a:lnTo>
                  <a:lnTo>
                    <a:pt x="1548828" y="2881312"/>
                  </a:lnTo>
                  <a:lnTo>
                    <a:pt x="1548828" y="2760116"/>
                  </a:lnTo>
                  <a:close/>
                </a:path>
                <a:path w="1549400" h="3111500">
                  <a:moveTo>
                    <a:pt x="1548828" y="2530106"/>
                  </a:moveTo>
                  <a:lnTo>
                    <a:pt x="0" y="2530106"/>
                  </a:lnTo>
                  <a:lnTo>
                    <a:pt x="0" y="2651302"/>
                  </a:lnTo>
                  <a:lnTo>
                    <a:pt x="1548828" y="2651302"/>
                  </a:lnTo>
                  <a:lnTo>
                    <a:pt x="1548828" y="2530106"/>
                  </a:lnTo>
                  <a:close/>
                </a:path>
                <a:path w="1549400" h="3111500">
                  <a:moveTo>
                    <a:pt x="1548828" y="2300097"/>
                  </a:moveTo>
                  <a:lnTo>
                    <a:pt x="0" y="2300097"/>
                  </a:lnTo>
                  <a:lnTo>
                    <a:pt x="0" y="2421305"/>
                  </a:lnTo>
                  <a:lnTo>
                    <a:pt x="1548828" y="2421305"/>
                  </a:lnTo>
                  <a:lnTo>
                    <a:pt x="1548828" y="2300097"/>
                  </a:lnTo>
                  <a:close/>
                </a:path>
                <a:path w="1549400" h="3111500">
                  <a:moveTo>
                    <a:pt x="1548828" y="2070100"/>
                  </a:moveTo>
                  <a:lnTo>
                    <a:pt x="0" y="2070100"/>
                  </a:lnTo>
                  <a:lnTo>
                    <a:pt x="0" y="2191296"/>
                  </a:lnTo>
                  <a:lnTo>
                    <a:pt x="1548828" y="2191296"/>
                  </a:lnTo>
                  <a:lnTo>
                    <a:pt x="1548828" y="2070100"/>
                  </a:lnTo>
                  <a:close/>
                </a:path>
                <a:path w="1549400" h="3111500">
                  <a:moveTo>
                    <a:pt x="1548828" y="1840077"/>
                  </a:moveTo>
                  <a:lnTo>
                    <a:pt x="0" y="1840077"/>
                  </a:lnTo>
                  <a:lnTo>
                    <a:pt x="0" y="1961286"/>
                  </a:lnTo>
                  <a:lnTo>
                    <a:pt x="1548828" y="1961286"/>
                  </a:lnTo>
                  <a:lnTo>
                    <a:pt x="1548828" y="1840077"/>
                  </a:lnTo>
                  <a:close/>
                </a:path>
                <a:path w="1549400" h="3111500">
                  <a:moveTo>
                    <a:pt x="1548828" y="1610067"/>
                  </a:moveTo>
                  <a:lnTo>
                    <a:pt x="0" y="1610067"/>
                  </a:lnTo>
                  <a:lnTo>
                    <a:pt x="0" y="1731264"/>
                  </a:lnTo>
                  <a:lnTo>
                    <a:pt x="1548828" y="1731264"/>
                  </a:lnTo>
                  <a:lnTo>
                    <a:pt x="1548828" y="1610067"/>
                  </a:lnTo>
                  <a:close/>
                </a:path>
                <a:path w="1549400" h="3111500">
                  <a:moveTo>
                    <a:pt x="1548828" y="1380058"/>
                  </a:moveTo>
                  <a:lnTo>
                    <a:pt x="0" y="1380058"/>
                  </a:lnTo>
                  <a:lnTo>
                    <a:pt x="0" y="1501267"/>
                  </a:lnTo>
                  <a:lnTo>
                    <a:pt x="1548828" y="1501267"/>
                  </a:lnTo>
                  <a:lnTo>
                    <a:pt x="1548828" y="1380058"/>
                  </a:lnTo>
                  <a:close/>
                </a:path>
                <a:path w="1549400" h="3111500">
                  <a:moveTo>
                    <a:pt x="1548828" y="1150048"/>
                  </a:moveTo>
                  <a:lnTo>
                    <a:pt x="0" y="1150048"/>
                  </a:lnTo>
                  <a:lnTo>
                    <a:pt x="0" y="1271257"/>
                  </a:lnTo>
                  <a:lnTo>
                    <a:pt x="1548828" y="1271257"/>
                  </a:lnTo>
                  <a:lnTo>
                    <a:pt x="1548828" y="1150048"/>
                  </a:lnTo>
                  <a:close/>
                </a:path>
                <a:path w="1549400" h="3111500">
                  <a:moveTo>
                    <a:pt x="1548828" y="920051"/>
                  </a:moveTo>
                  <a:lnTo>
                    <a:pt x="0" y="920051"/>
                  </a:lnTo>
                  <a:lnTo>
                    <a:pt x="0" y="1041247"/>
                  </a:lnTo>
                  <a:lnTo>
                    <a:pt x="1548828" y="1041247"/>
                  </a:lnTo>
                  <a:lnTo>
                    <a:pt x="1548828" y="920051"/>
                  </a:lnTo>
                  <a:close/>
                </a:path>
                <a:path w="1549400" h="3111500">
                  <a:moveTo>
                    <a:pt x="1548828" y="690016"/>
                  </a:moveTo>
                  <a:lnTo>
                    <a:pt x="0" y="690016"/>
                  </a:lnTo>
                  <a:lnTo>
                    <a:pt x="0" y="811237"/>
                  </a:lnTo>
                  <a:lnTo>
                    <a:pt x="1548828" y="811237"/>
                  </a:lnTo>
                  <a:lnTo>
                    <a:pt x="1548828" y="690016"/>
                  </a:lnTo>
                  <a:close/>
                </a:path>
                <a:path w="1549400" h="3111500">
                  <a:moveTo>
                    <a:pt x="1548828" y="460019"/>
                  </a:moveTo>
                  <a:lnTo>
                    <a:pt x="0" y="460019"/>
                  </a:lnTo>
                  <a:lnTo>
                    <a:pt x="0" y="581215"/>
                  </a:lnTo>
                  <a:lnTo>
                    <a:pt x="1548828" y="581215"/>
                  </a:lnTo>
                  <a:lnTo>
                    <a:pt x="1548828" y="460019"/>
                  </a:lnTo>
                  <a:close/>
                </a:path>
                <a:path w="1549400" h="3111500">
                  <a:moveTo>
                    <a:pt x="1548828" y="230009"/>
                  </a:moveTo>
                  <a:lnTo>
                    <a:pt x="0" y="230009"/>
                  </a:lnTo>
                  <a:lnTo>
                    <a:pt x="0" y="351218"/>
                  </a:lnTo>
                  <a:lnTo>
                    <a:pt x="1548828" y="351218"/>
                  </a:lnTo>
                  <a:lnTo>
                    <a:pt x="1548828" y="230009"/>
                  </a:lnTo>
                  <a:close/>
                </a:path>
                <a:path w="1549400" h="3111500">
                  <a:moveTo>
                    <a:pt x="1548828" y="0"/>
                  </a:moveTo>
                  <a:lnTo>
                    <a:pt x="0" y="0"/>
                  </a:lnTo>
                  <a:lnTo>
                    <a:pt x="0" y="121208"/>
                  </a:lnTo>
                  <a:lnTo>
                    <a:pt x="1548828" y="121208"/>
                  </a:lnTo>
                  <a:lnTo>
                    <a:pt x="1548828" y="0"/>
                  </a:lnTo>
                  <a:close/>
                </a:path>
              </a:pathLst>
            </a:custGeom>
            <a:solidFill>
              <a:srgbClr val="929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5174281" y="4110911"/>
              <a:ext cx="146685" cy="3783965"/>
            </a:xfrm>
            <a:custGeom>
              <a:avLst/>
              <a:gdLst/>
              <a:ahLst/>
              <a:cxnLst/>
              <a:rect l="l" t="t" r="r" b="b"/>
              <a:pathLst>
                <a:path w="146684" h="3783965">
                  <a:moveTo>
                    <a:pt x="146466" y="0"/>
                  </a:moveTo>
                  <a:lnTo>
                    <a:pt x="0" y="0"/>
                  </a:lnTo>
                  <a:lnTo>
                    <a:pt x="0" y="3783445"/>
                  </a:lnTo>
                  <a:lnTo>
                    <a:pt x="146466" y="3783445"/>
                  </a:lnTo>
                  <a:lnTo>
                    <a:pt x="146466" y="0"/>
                  </a:lnTo>
                  <a:close/>
                </a:path>
              </a:pathLst>
            </a:custGeom>
            <a:solidFill>
              <a:srgbClr val="5D6790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550543" y="4110911"/>
              <a:ext cx="172720" cy="3783965"/>
            </a:xfrm>
            <a:custGeom>
              <a:avLst/>
              <a:gdLst/>
              <a:ahLst/>
              <a:cxnLst/>
              <a:rect l="l" t="t" r="r" b="b"/>
              <a:pathLst>
                <a:path w="172719" h="3783965">
                  <a:moveTo>
                    <a:pt x="172570" y="0"/>
                  </a:moveTo>
                  <a:lnTo>
                    <a:pt x="0" y="0"/>
                  </a:lnTo>
                  <a:lnTo>
                    <a:pt x="0" y="3783445"/>
                  </a:lnTo>
                  <a:lnTo>
                    <a:pt x="172570" y="3783445"/>
                  </a:lnTo>
                  <a:lnTo>
                    <a:pt x="172570" y="0"/>
                  </a:lnTo>
                  <a:close/>
                </a:path>
              </a:pathLst>
            </a:custGeom>
            <a:solidFill>
              <a:srgbClr val="FFFFFF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9463407" y="2082104"/>
              <a:ext cx="640715" cy="5975350"/>
            </a:xfrm>
            <a:custGeom>
              <a:avLst/>
              <a:gdLst/>
              <a:ahLst/>
              <a:cxnLst/>
              <a:rect l="l" t="t" r="r" b="b"/>
              <a:pathLst>
                <a:path w="640715" h="5975350">
                  <a:moveTo>
                    <a:pt x="0" y="5975179"/>
                  </a:moveTo>
                  <a:lnTo>
                    <a:pt x="640692" y="5975179"/>
                  </a:lnTo>
                  <a:lnTo>
                    <a:pt x="640692" y="0"/>
                  </a:lnTo>
                  <a:lnTo>
                    <a:pt x="0" y="0"/>
                  </a:lnTo>
                  <a:lnTo>
                    <a:pt x="0" y="5975179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9463398" y="2264708"/>
              <a:ext cx="640715" cy="5677535"/>
            </a:xfrm>
            <a:custGeom>
              <a:avLst/>
              <a:gdLst/>
              <a:ahLst/>
              <a:cxnLst/>
              <a:rect l="l" t="t" r="r" b="b"/>
              <a:pathLst>
                <a:path w="640715" h="5677534">
                  <a:moveTo>
                    <a:pt x="640689" y="5624512"/>
                  </a:moveTo>
                  <a:lnTo>
                    <a:pt x="0" y="5624512"/>
                  </a:lnTo>
                  <a:lnTo>
                    <a:pt x="0" y="5677293"/>
                  </a:lnTo>
                  <a:lnTo>
                    <a:pt x="640689" y="5677293"/>
                  </a:lnTo>
                  <a:lnTo>
                    <a:pt x="640689" y="5624512"/>
                  </a:lnTo>
                  <a:close/>
                </a:path>
                <a:path w="640715" h="5677534">
                  <a:moveTo>
                    <a:pt x="640689" y="5390159"/>
                  </a:moveTo>
                  <a:lnTo>
                    <a:pt x="0" y="5390159"/>
                  </a:lnTo>
                  <a:lnTo>
                    <a:pt x="0" y="5442953"/>
                  </a:lnTo>
                  <a:lnTo>
                    <a:pt x="640689" y="5442953"/>
                  </a:lnTo>
                  <a:lnTo>
                    <a:pt x="640689" y="5390159"/>
                  </a:lnTo>
                  <a:close/>
                </a:path>
                <a:path w="640715" h="5677534">
                  <a:moveTo>
                    <a:pt x="640689" y="5155806"/>
                  </a:moveTo>
                  <a:lnTo>
                    <a:pt x="0" y="5155806"/>
                  </a:lnTo>
                  <a:lnTo>
                    <a:pt x="0" y="5208587"/>
                  </a:lnTo>
                  <a:lnTo>
                    <a:pt x="640689" y="5208587"/>
                  </a:lnTo>
                  <a:lnTo>
                    <a:pt x="640689" y="5155806"/>
                  </a:lnTo>
                  <a:close/>
                </a:path>
                <a:path w="640715" h="5677534">
                  <a:moveTo>
                    <a:pt x="640689" y="4921453"/>
                  </a:moveTo>
                  <a:lnTo>
                    <a:pt x="0" y="4921453"/>
                  </a:lnTo>
                  <a:lnTo>
                    <a:pt x="0" y="4974234"/>
                  </a:lnTo>
                  <a:lnTo>
                    <a:pt x="640689" y="4974234"/>
                  </a:lnTo>
                  <a:lnTo>
                    <a:pt x="640689" y="4921453"/>
                  </a:lnTo>
                  <a:close/>
                </a:path>
                <a:path w="640715" h="5677534">
                  <a:moveTo>
                    <a:pt x="640689" y="4687100"/>
                  </a:moveTo>
                  <a:lnTo>
                    <a:pt x="0" y="4687100"/>
                  </a:lnTo>
                  <a:lnTo>
                    <a:pt x="0" y="4739881"/>
                  </a:lnTo>
                  <a:lnTo>
                    <a:pt x="640689" y="4739881"/>
                  </a:lnTo>
                  <a:lnTo>
                    <a:pt x="640689" y="4687100"/>
                  </a:lnTo>
                  <a:close/>
                </a:path>
                <a:path w="640715" h="5677534">
                  <a:moveTo>
                    <a:pt x="640689" y="4452734"/>
                  </a:moveTo>
                  <a:lnTo>
                    <a:pt x="0" y="4452734"/>
                  </a:lnTo>
                  <a:lnTo>
                    <a:pt x="0" y="4505515"/>
                  </a:lnTo>
                  <a:lnTo>
                    <a:pt x="640689" y="4505515"/>
                  </a:lnTo>
                  <a:lnTo>
                    <a:pt x="640689" y="4452734"/>
                  </a:lnTo>
                  <a:close/>
                </a:path>
                <a:path w="640715" h="5677534">
                  <a:moveTo>
                    <a:pt x="640689" y="4218394"/>
                  </a:moveTo>
                  <a:lnTo>
                    <a:pt x="0" y="4218394"/>
                  </a:lnTo>
                  <a:lnTo>
                    <a:pt x="0" y="4271175"/>
                  </a:lnTo>
                  <a:lnTo>
                    <a:pt x="640689" y="4271175"/>
                  </a:lnTo>
                  <a:lnTo>
                    <a:pt x="640689" y="4218394"/>
                  </a:lnTo>
                  <a:close/>
                </a:path>
                <a:path w="640715" h="5677534">
                  <a:moveTo>
                    <a:pt x="640689" y="3984028"/>
                  </a:moveTo>
                  <a:lnTo>
                    <a:pt x="0" y="3984028"/>
                  </a:lnTo>
                  <a:lnTo>
                    <a:pt x="0" y="4036809"/>
                  </a:lnTo>
                  <a:lnTo>
                    <a:pt x="640689" y="4036809"/>
                  </a:lnTo>
                  <a:lnTo>
                    <a:pt x="640689" y="3984028"/>
                  </a:lnTo>
                  <a:close/>
                </a:path>
                <a:path w="640715" h="5677534">
                  <a:moveTo>
                    <a:pt x="640689" y="3749675"/>
                  </a:moveTo>
                  <a:lnTo>
                    <a:pt x="0" y="3749675"/>
                  </a:lnTo>
                  <a:lnTo>
                    <a:pt x="0" y="3802469"/>
                  </a:lnTo>
                  <a:lnTo>
                    <a:pt x="640689" y="3802469"/>
                  </a:lnTo>
                  <a:lnTo>
                    <a:pt x="640689" y="3749675"/>
                  </a:lnTo>
                  <a:close/>
                </a:path>
                <a:path w="640715" h="5677534">
                  <a:moveTo>
                    <a:pt x="640689" y="3515322"/>
                  </a:moveTo>
                  <a:lnTo>
                    <a:pt x="0" y="3515322"/>
                  </a:lnTo>
                  <a:lnTo>
                    <a:pt x="0" y="3568103"/>
                  </a:lnTo>
                  <a:lnTo>
                    <a:pt x="640689" y="3568103"/>
                  </a:lnTo>
                  <a:lnTo>
                    <a:pt x="640689" y="3515322"/>
                  </a:lnTo>
                  <a:close/>
                </a:path>
                <a:path w="640715" h="5677534">
                  <a:moveTo>
                    <a:pt x="640689" y="3280968"/>
                  </a:moveTo>
                  <a:lnTo>
                    <a:pt x="0" y="3280968"/>
                  </a:lnTo>
                  <a:lnTo>
                    <a:pt x="0" y="3333750"/>
                  </a:lnTo>
                  <a:lnTo>
                    <a:pt x="640689" y="3333750"/>
                  </a:lnTo>
                  <a:lnTo>
                    <a:pt x="640689" y="3280968"/>
                  </a:lnTo>
                  <a:close/>
                </a:path>
                <a:path w="640715" h="5677534">
                  <a:moveTo>
                    <a:pt x="640689" y="3046615"/>
                  </a:moveTo>
                  <a:lnTo>
                    <a:pt x="0" y="3046615"/>
                  </a:lnTo>
                  <a:lnTo>
                    <a:pt x="0" y="3099397"/>
                  </a:lnTo>
                  <a:lnTo>
                    <a:pt x="640689" y="3099397"/>
                  </a:lnTo>
                  <a:lnTo>
                    <a:pt x="640689" y="3046615"/>
                  </a:lnTo>
                  <a:close/>
                </a:path>
                <a:path w="640715" h="5677534">
                  <a:moveTo>
                    <a:pt x="640689" y="2812262"/>
                  </a:moveTo>
                  <a:lnTo>
                    <a:pt x="0" y="2812262"/>
                  </a:lnTo>
                  <a:lnTo>
                    <a:pt x="0" y="2865043"/>
                  </a:lnTo>
                  <a:lnTo>
                    <a:pt x="640689" y="2865043"/>
                  </a:lnTo>
                  <a:lnTo>
                    <a:pt x="640689" y="2812262"/>
                  </a:lnTo>
                  <a:close/>
                </a:path>
                <a:path w="640715" h="5677534">
                  <a:moveTo>
                    <a:pt x="640689" y="2577909"/>
                  </a:moveTo>
                  <a:lnTo>
                    <a:pt x="0" y="2577909"/>
                  </a:lnTo>
                  <a:lnTo>
                    <a:pt x="0" y="2630690"/>
                  </a:lnTo>
                  <a:lnTo>
                    <a:pt x="640689" y="2630690"/>
                  </a:lnTo>
                  <a:lnTo>
                    <a:pt x="640689" y="2577909"/>
                  </a:lnTo>
                  <a:close/>
                </a:path>
                <a:path w="640715" h="5677534">
                  <a:moveTo>
                    <a:pt x="640689" y="2343556"/>
                  </a:moveTo>
                  <a:lnTo>
                    <a:pt x="0" y="2343556"/>
                  </a:lnTo>
                  <a:lnTo>
                    <a:pt x="0" y="2396337"/>
                  </a:lnTo>
                  <a:lnTo>
                    <a:pt x="640689" y="2396337"/>
                  </a:lnTo>
                  <a:lnTo>
                    <a:pt x="640689" y="2343556"/>
                  </a:lnTo>
                  <a:close/>
                </a:path>
                <a:path w="640715" h="5677534">
                  <a:moveTo>
                    <a:pt x="640689" y="2109190"/>
                  </a:moveTo>
                  <a:lnTo>
                    <a:pt x="0" y="2109190"/>
                  </a:lnTo>
                  <a:lnTo>
                    <a:pt x="0" y="2161984"/>
                  </a:lnTo>
                  <a:lnTo>
                    <a:pt x="640689" y="2161984"/>
                  </a:lnTo>
                  <a:lnTo>
                    <a:pt x="640689" y="2109190"/>
                  </a:lnTo>
                  <a:close/>
                </a:path>
                <a:path w="640715" h="5677534">
                  <a:moveTo>
                    <a:pt x="640689" y="1874837"/>
                  </a:moveTo>
                  <a:lnTo>
                    <a:pt x="0" y="1874837"/>
                  </a:lnTo>
                  <a:lnTo>
                    <a:pt x="0" y="1927618"/>
                  </a:lnTo>
                  <a:lnTo>
                    <a:pt x="640689" y="1927618"/>
                  </a:lnTo>
                  <a:lnTo>
                    <a:pt x="640689" y="1874837"/>
                  </a:lnTo>
                  <a:close/>
                </a:path>
                <a:path w="640715" h="5677534">
                  <a:moveTo>
                    <a:pt x="640689" y="1640484"/>
                  </a:moveTo>
                  <a:lnTo>
                    <a:pt x="0" y="1640484"/>
                  </a:lnTo>
                  <a:lnTo>
                    <a:pt x="0" y="1693265"/>
                  </a:lnTo>
                  <a:lnTo>
                    <a:pt x="640689" y="1693265"/>
                  </a:lnTo>
                  <a:lnTo>
                    <a:pt x="640689" y="1640484"/>
                  </a:lnTo>
                  <a:close/>
                </a:path>
                <a:path w="640715" h="5677534">
                  <a:moveTo>
                    <a:pt x="640689" y="1406131"/>
                  </a:moveTo>
                  <a:lnTo>
                    <a:pt x="0" y="1406131"/>
                  </a:lnTo>
                  <a:lnTo>
                    <a:pt x="0" y="1458912"/>
                  </a:lnTo>
                  <a:lnTo>
                    <a:pt x="640689" y="1458912"/>
                  </a:lnTo>
                  <a:lnTo>
                    <a:pt x="640689" y="1406131"/>
                  </a:lnTo>
                  <a:close/>
                </a:path>
                <a:path w="640715" h="5677534">
                  <a:moveTo>
                    <a:pt x="640689" y="1171778"/>
                  </a:moveTo>
                  <a:lnTo>
                    <a:pt x="0" y="1171778"/>
                  </a:lnTo>
                  <a:lnTo>
                    <a:pt x="0" y="1224559"/>
                  </a:lnTo>
                  <a:lnTo>
                    <a:pt x="640689" y="1224559"/>
                  </a:lnTo>
                  <a:lnTo>
                    <a:pt x="640689" y="1171778"/>
                  </a:lnTo>
                  <a:close/>
                </a:path>
                <a:path w="640715" h="5677534">
                  <a:moveTo>
                    <a:pt x="640689" y="937425"/>
                  </a:moveTo>
                  <a:lnTo>
                    <a:pt x="0" y="937425"/>
                  </a:lnTo>
                  <a:lnTo>
                    <a:pt x="0" y="990206"/>
                  </a:lnTo>
                  <a:lnTo>
                    <a:pt x="640689" y="990206"/>
                  </a:lnTo>
                  <a:lnTo>
                    <a:pt x="640689" y="937425"/>
                  </a:lnTo>
                  <a:close/>
                </a:path>
                <a:path w="640715" h="5677534">
                  <a:moveTo>
                    <a:pt x="640689" y="703059"/>
                  </a:moveTo>
                  <a:lnTo>
                    <a:pt x="0" y="703059"/>
                  </a:lnTo>
                  <a:lnTo>
                    <a:pt x="0" y="755840"/>
                  </a:lnTo>
                  <a:lnTo>
                    <a:pt x="640689" y="755840"/>
                  </a:lnTo>
                  <a:lnTo>
                    <a:pt x="640689" y="703059"/>
                  </a:lnTo>
                  <a:close/>
                </a:path>
                <a:path w="640715" h="5677534">
                  <a:moveTo>
                    <a:pt x="640689" y="468706"/>
                  </a:moveTo>
                  <a:lnTo>
                    <a:pt x="0" y="468706"/>
                  </a:lnTo>
                  <a:lnTo>
                    <a:pt x="0" y="521500"/>
                  </a:lnTo>
                  <a:lnTo>
                    <a:pt x="640689" y="521500"/>
                  </a:lnTo>
                  <a:lnTo>
                    <a:pt x="640689" y="468706"/>
                  </a:lnTo>
                  <a:close/>
                </a:path>
                <a:path w="640715" h="5677534">
                  <a:moveTo>
                    <a:pt x="640689" y="234365"/>
                  </a:moveTo>
                  <a:lnTo>
                    <a:pt x="0" y="234365"/>
                  </a:lnTo>
                  <a:lnTo>
                    <a:pt x="0" y="287147"/>
                  </a:lnTo>
                  <a:lnTo>
                    <a:pt x="640689" y="287147"/>
                  </a:lnTo>
                  <a:lnTo>
                    <a:pt x="640689" y="234365"/>
                  </a:lnTo>
                  <a:close/>
                </a:path>
                <a:path w="640715" h="5677534">
                  <a:moveTo>
                    <a:pt x="640689" y="0"/>
                  </a:moveTo>
                  <a:lnTo>
                    <a:pt x="0" y="0"/>
                  </a:lnTo>
                  <a:lnTo>
                    <a:pt x="0" y="52793"/>
                  </a:lnTo>
                  <a:lnTo>
                    <a:pt x="640689" y="52793"/>
                  </a:lnTo>
                  <a:lnTo>
                    <a:pt x="640689" y="0"/>
                  </a:lnTo>
                  <a:close/>
                </a:path>
              </a:pathLst>
            </a:custGeom>
            <a:solidFill>
              <a:srgbClr val="858DAC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9695945" y="2082104"/>
              <a:ext cx="408305" cy="5975350"/>
            </a:xfrm>
            <a:custGeom>
              <a:avLst/>
              <a:gdLst/>
              <a:ahLst/>
              <a:cxnLst/>
              <a:rect l="l" t="t" r="r" b="b"/>
              <a:pathLst>
                <a:path w="408305" h="5975350">
                  <a:moveTo>
                    <a:pt x="0" y="5975179"/>
                  </a:moveTo>
                  <a:lnTo>
                    <a:pt x="408154" y="5975179"/>
                  </a:lnTo>
                  <a:lnTo>
                    <a:pt x="408154" y="0"/>
                  </a:lnTo>
                  <a:lnTo>
                    <a:pt x="0" y="0"/>
                  </a:lnTo>
                  <a:lnTo>
                    <a:pt x="0" y="5975179"/>
                  </a:lnTo>
                  <a:close/>
                </a:path>
              </a:pathLst>
            </a:custGeom>
            <a:solidFill>
              <a:srgbClr val="58628D">
                <a:alpha val="3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7904816" y="1076495"/>
              <a:ext cx="1558925" cy="6981190"/>
            </a:xfrm>
            <a:custGeom>
              <a:avLst/>
              <a:gdLst/>
              <a:ahLst/>
              <a:cxnLst/>
              <a:rect l="l" t="t" r="r" b="b"/>
              <a:pathLst>
                <a:path w="1558925" h="6981190">
                  <a:moveTo>
                    <a:pt x="1558582" y="6831787"/>
                  </a:moveTo>
                  <a:lnTo>
                    <a:pt x="0" y="6831787"/>
                  </a:lnTo>
                  <a:lnTo>
                    <a:pt x="0" y="6980987"/>
                  </a:lnTo>
                  <a:lnTo>
                    <a:pt x="1558582" y="6980987"/>
                  </a:lnTo>
                  <a:lnTo>
                    <a:pt x="1558582" y="6831787"/>
                  </a:lnTo>
                  <a:close/>
                </a:path>
                <a:path w="1558925" h="6981190">
                  <a:moveTo>
                    <a:pt x="1558582" y="6563258"/>
                  </a:moveTo>
                  <a:lnTo>
                    <a:pt x="0" y="6563258"/>
                  </a:lnTo>
                  <a:lnTo>
                    <a:pt x="0" y="6699605"/>
                  </a:lnTo>
                  <a:lnTo>
                    <a:pt x="1558582" y="6699605"/>
                  </a:lnTo>
                  <a:lnTo>
                    <a:pt x="1558582" y="6563258"/>
                  </a:lnTo>
                  <a:close/>
                </a:path>
                <a:path w="1558925" h="6981190">
                  <a:moveTo>
                    <a:pt x="1558582" y="6294717"/>
                  </a:moveTo>
                  <a:lnTo>
                    <a:pt x="0" y="6294717"/>
                  </a:lnTo>
                  <a:lnTo>
                    <a:pt x="0" y="6431077"/>
                  </a:lnTo>
                  <a:lnTo>
                    <a:pt x="1558582" y="6431077"/>
                  </a:lnTo>
                  <a:lnTo>
                    <a:pt x="1558582" y="6294717"/>
                  </a:lnTo>
                  <a:close/>
                </a:path>
                <a:path w="1558925" h="6981190">
                  <a:moveTo>
                    <a:pt x="1558582" y="6026188"/>
                  </a:moveTo>
                  <a:lnTo>
                    <a:pt x="0" y="6026188"/>
                  </a:lnTo>
                  <a:lnTo>
                    <a:pt x="0" y="6162535"/>
                  </a:lnTo>
                  <a:lnTo>
                    <a:pt x="1558582" y="6162535"/>
                  </a:lnTo>
                  <a:lnTo>
                    <a:pt x="1558582" y="6026188"/>
                  </a:lnTo>
                  <a:close/>
                </a:path>
                <a:path w="1558925" h="6981190">
                  <a:moveTo>
                    <a:pt x="1558582" y="5757659"/>
                  </a:moveTo>
                  <a:lnTo>
                    <a:pt x="0" y="5757659"/>
                  </a:lnTo>
                  <a:lnTo>
                    <a:pt x="0" y="5893994"/>
                  </a:lnTo>
                  <a:lnTo>
                    <a:pt x="1558582" y="5893994"/>
                  </a:lnTo>
                  <a:lnTo>
                    <a:pt x="1558582" y="5757659"/>
                  </a:lnTo>
                  <a:close/>
                </a:path>
                <a:path w="1558925" h="6981190">
                  <a:moveTo>
                    <a:pt x="1558582" y="5489118"/>
                  </a:moveTo>
                  <a:lnTo>
                    <a:pt x="0" y="5489118"/>
                  </a:lnTo>
                  <a:lnTo>
                    <a:pt x="0" y="5625477"/>
                  </a:lnTo>
                  <a:lnTo>
                    <a:pt x="1558582" y="5625477"/>
                  </a:lnTo>
                  <a:lnTo>
                    <a:pt x="1558582" y="5489118"/>
                  </a:lnTo>
                  <a:close/>
                </a:path>
                <a:path w="1558925" h="6981190">
                  <a:moveTo>
                    <a:pt x="1558582" y="5220589"/>
                  </a:moveTo>
                  <a:lnTo>
                    <a:pt x="0" y="5220589"/>
                  </a:lnTo>
                  <a:lnTo>
                    <a:pt x="0" y="5356936"/>
                  </a:lnTo>
                  <a:lnTo>
                    <a:pt x="1558582" y="5356936"/>
                  </a:lnTo>
                  <a:lnTo>
                    <a:pt x="1558582" y="5220589"/>
                  </a:lnTo>
                  <a:close/>
                </a:path>
                <a:path w="1558925" h="6981190">
                  <a:moveTo>
                    <a:pt x="1558582" y="4952060"/>
                  </a:moveTo>
                  <a:lnTo>
                    <a:pt x="0" y="4952060"/>
                  </a:lnTo>
                  <a:lnTo>
                    <a:pt x="0" y="5088394"/>
                  </a:lnTo>
                  <a:lnTo>
                    <a:pt x="1558582" y="5088394"/>
                  </a:lnTo>
                  <a:lnTo>
                    <a:pt x="1558582" y="4952060"/>
                  </a:lnTo>
                  <a:close/>
                </a:path>
                <a:path w="1558925" h="6981190">
                  <a:moveTo>
                    <a:pt x="1558582" y="4683518"/>
                  </a:moveTo>
                  <a:lnTo>
                    <a:pt x="0" y="4683518"/>
                  </a:lnTo>
                  <a:lnTo>
                    <a:pt x="0" y="4819878"/>
                  </a:lnTo>
                  <a:lnTo>
                    <a:pt x="1558582" y="4819878"/>
                  </a:lnTo>
                  <a:lnTo>
                    <a:pt x="1558582" y="4683518"/>
                  </a:lnTo>
                  <a:close/>
                </a:path>
                <a:path w="1558925" h="6981190">
                  <a:moveTo>
                    <a:pt x="1558582" y="4414990"/>
                  </a:moveTo>
                  <a:lnTo>
                    <a:pt x="0" y="4414990"/>
                  </a:lnTo>
                  <a:lnTo>
                    <a:pt x="0" y="4551337"/>
                  </a:lnTo>
                  <a:lnTo>
                    <a:pt x="1558582" y="4551337"/>
                  </a:lnTo>
                  <a:lnTo>
                    <a:pt x="1558582" y="4414990"/>
                  </a:lnTo>
                  <a:close/>
                </a:path>
                <a:path w="1558925" h="6981190">
                  <a:moveTo>
                    <a:pt x="1558582" y="4146461"/>
                  </a:moveTo>
                  <a:lnTo>
                    <a:pt x="0" y="4146461"/>
                  </a:lnTo>
                  <a:lnTo>
                    <a:pt x="0" y="4282808"/>
                  </a:lnTo>
                  <a:lnTo>
                    <a:pt x="1558582" y="4282808"/>
                  </a:lnTo>
                  <a:lnTo>
                    <a:pt x="1558582" y="4146461"/>
                  </a:lnTo>
                  <a:close/>
                </a:path>
                <a:path w="1558925" h="6981190">
                  <a:moveTo>
                    <a:pt x="1558582" y="3877919"/>
                  </a:moveTo>
                  <a:lnTo>
                    <a:pt x="0" y="3877919"/>
                  </a:lnTo>
                  <a:lnTo>
                    <a:pt x="0" y="4014279"/>
                  </a:lnTo>
                  <a:lnTo>
                    <a:pt x="1558582" y="4014279"/>
                  </a:lnTo>
                  <a:lnTo>
                    <a:pt x="1558582" y="3877919"/>
                  </a:lnTo>
                  <a:close/>
                </a:path>
                <a:path w="1558925" h="6981190">
                  <a:moveTo>
                    <a:pt x="1558582" y="3609390"/>
                  </a:moveTo>
                  <a:lnTo>
                    <a:pt x="0" y="3609390"/>
                  </a:lnTo>
                  <a:lnTo>
                    <a:pt x="0" y="3745738"/>
                  </a:lnTo>
                  <a:lnTo>
                    <a:pt x="1558582" y="3745738"/>
                  </a:lnTo>
                  <a:lnTo>
                    <a:pt x="1558582" y="3609390"/>
                  </a:lnTo>
                  <a:close/>
                </a:path>
                <a:path w="1558925" h="6981190">
                  <a:moveTo>
                    <a:pt x="1558582" y="3340849"/>
                  </a:moveTo>
                  <a:lnTo>
                    <a:pt x="0" y="3340849"/>
                  </a:lnTo>
                  <a:lnTo>
                    <a:pt x="0" y="3477209"/>
                  </a:lnTo>
                  <a:lnTo>
                    <a:pt x="1558582" y="3477209"/>
                  </a:lnTo>
                  <a:lnTo>
                    <a:pt x="1558582" y="3340849"/>
                  </a:lnTo>
                  <a:close/>
                </a:path>
                <a:path w="1558925" h="6981190">
                  <a:moveTo>
                    <a:pt x="1558582" y="3072320"/>
                  </a:moveTo>
                  <a:lnTo>
                    <a:pt x="0" y="3072320"/>
                  </a:lnTo>
                  <a:lnTo>
                    <a:pt x="0" y="3208667"/>
                  </a:lnTo>
                  <a:lnTo>
                    <a:pt x="1558582" y="3208667"/>
                  </a:lnTo>
                  <a:lnTo>
                    <a:pt x="1558582" y="3072320"/>
                  </a:lnTo>
                  <a:close/>
                </a:path>
                <a:path w="1558925" h="6981190">
                  <a:moveTo>
                    <a:pt x="1558582" y="2803791"/>
                  </a:moveTo>
                  <a:lnTo>
                    <a:pt x="0" y="2803791"/>
                  </a:lnTo>
                  <a:lnTo>
                    <a:pt x="0" y="2940139"/>
                  </a:lnTo>
                  <a:lnTo>
                    <a:pt x="1558582" y="2940139"/>
                  </a:lnTo>
                  <a:lnTo>
                    <a:pt x="1558582" y="2803791"/>
                  </a:lnTo>
                  <a:close/>
                </a:path>
                <a:path w="1558925" h="6981190">
                  <a:moveTo>
                    <a:pt x="1558582" y="2535250"/>
                  </a:moveTo>
                  <a:lnTo>
                    <a:pt x="0" y="2535250"/>
                  </a:lnTo>
                  <a:lnTo>
                    <a:pt x="0" y="2671610"/>
                  </a:lnTo>
                  <a:lnTo>
                    <a:pt x="1558582" y="2671610"/>
                  </a:lnTo>
                  <a:lnTo>
                    <a:pt x="1558582" y="2535250"/>
                  </a:lnTo>
                  <a:close/>
                </a:path>
                <a:path w="1558925" h="6981190">
                  <a:moveTo>
                    <a:pt x="1558582" y="2266721"/>
                  </a:moveTo>
                  <a:lnTo>
                    <a:pt x="0" y="2266721"/>
                  </a:lnTo>
                  <a:lnTo>
                    <a:pt x="0" y="2403068"/>
                  </a:lnTo>
                  <a:lnTo>
                    <a:pt x="1558582" y="2403068"/>
                  </a:lnTo>
                  <a:lnTo>
                    <a:pt x="1558582" y="2266721"/>
                  </a:lnTo>
                  <a:close/>
                </a:path>
                <a:path w="1558925" h="6981190">
                  <a:moveTo>
                    <a:pt x="1558582" y="1998192"/>
                  </a:moveTo>
                  <a:lnTo>
                    <a:pt x="0" y="1998192"/>
                  </a:lnTo>
                  <a:lnTo>
                    <a:pt x="0" y="2134527"/>
                  </a:lnTo>
                  <a:lnTo>
                    <a:pt x="1558582" y="2134527"/>
                  </a:lnTo>
                  <a:lnTo>
                    <a:pt x="1558582" y="1998192"/>
                  </a:lnTo>
                  <a:close/>
                </a:path>
                <a:path w="1558925" h="6981190">
                  <a:moveTo>
                    <a:pt x="1558582" y="1729651"/>
                  </a:moveTo>
                  <a:lnTo>
                    <a:pt x="0" y="1729651"/>
                  </a:lnTo>
                  <a:lnTo>
                    <a:pt x="0" y="1866011"/>
                  </a:lnTo>
                  <a:lnTo>
                    <a:pt x="1558582" y="1866011"/>
                  </a:lnTo>
                  <a:lnTo>
                    <a:pt x="1558582" y="1729651"/>
                  </a:lnTo>
                  <a:close/>
                </a:path>
                <a:path w="1558925" h="6981190">
                  <a:moveTo>
                    <a:pt x="1558582" y="1461122"/>
                  </a:moveTo>
                  <a:lnTo>
                    <a:pt x="0" y="1461122"/>
                  </a:lnTo>
                  <a:lnTo>
                    <a:pt x="0" y="1597469"/>
                  </a:lnTo>
                  <a:lnTo>
                    <a:pt x="1558582" y="1597469"/>
                  </a:lnTo>
                  <a:lnTo>
                    <a:pt x="1558582" y="1461122"/>
                  </a:lnTo>
                  <a:close/>
                </a:path>
                <a:path w="1558925" h="6981190">
                  <a:moveTo>
                    <a:pt x="1558582" y="1192593"/>
                  </a:moveTo>
                  <a:lnTo>
                    <a:pt x="0" y="1192593"/>
                  </a:lnTo>
                  <a:lnTo>
                    <a:pt x="0" y="1328928"/>
                  </a:lnTo>
                  <a:lnTo>
                    <a:pt x="1558582" y="1328928"/>
                  </a:lnTo>
                  <a:lnTo>
                    <a:pt x="1558582" y="1192593"/>
                  </a:lnTo>
                  <a:close/>
                </a:path>
                <a:path w="1558925" h="6981190">
                  <a:moveTo>
                    <a:pt x="1558582" y="0"/>
                  </a:moveTo>
                  <a:lnTo>
                    <a:pt x="0" y="0"/>
                  </a:lnTo>
                  <a:lnTo>
                    <a:pt x="0" y="1060411"/>
                  </a:lnTo>
                  <a:lnTo>
                    <a:pt x="1558582" y="1060411"/>
                  </a:lnTo>
                  <a:lnTo>
                    <a:pt x="1558582" y="0"/>
                  </a:lnTo>
                  <a:close/>
                </a:path>
              </a:pathLst>
            </a:custGeom>
            <a:solidFill>
              <a:srgbClr val="DBD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7904816" y="2136907"/>
              <a:ext cx="1558925" cy="5771515"/>
            </a:xfrm>
            <a:custGeom>
              <a:avLst/>
              <a:gdLst/>
              <a:ahLst/>
              <a:cxnLst/>
              <a:rect l="l" t="t" r="r" b="b"/>
              <a:pathLst>
                <a:path w="1558925" h="5771515">
                  <a:moveTo>
                    <a:pt x="1558582" y="5639193"/>
                  </a:moveTo>
                  <a:lnTo>
                    <a:pt x="0" y="5639193"/>
                  </a:lnTo>
                  <a:lnTo>
                    <a:pt x="0" y="5771375"/>
                  </a:lnTo>
                  <a:lnTo>
                    <a:pt x="1558582" y="5771375"/>
                  </a:lnTo>
                  <a:lnTo>
                    <a:pt x="1558582" y="5639193"/>
                  </a:lnTo>
                  <a:close/>
                </a:path>
                <a:path w="1558925" h="5771515">
                  <a:moveTo>
                    <a:pt x="1558582" y="5370665"/>
                  </a:moveTo>
                  <a:lnTo>
                    <a:pt x="0" y="5370665"/>
                  </a:lnTo>
                  <a:lnTo>
                    <a:pt x="0" y="5502846"/>
                  </a:lnTo>
                  <a:lnTo>
                    <a:pt x="1558582" y="5502846"/>
                  </a:lnTo>
                  <a:lnTo>
                    <a:pt x="1558582" y="5370665"/>
                  </a:lnTo>
                  <a:close/>
                </a:path>
                <a:path w="1558925" h="5771515">
                  <a:moveTo>
                    <a:pt x="1558582" y="5102123"/>
                  </a:moveTo>
                  <a:lnTo>
                    <a:pt x="0" y="5102123"/>
                  </a:lnTo>
                  <a:lnTo>
                    <a:pt x="0" y="5234305"/>
                  </a:lnTo>
                  <a:lnTo>
                    <a:pt x="1558582" y="5234305"/>
                  </a:lnTo>
                  <a:lnTo>
                    <a:pt x="1558582" y="5102123"/>
                  </a:lnTo>
                  <a:close/>
                </a:path>
                <a:path w="1558925" h="5771515">
                  <a:moveTo>
                    <a:pt x="1558582" y="4833582"/>
                  </a:moveTo>
                  <a:lnTo>
                    <a:pt x="0" y="4833582"/>
                  </a:lnTo>
                  <a:lnTo>
                    <a:pt x="0" y="4965776"/>
                  </a:lnTo>
                  <a:lnTo>
                    <a:pt x="1558582" y="4965776"/>
                  </a:lnTo>
                  <a:lnTo>
                    <a:pt x="1558582" y="4833582"/>
                  </a:lnTo>
                  <a:close/>
                </a:path>
                <a:path w="1558925" h="5771515">
                  <a:moveTo>
                    <a:pt x="1558582" y="4565066"/>
                  </a:moveTo>
                  <a:lnTo>
                    <a:pt x="0" y="4565066"/>
                  </a:lnTo>
                  <a:lnTo>
                    <a:pt x="0" y="4697247"/>
                  </a:lnTo>
                  <a:lnTo>
                    <a:pt x="1558582" y="4697247"/>
                  </a:lnTo>
                  <a:lnTo>
                    <a:pt x="1558582" y="4565066"/>
                  </a:lnTo>
                  <a:close/>
                </a:path>
                <a:path w="1558925" h="5771515">
                  <a:moveTo>
                    <a:pt x="1558582" y="4296524"/>
                  </a:moveTo>
                  <a:lnTo>
                    <a:pt x="0" y="4296524"/>
                  </a:lnTo>
                  <a:lnTo>
                    <a:pt x="0" y="4428706"/>
                  </a:lnTo>
                  <a:lnTo>
                    <a:pt x="1558582" y="4428706"/>
                  </a:lnTo>
                  <a:lnTo>
                    <a:pt x="1558582" y="4296524"/>
                  </a:lnTo>
                  <a:close/>
                </a:path>
                <a:path w="1558925" h="5771515">
                  <a:moveTo>
                    <a:pt x="1558582" y="4027982"/>
                  </a:moveTo>
                  <a:lnTo>
                    <a:pt x="0" y="4027982"/>
                  </a:lnTo>
                  <a:lnTo>
                    <a:pt x="0" y="4160177"/>
                  </a:lnTo>
                  <a:lnTo>
                    <a:pt x="1558582" y="4160177"/>
                  </a:lnTo>
                  <a:lnTo>
                    <a:pt x="1558582" y="4027982"/>
                  </a:lnTo>
                  <a:close/>
                </a:path>
                <a:path w="1558925" h="5771515">
                  <a:moveTo>
                    <a:pt x="1558582" y="3759466"/>
                  </a:moveTo>
                  <a:lnTo>
                    <a:pt x="0" y="3759466"/>
                  </a:lnTo>
                  <a:lnTo>
                    <a:pt x="0" y="3891648"/>
                  </a:lnTo>
                  <a:lnTo>
                    <a:pt x="1558582" y="3891648"/>
                  </a:lnTo>
                  <a:lnTo>
                    <a:pt x="1558582" y="3759466"/>
                  </a:lnTo>
                  <a:close/>
                </a:path>
                <a:path w="1558925" h="5771515">
                  <a:moveTo>
                    <a:pt x="1558582" y="3490925"/>
                  </a:moveTo>
                  <a:lnTo>
                    <a:pt x="0" y="3490925"/>
                  </a:lnTo>
                  <a:lnTo>
                    <a:pt x="0" y="3623106"/>
                  </a:lnTo>
                  <a:lnTo>
                    <a:pt x="1558582" y="3623106"/>
                  </a:lnTo>
                  <a:lnTo>
                    <a:pt x="1558582" y="3490925"/>
                  </a:lnTo>
                  <a:close/>
                </a:path>
                <a:path w="1558925" h="5771515">
                  <a:moveTo>
                    <a:pt x="1558582" y="3222396"/>
                  </a:moveTo>
                  <a:lnTo>
                    <a:pt x="0" y="3222396"/>
                  </a:lnTo>
                  <a:lnTo>
                    <a:pt x="0" y="3354578"/>
                  </a:lnTo>
                  <a:lnTo>
                    <a:pt x="1558582" y="3354578"/>
                  </a:lnTo>
                  <a:lnTo>
                    <a:pt x="1558582" y="3222396"/>
                  </a:lnTo>
                  <a:close/>
                </a:path>
                <a:path w="1558925" h="5771515">
                  <a:moveTo>
                    <a:pt x="1558582" y="2953867"/>
                  </a:moveTo>
                  <a:lnTo>
                    <a:pt x="0" y="2953867"/>
                  </a:lnTo>
                  <a:lnTo>
                    <a:pt x="0" y="3086049"/>
                  </a:lnTo>
                  <a:lnTo>
                    <a:pt x="1558582" y="3086049"/>
                  </a:lnTo>
                  <a:lnTo>
                    <a:pt x="1558582" y="2953867"/>
                  </a:lnTo>
                  <a:close/>
                </a:path>
                <a:path w="1558925" h="5771515">
                  <a:moveTo>
                    <a:pt x="1558582" y="2685326"/>
                  </a:moveTo>
                  <a:lnTo>
                    <a:pt x="0" y="2685326"/>
                  </a:lnTo>
                  <a:lnTo>
                    <a:pt x="0" y="2817507"/>
                  </a:lnTo>
                  <a:lnTo>
                    <a:pt x="1558582" y="2817507"/>
                  </a:lnTo>
                  <a:lnTo>
                    <a:pt x="1558582" y="2685326"/>
                  </a:lnTo>
                  <a:close/>
                </a:path>
                <a:path w="1558925" h="5771515">
                  <a:moveTo>
                    <a:pt x="1558582" y="2416797"/>
                  </a:moveTo>
                  <a:lnTo>
                    <a:pt x="0" y="2416797"/>
                  </a:lnTo>
                  <a:lnTo>
                    <a:pt x="0" y="2548979"/>
                  </a:lnTo>
                  <a:lnTo>
                    <a:pt x="1558582" y="2548979"/>
                  </a:lnTo>
                  <a:lnTo>
                    <a:pt x="1558582" y="2416797"/>
                  </a:lnTo>
                  <a:close/>
                </a:path>
                <a:path w="1558925" h="5771515">
                  <a:moveTo>
                    <a:pt x="1558582" y="2148255"/>
                  </a:moveTo>
                  <a:lnTo>
                    <a:pt x="0" y="2148255"/>
                  </a:lnTo>
                  <a:lnTo>
                    <a:pt x="0" y="2280437"/>
                  </a:lnTo>
                  <a:lnTo>
                    <a:pt x="1558582" y="2280437"/>
                  </a:lnTo>
                  <a:lnTo>
                    <a:pt x="1558582" y="2148255"/>
                  </a:lnTo>
                  <a:close/>
                </a:path>
                <a:path w="1558925" h="5771515">
                  <a:moveTo>
                    <a:pt x="1558582" y="1879727"/>
                  </a:moveTo>
                  <a:lnTo>
                    <a:pt x="0" y="1879727"/>
                  </a:lnTo>
                  <a:lnTo>
                    <a:pt x="0" y="2011908"/>
                  </a:lnTo>
                  <a:lnTo>
                    <a:pt x="1558582" y="2011908"/>
                  </a:lnTo>
                  <a:lnTo>
                    <a:pt x="1558582" y="1879727"/>
                  </a:lnTo>
                  <a:close/>
                </a:path>
                <a:path w="1558925" h="5771515">
                  <a:moveTo>
                    <a:pt x="1558582" y="1611198"/>
                  </a:moveTo>
                  <a:lnTo>
                    <a:pt x="0" y="1611198"/>
                  </a:lnTo>
                  <a:lnTo>
                    <a:pt x="0" y="1743379"/>
                  </a:lnTo>
                  <a:lnTo>
                    <a:pt x="1558582" y="1743379"/>
                  </a:lnTo>
                  <a:lnTo>
                    <a:pt x="1558582" y="1611198"/>
                  </a:lnTo>
                  <a:close/>
                </a:path>
                <a:path w="1558925" h="5771515">
                  <a:moveTo>
                    <a:pt x="1558582" y="1342656"/>
                  </a:moveTo>
                  <a:lnTo>
                    <a:pt x="0" y="1342656"/>
                  </a:lnTo>
                  <a:lnTo>
                    <a:pt x="0" y="1474838"/>
                  </a:lnTo>
                  <a:lnTo>
                    <a:pt x="1558582" y="1474838"/>
                  </a:lnTo>
                  <a:lnTo>
                    <a:pt x="1558582" y="1342656"/>
                  </a:lnTo>
                  <a:close/>
                </a:path>
                <a:path w="1558925" h="5771515">
                  <a:moveTo>
                    <a:pt x="1558582" y="1074115"/>
                  </a:moveTo>
                  <a:lnTo>
                    <a:pt x="0" y="1074115"/>
                  </a:lnTo>
                  <a:lnTo>
                    <a:pt x="0" y="1206309"/>
                  </a:lnTo>
                  <a:lnTo>
                    <a:pt x="1558582" y="1206309"/>
                  </a:lnTo>
                  <a:lnTo>
                    <a:pt x="1558582" y="1074115"/>
                  </a:lnTo>
                  <a:close/>
                </a:path>
                <a:path w="1558925" h="5771515">
                  <a:moveTo>
                    <a:pt x="1558582" y="805599"/>
                  </a:moveTo>
                  <a:lnTo>
                    <a:pt x="0" y="805599"/>
                  </a:lnTo>
                  <a:lnTo>
                    <a:pt x="0" y="937780"/>
                  </a:lnTo>
                  <a:lnTo>
                    <a:pt x="1558582" y="937780"/>
                  </a:lnTo>
                  <a:lnTo>
                    <a:pt x="1558582" y="805599"/>
                  </a:lnTo>
                  <a:close/>
                </a:path>
                <a:path w="1558925" h="5771515">
                  <a:moveTo>
                    <a:pt x="1558582" y="537057"/>
                  </a:moveTo>
                  <a:lnTo>
                    <a:pt x="0" y="537057"/>
                  </a:lnTo>
                  <a:lnTo>
                    <a:pt x="0" y="669239"/>
                  </a:lnTo>
                  <a:lnTo>
                    <a:pt x="1558582" y="669239"/>
                  </a:lnTo>
                  <a:lnTo>
                    <a:pt x="1558582" y="537057"/>
                  </a:lnTo>
                  <a:close/>
                </a:path>
                <a:path w="1558925" h="5771515">
                  <a:moveTo>
                    <a:pt x="1558582" y="268516"/>
                  </a:moveTo>
                  <a:lnTo>
                    <a:pt x="0" y="268516"/>
                  </a:lnTo>
                  <a:lnTo>
                    <a:pt x="0" y="400710"/>
                  </a:lnTo>
                  <a:lnTo>
                    <a:pt x="1558582" y="400710"/>
                  </a:lnTo>
                  <a:lnTo>
                    <a:pt x="1558582" y="268516"/>
                  </a:lnTo>
                  <a:close/>
                </a:path>
                <a:path w="1558925" h="5771515">
                  <a:moveTo>
                    <a:pt x="1558582" y="0"/>
                  </a:moveTo>
                  <a:lnTo>
                    <a:pt x="0" y="0"/>
                  </a:lnTo>
                  <a:lnTo>
                    <a:pt x="0" y="132181"/>
                  </a:lnTo>
                  <a:lnTo>
                    <a:pt x="1558582" y="132181"/>
                  </a:lnTo>
                  <a:lnTo>
                    <a:pt x="1558582" y="0"/>
                  </a:lnTo>
                  <a:close/>
                </a:path>
              </a:pathLst>
            </a:custGeom>
            <a:solidFill>
              <a:srgbClr val="A4AB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9463417" y="1076501"/>
              <a:ext cx="640715" cy="1005840"/>
            </a:xfrm>
            <a:custGeom>
              <a:avLst/>
              <a:gdLst/>
              <a:ahLst/>
              <a:cxnLst/>
              <a:rect l="l" t="t" r="r" b="b"/>
              <a:pathLst>
                <a:path w="640715" h="1005839">
                  <a:moveTo>
                    <a:pt x="640682" y="0"/>
                  </a:moveTo>
                  <a:lnTo>
                    <a:pt x="640682" y="1005602"/>
                  </a:lnTo>
                  <a:lnTo>
                    <a:pt x="0" y="1005602"/>
                  </a:lnTo>
                  <a:lnTo>
                    <a:pt x="0" y="0"/>
                  </a:lnTo>
                  <a:lnTo>
                    <a:pt x="640682" y="0"/>
                  </a:lnTo>
                  <a:close/>
                </a:path>
              </a:pathLst>
            </a:custGeom>
            <a:solidFill>
              <a:srgbClr val="858D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057723"/>
              <a:ext cx="20104100" cy="3250832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0" y="8470956"/>
              <a:ext cx="20104100" cy="390525"/>
            </a:xfrm>
            <a:custGeom>
              <a:avLst/>
              <a:gdLst/>
              <a:ahLst/>
              <a:cxnLst/>
              <a:rect l="l" t="t" r="r" b="b"/>
              <a:pathLst>
                <a:path w="20104100" h="390525">
                  <a:moveTo>
                    <a:pt x="20104099" y="0"/>
                  </a:moveTo>
                  <a:lnTo>
                    <a:pt x="0" y="0"/>
                  </a:lnTo>
                  <a:lnTo>
                    <a:pt x="0" y="390050"/>
                  </a:lnTo>
                  <a:lnTo>
                    <a:pt x="20104099" y="390050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8E80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4" y="4395218"/>
              <a:ext cx="20104103" cy="3665458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4271911" y="8241061"/>
              <a:ext cx="1764664" cy="555625"/>
            </a:xfrm>
            <a:custGeom>
              <a:avLst/>
              <a:gdLst/>
              <a:ahLst/>
              <a:cxnLst/>
              <a:rect l="l" t="t" r="r" b="b"/>
              <a:pathLst>
                <a:path w="1764664" h="555625">
                  <a:moveTo>
                    <a:pt x="1764436" y="555548"/>
                  </a:moveTo>
                  <a:lnTo>
                    <a:pt x="1760423" y="505866"/>
                  </a:lnTo>
                  <a:lnTo>
                    <a:pt x="1748828" y="458736"/>
                  </a:lnTo>
                  <a:lnTo>
                    <a:pt x="1730248" y="414782"/>
                  </a:lnTo>
                  <a:lnTo>
                    <a:pt x="1705343" y="374650"/>
                  </a:lnTo>
                  <a:lnTo>
                    <a:pt x="1674723" y="338963"/>
                  </a:lnTo>
                  <a:lnTo>
                    <a:pt x="1639036" y="308356"/>
                  </a:lnTo>
                  <a:lnTo>
                    <a:pt x="1598904" y="283451"/>
                  </a:lnTo>
                  <a:lnTo>
                    <a:pt x="1554962" y="264871"/>
                  </a:lnTo>
                  <a:lnTo>
                    <a:pt x="1507832" y="253263"/>
                  </a:lnTo>
                  <a:lnTo>
                    <a:pt x="1458150" y="249262"/>
                  </a:lnTo>
                  <a:lnTo>
                    <a:pt x="1408468" y="253263"/>
                  </a:lnTo>
                  <a:lnTo>
                    <a:pt x="1361338" y="264871"/>
                  </a:lnTo>
                  <a:lnTo>
                    <a:pt x="1317396" y="283451"/>
                  </a:lnTo>
                  <a:lnTo>
                    <a:pt x="1277264" y="308356"/>
                  </a:lnTo>
                  <a:lnTo>
                    <a:pt x="1241577" y="338963"/>
                  </a:lnTo>
                  <a:lnTo>
                    <a:pt x="1228140" y="354622"/>
                  </a:lnTo>
                  <a:lnTo>
                    <a:pt x="1206068" y="342633"/>
                  </a:lnTo>
                  <a:lnTo>
                    <a:pt x="1162685" y="329171"/>
                  </a:lnTo>
                  <a:lnTo>
                    <a:pt x="1116114" y="324472"/>
                  </a:lnTo>
                  <a:lnTo>
                    <a:pt x="1069543" y="329171"/>
                  </a:lnTo>
                  <a:lnTo>
                    <a:pt x="1063726" y="330987"/>
                  </a:lnTo>
                  <a:lnTo>
                    <a:pt x="1062888" y="328866"/>
                  </a:lnTo>
                  <a:lnTo>
                    <a:pt x="1042682" y="288251"/>
                  </a:lnTo>
                  <a:lnTo>
                    <a:pt x="1019340" y="249618"/>
                  </a:lnTo>
                  <a:lnTo>
                    <a:pt x="993025" y="213106"/>
                  </a:lnTo>
                  <a:lnTo>
                    <a:pt x="963930" y="178904"/>
                  </a:lnTo>
                  <a:lnTo>
                    <a:pt x="932180" y="147167"/>
                  </a:lnTo>
                  <a:lnTo>
                    <a:pt x="897978" y="118059"/>
                  </a:lnTo>
                  <a:lnTo>
                    <a:pt x="861466" y="91744"/>
                  </a:lnTo>
                  <a:lnTo>
                    <a:pt x="822833" y="68402"/>
                  </a:lnTo>
                  <a:lnTo>
                    <a:pt x="782231" y="48196"/>
                  </a:lnTo>
                  <a:lnTo>
                    <a:pt x="739825" y="31292"/>
                  </a:lnTo>
                  <a:lnTo>
                    <a:pt x="695782" y="17856"/>
                  </a:lnTo>
                  <a:lnTo>
                    <a:pt x="650278" y="8039"/>
                  </a:lnTo>
                  <a:lnTo>
                    <a:pt x="603478" y="2032"/>
                  </a:lnTo>
                  <a:lnTo>
                    <a:pt x="555548" y="0"/>
                  </a:lnTo>
                  <a:lnTo>
                    <a:pt x="507606" y="2032"/>
                  </a:lnTo>
                  <a:lnTo>
                    <a:pt x="460806" y="8039"/>
                  </a:lnTo>
                  <a:lnTo>
                    <a:pt x="415302" y="17856"/>
                  </a:lnTo>
                  <a:lnTo>
                    <a:pt x="371271" y="31292"/>
                  </a:lnTo>
                  <a:lnTo>
                    <a:pt x="328866" y="48196"/>
                  </a:lnTo>
                  <a:lnTo>
                    <a:pt x="288251" y="68402"/>
                  </a:lnTo>
                  <a:lnTo>
                    <a:pt x="249618" y="91744"/>
                  </a:lnTo>
                  <a:lnTo>
                    <a:pt x="213106" y="118059"/>
                  </a:lnTo>
                  <a:lnTo>
                    <a:pt x="178904" y="147167"/>
                  </a:lnTo>
                  <a:lnTo>
                    <a:pt x="147167" y="178904"/>
                  </a:lnTo>
                  <a:lnTo>
                    <a:pt x="118059" y="213106"/>
                  </a:lnTo>
                  <a:lnTo>
                    <a:pt x="91744" y="249618"/>
                  </a:lnTo>
                  <a:lnTo>
                    <a:pt x="68414" y="288251"/>
                  </a:lnTo>
                  <a:lnTo>
                    <a:pt x="48196" y="328866"/>
                  </a:lnTo>
                  <a:lnTo>
                    <a:pt x="31292" y="371259"/>
                  </a:lnTo>
                  <a:lnTo>
                    <a:pt x="17856" y="415302"/>
                  </a:lnTo>
                  <a:lnTo>
                    <a:pt x="8051" y="460806"/>
                  </a:lnTo>
                  <a:lnTo>
                    <a:pt x="2044" y="507606"/>
                  </a:lnTo>
                  <a:lnTo>
                    <a:pt x="0" y="555536"/>
                  </a:lnTo>
                  <a:lnTo>
                    <a:pt x="885050" y="555536"/>
                  </a:lnTo>
                  <a:lnTo>
                    <a:pt x="1151864" y="555548"/>
                  </a:lnTo>
                  <a:lnTo>
                    <a:pt x="1347190" y="555548"/>
                  </a:lnTo>
                  <a:lnTo>
                    <a:pt x="1764436" y="555548"/>
                  </a:lnTo>
                  <a:close/>
                </a:path>
              </a:pathLst>
            </a:custGeom>
            <a:solidFill>
              <a:srgbClr val="563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271911" y="8241061"/>
              <a:ext cx="1764664" cy="555625"/>
            </a:xfrm>
            <a:custGeom>
              <a:avLst/>
              <a:gdLst/>
              <a:ahLst/>
              <a:cxnLst/>
              <a:rect l="l" t="t" r="r" b="b"/>
              <a:pathLst>
                <a:path w="1764664" h="555625">
                  <a:moveTo>
                    <a:pt x="1764436" y="555548"/>
                  </a:moveTo>
                  <a:lnTo>
                    <a:pt x="1760423" y="505866"/>
                  </a:lnTo>
                  <a:lnTo>
                    <a:pt x="1748828" y="458736"/>
                  </a:lnTo>
                  <a:lnTo>
                    <a:pt x="1730248" y="414782"/>
                  </a:lnTo>
                  <a:lnTo>
                    <a:pt x="1705343" y="374650"/>
                  </a:lnTo>
                  <a:lnTo>
                    <a:pt x="1674723" y="338963"/>
                  </a:lnTo>
                  <a:lnTo>
                    <a:pt x="1639036" y="308356"/>
                  </a:lnTo>
                  <a:lnTo>
                    <a:pt x="1598904" y="283451"/>
                  </a:lnTo>
                  <a:lnTo>
                    <a:pt x="1554962" y="264871"/>
                  </a:lnTo>
                  <a:lnTo>
                    <a:pt x="1507832" y="253263"/>
                  </a:lnTo>
                  <a:lnTo>
                    <a:pt x="1458150" y="249262"/>
                  </a:lnTo>
                  <a:lnTo>
                    <a:pt x="1408468" y="253263"/>
                  </a:lnTo>
                  <a:lnTo>
                    <a:pt x="1361338" y="264871"/>
                  </a:lnTo>
                  <a:lnTo>
                    <a:pt x="1317396" y="283451"/>
                  </a:lnTo>
                  <a:lnTo>
                    <a:pt x="1277264" y="308356"/>
                  </a:lnTo>
                  <a:lnTo>
                    <a:pt x="1241577" y="338963"/>
                  </a:lnTo>
                  <a:lnTo>
                    <a:pt x="1228140" y="354622"/>
                  </a:lnTo>
                  <a:lnTo>
                    <a:pt x="1206068" y="342633"/>
                  </a:lnTo>
                  <a:lnTo>
                    <a:pt x="1162685" y="329171"/>
                  </a:lnTo>
                  <a:lnTo>
                    <a:pt x="1116114" y="324472"/>
                  </a:lnTo>
                  <a:lnTo>
                    <a:pt x="1069543" y="329171"/>
                  </a:lnTo>
                  <a:lnTo>
                    <a:pt x="1063726" y="330987"/>
                  </a:lnTo>
                  <a:lnTo>
                    <a:pt x="1062888" y="328866"/>
                  </a:lnTo>
                  <a:lnTo>
                    <a:pt x="1042682" y="288251"/>
                  </a:lnTo>
                  <a:lnTo>
                    <a:pt x="1019340" y="249618"/>
                  </a:lnTo>
                  <a:lnTo>
                    <a:pt x="993025" y="213106"/>
                  </a:lnTo>
                  <a:lnTo>
                    <a:pt x="963930" y="178904"/>
                  </a:lnTo>
                  <a:lnTo>
                    <a:pt x="932180" y="147167"/>
                  </a:lnTo>
                  <a:lnTo>
                    <a:pt x="897978" y="118059"/>
                  </a:lnTo>
                  <a:lnTo>
                    <a:pt x="861466" y="91744"/>
                  </a:lnTo>
                  <a:lnTo>
                    <a:pt x="822833" y="68402"/>
                  </a:lnTo>
                  <a:lnTo>
                    <a:pt x="782231" y="48196"/>
                  </a:lnTo>
                  <a:lnTo>
                    <a:pt x="739825" y="31292"/>
                  </a:lnTo>
                  <a:lnTo>
                    <a:pt x="695782" y="17856"/>
                  </a:lnTo>
                  <a:lnTo>
                    <a:pt x="650278" y="8039"/>
                  </a:lnTo>
                  <a:lnTo>
                    <a:pt x="603478" y="2032"/>
                  </a:lnTo>
                  <a:lnTo>
                    <a:pt x="555548" y="0"/>
                  </a:lnTo>
                  <a:lnTo>
                    <a:pt x="507606" y="2032"/>
                  </a:lnTo>
                  <a:lnTo>
                    <a:pt x="460806" y="8039"/>
                  </a:lnTo>
                  <a:lnTo>
                    <a:pt x="415302" y="17856"/>
                  </a:lnTo>
                  <a:lnTo>
                    <a:pt x="371271" y="31292"/>
                  </a:lnTo>
                  <a:lnTo>
                    <a:pt x="328866" y="48196"/>
                  </a:lnTo>
                  <a:lnTo>
                    <a:pt x="288251" y="68402"/>
                  </a:lnTo>
                  <a:lnTo>
                    <a:pt x="249618" y="91744"/>
                  </a:lnTo>
                  <a:lnTo>
                    <a:pt x="213106" y="118059"/>
                  </a:lnTo>
                  <a:lnTo>
                    <a:pt x="178904" y="147167"/>
                  </a:lnTo>
                  <a:lnTo>
                    <a:pt x="147167" y="178904"/>
                  </a:lnTo>
                  <a:lnTo>
                    <a:pt x="118059" y="213106"/>
                  </a:lnTo>
                  <a:lnTo>
                    <a:pt x="91744" y="249618"/>
                  </a:lnTo>
                  <a:lnTo>
                    <a:pt x="68414" y="288251"/>
                  </a:lnTo>
                  <a:lnTo>
                    <a:pt x="48196" y="328866"/>
                  </a:lnTo>
                  <a:lnTo>
                    <a:pt x="31292" y="371259"/>
                  </a:lnTo>
                  <a:lnTo>
                    <a:pt x="17856" y="415302"/>
                  </a:lnTo>
                  <a:lnTo>
                    <a:pt x="8051" y="460806"/>
                  </a:lnTo>
                  <a:lnTo>
                    <a:pt x="2044" y="507606"/>
                  </a:lnTo>
                  <a:lnTo>
                    <a:pt x="0" y="555536"/>
                  </a:lnTo>
                  <a:lnTo>
                    <a:pt x="885050" y="555536"/>
                  </a:lnTo>
                  <a:lnTo>
                    <a:pt x="1151864" y="555548"/>
                  </a:lnTo>
                  <a:lnTo>
                    <a:pt x="1347190" y="555548"/>
                  </a:lnTo>
                  <a:lnTo>
                    <a:pt x="1764436" y="555548"/>
                  </a:lnTo>
                  <a:close/>
                </a:path>
              </a:pathLst>
            </a:custGeom>
            <a:solidFill>
              <a:srgbClr val="646F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3947" y="10660961"/>
              <a:ext cx="428606" cy="14656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97035" y="9960136"/>
              <a:ext cx="428606" cy="14656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1128" y="9960136"/>
              <a:ext cx="146560" cy="146560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19439" y="9734524"/>
              <a:ext cx="287581" cy="14656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11480" y="10325552"/>
              <a:ext cx="428607" cy="14656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04569" y="9624727"/>
              <a:ext cx="428606" cy="14656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68661" y="9624727"/>
              <a:ext cx="146560" cy="14656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6971" y="9399115"/>
              <a:ext cx="287581" cy="14656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7642" y="9592943"/>
              <a:ext cx="428607" cy="146560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2183254" y="9592943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5" h="146684">
                  <a:moveTo>
                    <a:pt x="119211" y="0"/>
                  </a:moveTo>
                  <a:lnTo>
                    <a:pt x="8010" y="99871"/>
                  </a:lnTo>
                  <a:lnTo>
                    <a:pt x="0" y="119211"/>
                  </a:lnTo>
                  <a:lnTo>
                    <a:pt x="2002" y="129503"/>
                  </a:lnTo>
                  <a:lnTo>
                    <a:pt x="8010" y="138550"/>
                  </a:lnTo>
                  <a:lnTo>
                    <a:pt x="17057" y="144558"/>
                  </a:lnTo>
                  <a:lnTo>
                    <a:pt x="27349" y="146560"/>
                  </a:lnTo>
                  <a:lnTo>
                    <a:pt x="37642" y="144558"/>
                  </a:lnTo>
                  <a:lnTo>
                    <a:pt x="46689" y="138550"/>
                  </a:lnTo>
                  <a:lnTo>
                    <a:pt x="138550" y="46689"/>
                  </a:lnTo>
                  <a:lnTo>
                    <a:pt x="144558" y="37642"/>
                  </a:lnTo>
                  <a:lnTo>
                    <a:pt x="146560" y="27349"/>
                  </a:lnTo>
                  <a:lnTo>
                    <a:pt x="144558" y="17057"/>
                  </a:lnTo>
                  <a:lnTo>
                    <a:pt x="138550" y="8010"/>
                  </a:lnTo>
                  <a:lnTo>
                    <a:pt x="129503" y="2002"/>
                  </a:lnTo>
                  <a:lnTo>
                    <a:pt x="119211" y="0"/>
                  </a:lnTo>
                  <a:close/>
                </a:path>
              </a:pathLst>
            </a:custGeom>
            <a:solidFill>
              <a:srgbClr val="DA68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82188" y="10349340"/>
              <a:ext cx="428607" cy="14656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324280" y="9592943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5" h="146684">
                  <a:moveTo>
                    <a:pt x="119211" y="0"/>
                  </a:moveTo>
                  <a:lnTo>
                    <a:pt x="8010" y="99871"/>
                  </a:lnTo>
                  <a:lnTo>
                    <a:pt x="0" y="119211"/>
                  </a:lnTo>
                  <a:lnTo>
                    <a:pt x="2002" y="129503"/>
                  </a:lnTo>
                  <a:lnTo>
                    <a:pt x="8010" y="138550"/>
                  </a:lnTo>
                  <a:lnTo>
                    <a:pt x="17057" y="144558"/>
                  </a:lnTo>
                  <a:lnTo>
                    <a:pt x="27349" y="146560"/>
                  </a:lnTo>
                  <a:lnTo>
                    <a:pt x="37642" y="144558"/>
                  </a:lnTo>
                  <a:lnTo>
                    <a:pt x="46689" y="138550"/>
                  </a:lnTo>
                  <a:lnTo>
                    <a:pt x="138550" y="46689"/>
                  </a:lnTo>
                  <a:lnTo>
                    <a:pt x="144558" y="37642"/>
                  </a:lnTo>
                  <a:lnTo>
                    <a:pt x="146560" y="27349"/>
                  </a:lnTo>
                  <a:lnTo>
                    <a:pt x="144558" y="17057"/>
                  </a:lnTo>
                  <a:lnTo>
                    <a:pt x="138550" y="8010"/>
                  </a:lnTo>
                  <a:lnTo>
                    <a:pt x="129503" y="2002"/>
                  </a:lnTo>
                  <a:lnTo>
                    <a:pt x="119211" y="0"/>
                  </a:lnTo>
                  <a:close/>
                </a:path>
              </a:pathLst>
            </a:custGeom>
            <a:solidFill>
              <a:srgbClr val="DA68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7575" y="9923097"/>
              <a:ext cx="428607" cy="14656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41667" y="9923097"/>
              <a:ext cx="146560" cy="14656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8372" y="10107783"/>
              <a:ext cx="287582" cy="146560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440166" y="9306071"/>
              <a:ext cx="9251950" cy="1501775"/>
            </a:xfrm>
            <a:custGeom>
              <a:avLst/>
              <a:gdLst/>
              <a:ahLst/>
              <a:cxnLst/>
              <a:rect l="l" t="t" r="r" b="b"/>
              <a:pathLst>
                <a:path w="9251950" h="1501775">
                  <a:moveTo>
                    <a:pt x="146558" y="27355"/>
                  </a:moveTo>
                  <a:lnTo>
                    <a:pt x="144551" y="17068"/>
                  </a:lnTo>
                  <a:lnTo>
                    <a:pt x="138544" y="8013"/>
                  </a:lnTo>
                  <a:lnTo>
                    <a:pt x="129501" y="2006"/>
                  </a:lnTo>
                  <a:lnTo>
                    <a:pt x="119214" y="0"/>
                  </a:lnTo>
                  <a:lnTo>
                    <a:pt x="108915" y="2006"/>
                  </a:lnTo>
                  <a:lnTo>
                    <a:pt x="99872" y="8013"/>
                  </a:lnTo>
                  <a:lnTo>
                    <a:pt x="8013" y="99872"/>
                  </a:lnTo>
                  <a:lnTo>
                    <a:pt x="2006" y="108927"/>
                  </a:lnTo>
                  <a:lnTo>
                    <a:pt x="0" y="119214"/>
                  </a:lnTo>
                  <a:lnTo>
                    <a:pt x="2006" y="129514"/>
                  </a:lnTo>
                  <a:lnTo>
                    <a:pt x="8013" y="138557"/>
                  </a:lnTo>
                  <a:lnTo>
                    <a:pt x="17056" y="144564"/>
                  </a:lnTo>
                  <a:lnTo>
                    <a:pt x="27343" y="146570"/>
                  </a:lnTo>
                  <a:lnTo>
                    <a:pt x="37642" y="144564"/>
                  </a:lnTo>
                  <a:lnTo>
                    <a:pt x="46685" y="138557"/>
                  </a:lnTo>
                  <a:lnTo>
                    <a:pt x="138544" y="46697"/>
                  </a:lnTo>
                  <a:lnTo>
                    <a:pt x="144551" y="37642"/>
                  </a:lnTo>
                  <a:lnTo>
                    <a:pt x="146558" y="27355"/>
                  </a:lnTo>
                  <a:close/>
                </a:path>
                <a:path w="9251950" h="1501775">
                  <a:moveTo>
                    <a:pt x="287578" y="27355"/>
                  </a:moveTo>
                  <a:lnTo>
                    <a:pt x="285572" y="17068"/>
                  </a:lnTo>
                  <a:lnTo>
                    <a:pt x="279565" y="8013"/>
                  </a:lnTo>
                  <a:lnTo>
                    <a:pt x="270522" y="2006"/>
                  </a:lnTo>
                  <a:lnTo>
                    <a:pt x="260235" y="0"/>
                  </a:lnTo>
                  <a:lnTo>
                    <a:pt x="249936" y="2006"/>
                  </a:lnTo>
                  <a:lnTo>
                    <a:pt x="240893" y="8013"/>
                  </a:lnTo>
                  <a:lnTo>
                    <a:pt x="149034" y="99872"/>
                  </a:lnTo>
                  <a:lnTo>
                    <a:pt x="143027" y="108927"/>
                  </a:lnTo>
                  <a:lnTo>
                    <a:pt x="141020" y="119214"/>
                  </a:lnTo>
                  <a:lnTo>
                    <a:pt x="143027" y="129514"/>
                  </a:lnTo>
                  <a:lnTo>
                    <a:pt x="149034" y="138557"/>
                  </a:lnTo>
                  <a:lnTo>
                    <a:pt x="158076" y="144564"/>
                  </a:lnTo>
                  <a:lnTo>
                    <a:pt x="168363" y="146570"/>
                  </a:lnTo>
                  <a:lnTo>
                    <a:pt x="178663" y="144564"/>
                  </a:lnTo>
                  <a:lnTo>
                    <a:pt x="187706" y="138557"/>
                  </a:lnTo>
                  <a:lnTo>
                    <a:pt x="279565" y="46697"/>
                  </a:lnTo>
                  <a:lnTo>
                    <a:pt x="285572" y="37642"/>
                  </a:lnTo>
                  <a:lnTo>
                    <a:pt x="287578" y="27355"/>
                  </a:lnTo>
                  <a:close/>
                </a:path>
                <a:path w="9251950" h="1501775">
                  <a:moveTo>
                    <a:pt x="428599" y="27355"/>
                  </a:moveTo>
                  <a:lnTo>
                    <a:pt x="426605" y="17068"/>
                  </a:lnTo>
                  <a:lnTo>
                    <a:pt x="420598" y="8013"/>
                  </a:lnTo>
                  <a:lnTo>
                    <a:pt x="411543" y="2006"/>
                  </a:lnTo>
                  <a:lnTo>
                    <a:pt x="401256" y="0"/>
                  </a:lnTo>
                  <a:lnTo>
                    <a:pt x="390956" y="2006"/>
                  </a:lnTo>
                  <a:lnTo>
                    <a:pt x="381914" y="8013"/>
                  </a:lnTo>
                  <a:lnTo>
                    <a:pt x="290055" y="99872"/>
                  </a:lnTo>
                  <a:lnTo>
                    <a:pt x="284048" y="108927"/>
                  </a:lnTo>
                  <a:lnTo>
                    <a:pt x="282041" y="119214"/>
                  </a:lnTo>
                  <a:lnTo>
                    <a:pt x="284048" y="129514"/>
                  </a:lnTo>
                  <a:lnTo>
                    <a:pt x="290055" y="138557"/>
                  </a:lnTo>
                  <a:lnTo>
                    <a:pt x="299097" y="144564"/>
                  </a:lnTo>
                  <a:lnTo>
                    <a:pt x="309397" y="146570"/>
                  </a:lnTo>
                  <a:lnTo>
                    <a:pt x="319684" y="144564"/>
                  </a:lnTo>
                  <a:lnTo>
                    <a:pt x="328726" y="138557"/>
                  </a:lnTo>
                  <a:lnTo>
                    <a:pt x="420598" y="46697"/>
                  </a:lnTo>
                  <a:lnTo>
                    <a:pt x="426605" y="37642"/>
                  </a:lnTo>
                  <a:lnTo>
                    <a:pt x="428599" y="27355"/>
                  </a:lnTo>
                  <a:close/>
                </a:path>
                <a:path w="9251950" h="1501775">
                  <a:moveTo>
                    <a:pt x="569633" y="27355"/>
                  </a:moveTo>
                  <a:lnTo>
                    <a:pt x="567626" y="17068"/>
                  </a:lnTo>
                  <a:lnTo>
                    <a:pt x="561619" y="8013"/>
                  </a:lnTo>
                  <a:lnTo>
                    <a:pt x="552564" y="2006"/>
                  </a:lnTo>
                  <a:lnTo>
                    <a:pt x="542277" y="0"/>
                  </a:lnTo>
                  <a:lnTo>
                    <a:pt x="531990" y="2006"/>
                  </a:lnTo>
                  <a:lnTo>
                    <a:pt x="522935" y="8013"/>
                  </a:lnTo>
                  <a:lnTo>
                    <a:pt x="431076" y="99872"/>
                  </a:lnTo>
                  <a:lnTo>
                    <a:pt x="425069" y="108927"/>
                  </a:lnTo>
                  <a:lnTo>
                    <a:pt x="423062" y="119214"/>
                  </a:lnTo>
                  <a:lnTo>
                    <a:pt x="425069" y="129514"/>
                  </a:lnTo>
                  <a:lnTo>
                    <a:pt x="431076" y="138557"/>
                  </a:lnTo>
                  <a:lnTo>
                    <a:pt x="440118" y="144564"/>
                  </a:lnTo>
                  <a:lnTo>
                    <a:pt x="450418" y="146570"/>
                  </a:lnTo>
                  <a:lnTo>
                    <a:pt x="460705" y="144564"/>
                  </a:lnTo>
                  <a:lnTo>
                    <a:pt x="469760" y="138557"/>
                  </a:lnTo>
                  <a:lnTo>
                    <a:pt x="561619" y="46697"/>
                  </a:lnTo>
                  <a:lnTo>
                    <a:pt x="567626" y="37642"/>
                  </a:lnTo>
                  <a:lnTo>
                    <a:pt x="569633" y="27355"/>
                  </a:lnTo>
                  <a:close/>
                </a:path>
                <a:path w="9251950" h="1501775">
                  <a:moveTo>
                    <a:pt x="710653" y="27355"/>
                  </a:moveTo>
                  <a:lnTo>
                    <a:pt x="708647" y="17068"/>
                  </a:lnTo>
                  <a:lnTo>
                    <a:pt x="702640" y="8013"/>
                  </a:lnTo>
                  <a:lnTo>
                    <a:pt x="693585" y="2006"/>
                  </a:lnTo>
                  <a:lnTo>
                    <a:pt x="683298" y="0"/>
                  </a:lnTo>
                  <a:lnTo>
                    <a:pt x="673011" y="2006"/>
                  </a:lnTo>
                  <a:lnTo>
                    <a:pt x="663956" y="8013"/>
                  </a:lnTo>
                  <a:lnTo>
                    <a:pt x="572096" y="99872"/>
                  </a:lnTo>
                  <a:lnTo>
                    <a:pt x="566089" y="108927"/>
                  </a:lnTo>
                  <a:lnTo>
                    <a:pt x="564083" y="119214"/>
                  </a:lnTo>
                  <a:lnTo>
                    <a:pt x="566089" y="129514"/>
                  </a:lnTo>
                  <a:lnTo>
                    <a:pt x="572096" y="138557"/>
                  </a:lnTo>
                  <a:lnTo>
                    <a:pt x="581139" y="144564"/>
                  </a:lnTo>
                  <a:lnTo>
                    <a:pt x="591439" y="146570"/>
                  </a:lnTo>
                  <a:lnTo>
                    <a:pt x="601726" y="144564"/>
                  </a:lnTo>
                  <a:lnTo>
                    <a:pt x="610781" y="138557"/>
                  </a:lnTo>
                  <a:lnTo>
                    <a:pt x="702640" y="46697"/>
                  </a:lnTo>
                  <a:lnTo>
                    <a:pt x="708647" y="37642"/>
                  </a:lnTo>
                  <a:lnTo>
                    <a:pt x="710653" y="27355"/>
                  </a:lnTo>
                  <a:close/>
                </a:path>
                <a:path w="9251950" h="1501775">
                  <a:moveTo>
                    <a:pt x="851674" y="27355"/>
                  </a:moveTo>
                  <a:lnTo>
                    <a:pt x="849668" y="17068"/>
                  </a:lnTo>
                  <a:lnTo>
                    <a:pt x="843661" y="8013"/>
                  </a:lnTo>
                  <a:lnTo>
                    <a:pt x="834618" y="2006"/>
                  </a:lnTo>
                  <a:lnTo>
                    <a:pt x="824318" y="0"/>
                  </a:lnTo>
                  <a:lnTo>
                    <a:pt x="814031" y="2006"/>
                  </a:lnTo>
                  <a:lnTo>
                    <a:pt x="804976" y="8013"/>
                  </a:lnTo>
                  <a:lnTo>
                    <a:pt x="713117" y="99872"/>
                  </a:lnTo>
                  <a:lnTo>
                    <a:pt x="707110" y="108927"/>
                  </a:lnTo>
                  <a:lnTo>
                    <a:pt x="705116" y="119214"/>
                  </a:lnTo>
                  <a:lnTo>
                    <a:pt x="707110" y="129514"/>
                  </a:lnTo>
                  <a:lnTo>
                    <a:pt x="713117" y="138557"/>
                  </a:lnTo>
                  <a:lnTo>
                    <a:pt x="722172" y="144564"/>
                  </a:lnTo>
                  <a:lnTo>
                    <a:pt x="732459" y="146570"/>
                  </a:lnTo>
                  <a:lnTo>
                    <a:pt x="742759" y="144564"/>
                  </a:lnTo>
                  <a:lnTo>
                    <a:pt x="751801" y="138557"/>
                  </a:lnTo>
                  <a:lnTo>
                    <a:pt x="843661" y="46697"/>
                  </a:lnTo>
                  <a:lnTo>
                    <a:pt x="849668" y="37642"/>
                  </a:lnTo>
                  <a:lnTo>
                    <a:pt x="851674" y="27355"/>
                  </a:lnTo>
                  <a:close/>
                </a:path>
                <a:path w="9251950" h="1501775">
                  <a:moveTo>
                    <a:pt x="992695" y="27355"/>
                  </a:moveTo>
                  <a:lnTo>
                    <a:pt x="990688" y="17068"/>
                  </a:lnTo>
                  <a:lnTo>
                    <a:pt x="984681" y="8013"/>
                  </a:lnTo>
                  <a:lnTo>
                    <a:pt x="975639" y="2006"/>
                  </a:lnTo>
                  <a:lnTo>
                    <a:pt x="965352" y="0"/>
                  </a:lnTo>
                  <a:lnTo>
                    <a:pt x="955052" y="2006"/>
                  </a:lnTo>
                  <a:lnTo>
                    <a:pt x="946010" y="8013"/>
                  </a:lnTo>
                  <a:lnTo>
                    <a:pt x="854151" y="99872"/>
                  </a:lnTo>
                  <a:lnTo>
                    <a:pt x="848144" y="108927"/>
                  </a:lnTo>
                  <a:lnTo>
                    <a:pt x="846137" y="119214"/>
                  </a:lnTo>
                  <a:lnTo>
                    <a:pt x="848144" y="129514"/>
                  </a:lnTo>
                  <a:lnTo>
                    <a:pt x="854151" y="138557"/>
                  </a:lnTo>
                  <a:lnTo>
                    <a:pt x="863193" y="144564"/>
                  </a:lnTo>
                  <a:lnTo>
                    <a:pt x="873480" y="146570"/>
                  </a:lnTo>
                  <a:lnTo>
                    <a:pt x="883780" y="144564"/>
                  </a:lnTo>
                  <a:lnTo>
                    <a:pt x="892822" y="138557"/>
                  </a:lnTo>
                  <a:lnTo>
                    <a:pt x="984681" y="46697"/>
                  </a:lnTo>
                  <a:lnTo>
                    <a:pt x="990688" y="37642"/>
                  </a:lnTo>
                  <a:lnTo>
                    <a:pt x="992695" y="27355"/>
                  </a:lnTo>
                  <a:close/>
                </a:path>
                <a:path w="9251950" h="1501775">
                  <a:moveTo>
                    <a:pt x="8405215" y="1382242"/>
                  </a:moveTo>
                  <a:lnTo>
                    <a:pt x="8403209" y="1371955"/>
                  </a:lnTo>
                  <a:lnTo>
                    <a:pt x="8397202" y="1362900"/>
                  </a:lnTo>
                  <a:lnTo>
                    <a:pt x="8388159" y="1356893"/>
                  </a:lnTo>
                  <a:lnTo>
                    <a:pt x="8377872" y="1354899"/>
                  </a:lnTo>
                  <a:lnTo>
                    <a:pt x="8367573" y="1356893"/>
                  </a:lnTo>
                  <a:lnTo>
                    <a:pt x="8358530" y="1362900"/>
                  </a:lnTo>
                  <a:lnTo>
                    <a:pt x="8266671" y="1454772"/>
                  </a:lnTo>
                  <a:lnTo>
                    <a:pt x="8260664" y="1463814"/>
                  </a:lnTo>
                  <a:lnTo>
                    <a:pt x="8258657" y="1474101"/>
                  </a:lnTo>
                  <a:lnTo>
                    <a:pt x="8260664" y="1484401"/>
                  </a:lnTo>
                  <a:lnTo>
                    <a:pt x="8266671" y="1493443"/>
                  </a:lnTo>
                  <a:lnTo>
                    <a:pt x="8275714" y="1499450"/>
                  </a:lnTo>
                  <a:lnTo>
                    <a:pt x="8286001" y="1501457"/>
                  </a:lnTo>
                  <a:lnTo>
                    <a:pt x="8296300" y="1499450"/>
                  </a:lnTo>
                  <a:lnTo>
                    <a:pt x="8305343" y="1493443"/>
                  </a:lnTo>
                  <a:lnTo>
                    <a:pt x="8397202" y="1401584"/>
                  </a:lnTo>
                  <a:lnTo>
                    <a:pt x="8403209" y="1392542"/>
                  </a:lnTo>
                  <a:lnTo>
                    <a:pt x="8405215" y="1382242"/>
                  </a:lnTo>
                  <a:close/>
                </a:path>
                <a:path w="9251950" h="1501775">
                  <a:moveTo>
                    <a:pt x="8546236" y="1382242"/>
                  </a:moveTo>
                  <a:lnTo>
                    <a:pt x="8544230" y="1371955"/>
                  </a:lnTo>
                  <a:lnTo>
                    <a:pt x="8538223" y="1362900"/>
                  </a:lnTo>
                  <a:lnTo>
                    <a:pt x="8529180" y="1356893"/>
                  </a:lnTo>
                  <a:lnTo>
                    <a:pt x="8518893" y="1354899"/>
                  </a:lnTo>
                  <a:lnTo>
                    <a:pt x="8508594" y="1356893"/>
                  </a:lnTo>
                  <a:lnTo>
                    <a:pt x="8499551" y="1362900"/>
                  </a:lnTo>
                  <a:lnTo>
                    <a:pt x="8407692" y="1454772"/>
                  </a:lnTo>
                  <a:lnTo>
                    <a:pt x="8401685" y="1463814"/>
                  </a:lnTo>
                  <a:lnTo>
                    <a:pt x="8399678" y="1474101"/>
                  </a:lnTo>
                  <a:lnTo>
                    <a:pt x="8401685" y="1484401"/>
                  </a:lnTo>
                  <a:lnTo>
                    <a:pt x="8407692" y="1493443"/>
                  </a:lnTo>
                  <a:lnTo>
                    <a:pt x="8416734" y="1499450"/>
                  </a:lnTo>
                  <a:lnTo>
                    <a:pt x="8427021" y="1501457"/>
                  </a:lnTo>
                  <a:lnTo>
                    <a:pt x="8437321" y="1499450"/>
                  </a:lnTo>
                  <a:lnTo>
                    <a:pt x="8446364" y="1493443"/>
                  </a:lnTo>
                  <a:lnTo>
                    <a:pt x="8538223" y="1401584"/>
                  </a:lnTo>
                  <a:lnTo>
                    <a:pt x="8544230" y="1392542"/>
                  </a:lnTo>
                  <a:lnTo>
                    <a:pt x="8546236" y="1382242"/>
                  </a:lnTo>
                  <a:close/>
                </a:path>
                <a:path w="9251950" h="1501775">
                  <a:moveTo>
                    <a:pt x="8687257" y="1382242"/>
                  </a:moveTo>
                  <a:lnTo>
                    <a:pt x="8685263" y="1371955"/>
                  </a:lnTo>
                  <a:lnTo>
                    <a:pt x="8679256" y="1362900"/>
                  </a:lnTo>
                  <a:lnTo>
                    <a:pt x="8670201" y="1356893"/>
                  </a:lnTo>
                  <a:lnTo>
                    <a:pt x="8659914" y="1354899"/>
                  </a:lnTo>
                  <a:lnTo>
                    <a:pt x="8649627" y="1356893"/>
                  </a:lnTo>
                  <a:lnTo>
                    <a:pt x="8640572" y="1362900"/>
                  </a:lnTo>
                  <a:lnTo>
                    <a:pt x="8548713" y="1454772"/>
                  </a:lnTo>
                  <a:lnTo>
                    <a:pt x="8542706" y="1463814"/>
                  </a:lnTo>
                  <a:lnTo>
                    <a:pt x="8540699" y="1474101"/>
                  </a:lnTo>
                  <a:lnTo>
                    <a:pt x="8542706" y="1484401"/>
                  </a:lnTo>
                  <a:lnTo>
                    <a:pt x="8548713" y="1493443"/>
                  </a:lnTo>
                  <a:lnTo>
                    <a:pt x="8557755" y="1499450"/>
                  </a:lnTo>
                  <a:lnTo>
                    <a:pt x="8568055" y="1501457"/>
                  </a:lnTo>
                  <a:lnTo>
                    <a:pt x="8578342" y="1499450"/>
                  </a:lnTo>
                  <a:lnTo>
                    <a:pt x="8587397" y="1493443"/>
                  </a:lnTo>
                  <a:lnTo>
                    <a:pt x="8679256" y="1401584"/>
                  </a:lnTo>
                  <a:lnTo>
                    <a:pt x="8685263" y="1392542"/>
                  </a:lnTo>
                  <a:lnTo>
                    <a:pt x="8687257" y="1382242"/>
                  </a:lnTo>
                  <a:close/>
                </a:path>
                <a:path w="9251950" h="1501775">
                  <a:moveTo>
                    <a:pt x="8828291" y="1382242"/>
                  </a:moveTo>
                  <a:lnTo>
                    <a:pt x="8826284" y="1371955"/>
                  </a:lnTo>
                  <a:lnTo>
                    <a:pt x="8820277" y="1362900"/>
                  </a:lnTo>
                  <a:lnTo>
                    <a:pt x="8811235" y="1356893"/>
                  </a:lnTo>
                  <a:lnTo>
                    <a:pt x="8800935" y="1354899"/>
                  </a:lnTo>
                  <a:lnTo>
                    <a:pt x="8790648" y="1356893"/>
                  </a:lnTo>
                  <a:lnTo>
                    <a:pt x="8781593" y="1362900"/>
                  </a:lnTo>
                  <a:lnTo>
                    <a:pt x="8689734" y="1454772"/>
                  </a:lnTo>
                  <a:lnTo>
                    <a:pt x="8683727" y="1463814"/>
                  </a:lnTo>
                  <a:lnTo>
                    <a:pt x="8681720" y="1474101"/>
                  </a:lnTo>
                  <a:lnTo>
                    <a:pt x="8683727" y="1484401"/>
                  </a:lnTo>
                  <a:lnTo>
                    <a:pt x="8689734" y="1493443"/>
                  </a:lnTo>
                  <a:lnTo>
                    <a:pt x="8698789" y="1499450"/>
                  </a:lnTo>
                  <a:lnTo>
                    <a:pt x="8709076" y="1501457"/>
                  </a:lnTo>
                  <a:lnTo>
                    <a:pt x="8719363" y="1499450"/>
                  </a:lnTo>
                  <a:lnTo>
                    <a:pt x="8728418" y="1493443"/>
                  </a:lnTo>
                  <a:lnTo>
                    <a:pt x="8820277" y="1401584"/>
                  </a:lnTo>
                  <a:lnTo>
                    <a:pt x="8826284" y="1392542"/>
                  </a:lnTo>
                  <a:lnTo>
                    <a:pt x="8828291" y="1382242"/>
                  </a:lnTo>
                  <a:close/>
                </a:path>
                <a:path w="9251950" h="1501775">
                  <a:moveTo>
                    <a:pt x="8969311" y="1382242"/>
                  </a:moveTo>
                  <a:lnTo>
                    <a:pt x="8967305" y="1371955"/>
                  </a:lnTo>
                  <a:lnTo>
                    <a:pt x="8961298" y="1362900"/>
                  </a:lnTo>
                  <a:lnTo>
                    <a:pt x="8952255" y="1356893"/>
                  </a:lnTo>
                  <a:lnTo>
                    <a:pt x="8941956" y="1354899"/>
                  </a:lnTo>
                  <a:lnTo>
                    <a:pt x="8931669" y="1356893"/>
                  </a:lnTo>
                  <a:lnTo>
                    <a:pt x="8922614" y="1362900"/>
                  </a:lnTo>
                  <a:lnTo>
                    <a:pt x="8830754" y="1454772"/>
                  </a:lnTo>
                  <a:lnTo>
                    <a:pt x="8824747" y="1463814"/>
                  </a:lnTo>
                  <a:lnTo>
                    <a:pt x="8822741" y="1474101"/>
                  </a:lnTo>
                  <a:lnTo>
                    <a:pt x="8824747" y="1484401"/>
                  </a:lnTo>
                  <a:lnTo>
                    <a:pt x="8830754" y="1493443"/>
                  </a:lnTo>
                  <a:lnTo>
                    <a:pt x="8839810" y="1499450"/>
                  </a:lnTo>
                  <a:lnTo>
                    <a:pt x="8850097" y="1501457"/>
                  </a:lnTo>
                  <a:lnTo>
                    <a:pt x="8860384" y="1499450"/>
                  </a:lnTo>
                  <a:lnTo>
                    <a:pt x="8869439" y="1493443"/>
                  </a:lnTo>
                  <a:lnTo>
                    <a:pt x="8961298" y="1401584"/>
                  </a:lnTo>
                  <a:lnTo>
                    <a:pt x="8967305" y="1392542"/>
                  </a:lnTo>
                  <a:lnTo>
                    <a:pt x="8969311" y="1382242"/>
                  </a:lnTo>
                  <a:close/>
                </a:path>
                <a:path w="9251950" h="1501775">
                  <a:moveTo>
                    <a:pt x="9110332" y="1382242"/>
                  </a:moveTo>
                  <a:lnTo>
                    <a:pt x="9108326" y="1371955"/>
                  </a:lnTo>
                  <a:lnTo>
                    <a:pt x="9102319" y="1362900"/>
                  </a:lnTo>
                  <a:lnTo>
                    <a:pt x="9093276" y="1356893"/>
                  </a:lnTo>
                  <a:lnTo>
                    <a:pt x="9082976" y="1354899"/>
                  </a:lnTo>
                  <a:lnTo>
                    <a:pt x="9072689" y="1356893"/>
                  </a:lnTo>
                  <a:lnTo>
                    <a:pt x="9063647" y="1362900"/>
                  </a:lnTo>
                  <a:lnTo>
                    <a:pt x="8971775" y="1454772"/>
                  </a:lnTo>
                  <a:lnTo>
                    <a:pt x="8965768" y="1463814"/>
                  </a:lnTo>
                  <a:lnTo>
                    <a:pt x="8963774" y="1474101"/>
                  </a:lnTo>
                  <a:lnTo>
                    <a:pt x="8965768" y="1484401"/>
                  </a:lnTo>
                  <a:lnTo>
                    <a:pt x="8971775" y="1493443"/>
                  </a:lnTo>
                  <a:lnTo>
                    <a:pt x="8980830" y="1499450"/>
                  </a:lnTo>
                  <a:lnTo>
                    <a:pt x="8991117" y="1501457"/>
                  </a:lnTo>
                  <a:lnTo>
                    <a:pt x="9001417" y="1499450"/>
                  </a:lnTo>
                  <a:lnTo>
                    <a:pt x="9010459" y="1493443"/>
                  </a:lnTo>
                  <a:lnTo>
                    <a:pt x="9102319" y="1401584"/>
                  </a:lnTo>
                  <a:lnTo>
                    <a:pt x="9108326" y="1392542"/>
                  </a:lnTo>
                  <a:lnTo>
                    <a:pt x="9110332" y="1382242"/>
                  </a:lnTo>
                  <a:close/>
                </a:path>
                <a:path w="9251950" h="1501775">
                  <a:moveTo>
                    <a:pt x="9251353" y="1382242"/>
                  </a:moveTo>
                  <a:lnTo>
                    <a:pt x="9249346" y="1371955"/>
                  </a:lnTo>
                  <a:lnTo>
                    <a:pt x="9243339" y="1362900"/>
                  </a:lnTo>
                  <a:lnTo>
                    <a:pt x="9234297" y="1356893"/>
                  </a:lnTo>
                  <a:lnTo>
                    <a:pt x="9224010" y="1354899"/>
                  </a:lnTo>
                  <a:lnTo>
                    <a:pt x="9213710" y="1356893"/>
                  </a:lnTo>
                  <a:lnTo>
                    <a:pt x="9204668" y="1362900"/>
                  </a:lnTo>
                  <a:lnTo>
                    <a:pt x="9112809" y="1454772"/>
                  </a:lnTo>
                  <a:lnTo>
                    <a:pt x="9106802" y="1463814"/>
                  </a:lnTo>
                  <a:lnTo>
                    <a:pt x="9104795" y="1474101"/>
                  </a:lnTo>
                  <a:lnTo>
                    <a:pt x="9106802" y="1484401"/>
                  </a:lnTo>
                  <a:lnTo>
                    <a:pt x="9112809" y="1493443"/>
                  </a:lnTo>
                  <a:lnTo>
                    <a:pt x="9121851" y="1499450"/>
                  </a:lnTo>
                  <a:lnTo>
                    <a:pt x="9132138" y="1501457"/>
                  </a:lnTo>
                  <a:lnTo>
                    <a:pt x="9142438" y="1499450"/>
                  </a:lnTo>
                  <a:lnTo>
                    <a:pt x="9151480" y="1493443"/>
                  </a:lnTo>
                  <a:lnTo>
                    <a:pt x="9243339" y="1401584"/>
                  </a:lnTo>
                  <a:lnTo>
                    <a:pt x="9249346" y="1392542"/>
                  </a:lnTo>
                  <a:lnTo>
                    <a:pt x="9251353" y="1382242"/>
                  </a:lnTo>
                  <a:close/>
                </a:path>
              </a:pathLst>
            </a:custGeom>
            <a:solidFill>
              <a:srgbClr val="DA68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8960" y="9897862"/>
              <a:ext cx="428606" cy="14656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46981" y="4395218"/>
              <a:ext cx="1348566" cy="1348566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922642" y="6386458"/>
              <a:ext cx="0" cy="1677670"/>
            </a:xfrm>
            <a:custGeom>
              <a:avLst/>
              <a:gdLst/>
              <a:ahLst/>
              <a:cxnLst/>
              <a:rect l="l" t="t" r="r" b="b"/>
              <a:pathLst>
                <a:path w="0" h="1677670">
                  <a:moveTo>
                    <a:pt x="0" y="0"/>
                  </a:moveTo>
                  <a:lnTo>
                    <a:pt x="0" y="1677613"/>
                  </a:lnTo>
                </a:path>
              </a:pathLst>
            </a:custGeom>
            <a:ln w="7622">
              <a:solidFill>
                <a:srgbClr val="8F8F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21263" y="5148221"/>
              <a:ext cx="0" cy="2915920"/>
            </a:xfrm>
            <a:custGeom>
              <a:avLst/>
              <a:gdLst/>
              <a:ahLst/>
              <a:cxnLst/>
              <a:rect l="l" t="t" r="r" b="b"/>
              <a:pathLst>
                <a:path w="0" h="2915920">
                  <a:moveTo>
                    <a:pt x="0" y="0"/>
                  </a:moveTo>
                  <a:lnTo>
                    <a:pt x="0" y="2915848"/>
                  </a:lnTo>
                </a:path>
              </a:pathLst>
            </a:custGeom>
            <a:ln w="7622">
              <a:solidFill>
                <a:srgbClr val="8F8F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21261" y="5797297"/>
              <a:ext cx="556895" cy="923925"/>
            </a:xfrm>
            <a:custGeom>
              <a:avLst/>
              <a:gdLst/>
              <a:ahLst/>
              <a:cxnLst/>
              <a:rect l="l" t="t" r="r" b="b"/>
              <a:pathLst>
                <a:path w="556895" h="923925">
                  <a:moveTo>
                    <a:pt x="556674" y="0"/>
                  </a:moveTo>
                  <a:lnTo>
                    <a:pt x="0" y="923689"/>
                  </a:lnTo>
                </a:path>
              </a:pathLst>
            </a:custGeom>
            <a:ln w="7622">
              <a:solidFill>
                <a:srgbClr val="8F8F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656098" y="8064070"/>
              <a:ext cx="509270" cy="0"/>
            </a:xfrm>
            <a:custGeom>
              <a:avLst/>
              <a:gdLst/>
              <a:ahLst/>
              <a:cxnLst/>
              <a:rect l="l" t="t" r="r" b="b"/>
              <a:pathLst>
                <a:path w="509269" h="0">
                  <a:moveTo>
                    <a:pt x="0" y="0"/>
                  </a:moveTo>
                  <a:lnTo>
                    <a:pt x="509272" y="0"/>
                  </a:lnTo>
                </a:path>
              </a:pathLst>
            </a:custGeom>
            <a:ln w="7622">
              <a:solidFill>
                <a:srgbClr val="CCB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066626" y="8064070"/>
              <a:ext cx="509270" cy="0"/>
            </a:xfrm>
            <a:custGeom>
              <a:avLst/>
              <a:gdLst/>
              <a:ahLst/>
              <a:cxnLst/>
              <a:rect l="l" t="t" r="r" b="b"/>
              <a:pathLst>
                <a:path w="509270" h="0">
                  <a:moveTo>
                    <a:pt x="0" y="0"/>
                  </a:moveTo>
                  <a:lnTo>
                    <a:pt x="509272" y="0"/>
                  </a:lnTo>
                </a:path>
              </a:pathLst>
            </a:custGeom>
            <a:ln w="7622">
              <a:solidFill>
                <a:srgbClr val="CCBC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7777" y="5345285"/>
              <a:ext cx="1809725" cy="1809725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1922642" y="6386458"/>
              <a:ext cx="0" cy="1677670"/>
            </a:xfrm>
            <a:custGeom>
              <a:avLst/>
              <a:gdLst/>
              <a:ahLst/>
              <a:cxnLst/>
              <a:rect l="l" t="t" r="r" b="b"/>
              <a:pathLst>
                <a:path w="0" h="1677670">
                  <a:moveTo>
                    <a:pt x="0" y="0"/>
                  </a:moveTo>
                  <a:lnTo>
                    <a:pt x="0" y="1677613"/>
                  </a:lnTo>
                </a:path>
              </a:pathLst>
            </a:custGeom>
            <a:ln w="7622">
              <a:solidFill>
                <a:srgbClr val="8F8F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656098" y="8064070"/>
              <a:ext cx="509270" cy="0"/>
            </a:xfrm>
            <a:custGeom>
              <a:avLst/>
              <a:gdLst/>
              <a:ahLst/>
              <a:cxnLst/>
              <a:rect l="l" t="t" r="r" b="b"/>
              <a:pathLst>
                <a:path w="509269" h="0">
                  <a:moveTo>
                    <a:pt x="0" y="0"/>
                  </a:moveTo>
                  <a:lnTo>
                    <a:pt x="509272" y="0"/>
                  </a:lnTo>
                </a:path>
              </a:pathLst>
            </a:custGeom>
            <a:ln w="7622">
              <a:solidFill>
                <a:srgbClr val="CCB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7315397" y="5403065"/>
              <a:ext cx="2083435" cy="2083435"/>
            </a:xfrm>
            <a:custGeom>
              <a:avLst/>
              <a:gdLst/>
              <a:ahLst/>
              <a:cxnLst/>
              <a:rect l="l" t="t" r="r" b="b"/>
              <a:pathLst>
                <a:path w="2083434" h="2083434">
                  <a:moveTo>
                    <a:pt x="1041549" y="0"/>
                  </a:moveTo>
                  <a:lnTo>
                    <a:pt x="993873" y="1071"/>
                  </a:lnTo>
                  <a:lnTo>
                    <a:pt x="946747" y="4256"/>
                  </a:lnTo>
                  <a:lnTo>
                    <a:pt x="900218" y="9508"/>
                  </a:lnTo>
                  <a:lnTo>
                    <a:pt x="854330" y="16780"/>
                  </a:lnTo>
                  <a:lnTo>
                    <a:pt x="809130" y="26028"/>
                  </a:lnTo>
                  <a:lnTo>
                    <a:pt x="764665" y="37205"/>
                  </a:lnTo>
                  <a:lnTo>
                    <a:pt x="720979" y="50265"/>
                  </a:lnTo>
                  <a:lnTo>
                    <a:pt x="678120" y="65162"/>
                  </a:lnTo>
                  <a:lnTo>
                    <a:pt x="636132" y="81850"/>
                  </a:lnTo>
                  <a:lnTo>
                    <a:pt x="595063" y="100284"/>
                  </a:lnTo>
                  <a:lnTo>
                    <a:pt x="554957" y="120416"/>
                  </a:lnTo>
                  <a:lnTo>
                    <a:pt x="515860" y="142202"/>
                  </a:lnTo>
                  <a:lnTo>
                    <a:pt x="477820" y="165596"/>
                  </a:lnTo>
                  <a:lnTo>
                    <a:pt x="440881" y="190550"/>
                  </a:lnTo>
                  <a:lnTo>
                    <a:pt x="405091" y="217020"/>
                  </a:lnTo>
                  <a:lnTo>
                    <a:pt x="370493" y="244960"/>
                  </a:lnTo>
                  <a:lnTo>
                    <a:pt x="337136" y="274323"/>
                  </a:lnTo>
                  <a:lnTo>
                    <a:pt x="305064" y="305064"/>
                  </a:lnTo>
                  <a:lnTo>
                    <a:pt x="274323" y="337136"/>
                  </a:lnTo>
                  <a:lnTo>
                    <a:pt x="244960" y="370493"/>
                  </a:lnTo>
                  <a:lnTo>
                    <a:pt x="217020" y="405091"/>
                  </a:lnTo>
                  <a:lnTo>
                    <a:pt x="190550" y="440881"/>
                  </a:lnTo>
                  <a:lnTo>
                    <a:pt x="165596" y="477820"/>
                  </a:lnTo>
                  <a:lnTo>
                    <a:pt x="142202" y="515860"/>
                  </a:lnTo>
                  <a:lnTo>
                    <a:pt x="120416" y="554957"/>
                  </a:lnTo>
                  <a:lnTo>
                    <a:pt x="100284" y="595063"/>
                  </a:lnTo>
                  <a:lnTo>
                    <a:pt x="81850" y="636132"/>
                  </a:lnTo>
                  <a:lnTo>
                    <a:pt x="65162" y="678120"/>
                  </a:lnTo>
                  <a:lnTo>
                    <a:pt x="50265" y="720979"/>
                  </a:lnTo>
                  <a:lnTo>
                    <a:pt x="37205" y="764665"/>
                  </a:lnTo>
                  <a:lnTo>
                    <a:pt x="26028" y="809130"/>
                  </a:lnTo>
                  <a:lnTo>
                    <a:pt x="16780" y="854330"/>
                  </a:lnTo>
                  <a:lnTo>
                    <a:pt x="9508" y="900218"/>
                  </a:lnTo>
                  <a:lnTo>
                    <a:pt x="4256" y="946747"/>
                  </a:lnTo>
                  <a:lnTo>
                    <a:pt x="1071" y="993873"/>
                  </a:lnTo>
                  <a:lnTo>
                    <a:pt x="0" y="1041549"/>
                  </a:lnTo>
                  <a:lnTo>
                    <a:pt x="1071" y="1089225"/>
                  </a:lnTo>
                  <a:lnTo>
                    <a:pt x="4256" y="1136351"/>
                  </a:lnTo>
                  <a:lnTo>
                    <a:pt x="9508" y="1182880"/>
                  </a:lnTo>
                  <a:lnTo>
                    <a:pt x="16780" y="1228768"/>
                  </a:lnTo>
                  <a:lnTo>
                    <a:pt x="26028" y="1273967"/>
                  </a:lnTo>
                  <a:lnTo>
                    <a:pt x="37205" y="1318433"/>
                  </a:lnTo>
                  <a:lnTo>
                    <a:pt x="50265" y="1362118"/>
                  </a:lnTo>
                  <a:lnTo>
                    <a:pt x="65162" y="1404978"/>
                  </a:lnTo>
                  <a:lnTo>
                    <a:pt x="81850" y="1446966"/>
                  </a:lnTo>
                  <a:lnTo>
                    <a:pt x="100284" y="1488035"/>
                  </a:lnTo>
                  <a:lnTo>
                    <a:pt x="120416" y="1528141"/>
                  </a:lnTo>
                  <a:lnTo>
                    <a:pt x="142202" y="1567237"/>
                  </a:lnTo>
                  <a:lnTo>
                    <a:pt x="165596" y="1605278"/>
                  </a:lnTo>
                  <a:lnTo>
                    <a:pt x="190550" y="1642216"/>
                  </a:lnTo>
                  <a:lnTo>
                    <a:pt x="217020" y="1678007"/>
                  </a:lnTo>
                  <a:lnTo>
                    <a:pt x="244960" y="1712605"/>
                  </a:lnTo>
                  <a:lnTo>
                    <a:pt x="274323" y="1745962"/>
                  </a:lnTo>
                  <a:lnTo>
                    <a:pt x="305064" y="1778034"/>
                  </a:lnTo>
                  <a:lnTo>
                    <a:pt x="337136" y="1808775"/>
                  </a:lnTo>
                  <a:lnTo>
                    <a:pt x="370493" y="1838138"/>
                  </a:lnTo>
                  <a:lnTo>
                    <a:pt x="405091" y="1866077"/>
                  </a:lnTo>
                  <a:lnTo>
                    <a:pt x="440881" y="1892548"/>
                  </a:lnTo>
                  <a:lnTo>
                    <a:pt x="477820" y="1917502"/>
                  </a:lnTo>
                  <a:lnTo>
                    <a:pt x="515860" y="1940896"/>
                  </a:lnTo>
                  <a:lnTo>
                    <a:pt x="554957" y="1962682"/>
                  </a:lnTo>
                  <a:lnTo>
                    <a:pt x="595063" y="1982814"/>
                  </a:lnTo>
                  <a:lnTo>
                    <a:pt x="636132" y="2001248"/>
                  </a:lnTo>
                  <a:lnTo>
                    <a:pt x="678120" y="2017936"/>
                  </a:lnTo>
                  <a:lnTo>
                    <a:pt x="720979" y="2032833"/>
                  </a:lnTo>
                  <a:lnTo>
                    <a:pt x="764665" y="2045893"/>
                  </a:lnTo>
                  <a:lnTo>
                    <a:pt x="809130" y="2057070"/>
                  </a:lnTo>
                  <a:lnTo>
                    <a:pt x="854330" y="2066318"/>
                  </a:lnTo>
                  <a:lnTo>
                    <a:pt x="900218" y="2073590"/>
                  </a:lnTo>
                  <a:lnTo>
                    <a:pt x="946747" y="2078842"/>
                  </a:lnTo>
                  <a:lnTo>
                    <a:pt x="993873" y="2082027"/>
                  </a:lnTo>
                  <a:lnTo>
                    <a:pt x="1041549" y="2083098"/>
                  </a:lnTo>
                  <a:lnTo>
                    <a:pt x="1089225" y="2082027"/>
                  </a:lnTo>
                  <a:lnTo>
                    <a:pt x="1136351" y="2078842"/>
                  </a:lnTo>
                  <a:lnTo>
                    <a:pt x="1182880" y="2073590"/>
                  </a:lnTo>
                  <a:lnTo>
                    <a:pt x="1228768" y="2066318"/>
                  </a:lnTo>
                  <a:lnTo>
                    <a:pt x="1273967" y="2057070"/>
                  </a:lnTo>
                  <a:lnTo>
                    <a:pt x="1318433" y="2045893"/>
                  </a:lnTo>
                  <a:lnTo>
                    <a:pt x="1362118" y="2032833"/>
                  </a:lnTo>
                  <a:lnTo>
                    <a:pt x="1404978" y="2017936"/>
                  </a:lnTo>
                  <a:lnTo>
                    <a:pt x="1446966" y="2001248"/>
                  </a:lnTo>
                  <a:lnTo>
                    <a:pt x="1488035" y="1982814"/>
                  </a:lnTo>
                  <a:lnTo>
                    <a:pt x="1528141" y="1962682"/>
                  </a:lnTo>
                  <a:lnTo>
                    <a:pt x="1567237" y="1940896"/>
                  </a:lnTo>
                  <a:lnTo>
                    <a:pt x="1605278" y="1917502"/>
                  </a:lnTo>
                  <a:lnTo>
                    <a:pt x="1642216" y="1892548"/>
                  </a:lnTo>
                  <a:lnTo>
                    <a:pt x="1678007" y="1866077"/>
                  </a:lnTo>
                  <a:lnTo>
                    <a:pt x="1712605" y="1838138"/>
                  </a:lnTo>
                  <a:lnTo>
                    <a:pt x="1745962" y="1808775"/>
                  </a:lnTo>
                  <a:lnTo>
                    <a:pt x="1778034" y="1778034"/>
                  </a:lnTo>
                  <a:lnTo>
                    <a:pt x="1808775" y="1745962"/>
                  </a:lnTo>
                  <a:lnTo>
                    <a:pt x="1838138" y="1712605"/>
                  </a:lnTo>
                  <a:lnTo>
                    <a:pt x="1866077" y="1678007"/>
                  </a:lnTo>
                  <a:lnTo>
                    <a:pt x="1892548" y="1642216"/>
                  </a:lnTo>
                  <a:lnTo>
                    <a:pt x="1917502" y="1605278"/>
                  </a:lnTo>
                  <a:lnTo>
                    <a:pt x="1940896" y="1567237"/>
                  </a:lnTo>
                  <a:lnTo>
                    <a:pt x="1962682" y="1528141"/>
                  </a:lnTo>
                  <a:lnTo>
                    <a:pt x="1982814" y="1488035"/>
                  </a:lnTo>
                  <a:lnTo>
                    <a:pt x="2001248" y="1446966"/>
                  </a:lnTo>
                  <a:lnTo>
                    <a:pt x="2017936" y="1404978"/>
                  </a:lnTo>
                  <a:lnTo>
                    <a:pt x="2032833" y="1362118"/>
                  </a:lnTo>
                  <a:lnTo>
                    <a:pt x="2045893" y="1318433"/>
                  </a:lnTo>
                  <a:lnTo>
                    <a:pt x="2057070" y="1273967"/>
                  </a:lnTo>
                  <a:lnTo>
                    <a:pt x="2066318" y="1228768"/>
                  </a:lnTo>
                  <a:lnTo>
                    <a:pt x="2073590" y="1182880"/>
                  </a:lnTo>
                  <a:lnTo>
                    <a:pt x="2078842" y="1136351"/>
                  </a:lnTo>
                  <a:lnTo>
                    <a:pt x="2082027" y="1089225"/>
                  </a:lnTo>
                  <a:lnTo>
                    <a:pt x="2083098" y="1041549"/>
                  </a:lnTo>
                  <a:lnTo>
                    <a:pt x="2082027" y="993873"/>
                  </a:lnTo>
                  <a:lnTo>
                    <a:pt x="2078842" y="946747"/>
                  </a:lnTo>
                  <a:lnTo>
                    <a:pt x="2073590" y="900218"/>
                  </a:lnTo>
                  <a:lnTo>
                    <a:pt x="2066318" y="854330"/>
                  </a:lnTo>
                  <a:lnTo>
                    <a:pt x="2057070" y="809130"/>
                  </a:lnTo>
                  <a:lnTo>
                    <a:pt x="2045893" y="764665"/>
                  </a:lnTo>
                  <a:lnTo>
                    <a:pt x="2032833" y="720979"/>
                  </a:lnTo>
                  <a:lnTo>
                    <a:pt x="2017936" y="678120"/>
                  </a:lnTo>
                  <a:lnTo>
                    <a:pt x="2001248" y="636132"/>
                  </a:lnTo>
                  <a:lnTo>
                    <a:pt x="1982814" y="595063"/>
                  </a:lnTo>
                  <a:lnTo>
                    <a:pt x="1962682" y="554957"/>
                  </a:lnTo>
                  <a:lnTo>
                    <a:pt x="1940896" y="515860"/>
                  </a:lnTo>
                  <a:lnTo>
                    <a:pt x="1917502" y="477820"/>
                  </a:lnTo>
                  <a:lnTo>
                    <a:pt x="1892548" y="440881"/>
                  </a:lnTo>
                  <a:lnTo>
                    <a:pt x="1866077" y="405091"/>
                  </a:lnTo>
                  <a:lnTo>
                    <a:pt x="1838138" y="370493"/>
                  </a:lnTo>
                  <a:lnTo>
                    <a:pt x="1808775" y="337136"/>
                  </a:lnTo>
                  <a:lnTo>
                    <a:pt x="1778034" y="305064"/>
                  </a:lnTo>
                  <a:lnTo>
                    <a:pt x="1745962" y="274323"/>
                  </a:lnTo>
                  <a:lnTo>
                    <a:pt x="1712605" y="244960"/>
                  </a:lnTo>
                  <a:lnTo>
                    <a:pt x="1678007" y="217020"/>
                  </a:lnTo>
                  <a:lnTo>
                    <a:pt x="1642216" y="190550"/>
                  </a:lnTo>
                  <a:lnTo>
                    <a:pt x="1605278" y="165596"/>
                  </a:lnTo>
                  <a:lnTo>
                    <a:pt x="1567237" y="142202"/>
                  </a:lnTo>
                  <a:lnTo>
                    <a:pt x="1528141" y="120416"/>
                  </a:lnTo>
                  <a:lnTo>
                    <a:pt x="1488035" y="100284"/>
                  </a:lnTo>
                  <a:lnTo>
                    <a:pt x="1446966" y="81850"/>
                  </a:lnTo>
                  <a:lnTo>
                    <a:pt x="1404978" y="65162"/>
                  </a:lnTo>
                  <a:lnTo>
                    <a:pt x="1362118" y="50265"/>
                  </a:lnTo>
                  <a:lnTo>
                    <a:pt x="1318433" y="37205"/>
                  </a:lnTo>
                  <a:lnTo>
                    <a:pt x="1273967" y="26028"/>
                  </a:lnTo>
                  <a:lnTo>
                    <a:pt x="1228768" y="16780"/>
                  </a:lnTo>
                  <a:lnTo>
                    <a:pt x="1182880" y="9508"/>
                  </a:lnTo>
                  <a:lnTo>
                    <a:pt x="1136351" y="4256"/>
                  </a:lnTo>
                  <a:lnTo>
                    <a:pt x="1089225" y="1071"/>
                  </a:lnTo>
                  <a:lnTo>
                    <a:pt x="1041549" y="0"/>
                  </a:lnTo>
                  <a:close/>
                </a:path>
              </a:pathLst>
            </a:custGeom>
            <a:solidFill>
              <a:srgbClr val="1C43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8090719" y="6618229"/>
              <a:ext cx="532765" cy="1445260"/>
            </a:xfrm>
            <a:custGeom>
              <a:avLst/>
              <a:gdLst/>
              <a:ahLst/>
              <a:cxnLst/>
              <a:rect l="l" t="t" r="r" b="b"/>
              <a:pathLst>
                <a:path w="532765" h="1445259">
                  <a:moveTo>
                    <a:pt x="532434" y="192925"/>
                  </a:moveTo>
                  <a:lnTo>
                    <a:pt x="494753" y="155244"/>
                  </a:lnTo>
                  <a:lnTo>
                    <a:pt x="293497" y="356501"/>
                  </a:lnTo>
                  <a:lnTo>
                    <a:pt x="293497" y="0"/>
                  </a:lnTo>
                  <a:lnTo>
                    <a:pt x="240195" y="0"/>
                  </a:lnTo>
                  <a:lnTo>
                    <a:pt x="240195" y="607288"/>
                  </a:lnTo>
                  <a:lnTo>
                    <a:pt x="37693" y="404787"/>
                  </a:lnTo>
                  <a:lnTo>
                    <a:pt x="0" y="442468"/>
                  </a:lnTo>
                  <a:lnTo>
                    <a:pt x="240195" y="682663"/>
                  </a:lnTo>
                  <a:lnTo>
                    <a:pt x="240195" y="1444688"/>
                  </a:lnTo>
                  <a:lnTo>
                    <a:pt x="293497" y="1444688"/>
                  </a:lnTo>
                  <a:lnTo>
                    <a:pt x="293497" y="989317"/>
                  </a:lnTo>
                  <a:lnTo>
                    <a:pt x="532434" y="750379"/>
                  </a:lnTo>
                  <a:lnTo>
                    <a:pt x="494753" y="712685"/>
                  </a:lnTo>
                  <a:lnTo>
                    <a:pt x="293497" y="913942"/>
                  </a:lnTo>
                  <a:lnTo>
                    <a:pt x="293497" y="431863"/>
                  </a:lnTo>
                  <a:lnTo>
                    <a:pt x="532434" y="192925"/>
                  </a:lnTo>
                  <a:close/>
                </a:path>
              </a:pathLst>
            </a:custGeom>
            <a:solidFill>
              <a:srgbClr val="9254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339888" y="4809341"/>
              <a:ext cx="1838848" cy="3341982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7259312" y="5673006"/>
              <a:ext cx="0" cy="3094355"/>
            </a:xfrm>
            <a:custGeom>
              <a:avLst/>
              <a:gdLst/>
              <a:ahLst/>
              <a:cxnLst/>
              <a:rect l="l" t="t" r="r" b="b"/>
              <a:pathLst>
                <a:path w="0" h="3094354">
                  <a:moveTo>
                    <a:pt x="0" y="0"/>
                  </a:moveTo>
                  <a:lnTo>
                    <a:pt x="0" y="309414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6936380" y="8767152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 h="0">
                  <a:moveTo>
                    <a:pt x="0" y="0"/>
                  </a:moveTo>
                  <a:lnTo>
                    <a:pt x="675906" y="0"/>
                  </a:lnTo>
                </a:path>
              </a:pathLst>
            </a:custGeom>
            <a:ln w="7622">
              <a:solidFill>
                <a:srgbClr val="CCB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7259308" y="5857000"/>
              <a:ext cx="131445" cy="327025"/>
            </a:xfrm>
            <a:custGeom>
              <a:avLst/>
              <a:gdLst/>
              <a:ahLst/>
              <a:cxnLst/>
              <a:rect l="l" t="t" r="r" b="b"/>
              <a:pathLst>
                <a:path w="131444" h="327025">
                  <a:moveTo>
                    <a:pt x="131430" y="0"/>
                  </a:moveTo>
                  <a:lnTo>
                    <a:pt x="0" y="326691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6996460" y="6211851"/>
              <a:ext cx="262890" cy="676275"/>
            </a:xfrm>
            <a:custGeom>
              <a:avLst/>
              <a:gdLst/>
              <a:ahLst/>
              <a:cxnLst/>
              <a:rect l="l" t="t" r="r" b="b"/>
              <a:pathLst>
                <a:path w="262890" h="676275">
                  <a:moveTo>
                    <a:pt x="0" y="0"/>
                  </a:moveTo>
                  <a:lnTo>
                    <a:pt x="262850" y="67590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7259306" y="7017306"/>
              <a:ext cx="520700" cy="721360"/>
            </a:xfrm>
            <a:custGeom>
              <a:avLst/>
              <a:gdLst/>
              <a:ahLst/>
              <a:cxnLst/>
              <a:rect l="l" t="t" r="r" b="b"/>
              <a:pathLst>
                <a:path w="520700" h="721359">
                  <a:moveTo>
                    <a:pt x="520078" y="0"/>
                  </a:moveTo>
                  <a:lnTo>
                    <a:pt x="0" y="720962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8488555" y="6183689"/>
              <a:ext cx="1037590" cy="1875789"/>
            </a:xfrm>
            <a:custGeom>
              <a:avLst/>
              <a:gdLst/>
              <a:ahLst/>
              <a:cxnLst/>
              <a:rect l="l" t="t" r="r" b="b"/>
              <a:pathLst>
                <a:path w="1037590" h="1875790">
                  <a:moveTo>
                    <a:pt x="518729" y="0"/>
                  </a:moveTo>
                  <a:lnTo>
                    <a:pt x="224424" y="403960"/>
                  </a:lnTo>
                  <a:lnTo>
                    <a:pt x="137119" y="688581"/>
                  </a:lnTo>
                  <a:lnTo>
                    <a:pt x="157537" y="857029"/>
                  </a:lnTo>
                  <a:lnTo>
                    <a:pt x="186404" y="912474"/>
                  </a:lnTo>
                  <a:lnTo>
                    <a:pt x="113887" y="1034629"/>
                  </a:lnTo>
                  <a:lnTo>
                    <a:pt x="70940" y="1129325"/>
                  </a:lnTo>
                  <a:lnTo>
                    <a:pt x="40666" y="1245145"/>
                  </a:lnTo>
                  <a:lnTo>
                    <a:pt x="6168" y="1430668"/>
                  </a:lnTo>
                  <a:lnTo>
                    <a:pt x="0" y="1481527"/>
                  </a:lnTo>
                  <a:lnTo>
                    <a:pt x="8" y="1529002"/>
                  </a:lnTo>
                  <a:lnTo>
                    <a:pt x="5800" y="1573151"/>
                  </a:lnTo>
                  <a:lnTo>
                    <a:pt x="16981" y="1614032"/>
                  </a:lnTo>
                  <a:lnTo>
                    <a:pt x="33158" y="1651702"/>
                  </a:lnTo>
                  <a:lnTo>
                    <a:pt x="53935" y="1686220"/>
                  </a:lnTo>
                  <a:lnTo>
                    <a:pt x="78920" y="1717643"/>
                  </a:lnTo>
                  <a:lnTo>
                    <a:pt x="107718" y="1746030"/>
                  </a:lnTo>
                  <a:lnTo>
                    <a:pt x="139935" y="1771438"/>
                  </a:lnTo>
                  <a:lnTo>
                    <a:pt x="175177" y="1793925"/>
                  </a:lnTo>
                  <a:lnTo>
                    <a:pt x="213050" y="1813550"/>
                  </a:lnTo>
                  <a:lnTo>
                    <a:pt x="253160" y="1830370"/>
                  </a:lnTo>
                  <a:lnTo>
                    <a:pt x="295113" y="1844444"/>
                  </a:lnTo>
                  <a:lnTo>
                    <a:pt x="338515" y="1855829"/>
                  </a:lnTo>
                  <a:lnTo>
                    <a:pt x="382971" y="1864582"/>
                  </a:lnTo>
                  <a:lnTo>
                    <a:pt x="428088" y="1870763"/>
                  </a:lnTo>
                  <a:lnTo>
                    <a:pt x="473472" y="1874430"/>
                  </a:lnTo>
                  <a:lnTo>
                    <a:pt x="518729" y="1875639"/>
                  </a:lnTo>
                  <a:lnTo>
                    <a:pt x="563983" y="1874430"/>
                  </a:lnTo>
                  <a:lnTo>
                    <a:pt x="609366" y="1870763"/>
                  </a:lnTo>
                  <a:lnTo>
                    <a:pt x="654482" y="1864582"/>
                  </a:lnTo>
                  <a:lnTo>
                    <a:pt x="698937" y="1855829"/>
                  </a:lnTo>
                  <a:lnTo>
                    <a:pt x="742338" y="1844444"/>
                  </a:lnTo>
                  <a:lnTo>
                    <a:pt x="784290" y="1830370"/>
                  </a:lnTo>
                  <a:lnTo>
                    <a:pt x="824400" y="1813550"/>
                  </a:lnTo>
                  <a:lnTo>
                    <a:pt x="862272" y="1793925"/>
                  </a:lnTo>
                  <a:lnTo>
                    <a:pt x="897514" y="1771438"/>
                  </a:lnTo>
                  <a:lnTo>
                    <a:pt x="929731" y="1746030"/>
                  </a:lnTo>
                  <a:lnTo>
                    <a:pt x="958530" y="1717643"/>
                  </a:lnTo>
                  <a:lnTo>
                    <a:pt x="983515" y="1686220"/>
                  </a:lnTo>
                  <a:lnTo>
                    <a:pt x="1004293" y="1651702"/>
                  </a:lnTo>
                  <a:lnTo>
                    <a:pt x="1020471" y="1614032"/>
                  </a:lnTo>
                  <a:lnTo>
                    <a:pt x="1031653" y="1573151"/>
                  </a:lnTo>
                  <a:lnTo>
                    <a:pt x="1037446" y="1529002"/>
                  </a:lnTo>
                  <a:lnTo>
                    <a:pt x="1037456" y="1481527"/>
                  </a:lnTo>
                  <a:lnTo>
                    <a:pt x="1031289" y="1430668"/>
                  </a:lnTo>
                  <a:lnTo>
                    <a:pt x="979364" y="1216630"/>
                  </a:lnTo>
                  <a:lnTo>
                    <a:pt x="920045" y="1053287"/>
                  </a:lnTo>
                  <a:lnTo>
                    <a:pt x="871286" y="949085"/>
                  </a:lnTo>
                  <a:lnTo>
                    <a:pt x="851043" y="912474"/>
                  </a:lnTo>
                  <a:lnTo>
                    <a:pt x="982089" y="733465"/>
                  </a:lnTo>
                  <a:lnTo>
                    <a:pt x="991155" y="578746"/>
                  </a:lnTo>
                  <a:lnTo>
                    <a:pt x="847087" y="362772"/>
                  </a:lnTo>
                  <a:lnTo>
                    <a:pt x="518729" y="0"/>
                  </a:lnTo>
                  <a:close/>
                </a:path>
              </a:pathLst>
            </a:custGeom>
            <a:solidFill>
              <a:srgbClr val="F5AA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9007280" y="6645558"/>
              <a:ext cx="0" cy="2122170"/>
            </a:xfrm>
            <a:custGeom>
              <a:avLst/>
              <a:gdLst/>
              <a:ahLst/>
              <a:cxnLst/>
              <a:rect l="l" t="t" r="r" b="b"/>
              <a:pathLst>
                <a:path w="0" h="2122170">
                  <a:moveTo>
                    <a:pt x="0" y="0"/>
                  </a:moveTo>
                  <a:lnTo>
                    <a:pt x="0" y="2121589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8669327" y="8767152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 h="0">
                  <a:moveTo>
                    <a:pt x="0" y="0"/>
                  </a:moveTo>
                  <a:lnTo>
                    <a:pt x="675906" y="0"/>
                  </a:lnTo>
                </a:path>
              </a:pathLst>
            </a:custGeom>
            <a:ln w="7622">
              <a:solidFill>
                <a:srgbClr val="CCBC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488555" y="6183689"/>
              <a:ext cx="1037456" cy="1875639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027935" y="1095135"/>
              <a:ext cx="6070890" cy="2636600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034541" y="4984127"/>
              <a:ext cx="110258" cy="11024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5105583" y="3982662"/>
              <a:ext cx="2094864" cy="1208405"/>
            </a:xfrm>
            <a:custGeom>
              <a:avLst/>
              <a:gdLst/>
              <a:ahLst/>
              <a:cxnLst/>
              <a:rect l="l" t="t" r="r" b="b"/>
              <a:pathLst>
                <a:path w="2094865" h="1208404">
                  <a:moveTo>
                    <a:pt x="405879" y="819480"/>
                  </a:moveTo>
                  <a:lnTo>
                    <a:pt x="351409" y="825322"/>
                  </a:lnTo>
                  <a:lnTo>
                    <a:pt x="302450" y="841844"/>
                  </a:lnTo>
                  <a:lnTo>
                    <a:pt x="260959" y="867460"/>
                  </a:lnTo>
                  <a:lnTo>
                    <a:pt x="228917" y="900607"/>
                  </a:lnTo>
                  <a:lnTo>
                    <a:pt x="213931" y="928979"/>
                  </a:lnTo>
                  <a:lnTo>
                    <a:pt x="213931" y="725373"/>
                  </a:lnTo>
                  <a:lnTo>
                    <a:pt x="208280" y="676325"/>
                  </a:lnTo>
                  <a:lnTo>
                    <a:pt x="192189" y="631291"/>
                  </a:lnTo>
                  <a:lnTo>
                    <a:pt x="166928" y="591566"/>
                  </a:lnTo>
                  <a:lnTo>
                    <a:pt x="133807" y="558444"/>
                  </a:lnTo>
                  <a:lnTo>
                    <a:pt x="94081" y="533184"/>
                  </a:lnTo>
                  <a:lnTo>
                    <a:pt x="49047" y="517093"/>
                  </a:lnTo>
                  <a:lnTo>
                    <a:pt x="0" y="511441"/>
                  </a:lnTo>
                  <a:lnTo>
                    <a:pt x="0" y="669493"/>
                  </a:lnTo>
                  <a:lnTo>
                    <a:pt x="3048" y="716622"/>
                  </a:lnTo>
                  <a:lnTo>
                    <a:pt x="11988" y="762304"/>
                  </a:lnTo>
                  <a:lnTo>
                    <a:pt x="26504" y="806056"/>
                  </a:lnTo>
                  <a:lnTo>
                    <a:pt x="46316" y="847407"/>
                  </a:lnTo>
                  <a:lnTo>
                    <a:pt x="71107" y="885888"/>
                  </a:lnTo>
                  <a:lnTo>
                    <a:pt x="100558" y="921029"/>
                  </a:lnTo>
                  <a:lnTo>
                    <a:pt x="134391" y="952360"/>
                  </a:lnTo>
                  <a:lnTo>
                    <a:pt x="172275" y="979385"/>
                  </a:lnTo>
                  <a:lnTo>
                    <a:pt x="200926" y="994714"/>
                  </a:lnTo>
                  <a:lnTo>
                    <a:pt x="200926" y="1208024"/>
                  </a:lnTo>
                  <a:lnTo>
                    <a:pt x="246761" y="1177226"/>
                  </a:lnTo>
                  <a:lnTo>
                    <a:pt x="287362" y="1142695"/>
                  </a:lnTo>
                  <a:lnTo>
                    <a:pt x="322453" y="1104887"/>
                  </a:lnTo>
                  <a:lnTo>
                    <a:pt x="351777" y="1064221"/>
                  </a:lnTo>
                  <a:lnTo>
                    <a:pt x="375043" y="1021130"/>
                  </a:lnTo>
                  <a:lnTo>
                    <a:pt x="391998" y="976033"/>
                  </a:lnTo>
                  <a:lnTo>
                    <a:pt x="402361" y="929386"/>
                  </a:lnTo>
                  <a:lnTo>
                    <a:pt x="405879" y="881595"/>
                  </a:lnTo>
                  <a:lnTo>
                    <a:pt x="405879" y="819480"/>
                  </a:lnTo>
                  <a:close/>
                </a:path>
                <a:path w="2094865" h="1208404">
                  <a:moveTo>
                    <a:pt x="2094255" y="32499"/>
                  </a:moveTo>
                  <a:lnTo>
                    <a:pt x="2090737" y="30340"/>
                  </a:lnTo>
                  <a:lnTo>
                    <a:pt x="2083409" y="26352"/>
                  </a:lnTo>
                  <a:lnTo>
                    <a:pt x="2040407" y="8636"/>
                  </a:lnTo>
                  <a:lnTo>
                    <a:pt x="1996147" y="0"/>
                  </a:lnTo>
                  <a:lnTo>
                    <a:pt x="1951888" y="101"/>
                  </a:lnTo>
                  <a:lnTo>
                    <a:pt x="1908848" y="8534"/>
                  </a:lnTo>
                  <a:lnTo>
                    <a:pt x="1868297" y="24955"/>
                  </a:lnTo>
                  <a:lnTo>
                    <a:pt x="1831467" y="48996"/>
                  </a:lnTo>
                  <a:lnTo>
                    <a:pt x="1799615" y="80276"/>
                  </a:lnTo>
                  <a:lnTo>
                    <a:pt x="1773974" y="118427"/>
                  </a:lnTo>
                  <a:lnTo>
                    <a:pt x="1758873" y="153758"/>
                  </a:lnTo>
                  <a:lnTo>
                    <a:pt x="1755190" y="166039"/>
                  </a:lnTo>
                  <a:lnTo>
                    <a:pt x="1758721" y="168198"/>
                  </a:lnTo>
                  <a:lnTo>
                    <a:pt x="1766036" y="172237"/>
                  </a:lnTo>
                  <a:lnTo>
                    <a:pt x="1809064" y="189953"/>
                  </a:lnTo>
                  <a:lnTo>
                    <a:pt x="1853323" y="198577"/>
                  </a:lnTo>
                  <a:lnTo>
                    <a:pt x="1897608" y="198475"/>
                  </a:lnTo>
                  <a:lnTo>
                    <a:pt x="1940636" y="190017"/>
                  </a:lnTo>
                  <a:lnTo>
                    <a:pt x="1981187" y="173596"/>
                  </a:lnTo>
                  <a:lnTo>
                    <a:pt x="2018004" y="149555"/>
                  </a:lnTo>
                  <a:lnTo>
                    <a:pt x="2049856" y="118262"/>
                  </a:lnTo>
                  <a:lnTo>
                    <a:pt x="2075472" y="80111"/>
                  </a:lnTo>
                  <a:lnTo>
                    <a:pt x="2090585" y="44792"/>
                  </a:lnTo>
                  <a:lnTo>
                    <a:pt x="2094255" y="32499"/>
                  </a:lnTo>
                  <a:close/>
                </a:path>
              </a:pathLst>
            </a:custGeom>
            <a:solidFill>
              <a:srgbClr val="F8D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996005" y="2970865"/>
              <a:ext cx="0" cy="6373495"/>
            </a:xfrm>
            <a:custGeom>
              <a:avLst/>
              <a:gdLst/>
              <a:ahLst/>
              <a:cxnLst/>
              <a:rect l="l" t="t" r="r" b="b"/>
              <a:pathLst>
                <a:path w="0" h="6373495">
                  <a:moveTo>
                    <a:pt x="0" y="0"/>
                  </a:moveTo>
                  <a:lnTo>
                    <a:pt x="0" y="637312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5996000" y="3711963"/>
              <a:ext cx="939800" cy="1327785"/>
            </a:xfrm>
            <a:custGeom>
              <a:avLst/>
              <a:gdLst/>
              <a:ahLst/>
              <a:cxnLst/>
              <a:rect l="l" t="t" r="r" b="b"/>
              <a:pathLst>
                <a:path w="939800" h="1327785">
                  <a:moveTo>
                    <a:pt x="939395" y="0"/>
                  </a:moveTo>
                  <a:lnTo>
                    <a:pt x="838663" y="402570"/>
                  </a:lnTo>
                  <a:lnTo>
                    <a:pt x="733282" y="634437"/>
                  </a:lnTo>
                  <a:lnTo>
                    <a:pt x="558631" y="783510"/>
                  </a:lnTo>
                  <a:lnTo>
                    <a:pt x="250086" y="937699"/>
                  </a:lnTo>
                  <a:lnTo>
                    <a:pt x="206167" y="961173"/>
                  </a:lnTo>
                  <a:lnTo>
                    <a:pt x="165771" y="989151"/>
                  </a:lnTo>
                  <a:lnTo>
                    <a:pt x="129153" y="1021235"/>
                  </a:lnTo>
                  <a:lnTo>
                    <a:pt x="96567" y="1057028"/>
                  </a:lnTo>
                  <a:lnTo>
                    <a:pt x="68268" y="1096132"/>
                  </a:lnTo>
                  <a:lnTo>
                    <a:pt x="44512" y="1138152"/>
                  </a:lnTo>
                  <a:lnTo>
                    <a:pt x="25552" y="1182689"/>
                  </a:lnTo>
                  <a:lnTo>
                    <a:pt x="11643" y="1229347"/>
                  </a:lnTo>
                  <a:lnTo>
                    <a:pt x="3041" y="1277728"/>
                  </a:lnTo>
                  <a:lnTo>
                    <a:pt x="0" y="1327436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4961859" y="3407128"/>
              <a:ext cx="1034415" cy="1050290"/>
            </a:xfrm>
            <a:custGeom>
              <a:avLst/>
              <a:gdLst/>
              <a:ahLst/>
              <a:cxnLst/>
              <a:rect l="l" t="t" r="r" b="b"/>
              <a:pathLst>
                <a:path w="1034415" h="1050289">
                  <a:moveTo>
                    <a:pt x="0" y="0"/>
                  </a:moveTo>
                  <a:lnTo>
                    <a:pt x="134678" y="284718"/>
                  </a:lnTo>
                  <a:lnTo>
                    <a:pt x="261797" y="452278"/>
                  </a:lnTo>
                  <a:lnTo>
                    <a:pt x="455359" y="568067"/>
                  </a:lnTo>
                  <a:lnTo>
                    <a:pt x="789368" y="697476"/>
                  </a:lnTo>
                  <a:lnTo>
                    <a:pt x="832045" y="716418"/>
                  </a:lnTo>
                  <a:lnTo>
                    <a:pt x="871449" y="740103"/>
                  </a:lnTo>
                  <a:lnTo>
                    <a:pt x="907292" y="768113"/>
                  </a:lnTo>
                  <a:lnTo>
                    <a:pt x="939283" y="800032"/>
                  </a:lnTo>
                  <a:lnTo>
                    <a:pt x="967134" y="835441"/>
                  </a:lnTo>
                  <a:lnTo>
                    <a:pt x="990554" y="873925"/>
                  </a:lnTo>
                  <a:lnTo>
                    <a:pt x="1009255" y="915064"/>
                  </a:lnTo>
                  <a:lnTo>
                    <a:pt x="1022947" y="958443"/>
                  </a:lnTo>
                  <a:lnTo>
                    <a:pt x="1031340" y="1003644"/>
                  </a:lnTo>
                  <a:lnTo>
                    <a:pt x="1034146" y="1050250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3921277" y="3287626"/>
              <a:ext cx="1339215" cy="512445"/>
            </a:xfrm>
            <a:custGeom>
              <a:avLst/>
              <a:gdLst/>
              <a:ahLst/>
              <a:cxnLst/>
              <a:rect l="l" t="t" r="r" b="b"/>
              <a:pathLst>
                <a:path w="1339215" h="512445">
                  <a:moveTo>
                    <a:pt x="0" y="0"/>
                  </a:moveTo>
                  <a:lnTo>
                    <a:pt x="0" y="114059"/>
                  </a:lnTo>
                  <a:lnTo>
                    <a:pt x="4463" y="163941"/>
                  </a:lnTo>
                  <a:lnTo>
                    <a:pt x="17346" y="210892"/>
                  </a:lnTo>
                  <a:lnTo>
                    <a:pt x="37865" y="254126"/>
                  </a:lnTo>
                  <a:lnTo>
                    <a:pt x="65237" y="292861"/>
                  </a:lnTo>
                  <a:lnTo>
                    <a:pt x="98677" y="326313"/>
                  </a:lnTo>
                  <a:lnTo>
                    <a:pt x="137402" y="353697"/>
                  </a:lnTo>
                  <a:lnTo>
                    <a:pt x="180630" y="374231"/>
                  </a:lnTo>
                  <a:lnTo>
                    <a:pt x="227576" y="387130"/>
                  </a:lnTo>
                  <a:lnTo>
                    <a:pt x="277457" y="391611"/>
                  </a:lnTo>
                  <a:lnTo>
                    <a:pt x="1038230" y="391611"/>
                  </a:lnTo>
                  <a:lnTo>
                    <a:pt x="1085873" y="394213"/>
                  </a:lnTo>
                  <a:lnTo>
                    <a:pt x="1132597" y="401942"/>
                  </a:lnTo>
                  <a:lnTo>
                    <a:pt x="1178012" y="414641"/>
                  </a:lnTo>
                  <a:lnTo>
                    <a:pt x="1221725" y="432154"/>
                  </a:lnTo>
                  <a:lnTo>
                    <a:pt x="1263346" y="454324"/>
                  </a:lnTo>
                  <a:lnTo>
                    <a:pt x="1302483" y="480993"/>
                  </a:lnTo>
                  <a:lnTo>
                    <a:pt x="1338744" y="51200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5304398" y="4961073"/>
              <a:ext cx="692150" cy="1499235"/>
            </a:xfrm>
            <a:custGeom>
              <a:avLst/>
              <a:gdLst/>
              <a:ahLst/>
              <a:cxnLst/>
              <a:rect l="l" t="t" r="r" b="b"/>
              <a:pathLst>
                <a:path w="692150" h="1499235">
                  <a:moveTo>
                    <a:pt x="0" y="0"/>
                  </a:moveTo>
                  <a:lnTo>
                    <a:pt x="0" y="326901"/>
                  </a:lnTo>
                  <a:lnTo>
                    <a:pt x="1999" y="376695"/>
                  </a:lnTo>
                  <a:lnTo>
                    <a:pt x="7933" y="425810"/>
                  </a:lnTo>
                  <a:lnTo>
                    <a:pt x="17703" y="474036"/>
                  </a:lnTo>
                  <a:lnTo>
                    <a:pt x="31209" y="521160"/>
                  </a:lnTo>
                  <a:lnTo>
                    <a:pt x="48354" y="566971"/>
                  </a:lnTo>
                  <a:lnTo>
                    <a:pt x="69038" y="611257"/>
                  </a:lnTo>
                  <a:lnTo>
                    <a:pt x="93163" y="653808"/>
                  </a:lnTo>
                  <a:lnTo>
                    <a:pt x="120630" y="694412"/>
                  </a:lnTo>
                  <a:lnTo>
                    <a:pt x="151340" y="732857"/>
                  </a:lnTo>
                  <a:lnTo>
                    <a:pt x="185196" y="768932"/>
                  </a:lnTo>
                  <a:lnTo>
                    <a:pt x="222097" y="802425"/>
                  </a:lnTo>
                  <a:lnTo>
                    <a:pt x="460069" y="1002074"/>
                  </a:lnTo>
                  <a:lnTo>
                    <a:pt x="498551" y="1037077"/>
                  </a:lnTo>
                  <a:lnTo>
                    <a:pt x="533854" y="1074768"/>
                  </a:lnTo>
                  <a:lnTo>
                    <a:pt x="565877" y="1114927"/>
                  </a:lnTo>
                  <a:lnTo>
                    <a:pt x="594515" y="1157334"/>
                  </a:lnTo>
                  <a:lnTo>
                    <a:pt x="619667" y="1201769"/>
                  </a:lnTo>
                  <a:lnTo>
                    <a:pt x="641229" y="1248012"/>
                  </a:lnTo>
                  <a:lnTo>
                    <a:pt x="659100" y="1295842"/>
                  </a:lnTo>
                  <a:lnTo>
                    <a:pt x="673176" y="1345039"/>
                  </a:lnTo>
                  <a:lnTo>
                    <a:pt x="683356" y="1395384"/>
                  </a:lnTo>
                  <a:lnTo>
                    <a:pt x="689535" y="1446655"/>
                  </a:lnTo>
                  <a:lnTo>
                    <a:pt x="691612" y="1498634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297130" y="2529571"/>
              <a:ext cx="8890" cy="8779510"/>
            </a:xfrm>
            <a:custGeom>
              <a:avLst/>
              <a:gdLst/>
              <a:ahLst/>
              <a:cxnLst/>
              <a:rect l="l" t="t" r="r" b="b"/>
              <a:pathLst>
                <a:path w="8889" h="8779510">
                  <a:moveTo>
                    <a:pt x="8450" y="0"/>
                  </a:moveTo>
                  <a:lnTo>
                    <a:pt x="0" y="0"/>
                  </a:lnTo>
                  <a:lnTo>
                    <a:pt x="0" y="8778984"/>
                  </a:lnTo>
                  <a:lnTo>
                    <a:pt x="8450" y="8778984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301672" y="2990931"/>
              <a:ext cx="1894839" cy="1925320"/>
            </a:xfrm>
            <a:custGeom>
              <a:avLst/>
              <a:gdLst/>
              <a:ahLst/>
              <a:cxnLst/>
              <a:rect l="l" t="t" r="r" b="b"/>
              <a:pathLst>
                <a:path w="1894839" h="1925320">
                  <a:moveTo>
                    <a:pt x="1894832" y="0"/>
                  </a:moveTo>
                  <a:lnTo>
                    <a:pt x="1874833" y="51435"/>
                  </a:lnTo>
                  <a:lnTo>
                    <a:pt x="1851257" y="107052"/>
                  </a:lnTo>
                  <a:lnTo>
                    <a:pt x="1823923" y="166383"/>
                  </a:lnTo>
                  <a:lnTo>
                    <a:pt x="1792650" y="228961"/>
                  </a:lnTo>
                  <a:lnTo>
                    <a:pt x="1757256" y="294319"/>
                  </a:lnTo>
                  <a:lnTo>
                    <a:pt x="1737958" y="327894"/>
                  </a:lnTo>
                  <a:lnTo>
                    <a:pt x="1717561" y="361990"/>
                  </a:lnTo>
                  <a:lnTo>
                    <a:pt x="1696044" y="396547"/>
                  </a:lnTo>
                  <a:lnTo>
                    <a:pt x="1673384" y="431507"/>
                  </a:lnTo>
                  <a:lnTo>
                    <a:pt x="1649557" y="466812"/>
                  </a:lnTo>
                  <a:lnTo>
                    <a:pt x="1624542" y="502403"/>
                  </a:lnTo>
                  <a:lnTo>
                    <a:pt x="1598316" y="538222"/>
                  </a:lnTo>
                  <a:lnTo>
                    <a:pt x="1570856" y="574211"/>
                  </a:lnTo>
                  <a:lnTo>
                    <a:pt x="1542140" y="610311"/>
                  </a:lnTo>
                  <a:lnTo>
                    <a:pt x="1512145" y="646464"/>
                  </a:lnTo>
                  <a:lnTo>
                    <a:pt x="1480847" y="682612"/>
                  </a:lnTo>
                  <a:lnTo>
                    <a:pt x="1448226" y="718695"/>
                  </a:lnTo>
                  <a:lnTo>
                    <a:pt x="1414257" y="754657"/>
                  </a:lnTo>
                  <a:lnTo>
                    <a:pt x="1378919" y="790437"/>
                  </a:lnTo>
                  <a:lnTo>
                    <a:pt x="1342189" y="825979"/>
                  </a:lnTo>
                  <a:lnTo>
                    <a:pt x="1304043" y="861223"/>
                  </a:lnTo>
                  <a:lnTo>
                    <a:pt x="1264461" y="896112"/>
                  </a:lnTo>
                  <a:lnTo>
                    <a:pt x="1223418" y="930586"/>
                  </a:lnTo>
                  <a:lnTo>
                    <a:pt x="1180892" y="964588"/>
                  </a:lnTo>
                  <a:lnTo>
                    <a:pt x="1136861" y="998059"/>
                  </a:lnTo>
                  <a:lnTo>
                    <a:pt x="1091301" y="1030940"/>
                  </a:lnTo>
                  <a:lnTo>
                    <a:pt x="1044191" y="1063174"/>
                  </a:lnTo>
                  <a:lnTo>
                    <a:pt x="995508" y="1094702"/>
                  </a:lnTo>
                  <a:lnTo>
                    <a:pt x="945228" y="1125465"/>
                  </a:lnTo>
                  <a:lnTo>
                    <a:pt x="893330" y="1155406"/>
                  </a:lnTo>
                  <a:lnTo>
                    <a:pt x="839791" y="1184465"/>
                  </a:lnTo>
                  <a:lnTo>
                    <a:pt x="784588" y="1212585"/>
                  </a:lnTo>
                  <a:lnTo>
                    <a:pt x="727698" y="1239707"/>
                  </a:lnTo>
                  <a:lnTo>
                    <a:pt x="669099" y="1265772"/>
                  </a:lnTo>
                  <a:lnTo>
                    <a:pt x="608769" y="1290723"/>
                  </a:lnTo>
                  <a:lnTo>
                    <a:pt x="546684" y="1314501"/>
                  </a:lnTo>
                  <a:lnTo>
                    <a:pt x="482821" y="1337047"/>
                  </a:lnTo>
                  <a:lnTo>
                    <a:pt x="417160" y="1358304"/>
                  </a:lnTo>
                  <a:lnTo>
                    <a:pt x="371571" y="1374499"/>
                  </a:lnTo>
                  <a:lnTo>
                    <a:pt x="327967" y="1394093"/>
                  </a:lnTo>
                  <a:lnTo>
                    <a:pt x="286482" y="1416907"/>
                  </a:lnTo>
                  <a:lnTo>
                    <a:pt x="247246" y="1442761"/>
                  </a:lnTo>
                  <a:lnTo>
                    <a:pt x="210392" y="1471476"/>
                  </a:lnTo>
                  <a:lnTo>
                    <a:pt x="176053" y="1502872"/>
                  </a:lnTo>
                  <a:lnTo>
                    <a:pt x="144360" y="1536769"/>
                  </a:lnTo>
                  <a:lnTo>
                    <a:pt x="115445" y="1572990"/>
                  </a:lnTo>
                  <a:lnTo>
                    <a:pt x="89441" y="1611353"/>
                  </a:lnTo>
                  <a:lnTo>
                    <a:pt x="66479" y="1651680"/>
                  </a:lnTo>
                  <a:lnTo>
                    <a:pt x="46692" y="1693791"/>
                  </a:lnTo>
                  <a:lnTo>
                    <a:pt x="30211" y="1737507"/>
                  </a:lnTo>
                  <a:lnTo>
                    <a:pt x="17170" y="1782648"/>
                  </a:lnTo>
                  <a:lnTo>
                    <a:pt x="7699" y="1829036"/>
                  </a:lnTo>
                  <a:lnTo>
                    <a:pt x="1932" y="1876490"/>
                  </a:lnTo>
                  <a:lnTo>
                    <a:pt x="0" y="1924831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429782" y="3118599"/>
              <a:ext cx="873125" cy="714375"/>
            </a:xfrm>
            <a:custGeom>
              <a:avLst/>
              <a:gdLst/>
              <a:ahLst/>
              <a:cxnLst/>
              <a:rect l="l" t="t" r="r" b="b"/>
              <a:pathLst>
                <a:path w="873125" h="714375">
                  <a:moveTo>
                    <a:pt x="0" y="0"/>
                  </a:moveTo>
                  <a:lnTo>
                    <a:pt x="38544" y="176853"/>
                  </a:lnTo>
                  <a:lnTo>
                    <a:pt x="114145" y="277770"/>
                  </a:lnTo>
                  <a:lnTo>
                    <a:pt x="283282" y="340518"/>
                  </a:lnTo>
                  <a:lnTo>
                    <a:pt x="602431" y="402867"/>
                  </a:lnTo>
                  <a:lnTo>
                    <a:pt x="646846" y="414100"/>
                  </a:lnTo>
                  <a:lnTo>
                    <a:pt x="688780" y="431012"/>
                  </a:lnTo>
                  <a:lnTo>
                    <a:pt x="727717" y="453131"/>
                  </a:lnTo>
                  <a:lnTo>
                    <a:pt x="763140" y="479983"/>
                  </a:lnTo>
                  <a:lnTo>
                    <a:pt x="794532" y="511098"/>
                  </a:lnTo>
                  <a:lnTo>
                    <a:pt x="821375" y="546001"/>
                  </a:lnTo>
                  <a:lnTo>
                    <a:pt x="843153" y="584222"/>
                  </a:lnTo>
                  <a:lnTo>
                    <a:pt x="859349" y="625287"/>
                  </a:lnTo>
                  <a:lnTo>
                    <a:pt x="869445" y="668724"/>
                  </a:lnTo>
                  <a:lnTo>
                    <a:pt x="872926" y="714062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303664" y="2427915"/>
              <a:ext cx="556895" cy="1015365"/>
            </a:xfrm>
            <a:custGeom>
              <a:avLst/>
              <a:gdLst/>
              <a:ahLst/>
              <a:cxnLst/>
              <a:rect l="l" t="t" r="r" b="b"/>
              <a:pathLst>
                <a:path w="556894" h="1015364">
                  <a:moveTo>
                    <a:pt x="556716" y="0"/>
                  </a:moveTo>
                  <a:lnTo>
                    <a:pt x="556716" y="331612"/>
                  </a:lnTo>
                  <a:lnTo>
                    <a:pt x="553751" y="378498"/>
                  </a:lnTo>
                  <a:lnTo>
                    <a:pt x="545006" y="423875"/>
                  </a:lnTo>
                  <a:lnTo>
                    <a:pt x="530798" y="467306"/>
                  </a:lnTo>
                  <a:lnTo>
                    <a:pt x="511443" y="508352"/>
                  </a:lnTo>
                  <a:lnTo>
                    <a:pt x="487258" y="546574"/>
                  </a:lnTo>
                  <a:lnTo>
                    <a:pt x="458560" y="581535"/>
                  </a:lnTo>
                  <a:lnTo>
                    <a:pt x="425666" y="612796"/>
                  </a:lnTo>
                  <a:lnTo>
                    <a:pt x="388893" y="639917"/>
                  </a:lnTo>
                  <a:lnTo>
                    <a:pt x="348556" y="662461"/>
                  </a:lnTo>
                  <a:lnTo>
                    <a:pt x="304975" y="679989"/>
                  </a:lnTo>
                  <a:lnTo>
                    <a:pt x="222789" y="707119"/>
                  </a:lnTo>
                  <a:lnTo>
                    <a:pt x="180133" y="724588"/>
                  </a:lnTo>
                  <a:lnTo>
                    <a:pt x="141054" y="747481"/>
                  </a:lnTo>
                  <a:lnTo>
                    <a:pt x="105938" y="775266"/>
                  </a:lnTo>
                  <a:lnTo>
                    <a:pt x="75168" y="807413"/>
                  </a:lnTo>
                  <a:lnTo>
                    <a:pt x="49131" y="843390"/>
                  </a:lnTo>
                  <a:lnTo>
                    <a:pt x="28211" y="882665"/>
                  </a:lnTo>
                  <a:lnTo>
                    <a:pt x="12792" y="924706"/>
                  </a:lnTo>
                  <a:lnTo>
                    <a:pt x="3260" y="968983"/>
                  </a:lnTo>
                  <a:lnTo>
                    <a:pt x="0" y="1014963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967419" y="3063861"/>
              <a:ext cx="805180" cy="367030"/>
            </a:xfrm>
            <a:custGeom>
              <a:avLst/>
              <a:gdLst/>
              <a:ahLst/>
              <a:cxnLst/>
              <a:rect l="l" t="t" r="r" b="b"/>
              <a:pathLst>
                <a:path w="805179" h="367029">
                  <a:moveTo>
                    <a:pt x="804708" y="0"/>
                  </a:moveTo>
                  <a:lnTo>
                    <a:pt x="799887" y="48475"/>
                  </a:lnTo>
                  <a:lnTo>
                    <a:pt x="785933" y="93637"/>
                  </a:lnTo>
                  <a:lnTo>
                    <a:pt x="763814" y="134518"/>
                  </a:lnTo>
                  <a:lnTo>
                    <a:pt x="734494" y="170150"/>
                  </a:lnTo>
                  <a:lnTo>
                    <a:pt x="698941" y="199563"/>
                  </a:lnTo>
                  <a:lnTo>
                    <a:pt x="658119" y="221790"/>
                  </a:lnTo>
                  <a:lnTo>
                    <a:pt x="612996" y="235861"/>
                  </a:lnTo>
                  <a:lnTo>
                    <a:pt x="564537" y="240809"/>
                  </a:lnTo>
                  <a:lnTo>
                    <a:pt x="564213" y="240809"/>
                  </a:lnTo>
                  <a:lnTo>
                    <a:pt x="232359" y="240809"/>
                  </a:lnTo>
                  <a:lnTo>
                    <a:pt x="186143" y="244673"/>
                  </a:lnTo>
                  <a:lnTo>
                    <a:pt x="141815" y="255985"/>
                  </a:lnTo>
                  <a:lnTo>
                    <a:pt x="100206" y="274296"/>
                  </a:lnTo>
                  <a:lnTo>
                    <a:pt x="62147" y="299156"/>
                  </a:lnTo>
                  <a:lnTo>
                    <a:pt x="28468" y="330114"/>
                  </a:lnTo>
                  <a:lnTo>
                    <a:pt x="0" y="366721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0" y="3150"/>
            <a:ext cx="5845175" cy="4178300"/>
            <a:chOff x="0" y="3150"/>
            <a:chExt cx="5845175" cy="4178300"/>
          </a:xfrm>
        </p:grpSpPr>
        <p:sp>
          <p:nvSpPr>
            <p:cNvPr id="105" name="object 105" descr=""/>
            <p:cNvSpPr/>
            <p:nvPr/>
          </p:nvSpPr>
          <p:spPr>
            <a:xfrm>
              <a:off x="0" y="3155"/>
              <a:ext cx="5845175" cy="4178300"/>
            </a:xfrm>
            <a:custGeom>
              <a:avLst/>
              <a:gdLst/>
              <a:ahLst/>
              <a:cxnLst/>
              <a:rect l="l" t="t" r="r" b="b"/>
              <a:pathLst>
                <a:path w="5845175" h="4178300">
                  <a:moveTo>
                    <a:pt x="4583023" y="241338"/>
                  </a:moveTo>
                  <a:lnTo>
                    <a:pt x="4581410" y="198323"/>
                  </a:lnTo>
                  <a:lnTo>
                    <a:pt x="4512411" y="191477"/>
                  </a:lnTo>
                  <a:lnTo>
                    <a:pt x="4465104" y="193865"/>
                  </a:lnTo>
                  <a:lnTo>
                    <a:pt x="4419206" y="201828"/>
                  </a:lnTo>
                  <a:lnTo>
                    <a:pt x="4375137" y="215061"/>
                  </a:lnTo>
                  <a:lnTo>
                    <a:pt x="4333303" y="233273"/>
                  </a:lnTo>
                  <a:lnTo>
                    <a:pt x="4294111" y="256133"/>
                  </a:lnTo>
                  <a:lnTo>
                    <a:pt x="4257967" y="283362"/>
                  </a:lnTo>
                  <a:lnTo>
                    <a:pt x="4225264" y="314642"/>
                  </a:lnTo>
                  <a:lnTo>
                    <a:pt x="4196435" y="349669"/>
                  </a:lnTo>
                  <a:lnTo>
                    <a:pt x="4171861" y="388137"/>
                  </a:lnTo>
                  <a:lnTo>
                    <a:pt x="4151960" y="429742"/>
                  </a:lnTo>
                  <a:lnTo>
                    <a:pt x="4137139" y="474192"/>
                  </a:lnTo>
                  <a:lnTo>
                    <a:pt x="4127792" y="521157"/>
                  </a:lnTo>
                  <a:lnTo>
                    <a:pt x="4124515" y="564083"/>
                  </a:lnTo>
                  <a:lnTo>
                    <a:pt x="4124706" y="585597"/>
                  </a:lnTo>
                  <a:lnTo>
                    <a:pt x="4126115" y="607098"/>
                  </a:lnTo>
                  <a:lnTo>
                    <a:pt x="4132669" y="608368"/>
                  </a:lnTo>
                  <a:lnTo>
                    <a:pt x="4146791" y="610450"/>
                  </a:lnTo>
                  <a:lnTo>
                    <a:pt x="4195127" y="613943"/>
                  </a:lnTo>
                  <a:lnTo>
                    <a:pt x="4242435" y="611555"/>
                  </a:lnTo>
                  <a:lnTo>
                    <a:pt x="4288333" y="603592"/>
                  </a:lnTo>
                  <a:lnTo>
                    <a:pt x="4332402" y="590346"/>
                  </a:lnTo>
                  <a:lnTo>
                    <a:pt x="4374235" y="572147"/>
                  </a:lnTo>
                  <a:lnTo>
                    <a:pt x="4413428" y="549275"/>
                  </a:lnTo>
                  <a:lnTo>
                    <a:pt x="4449572" y="522058"/>
                  </a:lnTo>
                  <a:lnTo>
                    <a:pt x="4482274" y="490778"/>
                  </a:lnTo>
                  <a:lnTo>
                    <a:pt x="4511103" y="455752"/>
                  </a:lnTo>
                  <a:lnTo>
                    <a:pt x="4535678" y="417283"/>
                  </a:lnTo>
                  <a:lnTo>
                    <a:pt x="4555579" y="375666"/>
                  </a:lnTo>
                  <a:lnTo>
                    <a:pt x="4570400" y="331228"/>
                  </a:lnTo>
                  <a:lnTo>
                    <a:pt x="4579747" y="284251"/>
                  </a:lnTo>
                  <a:lnTo>
                    <a:pt x="4583023" y="241338"/>
                  </a:lnTo>
                  <a:close/>
                </a:path>
                <a:path w="5845175" h="4178300">
                  <a:moveTo>
                    <a:pt x="5845086" y="1905000"/>
                  </a:moveTo>
                  <a:lnTo>
                    <a:pt x="5843956" y="1854200"/>
                  </a:lnTo>
                  <a:lnTo>
                    <a:pt x="5840590" y="1790700"/>
                  </a:lnTo>
                  <a:lnTo>
                    <a:pt x="5835015" y="1739900"/>
                  </a:lnTo>
                  <a:lnTo>
                    <a:pt x="5827242" y="1689100"/>
                  </a:lnTo>
                  <a:lnTo>
                    <a:pt x="5817311" y="1651000"/>
                  </a:lnTo>
                  <a:lnTo>
                    <a:pt x="5805221" y="1600200"/>
                  </a:lnTo>
                  <a:lnTo>
                    <a:pt x="5791022" y="1549400"/>
                  </a:lnTo>
                  <a:lnTo>
                    <a:pt x="5774715" y="1498600"/>
                  </a:lnTo>
                  <a:lnTo>
                    <a:pt x="5756326" y="1447800"/>
                  </a:lnTo>
                  <a:lnTo>
                    <a:pt x="5735879" y="1409700"/>
                  </a:lnTo>
                  <a:lnTo>
                    <a:pt x="5713387" y="1358900"/>
                  </a:lnTo>
                  <a:lnTo>
                    <a:pt x="5688889" y="1308100"/>
                  </a:lnTo>
                  <a:lnTo>
                    <a:pt x="5662396" y="1270000"/>
                  </a:lnTo>
                  <a:lnTo>
                    <a:pt x="5633923" y="1231900"/>
                  </a:lnTo>
                  <a:lnTo>
                    <a:pt x="5605348" y="1181100"/>
                  </a:lnTo>
                  <a:lnTo>
                    <a:pt x="5575452" y="1143000"/>
                  </a:lnTo>
                  <a:lnTo>
                    <a:pt x="5544299" y="1117600"/>
                  </a:lnTo>
                  <a:lnTo>
                    <a:pt x="5511952" y="1079500"/>
                  </a:lnTo>
                  <a:lnTo>
                    <a:pt x="5478437" y="1041400"/>
                  </a:lnTo>
                  <a:lnTo>
                    <a:pt x="5443842" y="1016000"/>
                  </a:lnTo>
                  <a:lnTo>
                    <a:pt x="5408193" y="977900"/>
                  </a:lnTo>
                  <a:lnTo>
                    <a:pt x="5371541" y="952500"/>
                  </a:lnTo>
                  <a:lnTo>
                    <a:pt x="5333962" y="927100"/>
                  </a:lnTo>
                  <a:lnTo>
                    <a:pt x="5295493" y="901700"/>
                  </a:lnTo>
                  <a:lnTo>
                    <a:pt x="5256187" y="876300"/>
                  </a:lnTo>
                  <a:lnTo>
                    <a:pt x="5216093" y="850900"/>
                  </a:lnTo>
                  <a:lnTo>
                    <a:pt x="5175275" y="838200"/>
                  </a:lnTo>
                  <a:lnTo>
                    <a:pt x="5133784" y="812800"/>
                  </a:lnTo>
                  <a:lnTo>
                    <a:pt x="4873599" y="736600"/>
                  </a:lnTo>
                  <a:lnTo>
                    <a:pt x="4828857" y="736600"/>
                  </a:lnTo>
                  <a:lnTo>
                    <a:pt x="4783861" y="723900"/>
                  </a:lnTo>
                  <a:lnTo>
                    <a:pt x="4511522" y="723900"/>
                  </a:lnTo>
                  <a:lnTo>
                    <a:pt x="4421111" y="749300"/>
                  </a:lnTo>
                  <a:lnTo>
                    <a:pt x="4376204" y="749300"/>
                  </a:lnTo>
                  <a:lnTo>
                    <a:pt x="4287291" y="774700"/>
                  </a:lnTo>
                  <a:lnTo>
                    <a:pt x="4243387" y="800100"/>
                  </a:lnTo>
                  <a:lnTo>
                    <a:pt x="4199902" y="812800"/>
                  </a:lnTo>
                  <a:lnTo>
                    <a:pt x="4156913" y="838200"/>
                  </a:lnTo>
                  <a:lnTo>
                    <a:pt x="4114457" y="850900"/>
                  </a:lnTo>
                  <a:lnTo>
                    <a:pt x="4031386" y="901700"/>
                  </a:lnTo>
                  <a:lnTo>
                    <a:pt x="3990873" y="927100"/>
                  </a:lnTo>
                  <a:lnTo>
                    <a:pt x="3990009" y="889000"/>
                  </a:lnTo>
                  <a:lnTo>
                    <a:pt x="3987711" y="838200"/>
                  </a:lnTo>
                  <a:lnTo>
                    <a:pt x="3984942" y="800100"/>
                  </a:lnTo>
                  <a:lnTo>
                    <a:pt x="3984028" y="787400"/>
                  </a:lnTo>
                  <a:lnTo>
                    <a:pt x="3978948" y="749300"/>
                  </a:lnTo>
                  <a:lnTo>
                    <a:pt x="3972522" y="698500"/>
                  </a:lnTo>
                  <a:lnTo>
                    <a:pt x="3964749" y="647700"/>
                  </a:lnTo>
                  <a:lnTo>
                    <a:pt x="3955656" y="609600"/>
                  </a:lnTo>
                  <a:lnTo>
                    <a:pt x="3945255" y="558800"/>
                  </a:lnTo>
                  <a:lnTo>
                    <a:pt x="3933583" y="520700"/>
                  </a:lnTo>
                  <a:lnTo>
                    <a:pt x="3920642" y="482600"/>
                  </a:lnTo>
                  <a:lnTo>
                    <a:pt x="3906456" y="431800"/>
                  </a:lnTo>
                  <a:lnTo>
                    <a:pt x="3891051" y="393700"/>
                  </a:lnTo>
                  <a:lnTo>
                    <a:pt x="3874439" y="355600"/>
                  </a:lnTo>
                  <a:lnTo>
                    <a:pt x="3856647" y="304800"/>
                  </a:lnTo>
                  <a:lnTo>
                    <a:pt x="3837686" y="266700"/>
                  </a:lnTo>
                  <a:lnTo>
                    <a:pt x="3817582" y="228600"/>
                  </a:lnTo>
                  <a:lnTo>
                    <a:pt x="3796360" y="190500"/>
                  </a:lnTo>
                  <a:lnTo>
                    <a:pt x="3774021" y="152400"/>
                  </a:lnTo>
                  <a:lnTo>
                    <a:pt x="3750602" y="114300"/>
                  </a:lnTo>
                  <a:lnTo>
                    <a:pt x="3726129" y="76200"/>
                  </a:lnTo>
                  <a:lnTo>
                    <a:pt x="3700602" y="38100"/>
                  </a:lnTo>
                  <a:lnTo>
                    <a:pt x="3675850" y="0"/>
                  </a:lnTo>
                  <a:lnTo>
                    <a:pt x="926757" y="0"/>
                  </a:lnTo>
                  <a:lnTo>
                    <a:pt x="924064" y="12700"/>
                  </a:lnTo>
                  <a:lnTo>
                    <a:pt x="897547" y="38100"/>
                  </a:lnTo>
                  <a:lnTo>
                    <a:pt x="872083" y="76200"/>
                  </a:lnTo>
                  <a:lnTo>
                    <a:pt x="847674" y="114300"/>
                  </a:lnTo>
                  <a:lnTo>
                    <a:pt x="824344" y="152400"/>
                  </a:lnTo>
                  <a:lnTo>
                    <a:pt x="802119" y="190500"/>
                  </a:lnTo>
                  <a:lnTo>
                    <a:pt x="781011" y="241300"/>
                  </a:lnTo>
                  <a:lnTo>
                    <a:pt x="761034" y="279400"/>
                  </a:lnTo>
                  <a:lnTo>
                    <a:pt x="742226" y="317500"/>
                  </a:lnTo>
                  <a:lnTo>
                    <a:pt x="724598" y="355600"/>
                  </a:lnTo>
                  <a:lnTo>
                    <a:pt x="708164" y="406400"/>
                  </a:lnTo>
                  <a:lnTo>
                    <a:pt x="692950" y="444500"/>
                  </a:lnTo>
                  <a:lnTo>
                    <a:pt x="678980" y="482600"/>
                  </a:lnTo>
                  <a:lnTo>
                    <a:pt x="666267" y="533400"/>
                  </a:lnTo>
                  <a:lnTo>
                    <a:pt x="654837" y="571500"/>
                  </a:lnTo>
                  <a:lnTo>
                    <a:pt x="644702" y="622300"/>
                  </a:lnTo>
                  <a:lnTo>
                    <a:pt x="635889" y="660400"/>
                  </a:lnTo>
                  <a:lnTo>
                    <a:pt x="628421" y="711200"/>
                  </a:lnTo>
                  <a:lnTo>
                    <a:pt x="622312" y="762000"/>
                  </a:lnTo>
                  <a:lnTo>
                    <a:pt x="617575" y="800100"/>
                  </a:lnTo>
                  <a:lnTo>
                    <a:pt x="513905" y="774700"/>
                  </a:lnTo>
                  <a:lnTo>
                    <a:pt x="461695" y="774700"/>
                  </a:lnTo>
                  <a:lnTo>
                    <a:pt x="409270" y="762000"/>
                  </a:lnTo>
                  <a:lnTo>
                    <a:pt x="303949" y="762000"/>
                  </a:lnTo>
                  <a:lnTo>
                    <a:pt x="251104" y="749300"/>
                  </a:lnTo>
                  <a:lnTo>
                    <a:pt x="147434" y="749300"/>
                  </a:lnTo>
                  <a:lnTo>
                    <a:pt x="97066" y="762000"/>
                  </a:lnTo>
                  <a:lnTo>
                    <a:pt x="0" y="762000"/>
                  </a:lnTo>
                  <a:lnTo>
                    <a:pt x="0" y="3911600"/>
                  </a:lnTo>
                  <a:lnTo>
                    <a:pt x="6197" y="3924300"/>
                  </a:lnTo>
                  <a:lnTo>
                    <a:pt x="38646" y="3962400"/>
                  </a:lnTo>
                  <a:lnTo>
                    <a:pt x="72707" y="3987800"/>
                  </a:lnTo>
                  <a:lnTo>
                    <a:pt x="108318" y="4013200"/>
                  </a:lnTo>
                  <a:lnTo>
                    <a:pt x="145364" y="4038600"/>
                  </a:lnTo>
                  <a:lnTo>
                    <a:pt x="183756" y="4064000"/>
                  </a:lnTo>
                  <a:lnTo>
                    <a:pt x="223393" y="4089400"/>
                  </a:lnTo>
                  <a:lnTo>
                    <a:pt x="264185" y="4114800"/>
                  </a:lnTo>
                  <a:lnTo>
                    <a:pt x="348881" y="4140200"/>
                  </a:lnTo>
                  <a:lnTo>
                    <a:pt x="482257" y="4178300"/>
                  </a:lnTo>
                  <a:lnTo>
                    <a:pt x="715162" y="4178300"/>
                  </a:lnTo>
                  <a:lnTo>
                    <a:pt x="762482" y="4165600"/>
                  </a:lnTo>
                  <a:lnTo>
                    <a:pt x="809840" y="4165600"/>
                  </a:lnTo>
                  <a:lnTo>
                    <a:pt x="855548" y="4152900"/>
                  </a:lnTo>
                  <a:lnTo>
                    <a:pt x="899960" y="4127500"/>
                  </a:lnTo>
                  <a:lnTo>
                    <a:pt x="984719" y="4102100"/>
                  </a:lnTo>
                  <a:lnTo>
                    <a:pt x="1024953" y="4076700"/>
                  </a:lnTo>
                  <a:lnTo>
                    <a:pt x="1063701" y="4051300"/>
                  </a:lnTo>
                  <a:lnTo>
                    <a:pt x="1100886" y="4025900"/>
                  </a:lnTo>
                  <a:lnTo>
                    <a:pt x="1136484" y="4000500"/>
                  </a:lnTo>
                  <a:lnTo>
                    <a:pt x="1170419" y="3975100"/>
                  </a:lnTo>
                  <a:lnTo>
                    <a:pt x="1202664" y="3937000"/>
                  </a:lnTo>
                  <a:lnTo>
                    <a:pt x="1233144" y="3911600"/>
                  </a:lnTo>
                  <a:lnTo>
                    <a:pt x="1261821" y="3873500"/>
                  </a:lnTo>
                  <a:lnTo>
                    <a:pt x="1288643" y="3835400"/>
                  </a:lnTo>
                  <a:lnTo>
                    <a:pt x="1313548" y="3797300"/>
                  </a:lnTo>
                  <a:lnTo>
                    <a:pt x="1336497" y="3759200"/>
                  </a:lnTo>
                  <a:lnTo>
                    <a:pt x="1357426" y="3721100"/>
                  </a:lnTo>
                  <a:lnTo>
                    <a:pt x="1376299" y="3683000"/>
                  </a:lnTo>
                  <a:lnTo>
                    <a:pt x="1393037" y="3644900"/>
                  </a:lnTo>
                  <a:lnTo>
                    <a:pt x="1407617" y="3606800"/>
                  </a:lnTo>
                  <a:lnTo>
                    <a:pt x="1419987" y="3556000"/>
                  </a:lnTo>
                  <a:lnTo>
                    <a:pt x="1430070" y="3517900"/>
                  </a:lnTo>
                  <a:lnTo>
                    <a:pt x="1437830" y="3467100"/>
                  </a:lnTo>
                  <a:lnTo>
                    <a:pt x="1443215" y="3429000"/>
                  </a:lnTo>
                  <a:lnTo>
                    <a:pt x="1446174" y="3378200"/>
                  </a:lnTo>
                  <a:lnTo>
                    <a:pt x="1446657" y="3340100"/>
                  </a:lnTo>
                  <a:lnTo>
                    <a:pt x="1444612" y="3289300"/>
                  </a:lnTo>
                  <a:lnTo>
                    <a:pt x="1439976" y="3238500"/>
                  </a:lnTo>
                  <a:lnTo>
                    <a:pt x="1432712" y="3200400"/>
                  </a:lnTo>
                  <a:lnTo>
                    <a:pt x="1422755" y="3149600"/>
                  </a:lnTo>
                  <a:lnTo>
                    <a:pt x="1457528" y="3111500"/>
                  </a:lnTo>
                  <a:lnTo>
                    <a:pt x="1490954" y="3073400"/>
                  </a:lnTo>
                  <a:lnTo>
                    <a:pt x="1523009" y="3035300"/>
                  </a:lnTo>
                  <a:lnTo>
                    <a:pt x="1553654" y="2997200"/>
                  </a:lnTo>
                  <a:lnTo>
                    <a:pt x="1582864" y="2959100"/>
                  </a:lnTo>
                  <a:lnTo>
                    <a:pt x="1610601" y="2921000"/>
                  </a:lnTo>
                  <a:lnTo>
                    <a:pt x="1636826" y="2882900"/>
                  </a:lnTo>
                  <a:lnTo>
                    <a:pt x="1661528" y="2832100"/>
                  </a:lnTo>
                  <a:lnTo>
                    <a:pt x="1684642" y="2794000"/>
                  </a:lnTo>
                  <a:lnTo>
                    <a:pt x="1706156" y="2743200"/>
                  </a:lnTo>
                  <a:lnTo>
                    <a:pt x="1726031" y="2705100"/>
                  </a:lnTo>
                  <a:lnTo>
                    <a:pt x="1744243" y="2654300"/>
                  </a:lnTo>
                  <a:lnTo>
                    <a:pt x="1760740" y="2603500"/>
                  </a:lnTo>
                  <a:lnTo>
                    <a:pt x="1775510" y="2565400"/>
                  </a:lnTo>
                  <a:lnTo>
                    <a:pt x="1788502" y="2514600"/>
                  </a:lnTo>
                  <a:lnTo>
                    <a:pt x="1799691" y="2463800"/>
                  </a:lnTo>
                  <a:lnTo>
                    <a:pt x="1997760" y="2514600"/>
                  </a:lnTo>
                  <a:lnTo>
                    <a:pt x="2047938" y="2514600"/>
                  </a:lnTo>
                  <a:lnTo>
                    <a:pt x="2098332" y="2527300"/>
                  </a:lnTo>
                  <a:lnTo>
                    <a:pt x="2148903" y="2527300"/>
                  </a:lnTo>
                  <a:lnTo>
                    <a:pt x="2199614" y="2540000"/>
                  </a:lnTo>
                  <a:lnTo>
                    <a:pt x="2404287" y="2540000"/>
                  </a:lnTo>
                  <a:lnTo>
                    <a:pt x="2455151" y="2527300"/>
                  </a:lnTo>
                  <a:lnTo>
                    <a:pt x="2505595" y="2527300"/>
                  </a:lnTo>
                  <a:lnTo>
                    <a:pt x="2555583" y="2514600"/>
                  </a:lnTo>
                  <a:lnTo>
                    <a:pt x="2605100" y="2514600"/>
                  </a:lnTo>
                  <a:lnTo>
                    <a:pt x="2797975" y="2463800"/>
                  </a:lnTo>
                  <a:lnTo>
                    <a:pt x="2936570" y="2425700"/>
                  </a:lnTo>
                  <a:lnTo>
                    <a:pt x="2981502" y="2400300"/>
                  </a:lnTo>
                  <a:lnTo>
                    <a:pt x="3025749" y="2387600"/>
                  </a:lnTo>
                  <a:lnTo>
                    <a:pt x="3112147" y="2336800"/>
                  </a:lnTo>
                  <a:lnTo>
                    <a:pt x="3154261" y="2324100"/>
                  </a:lnTo>
                  <a:lnTo>
                    <a:pt x="3195599" y="2298700"/>
                  </a:lnTo>
                  <a:lnTo>
                    <a:pt x="3236150" y="2273300"/>
                  </a:lnTo>
                  <a:lnTo>
                    <a:pt x="3275901" y="2247900"/>
                  </a:lnTo>
                  <a:lnTo>
                    <a:pt x="3314827" y="2222500"/>
                  </a:lnTo>
                  <a:lnTo>
                    <a:pt x="3352901" y="2184400"/>
                  </a:lnTo>
                  <a:lnTo>
                    <a:pt x="3390100" y="2159000"/>
                  </a:lnTo>
                  <a:lnTo>
                    <a:pt x="3426396" y="2133600"/>
                  </a:lnTo>
                  <a:lnTo>
                    <a:pt x="3461791" y="2095500"/>
                  </a:lnTo>
                  <a:lnTo>
                    <a:pt x="3496233" y="2070100"/>
                  </a:lnTo>
                  <a:lnTo>
                    <a:pt x="3504196" y="2120900"/>
                  </a:lnTo>
                  <a:lnTo>
                    <a:pt x="3514039" y="2159000"/>
                  </a:lnTo>
                  <a:lnTo>
                    <a:pt x="3525697" y="2209800"/>
                  </a:lnTo>
                  <a:lnTo>
                    <a:pt x="3539147" y="2260600"/>
                  </a:lnTo>
                  <a:lnTo>
                    <a:pt x="3554349" y="2298700"/>
                  </a:lnTo>
                  <a:lnTo>
                    <a:pt x="3571252" y="2349500"/>
                  </a:lnTo>
                  <a:lnTo>
                    <a:pt x="3589820" y="2387600"/>
                  </a:lnTo>
                  <a:lnTo>
                    <a:pt x="3610013" y="2425700"/>
                  </a:lnTo>
                  <a:lnTo>
                    <a:pt x="3631781" y="2476500"/>
                  </a:lnTo>
                  <a:lnTo>
                    <a:pt x="3655085" y="2514600"/>
                  </a:lnTo>
                  <a:lnTo>
                    <a:pt x="3679888" y="2552700"/>
                  </a:lnTo>
                  <a:lnTo>
                    <a:pt x="3706152" y="2590800"/>
                  </a:lnTo>
                  <a:lnTo>
                    <a:pt x="3733825" y="2628900"/>
                  </a:lnTo>
                  <a:lnTo>
                    <a:pt x="3762870" y="2667000"/>
                  </a:lnTo>
                  <a:lnTo>
                    <a:pt x="3793236" y="2692400"/>
                  </a:lnTo>
                  <a:lnTo>
                    <a:pt x="3824897" y="2730500"/>
                  </a:lnTo>
                  <a:lnTo>
                    <a:pt x="3857815" y="2755900"/>
                  </a:lnTo>
                  <a:lnTo>
                    <a:pt x="3891927" y="2794000"/>
                  </a:lnTo>
                  <a:lnTo>
                    <a:pt x="3927195" y="2819400"/>
                  </a:lnTo>
                  <a:lnTo>
                    <a:pt x="3963593" y="2844800"/>
                  </a:lnTo>
                  <a:lnTo>
                    <a:pt x="4001071" y="2870200"/>
                  </a:lnTo>
                  <a:lnTo>
                    <a:pt x="4039578" y="2895600"/>
                  </a:lnTo>
                  <a:lnTo>
                    <a:pt x="4079087" y="2921000"/>
                  </a:lnTo>
                  <a:lnTo>
                    <a:pt x="4119562" y="2946400"/>
                  </a:lnTo>
                  <a:lnTo>
                    <a:pt x="4160939" y="2971800"/>
                  </a:lnTo>
                  <a:lnTo>
                    <a:pt x="4246257" y="2997200"/>
                  </a:lnTo>
                  <a:lnTo>
                    <a:pt x="4290123" y="3022600"/>
                  </a:lnTo>
                  <a:lnTo>
                    <a:pt x="4426026" y="3060700"/>
                  </a:lnTo>
                  <a:lnTo>
                    <a:pt x="4472622" y="3060700"/>
                  </a:lnTo>
                  <a:lnTo>
                    <a:pt x="4519803" y="3073400"/>
                  </a:lnTo>
                  <a:lnTo>
                    <a:pt x="4808829" y="3073400"/>
                  </a:lnTo>
                  <a:lnTo>
                    <a:pt x="4855870" y="3060700"/>
                  </a:lnTo>
                  <a:lnTo>
                    <a:pt x="4902301" y="3060700"/>
                  </a:lnTo>
                  <a:lnTo>
                    <a:pt x="5081130" y="3009900"/>
                  </a:lnTo>
                  <a:lnTo>
                    <a:pt x="5123916" y="2984500"/>
                  </a:lnTo>
                  <a:lnTo>
                    <a:pt x="5165864" y="2971800"/>
                  </a:lnTo>
                  <a:lnTo>
                    <a:pt x="5206924" y="2946400"/>
                  </a:lnTo>
                  <a:lnTo>
                    <a:pt x="5247068" y="2921000"/>
                  </a:lnTo>
                  <a:lnTo>
                    <a:pt x="5286260" y="2908300"/>
                  </a:lnTo>
                  <a:lnTo>
                    <a:pt x="5324462" y="2882900"/>
                  </a:lnTo>
                  <a:lnTo>
                    <a:pt x="5361622" y="2857500"/>
                  </a:lnTo>
                  <a:lnTo>
                    <a:pt x="5397716" y="2819400"/>
                  </a:lnTo>
                  <a:lnTo>
                    <a:pt x="5432704" y="2794000"/>
                  </a:lnTo>
                  <a:lnTo>
                    <a:pt x="5466537" y="2768600"/>
                  </a:lnTo>
                  <a:lnTo>
                    <a:pt x="5499201" y="2730500"/>
                  </a:lnTo>
                  <a:lnTo>
                    <a:pt x="5530634" y="2705100"/>
                  </a:lnTo>
                  <a:lnTo>
                    <a:pt x="5560796" y="2667000"/>
                  </a:lnTo>
                  <a:lnTo>
                    <a:pt x="5589676" y="2628900"/>
                  </a:lnTo>
                  <a:lnTo>
                    <a:pt x="5617210" y="2590800"/>
                  </a:lnTo>
                  <a:lnTo>
                    <a:pt x="5643372" y="2565400"/>
                  </a:lnTo>
                  <a:lnTo>
                    <a:pt x="5668124" y="2527300"/>
                  </a:lnTo>
                  <a:lnTo>
                    <a:pt x="5691429" y="2476500"/>
                  </a:lnTo>
                  <a:lnTo>
                    <a:pt x="5713247" y="2438400"/>
                  </a:lnTo>
                  <a:lnTo>
                    <a:pt x="5733529" y="2400300"/>
                  </a:lnTo>
                  <a:lnTo>
                    <a:pt x="5752249" y="2362200"/>
                  </a:lnTo>
                  <a:lnTo>
                    <a:pt x="5769368" y="2311400"/>
                  </a:lnTo>
                  <a:lnTo>
                    <a:pt x="5784850" y="2273300"/>
                  </a:lnTo>
                  <a:lnTo>
                    <a:pt x="5798655" y="2222500"/>
                  </a:lnTo>
                  <a:lnTo>
                    <a:pt x="5810745" y="2184400"/>
                  </a:lnTo>
                  <a:lnTo>
                    <a:pt x="5821070" y="2133600"/>
                  </a:lnTo>
                  <a:lnTo>
                    <a:pt x="5829605" y="2095500"/>
                  </a:lnTo>
                  <a:lnTo>
                    <a:pt x="5836323" y="2044700"/>
                  </a:lnTo>
                  <a:lnTo>
                    <a:pt x="5841162" y="1993900"/>
                  </a:lnTo>
                  <a:lnTo>
                    <a:pt x="5844095" y="1943100"/>
                  </a:lnTo>
                  <a:lnTo>
                    <a:pt x="5845086" y="1905000"/>
                  </a:lnTo>
                  <a:close/>
                </a:path>
              </a:pathLst>
            </a:custGeom>
            <a:solidFill>
              <a:srgbClr val="F8DD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3582" y="1473837"/>
              <a:ext cx="175868" cy="175858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7552" y="2733441"/>
              <a:ext cx="175868" cy="175858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0291" y="1839926"/>
              <a:ext cx="175868" cy="175858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28682" y="2157818"/>
              <a:ext cx="175868" cy="175858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49407" y="429913"/>
              <a:ext cx="175868" cy="175858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9866" y="600669"/>
              <a:ext cx="175868" cy="175858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31633" y="177610"/>
              <a:ext cx="175868" cy="175858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46334" y="1213874"/>
              <a:ext cx="175868" cy="175858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67478" y="2627397"/>
              <a:ext cx="185125" cy="185114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59699" y="301207"/>
              <a:ext cx="175868" cy="175858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4993" y="337354"/>
              <a:ext cx="185125" cy="185114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81362" y="662268"/>
              <a:ext cx="175868" cy="175858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71768" y="1925861"/>
              <a:ext cx="175868" cy="175858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53952" y="1473837"/>
              <a:ext cx="175868" cy="175858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29735" y="1701725"/>
              <a:ext cx="175868" cy="175858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87724" y="2645510"/>
              <a:ext cx="175868" cy="175858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02265" y="1301805"/>
              <a:ext cx="175868" cy="175858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9365" y="3622647"/>
              <a:ext cx="175868" cy="175858"/>
            </a:xfrm>
            <a:prstGeom prst="rect">
              <a:avLst/>
            </a:prstGeom>
          </p:spPr>
        </p:pic>
      </p:grpSp>
      <p:sp>
        <p:nvSpPr>
          <p:cNvPr id="124" name="object 124" descr=""/>
          <p:cNvSpPr/>
          <p:nvPr/>
        </p:nvSpPr>
        <p:spPr>
          <a:xfrm>
            <a:off x="12783381" y="4296714"/>
            <a:ext cx="987425" cy="1903730"/>
          </a:xfrm>
          <a:custGeom>
            <a:avLst/>
            <a:gdLst/>
            <a:ahLst/>
            <a:cxnLst/>
            <a:rect l="l" t="t" r="r" b="b"/>
            <a:pathLst>
              <a:path w="987425" h="1903729">
                <a:moveTo>
                  <a:pt x="392730" y="0"/>
                </a:moveTo>
                <a:lnTo>
                  <a:pt x="348649" y="6071"/>
                </a:lnTo>
                <a:lnTo>
                  <a:pt x="302127" y="21313"/>
                </a:lnTo>
                <a:lnTo>
                  <a:pt x="153318" y="5396"/>
                </a:lnTo>
                <a:lnTo>
                  <a:pt x="75549" y="40125"/>
                </a:lnTo>
                <a:lnTo>
                  <a:pt x="43472" y="161532"/>
                </a:lnTo>
                <a:lnTo>
                  <a:pt x="31737" y="405647"/>
                </a:lnTo>
                <a:lnTo>
                  <a:pt x="28349" y="503789"/>
                </a:lnTo>
                <a:lnTo>
                  <a:pt x="25012" y="587710"/>
                </a:lnTo>
                <a:lnTo>
                  <a:pt x="19408" y="719795"/>
                </a:lnTo>
                <a:lnTo>
                  <a:pt x="17599" y="771414"/>
                </a:lnTo>
                <a:lnTo>
                  <a:pt x="16757" y="815719"/>
                </a:lnTo>
                <a:lnTo>
                  <a:pt x="17112" y="854439"/>
                </a:lnTo>
                <a:lnTo>
                  <a:pt x="22324" y="922028"/>
                </a:lnTo>
                <a:lnTo>
                  <a:pt x="35068" y="987999"/>
                </a:lnTo>
                <a:lnTo>
                  <a:pt x="44836" y="1024696"/>
                </a:lnTo>
                <a:lnTo>
                  <a:pt x="51942" y="1065374"/>
                </a:lnTo>
                <a:lnTo>
                  <a:pt x="50779" y="1103141"/>
                </a:lnTo>
                <a:lnTo>
                  <a:pt x="43664" y="1138560"/>
                </a:lnTo>
                <a:lnTo>
                  <a:pt x="32918" y="1172195"/>
                </a:lnTo>
                <a:lnTo>
                  <a:pt x="20859" y="1204610"/>
                </a:lnTo>
                <a:lnTo>
                  <a:pt x="9807" y="1236367"/>
                </a:lnTo>
                <a:lnTo>
                  <a:pt x="2081" y="1268031"/>
                </a:lnTo>
                <a:lnTo>
                  <a:pt x="0" y="1300165"/>
                </a:lnTo>
                <a:lnTo>
                  <a:pt x="5882" y="1333332"/>
                </a:lnTo>
                <a:lnTo>
                  <a:pt x="22048" y="1368095"/>
                </a:lnTo>
                <a:lnTo>
                  <a:pt x="50815" y="1405019"/>
                </a:lnTo>
                <a:lnTo>
                  <a:pt x="67925" y="1427551"/>
                </a:lnTo>
                <a:lnTo>
                  <a:pt x="88807" y="1480521"/>
                </a:lnTo>
                <a:lnTo>
                  <a:pt x="96951" y="1541228"/>
                </a:lnTo>
                <a:lnTo>
                  <a:pt x="98530" y="1639436"/>
                </a:lnTo>
                <a:lnTo>
                  <a:pt x="99247" y="1672397"/>
                </a:lnTo>
                <a:lnTo>
                  <a:pt x="105510" y="1736130"/>
                </a:lnTo>
                <a:lnTo>
                  <a:pt x="123257" y="1794144"/>
                </a:lnTo>
                <a:lnTo>
                  <a:pt x="158544" y="1843074"/>
                </a:lnTo>
                <a:lnTo>
                  <a:pt x="217426" y="1879556"/>
                </a:lnTo>
                <a:lnTo>
                  <a:pt x="257607" y="1892078"/>
                </a:lnTo>
                <a:lnTo>
                  <a:pt x="305958" y="1900226"/>
                </a:lnTo>
                <a:lnTo>
                  <a:pt x="363235" y="1903580"/>
                </a:lnTo>
                <a:lnTo>
                  <a:pt x="585712" y="1880839"/>
                </a:lnTo>
                <a:lnTo>
                  <a:pt x="718998" y="1857312"/>
                </a:lnTo>
                <a:lnTo>
                  <a:pt x="816306" y="1818648"/>
                </a:lnTo>
                <a:lnTo>
                  <a:pt x="930851" y="1750496"/>
                </a:lnTo>
                <a:lnTo>
                  <a:pt x="976430" y="1696468"/>
                </a:lnTo>
                <a:lnTo>
                  <a:pt x="986897" y="1623235"/>
                </a:lnTo>
                <a:lnTo>
                  <a:pt x="983413" y="1581466"/>
                </a:lnTo>
                <a:lnTo>
                  <a:pt x="976493" y="1537354"/>
                </a:lnTo>
                <a:lnTo>
                  <a:pt x="967914" y="1491720"/>
                </a:lnTo>
                <a:lnTo>
                  <a:pt x="959459" y="1445382"/>
                </a:lnTo>
                <a:lnTo>
                  <a:pt x="952907" y="1399160"/>
                </a:lnTo>
                <a:lnTo>
                  <a:pt x="950039" y="1353875"/>
                </a:lnTo>
                <a:lnTo>
                  <a:pt x="952634" y="1310345"/>
                </a:lnTo>
                <a:lnTo>
                  <a:pt x="962473" y="1269390"/>
                </a:lnTo>
                <a:lnTo>
                  <a:pt x="979452" y="1203976"/>
                </a:lnTo>
                <a:lnTo>
                  <a:pt x="976025" y="1152949"/>
                </a:lnTo>
                <a:lnTo>
                  <a:pt x="944017" y="1090008"/>
                </a:lnTo>
                <a:lnTo>
                  <a:pt x="875251" y="988854"/>
                </a:lnTo>
                <a:lnTo>
                  <a:pt x="894653" y="958196"/>
                </a:lnTo>
                <a:lnTo>
                  <a:pt x="903009" y="926920"/>
                </a:lnTo>
                <a:lnTo>
                  <a:pt x="902020" y="876076"/>
                </a:lnTo>
                <a:lnTo>
                  <a:pt x="893386" y="786714"/>
                </a:lnTo>
                <a:lnTo>
                  <a:pt x="883158" y="743196"/>
                </a:lnTo>
                <a:lnTo>
                  <a:pt x="859790" y="672778"/>
                </a:lnTo>
                <a:lnTo>
                  <a:pt x="843856" y="629069"/>
                </a:lnTo>
                <a:lnTo>
                  <a:pt x="825451" y="580542"/>
                </a:lnTo>
                <a:lnTo>
                  <a:pt x="804846" y="527830"/>
                </a:lnTo>
                <a:lnTo>
                  <a:pt x="782311" y="471570"/>
                </a:lnTo>
                <a:lnTo>
                  <a:pt x="758118" y="412396"/>
                </a:lnTo>
                <a:lnTo>
                  <a:pt x="732538" y="350944"/>
                </a:lnTo>
                <a:lnTo>
                  <a:pt x="705842" y="287849"/>
                </a:lnTo>
                <a:lnTo>
                  <a:pt x="684531" y="241165"/>
                </a:lnTo>
                <a:lnTo>
                  <a:pt x="661076" y="196570"/>
                </a:lnTo>
                <a:lnTo>
                  <a:pt x="635450" y="154773"/>
                </a:lnTo>
                <a:lnTo>
                  <a:pt x="607621" y="116482"/>
                </a:lnTo>
                <a:lnTo>
                  <a:pt x="577560" y="82404"/>
                </a:lnTo>
                <a:lnTo>
                  <a:pt x="545237" y="53248"/>
                </a:lnTo>
                <a:lnTo>
                  <a:pt x="510623" y="29721"/>
                </a:lnTo>
                <a:lnTo>
                  <a:pt x="473687" y="12532"/>
                </a:lnTo>
                <a:lnTo>
                  <a:pt x="434399" y="2389"/>
                </a:lnTo>
                <a:lnTo>
                  <a:pt x="392730" y="0"/>
                </a:lnTo>
                <a:close/>
              </a:path>
            </a:pathLst>
          </a:custGeom>
          <a:solidFill>
            <a:srgbClr val="80391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5" name="object 125" descr=""/>
          <p:cNvGrpSpPr/>
          <p:nvPr/>
        </p:nvGrpSpPr>
        <p:grpSpPr>
          <a:xfrm>
            <a:off x="11633911" y="5200505"/>
            <a:ext cx="996315" cy="1320165"/>
            <a:chOff x="11633911" y="5200505"/>
            <a:chExt cx="996315" cy="1320165"/>
          </a:xfrm>
        </p:grpSpPr>
        <p:sp>
          <p:nvSpPr>
            <p:cNvPr id="126" name="object 126" descr=""/>
            <p:cNvSpPr/>
            <p:nvPr/>
          </p:nvSpPr>
          <p:spPr>
            <a:xfrm>
              <a:off x="11633911" y="5200505"/>
              <a:ext cx="385445" cy="473709"/>
            </a:xfrm>
            <a:custGeom>
              <a:avLst/>
              <a:gdLst/>
              <a:ahLst/>
              <a:cxnLst/>
              <a:rect l="l" t="t" r="r" b="b"/>
              <a:pathLst>
                <a:path w="385445" h="473710">
                  <a:moveTo>
                    <a:pt x="23924" y="158612"/>
                  </a:moveTo>
                  <a:lnTo>
                    <a:pt x="17000" y="160890"/>
                  </a:lnTo>
                  <a:lnTo>
                    <a:pt x="11033" y="166425"/>
                  </a:lnTo>
                  <a:lnTo>
                    <a:pt x="9204" y="174345"/>
                  </a:lnTo>
                  <a:lnTo>
                    <a:pt x="9240" y="174873"/>
                  </a:lnTo>
                  <a:lnTo>
                    <a:pt x="10645" y="183848"/>
                  </a:lnTo>
                  <a:lnTo>
                    <a:pt x="14655" y="193412"/>
                  </a:lnTo>
                  <a:lnTo>
                    <a:pt x="47104" y="265850"/>
                  </a:lnTo>
                  <a:lnTo>
                    <a:pt x="96129" y="318340"/>
                  </a:lnTo>
                  <a:lnTo>
                    <a:pt x="166146" y="400524"/>
                  </a:lnTo>
                  <a:lnTo>
                    <a:pt x="222556" y="447293"/>
                  </a:lnTo>
                  <a:lnTo>
                    <a:pt x="260190" y="468286"/>
                  </a:lnTo>
                  <a:lnTo>
                    <a:pt x="273883" y="473142"/>
                  </a:lnTo>
                  <a:lnTo>
                    <a:pt x="348675" y="467909"/>
                  </a:lnTo>
                  <a:lnTo>
                    <a:pt x="379848" y="430720"/>
                  </a:lnTo>
                  <a:lnTo>
                    <a:pt x="385372" y="388594"/>
                  </a:lnTo>
                  <a:lnTo>
                    <a:pt x="383220" y="368548"/>
                  </a:lnTo>
                  <a:lnTo>
                    <a:pt x="378706" y="330932"/>
                  </a:lnTo>
                  <a:lnTo>
                    <a:pt x="375856" y="305885"/>
                  </a:lnTo>
                  <a:lnTo>
                    <a:pt x="373457" y="282150"/>
                  </a:lnTo>
                  <a:lnTo>
                    <a:pt x="372674" y="273797"/>
                  </a:lnTo>
                  <a:lnTo>
                    <a:pt x="114233" y="273797"/>
                  </a:lnTo>
                  <a:lnTo>
                    <a:pt x="114683" y="270677"/>
                  </a:lnTo>
                  <a:lnTo>
                    <a:pt x="76108" y="235756"/>
                  </a:lnTo>
                  <a:lnTo>
                    <a:pt x="39429" y="168460"/>
                  </a:lnTo>
                  <a:lnTo>
                    <a:pt x="34579" y="162362"/>
                  </a:lnTo>
                  <a:lnTo>
                    <a:pt x="29597" y="159091"/>
                  </a:lnTo>
                  <a:lnTo>
                    <a:pt x="23924" y="158612"/>
                  </a:lnTo>
                  <a:close/>
                </a:path>
                <a:path w="385445" h="473710">
                  <a:moveTo>
                    <a:pt x="17575" y="74901"/>
                  </a:moveTo>
                  <a:lnTo>
                    <a:pt x="10932" y="75652"/>
                  </a:lnTo>
                  <a:lnTo>
                    <a:pt x="4383" y="79625"/>
                  </a:lnTo>
                  <a:lnTo>
                    <a:pt x="240" y="85594"/>
                  </a:lnTo>
                  <a:lnTo>
                    <a:pt x="0" y="92397"/>
                  </a:lnTo>
                  <a:lnTo>
                    <a:pt x="2694" y="100296"/>
                  </a:lnTo>
                  <a:lnTo>
                    <a:pt x="7362" y="109559"/>
                  </a:lnTo>
                  <a:lnTo>
                    <a:pt x="67983" y="207527"/>
                  </a:lnTo>
                  <a:lnTo>
                    <a:pt x="116913" y="262489"/>
                  </a:lnTo>
                  <a:lnTo>
                    <a:pt x="122850" y="268708"/>
                  </a:lnTo>
                  <a:lnTo>
                    <a:pt x="114233" y="273797"/>
                  </a:lnTo>
                  <a:lnTo>
                    <a:pt x="372674" y="273797"/>
                  </a:lnTo>
                  <a:lnTo>
                    <a:pt x="370298" y="248468"/>
                  </a:lnTo>
                  <a:lnTo>
                    <a:pt x="367683" y="224511"/>
                  </a:lnTo>
                  <a:lnTo>
                    <a:pt x="367033" y="218731"/>
                  </a:lnTo>
                  <a:lnTo>
                    <a:pt x="145017" y="218731"/>
                  </a:lnTo>
                  <a:lnTo>
                    <a:pt x="139311" y="215108"/>
                  </a:lnTo>
                  <a:lnTo>
                    <a:pt x="100558" y="174345"/>
                  </a:lnTo>
                  <a:lnTo>
                    <a:pt x="30005" y="82232"/>
                  </a:lnTo>
                  <a:lnTo>
                    <a:pt x="24027" y="77165"/>
                  </a:lnTo>
                  <a:lnTo>
                    <a:pt x="17575" y="74901"/>
                  </a:lnTo>
                  <a:close/>
                </a:path>
                <a:path w="385445" h="473710">
                  <a:moveTo>
                    <a:pt x="32820" y="18741"/>
                  </a:moveTo>
                  <a:lnTo>
                    <a:pt x="25297" y="19240"/>
                  </a:lnTo>
                  <a:lnTo>
                    <a:pt x="18163" y="23302"/>
                  </a:lnTo>
                  <a:lnTo>
                    <a:pt x="13630" y="29860"/>
                  </a:lnTo>
                  <a:lnTo>
                    <a:pt x="13085" y="37217"/>
                  </a:lnTo>
                  <a:lnTo>
                    <a:pt x="15732" y="44775"/>
                  </a:lnTo>
                  <a:lnTo>
                    <a:pt x="20770" y="51940"/>
                  </a:lnTo>
                  <a:lnTo>
                    <a:pt x="144452" y="206878"/>
                  </a:lnTo>
                  <a:lnTo>
                    <a:pt x="148577" y="211066"/>
                  </a:lnTo>
                  <a:lnTo>
                    <a:pt x="145017" y="218731"/>
                  </a:lnTo>
                  <a:lnTo>
                    <a:pt x="367033" y="218731"/>
                  </a:lnTo>
                  <a:lnTo>
                    <a:pt x="366678" y="215579"/>
                  </a:lnTo>
                  <a:lnTo>
                    <a:pt x="303389" y="215579"/>
                  </a:lnTo>
                  <a:lnTo>
                    <a:pt x="293764" y="212427"/>
                  </a:lnTo>
                  <a:lnTo>
                    <a:pt x="283051" y="203298"/>
                  </a:lnTo>
                  <a:lnTo>
                    <a:pt x="274351" y="193747"/>
                  </a:lnTo>
                  <a:lnTo>
                    <a:pt x="270762" y="189328"/>
                  </a:lnTo>
                  <a:lnTo>
                    <a:pt x="260364" y="175591"/>
                  </a:lnTo>
                  <a:lnTo>
                    <a:pt x="179864" y="175591"/>
                  </a:lnTo>
                  <a:lnTo>
                    <a:pt x="176015" y="172208"/>
                  </a:lnTo>
                  <a:lnTo>
                    <a:pt x="46717" y="26925"/>
                  </a:lnTo>
                  <a:lnTo>
                    <a:pt x="40154" y="21428"/>
                  </a:lnTo>
                  <a:lnTo>
                    <a:pt x="32820" y="18741"/>
                  </a:lnTo>
                  <a:close/>
                </a:path>
                <a:path w="385445" h="473710">
                  <a:moveTo>
                    <a:pt x="346571" y="85167"/>
                  </a:moveTo>
                  <a:lnTo>
                    <a:pt x="317755" y="112570"/>
                  </a:lnTo>
                  <a:lnTo>
                    <a:pt x="315517" y="172208"/>
                  </a:lnTo>
                  <a:lnTo>
                    <a:pt x="315420" y="175591"/>
                  </a:lnTo>
                  <a:lnTo>
                    <a:pt x="313760" y="202089"/>
                  </a:lnTo>
                  <a:lnTo>
                    <a:pt x="310144" y="212744"/>
                  </a:lnTo>
                  <a:lnTo>
                    <a:pt x="303389" y="215579"/>
                  </a:lnTo>
                  <a:lnTo>
                    <a:pt x="366678" y="215579"/>
                  </a:lnTo>
                  <a:lnTo>
                    <a:pt x="363884" y="190759"/>
                  </a:lnTo>
                  <a:lnTo>
                    <a:pt x="360231" y="153687"/>
                  </a:lnTo>
                  <a:lnTo>
                    <a:pt x="358058" y="119770"/>
                  </a:lnTo>
                  <a:lnTo>
                    <a:pt x="358059" y="109551"/>
                  </a:lnTo>
                  <a:lnTo>
                    <a:pt x="358524" y="100296"/>
                  </a:lnTo>
                  <a:lnTo>
                    <a:pt x="359003" y="94466"/>
                  </a:lnTo>
                  <a:lnTo>
                    <a:pt x="359252" y="92106"/>
                  </a:lnTo>
                  <a:lnTo>
                    <a:pt x="357619" y="87513"/>
                  </a:lnTo>
                  <a:lnTo>
                    <a:pt x="353257" y="85179"/>
                  </a:lnTo>
                  <a:lnTo>
                    <a:pt x="346571" y="85167"/>
                  </a:lnTo>
                  <a:close/>
                </a:path>
                <a:path w="385445" h="473710">
                  <a:moveTo>
                    <a:pt x="94911" y="0"/>
                  </a:moveTo>
                  <a:lnTo>
                    <a:pt x="87187" y="3271"/>
                  </a:lnTo>
                  <a:lnTo>
                    <a:pt x="83011" y="10776"/>
                  </a:lnTo>
                  <a:lnTo>
                    <a:pt x="83231" y="20205"/>
                  </a:lnTo>
                  <a:lnTo>
                    <a:pt x="86653" y="29860"/>
                  </a:lnTo>
                  <a:lnTo>
                    <a:pt x="92014" y="37940"/>
                  </a:lnTo>
                  <a:lnTo>
                    <a:pt x="145352" y="112388"/>
                  </a:lnTo>
                  <a:lnTo>
                    <a:pt x="186409" y="163382"/>
                  </a:lnTo>
                  <a:lnTo>
                    <a:pt x="189121" y="167455"/>
                  </a:lnTo>
                  <a:lnTo>
                    <a:pt x="182932" y="173140"/>
                  </a:lnTo>
                  <a:lnTo>
                    <a:pt x="179864" y="175591"/>
                  </a:lnTo>
                  <a:lnTo>
                    <a:pt x="260364" y="175591"/>
                  </a:lnTo>
                  <a:lnTo>
                    <a:pt x="257804" y="172208"/>
                  </a:lnTo>
                  <a:lnTo>
                    <a:pt x="245038" y="157125"/>
                  </a:lnTo>
                  <a:lnTo>
                    <a:pt x="235299" y="146385"/>
                  </a:lnTo>
                  <a:lnTo>
                    <a:pt x="231423" y="142293"/>
                  </a:lnTo>
                  <a:lnTo>
                    <a:pt x="184367" y="86274"/>
                  </a:lnTo>
                  <a:lnTo>
                    <a:pt x="119395" y="11941"/>
                  </a:lnTo>
                  <a:lnTo>
                    <a:pt x="112272" y="5660"/>
                  </a:lnTo>
                  <a:lnTo>
                    <a:pt x="103691" y="1237"/>
                  </a:lnTo>
                  <a:lnTo>
                    <a:pt x="94911" y="0"/>
                  </a:lnTo>
                  <a:close/>
                </a:path>
              </a:pathLst>
            </a:custGeom>
            <a:solidFill>
              <a:srgbClr val="E896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1761450" y="5421322"/>
              <a:ext cx="868680" cy="1099820"/>
            </a:xfrm>
            <a:custGeom>
              <a:avLst/>
              <a:gdLst/>
              <a:ahLst/>
              <a:cxnLst/>
              <a:rect l="l" t="t" r="r" b="b"/>
              <a:pathLst>
                <a:path w="868679" h="1099820">
                  <a:moveTo>
                    <a:pt x="811713" y="0"/>
                  </a:moveTo>
                  <a:lnTo>
                    <a:pt x="751997" y="16224"/>
                  </a:lnTo>
                  <a:lnTo>
                    <a:pt x="718123" y="42742"/>
                  </a:lnTo>
                  <a:lnTo>
                    <a:pt x="697519" y="98552"/>
                  </a:lnTo>
                  <a:lnTo>
                    <a:pt x="677612" y="202653"/>
                  </a:lnTo>
                  <a:lnTo>
                    <a:pt x="489210" y="477074"/>
                  </a:lnTo>
                  <a:lnTo>
                    <a:pt x="488765" y="443615"/>
                  </a:lnTo>
                  <a:lnTo>
                    <a:pt x="485648" y="430078"/>
                  </a:lnTo>
                  <a:lnTo>
                    <a:pt x="477190" y="434316"/>
                  </a:lnTo>
                  <a:lnTo>
                    <a:pt x="460718" y="454185"/>
                  </a:lnTo>
                  <a:lnTo>
                    <a:pt x="257531" y="35883"/>
                  </a:lnTo>
                  <a:lnTo>
                    <a:pt x="168015" y="160893"/>
                  </a:lnTo>
                  <a:lnTo>
                    <a:pt x="111351" y="244993"/>
                  </a:lnTo>
                  <a:lnTo>
                    <a:pt x="63393" y="326370"/>
                  </a:lnTo>
                  <a:lnTo>
                    <a:pt x="0" y="443211"/>
                  </a:lnTo>
                  <a:lnTo>
                    <a:pt x="200902" y="840315"/>
                  </a:lnTo>
                  <a:lnTo>
                    <a:pt x="316905" y="1039099"/>
                  </a:lnTo>
                  <a:lnTo>
                    <a:pt x="392140" y="1099337"/>
                  </a:lnTo>
                  <a:lnTo>
                    <a:pt x="470739" y="1080804"/>
                  </a:lnTo>
                  <a:lnTo>
                    <a:pt x="574143" y="1007617"/>
                  </a:lnTo>
                  <a:lnTo>
                    <a:pt x="678141" y="896008"/>
                  </a:lnTo>
                  <a:lnTo>
                    <a:pt x="758392" y="793898"/>
                  </a:lnTo>
                  <a:lnTo>
                    <a:pt x="790551" y="749212"/>
                  </a:lnTo>
                  <a:lnTo>
                    <a:pt x="847342" y="549996"/>
                  </a:lnTo>
                  <a:lnTo>
                    <a:pt x="868477" y="405547"/>
                  </a:lnTo>
                  <a:lnTo>
                    <a:pt x="855939" y="245628"/>
                  </a:lnTo>
                  <a:lnTo>
                    <a:pt x="811713" y="0"/>
                  </a:lnTo>
                  <a:close/>
                </a:path>
              </a:pathLst>
            </a:custGeom>
            <a:solidFill>
              <a:srgbClr val="DBA6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1761445" y="5775038"/>
              <a:ext cx="549275" cy="485775"/>
            </a:xfrm>
            <a:custGeom>
              <a:avLst/>
              <a:gdLst/>
              <a:ahLst/>
              <a:cxnLst/>
              <a:rect l="l" t="t" r="r" b="b"/>
              <a:pathLst>
                <a:path w="549275" h="485775">
                  <a:moveTo>
                    <a:pt x="158318" y="87477"/>
                  </a:moveTo>
                  <a:lnTo>
                    <a:pt x="110820" y="0"/>
                  </a:lnTo>
                  <a:lnTo>
                    <a:pt x="0" y="174955"/>
                  </a:lnTo>
                  <a:lnTo>
                    <a:pt x="34823" y="267373"/>
                  </a:lnTo>
                  <a:lnTo>
                    <a:pt x="158318" y="87477"/>
                  </a:lnTo>
                  <a:close/>
                </a:path>
                <a:path w="549275" h="485775">
                  <a:moveTo>
                    <a:pt x="504685" y="412724"/>
                  </a:moveTo>
                  <a:lnTo>
                    <a:pt x="501345" y="343077"/>
                  </a:lnTo>
                  <a:lnTo>
                    <a:pt x="495033" y="275259"/>
                  </a:lnTo>
                  <a:lnTo>
                    <a:pt x="487324" y="214020"/>
                  </a:lnTo>
                  <a:lnTo>
                    <a:pt x="479806" y="164122"/>
                  </a:lnTo>
                  <a:lnTo>
                    <a:pt x="471004" y="113969"/>
                  </a:lnTo>
                  <a:lnTo>
                    <a:pt x="467690" y="111721"/>
                  </a:lnTo>
                  <a:lnTo>
                    <a:pt x="460819" y="113068"/>
                  </a:lnTo>
                  <a:lnTo>
                    <a:pt x="458584" y="116395"/>
                  </a:lnTo>
                  <a:lnTo>
                    <a:pt x="461619" y="132664"/>
                  </a:lnTo>
                  <a:lnTo>
                    <a:pt x="467321" y="166192"/>
                  </a:lnTo>
                  <a:lnTo>
                    <a:pt x="474776" y="215684"/>
                  </a:lnTo>
                  <a:lnTo>
                    <a:pt x="482434" y="276415"/>
                  </a:lnTo>
                  <a:lnTo>
                    <a:pt x="488708" y="343636"/>
                  </a:lnTo>
                  <a:lnTo>
                    <a:pt x="492023" y="412610"/>
                  </a:lnTo>
                  <a:lnTo>
                    <a:pt x="490804" y="478612"/>
                  </a:lnTo>
                  <a:lnTo>
                    <a:pt x="490588" y="482104"/>
                  </a:lnTo>
                  <a:lnTo>
                    <a:pt x="493242" y="485114"/>
                  </a:lnTo>
                  <a:lnTo>
                    <a:pt x="497128" y="485343"/>
                  </a:lnTo>
                  <a:lnTo>
                    <a:pt x="500456" y="485343"/>
                  </a:lnTo>
                  <a:lnTo>
                    <a:pt x="503237" y="482765"/>
                  </a:lnTo>
                  <a:lnTo>
                    <a:pt x="503440" y="479425"/>
                  </a:lnTo>
                  <a:lnTo>
                    <a:pt x="504685" y="412724"/>
                  </a:lnTo>
                  <a:close/>
                </a:path>
                <a:path w="549275" h="485775">
                  <a:moveTo>
                    <a:pt x="548830" y="392887"/>
                  </a:moveTo>
                  <a:lnTo>
                    <a:pt x="543750" y="324751"/>
                  </a:lnTo>
                  <a:lnTo>
                    <a:pt x="533234" y="259156"/>
                  </a:lnTo>
                  <a:lnTo>
                    <a:pt x="520992" y="201269"/>
                  </a:lnTo>
                  <a:lnTo>
                    <a:pt x="510794" y="159829"/>
                  </a:lnTo>
                  <a:lnTo>
                    <a:pt x="501929" y="138188"/>
                  </a:lnTo>
                  <a:lnTo>
                    <a:pt x="495211" y="140106"/>
                  </a:lnTo>
                  <a:lnTo>
                    <a:pt x="493242" y="143611"/>
                  </a:lnTo>
                  <a:lnTo>
                    <a:pt x="498563" y="163106"/>
                  </a:lnTo>
                  <a:lnTo>
                    <a:pt x="508647" y="204076"/>
                  </a:lnTo>
                  <a:lnTo>
                    <a:pt x="520750" y="261226"/>
                  </a:lnTo>
                  <a:lnTo>
                    <a:pt x="531152" y="325945"/>
                  </a:lnTo>
                  <a:lnTo>
                    <a:pt x="536117" y="389597"/>
                  </a:lnTo>
                  <a:lnTo>
                    <a:pt x="536168" y="393065"/>
                  </a:lnTo>
                  <a:lnTo>
                    <a:pt x="539000" y="395820"/>
                  </a:lnTo>
                  <a:lnTo>
                    <a:pt x="542544" y="395820"/>
                  </a:lnTo>
                  <a:lnTo>
                    <a:pt x="546036" y="395757"/>
                  </a:lnTo>
                  <a:lnTo>
                    <a:pt x="548830" y="392887"/>
                  </a:lnTo>
                  <a:close/>
                </a:path>
              </a:pathLst>
            </a:custGeom>
            <a:solidFill>
              <a:srgbClr val="8A67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 descr=""/>
          <p:cNvSpPr/>
          <p:nvPr/>
        </p:nvSpPr>
        <p:spPr>
          <a:xfrm>
            <a:off x="12077107" y="7483773"/>
            <a:ext cx="1925320" cy="2096135"/>
          </a:xfrm>
          <a:custGeom>
            <a:avLst/>
            <a:gdLst/>
            <a:ahLst/>
            <a:cxnLst/>
            <a:rect l="l" t="t" r="r" b="b"/>
            <a:pathLst>
              <a:path w="1925319" h="2096134">
                <a:moveTo>
                  <a:pt x="1596474" y="0"/>
                </a:moveTo>
                <a:lnTo>
                  <a:pt x="612777" y="0"/>
                </a:lnTo>
                <a:lnTo>
                  <a:pt x="0" y="1610600"/>
                </a:lnTo>
                <a:lnTo>
                  <a:pt x="345067" y="1913093"/>
                </a:lnTo>
                <a:lnTo>
                  <a:pt x="570329" y="2059442"/>
                </a:lnTo>
                <a:lnTo>
                  <a:pt x="775002" y="2090613"/>
                </a:lnTo>
                <a:lnTo>
                  <a:pt x="1058302" y="2047571"/>
                </a:lnTo>
                <a:lnTo>
                  <a:pt x="1123777" y="1154247"/>
                </a:lnTo>
                <a:lnTo>
                  <a:pt x="1175796" y="2057644"/>
                </a:lnTo>
                <a:lnTo>
                  <a:pt x="1430922" y="2095751"/>
                </a:lnTo>
                <a:lnTo>
                  <a:pt x="1594026" y="2091572"/>
                </a:lnTo>
                <a:lnTo>
                  <a:pt x="1735362" y="2029911"/>
                </a:lnTo>
                <a:lnTo>
                  <a:pt x="1925187" y="1895575"/>
                </a:lnTo>
                <a:lnTo>
                  <a:pt x="1596474" y="0"/>
                </a:lnTo>
                <a:close/>
              </a:path>
            </a:pathLst>
          </a:custGeom>
          <a:solidFill>
            <a:srgbClr val="8A67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12844558" y="9999970"/>
            <a:ext cx="191135" cy="340360"/>
          </a:xfrm>
          <a:custGeom>
            <a:avLst/>
            <a:gdLst/>
            <a:ahLst/>
            <a:cxnLst/>
            <a:rect l="l" t="t" r="r" b="b"/>
            <a:pathLst>
              <a:path w="191134" h="340359">
                <a:moveTo>
                  <a:pt x="190748" y="0"/>
                </a:moveTo>
                <a:lnTo>
                  <a:pt x="0" y="0"/>
                </a:lnTo>
                <a:lnTo>
                  <a:pt x="18365" y="286378"/>
                </a:lnTo>
                <a:lnTo>
                  <a:pt x="43673" y="326541"/>
                </a:lnTo>
                <a:lnTo>
                  <a:pt x="69260" y="339929"/>
                </a:lnTo>
                <a:lnTo>
                  <a:pt x="110564" y="326541"/>
                </a:lnTo>
                <a:lnTo>
                  <a:pt x="183020" y="286378"/>
                </a:lnTo>
                <a:lnTo>
                  <a:pt x="187488" y="221744"/>
                </a:lnTo>
                <a:lnTo>
                  <a:pt x="189782" y="170369"/>
                </a:lnTo>
                <a:lnTo>
                  <a:pt x="190627" y="105403"/>
                </a:lnTo>
                <a:lnTo>
                  <a:pt x="190748" y="0"/>
                </a:lnTo>
                <a:close/>
              </a:path>
            </a:pathLst>
          </a:custGeom>
          <a:solidFill>
            <a:srgbClr val="E896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1" name="object 131" descr=""/>
          <p:cNvGrpSpPr/>
          <p:nvPr/>
        </p:nvGrpSpPr>
        <p:grpSpPr>
          <a:xfrm>
            <a:off x="12584206" y="10216109"/>
            <a:ext cx="492125" cy="371475"/>
            <a:chOff x="12584206" y="10216109"/>
            <a:chExt cx="492125" cy="371475"/>
          </a:xfrm>
        </p:grpSpPr>
        <p:sp>
          <p:nvSpPr>
            <p:cNvPr id="132" name="object 132" descr=""/>
            <p:cNvSpPr/>
            <p:nvPr/>
          </p:nvSpPr>
          <p:spPr>
            <a:xfrm>
              <a:off x="12584898" y="10387003"/>
              <a:ext cx="491490" cy="200660"/>
            </a:xfrm>
            <a:custGeom>
              <a:avLst/>
              <a:gdLst/>
              <a:ahLst/>
              <a:cxnLst/>
              <a:rect l="l" t="t" r="r" b="b"/>
              <a:pathLst>
                <a:path w="491490" h="200659">
                  <a:moveTo>
                    <a:pt x="482075" y="0"/>
                  </a:moveTo>
                  <a:lnTo>
                    <a:pt x="2833" y="82405"/>
                  </a:lnTo>
                  <a:lnTo>
                    <a:pt x="0" y="98351"/>
                  </a:lnTo>
                  <a:lnTo>
                    <a:pt x="1260" y="117349"/>
                  </a:lnTo>
                  <a:lnTo>
                    <a:pt x="20740" y="162763"/>
                  </a:lnTo>
                  <a:lnTo>
                    <a:pt x="75502" y="194898"/>
                  </a:lnTo>
                  <a:lnTo>
                    <a:pt x="123939" y="200161"/>
                  </a:lnTo>
                  <a:lnTo>
                    <a:pt x="171138" y="198813"/>
                  </a:lnTo>
                  <a:lnTo>
                    <a:pt x="253619" y="183070"/>
                  </a:lnTo>
                  <a:lnTo>
                    <a:pt x="326970" y="161408"/>
                  </a:lnTo>
                  <a:lnTo>
                    <a:pt x="354550" y="132854"/>
                  </a:lnTo>
                  <a:lnTo>
                    <a:pt x="357304" y="127501"/>
                  </a:lnTo>
                  <a:lnTo>
                    <a:pt x="361072" y="126390"/>
                  </a:lnTo>
                  <a:lnTo>
                    <a:pt x="412424" y="126390"/>
                  </a:lnTo>
                  <a:lnTo>
                    <a:pt x="487719" y="93442"/>
                  </a:lnTo>
                  <a:lnTo>
                    <a:pt x="488705" y="76412"/>
                  </a:lnTo>
                  <a:lnTo>
                    <a:pt x="489819" y="47863"/>
                  </a:lnTo>
                  <a:lnTo>
                    <a:pt x="490700" y="20423"/>
                  </a:lnTo>
                  <a:lnTo>
                    <a:pt x="490986" y="6722"/>
                  </a:lnTo>
                  <a:lnTo>
                    <a:pt x="490808" y="3225"/>
                  </a:lnTo>
                  <a:lnTo>
                    <a:pt x="482075" y="0"/>
                  </a:lnTo>
                  <a:close/>
                </a:path>
                <a:path w="491490" h="200659">
                  <a:moveTo>
                    <a:pt x="412424" y="126390"/>
                  </a:moveTo>
                  <a:lnTo>
                    <a:pt x="361072" y="126390"/>
                  </a:lnTo>
                  <a:lnTo>
                    <a:pt x="368419" y="130126"/>
                  </a:lnTo>
                  <a:lnTo>
                    <a:pt x="381910" y="139315"/>
                  </a:lnTo>
                  <a:lnTo>
                    <a:pt x="412424" y="126390"/>
                  </a:lnTo>
                  <a:close/>
                </a:path>
              </a:pathLst>
            </a:custGeom>
            <a:solidFill>
              <a:srgbClr val="D2D2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588193" y="10216109"/>
              <a:ext cx="480059" cy="312420"/>
            </a:xfrm>
            <a:custGeom>
              <a:avLst/>
              <a:gdLst/>
              <a:ahLst/>
              <a:cxnLst/>
              <a:rect l="l" t="t" r="r" b="b"/>
              <a:pathLst>
                <a:path w="480059" h="312420">
                  <a:moveTo>
                    <a:pt x="277819" y="0"/>
                  </a:moveTo>
                  <a:lnTo>
                    <a:pt x="265671" y="391"/>
                  </a:lnTo>
                  <a:lnTo>
                    <a:pt x="257843" y="4568"/>
                  </a:lnTo>
                  <a:lnTo>
                    <a:pt x="249724" y="13584"/>
                  </a:lnTo>
                  <a:lnTo>
                    <a:pt x="228496" y="41233"/>
                  </a:lnTo>
                  <a:lnTo>
                    <a:pt x="194922" y="78217"/>
                  </a:lnTo>
                  <a:lnTo>
                    <a:pt x="153248" y="118432"/>
                  </a:lnTo>
                  <a:lnTo>
                    <a:pt x="107718" y="155769"/>
                  </a:lnTo>
                  <a:lnTo>
                    <a:pt x="54336" y="194195"/>
                  </a:lnTo>
                  <a:lnTo>
                    <a:pt x="17177" y="224155"/>
                  </a:lnTo>
                  <a:lnTo>
                    <a:pt x="0" y="250544"/>
                  </a:lnTo>
                  <a:lnTo>
                    <a:pt x="6559" y="278257"/>
                  </a:lnTo>
                  <a:lnTo>
                    <a:pt x="25807" y="295838"/>
                  </a:lnTo>
                  <a:lnTo>
                    <a:pt x="52246" y="306481"/>
                  </a:lnTo>
                  <a:lnTo>
                    <a:pt x="81225" y="311541"/>
                  </a:lnTo>
                  <a:lnTo>
                    <a:pt x="108095" y="312371"/>
                  </a:lnTo>
                  <a:lnTo>
                    <a:pt x="135261" y="311010"/>
                  </a:lnTo>
                  <a:lnTo>
                    <a:pt x="156617" y="307293"/>
                  </a:lnTo>
                  <a:lnTo>
                    <a:pt x="183235" y="298283"/>
                  </a:lnTo>
                  <a:lnTo>
                    <a:pt x="226186" y="281042"/>
                  </a:lnTo>
                  <a:lnTo>
                    <a:pt x="359262" y="233504"/>
                  </a:lnTo>
                  <a:lnTo>
                    <a:pt x="429932" y="206183"/>
                  </a:lnTo>
                  <a:lnTo>
                    <a:pt x="461876" y="188754"/>
                  </a:lnTo>
                  <a:lnTo>
                    <a:pt x="478775" y="170889"/>
                  </a:lnTo>
                  <a:lnTo>
                    <a:pt x="479531" y="94657"/>
                  </a:lnTo>
                  <a:lnTo>
                    <a:pt x="477641" y="52882"/>
                  </a:lnTo>
                  <a:lnTo>
                    <a:pt x="471177" y="30833"/>
                  </a:lnTo>
                  <a:lnTo>
                    <a:pt x="458210" y="13783"/>
                  </a:lnTo>
                  <a:lnTo>
                    <a:pt x="451970" y="7203"/>
                  </a:lnTo>
                  <a:lnTo>
                    <a:pt x="445044" y="8930"/>
                  </a:lnTo>
                  <a:lnTo>
                    <a:pt x="439267" y="16861"/>
                  </a:lnTo>
                  <a:lnTo>
                    <a:pt x="436472" y="28893"/>
                  </a:lnTo>
                  <a:lnTo>
                    <a:pt x="429182" y="47864"/>
                  </a:lnTo>
                  <a:lnTo>
                    <a:pt x="413928" y="61481"/>
                  </a:lnTo>
                  <a:lnTo>
                    <a:pt x="397387" y="67869"/>
                  </a:lnTo>
                  <a:lnTo>
                    <a:pt x="386233" y="65154"/>
                  </a:lnTo>
                  <a:lnTo>
                    <a:pt x="381130" y="58999"/>
                  </a:lnTo>
                  <a:lnTo>
                    <a:pt x="376585" y="55299"/>
                  </a:lnTo>
                  <a:lnTo>
                    <a:pt x="370040" y="52571"/>
                  </a:lnTo>
                  <a:lnTo>
                    <a:pt x="358935" y="49332"/>
                  </a:lnTo>
                  <a:lnTo>
                    <a:pt x="356709" y="31323"/>
                  </a:lnTo>
                  <a:lnTo>
                    <a:pt x="344304" y="17472"/>
                  </a:lnTo>
                  <a:lnTo>
                    <a:pt x="324204" y="7803"/>
                  </a:lnTo>
                  <a:lnTo>
                    <a:pt x="298895" y="2339"/>
                  </a:lnTo>
                  <a:lnTo>
                    <a:pt x="277819" y="0"/>
                  </a:lnTo>
                  <a:close/>
                </a:path>
              </a:pathLst>
            </a:custGeom>
            <a:solidFill>
              <a:srgbClr val="E6E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781328" y="10344420"/>
              <a:ext cx="285750" cy="165100"/>
            </a:xfrm>
            <a:custGeom>
              <a:avLst/>
              <a:gdLst/>
              <a:ahLst/>
              <a:cxnLst/>
              <a:rect l="l" t="t" r="r" b="b"/>
              <a:pathLst>
                <a:path w="285750" h="165100">
                  <a:moveTo>
                    <a:pt x="178242" y="0"/>
                  </a:moveTo>
                  <a:lnTo>
                    <a:pt x="118320" y="25398"/>
                  </a:lnTo>
                  <a:lnTo>
                    <a:pt x="71098" y="62640"/>
                  </a:lnTo>
                  <a:lnTo>
                    <a:pt x="29799" y="97348"/>
                  </a:lnTo>
                  <a:lnTo>
                    <a:pt x="0" y="164819"/>
                  </a:lnTo>
                  <a:lnTo>
                    <a:pt x="28742" y="154432"/>
                  </a:lnTo>
                  <a:lnTo>
                    <a:pt x="33161" y="119355"/>
                  </a:lnTo>
                  <a:lnTo>
                    <a:pt x="82772" y="84141"/>
                  </a:lnTo>
                  <a:lnTo>
                    <a:pt x="110389" y="65619"/>
                  </a:lnTo>
                  <a:lnTo>
                    <a:pt x="125982" y="57686"/>
                  </a:lnTo>
                  <a:lnTo>
                    <a:pt x="139524" y="54236"/>
                  </a:lnTo>
                  <a:lnTo>
                    <a:pt x="160669" y="56465"/>
                  </a:lnTo>
                  <a:lnTo>
                    <a:pt x="186606" y="65595"/>
                  </a:lnTo>
                  <a:lnTo>
                    <a:pt x="208586" y="75537"/>
                  </a:lnTo>
                  <a:lnTo>
                    <a:pt x="217857" y="80204"/>
                  </a:lnTo>
                  <a:lnTo>
                    <a:pt x="253403" y="62999"/>
                  </a:lnTo>
                  <a:lnTo>
                    <a:pt x="273919" y="51317"/>
                  </a:lnTo>
                  <a:lnTo>
                    <a:pt x="283365" y="44681"/>
                  </a:lnTo>
                  <a:lnTo>
                    <a:pt x="285645" y="42582"/>
                  </a:lnTo>
                  <a:lnTo>
                    <a:pt x="285739" y="22677"/>
                  </a:lnTo>
                  <a:lnTo>
                    <a:pt x="251582" y="13312"/>
                  </a:lnTo>
                  <a:lnTo>
                    <a:pt x="213295" y="4681"/>
                  </a:lnTo>
                  <a:lnTo>
                    <a:pt x="178242" y="0"/>
                  </a:lnTo>
                  <a:close/>
                </a:path>
              </a:pathLst>
            </a:custGeom>
            <a:solidFill>
              <a:srgbClr val="D1D1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587478" y="10218324"/>
              <a:ext cx="374650" cy="310515"/>
            </a:xfrm>
            <a:custGeom>
              <a:avLst/>
              <a:gdLst/>
              <a:ahLst/>
              <a:cxnLst/>
              <a:rect l="l" t="t" r="r" b="b"/>
              <a:pathLst>
                <a:path w="374650" h="310515">
                  <a:moveTo>
                    <a:pt x="258927" y="267322"/>
                  </a:moveTo>
                  <a:lnTo>
                    <a:pt x="251968" y="255181"/>
                  </a:lnTo>
                  <a:lnTo>
                    <a:pt x="241261" y="243370"/>
                  </a:lnTo>
                  <a:lnTo>
                    <a:pt x="226085" y="235305"/>
                  </a:lnTo>
                  <a:lnTo>
                    <a:pt x="205740" y="234442"/>
                  </a:lnTo>
                  <a:lnTo>
                    <a:pt x="149669" y="248094"/>
                  </a:lnTo>
                  <a:lnTo>
                    <a:pt x="120015" y="248500"/>
                  </a:lnTo>
                  <a:lnTo>
                    <a:pt x="81915" y="237045"/>
                  </a:lnTo>
                  <a:lnTo>
                    <a:pt x="53314" y="206502"/>
                  </a:lnTo>
                  <a:lnTo>
                    <a:pt x="49187" y="196278"/>
                  </a:lnTo>
                  <a:lnTo>
                    <a:pt x="22339" y="217754"/>
                  </a:lnTo>
                  <a:lnTo>
                    <a:pt x="5486" y="236994"/>
                  </a:lnTo>
                  <a:lnTo>
                    <a:pt x="0" y="255828"/>
                  </a:lnTo>
                  <a:lnTo>
                    <a:pt x="7277" y="276047"/>
                  </a:lnTo>
                  <a:lnTo>
                    <a:pt x="26517" y="293624"/>
                  </a:lnTo>
                  <a:lnTo>
                    <a:pt x="52959" y="304279"/>
                  </a:lnTo>
                  <a:lnTo>
                    <a:pt x="81927" y="309333"/>
                  </a:lnTo>
                  <a:lnTo>
                    <a:pt x="108800" y="310159"/>
                  </a:lnTo>
                  <a:lnTo>
                    <a:pt x="146253" y="304609"/>
                  </a:lnTo>
                  <a:lnTo>
                    <a:pt x="184734" y="293916"/>
                  </a:lnTo>
                  <a:lnTo>
                    <a:pt x="214782" y="283514"/>
                  </a:lnTo>
                  <a:lnTo>
                    <a:pt x="226898" y="278828"/>
                  </a:lnTo>
                  <a:lnTo>
                    <a:pt x="258927" y="267322"/>
                  </a:lnTo>
                  <a:close/>
                </a:path>
                <a:path w="374650" h="310515">
                  <a:moveTo>
                    <a:pt x="374129" y="53060"/>
                  </a:moveTo>
                  <a:lnTo>
                    <a:pt x="366737" y="49123"/>
                  </a:lnTo>
                  <a:lnTo>
                    <a:pt x="359638" y="47117"/>
                  </a:lnTo>
                  <a:lnTo>
                    <a:pt x="357416" y="29121"/>
                  </a:lnTo>
                  <a:lnTo>
                    <a:pt x="345020" y="15265"/>
                  </a:lnTo>
                  <a:lnTo>
                    <a:pt x="324916" y="5600"/>
                  </a:lnTo>
                  <a:lnTo>
                    <a:pt x="299618" y="139"/>
                  </a:lnTo>
                  <a:lnTo>
                    <a:pt x="276694" y="0"/>
                  </a:lnTo>
                  <a:lnTo>
                    <a:pt x="261480" y="4076"/>
                  </a:lnTo>
                  <a:lnTo>
                    <a:pt x="253034" y="8991"/>
                  </a:lnTo>
                  <a:lnTo>
                    <a:pt x="250431" y="11379"/>
                  </a:lnTo>
                  <a:lnTo>
                    <a:pt x="229209" y="39027"/>
                  </a:lnTo>
                  <a:lnTo>
                    <a:pt x="195630" y="76009"/>
                  </a:lnTo>
                  <a:lnTo>
                    <a:pt x="153962" y="116230"/>
                  </a:lnTo>
                  <a:lnTo>
                    <a:pt x="108419" y="153555"/>
                  </a:lnTo>
                  <a:lnTo>
                    <a:pt x="97485" y="161544"/>
                  </a:lnTo>
                  <a:lnTo>
                    <a:pt x="67437" y="183057"/>
                  </a:lnTo>
                  <a:lnTo>
                    <a:pt x="81153" y="197942"/>
                  </a:lnTo>
                  <a:lnTo>
                    <a:pt x="101803" y="214680"/>
                  </a:lnTo>
                  <a:lnTo>
                    <a:pt x="128727" y="228333"/>
                  </a:lnTo>
                  <a:lnTo>
                    <a:pt x="161251" y="233934"/>
                  </a:lnTo>
                  <a:lnTo>
                    <a:pt x="230098" y="181546"/>
                  </a:lnTo>
                  <a:lnTo>
                    <a:pt x="275221" y="145249"/>
                  </a:lnTo>
                  <a:lnTo>
                    <a:pt x="316585" y="108064"/>
                  </a:lnTo>
                  <a:lnTo>
                    <a:pt x="374129" y="53060"/>
                  </a:lnTo>
                  <a:close/>
                </a:path>
              </a:pathLst>
            </a:custGeom>
            <a:solidFill>
              <a:srgbClr val="AFA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2671277" y="10218318"/>
              <a:ext cx="276225" cy="224790"/>
            </a:xfrm>
            <a:custGeom>
              <a:avLst/>
              <a:gdLst/>
              <a:ahLst/>
              <a:cxnLst/>
              <a:rect l="l" t="t" r="r" b="b"/>
              <a:pathLst>
                <a:path w="276225" h="224790">
                  <a:moveTo>
                    <a:pt x="192899" y="0"/>
                  </a:moveTo>
                  <a:lnTo>
                    <a:pt x="177685" y="4075"/>
                  </a:lnTo>
                  <a:lnTo>
                    <a:pt x="169241" y="8991"/>
                  </a:lnTo>
                  <a:lnTo>
                    <a:pt x="166633" y="11379"/>
                  </a:lnTo>
                  <a:lnTo>
                    <a:pt x="146589" y="39832"/>
                  </a:lnTo>
                  <a:lnTo>
                    <a:pt x="115610" y="78587"/>
                  </a:lnTo>
                  <a:lnTo>
                    <a:pt x="76528" y="120573"/>
                  </a:lnTo>
                  <a:lnTo>
                    <a:pt x="32177" y="158715"/>
                  </a:lnTo>
                  <a:lnTo>
                    <a:pt x="0" y="181541"/>
                  </a:lnTo>
                  <a:lnTo>
                    <a:pt x="14966" y="200269"/>
                  </a:lnTo>
                  <a:lnTo>
                    <a:pt x="38549" y="213774"/>
                  </a:lnTo>
                  <a:lnTo>
                    <a:pt x="60337" y="221953"/>
                  </a:lnTo>
                  <a:lnTo>
                    <a:pt x="69914" y="224702"/>
                  </a:lnTo>
                  <a:lnTo>
                    <a:pt x="124442" y="183028"/>
                  </a:lnTo>
                  <a:lnTo>
                    <a:pt x="192748" y="123534"/>
                  </a:lnTo>
                  <a:lnTo>
                    <a:pt x="251118" y="70230"/>
                  </a:lnTo>
                  <a:lnTo>
                    <a:pt x="275845" y="47126"/>
                  </a:lnTo>
                  <a:lnTo>
                    <a:pt x="273623" y="29117"/>
                  </a:lnTo>
                  <a:lnTo>
                    <a:pt x="261218" y="15266"/>
                  </a:lnTo>
                  <a:lnTo>
                    <a:pt x="241119" y="5597"/>
                  </a:lnTo>
                  <a:lnTo>
                    <a:pt x="215815" y="133"/>
                  </a:lnTo>
                  <a:lnTo>
                    <a:pt x="192899" y="0"/>
                  </a:lnTo>
                  <a:close/>
                </a:path>
              </a:pathLst>
            </a:custGeom>
            <a:solidFill>
              <a:srgbClr val="E6E6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584206" y="10447689"/>
              <a:ext cx="95881" cy="80669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68022" y="10231259"/>
              <a:ext cx="257244" cy="214398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99228" y="10275989"/>
              <a:ext cx="67746" cy="148676"/>
            </a:xfrm>
            <a:prstGeom prst="rect">
              <a:avLst/>
            </a:prstGeom>
          </p:spPr>
        </p:pic>
      </p:grpSp>
      <p:grpSp>
        <p:nvGrpSpPr>
          <p:cNvPr id="140" name="object 140" descr=""/>
          <p:cNvGrpSpPr/>
          <p:nvPr/>
        </p:nvGrpSpPr>
        <p:grpSpPr>
          <a:xfrm>
            <a:off x="11735134" y="4334450"/>
            <a:ext cx="2874010" cy="6300470"/>
            <a:chOff x="11735134" y="4334450"/>
            <a:chExt cx="2874010" cy="6300470"/>
          </a:xfrm>
        </p:grpSpPr>
        <p:sp>
          <p:nvSpPr>
            <p:cNvPr id="141" name="object 141" descr=""/>
            <p:cNvSpPr/>
            <p:nvPr/>
          </p:nvSpPr>
          <p:spPr>
            <a:xfrm>
              <a:off x="13515004" y="9993729"/>
              <a:ext cx="212725" cy="351155"/>
            </a:xfrm>
            <a:custGeom>
              <a:avLst/>
              <a:gdLst/>
              <a:ahLst/>
              <a:cxnLst/>
              <a:rect l="l" t="t" r="r" b="b"/>
              <a:pathLst>
                <a:path w="212725" h="351154">
                  <a:moveTo>
                    <a:pt x="188549" y="0"/>
                  </a:moveTo>
                  <a:lnTo>
                    <a:pt x="0" y="19015"/>
                  </a:lnTo>
                  <a:lnTo>
                    <a:pt x="12097" y="65566"/>
                  </a:lnTo>
                  <a:lnTo>
                    <a:pt x="22566" y="113830"/>
                  </a:lnTo>
                  <a:lnTo>
                    <a:pt x="42890" y="215251"/>
                  </a:lnTo>
                  <a:lnTo>
                    <a:pt x="54878" y="268285"/>
                  </a:lnTo>
                  <a:lnTo>
                    <a:pt x="69505" y="322785"/>
                  </a:lnTo>
                  <a:lnTo>
                    <a:pt x="137259" y="346057"/>
                  </a:lnTo>
                  <a:lnTo>
                    <a:pt x="174739" y="350752"/>
                  </a:lnTo>
                  <a:lnTo>
                    <a:pt x="195353" y="334116"/>
                  </a:lnTo>
                  <a:lnTo>
                    <a:pt x="212506" y="293394"/>
                  </a:lnTo>
                  <a:lnTo>
                    <a:pt x="205971" y="222590"/>
                  </a:lnTo>
                  <a:lnTo>
                    <a:pt x="201297" y="168426"/>
                  </a:lnTo>
                  <a:lnTo>
                    <a:pt x="196238" y="103398"/>
                  </a:lnTo>
                  <a:lnTo>
                    <a:pt x="188549" y="0"/>
                  </a:lnTo>
                  <a:close/>
                </a:path>
              </a:pathLst>
            </a:custGeom>
            <a:solidFill>
              <a:srgbClr val="E896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3542777" y="10189143"/>
              <a:ext cx="250190" cy="445770"/>
            </a:xfrm>
            <a:custGeom>
              <a:avLst/>
              <a:gdLst/>
              <a:ahLst/>
              <a:cxnLst/>
              <a:rect l="l" t="t" r="r" b="b"/>
              <a:pathLst>
                <a:path w="250190" h="445770">
                  <a:moveTo>
                    <a:pt x="135680" y="0"/>
                  </a:moveTo>
                  <a:lnTo>
                    <a:pt x="54428" y="17705"/>
                  </a:lnTo>
                  <a:lnTo>
                    <a:pt x="24584" y="50634"/>
                  </a:lnTo>
                  <a:lnTo>
                    <a:pt x="22338" y="58067"/>
                  </a:lnTo>
                  <a:lnTo>
                    <a:pt x="9005" y="66967"/>
                  </a:lnTo>
                  <a:lnTo>
                    <a:pt x="2251" y="73389"/>
                  </a:lnTo>
                  <a:lnTo>
                    <a:pt x="0" y="80443"/>
                  </a:lnTo>
                  <a:lnTo>
                    <a:pt x="171" y="91239"/>
                  </a:lnTo>
                  <a:lnTo>
                    <a:pt x="5429" y="195674"/>
                  </a:lnTo>
                  <a:lnTo>
                    <a:pt x="12235" y="287615"/>
                  </a:lnTo>
                  <a:lnTo>
                    <a:pt x="22035" y="371723"/>
                  </a:lnTo>
                  <a:lnTo>
                    <a:pt x="36168" y="413882"/>
                  </a:lnTo>
                  <a:lnTo>
                    <a:pt x="98575" y="445624"/>
                  </a:lnTo>
                  <a:lnTo>
                    <a:pt x="146722" y="443898"/>
                  </a:lnTo>
                  <a:lnTo>
                    <a:pt x="186914" y="438133"/>
                  </a:lnTo>
                  <a:lnTo>
                    <a:pt x="238932" y="398283"/>
                  </a:lnTo>
                  <a:lnTo>
                    <a:pt x="249881" y="350352"/>
                  </a:lnTo>
                  <a:lnTo>
                    <a:pt x="250172" y="305576"/>
                  </a:lnTo>
                  <a:lnTo>
                    <a:pt x="245711" y="247002"/>
                  </a:lnTo>
                  <a:lnTo>
                    <a:pt x="238316" y="183782"/>
                  </a:lnTo>
                  <a:lnTo>
                    <a:pt x="229804" y="125069"/>
                  </a:lnTo>
                  <a:lnTo>
                    <a:pt x="221993" y="80016"/>
                  </a:lnTo>
                  <a:lnTo>
                    <a:pt x="207220" y="44115"/>
                  </a:lnTo>
                  <a:lnTo>
                    <a:pt x="181894" y="41984"/>
                  </a:lnTo>
                  <a:lnTo>
                    <a:pt x="169536" y="15292"/>
                  </a:lnTo>
                  <a:lnTo>
                    <a:pt x="156736" y="2473"/>
                  </a:lnTo>
                  <a:lnTo>
                    <a:pt x="135680" y="0"/>
                  </a:lnTo>
                  <a:close/>
                </a:path>
              </a:pathLst>
            </a:custGeom>
            <a:solidFill>
              <a:srgbClr val="E6E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3545211" y="10288873"/>
              <a:ext cx="247650" cy="204470"/>
            </a:xfrm>
            <a:custGeom>
              <a:avLst/>
              <a:gdLst/>
              <a:ahLst/>
              <a:cxnLst/>
              <a:rect l="l" t="t" r="r" b="b"/>
              <a:pathLst>
                <a:path w="247650" h="204470">
                  <a:moveTo>
                    <a:pt x="25819" y="179425"/>
                  </a:moveTo>
                  <a:lnTo>
                    <a:pt x="24726" y="164515"/>
                  </a:lnTo>
                  <a:lnTo>
                    <a:pt x="20751" y="128244"/>
                  </a:lnTo>
                  <a:lnTo>
                    <a:pt x="12865" y="83286"/>
                  </a:lnTo>
                  <a:lnTo>
                    <a:pt x="0" y="42303"/>
                  </a:lnTo>
                  <a:lnTo>
                    <a:pt x="1917" y="77838"/>
                  </a:lnTo>
                  <a:lnTo>
                    <a:pt x="4432" y="118414"/>
                  </a:lnTo>
                  <a:lnTo>
                    <a:pt x="7569" y="161455"/>
                  </a:lnTo>
                  <a:lnTo>
                    <a:pt x="11353" y="204406"/>
                  </a:lnTo>
                  <a:lnTo>
                    <a:pt x="25819" y="179425"/>
                  </a:lnTo>
                  <a:close/>
                </a:path>
                <a:path w="247650" h="204470">
                  <a:moveTo>
                    <a:pt x="247548" y="202438"/>
                  </a:moveTo>
                  <a:lnTo>
                    <a:pt x="243713" y="151892"/>
                  </a:lnTo>
                  <a:lnTo>
                    <a:pt x="237591" y="97409"/>
                  </a:lnTo>
                  <a:lnTo>
                    <a:pt x="230352" y="44818"/>
                  </a:lnTo>
                  <a:lnTo>
                    <a:pt x="223164" y="0"/>
                  </a:lnTo>
                  <a:lnTo>
                    <a:pt x="222846" y="20548"/>
                  </a:lnTo>
                  <a:lnTo>
                    <a:pt x="222719" y="68084"/>
                  </a:lnTo>
                  <a:lnTo>
                    <a:pt x="223926" y="122948"/>
                  </a:lnTo>
                  <a:lnTo>
                    <a:pt x="227660" y="165493"/>
                  </a:lnTo>
                  <a:lnTo>
                    <a:pt x="247548" y="202438"/>
                  </a:lnTo>
                  <a:close/>
                </a:path>
              </a:pathLst>
            </a:custGeom>
            <a:solidFill>
              <a:srgbClr val="D1D1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3553367" y="10189147"/>
              <a:ext cx="194310" cy="288290"/>
            </a:xfrm>
            <a:custGeom>
              <a:avLst/>
              <a:gdLst/>
              <a:ahLst/>
              <a:cxnLst/>
              <a:rect l="l" t="t" r="r" b="b"/>
              <a:pathLst>
                <a:path w="194309" h="288290">
                  <a:moveTo>
                    <a:pt x="125090" y="0"/>
                  </a:moveTo>
                  <a:lnTo>
                    <a:pt x="43837" y="17705"/>
                  </a:lnTo>
                  <a:lnTo>
                    <a:pt x="13993" y="50634"/>
                  </a:lnTo>
                  <a:lnTo>
                    <a:pt x="11748" y="58067"/>
                  </a:lnTo>
                  <a:lnTo>
                    <a:pt x="6795" y="61271"/>
                  </a:lnTo>
                  <a:lnTo>
                    <a:pt x="2994" y="64622"/>
                  </a:lnTo>
                  <a:lnTo>
                    <a:pt x="0" y="67920"/>
                  </a:lnTo>
                  <a:lnTo>
                    <a:pt x="46951" y="284186"/>
                  </a:lnTo>
                  <a:lnTo>
                    <a:pt x="88408" y="288130"/>
                  </a:lnTo>
                  <a:lnTo>
                    <a:pt x="117568" y="287898"/>
                  </a:lnTo>
                  <a:lnTo>
                    <a:pt x="148238" y="282098"/>
                  </a:lnTo>
                  <a:lnTo>
                    <a:pt x="194224" y="269338"/>
                  </a:lnTo>
                  <a:lnTo>
                    <a:pt x="185240" y="43827"/>
                  </a:lnTo>
                  <a:lnTo>
                    <a:pt x="177774" y="42047"/>
                  </a:lnTo>
                  <a:lnTo>
                    <a:pt x="171303" y="41984"/>
                  </a:lnTo>
                  <a:lnTo>
                    <a:pt x="158946" y="15292"/>
                  </a:lnTo>
                  <a:lnTo>
                    <a:pt x="146146" y="2473"/>
                  </a:lnTo>
                  <a:lnTo>
                    <a:pt x="125090" y="0"/>
                  </a:lnTo>
                  <a:close/>
                </a:path>
              </a:pathLst>
            </a:custGeom>
            <a:solidFill>
              <a:srgbClr val="AFA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3565114" y="10189139"/>
              <a:ext cx="170815" cy="270510"/>
            </a:xfrm>
            <a:custGeom>
              <a:avLst/>
              <a:gdLst/>
              <a:ahLst/>
              <a:cxnLst/>
              <a:rect l="l" t="t" r="r" b="b"/>
              <a:pathLst>
                <a:path w="170815" h="270509">
                  <a:moveTo>
                    <a:pt x="113341" y="0"/>
                  </a:moveTo>
                  <a:lnTo>
                    <a:pt x="32090" y="17711"/>
                  </a:lnTo>
                  <a:lnTo>
                    <a:pt x="2249" y="50644"/>
                  </a:lnTo>
                  <a:lnTo>
                    <a:pt x="0" y="58078"/>
                  </a:lnTo>
                  <a:lnTo>
                    <a:pt x="42553" y="269181"/>
                  </a:lnTo>
                  <a:lnTo>
                    <a:pt x="72357" y="270299"/>
                  </a:lnTo>
                  <a:lnTo>
                    <a:pt x="95608" y="269247"/>
                  </a:lnTo>
                  <a:lnTo>
                    <a:pt x="124291" y="264743"/>
                  </a:lnTo>
                  <a:lnTo>
                    <a:pt x="170392" y="255506"/>
                  </a:lnTo>
                  <a:lnTo>
                    <a:pt x="159555" y="41984"/>
                  </a:lnTo>
                  <a:lnTo>
                    <a:pt x="147197" y="15292"/>
                  </a:lnTo>
                  <a:lnTo>
                    <a:pt x="134397" y="2473"/>
                  </a:lnTo>
                  <a:lnTo>
                    <a:pt x="113341" y="0"/>
                  </a:lnTo>
                  <a:close/>
                </a:path>
              </a:pathLst>
            </a:custGeom>
            <a:solidFill>
              <a:srgbClr val="E6E6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553655" y="10223688"/>
              <a:ext cx="239845" cy="411237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599422" y="6564496"/>
              <a:ext cx="1247518" cy="3647962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12765773" y="10094093"/>
              <a:ext cx="1053465" cy="40005"/>
            </a:xfrm>
            <a:custGeom>
              <a:avLst/>
              <a:gdLst/>
              <a:ahLst/>
              <a:cxnLst/>
              <a:rect l="l" t="t" r="r" b="b"/>
              <a:pathLst>
                <a:path w="1053465" h="40004">
                  <a:moveTo>
                    <a:pt x="386435" y="9182"/>
                  </a:moveTo>
                  <a:lnTo>
                    <a:pt x="384835" y="2362"/>
                  </a:lnTo>
                  <a:lnTo>
                    <a:pt x="381419" y="241"/>
                  </a:lnTo>
                  <a:lnTo>
                    <a:pt x="378028" y="1041"/>
                  </a:lnTo>
                  <a:lnTo>
                    <a:pt x="291172" y="17678"/>
                  </a:lnTo>
                  <a:lnTo>
                    <a:pt x="216230" y="25577"/>
                  </a:lnTo>
                  <a:lnTo>
                    <a:pt x="153085" y="26746"/>
                  </a:lnTo>
                  <a:lnTo>
                    <a:pt x="101612" y="23177"/>
                  </a:lnTo>
                  <a:lnTo>
                    <a:pt x="61696" y="16865"/>
                  </a:lnTo>
                  <a:lnTo>
                    <a:pt x="16027" y="4051"/>
                  </a:lnTo>
                  <a:lnTo>
                    <a:pt x="6896" y="0"/>
                  </a:lnTo>
                  <a:lnTo>
                    <a:pt x="3098" y="1270"/>
                  </a:lnTo>
                  <a:lnTo>
                    <a:pt x="0" y="7531"/>
                  </a:lnTo>
                  <a:lnTo>
                    <a:pt x="1270" y="11328"/>
                  </a:lnTo>
                  <a:lnTo>
                    <a:pt x="4406" y="12877"/>
                  </a:lnTo>
                  <a:lnTo>
                    <a:pt x="16294" y="17792"/>
                  </a:lnTo>
                  <a:lnTo>
                    <a:pt x="47434" y="27038"/>
                  </a:lnTo>
                  <a:lnTo>
                    <a:pt x="98348" y="35991"/>
                  </a:lnTo>
                  <a:lnTo>
                    <a:pt x="169595" y="39992"/>
                  </a:lnTo>
                  <a:lnTo>
                    <a:pt x="214058" y="38646"/>
                  </a:lnTo>
                  <a:lnTo>
                    <a:pt x="264058" y="34163"/>
                  </a:lnTo>
                  <a:lnTo>
                    <a:pt x="319646" y="25946"/>
                  </a:lnTo>
                  <a:lnTo>
                    <a:pt x="384314" y="12585"/>
                  </a:lnTo>
                  <a:lnTo>
                    <a:pt x="386435" y="9182"/>
                  </a:lnTo>
                  <a:close/>
                </a:path>
                <a:path w="1053465" h="40004">
                  <a:moveTo>
                    <a:pt x="1053465" y="9258"/>
                  </a:moveTo>
                  <a:lnTo>
                    <a:pt x="1051953" y="2425"/>
                  </a:lnTo>
                  <a:lnTo>
                    <a:pt x="1048575" y="279"/>
                  </a:lnTo>
                  <a:lnTo>
                    <a:pt x="1045159" y="1016"/>
                  </a:lnTo>
                  <a:lnTo>
                    <a:pt x="951712" y="17335"/>
                  </a:lnTo>
                  <a:lnTo>
                    <a:pt x="871651" y="23761"/>
                  </a:lnTo>
                  <a:lnTo>
                    <a:pt x="805319" y="22999"/>
                  </a:lnTo>
                  <a:lnTo>
                    <a:pt x="753033" y="17703"/>
                  </a:lnTo>
                  <a:lnTo>
                    <a:pt x="715124" y="10553"/>
                  </a:lnTo>
                  <a:lnTo>
                    <a:pt x="691921" y="4216"/>
                  </a:lnTo>
                  <a:lnTo>
                    <a:pt x="683755" y="1358"/>
                  </a:lnTo>
                  <a:lnTo>
                    <a:pt x="680529" y="25"/>
                  </a:lnTo>
                  <a:lnTo>
                    <a:pt x="676821" y="1549"/>
                  </a:lnTo>
                  <a:lnTo>
                    <a:pt x="674141" y="8001"/>
                  </a:lnTo>
                  <a:lnTo>
                    <a:pt x="675678" y="11709"/>
                  </a:lnTo>
                  <a:lnTo>
                    <a:pt x="678903" y="13055"/>
                  </a:lnTo>
                  <a:lnTo>
                    <a:pt x="691349" y="17424"/>
                  </a:lnTo>
                  <a:lnTo>
                    <a:pt x="723353" y="25654"/>
                  </a:lnTo>
                  <a:lnTo>
                    <a:pt x="774661" y="33604"/>
                  </a:lnTo>
                  <a:lnTo>
                    <a:pt x="845045" y="37172"/>
                  </a:lnTo>
                  <a:lnTo>
                    <a:pt x="888415" y="35966"/>
                  </a:lnTo>
                  <a:lnTo>
                    <a:pt x="936713" y="31965"/>
                  </a:lnTo>
                  <a:lnTo>
                    <a:pt x="989888" y="24625"/>
                  </a:lnTo>
                  <a:lnTo>
                    <a:pt x="1051306" y="12636"/>
                  </a:lnTo>
                  <a:lnTo>
                    <a:pt x="1053465" y="9258"/>
                  </a:lnTo>
                  <a:close/>
                </a:path>
              </a:pathLst>
            </a:custGeom>
            <a:solidFill>
              <a:srgbClr val="6F79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735134" y="4334450"/>
              <a:ext cx="2873766" cy="5328813"/>
            </a:xfrm>
            <a:prstGeom prst="rect">
              <a:avLst/>
            </a:prstGeom>
          </p:spPr>
        </p:pic>
      </p:grpSp>
      <p:sp>
        <p:nvSpPr>
          <p:cNvPr id="150" name="object 150" descr=""/>
          <p:cNvSpPr/>
          <p:nvPr/>
        </p:nvSpPr>
        <p:spPr>
          <a:xfrm>
            <a:off x="5425662" y="2949646"/>
            <a:ext cx="1623695" cy="1203325"/>
          </a:xfrm>
          <a:custGeom>
            <a:avLst/>
            <a:gdLst/>
            <a:ahLst/>
            <a:cxnLst/>
            <a:rect l="l" t="t" r="r" b="b"/>
            <a:pathLst>
              <a:path w="1623695" h="1203325">
                <a:moveTo>
                  <a:pt x="1375788" y="0"/>
                </a:moveTo>
                <a:lnTo>
                  <a:pt x="1335398" y="2078"/>
                </a:lnTo>
                <a:lnTo>
                  <a:pt x="1292759" y="6826"/>
                </a:lnTo>
                <a:lnTo>
                  <a:pt x="1248038" y="14210"/>
                </a:lnTo>
                <a:lnTo>
                  <a:pt x="1201403" y="24193"/>
                </a:lnTo>
                <a:lnTo>
                  <a:pt x="1153021" y="36739"/>
                </a:lnTo>
                <a:lnTo>
                  <a:pt x="1103059" y="51812"/>
                </a:lnTo>
                <a:lnTo>
                  <a:pt x="1051684" y="69377"/>
                </a:lnTo>
                <a:lnTo>
                  <a:pt x="999063" y="89398"/>
                </a:lnTo>
                <a:lnTo>
                  <a:pt x="945364" y="111838"/>
                </a:lnTo>
                <a:lnTo>
                  <a:pt x="890754" y="136664"/>
                </a:lnTo>
                <a:lnTo>
                  <a:pt x="835400" y="163837"/>
                </a:lnTo>
                <a:lnTo>
                  <a:pt x="779469" y="193324"/>
                </a:lnTo>
                <a:lnTo>
                  <a:pt x="723129" y="225087"/>
                </a:lnTo>
                <a:lnTo>
                  <a:pt x="666546" y="259091"/>
                </a:lnTo>
                <a:lnTo>
                  <a:pt x="609888" y="295301"/>
                </a:lnTo>
                <a:lnTo>
                  <a:pt x="554240" y="333052"/>
                </a:lnTo>
                <a:lnTo>
                  <a:pt x="500647" y="371604"/>
                </a:lnTo>
                <a:lnTo>
                  <a:pt x="449209" y="410819"/>
                </a:lnTo>
                <a:lnTo>
                  <a:pt x="400026" y="450557"/>
                </a:lnTo>
                <a:lnTo>
                  <a:pt x="353195" y="490678"/>
                </a:lnTo>
                <a:lnTo>
                  <a:pt x="308816" y="531043"/>
                </a:lnTo>
                <a:lnTo>
                  <a:pt x="266987" y="571513"/>
                </a:lnTo>
                <a:lnTo>
                  <a:pt x="227808" y="611948"/>
                </a:lnTo>
                <a:lnTo>
                  <a:pt x="191378" y="652209"/>
                </a:lnTo>
                <a:lnTo>
                  <a:pt x="157795" y="692156"/>
                </a:lnTo>
                <a:lnTo>
                  <a:pt x="127158" y="731649"/>
                </a:lnTo>
                <a:lnTo>
                  <a:pt x="99567" y="770550"/>
                </a:lnTo>
                <a:lnTo>
                  <a:pt x="75119" y="808719"/>
                </a:lnTo>
                <a:lnTo>
                  <a:pt x="53915" y="846016"/>
                </a:lnTo>
                <a:lnTo>
                  <a:pt x="36052" y="882301"/>
                </a:lnTo>
                <a:lnTo>
                  <a:pt x="10749" y="951282"/>
                </a:lnTo>
                <a:lnTo>
                  <a:pt x="0" y="1014545"/>
                </a:lnTo>
                <a:lnTo>
                  <a:pt x="330" y="1043683"/>
                </a:lnTo>
                <a:lnTo>
                  <a:pt x="12897" y="1096277"/>
                </a:lnTo>
                <a:lnTo>
                  <a:pt x="41714" y="1140030"/>
                </a:lnTo>
                <a:lnTo>
                  <a:pt x="85071" y="1172347"/>
                </a:lnTo>
                <a:lnTo>
                  <a:pt x="141435" y="1193122"/>
                </a:lnTo>
                <a:lnTo>
                  <a:pt x="209469" y="1202641"/>
                </a:lnTo>
                <a:lnTo>
                  <a:pt x="247444" y="1203269"/>
                </a:lnTo>
                <a:lnTo>
                  <a:pt x="287835" y="1201191"/>
                </a:lnTo>
                <a:lnTo>
                  <a:pt x="330474" y="1196443"/>
                </a:lnTo>
                <a:lnTo>
                  <a:pt x="375195" y="1189059"/>
                </a:lnTo>
                <a:lnTo>
                  <a:pt x="421830" y="1179076"/>
                </a:lnTo>
                <a:lnTo>
                  <a:pt x="470212" y="1166531"/>
                </a:lnTo>
                <a:lnTo>
                  <a:pt x="520174" y="1151457"/>
                </a:lnTo>
                <a:lnTo>
                  <a:pt x="571549" y="1133893"/>
                </a:lnTo>
                <a:lnTo>
                  <a:pt x="624169" y="1113872"/>
                </a:lnTo>
                <a:lnTo>
                  <a:pt x="677867" y="1091431"/>
                </a:lnTo>
                <a:lnTo>
                  <a:pt x="732477" y="1066607"/>
                </a:lnTo>
                <a:lnTo>
                  <a:pt x="787831" y="1039433"/>
                </a:lnTo>
                <a:lnTo>
                  <a:pt x="843761" y="1009948"/>
                </a:lnTo>
                <a:lnTo>
                  <a:pt x="900102" y="978185"/>
                </a:lnTo>
                <a:lnTo>
                  <a:pt x="956684" y="944182"/>
                </a:lnTo>
                <a:lnTo>
                  <a:pt x="1013342" y="907973"/>
                </a:lnTo>
                <a:lnTo>
                  <a:pt x="1068991" y="870223"/>
                </a:lnTo>
                <a:lnTo>
                  <a:pt x="1122583" y="831670"/>
                </a:lnTo>
                <a:lnTo>
                  <a:pt x="1174021" y="792455"/>
                </a:lnTo>
                <a:lnTo>
                  <a:pt x="1223205" y="752717"/>
                </a:lnTo>
                <a:lnTo>
                  <a:pt x="1270036" y="712595"/>
                </a:lnTo>
                <a:lnTo>
                  <a:pt x="1314415" y="672229"/>
                </a:lnTo>
                <a:lnTo>
                  <a:pt x="1356243" y="631759"/>
                </a:lnTo>
                <a:lnTo>
                  <a:pt x="1395422" y="591323"/>
                </a:lnTo>
                <a:lnTo>
                  <a:pt x="1431852" y="551062"/>
                </a:lnTo>
                <a:lnTo>
                  <a:pt x="1465435" y="511115"/>
                </a:lnTo>
                <a:lnTo>
                  <a:pt x="1496071" y="471620"/>
                </a:lnTo>
                <a:lnTo>
                  <a:pt x="1523662" y="432719"/>
                </a:lnTo>
                <a:lnTo>
                  <a:pt x="1548109" y="394550"/>
                </a:lnTo>
                <a:lnTo>
                  <a:pt x="1569313" y="357252"/>
                </a:lnTo>
                <a:lnTo>
                  <a:pt x="1587175" y="320965"/>
                </a:lnTo>
                <a:lnTo>
                  <a:pt x="1612478" y="251984"/>
                </a:lnTo>
                <a:lnTo>
                  <a:pt x="1623225" y="188720"/>
                </a:lnTo>
                <a:lnTo>
                  <a:pt x="1622893" y="159581"/>
                </a:lnTo>
                <a:lnTo>
                  <a:pt x="1610325" y="106987"/>
                </a:lnTo>
                <a:lnTo>
                  <a:pt x="1581509" y="63235"/>
                </a:lnTo>
                <a:lnTo>
                  <a:pt x="1538156" y="30920"/>
                </a:lnTo>
                <a:lnTo>
                  <a:pt x="1481794" y="10146"/>
                </a:lnTo>
                <a:lnTo>
                  <a:pt x="1413762" y="628"/>
                </a:lnTo>
                <a:lnTo>
                  <a:pt x="1375788" y="0"/>
                </a:lnTo>
                <a:close/>
              </a:path>
            </a:pathLst>
          </a:custGeom>
          <a:solidFill>
            <a:srgbClr val="25356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1" name="object 151" descr=""/>
          <p:cNvGrpSpPr/>
          <p:nvPr/>
        </p:nvGrpSpPr>
        <p:grpSpPr>
          <a:xfrm>
            <a:off x="3769374" y="2510002"/>
            <a:ext cx="5031740" cy="8798560"/>
            <a:chOff x="3769374" y="2510002"/>
            <a:chExt cx="5031740" cy="8798560"/>
          </a:xfrm>
        </p:grpSpPr>
        <p:sp>
          <p:nvSpPr>
            <p:cNvPr id="152" name="object 152" descr=""/>
            <p:cNvSpPr/>
            <p:nvPr/>
          </p:nvSpPr>
          <p:spPr>
            <a:xfrm>
              <a:off x="4754800" y="5155998"/>
              <a:ext cx="1141095" cy="4168775"/>
            </a:xfrm>
            <a:custGeom>
              <a:avLst/>
              <a:gdLst/>
              <a:ahLst/>
              <a:cxnLst/>
              <a:rect l="l" t="t" r="r" b="b"/>
              <a:pathLst>
                <a:path w="1141095" h="4168775">
                  <a:moveTo>
                    <a:pt x="987018" y="0"/>
                  </a:moveTo>
                  <a:lnTo>
                    <a:pt x="961036" y="39440"/>
                  </a:lnTo>
                  <a:lnTo>
                    <a:pt x="922976" y="102154"/>
                  </a:lnTo>
                  <a:lnTo>
                    <a:pt x="898383" y="144220"/>
                  </a:lnTo>
                  <a:lnTo>
                    <a:pt x="870374" y="193329"/>
                  </a:lnTo>
                  <a:lnTo>
                    <a:pt x="839169" y="249407"/>
                  </a:lnTo>
                  <a:lnTo>
                    <a:pt x="804987" y="312384"/>
                  </a:lnTo>
                  <a:lnTo>
                    <a:pt x="768048" y="382185"/>
                  </a:lnTo>
                  <a:lnTo>
                    <a:pt x="728571" y="458739"/>
                  </a:lnTo>
                  <a:lnTo>
                    <a:pt x="686776" y="541973"/>
                  </a:lnTo>
                  <a:lnTo>
                    <a:pt x="638400" y="640442"/>
                  </a:lnTo>
                  <a:lnTo>
                    <a:pt x="603788" y="712384"/>
                  </a:lnTo>
                  <a:lnTo>
                    <a:pt x="585917" y="750169"/>
                  </a:lnTo>
                  <a:lnTo>
                    <a:pt x="567734" y="789128"/>
                  </a:lnTo>
                  <a:lnTo>
                    <a:pt x="549286" y="829238"/>
                  </a:lnTo>
                  <a:lnTo>
                    <a:pt x="530622" y="870472"/>
                  </a:lnTo>
                  <a:lnTo>
                    <a:pt x="511789" y="912807"/>
                  </a:lnTo>
                  <a:lnTo>
                    <a:pt x="492835" y="956216"/>
                  </a:lnTo>
                  <a:lnTo>
                    <a:pt x="473809" y="1000674"/>
                  </a:lnTo>
                  <a:lnTo>
                    <a:pt x="454758" y="1046157"/>
                  </a:lnTo>
                  <a:lnTo>
                    <a:pt x="435731" y="1092639"/>
                  </a:lnTo>
                  <a:lnTo>
                    <a:pt x="416774" y="1140095"/>
                  </a:lnTo>
                  <a:lnTo>
                    <a:pt x="397937" y="1188499"/>
                  </a:lnTo>
                  <a:lnTo>
                    <a:pt x="379267" y="1237828"/>
                  </a:lnTo>
                  <a:lnTo>
                    <a:pt x="360812" y="1288054"/>
                  </a:lnTo>
                  <a:lnTo>
                    <a:pt x="342620" y="1339154"/>
                  </a:lnTo>
                  <a:lnTo>
                    <a:pt x="324739" y="1391102"/>
                  </a:lnTo>
                  <a:lnTo>
                    <a:pt x="307217" y="1443873"/>
                  </a:lnTo>
                  <a:lnTo>
                    <a:pt x="290102" y="1497442"/>
                  </a:lnTo>
                  <a:lnTo>
                    <a:pt x="273441" y="1551784"/>
                  </a:lnTo>
                  <a:lnTo>
                    <a:pt x="257284" y="1606872"/>
                  </a:lnTo>
                  <a:lnTo>
                    <a:pt x="241677" y="1662684"/>
                  </a:lnTo>
                  <a:lnTo>
                    <a:pt x="226669" y="1719192"/>
                  </a:lnTo>
                  <a:lnTo>
                    <a:pt x="212308" y="1776372"/>
                  </a:lnTo>
                  <a:lnTo>
                    <a:pt x="198641" y="1834199"/>
                  </a:lnTo>
                  <a:lnTo>
                    <a:pt x="185717" y="1892648"/>
                  </a:lnTo>
                  <a:lnTo>
                    <a:pt x="173584" y="1951693"/>
                  </a:lnTo>
                  <a:lnTo>
                    <a:pt x="162289" y="2011310"/>
                  </a:lnTo>
                  <a:lnTo>
                    <a:pt x="154651" y="2055416"/>
                  </a:lnTo>
                  <a:lnTo>
                    <a:pt x="147195" y="2102327"/>
                  </a:lnTo>
                  <a:lnTo>
                    <a:pt x="139922" y="2151861"/>
                  </a:lnTo>
                  <a:lnTo>
                    <a:pt x="132832" y="2203832"/>
                  </a:lnTo>
                  <a:lnTo>
                    <a:pt x="125925" y="2258055"/>
                  </a:lnTo>
                  <a:lnTo>
                    <a:pt x="119201" y="2314346"/>
                  </a:lnTo>
                  <a:lnTo>
                    <a:pt x="112660" y="2372520"/>
                  </a:lnTo>
                  <a:lnTo>
                    <a:pt x="106303" y="2432392"/>
                  </a:lnTo>
                  <a:lnTo>
                    <a:pt x="100129" y="2493779"/>
                  </a:lnTo>
                  <a:lnTo>
                    <a:pt x="94138" y="2556494"/>
                  </a:lnTo>
                  <a:lnTo>
                    <a:pt x="88331" y="2620355"/>
                  </a:lnTo>
                  <a:lnTo>
                    <a:pt x="82708" y="2685175"/>
                  </a:lnTo>
                  <a:lnTo>
                    <a:pt x="77269" y="2750771"/>
                  </a:lnTo>
                  <a:lnTo>
                    <a:pt x="72014" y="2816958"/>
                  </a:lnTo>
                  <a:lnTo>
                    <a:pt x="62056" y="2950365"/>
                  </a:lnTo>
                  <a:lnTo>
                    <a:pt x="52835" y="3083919"/>
                  </a:lnTo>
                  <a:lnTo>
                    <a:pt x="44352" y="3216144"/>
                  </a:lnTo>
                  <a:lnTo>
                    <a:pt x="36608" y="3345562"/>
                  </a:lnTo>
                  <a:lnTo>
                    <a:pt x="29604" y="3470697"/>
                  </a:lnTo>
                  <a:lnTo>
                    <a:pt x="20487" y="3647137"/>
                  </a:lnTo>
                  <a:lnTo>
                    <a:pt x="13039" y="3805630"/>
                  </a:lnTo>
                  <a:lnTo>
                    <a:pt x="5710" y="3980421"/>
                  </a:lnTo>
                  <a:lnTo>
                    <a:pt x="1361" y="4102630"/>
                  </a:lnTo>
                  <a:lnTo>
                    <a:pt x="60" y="4152670"/>
                  </a:lnTo>
                  <a:lnTo>
                    <a:pt x="0" y="4160438"/>
                  </a:lnTo>
                  <a:lnTo>
                    <a:pt x="127" y="4163443"/>
                  </a:lnTo>
                  <a:lnTo>
                    <a:pt x="85831" y="4168585"/>
                  </a:lnTo>
                  <a:lnTo>
                    <a:pt x="87823" y="4083282"/>
                  </a:lnTo>
                  <a:lnTo>
                    <a:pt x="92060" y="3945410"/>
                  </a:lnTo>
                  <a:lnTo>
                    <a:pt x="96994" y="3808264"/>
                  </a:lnTo>
                  <a:lnTo>
                    <a:pt x="103585" y="3647987"/>
                  </a:lnTo>
                  <a:lnTo>
                    <a:pt x="108966" y="3530859"/>
                  </a:lnTo>
                  <a:lnTo>
                    <a:pt x="115185" y="3407312"/>
                  </a:lnTo>
                  <a:lnTo>
                    <a:pt x="122280" y="3278890"/>
                  </a:lnTo>
                  <a:lnTo>
                    <a:pt x="130294" y="3147137"/>
                  </a:lnTo>
                  <a:lnTo>
                    <a:pt x="134657" y="3080495"/>
                  </a:lnTo>
                  <a:lnTo>
                    <a:pt x="139265" y="3013599"/>
                  </a:lnTo>
                  <a:lnTo>
                    <a:pt x="144123" y="2946642"/>
                  </a:lnTo>
                  <a:lnTo>
                    <a:pt x="149235" y="2879819"/>
                  </a:lnTo>
                  <a:lnTo>
                    <a:pt x="154606" y="2813321"/>
                  </a:lnTo>
                  <a:lnTo>
                    <a:pt x="160243" y="2747341"/>
                  </a:lnTo>
                  <a:lnTo>
                    <a:pt x="166149" y="2682074"/>
                  </a:lnTo>
                  <a:lnTo>
                    <a:pt x="172330" y="2617711"/>
                  </a:lnTo>
                  <a:lnTo>
                    <a:pt x="178791" y="2554447"/>
                  </a:lnTo>
                  <a:lnTo>
                    <a:pt x="185536" y="2492473"/>
                  </a:lnTo>
                  <a:lnTo>
                    <a:pt x="192572" y="2431983"/>
                  </a:lnTo>
                  <a:lnTo>
                    <a:pt x="199902" y="2373171"/>
                  </a:lnTo>
                  <a:lnTo>
                    <a:pt x="207532" y="2316228"/>
                  </a:lnTo>
                  <a:lnTo>
                    <a:pt x="215468" y="2261349"/>
                  </a:lnTo>
                  <a:lnTo>
                    <a:pt x="223713" y="2208726"/>
                  </a:lnTo>
                  <a:lnTo>
                    <a:pt x="232274" y="2158552"/>
                  </a:lnTo>
                  <a:lnTo>
                    <a:pt x="241154" y="2111020"/>
                  </a:lnTo>
                  <a:lnTo>
                    <a:pt x="250360" y="2066324"/>
                  </a:lnTo>
                  <a:lnTo>
                    <a:pt x="267622" y="1989856"/>
                  </a:lnTo>
                  <a:lnTo>
                    <a:pt x="286034" y="1914191"/>
                  </a:lnTo>
                  <a:lnTo>
                    <a:pt x="305523" y="1839374"/>
                  </a:lnTo>
                  <a:lnTo>
                    <a:pt x="326018" y="1765448"/>
                  </a:lnTo>
                  <a:lnTo>
                    <a:pt x="347445" y="1692459"/>
                  </a:lnTo>
                  <a:lnTo>
                    <a:pt x="369734" y="1620451"/>
                  </a:lnTo>
                  <a:lnTo>
                    <a:pt x="392811" y="1549467"/>
                  </a:lnTo>
                  <a:lnTo>
                    <a:pt x="416604" y="1479552"/>
                  </a:lnTo>
                  <a:lnTo>
                    <a:pt x="441041" y="1410752"/>
                  </a:lnTo>
                  <a:lnTo>
                    <a:pt x="466050" y="1343109"/>
                  </a:lnTo>
                  <a:lnTo>
                    <a:pt x="491558" y="1276669"/>
                  </a:lnTo>
                  <a:lnTo>
                    <a:pt x="517494" y="1211476"/>
                  </a:lnTo>
                  <a:lnTo>
                    <a:pt x="543784" y="1147574"/>
                  </a:lnTo>
                  <a:lnTo>
                    <a:pt x="570357" y="1085007"/>
                  </a:lnTo>
                  <a:lnTo>
                    <a:pt x="597140" y="1023821"/>
                  </a:lnTo>
                  <a:lnTo>
                    <a:pt x="624061" y="964059"/>
                  </a:lnTo>
                  <a:lnTo>
                    <a:pt x="651048" y="905766"/>
                  </a:lnTo>
                  <a:lnTo>
                    <a:pt x="678029" y="848985"/>
                  </a:lnTo>
                  <a:lnTo>
                    <a:pt x="704930" y="793763"/>
                  </a:lnTo>
                  <a:lnTo>
                    <a:pt x="731681" y="740142"/>
                  </a:lnTo>
                  <a:lnTo>
                    <a:pt x="758208" y="688167"/>
                  </a:lnTo>
                  <a:lnTo>
                    <a:pt x="784440" y="637883"/>
                  </a:lnTo>
                  <a:lnTo>
                    <a:pt x="810304" y="589334"/>
                  </a:lnTo>
                  <a:lnTo>
                    <a:pt x="835728" y="542565"/>
                  </a:lnTo>
                  <a:lnTo>
                    <a:pt x="860640" y="497619"/>
                  </a:lnTo>
                  <a:lnTo>
                    <a:pt x="884967" y="454541"/>
                  </a:lnTo>
                  <a:lnTo>
                    <a:pt x="908637" y="413376"/>
                  </a:lnTo>
                  <a:lnTo>
                    <a:pt x="931578" y="374167"/>
                  </a:lnTo>
                  <a:lnTo>
                    <a:pt x="953717" y="336960"/>
                  </a:lnTo>
                  <a:lnTo>
                    <a:pt x="974983" y="301799"/>
                  </a:lnTo>
                  <a:lnTo>
                    <a:pt x="995302" y="268727"/>
                  </a:lnTo>
                  <a:lnTo>
                    <a:pt x="1032815" y="209032"/>
                  </a:lnTo>
                  <a:lnTo>
                    <a:pt x="1065676" y="158229"/>
                  </a:lnTo>
                  <a:lnTo>
                    <a:pt x="1093307" y="116674"/>
                  </a:lnTo>
                  <a:lnTo>
                    <a:pt x="1115132" y="84722"/>
                  </a:lnTo>
                  <a:lnTo>
                    <a:pt x="1140490" y="49181"/>
                  </a:lnTo>
                  <a:lnTo>
                    <a:pt x="987018" y="0"/>
                  </a:lnTo>
                  <a:close/>
                </a:path>
              </a:pathLst>
            </a:custGeom>
            <a:solidFill>
              <a:srgbClr val="8F5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4704199" y="2958190"/>
              <a:ext cx="2717165" cy="3604895"/>
            </a:xfrm>
            <a:custGeom>
              <a:avLst/>
              <a:gdLst/>
              <a:ahLst/>
              <a:cxnLst/>
              <a:rect l="l" t="t" r="r" b="b"/>
              <a:pathLst>
                <a:path w="2717165" h="3604895">
                  <a:moveTo>
                    <a:pt x="1271996" y="0"/>
                  </a:moveTo>
                  <a:lnTo>
                    <a:pt x="1076208" y="14356"/>
                  </a:lnTo>
                  <a:lnTo>
                    <a:pt x="935065" y="136585"/>
                  </a:lnTo>
                  <a:lnTo>
                    <a:pt x="770813" y="398206"/>
                  </a:lnTo>
                  <a:lnTo>
                    <a:pt x="746327" y="441895"/>
                  </a:lnTo>
                  <a:lnTo>
                    <a:pt x="723253" y="487395"/>
                  </a:lnTo>
                  <a:lnTo>
                    <a:pt x="701514" y="534546"/>
                  </a:lnTo>
                  <a:lnTo>
                    <a:pt x="681034" y="583190"/>
                  </a:lnTo>
                  <a:lnTo>
                    <a:pt x="661736" y="633167"/>
                  </a:lnTo>
                  <a:lnTo>
                    <a:pt x="643544" y="684319"/>
                  </a:lnTo>
                  <a:lnTo>
                    <a:pt x="626380" y="736485"/>
                  </a:lnTo>
                  <a:lnTo>
                    <a:pt x="610169" y="789508"/>
                  </a:lnTo>
                  <a:lnTo>
                    <a:pt x="594833" y="843227"/>
                  </a:lnTo>
                  <a:lnTo>
                    <a:pt x="580296" y="897485"/>
                  </a:lnTo>
                  <a:lnTo>
                    <a:pt x="566482" y="952120"/>
                  </a:lnTo>
                  <a:lnTo>
                    <a:pt x="553313" y="1006975"/>
                  </a:lnTo>
                  <a:lnTo>
                    <a:pt x="540713" y="1061890"/>
                  </a:lnTo>
                  <a:lnTo>
                    <a:pt x="528606" y="1116706"/>
                  </a:lnTo>
                  <a:lnTo>
                    <a:pt x="516915" y="1171263"/>
                  </a:lnTo>
                  <a:lnTo>
                    <a:pt x="472778" y="1383729"/>
                  </a:lnTo>
                  <a:lnTo>
                    <a:pt x="462017" y="1434608"/>
                  </a:lnTo>
                  <a:lnTo>
                    <a:pt x="451212" y="1484274"/>
                  </a:lnTo>
                  <a:lnTo>
                    <a:pt x="440287" y="1532568"/>
                  </a:lnTo>
                  <a:lnTo>
                    <a:pt x="429165" y="1579330"/>
                  </a:lnTo>
                  <a:lnTo>
                    <a:pt x="417770" y="1624401"/>
                  </a:lnTo>
                  <a:lnTo>
                    <a:pt x="406024" y="1667623"/>
                  </a:lnTo>
                  <a:lnTo>
                    <a:pt x="393851" y="1708836"/>
                  </a:lnTo>
                  <a:lnTo>
                    <a:pt x="381175" y="1747880"/>
                  </a:lnTo>
                  <a:lnTo>
                    <a:pt x="367919" y="1784597"/>
                  </a:lnTo>
                  <a:lnTo>
                    <a:pt x="339359" y="1850413"/>
                  </a:lnTo>
                  <a:lnTo>
                    <a:pt x="307560" y="1905009"/>
                  </a:lnTo>
                  <a:lnTo>
                    <a:pt x="292736" y="1927806"/>
                  </a:lnTo>
                  <a:lnTo>
                    <a:pt x="277405" y="1954060"/>
                  </a:lnTo>
                  <a:lnTo>
                    <a:pt x="245596" y="2016141"/>
                  </a:lnTo>
                  <a:lnTo>
                    <a:pt x="229306" y="2051570"/>
                  </a:lnTo>
                  <a:lnTo>
                    <a:pt x="212883" y="2089658"/>
                  </a:lnTo>
                  <a:lnTo>
                    <a:pt x="196420" y="2130206"/>
                  </a:lnTo>
                  <a:lnTo>
                    <a:pt x="180012" y="2173015"/>
                  </a:lnTo>
                  <a:lnTo>
                    <a:pt x="163752" y="2217885"/>
                  </a:lnTo>
                  <a:lnTo>
                    <a:pt x="147733" y="2264618"/>
                  </a:lnTo>
                  <a:lnTo>
                    <a:pt x="132049" y="2313013"/>
                  </a:lnTo>
                  <a:lnTo>
                    <a:pt x="116793" y="2362872"/>
                  </a:lnTo>
                  <a:lnTo>
                    <a:pt x="102059" y="2413995"/>
                  </a:lnTo>
                  <a:lnTo>
                    <a:pt x="87941" y="2466183"/>
                  </a:lnTo>
                  <a:lnTo>
                    <a:pt x="74531" y="2519236"/>
                  </a:lnTo>
                  <a:lnTo>
                    <a:pt x="61924" y="2572955"/>
                  </a:lnTo>
                  <a:lnTo>
                    <a:pt x="50213" y="2627141"/>
                  </a:lnTo>
                  <a:lnTo>
                    <a:pt x="39491" y="2681595"/>
                  </a:lnTo>
                  <a:lnTo>
                    <a:pt x="29853" y="2736117"/>
                  </a:lnTo>
                  <a:lnTo>
                    <a:pt x="21390" y="2790507"/>
                  </a:lnTo>
                  <a:lnTo>
                    <a:pt x="14198" y="2844567"/>
                  </a:lnTo>
                  <a:lnTo>
                    <a:pt x="8369" y="2898097"/>
                  </a:lnTo>
                  <a:lnTo>
                    <a:pt x="3998" y="2950898"/>
                  </a:lnTo>
                  <a:lnTo>
                    <a:pt x="1177" y="3002770"/>
                  </a:lnTo>
                  <a:lnTo>
                    <a:pt x="0" y="3053515"/>
                  </a:lnTo>
                  <a:lnTo>
                    <a:pt x="560" y="3102932"/>
                  </a:lnTo>
                  <a:lnTo>
                    <a:pt x="2952" y="3150823"/>
                  </a:lnTo>
                  <a:lnTo>
                    <a:pt x="7268" y="3196987"/>
                  </a:lnTo>
                  <a:lnTo>
                    <a:pt x="13602" y="3241227"/>
                  </a:lnTo>
                  <a:lnTo>
                    <a:pt x="22048" y="3283342"/>
                  </a:lnTo>
                  <a:lnTo>
                    <a:pt x="32699" y="3323132"/>
                  </a:lnTo>
                  <a:lnTo>
                    <a:pt x="45649" y="3360400"/>
                  </a:lnTo>
                  <a:lnTo>
                    <a:pt x="78819" y="3426568"/>
                  </a:lnTo>
                  <a:lnTo>
                    <a:pt x="122306" y="3480252"/>
                  </a:lnTo>
                  <a:lnTo>
                    <a:pt x="169449" y="3515477"/>
                  </a:lnTo>
                  <a:lnTo>
                    <a:pt x="222963" y="3539398"/>
                  </a:lnTo>
                  <a:lnTo>
                    <a:pt x="289987" y="3559225"/>
                  </a:lnTo>
                  <a:lnTo>
                    <a:pt x="328172" y="3567671"/>
                  </a:lnTo>
                  <a:lnTo>
                    <a:pt x="369262" y="3575176"/>
                  </a:lnTo>
                  <a:lnTo>
                    <a:pt x="413099" y="3581767"/>
                  </a:lnTo>
                  <a:lnTo>
                    <a:pt x="459527" y="3587471"/>
                  </a:lnTo>
                  <a:lnTo>
                    <a:pt x="508387" y="3592316"/>
                  </a:lnTo>
                  <a:lnTo>
                    <a:pt x="559523" y="3596328"/>
                  </a:lnTo>
                  <a:lnTo>
                    <a:pt x="612776" y="3599535"/>
                  </a:lnTo>
                  <a:lnTo>
                    <a:pt x="667990" y="3601965"/>
                  </a:lnTo>
                  <a:lnTo>
                    <a:pt x="725007" y="3603644"/>
                  </a:lnTo>
                  <a:lnTo>
                    <a:pt x="783669" y="3604600"/>
                  </a:lnTo>
                  <a:lnTo>
                    <a:pt x="843819" y="3604861"/>
                  </a:lnTo>
                  <a:lnTo>
                    <a:pt x="905300" y="3604453"/>
                  </a:lnTo>
                  <a:lnTo>
                    <a:pt x="967953" y="3603405"/>
                  </a:lnTo>
                  <a:lnTo>
                    <a:pt x="1031623" y="3601742"/>
                  </a:lnTo>
                  <a:lnTo>
                    <a:pt x="1096150" y="3599494"/>
                  </a:lnTo>
                  <a:lnTo>
                    <a:pt x="1161378" y="3596686"/>
                  </a:lnTo>
                  <a:lnTo>
                    <a:pt x="1227150" y="3593346"/>
                  </a:lnTo>
                  <a:lnTo>
                    <a:pt x="1293307" y="3589502"/>
                  </a:lnTo>
                  <a:lnTo>
                    <a:pt x="1359693" y="3585181"/>
                  </a:lnTo>
                  <a:lnTo>
                    <a:pt x="1426149" y="3580410"/>
                  </a:lnTo>
                  <a:lnTo>
                    <a:pt x="1492519" y="3575217"/>
                  </a:lnTo>
                  <a:lnTo>
                    <a:pt x="1558645" y="3569629"/>
                  </a:lnTo>
                  <a:lnTo>
                    <a:pt x="1624369" y="3563672"/>
                  </a:lnTo>
                  <a:lnTo>
                    <a:pt x="1689534" y="3557376"/>
                  </a:lnTo>
                  <a:lnTo>
                    <a:pt x="1753983" y="3550766"/>
                  </a:lnTo>
                  <a:lnTo>
                    <a:pt x="1817558" y="3543870"/>
                  </a:lnTo>
                  <a:lnTo>
                    <a:pt x="1880102" y="3536715"/>
                  </a:lnTo>
                  <a:lnTo>
                    <a:pt x="1941457" y="3529330"/>
                  </a:lnTo>
                  <a:lnTo>
                    <a:pt x="2001465" y="3521740"/>
                  </a:lnTo>
                  <a:lnTo>
                    <a:pt x="2059970" y="3513974"/>
                  </a:lnTo>
                  <a:lnTo>
                    <a:pt x="2116814" y="3506059"/>
                  </a:lnTo>
                  <a:lnTo>
                    <a:pt x="2171839" y="3498021"/>
                  </a:lnTo>
                  <a:lnTo>
                    <a:pt x="2224888" y="3489889"/>
                  </a:lnTo>
                  <a:lnTo>
                    <a:pt x="2275803" y="3481690"/>
                  </a:lnTo>
                  <a:lnTo>
                    <a:pt x="2324428" y="3473451"/>
                  </a:lnTo>
                  <a:lnTo>
                    <a:pt x="2370604" y="3465199"/>
                  </a:lnTo>
                  <a:lnTo>
                    <a:pt x="2414174" y="3456962"/>
                  </a:lnTo>
                  <a:lnTo>
                    <a:pt x="2454980" y="3448766"/>
                  </a:lnTo>
                  <a:lnTo>
                    <a:pt x="2492866" y="3440640"/>
                  </a:lnTo>
                  <a:lnTo>
                    <a:pt x="2559245" y="3424705"/>
                  </a:lnTo>
                  <a:lnTo>
                    <a:pt x="2612052" y="3409375"/>
                  </a:lnTo>
                  <a:lnTo>
                    <a:pt x="2650026" y="3394868"/>
                  </a:lnTo>
                  <a:lnTo>
                    <a:pt x="2681549" y="3368918"/>
                  </a:lnTo>
                  <a:lnTo>
                    <a:pt x="2697200" y="3328939"/>
                  </a:lnTo>
                  <a:lnTo>
                    <a:pt x="2708174" y="3270832"/>
                  </a:lnTo>
                  <a:lnTo>
                    <a:pt x="2714664" y="3196860"/>
                  </a:lnTo>
                  <a:lnTo>
                    <a:pt x="2716289" y="3154631"/>
                  </a:lnTo>
                  <a:lnTo>
                    <a:pt x="2716867" y="3109284"/>
                  </a:lnTo>
                  <a:lnTo>
                    <a:pt x="2716423" y="3061101"/>
                  </a:lnTo>
                  <a:lnTo>
                    <a:pt x="2714980" y="3010366"/>
                  </a:lnTo>
                  <a:lnTo>
                    <a:pt x="2712563" y="2957362"/>
                  </a:lnTo>
                  <a:lnTo>
                    <a:pt x="2709196" y="2902370"/>
                  </a:lnTo>
                  <a:lnTo>
                    <a:pt x="2704905" y="2845673"/>
                  </a:lnTo>
                  <a:lnTo>
                    <a:pt x="2699714" y="2787555"/>
                  </a:lnTo>
                  <a:lnTo>
                    <a:pt x="2693646" y="2728298"/>
                  </a:lnTo>
                  <a:lnTo>
                    <a:pt x="2686727" y="2668184"/>
                  </a:lnTo>
                  <a:lnTo>
                    <a:pt x="2678982" y="2607498"/>
                  </a:lnTo>
                  <a:lnTo>
                    <a:pt x="2670433" y="2546520"/>
                  </a:lnTo>
                  <a:lnTo>
                    <a:pt x="2661107" y="2485535"/>
                  </a:lnTo>
                  <a:lnTo>
                    <a:pt x="2651027" y="2424824"/>
                  </a:lnTo>
                  <a:lnTo>
                    <a:pt x="2640218" y="2364671"/>
                  </a:lnTo>
                  <a:lnTo>
                    <a:pt x="2628704" y="2305357"/>
                  </a:lnTo>
                  <a:lnTo>
                    <a:pt x="2616511" y="2247167"/>
                  </a:lnTo>
                  <a:lnTo>
                    <a:pt x="2603661" y="2190383"/>
                  </a:lnTo>
                  <a:lnTo>
                    <a:pt x="2590181" y="2135287"/>
                  </a:lnTo>
                  <a:lnTo>
                    <a:pt x="2576094" y="2082162"/>
                  </a:lnTo>
                  <a:lnTo>
                    <a:pt x="2561424" y="2031291"/>
                  </a:lnTo>
                  <a:lnTo>
                    <a:pt x="2546197" y="1982957"/>
                  </a:lnTo>
                  <a:lnTo>
                    <a:pt x="2530437" y="1937442"/>
                  </a:lnTo>
                  <a:lnTo>
                    <a:pt x="2514168" y="1895030"/>
                  </a:lnTo>
                  <a:lnTo>
                    <a:pt x="2497414" y="1856002"/>
                  </a:lnTo>
                  <a:lnTo>
                    <a:pt x="2480201" y="1820642"/>
                  </a:lnTo>
                  <a:lnTo>
                    <a:pt x="2462552" y="1789232"/>
                  </a:lnTo>
                  <a:lnTo>
                    <a:pt x="2453431" y="1772478"/>
                  </a:lnTo>
                  <a:lnTo>
                    <a:pt x="2438118" y="1733670"/>
                  </a:lnTo>
                  <a:lnTo>
                    <a:pt x="2426337" y="1688268"/>
                  </a:lnTo>
                  <a:lnTo>
                    <a:pt x="2417637" y="1636842"/>
                  </a:lnTo>
                  <a:lnTo>
                    <a:pt x="2411570" y="1579961"/>
                  </a:lnTo>
                  <a:lnTo>
                    <a:pt x="2407686" y="1518195"/>
                  </a:lnTo>
                  <a:lnTo>
                    <a:pt x="2405535" y="1452112"/>
                  </a:lnTo>
                  <a:lnTo>
                    <a:pt x="2404669" y="1382281"/>
                  </a:lnTo>
                  <a:lnTo>
                    <a:pt x="2404636" y="1309273"/>
                  </a:lnTo>
                  <a:lnTo>
                    <a:pt x="2405275" y="1155998"/>
                  </a:lnTo>
                  <a:lnTo>
                    <a:pt x="2405048" y="1076870"/>
                  </a:lnTo>
                  <a:lnTo>
                    <a:pt x="2404601" y="1036932"/>
                  </a:lnTo>
                  <a:lnTo>
                    <a:pt x="2403857" y="996840"/>
                  </a:lnTo>
                  <a:lnTo>
                    <a:pt x="2402760" y="956666"/>
                  </a:lnTo>
                  <a:lnTo>
                    <a:pt x="2401253" y="916479"/>
                  </a:lnTo>
                  <a:lnTo>
                    <a:pt x="2399280" y="876351"/>
                  </a:lnTo>
                  <a:lnTo>
                    <a:pt x="2396785" y="836354"/>
                  </a:lnTo>
                  <a:lnTo>
                    <a:pt x="2393712" y="796558"/>
                  </a:lnTo>
                  <a:lnTo>
                    <a:pt x="2390005" y="757035"/>
                  </a:lnTo>
                  <a:lnTo>
                    <a:pt x="2385608" y="717855"/>
                  </a:lnTo>
                  <a:lnTo>
                    <a:pt x="2380463" y="679091"/>
                  </a:lnTo>
                  <a:lnTo>
                    <a:pt x="2374516" y="640813"/>
                  </a:lnTo>
                  <a:lnTo>
                    <a:pt x="2367709" y="603092"/>
                  </a:lnTo>
                  <a:lnTo>
                    <a:pt x="2351294" y="529606"/>
                  </a:lnTo>
                  <a:lnTo>
                    <a:pt x="2330768" y="459203"/>
                  </a:lnTo>
                  <a:lnTo>
                    <a:pt x="2305682" y="392452"/>
                  </a:lnTo>
                  <a:lnTo>
                    <a:pt x="2275586" y="329921"/>
                  </a:lnTo>
                  <a:lnTo>
                    <a:pt x="2240030" y="272182"/>
                  </a:lnTo>
                  <a:lnTo>
                    <a:pt x="2198566" y="219801"/>
                  </a:lnTo>
                  <a:lnTo>
                    <a:pt x="2150743" y="173349"/>
                  </a:lnTo>
                  <a:lnTo>
                    <a:pt x="2096112" y="133395"/>
                  </a:lnTo>
                  <a:lnTo>
                    <a:pt x="2034223" y="100508"/>
                  </a:lnTo>
                  <a:lnTo>
                    <a:pt x="1964627" y="75257"/>
                  </a:lnTo>
                  <a:lnTo>
                    <a:pt x="1926798" y="65673"/>
                  </a:lnTo>
                  <a:lnTo>
                    <a:pt x="1886874" y="58211"/>
                  </a:lnTo>
                  <a:lnTo>
                    <a:pt x="1844799" y="52943"/>
                  </a:lnTo>
                  <a:lnTo>
                    <a:pt x="1800515" y="49940"/>
                  </a:lnTo>
                  <a:lnTo>
                    <a:pt x="1753968" y="49272"/>
                  </a:lnTo>
                  <a:lnTo>
                    <a:pt x="1705101" y="51012"/>
                  </a:lnTo>
                  <a:lnTo>
                    <a:pt x="1653857" y="55230"/>
                  </a:lnTo>
                  <a:lnTo>
                    <a:pt x="1600181" y="61997"/>
                  </a:lnTo>
                  <a:lnTo>
                    <a:pt x="1271996" y="0"/>
                  </a:lnTo>
                  <a:close/>
                </a:path>
              </a:pathLst>
            </a:custGeom>
            <a:solidFill>
              <a:srgbClr val="C144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064925" y="4282674"/>
              <a:ext cx="3736340" cy="7026275"/>
            </a:xfrm>
            <a:custGeom>
              <a:avLst/>
              <a:gdLst/>
              <a:ahLst/>
              <a:cxnLst/>
              <a:rect l="l" t="t" r="r" b="b"/>
              <a:pathLst>
                <a:path w="3736340" h="7026275">
                  <a:moveTo>
                    <a:pt x="3736175" y="2089391"/>
                  </a:moveTo>
                  <a:lnTo>
                    <a:pt x="3730574" y="2033016"/>
                  </a:lnTo>
                  <a:lnTo>
                    <a:pt x="3717709" y="1977707"/>
                  </a:lnTo>
                  <a:lnTo>
                    <a:pt x="3699510" y="1925358"/>
                  </a:lnTo>
                  <a:lnTo>
                    <a:pt x="3677907" y="1877847"/>
                  </a:lnTo>
                  <a:lnTo>
                    <a:pt x="3654831" y="1837067"/>
                  </a:lnTo>
                  <a:lnTo>
                    <a:pt x="3632212" y="1804898"/>
                  </a:lnTo>
                  <a:lnTo>
                    <a:pt x="3596119" y="1773986"/>
                  </a:lnTo>
                  <a:lnTo>
                    <a:pt x="3571367" y="1776755"/>
                  </a:lnTo>
                  <a:lnTo>
                    <a:pt x="3494963" y="1812632"/>
                  </a:lnTo>
                  <a:lnTo>
                    <a:pt x="3449713" y="1841042"/>
                  </a:lnTo>
                  <a:lnTo>
                    <a:pt x="3404019" y="1873262"/>
                  </a:lnTo>
                  <a:lnTo>
                    <a:pt x="3361093" y="1906943"/>
                  </a:lnTo>
                  <a:lnTo>
                    <a:pt x="3324136" y="1939721"/>
                  </a:lnTo>
                  <a:lnTo>
                    <a:pt x="3284778" y="2016048"/>
                  </a:lnTo>
                  <a:lnTo>
                    <a:pt x="3269742" y="2072297"/>
                  </a:lnTo>
                  <a:lnTo>
                    <a:pt x="3257461" y="2135200"/>
                  </a:lnTo>
                  <a:lnTo>
                    <a:pt x="3247669" y="2200732"/>
                  </a:lnTo>
                  <a:lnTo>
                    <a:pt x="3240087" y="2264854"/>
                  </a:lnTo>
                  <a:lnTo>
                    <a:pt x="3234474" y="2323528"/>
                  </a:lnTo>
                  <a:lnTo>
                    <a:pt x="3230562" y="2372715"/>
                  </a:lnTo>
                  <a:lnTo>
                    <a:pt x="3226790" y="2426474"/>
                  </a:lnTo>
                  <a:lnTo>
                    <a:pt x="2999841" y="2611107"/>
                  </a:lnTo>
                  <a:lnTo>
                    <a:pt x="2680779" y="2804820"/>
                  </a:lnTo>
                  <a:lnTo>
                    <a:pt x="2396363" y="2957677"/>
                  </a:lnTo>
                  <a:lnTo>
                    <a:pt x="2273389" y="3019729"/>
                  </a:lnTo>
                  <a:lnTo>
                    <a:pt x="2274278" y="2965780"/>
                  </a:lnTo>
                  <a:lnTo>
                    <a:pt x="2274722" y="2912681"/>
                  </a:lnTo>
                  <a:lnTo>
                    <a:pt x="2274633" y="2850477"/>
                  </a:lnTo>
                  <a:lnTo>
                    <a:pt x="2274265" y="2809062"/>
                  </a:lnTo>
                  <a:lnTo>
                    <a:pt x="2273401" y="2758529"/>
                  </a:lnTo>
                  <a:lnTo>
                    <a:pt x="2272106" y="2708846"/>
                  </a:lnTo>
                  <a:lnTo>
                    <a:pt x="2270417" y="2659989"/>
                  </a:lnTo>
                  <a:lnTo>
                    <a:pt x="2268270" y="2611107"/>
                  </a:lnTo>
                  <a:lnTo>
                    <a:pt x="2265819" y="2564765"/>
                  </a:lnTo>
                  <a:lnTo>
                    <a:pt x="2262949" y="2518397"/>
                  </a:lnTo>
                  <a:lnTo>
                    <a:pt x="2259698" y="2472829"/>
                  </a:lnTo>
                  <a:lnTo>
                    <a:pt x="2251811" y="2380792"/>
                  </a:lnTo>
                  <a:lnTo>
                    <a:pt x="2242451" y="2292159"/>
                  </a:lnTo>
                  <a:lnTo>
                    <a:pt x="2231682" y="2206891"/>
                  </a:lnTo>
                  <a:lnTo>
                    <a:pt x="2219604" y="2124913"/>
                  </a:lnTo>
                  <a:lnTo>
                    <a:pt x="2206282" y="2046185"/>
                  </a:lnTo>
                  <a:lnTo>
                    <a:pt x="2191804" y="1970620"/>
                  </a:lnTo>
                  <a:lnTo>
                    <a:pt x="2187244" y="1949424"/>
                  </a:lnTo>
                  <a:lnTo>
                    <a:pt x="2188438" y="1939836"/>
                  </a:lnTo>
                  <a:lnTo>
                    <a:pt x="2195880" y="1867687"/>
                  </a:lnTo>
                  <a:lnTo>
                    <a:pt x="2200846" y="1796821"/>
                  </a:lnTo>
                  <a:lnTo>
                    <a:pt x="2202992" y="1727111"/>
                  </a:lnTo>
                  <a:lnTo>
                    <a:pt x="2202891" y="1692668"/>
                  </a:lnTo>
                  <a:lnTo>
                    <a:pt x="2201951" y="1658467"/>
                  </a:lnTo>
                  <a:lnTo>
                    <a:pt x="2195030" y="1530019"/>
                  </a:lnTo>
                  <a:lnTo>
                    <a:pt x="2193074" y="1448358"/>
                  </a:lnTo>
                  <a:lnTo>
                    <a:pt x="2193620" y="1378280"/>
                  </a:lnTo>
                  <a:lnTo>
                    <a:pt x="2195995" y="1318526"/>
                  </a:lnTo>
                  <a:lnTo>
                    <a:pt x="2199551" y="1267815"/>
                  </a:lnTo>
                  <a:lnTo>
                    <a:pt x="2203640" y="1224876"/>
                  </a:lnTo>
                  <a:lnTo>
                    <a:pt x="2207615" y="1188466"/>
                  </a:lnTo>
                  <a:lnTo>
                    <a:pt x="2210828" y="1157300"/>
                  </a:lnTo>
                  <a:lnTo>
                    <a:pt x="2212606" y="1130122"/>
                  </a:lnTo>
                  <a:lnTo>
                    <a:pt x="2212327" y="1105649"/>
                  </a:lnTo>
                  <a:lnTo>
                    <a:pt x="2209317" y="1082649"/>
                  </a:lnTo>
                  <a:lnTo>
                    <a:pt x="2192528" y="1035913"/>
                  </a:lnTo>
                  <a:lnTo>
                    <a:pt x="2151799" y="980059"/>
                  </a:lnTo>
                  <a:lnTo>
                    <a:pt x="2114943" y="952309"/>
                  </a:lnTo>
                  <a:lnTo>
                    <a:pt x="2069045" y="926477"/>
                  </a:lnTo>
                  <a:lnTo>
                    <a:pt x="2016290" y="902652"/>
                  </a:lnTo>
                  <a:lnTo>
                    <a:pt x="1958835" y="880910"/>
                  </a:lnTo>
                  <a:lnTo>
                    <a:pt x="1898865" y="861326"/>
                  </a:lnTo>
                  <a:lnTo>
                    <a:pt x="1838540" y="843991"/>
                  </a:lnTo>
                  <a:lnTo>
                    <a:pt x="1780032" y="828967"/>
                  </a:lnTo>
                  <a:lnTo>
                    <a:pt x="1725523" y="816343"/>
                  </a:lnTo>
                  <a:lnTo>
                    <a:pt x="1677187" y="806183"/>
                  </a:lnTo>
                  <a:lnTo>
                    <a:pt x="1637182" y="798588"/>
                  </a:lnTo>
                  <a:lnTo>
                    <a:pt x="1590878" y="791349"/>
                  </a:lnTo>
                  <a:lnTo>
                    <a:pt x="1576463" y="772464"/>
                  </a:lnTo>
                  <a:lnTo>
                    <a:pt x="1565757" y="735571"/>
                  </a:lnTo>
                  <a:lnTo>
                    <a:pt x="1558277" y="684352"/>
                  </a:lnTo>
                  <a:lnTo>
                    <a:pt x="1553578" y="622490"/>
                  </a:lnTo>
                  <a:lnTo>
                    <a:pt x="1551178" y="553694"/>
                  </a:lnTo>
                  <a:lnTo>
                    <a:pt x="1550606" y="481622"/>
                  </a:lnTo>
                  <a:lnTo>
                    <a:pt x="1551051" y="378180"/>
                  </a:lnTo>
                  <a:lnTo>
                    <a:pt x="1552625" y="306349"/>
                  </a:lnTo>
                  <a:lnTo>
                    <a:pt x="1556626" y="232511"/>
                  </a:lnTo>
                  <a:lnTo>
                    <a:pt x="1564360" y="123037"/>
                  </a:lnTo>
                  <a:lnTo>
                    <a:pt x="942759" y="0"/>
                  </a:lnTo>
                  <a:lnTo>
                    <a:pt x="941705" y="77825"/>
                  </a:lnTo>
                  <a:lnTo>
                    <a:pt x="938110" y="151980"/>
                  </a:lnTo>
                  <a:lnTo>
                    <a:pt x="932205" y="222377"/>
                  </a:lnTo>
                  <a:lnTo>
                    <a:pt x="924242" y="288899"/>
                  </a:lnTo>
                  <a:lnTo>
                    <a:pt x="914412" y="351434"/>
                  </a:lnTo>
                  <a:lnTo>
                    <a:pt x="902970" y="409867"/>
                  </a:lnTo>
                  <a:lnTo>
                    <a:pt x="890143" y="464108"/>
                  </a:lnTo>
                  <a:lnTo>
                    <a:pt x="876134" y="514032"/>
                  </a:lnTo>
                  <a:lnTo>
                    <a:pt x="861212" y="559549"/>
                  </a:lnTo>
                  <a:lnTo>
                    <a:pt x="845566" y="600532"/>
                  </a:lnTo>
                  <a:lnTo>
                    <a:pt x="829449" y="636879"/>
                  </a:lnTo>
                  <a:lnTo>
                    <a:pt x="796671" y="695261"/>
                  </a:lnTo>
                  <a:lnTo>
                    <a:pt x="764730" y="733818"/>
                  </a:lnTo>
                  <a:lnTo>
                    <a:pt x="714235" y="757415"/>
                  </a:lnTo>
                  <a:lnTo>
                    <a:pt x="692454" y="766000"/>
                  </a:lnTo>
                  <a:lnTo>
                    <a:pt x="647484" y="791387"/>
                  </a:lnTo>
                  <a:lnTo>
                    <a:pt x="601078" y="827239"/>
                  </a:lnTo>
                  <a:lnTo>
                    <a:pt x="553770" y="872896"/>
                  </a:lnTo>
                  <a:lnTo>
                    <a:pt x="506107" y="927747"/>
                  </a:lnTo>
                  <a:lnTo>
                    <a:pt x="482320" y="958405"/>
                  </a:lnTo>
                  <a:lnTo>
                    <a:pt x="458660" y="991133"/>
                  </a:lnTo>
                  <a:lnTo>
                    <a:pt x="435178" y="1025842"/>
                  </a:lnTo>
                  <a:lnTo>
                    <a:pt x="411962" y="1062443"/>
                  </a:lnTo>
                  <a:lnTo>
                    <a:pt x="389064" y="1100874"/>
                  </a:lnTo>
                  <a:lnTo>
                    <a:pt x="366560" y="1141044"/>
                  </a:lnTo>
                  <a:lnTo>
                    <a:pt x="344525" y="1182878"/>
                  </a:lnTo>
                  <a:lnTo>
                    <a:pt x="323024" y="1226299"/>
                  </a:lnTo>
                  <a:lnTo>
                    <a:pt x="302120" y="1271219"/>
                  </a:lnTo>
                  <a:lnTo>
                    <a:pt x="281889" y="1317561"/>
                  </a:lnTo>
                  <a:lnTo>
                    <a:pt x="262394" y="1365250"/>
                  </a:lnTo>
                  <a:lnTo>
                    <a:pt x="243700" y="1414208"/>
                  </a:lnTo>
                  <a:lnTo>
                    <a:pt x="225882" y="1464360"/>
                  </a:lnTo>
                  <a:lnTo>
                    <a:pt x="209016" y="1515618"/>
                  </a:lnTo>
                  <a:lnTo>
                    <a:pt x="193167" y="1567903"/>
                  </a:lnTo>
                  <a:lnTo>
                    <a:pt x="178384" y="1621142"/>
                  </a:lnTo>
                  <a:lnTo>
                    <a:pt x="164769" y="1675257"/>
                  </a:lnTo>
                  <a:lnTo>
                    <a:pt x="152361" y="1730159"/>
                  </a:lnTo>
                  <a:lnTo>
                    <a:pt x="141249" y="1785785"/>
                  </a:lnTo>
                  <a:lnTo>
                    <a:pt x="131495" y="1842033"/>
                  </a:lnTo>
                  <a:lnTo>
                    <a:pt x="123164" y="1898840"/>
                  </a:lnTo>
                  <a:lnTo>
                    <a:pt x="116319" y="1956117"/>
                  </a:lnTo>
                  <a:lnTo>
                    <a:pt x="111048" y="2013800"/>
                  </a:lnTo>
                  <a:lnTo>
                    <a:pt x="107403" y="2071801"/>
                  </a:lnTo>
                  <a:lnTo>
                    <a:pt x="105460" y="2130044"/>
                  </a:lnTo>
                  <a:lnTo>
                    <a:pt x="105283" y="2188438"/>
                  </a:lnTo>
                  <a:lnTo>
                    <a:pt x="106946" y="2246922"/>
                  </a:lnTo>
                  <a:lnTo>
                    <a:pt x="110528" y="2305393"/>
                  </a:lnTo>
                  <a:lnTo>
                    <a:pt x="116065" y="2363800"/>
                  </a:lnTo>
                  <a:lnTo>
                    <a:pt x="123659" y="2422055"/>
                  </a:lnTo>
                  <a:lnTo>
                    <a:pt x="131711" y="2471204"/>
                  </a:lnTo>
                  <a:lnTo>
                    <a:pt x="141312" y="2520137"/>
                  </a:lnTo>
                  <a:lnTo>
                    <a:pt x="152514" y="2568803"/>
                  </a:lnTo>
                  <a:lnTo>
                    <a:pt x="165354" y="2617152"/>
                  </a:lnTo>
                  <a:lnTo>
                    <a:pt x="179882" y="2665145"/>
                  </a:lnTo>
                  <a:lnTo>
                    <a:pt x="196138" y="2712745"/>
                  </a:lnTo>
                  <a:lnTo>
                    <a:pt x="224320" y="2790063"/>
                  </a:lnTo>
                  <a:lnTo>
                    <a:pt x="317893" y="3043872"/>
                  </a:lnTo>
                  <a:lnTo>
                    <a:pt x="336435" y="3095460"/>
                  </a:lnTo>
                  <a:lnTo>
                    <a:pt x="353009" y="3143123"/>
                  </a:lnTo>
                  <a:lnTo>
                    <a:pt x="367601" y="3187242"/>
                  </a:lnTo>
                  <a:lnTo>
                    <a:pt x="380199" y="3228238"/>
                  </a:lnTo>
                  <a:lnTo>
                    <a:pt x="390791" y="3266490"/>
                  </a:lnTo>
                  <a:lnTo>
                    <a:pt x="405866" y="3336417"/>
                  </a:lnTo>
                  <a:lnTo>
                    <a:pt x="412750" y="3400234"/>
                  </a:lnTo>
                  <a:lnTo>
                    <a:pt x="413067" y="3430854"/>
                  </a:lnTo>
                  <a:lnTo>
                    <a:pt x="411556" y="3458235"/>
                  </a:lnTo>
                  <a:lnTo>
                    <a:pt x="403364" y="3513378"/>
                  </a:lnTo>
                  <a:lnTo>
                    <a:pt x="388200" y="3571011"/>
                  </a:lnTo>
                  <a:lnTo>
                    <a:pt x="365988" y="3633520"/>
                  </a:lnTo>
                  <a:lnTo>
                    <a:pt x="336638" y="3703282"/>
                  </a:lnTo>
                  <a:lnTo>
                    <a:pt x="319252" y="3741610"/>
                  </a:lnTo>
                  <a:lnTo>
                    <a:pt x="300050" y="3782644"/>
                  </a:lnTo>
                  <a:lnTo>
                    <a:pt x="279031" y="3826675"/>
                  </a:lnTo>
                  <a:lnTo>
                    <a:pt x="176441" y="4038676"/>
                  </a:lnTo>
                  <a:lnTo>
                    <a:pt x="146113" y="4102125"/>
                  </a:lnTo>
                  <a:lnTo>
                    <a:pt x="113906" y="4170362"/>
                  </a:lnTo>
                  <a:lnTo>
                    <a:pt x="79781" y="4243667"/>
                  </a:lnTo>
                  <a:lnTo>
                    <a:pt x="43764" y="4322330"/>
                  </a:lnTo>
                  <a:lnTo>
                    <a:pt x="5816" y="4406671"/>
                  </a:lnTo>
                  <a:lnTo>
                    <a:pt x="0" y="4429849"/>
                  </a:lnTo>
                  <a:lnTo>
                    <a:pt x="177" y="4441914"/>
                  </a:lnTo>
                  <a:lnTo>
                    <a:pt x="12471" y="4479760"/>
                  </a:lnTo>
                  <a:lnTo>
                    <a:pt x="41363" y="4519625"/>
                  </a:lnTo>
                  <a:lnTo>
                    <a:pt x="69176" y="4547057"/>
                  </a:lnTo>
                  <a:lnTo>
                    <a:pt x="103378" y="4574946"/>
                  </a:lnTo>
                  <a:lnTo>
                    <a:pt x="143548" y="4603153"/>
                  </a:lnTo>
                  <a:lnTo>
                    <a:pt x="189318" y="4631487"/>
                  </a:lnTo>
                  <a:lnTo>
                    <a:pt x="240271" y="4659795"/>
                  </a:lnTo>
                  <a:lnTo>
                    <a:pt x="296011" y="4687900"/>
                  </a:lnTo>
                  <a:lnTo>
                    <a:pt x="356146" y="4715624"/>
                  </a:lnTo>
                  <a:lnTo>
                    <a:pt x="420281" y="4742815"/>
                  </a:lnTo>
                  <a:lnTo>
                    <a:pt x="488010" y="4769282"/>
                  </a:lnTo>
                  <a:lnTo>
                    <a:pt x="558939" y="4794872"/>
                  </a:lnTo>
                  <a:lnTo>
                    <a:pt x="595490" y="4807280"/>
                  </a:lnTo>
                  <a:lnTo>
                    <a:pt x="632675" y="4819408"/>
                  </a:lnTo>
                  <a:lnTo>
                    <a:pt x="670471" y="4831232"/>
                  </a:lnTo>
                  <a:lnTo>
                    <a:pt x="708825" y="4842726"/>
                  </a:lnTo>
                  <a:lnTo>
                    <a:pt x="747674" y="4853876"/>
                  </a:lnTo>
                  <a:lnTo>
                    <a:pt x="751713" y="4854994"/>
                  </a:lnTo>
                  <a:lnTo>
                    <a:pt x="746798" y="5266474"/>
                  </a:lnTo>
                  <a:lnTo>
                    <a:pt x="731139" y="6203899"/>
                  </a:lnTo>
                  <a:lnTo>
                    <a:pt x="714667" y="7025881"/>
                  </a:lnTo>
                  <a:lnTo>
                    <a:pt x="2001088" y="7025881"/>
                  </a:lnTo>
                  <a:lnTo>
                    <a:pt x="2017166" y="6954329"/>
                  </a:lnTo>
                  <a:lnTo>
                    <a:pt x="2026793" y="6910387"/>
                  </a:lnTo>
                  <a:lnTo>
                    <a:pt x="2192934" y="5948172"/>
                  </a:lnTo>
                  <a:lnTo>
                    <a:pt x="2259228" y="5209362"/>
                  </a:lnTo>
                  <a:lnTo>
                    <a:pt x="2268004" y="4735576"/>
                  </a:lnTo>
                  <a:lnTo>
                    <a:pt x="2261527" y="4568393"/>
                  </a:lnTo>
                  <a:lnTo>
                    <a:pt x="2228519" y="4572266"/>
                  </a:lnTo>
                  <a:lnTo>
                    <a:pt x="2229802" y="4563719"/>
                  </a:lnTo>
                  <a:lnTo>
                    <a:pt x="2232431" y="4531817"/>
                  </a:lnTo>
                  <a:lnTo>
                    <a:pt x="2233079" y="4498505"/>
                  </a:lnTo>
                  <a:lnTo>
                    <a:pt x="2231682" y="4463758"/>
                  </a:lnTo>
                  <a:lnTo>
                    <a:pt x="2222614" y="4389907"/>
                  </a:lnTo>
                  <a:lnTo>
                    <a:pt x="2214842" y="4350740"/>
                  </a:lnTo>
                  <a:lnTo>
                    <a:pt x="2204834" y="4310062"/>
                  </a:lnTo>
                  <a:lnTo>
                    <a:pt x="2192540" y="4267860"/>
                  </a:lnTo>
                  <a:lnTo>
                    <a:pt x="2172182" y="4200702"/>
                  </a:lnTo>
                  <a:lnTo>
                    <a:pt x="2153374" y="4134523"/>
                  </a:lnTo>
                  <a:lnTo>
                    <a:pt x="2136089" y="4069296"/>
                  </a:lnTo>
                  <a:lnTo>
                    <a:pt x="2120277" y="4005008"/>
                  </a:lnTo>
                  <a:lnTo>
                    <a:pt x="2105888" y="3941648"/>
                  </a:lnTo>
                  <a:lnTo>
                    <a:pt x="2092883" y="3879202"/>
                  </a:lnTo>
                  <a:lnTo>
                    <a:pt x="2081212" y="3817658"/>
                  </a:lnTo>
                  <a:lnTo>
                    <a:pt x="2070836" y="3757015"/>
                  </a:lnTo>
                  <a:lnTo>
                    <a:pt x="2066378" y="3727932"/>
                  </a:lnTo>
                  <a:lnTo>
                    <a:pt x="2074240" y="3726396"/>
                  </a:lnTo>
                  <a:lnTo>
                    <a:pt x="2549728" y="3479406"/>
                  </a:lnTo>
                  <a:lnTo>
                    <a:pt x="2977565" y="3093351"/>
                  </a:lnTo>
                  <a:lnTo>
                    <a:pt x="3041497" y="3019729"/>
                  </a:lnTo>
                  <a:lnTo>
                    <a:pt x="3286518" y="2737561"/>
                  </a:lnTo>
                  <a:lnTo>
                    <a:pt x="3405340" y="2581338"/>
                  </a:lnTo>
                  <a:lnTo>
                    <a:pt x="3444329" y="2545257"/>
                  </a:lnTo>
                  <a:lnTo>
                    <a:pt x="3535375" y="2453144"/>
                  </a:lnTo>
                  <a:lnTo>
                    <a:pt x="3639515" y="2329256"/>
                  </a:lnTo>
                  <a:lnTo>
                    <a:pt x="3717810" y="2197798"/>
                  </a:lnTo>
                  <a:lnTo>
                    <a:pt x="3732555" y="2144953"/>
                  </a:lnTo>
                  <a:lnTo>
                    <a:pt x="3736175" y="2089391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042597" y="4289529"/>
              <a:ext cx="586740" cy="474980"/>
            </a:xfrm>
            <a:custGeom>
              <a:avLst/>
              <a:gdLst/>
              <a:ahLst/>
              <a:cxnLst/>
              <a:rect l="l" t="t" r="r" b="b"/>
              <a:pathLst>
                <a:path w="586740" h="474979">
                  <a:moveTo>
                    <a:pt x="0" y="0"/>
                  </a:moveTo>
                  <a:lnTo>
                    <a:pt x="29428" y="63442"/>
                  </a:lnTo>
                  <a:lnTo>
                    <a:pt x="47493" y="98027"/>
                  </a:lnTo>
                  <a:lnTo>
                    <a:pt x="67877" y="133831"/>
                  </a:lnTo>
                  <a:lnTo>
                    <a:pt x="90644" y="170336"/>
                  </a:lnTo>
                  <a:lnTo>
                    <a:pt x="115856" y="207025"/>
                  </a:lnTo>
                  <a:lnTo>
                    <a:pt x="143580" y="243380"/>
                  </a:lnTo>
                  <a:lnTo>
                    <a:pt x="173878" y="278885"/>
                  </a:lnTo>
                  <a:lnTo>
                    <a:pt x="206814" y="313022"/>
                  </a:lnTo>
                  <a:lnTo>
                    <a:pt x="242452" y="345272"/>
                  </a:lnTo>
                  <a:lnTo>
                    <a:pt x="280856" y="375120"/>
                  </a:lnTo>
                  <a:lnTo>
                    <a:pt x="322090" y="402047"/>
                  </a:lnTo>
                  <a:lnTo>
                    <a:pt x="366218" y="425535"/>
                  </a:lnTo>
                  <a:lnTo>
                    <a:pt x="413304" y="445068"/>
                  </a:lnTo>
                  <a:lnTo>
                    <a:pt x="463411" y="460129"/>
                  </a:lnTo>
                  <a:lnTo>
                    <a:pt x="516603" y="470198"/>
                  </a:lnTo>
                  <a:lnTo>
                    <a:pt x="572945" y="474760"/>
                  </a:lnTo>
                  <a:lnTo>
                    <a:pt x="573384" y="371315"/>
                  </a:lnTo>
                  <a:lnTo>
                    <a:pt x="574962" y="299481"/>
                  </a:lnTo>
                  <a:lnTo>
                    <a:pt x="578969" y="225643"/>
                  </a:lnTo>
                  <a:lnTo>
                    <a:pt x="586694" y="11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9C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953002" y="3259767"/>
              <a:ext cx="1044575" cy="1311275"/>
            </a:xfrm>
            <a:custGeom>
              <a:avLst/>
              <a:gdLst/>
              <a:ahLst/>
              <a:cxnLst/>
              <a:rect l="l" t="t" r="r" b="b"/>
              <a:pathLst>
                <a:path w="1044575" h="1311275">
                  <a:moveTo>
                    <a:pt x="486834" y="0"/>
                  </a:moveTo>
                  <a:lnTo>
                    <a:pt x="403395" y="2887"/>
                  </a:lnTo>
                  <a:lnTo>
                    <a:pt x="348781" y="7496"/>
                  </a:lnTo>
                  <a:lnTo>
                    <a:pt x="299223" y="14683"/>
                  </a:lnTo>
                  <a:lnTo>
                    <a:pt x="254485" y="24400"/>
                  </a:lnTo>
                  <a:lnTo>
                    <a:pt x="214329" y="36601"/>
                  </a:lnTo>
                  <a:lnTo>
                    <a:pt x="178515" y="51240"/>
                  </a:lnTo>
                  <a:lnTo>
                    <a:pt x="118968" y="87645"/>
                  </a:lnTo>
                  <a:lnTo>
                    <a:pt x="73941" y="133244"/>
                  </a:lnTo>
                  <a:lnTo>
                    <a:pt x="41532" y="187666"/>
                  </a:lnTo>
                  <a:lnTo>
                    <a:pt x="19838" y="250540"/>
                  </a:lnTo>
                  <a:lnTo>
                    <a:pt x="6958" y="321495"/>
                  </a:lnTo>
                  <a:lnTo>
                    <a:pt x="3228" y="359886"/>
                  </a:lnTo>
                  <a:lnTo>
                    <a:pt x="988" y="400158"/>
                  </a:lnTo>
                  <a:lnTo>
                    <a:pt x="0" y="442265"/>
                  </a:lnTo>
                  <a:lnTo>
                    <a:pt x="26" y="486160"/>
                  </a:lnTo>
                  <a:lnTo>
                    <a:pt x="828" y="531797"/>
                  </a:lnTo>
                  <a:lnTo>
                    <a:pt x="2169" y="579129"/>
                  </a:lnTo>
                  <a:lnTo>
                    <a:pt x="5517" y="678693"/>
                  </a:lnTo>
                  <a:lnTo>
                    <a:pt x="7047" y="730832"/>
                  </a:lnTo>
                  <a:lnTo>
                    <a:pt x="8165" y="784482"/>
                  </a:lnTo>
                  <a:lnTo>
                    <a:pt x="8632" y="839594"/>
                  </a:lnTo>
                  <a:lnTo>
                    <a:pt x="21077" y="1119132"/>
                  </a:lnTo>
                  <a:lnTo>
                    <a:pt x="106194" y="1261380"/>
                  </a:lnTo>
                  <a:lnTo>
                    <a:pt x="336854" y="1310501"/>
                  </a:lnTo>
                  <a:lnTo>
                    <a:pt x="785928" y="1310658"/>
                  </a:lnTo>
                  <a:lnTo>
                    <a:pt x="811627" y="1304192"/>
                  </a:lnTo>
                  <a:lnTo>
                    <a:pt x="859084" y="1266988"/>
                  </a:lnTo>
                  <a:lnTo>
                    <a:pt x="901249" y="1202185"/>
                  </a:lnTo>
                  <a:lnTo>
                    <a:pt x="920332" y="1161220"/>
                  </a:lnTo>
                  <a:lnTo>
                    <a:pt x="938077" y="1115499"/>
                  </a:lnTo>
                  <a:lnTo>
                    <a:pt x="954476" y="1065737"/>
                  </a:lnTo>
                  <a:lnTo>
                    <a:pt x="969525" y="1012648"/>
                  </a:lnTo>
                  <a:lnTo>
                    <a:pt x="983218" y="956947"/>
                  </a:lnTo>
                  <a:lnTo>
                    <a:pt x="995549" y="899348"/>
                  </a:lnTo>
                  <a:lnTo>
                    <a:pt x="1006513" y="840566"/>
                  </a:lnTo>
                  <a:lnTo>
                    <a:pt x="1016106" y="781316"/>
                  </a:lnTo>
                  <a:lnTo>
                    <a:pt x="1024320" y="722312"/>
                  </a:lnTo>
                  <a:lnTo>
                    <a:pt x="1031151" y="664268"/>
                  </a:lnTo>
                  <a:lnTo>
                    <a:pt x="1036593" y="607899"/>
                  </a:lnTo>
                  <a:lnTo>
                    <a:pt x="1040641" y="553921"/>
                  </a:lnTo>
                  <a:lnTo>
                    <a:pt x="1043289" y="503046"/>
                  </a:lnTo>
                  <a:lnTo>
                    <a:pt x="1044533" y="455991"/>
                  </a:lnTo>
                  <a:lnTo>
                    <a:pt x="1044365" y="413468"/>
                  </a:lnTo>
                  <a:lnTo>
                    <a:pt x="1039776" y="344883"/>
                  </a:lnTo>
                  <a:lnTo>
                    <a:pt x="1027719" y="291564"/>
                  </a:lnTo>
                  <a:lnTo>
                    <a:pt x="1007239" y="233913"/>
                  </a:lnTo>
                  <a:lnTo>
                    <a:pt x="977001" y="177807"/>
                  </a:lnTo>
                  <a:lnTo>
                    <a:pt x="933660" y="125556"/>
                  </a:lnTo>
                  <a:lnTo>
                    <a:pt x="873873" y="79466"/>
                  </a:lnTo>
                  <a:lnTo>
                    <a:pt x="836768" y="59453"/>
                  </a:lnTo>
                  <a:lnTo>
                    <a:pt x="794297" y="41847"/>
                  </a:lnTo>
                  <a:lnTo>
                    <a:pt x="746043" y="26934"/>
                  </a:lnTo>
                  <a:lnTo>
                    <a:pt x="691588" y="15005"/>
                  </a:lnTo>
                  <a:lnTo>
                    <a:pt x="630513" y="6347"/>
                  </a:lnTo>
                  <a:lnTo>
                    <a:pt x="562401" y="1249"/>
                  </a:lnTo>
                  <a:lnTo>
                    <a:pt x="486834" y="0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5703138" y="3060934"/>
              <a:ext cx="1400175" cy="876935"/>
            </a:xfrm>
            <a:custGeom>
              <a:avLst/>
              <a:gdLst/>
              <a:ahLst/>
              <a:cxnLst/>
              <a:rect l="l" t="t" r="r" b="b"/>
              <a:pathLst>
                <a:path w="1400175" h="876935">
                  <a:moveTo>
                    <a:pt x="1399641" y="489254"/>
                  </a:moveTo>
                  <a:lnTo>
                    <a:pt x="1363713" y="382257"/>
                  </a:lnTo>
                  <a:lnTo>
                    <a:pt x="1262113" y="250050"/>
                  </a:lnTo>
                  <a:lnTo>
                    <a:pt x="1133462" y="150202"/>
                  </a:lnTo>
                  <a:lnTo>
                    <a:pt x="1036599" y="156210"/>
                  </a:lnTo>
                  <a:lnTo>
                    <a:pt x="1002779" y="183578"/>
                  </a:lnTo>
                  <a:lnTo>
                    <a:pt x="905776" y="39497"/>
                  </a:lnTo>
                  <a:lnTo>
                    <a:pt x="798626" y="0"/>
                  </a:lnTo>
                  <a:lnTo>
                    <a:pt x="619480" y="80949"/>
                  </a:lnTo>
                  <a:lnTo>
                    <a:pt x="302310" y="291909"/>
                  </a:lnTo>
                  <a:lnTo>
                    <a:pt x="268351" y="495719"/>
                  </a:lnTo>
                  <a:lnTo>
                    <a:pt x="225539" y="620534"/>
                  </a:lnTo>
                  <a:lnTo>
                    <a:pt x="145542" y="717550"/>
                  </a:lnTo>
                  <a:lnTo>
                    <a:pt x="0" y="837958"/>
                  </a:lnTo>
                  <a:lnTo>
                    <a:pt x="27228" y="850303"/>
                  </a:lnTo>
                  <a:lnTo>
                    <a:pt x="111582" y="871181"/>
                  </a:lnTo>
                  <a:lnTo>
                    <a:pt x="257149" y="876325"/>
                  </a:lnTo>
                  <a:lnTo>
                    <a:pt x="467969" y="841476"/>
                  </a:lnTo>
                  <a:lnTo>
                    <a:pt x="659980" y="784085"/>
                  </a:lnTo>
                  <a:lnTo>
                    <a:pt x="780135" y="697077"/>
                  </a:lnTo>
                  <a:lnTo>
                    <a:pt x="878979" y="519379"/>
                  </a:lnTo>
                  <a:lnTo>
                    <a:pt x="980757" y="257492"/>
                  </a:lnTo>
                  <a:lnTo>
                    <a:pt x="1046746" y="311150"/>
                  </a:lnTo>
                  <a:lnTo>
                    <a:pt x="1098143" y="362242"/>
                  </a:lnTo>
                  <a:lnTo>
                    <a:pt x="1127010" y="412686"/>
                  </a:lnTo>
                  <a:lnTo>
                    <a:pt x="1151864" y="485914"/>
                  </a:lnTo>
                  <a:lnTo>
                    <a:pt x="1164094" y="531279"/>
                  </a:lnTo>
                  <a:lnTo>
                    <a:pt x="1175385" y="583069"/>
                  </a:lnTo>
                  <a:lnTo>
                    <a:pt x="1186383" y="638060"/>
                  </a:lnTo>
                  <a:lnTo>
                    <a:pt x="1197711" y="693013"/>
                  </a:lnTo>
                  <a:lnTo>
                    <a:pt x="1210030" y="744702"/>
                  </a:lnTo>
                  <a:lnTo>
                    <a:pt x="1223975" y="789901"/>
                  </a:lnTo>
                  <a:lnTo>
                    <a:pt x="1240180" y="825360"/>
                  </a:lnTo>
                  <a:lnTo>
                    <a:pt x="1281963" y="854151"/>
                  </a:lnTo>
                  <a:lnTo>
                    <a:pt x="1371777" y="627684"/>
                  </a:lnTo>
                  <a:lnTo>
                    <a:pt x="1399641" y="489254"/>
                  </a:lnTo>
                  <a:close/>
                </a:path>
              </a:pathLst>
            </a:custGeom>
            <a:solidFill>
              <a:srgbClr val="C144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4060517" y="5019799"/>
              <a:ext cx="1779270" cy="4388485"/>
            </a:xfrm>
            <a:custGeom>
              <a:avLst/>
              <a:gdLst/>
              <a:ahLst/>
              <a:cxnLst/>
              <a:rect l="l" t="t" r="r" b="b"/>
              <a:pathLst>
                <a:path w="1779270" h="4388484">
                  <a:moveTo>
                    <a:pt x="1779045" y="0"/>
                  </a:moveTo>
                  <a:lnTo>
                    <a:pt x="1558849" y="23576"/>
                  </a:lnTo>
                  <a:lnTo>
                    <a:pt x="1423549" y="44978"/>
                  </a:lnTo>
                  <a:lnTo>
                    <a:pt x="1317433" y="76396"/>
                  </a:lnTo>
                  <a:lnTo>
                    <a:pt x="1184791" y="130016"/>
                  </a:lnTo>
                  <a:lnTo>
                    <a:pt x="1133842" y="153844"/>
                  </a:lnTo>
                  <a:lnTo>
                    <a:pt x="1091125" y="179913"/>
                  </a:lnTo>
                  <a:lnTo>
                    <a:pt x="1058398" y="208263"/>
                  </a:lnTo>
                  <a:lnTo>
                    <a:pt x="1024704" y="268008"/>
                  </a:lnTo>
                  <a:lnTo>
                    <a:pt x="999291" y="332536"/>
                  </a:lnTo>
                  <a:lnTo>
                    <a:pt x="973944" y="404991"/>
                  </a:lnTo>
                  <a:lnTo>
                    <a:pt x="961309" y="443974"/>
                  </a:lnTo>
                  <a:lnTo>
                    <a:pt x="948706" y="484678"/>
                  </a:lnTo>
                  <a:lnTo>
                    <a:pt x="936140" y="527016"/>
                  </a:lnTo>
                  <a:lnTo>
                    <a:pt x="923618" y="570900"/>
                  </a:lnTo>
                  <a:lnTo>
                    <a:pt x="911143" y="616244"/>
                  </a:lnTo>
                  <a:lnTo>
                    <a:pt x="898722" y="662960"/>
                  </a:lnTo>
                  <a:lnTo>
                    <a:pt x="886358" y="710962"/>
                  </a:lnTo>
                  <a:lnTo>
                    <a:pt x="874059" y="760162"/>
                  </a:lnTo>
                  <a:lnTo>
                    <a:pt x="861828" y="810474"/>
                  </a:lnTo>
                  <a:lnTo>
                    <a:pt x="849670" y="861810"/>
                  </a:lnTo>
                  <a:lnTo>
                    <a:pt x="837592" y="914083"/>
                  </a:lnTo>
                  <a:lnTo>
                    <a:pt x="825599" y="967207"/>
                  </a:lnTo>
                  <a:lnTo>
                    <a:pt x="813694" y="1021094"/>
                  </a:lnTo>
                  <a:lnTo>
                    <a:pt x="801885" y="1075657"/>
                  </a:lnTo>
                  <a:lnTo>
                    <a:pt x="778570" y="1186462"/>
                  </a:lnTo>
                  <a:lnTo>
                    <a:pt x="755697" y="1298928"/>
                  </a:lnTo>
                  <a:lnTo>
                    <a:pt x="733306" y="1412357"/>
                  </a:lnTo>
                  <a:lnTo>
                    <a:pt x="711440" y="1526054"/>
                  </a:lnTo>
                  <a:lnTo>
                    <a:pt x="679714" y="1695575"/>
                  </a:lnTo>
                  <a:lnTo>
                    <a:pt x="639634" y="1916039"/>
                  </a:lnTo>
                  <a:lnTo>
                    <a:pt x="552250" y="2407008"/>
                  </a:lnTo>
                  <a:lnTo>
                    <a:pt x="530269" y="2527356"/>
                  </a:lnTo>
                  <a:lnTo>
                    <a:pt x="520113" y="2581315"/>
                  </a:lnTo>
                  <a:lnTo>
                    <a:pt x="510538" y="2630728"/>
                  </a:lnTo>
                  <a:lnTo>
                    <a:pt x="501559" y="2675294"/>
                  </a:lnTo>
                  <a:lnTo>
                    <a:pt x="493196" y="2714710"/>
                  </a:lnTo>
                  <a:lnTo>
                    <a:pt x="478386" y="2776891"/>
                  </a:lnTo>
                  <a:lnTo>
                    <a:pt x="466247" y="2814856"/>
                  </a:lnTo>
                  <a:lnTo>
                    <a:pt x="459036" y="2832894"/>
                  </a:lnTo>
                  <a:lnTo>
                    <a:pt x="450963" y="2855278"/>
                  </a:lnTo>
                  <a:lnTo>
                    <a:pt x="432370" y="2912125"/>
                  </a:lnTo>
                  <a:lnTo>
                    <a:pt x="410750" y="2983482"/>
                  </a:lnTo>
                  <a:lnTo>
                    <a:pt x="386384" y="3067433"/>
                  </a:lnTo>
                  <a:lnTo>
                    <a:pt x="267105" y="3490855"/>
                  </a:lnTo>
                  <a:lnTo>
                    <a:pt x="233239" y="3609037"/>
                  </a:lnTo>
                  <a:lnTo>
                    <a:pt x="198319" y="3728317"/>
                  </a:lnTo>
                  <a:lnTo>
                    <a:pt x="180552" y="3787771"/>
                  </a:lnTo>
                  <a:lnTo>
                    <a:pt x="162627" y="3846781"/>
                  </a:lnTo>
                  <a:lnTo>
                    <a:pt x="144578" y="3905108"/>
                  </a:lnTo>
                  <a:lnTo>
                    <a:pt x="126443" y="3962512"/>
                  </a:lnTo>
                  <a:lnTo>
                    <a:pt x="108254" y="4018754"/>
                  </a:lnTo>
                  <a:lnTo>
                    <a:pt x="90049" y="4073595"/>
                  </a:lnTo>
                  <a:lnTo>
                    <a:pt x="71862" y="4126794"/>
                  </a:lnTo>
                  <a:lnTo>
                    <a:pt x="53728" y="4178113"/>
                  </a:lnTo>
                  <a:lnTo>
                    <a:pt x="35683" y="4227312"/>
                  </a:lnTo>
                  <a:lnTo>
                    <a:pt x="17762" y="4274151"/>
                  </a:lnTo>
                  <a:lnTo>
                    <a:pt x="0" y="4318392"/>
                  </a:lnTo>
                  <a:lnTo>
                    <a:pt x="233207" y="4388327"/>
                  </a:lnTo>
                  <a:lnTo>
                    <a:pt x="679019" y="3645260"/>
                  </a:lnTo>
                  <a:lnTo>
                    <a:pt x="915040" y="3230025"/>
                  </a:lnTo>
                  <a:lnTo>
                    <a:pt x="1019944" y="2991830"/>
                  </a:lnTo>
                  <a:lnTo>
                    <a:pt x="1072407" y="2779883"/>
                  </a:lnTo>
                  <a:lnTo>
                    <a:pt x="1078784" y="2750645"/>
                  </a:lnTo>
                  <a:lnTo>
                    <a:pt x="1086459" y="2717182"/>
                  </a:lnTo>
                  <a:lnTo>
                    <a:pt x="1095350" y="2679780"/>
                  </a:lnTo>
                  <a:lnTo>
                    <a:pt x="1105372" y="2638723"/>
                  </a:lnTo>
                  <a:lnTo>
                    <a:pt x="1128486" y="2546791"/>
                  </a:lnTo>
                  <a:lnTo>
                    <a:pt x="1155141" y="2443669"/>
                  </a:lnTo>
                  <a:lnTo>
                    <a:pt x="1184676" y="2331640"/>
                  </a:lnTo>
                  <a:lnTo>
                    <a:pt x="1216434" y="2212990"/>
                  </a:lnTo>
                  <a:lnTo>
                    <a:pt x="1321752" y="1826780"/>
                  </a:lnTo>
                  <a:lnTo>
                    <a:pt x="1421776" y="1466583"/>
                  </a:lnTo>
                  <a:lnTo>
                    <a:pt x="1496477" y="1200515"/>
                  </a:lnTo>
                  <a:lnTo>
                    <a:pt x="1525827" y="1096689"/>
                  </a:lnTo>
                  <a:lnTo>
                    <a:pt x="1779045" y="0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6123614" y="3173473"/>
              <a:ext cx="563880" cy="927735"/>
            </a:xfrm>
            <a:custGeom>
              <a:avLst/>
              <a:gdLst/>
              <a:ahLst/>
              <a:cxnLst/>
              <a:rect l="l" t="t" r="r" b="b"/>
              <a:pathLst>
                <a:path w="563879" h="927735">
                  <a:moveTo>
                    <a:pt x="479759" y="0"/>
                  </a:moveTo>
                  <a:lnTo>
                    <a:pt x="446792" y="169803"/>
                  </a:lnTo>
                  <a:lnTo>
                    <a:pt x="420145" y="402369"/>
                  </a:lnTo>
                  <a:lnTo>
                    <a:pt x="364721" y="558811"/>
                  </a:lnTo>
                  <a:lnTo>
                    <a:pt x="238635" y="710153"/>
                  </a:lnTo>
                  <a:lnTo>
                    <a:pt x="0" y="927424"/>
                  </a:lnTo>
                  <a:lnTo>
                    <a:pt x="240457" y="808071"/>
                  </a:lnTo>
                  <a:lnTo>
                    <a:pt x="379292" y="686533"/>
                  </a:lnTo>
                  <a:lnTo>
                    <a:pt x="469319" y="489232"/>
                  </a:lnTo>
                  <a:lnTo>
                    <a:pt x="563354" y="142589"/>
                  </a:lnTo>
                  <a:lnTo>
                    <a:pt x="550059" y="91657"/>
                  </a:lnTo>
                  <a:lnTo>
                    <a:pt x="518188" y="9039"/>
                  </a:lnTo>
                  <a:lnTo>
                    <a:pt x="479759" y="0"/>
                  </a:lnTo>
                  <a:close/>
                </a:path>
              </a:pathLst>
            </a:custGeom>
            <a:solidFill>
              <a:srgbClr val="C144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4939872" y="8547566"/>
              <a:ext cx="1691639" cy="2761615"/>
            </a:xfrm>
            <a:custGeom>
              <a:avLst/>
              <a:gdLst/>
              <a:ahLst/>
              <a:cxnLst/>
              <a:rect l="l" t="t" r="r" b="b"/>
              <a:pathLst>
                <a:path w="1691640" h="2761615">
                  <a:moveTo>
                    <a:pt x="229905" y="0"/>
                  </a:moveTo>
                  <a:lnTo>
                    <a:pt x="193415" y="67970"/>
                  </a:lnTo>
                  <a:lnTo>
                    <a:pt x="176541" y="104521"/>
                  </a:lnTo>
                  <a:lnTo>
                    <a:pt x="160557" y="142714"/>
                  </a:lnTo>
                  <a:lnTo>
                    <a:pt x="145448" y="182500"/>
                  </a:lnTo>
                  <a:lnTo>
                    <a:pt x="131196" y="223828"/>
                  </a:lnTo>
                  <a:lnTo>
                    <a:pt x="117784" y="266646"/>
                  </a:lnTo>
                  <a:lnTo>
                    <a:pt x="105196" y="310904"/>
                  </a:lnTo>
                  <a:lnTo>
                    <a:pt x="93414" y="356552"/>
                  </a:lnTo>
                  <a:lnTo>
                    <a:pt x="82422" y="403539"/>
                  </a:lnTo>
                  <a:lnTo>
                    <a:pt x="72202" y="451814"/>
                  </a:lnTo>
                  <a:lnTo>
                    <a:pt x="62739" y="501326"/>
                  </a:lnTo>
                  <a:lnTo>
                    <a:pt x="54014" y="552025"/>
                  </a:lnTo>
                  <a:lnTo>
                    <a:pt x="46011" y="603859"/>
                  </a:lnTo>
                  <a:lnTo>
                    <a:pt x="38713" y="656779"/>
                  </a:lnTo>
                  <a:lnTo>
                    <a:pt x="32103" y="710734"/>
                  </a:lnTo>
                  <a:lnTo>
                    <a:pt x="26164" y="765673"/>
                  </a:lnTo>
                  <a:lnTo>
                    <a:pt x="20880" y="821544"/>
                  </a:lnTo>
                  <a:lnTo>
                    <a:pt x="16233" y="878299"/>
                  </a:lnTo>
                  <a:lnTo>
                    <a:pt x="12207" y="935885"/>
                  </a:lnTo>
                  <a:lnTo>
                    <a:pt x="8784" y="994252"/>
                  </a:lnTo>
                  <a:lnTo>
                    <a:pt x="5948" y="1053350"/>
                  </a:lnTo>
                  <a:lnTo>
                    <a:pt x="3681" y="1113128"/>
                  </a:lnTo>
                  <a:lnTo>
                    <a:pt x="2257" y="1161777"/>
                  </a:lnTo>
                  <a:lnTo>
                    <a:pt x="1186" y="1210809"/>
                  </a:lnTo>
                  <a:lnTo>
                    <a:pt x="458" y="1260197"/>
                  </a:lnTo>
                  <a:lnTo>
                    <a:pt x="66" y="1309915"/>
                  </a:lnTo>
                  <a:lnTo>
                    <a:pt x="0" y="1359937"/>
                  </a:lnTo>
                  <a:lnTo>
                    <a:pt x="251" y="1410235"/>
                  </a:lnTo>
                  <a:lnTo>
                    <a:pt x="810" y="1460783"/>
                  </a:lnTo>
                  <a:lnTo>
                    <a:pt x="1670" y="1511554"/>
                  </a:lnTo>
                  <a:lnTo>
                    <a:pt x="2821" y="1562523"/>
                  </a:lnTo>
                  <a:lnTo>
                    <a:pt x="4254" y="1613663"/>
                  </a:lnTo>
                  <a:lnTo>
                    <a:pt x="5960" y="1664946"/>
                  </a:lnTo>
                  <a:lnTo>
                    <a:pt x="7932" y="1716347"/>
                  </a:lnTo>
                  <a:lnTo>
                    <a:pt x="10159" y="1767838"/>
                  </a:lnTo>
                  <a:lnTo>
                    <a:pt x="12634" y="1819394"/>
                  </a:lnTo>
                  <a:lnTo>
                    <a:pt x="15347" y="1870988"/>
                  </a:lnTo>
                  <a:lnTo>
                    <a:pt x="18290" y="1922593"/>
                  </a:lnTo>
                  <a:lnTo>
                    <a:pt x="21454" y="1974183"/>
                  </a:lnTo>
                  <a:lnTo>
                    <a:pt x="28409" y="2077211"/>
                  </a:lnTo>
                  <a:lnTo>
                    <a:pt x="36143" y="2179859"/>
                  </a:lnTo>
                  <a:lnTo>
                    <a:pt x="44585" y="2281916"/>
                  </a:lnTo>
                  <a:lnTo>
                    <a:pt x="53665" y="2383168"/>
                  </a:lnTo>
                  <a:lnTo>
                    <a:pt x="63312" y="2483403"/>
                  </a:lnTo>
                  <a:lnTo>
                    <a:pt x="73457" y="2582409"/>
                  </a:lnTo>
                  <a:lnTo>
                    <a:pt x="87022" y="2706787"/>
                  </a:lnTo>
                  <a:lnTo>
                    <a:pt x="93242" y="2760989"/>
                  </a:lnTo>
                  <a:lnTo>
                    <a:pt x="1456161" y="2760989"/>
                  </a:lnTo>
                  <a:lnTo>
                    <a:pt x="1468155" y="2673272"/>
                  </a:lnTo>
                  <a:lnTo>
                    <a:pt x="1476244" y="2612140"/>
                  </a:lnTo>
                  <a:lnTo>
                    <a:pt x="1576802" y="1702366"/>
                  </a:lnTo>
                  <a:lnTo>
                    <a:pt x="1643271" y="886344"/>
                  </a:lnTo>
                  <a:lnTo>
                    <a:pt x="1679979" y="298300"/>
                  </a:lnTo>
                  <a:lnTo>
                    <a:pt x="1691253" y="72458"/>
                  </a:lnTo>
                  <a:lnTo>
                    <a:pt x="229905" y="0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6626253" y="5283063"/>
              <a:ext cx="1085850" cy="2924810"/>
            </a:xfrm>
            <a:custGeom>
              <a:avLst/>
              <a:gdLst/>
              <a:ahLst/>
              <a:cxnLst/>
              <a:rect l="l" t="t" r="r" b="b"/>
              <a:pathLst>
                <a:path w="1085850" h="2924809">
                  <a:moveTo>
                    <a:pt x="607902" y="0"/>
                  </a:moveTo>
                  <a:lnTo>
                    <a:pt x="581275" y="10426"/>
                  </a:lnTo>
                  <a:lnTo>
                    <a:pt x="547721" y="24163"/>
                  </a:lnTo>
                  <a:lnTo>
                    <a:pt x="463882" y="58942"/>
                  </a:lnTo>
                  <a:lnTo>
                    <a:pt x="415619" y="78669"/>
                  </a:lnTo>
                  <a:lnTo>
                    <a:pt x="364475" y="99076"/>
                  </a:lnTo>
                  <a:lnTo>
                    <a:pt x="311462" y="119507"/>
                  </a:lnTo>
                  <a:lnTo>
                    <a:pt x="257591" y="139305"/>
                  </a:lnTo>
                  <a:lnTo>
                    <a:pt x="203873" y="157811"/>
                  </a:lnTo>
                  <a:lnTo>
                    <a:pt x="151319" y="174369"/>
                  </a:lnTo>
                  <a:lnTo>
                    <a:pt x="100941" y="188320"/>
                  </a:lnTo>
                  <a:lnTo>
                    <a:pt x="53750" y="199007"/>
                  </a:lnTo>
                  <a:lnTo>
                    <a:pt x="10758" y="205773"/>
                  </a:lnTo>
                  <a:lnTo>
                    <a:pt x="8117" y="288375"/>
                  </a:lnTo>
                  <a:lnTo>
                    <a:pt x="4611" y="421986"/>
                  </a:lnTo>
                  <a:lnTo>
                    <a:pt x="2704" y="516786"/>
                  </a:lnTo>
                  <a:lnTo>
                    <a:pt x="1241" y="615569"/>
                  </a:lnTo>
                  <a:lnTo>
                    <a:pt x="311" y="717823"/>
                  </a:lnTo>
                  <a:lnTo>
                    <a:pt x="0" y="823035"/>
                  </a:lnTo>
                  <a:lnTo>
                    <a:pt x="393" y="930694"/>
                  </a:lnTo>
                  <a:lnTo>
                    <a:pt x="1579" y="1040287"/>
                  </a:lnTo>
                  <a:lnTo>
                    <a:pt x="2497" y="1095648"/>
                  </a:lnTo>
                  <a:lnTo>
                    <a:pt x="3644" y="1151302"/>
                  </a:lnTo>
                  <a:lnTo>
                    <a:pt x="5033" y="1207182"/>
                  </a:lnTo>
                  <a:lnTo>
                    <a:pt x="6675" y="1263227"/>
                  </a:lnTo>
                  <a:lnTo>
                    <a:pt x="8579" y="1319370"/>
                  </a:lnTo>
                  <a:lnTo>
                    <a:pt x="10758" y="1375549"/>
                  </a:lnTo>
                  <a:lnTo>
                    <a:pt x="13221" y="1432366"/>
                  </a:lnTo>
                  <a:lnTo>
                    <a:pt x="15989" y="1489091"/>
                  </a:lnTo>
                  <a:lnTo>
                    <a:pt x="19072" y="1545657"/>
                  </a:lnTo>
                  <a:lnTo>
                    <a:pt x="22481" y="1601998"/>
                  </a:lnTo>
                  <a:lnTo>
                    <a:pt x="26228" y="1658048"/>
                  </a:lnTo>
                  <a:lnTo>
                    <a:pt x="30323" y="1713742"/>
                  </a:lnTo>
                  <a:lnTo>
                    <a:pt x="34779" y="1769012"/>
                  </a:lnTo>
                  <a:lnTo>
                    <a:pt x="39606" y="1823794"/>
                  </a:lnTo>
                  <a:lnTo>
                    <a:pt x="44815" y="1878020"/>
                  </a:lnTo>
                  <a:lnTo>
                    <a:pt x="50418" y="1931625"/>
                  </a:lnTo>
                  <a:lnTo>
                    <a:pt x="56426" y="1984543"/>
                  </a:lnTo>
                  <a:lnTo>
                    <a:pt x="62851" y="2036707"/>
                  </a:lnTo>
                  <a:lnTo>
                    <a:pt x="69702" y="2088052"/>
                  </a:lnTo>
                  <a:lnTo>
                    <a:pt x="76992" y="2138511"/>
                  </a:lnTo>
                  <a:lnTo>
                    <a:pt x="84732" y="2188018"/>
                  </a:lnTo>
                  <a:lnTo>
                    <a:pt x="92933" y="2236507"/>
                  </a:lnTo>
                  <a:lnTo>
                    <a:pt x="101606" y="2283913"/>
                  </a:lnTo>
                  <a:lnTo>
                    <a:pt x="110762" y="2330168"/>
                  </a:lnTo>
                  <a:lnTo>
                    <a:pt x="120413" y="2375207"/>
                  </a:lnTo>
                  <a:lnTo>
                    <a:pt x="130570" y="2418964"/>
                  </a:lnTo>
                  <a:lnTo>
                    <a:pt x="141244" y="2461373"/>
                  </a:lnTo>
                  <a:lnTo>
                    <a:pt x="152446" y="2502367"/>
                  </a:lnTo>
                  <a:lnTo>
                    <a:pt x="164188" y="2541881"/>
                  </a:lnTo>
                  <a:lnTo>
                    <a:pt x="176481" y="2579848"/>
                  </a:lnTo>
                  <a:lnTo>
                    <a:pt x="198257" y="2639617"/>
                  </a:lnTo>
                  <a:lnTo>
                    <a:pt x="221643" y="2694574"/>
                  </a:lnTo>
                  <a:lnTo>
                    <a:pt x="246692" y="2744412"/>
                  </a:lnTo>
                  <a:lnTo>
                    <a:pt x="273457" y="2788824"/>
                  </a:lnTo>
                  <a:lnTo>
                    <a:pt x="301991" y="2827504"/>
                  </a:lnTo>
                  <a:lnTo>
                    <a:pt x="332347" y="2860146"/>
                  </a:lnTo>
                  <a:lnTo>
                    <a:pt x="364579" y="2886444"/>
                  </a:lnTo>
                  <a:lnTo>
                    <a:pt x="398739" y="2906091"/>
                  </a:lnTo>
                  <a:lnTo>
                    <a:pt x="434880" y="2918782"/>
                  </a:lnTo>
                  <a:lnTo>
                    <a:pt x="473055" y="2924209"/>
                  </a:lnTo>
                  <a:lnTo>
                    <a:pt x="513318" y="2922068"/>
                  </a:lnTo>
                  <a:lnTo>
                    <a:pt x="567404" y="2912041"/>
                  </a:lnTo>
                  <a:lnTo>
                    <a:pt x="618010" y="2898404"/>
                  </a:lnTo>
                  <a:lnTo>
                    <a:pt x="665250" y="2881375"/>
                  </a:lnTo>
                  <a:lnTo>
                    <a:pt x="709234" y="2861170"/>
                  </a:lnTo>
                  <a:lnTo>
                    <a:pt x="750076" y="2838006"/>
                  </a:lnTo>
                  <a:lnTo>
                    <a:pt x="787889" y="2812100"/>
                  </a:lnTo>
                  <a:lnTo>
                    <a:pt x="822783" y="2783670"/>
                  </a:lnTo>
                  <a:lnTo>
                    <a:pt x="854872" y="2752932"/>
                  </a:lnTo>
                  <a:lnTo>
                    <a:pt x="884268" y="2720103"/>
                  </a:lnTo>
                  <a:lnTo>
                    <a:pt x="911083" y="2685400"/>
                  </a:lnTo>
                  <a:lnTo>
                    <a:pt x="935430" y="2649040"/>
                  </a:lnTo>
                  <a:lnTo>
                    <a:pt x="957420" y="2611241"/>
                  </a:lnTo>
                  <a:lnTo>
                    <a:pt x="977167" y="2572218"/>
                  </a:lnTo>
                  <a:lnTo>
                    <a:pt x="994782" y="2532190"/>
                  </a:lnTo>
                  <a:lnTo>
                    <a:pt x="1010378" y="2491373"/>
                  </a:lnTo>
                  <a:lnTo>
                    <a:pt x="1024067" y="2449984"/>
                  </a:lnTo>
                  <a:lnTo>
                    <a:pt x="1035961" y="2408241"/>
                  </a:lnTo>
                  <a:lnTo>
                    <a:pt x="1046173" y="2366359"/>
                  </a:lnTo>
                  <a:lnTo>
                    <a:pt x="1054815" y="2324557"/>
                  </a:lnTo>
                  <a:lnTo>
                    <a:pt x="1061999" y="2283050"/>
                  </a:lnTo>
                  <a:lnTo>
                    <a:pt x="1067838" y="2242057"/>
                  </a:lnTo>
                  <a:lnTo>
                    <a:pt x="1072444" y="2201794"/>
                  </a:lnTo>
                  <a:lnTo>
                    <a:pt x="1075930" y="2162478"/>
                  </a:lnTo>
                  <a:lnTo>
                    <a:pt x="1083824" y="2053256"/>
                  </a:lnTo>
                  <a:lnTo>
                    <a:pt x="1085801" y="1982447"/>
                  </a:lnTo>
                  <a:lnTo>
                    <a:pt x="1081272" y="1919091"/>
                  </a:lnTo>
                  <a:lnTo>
                    <a:pt x="1069647" y="1832226"/>
                  </a:lnTo>
                  <a:lnTo>
                    <a:pt x="1036193" y="1831572"/>
                  </a:lnTo>
                  <a:lnTo>
                    <a:pt x="960026" y="1827780"/>
                  </a:lnTo>
                  <a:lnTo>
                    <a:pt x="877441" y="1818104"/>
                  </a:lnTo>
                  <a:lnTo>
                    <a:pt x="824733" y="1799798"/>
                  </a:lnTo>
                  <a:lnTo>
                    <a:pt x="798504" y="1760660"/>
                  </a:lnTo>
                  <a:lnTo>
                    <a:pt x="776147" y="1697781"/>
                  </a:lnTo>
                  <a:lnTo>
                    <a:pt x="766297" y="1658417"/>
                  </a:lnTo>
                  <a:lnTo>
                    <a:pt x="757265" y="1614292"/>
                  </a:lnTo>
                  <a:lnTo>
                    <a:pt x="749001" y="1565796"/>
                  </a:lnTo>
                  <a:lnTo>
                    <a:pt x="741457" y="1513320"/>
                  </a:lnTo>
                  <a:lnTo>
                    <a:pt x="734581" y="1457256"/>
                  </a:lnTo>
                  <a:lnTo>
                    <a:pt x="728324" y="1397994"/>
                  </a:lnTo>
                  <a:lnTo>
                    <a:pt x="722637" y="1335927"/>
                  </a:lnTo>
                  <a:lnTo>
                    <a:pt x="717468" y="1271444"/>
                  </a:lnTo>
                  <a:lnTo>
                    <a:pt x="712769" y="1204937"/>
                  </a:lnTo>
                  <a:lnTo>
                    <a:pt x="708489" y="1136798"/>
                  </a:lnTo>
                  <a:lnTo>
                    <a:pt x="704579" y="1067416"/>
                  </a:lnTo>
                  <a:lnTo>
                    <a:pt x="700988" y="997184"/>
                  </a:lnTo>
                  <a:lnTo>
                    <a:pt x="694726" y="861085"/>
                  </a:lnTo>
                  <a:lnTo>
                    <a:pt x="683742" y="594978"/>
                  </a:lnTo>
                  <a:lnTo>
                    <a:pt x="678301" y="470565"/>
                  </a:lnTo>
                  <a:lnTo>
                    <a:pt x="675436" y="411743"/>
                  </a:lnTo>
                  <a:lnTo>
                    <a:pt x="672414" y="355643"/>
                  </a:lnTo>
                  <a:lnTo>
                    <a:pt x="669191" y="302615"/>
                  </a:lnTo>
                  <a:lnTo>
                    <a:pt x="665722" y="253008"/>
                  </a:lnTo>
                  <a:lnTo>
                    <a:pt x="661961" y="207173"/>
                  </a:lnTo>
                  <a:lnTo>
                    <a:pt x="657864" y="165459"/>
                  </a:lnTo>
                  <a:lnTo>
                    <a:pt x="648481" y="95792"/>
                  </a:lnTo>
                  <a:lnTo>
                    <a:pt x="637213" y="46805"/>
                  </a:lnTo>
                  <a:lnTo>
                    <a:pt x="613577" y="6125"/>
                  </a:lnTo>
                  <a:lnTo>
                    <a:pt x="607902" y="0"/>
                  </a:lnTo>
                  <a:close/>
                </a:path>
              </a:pathLst>
            </a:custGeom>
            <a:solidFill>
              <a:srgbClr val="FFC6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6637054" y="6107603"/>
              <a:ext cx="1065530" cy="2099945"/>
            </a:xfrm>
            <a:custGeom>
              <a:avLst/>
              <a:gdLst/>
              <a:ahLst/>
              <a:cxnLst/>
              <a:rect l="l" t="t" r="r" b="b"/>
              <a:pathLst>
                <a:path w="1065529" h="2099945">
                  <a:moveTo>
                    <a:pt x="267248" y="0"/>
                  </a:moveTo>
                  <a:lnTo>
                    <a:pt x="190397" y="139188"/>
                  </a:lnTo>
                  <a:lnTo>
                    <a:pt x="136942" y="242984"/>
                  </a:lnTo>
                  <a:lnTo>
                    <a:pt x="81827" y="363048"/>
                  </a:lnTo>
                  <a:lnTo>
                    <a:pt x="0" y="551040"/>
                  </a:lnTo>
                  <a:lnTo>
                    <a:pt x="2701" y="612759"/>
                  </a:lnTo>
                  <a:lnTo>
                    <a:pt x="5762" y="674362"/>
                  </a:lnTo>
                  <a:lnTo>
                    <a:pt x="9195" y="735765"/>
                  </a:lnTo>
                  <a:lnTo>
                    <a:pt x="13016" y="796882"/>
                  </a:lnTo>
                  <a:lnTo>
                    <a:pt x="17238" y="857629"/>
                  </a:lnTo>
                  <a:lnTo>
                    <a:pt x="21876" y="917922"/>
                  </a:lnTo>
                  <a:lnTo>
                    <a:pt x="26944" y="977675"/>
                  </a:lnTo>
                  <a:lnTo>
                    <a:pt x="32457" y="1036803"/>
                  </a:lnTo>
                  <a:lnTo>
                    <a:pt x="38430" y="1095222"/>
                  </a:lnTo>
                  <a:lnTo>
                    <a:pt x="44876" y="1152847"/>
                  </a:lnTo>
                  <a:lnTo>
                    <a:pt x="51809" y="1209594"/>
                  </a:lnTo>
                  <a:lnTo>
                    <a:pt x="59245" y="1265377"/>
                  </a:lnTo>
                  <a:lnTo>
                    <a:pt x="67198" y="1320111"/>
                  </a:lnTo>
                  <a:lnTo>
                    <a:pt x="75682" y="1373713"/>
                  </a:lnTo>
                  <a:lnTo>
                    <a:pt x="84711" y="1426096"/>
                  </a:lnTo>
                  <a:lnTo>
                    <a:pt x="94300" y="1477177"/>
                  </a:lnTo>
                  <a:lnTo>
                    <a:pt x="104464" y="1526871"/>
                  </a:lnTo>
                  <a:lnTo>
                    <a:pt x="115216" y="1575092"/>
                  </a:lnTo>
                  <a:lnTo>
                    <a:pt x="126570" y="1621756"/>
                  </a:lnTo>
                  <a:lnTo>
                    <a:pt x="138543" y="1666779"/>
                  </a:lnTo>
                  <a:lnTo>
                    <a:pt x="151147" y="1710075"/>
                  </a:lnTo>
                  <a:lnTo>
                    <a:pt x="164397" y="1751559"/>
                  </a:lnTo>
                  <a:lnTo>
                    <a:pt x="178307" y="1791148"/>
                  </a:lnTo>
                  <a:lnTo>
                    <a:pt x="192893" y="1828755"/>
                  </a:lnTo>
                  <a:lnTo>
                    <a:pt x="208168" y="1864297"/>
                  </a:lnTo>
                  <a:lnTo>
                    <a:pt x="240843" y="1928845"/>
                  </a:lnTo>
                  <a:lnTo>
                    <a:pt x="276448" y="1984112"/>
                  </a:lnTo>
                  <a:lnTo>
                    <a:pt x="315097" y="2029421"/>
                  </a:lnTo>
                  <a:lnTo>
                    <a:pt x="356907" y="2064093"/>
                  </a:lnTo>
                  <a:lnTo>
                    <a:pt x="401991" y="2087450"/>
                  </a:lnTo>
                  <a:lnTo>
                    <a:pt x="450465" y="2098814"/>
                  </a:lnTo>
                  <a:lnTo>
                    <a:pt x="476010" y="2099786"/>
                  </a:lnTo>
                  <a:lnTo>
                    <a:pt x="502445" y="2097506"/>
                  </a:lnTo>
                  <a:lnTo>
                    <a:pt x="556543" y="2087474"/>
                  </a:lnTo>
                  <a:lnTo>
                    <a:pt x="607161" y="2073833"/>
                  </a:lnTo>
                  <a:lnTo>
                    <a:pt x="654410" y="2056800"/>
                  </a:lnTo>
                  <a:lnTo>
                    <a:pt x="698404" y="2036592"/>
                  </a:lnTo>
                  <a:lnTo>
                    <a:pt x="739254" y="2013426"/>
                  </a:lnTo>
                  <a:lnTo>
                    <a:pt x="777073" y="1987518"/>
                  </a:lnTo>
                  <a:lnTo>
                    <a:pt x="811973" y="1959086"/>
                  </a:lnTo>
                  <a:lnTo>
                    <a:pt x="844068" y="1928346"/>
                  </a:lnTo>
                  <a:lnTo>
                    <a:pt x="873468" y="1895516"/>
                  </a:lnTo>
                  <a:lnTo>
                    <a:pt x="900287" y="1860813"/>
                  </a:lnTo>
                  <a:lnTo>
                    <a:pt x="924637" y="1824453"/>
                  </a:lnTo>
                  <a:lnTo>
                    <a:pt x="946630" y="1786653"/>
                  </a:lnTo>
                  <a:lnTo>
                    <a:pt x="966380" y="1747631"/>
                  </a:lnTo>
                  <a:lnTo>
                    <a:pt x="983998" y="1707603"/>
                  </a:lnTo>
                  <a:lnTo>
                    <a:pt x="999596" y="1666787"/>
                  </a:lnTo>
                  <a:lnTo>
                    <a:pt x="1013288" y="1625399"/>
                  </a:lnTo>
                  <a:lnTo>
                    <a:pt x="1025185" y="1583656"/>
                  </a:lnTo>
                  <a:lnTo>
                    <a:pt x="1035400" y="1541775"/>
                  </a:lnTo>
                  <a:lnTo>
                    <a:pt x="1044046" y="1499973"/>
                  </a:lnTo>
                  <a:lnTo>
                    <a:pt x="1051235" y="1458467"/>
                  </a:lnTo>
                  <a:lnTo>
                    <a:pt x="1057079" y="1417475"/>
                  </a:lnTo>
                  <a:lnTo>
                    <a:pt x="1061690" y="1377212"/>
                  </a:lnTo>
                  <a:lnTo>
                    <a:pt x="1065182" y="1337896"/>
                  </a:lnTo>
                  <a:lnTo>
                    <a:pt x="1022364" y="1334826"/>
                  </a:lnTo>
                  <a:lnTo>
                    <a:pt x="974292" y="1329072"/>
                  </a:lnTo>
                  <a:lnTo>
                    <a:pt x="923212" y="1319859"/>
                  </a:lnTo>
                  <a:lnTo>
                    <a:pt x="871367" y="1306409"/>
                  </a:lnTo>
                  <a:lnTo>
                    <a:pt x="821003" y="1287946"/>
                  </a:lnTo>
                  <a:lnTo>
                    <a:pt x="774365" y="1263694"/>
                  </a:lnTo>
                  <a:lnTo>
                    <a:pt x="733697" y="1232876"/>
                  </a:lnTo>
                  <a:lnTo>
                    <a:pt x="701245" y="1194717"/>
                  </a:lnTo>
                  <a:lnTo>
                    <a:pt x="588994" y="940271"/>
                  </a:lnTo>
                  <a:lnTo>
                    <a:pt x="444745" y="537117"/>
                  </a:lnTo>
                  <a:lnTo>
                    <a:pt x="320247" y="164084"/>
                  </a:lnTo>
                  <a:lnTo>
                    <a:pt x="267248" y="0"/>
                  </a:lnTo>
                  <a:close/>
                </a:path>
              </a:pathLst>
            </a:custGeom>
            <a:solidFill>
              <a:srgbClr val="FFB8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494921" y="7713531"/>
              <a:ext cx="2936907" cy="3595024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3975725" y="5169701"/>
              <a:ext cx="3364229" cy="3402329"/>
            </a:xfrm>
            <a:custGeom>
              <a:avLst/>
              <a:gdLst/>
              <a:ahLst/>
              <a:cxnLst/>
              <a:rect l="l" t="t" r="r" b="b"/>
              <a:pathLst>
                <a:path w="3364229" h="3402329">
                  <a:moveTo>
                    <a:pt x="1226318" y="0"/>
                  </a:moveTo>
                  <a:lnTo>
                    <a:pt x="1181632" y="20563"/>
                  </a:lnTo>
                  <a:lnTo>
                    <a:pt x="1138500" y="59486"/>
                  </a:lnTo>
                  <a:lnTo>
                    <a:pt x="1096034" y="115669"/>
                  </a:lnTo>
                  <a:lnTo>
                    <a:pt x="1074771" y="149891"/>
                  </a:lnTo>
                  <a:lnTo>
                    <a:pt x="1053340" y="188017"/>
                  </a:lnTo>
                  <a:lnTo>
                    <a:pt x="1031630" y="229910"/>
                  </a:lnTo>
                  <a:lnTo>
                    <a:pt x="1009530" y="275432"/>
                  </a:lnTo>
                  <a:lnTo>
                    <a:pt x="986927" y="324447"/>
                  </a:lnTo>
                  <a:lnTo>
                    <a:pt x="963711" y="376817"/>
                  </a:lnTo>
                  <a:lnTo>
                    <a:pt x="939770" y="432405"/>
                  </a:lnTo>
                  <a:lnTo>
                    <a:pt x="914992" y="491075"/>
                  </a:lnTo>
                  <a:lnTo>
                    <a:pt x="834530" y="684197"/>
                  </a:lnTo>
                  <a:lnTo>
                    <a:pt x="805158" y="754123"/>
                  </a:lnTo>
                  <a:lnTo>
                    <a:pt x="805001" y="755013"/>
                  </a:lnTo>
                  <a:lnTo>
                    <a:pt x="761300" y="858678"/>
                  </a:lnTo>
                  <a:lnTo>
                    <a:pt x="716456" y="965736"/>
                  </a:lnTo>
                  <a:lnTo>
                    <a:pt x="670744" y="1075596"/>
                  </a:lnTo>
                  <a:lnTo>
                    <a:pt x="624441" y="1187673"/>
                  </a:lnTo>
                  <a:lnTo>
                    <a:pt x="577825" y="1301376"/>
                  </a:lnTo>
                  <a:lnTo>
                    <a:pt x="554486" y="1358653"/>
                  </a:lnTo>
                  <a:lnTo>
                    <a:pt x="531173" y="1416117"/>
                  </a:lnTo>
                  <a:lnTo>
                    <a:pt x="507919" y="1473694"/>
                  </a:lnTo>
                  <a:lnTo>
                    <a:pt x="484760" y="1531309"/>
                  </a:lnTo>
                  <a:lnTo>
                    <a:pt x="461730" y="1588890"/>
                  </a:lnTo>
                  <a:lnTo>
                    <a:pt x="438864" y="1646363"/>
                  </a:lnTo>
                  <a:lnTo>
                    <a:pt x="416196" y="1703654"/>
                  </a:lnTo>
                  <a:lnTo>
                    <a:pt x="393761" y="1760690"/>
                  </a:lnTo>
                  <a:lnTo>
                    <a:pt x="371594" y="1817397"/>
                  </a:lnTo>
                  <a:lnTo>
                    <a:pt x="349729" y="1873702"/>
                  </a:lnTo>
                  <a:lnTo>
                    <a:pt x="328201" y="1929531"/>
                  </a:lnTo>
                  <a:lnTo>
                    <a:pt x="307044" y="1984810"/>
                  </a:lnTo>
                  <a:lnTo>
                    <a:pt x="286293" y="2039467"/>
                  </a:lnTo>
                  <a:lnTo>
                    <a:pt x="265982" y="2093427"/>
                  </a:lnTo>
                  <a:lnTo>
                    <a:pt x="246147" y="2146617"/>
                  </a:lnTo>
                  <a:lnTo>
                    <a:pt x="226821" y="2198964"/>
                  </a:lnTo>
                  <a:lnTo>
                    <a:pt x="208040" y="2250393"/>
                  </a:lnTo>
                  <a:lnTo>
                    <a:pt x="189837" y="2300832"/>
                  </a:lnTo>
                  <a:lnTo>
                    <a:pt x="172248" y="2350207"/>
                  </a:lnTo>
                  <a:lnTo>
                    <a:pt x="155308" y="2398444"/>
                  </a:lnTo>
                  <a:lnTo>
                    <a:pt x="139050" y="2445469"/>
                  </a:lnTo>
                  <a:lnTo>
                    <a:pt x="123509" y="2491210"/>
                  </a:lnTo>
                  <a:lnTo>
                    <a:pt x="108489" y="2536299"/>
                  </a:lnTo>
                  <a:lnTo>
                    <a:pt x="94718" y="2578542"/>
                  </a:lnTo>
                  <a:lnTo>
                    <a:pt x="81536" y="2619987"/>
                  </a:lnTo>
                  <a:lnTo>
                    <a:pt x="69211" y="2659853"/>
                  </a:lnTo>
                  <a:lnTo>
                    <a:pt x="57776" y="2698066"/>
                  </a:lnTo>
                  <a:lnTo>
                    <a:pt x="37714" y="2769240"/>
                  </a:lnTo>
                  <a:lnTo>
                    <a:pt x="21629" y="2832921"/>
                  </a:lnTo>
                  <a:lnTo>
                    <a:pt x="9797" y="2888521"/>
                  </a:lnTo>
                  <a:lnTo>
                    <a:pt x="2495" y="2935452"/>
                  </a:lnTo>
                  <a:lnTo>
                    <a:pt x="0" y="2973124"/>
                  </a:lnTo>
                  <a:lnTo>
                    <a:pt x="3563" y="3018139"/>
                  </a:lnTo>
                  <a:lnTo>
                    <a:pt x="13906" y="3060447"/>
                  </a:lnTo>
                  <a:lnTo>
                    <a:pt x="30510" y="3100085"/>
                  </a:lnTo>
                  <a:lnTo>
                    <a:pt x="52854" y="3137090"/>
                  </a:lnTo>
                  <a:lnTo>
                    <a:pt x="80419" y="3171499"/>
                  </a:lnTo>
                  <a:lnTo>
                    <a:pt x="112684" y="3203350"/>
                  </a:lnTo>
                  <a:lnTo>
                    <a:pt x="149130" y="3232680"/>
                  </a:lnTo>
                  <a:lnTo>
                    <a:pt x="189237" y="3259527"/>
                  </a:lnTo>
                  <a:lnTo>
                    <a:pt x="232485" y="3283927"/>
                  </a:lnTo>
                  <a:lnTo>
                    <a:pt x="278354" y="3305919"/>
                  </a:lnTo>
                  <a:lnTo>
                    <a:pt x="326324" y="3325539"/>
                  </a:lnTo>
                  <a:lnTo>
                    <a:pt x="375876" y="3342825"/>
                  </a:lnTo>
                  <a:lnTo>
                    <a:pt x="426489" y="3357813"/>
                  </a:lnTo>
                  <a:lnTo>
                    <a:pt x="490397" y="3373409"/>
                  </a:lnTo>
                  <a:lnTo>
                    <a:pt x="554123" y="3385566"/>
                  </a:lnTo>
                  <a:lnTo>
                    <a:pt x="616650" y="3394356"/>
                  </a:lnTo>
                  <a:lnTo>
                    <a:pt x="676963" y="3399854"/>
                  </a:lnTo>
                  <a:lnTo>
                    <a:pt x="734047" y="3402132"/>
                  </a:lnTo>
                  <a:lnTo>
                    <a:pt x="786885" y="3401263"/>
                  </a:lnTo>
                  <a:lnTo>
                    <a:pt x="834461" y="3397322"/>
                  </a:lnTo>
                  <a:lnTo>
                    <a:pt x="875761" y="3390381"/>
                  </a:lnTo>
                  <a:lnTo>
                    <a:pt x="935468" y="3367792"/>
                  </a:lnTo>
                  <a:lnTo>
                    <a:pt x="963743" y="3336667"/>
                  </a:lnTo>
                  <a:lnTo>
                    <a:pt x="994020" y="3281942"/>
                  </a:lnTo>
                  <a:lnTo>
                    <a:pt x="1009743" y="3246838"/>
                  </a:lnTo>
                  <a:lnTo>
                    <a:pt x="1025768" y="3207165"/>
                  </a:lnTo>
                  <a:lnTo>
                    <a:pt x="1042028" y="3163366"/>
                  </a:lnTo>
                  <a:lnTo>
                    <a:pt x="1058456" y="3115886"/>
                  </a:lnTo>
                  <a:lnTo>
                    <a:pt x="1074986" y="3065166"/>
                  </a:lnTo>
                  <a:lnTo>
                    <a:pt x="1091552" y="3011652"/>
                  </a:lnTo>
                  <a:lnTo>
                    <a:pt x="1108174" y="2955482"/>
                  </a:lnTo>
                  <a:lnTo>
                    <a:pt x="1124526" y="2898012"/>
                  </a:lnTo>
                  <a:lnTo>
                    <a:pt x="1140801" y="2838775"/>
                  </a:lnTo>
                  <a:lnTo>
                    <a:pt x="1156845" y="2778516"/>
                  </a:lnTo>
                  <a:lnTo>
                    <a:pt x="1172594" y="2717680"/>
                  </a:lnTo>
                  <a:lnTo>
                    <a:pt x="1187979" y="2656711"/>
                  </a:lnTo>
                  <a:lnTo>
                    <a:pt x="1203024" y="2595686"/>
                  </a:lnTo>
                  <a:lnTo>
                    <a:pt x="1217397" y="2536146"/>
                  </a:lnTo>
                  <a:lnTo>
                    <a:pt x="1231295" y="2477437"/>
                  </a:lnTo>
                  <a:lnTo>
                    <a:pt x="1244566" y="2420369"/>
                  </a:lnTo>
                  <a:lnTo>
                    <a:pt x="1257141" y="2365385"/>
                  </a:lnTo>
                  <a:lnTo>
                    <a:pt x="1268956" y="2312929"/>
                  </a:lnTo>
                  <a:lnTo>
                    <a:pt x="1279942" y="2263445"/>
                  </a:lnTo>
                  <a:lnTo>
                    <a:pt x="1290035" y="2217375"/>
                  </a:lnTo>
                  <a:lnTo>
                    <a:pt x="1299167" y="2175165"/>
                  </a:lnTo>
                  <a:lnTo>
                    <a:pt x="1307272" y="2137256"/>
                  </a:lnTo>
                  <a:lnTo>
                    <a:pt x="1324176" y="2056627"/>
                  </a:lnTo>
                  <a:lnTo>
                    <a:pt x="1330723" y="2024671"/>
                  </a:lnTo>
                  <a:lnTo>
                    <a:pt x="3218034" y="2024671"/>
                  </a:lnTo>
                  <a:lnTo>
                    <a:pt x="3288182" y="1598198"/>
                  </a:lnTo>
                  <a:lnTo>
                    <a:pt x="3351520" y="1107222"/>
                  </a:lnTo>
                  <a:lnTo>
                    <a:pt x="3357432" y="1039479"/>
                  </a:lnTo>
                  <a:lnTo>
                    <a:pt x="3361296" y="975251"/>
                  </a:lnTo>
                  <a:lnTo>
                    <a:pt x="3363372" y="914427"/>
                  </a:lnTo>
                  <a:lnTo>
                    <a:pt x="3363923" y="856893"/>
                  </a:lnTo>
                  <a:lnTo>
                    <a:pt x="3363210" y="802534"/>
                  </a:lnTo>
                  <a:lnTo>
                    <a:pt x="3361495" y="751238"/>
                  </a:lnTo>
                  <a:lnTo>
                    <a:pt x="3359040" y="702892"/>
                  </a:lnTo>
                  <a:lnTo>
                    <a:pt x="3356105" y="657381"/>
                  </a:lnTo>
                  <a:lnTo>
                    <a:pt x="3352953" y="614593"/>
                  </a:lnTo>
                  <a:lnTo>
                    <a:pt x="3349845" y="574414"/>
                  </a:lnTo>
                  <a:lnTo>
                    <a:pt x="3347043" y="536731"/>
                  </a:lnTo>
                  <a:lnTo>
                    <a:pt x="3344809" y="501429"/>
                  </a:lnTo>
                  <a:lnTo>
                    <a:pt x="3343909" y="470272"/>
                  </a:lnTo>
                  <a:lnTo>
                    <a:pt x="3343275" y="430675"/>
                  </a:lnTo>
                  <a:lnTo>
                    <a:pt x="3341708" y="384817"/>
                  </a:lnTo>
                  <a:lnTo>
                    <a:pt x="3338806" y="345645"/>
                  </a:lnTo>
                  <a:lnTo>
                    <a:pt x="2351137" y="345645"/>
                  </a:lnTo>
                  <a:lnTo>
                    <a:pt x="2098276" y="321648"/>
                  </a:lnTo>
                  <a:lnTo>
                    <a:pt x="1768179" y="216377"/>
                  </a:lnTo>
                  <a:lnTo>
                    <a:pt x="1226318" y="0"/>
                  </a:lnTo>
                  <a:close/>
                </a:path>
                <a:path w="3364229" h="3402329">
                  <a:moveTo>
                    <a:pt x="3218034" y="2024671"/>
                  </a:moveTo>
                  <a:lnTo>
                    <a:pt x="1330723" y="2024671"/>
                  </a:lnTo>
                  <a:lnTo>
                    <a:pt x="1355572" y="2084165"/>
                  </a:lnTo>
                  <a:lnTo>
                    <a:pt x="1410610" y="2217689"/>
                  </a:lnTo>
                  <a:lnTo>
                    <a:pt x="1466572" y="2357805"/>
                  </a:lnTo>
                  <a:lnTo>
                    <a:pt x="1494195" y="2437077"/>
                  </a:lnTo>
                  <a:lnTo>
                    <a:pt x="1498617" y="2479098"/>
                  </a:lnTo>
                  <a:lnTo>
                    <a:pt x="1501785" y="2524834"/>
                  </a:lnTo>
                  <a:lnTo>
                    <a:pt x="1502404" y="2536299"/>
                  </a:lnTo>
                  <a:lnTo>
                    <a:pt x="1615441" y="2585074"/>
                  </a:lnTo>
                  <a:lnTo>
                    <a:pt x="1914219" y="2678767"/>
                  </a:lnTo>
                  <a:lnTo>
                    <a:pt x="2338239" y="2738435"/>
                  </a:lnTo>
                  <a:lnTo>
                    <a:pt x="2827002" y="2685132"/>
                  </a:lnTo>
                  <a:lnTo>
                    <a:pt x="2875423" y="2671116"/>
                  </a:lnTo>
                  <a:lnTo>
                    <a:pt x="2923814" y="2655237"/>
                  </a:lnTo>
                  <a:lnTo>
                    <a:pt x="2972122" y="2637422"/>
                  </a:lnTo>
                  <a:lnTo>
                    <a:pt x="3020293" y="2617596"/>
                  </a:lnTo>
                  <a:lnTo>
                    <a:pt x="3068274" y="2595686"/>
                  </a:lnTo>
                  <a:lnTo>
                    <a:pt x="3116009" y="2571618"/>
                  </a:lnTo>
                  <a:lnTo>
                    <a:pt x="3143961" y="2430194"/>
                  </a:lnTo>
                  <a:lnTo>
                    <a:pt x="3210174" y="2072455"/>
                  </a:lnTo>
                  <a:lnTo>
                    <a:pt x="3218034" y="2024671"/>
                  </a:lnTo>
                  <a:close/>
                </a:path>
                <a:path w="3364229" h="3402329">
                  <a:moveTo>
                    <a:pt x="3258434" y="113033"/>
                  </a:moveTo>
                  <a:lnTo>
                    <a:pt x="3231807" y="123425"/>
                  </a:lnTo>
                  <a:lnTo>
                    <a:pt x="3114413" y="171791"/>
                  </a:lnTo>
                  <a:lnTo>
                    <a:pt x="3015004" y="211805"/>
                  </a:lnTo>
                  <a:lnTo>
                    <a:pt x="2961990" y="232176"/>
                  </a:lnTo>
                  <a:lnTo>
                    <a:pt x="2908119" y="251915"/>
                  </a:lnTo>
                  <a:lnTo>
                    <a:pt x="2854400" y="270368"/>
                  </a:lnTo>
                  <a:lnTo>
                    <a:pt x="2801847" y="286878"/>
                  </a:lnTo>
                  <a:lnTo>
                    <a:pt x="2751470" y="300791"/>
                  </a:lnTo>
                  <a:lnTo>
                    <a:pt x="2704281" y="311450"/>
                  </a:lnTo>
                  <a:lnTo>
                    <a:pt x="2661290" y="318199"/>
                  </a:lnTo>
                  <a:lnTo>
                    <a:pt x="2351137" y="345645"/>
                  </a:lnTo>
                  <a:lnTo>
                    <a:pt x="3338806" y="345645"/>
                  </a:lnTo>
                  <a:lnTo>
                    <a:pt x="3330974" y="283038"/>
                  </a:lnTo>
                  <a:lnTo>
                    <a:pt x="3319406" y="231477"/>
                  </a:lnTo>
                  <a:lnTo>
                    <a:pt x="3302104" y="182375"/>
                  </a:lnTo>
                  <a:lnTo>
                    <a:pt x="3277868" y="137912"/>
                  </a:lnTo>
                  <a:lnTo>
                    <a:pt x="3272476" y="129713"/>
                  </a:lnTo>
                  <a:lnTo>
                    <a:pt x="3270675" y="127168"/>
                  </a:lnTo>
                  <a:lnTo>
                    <a:pt x="3268727" y="124655"/>
                  </a:lnTo>
                  <a:lnTo>
                    <a:pt x="3266654" y="122268"/>
                  </a:lnTo>
                  <a:lnTo>
                    <a:pt x="3264110" y="119137"/>
                  </a:lnTo>
                  <a:lnTo>
                    <a:pt x="3261272" y="115996"/>
                  </a:lnTo>
                  <a:lnTo>
                    <a:pt x="3258434" y="113033"/>
                  </a:lnTo>
                  <a:close/>
                </a:path>
              </a:pathLst>
            </a:custGeom>
            <a:solidFill>
              <a:srgbClr val="FFC6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306375" y="6116417"/>
              <a:ext cx="803275" cy="1701164"/>
            </a:xfrm>
            <a:custGeom>
              <a:avLst/>
              <a:gdLst/>
              <a:ahLst/>
              <a:cxnLst/>
              <a:rect l="l" t="t" r="r" b="b"/>
              <a:pathLst>
                <a:path w="803275" h="1701165">
                  <a:moveTo>
                    <a:pt x="279918" y="0"/>
                  </a:moveTo>
                  <a:lnTo>
                    <a:pt x="182951" y="163034"/>
                  </a:lnTo>
                  <a:lnTo>
                    <a:pt x="92643" y="536401"/>
                  </a:lnTo>
                  <a:lnTo>
                    <a:pt x="25993" y="912593"/>
                  </a:lnTo>
                  <a:lnTo>
                    <a:pt x="0" y="1084103"/>
                  </a:lnTo>
                  <a:lnTo>
                    <a:pt x="91739" y="1303396"/>
                  </a:lnTo>
                  <a:lnTo>
                    <a:pt x="139354" y="1419582"/>
                  </a:lnTo>
                  <a:lnTo>
                    <a:pt x="158175" y="1471438"/>
                  </a:lnTo>
                  <a:lnTo>
                    <a:pt x="165151" y="1510625"/>
                  </a:lnTo>
                  <a:lnTo>
                    <a:pt x="169125" y="1554654"/>
                  </a:lnTo>
                  <a:lnTo>
                    <a:pt x="208713" y="1584650"/>
                  </a:lnTo>
                  <a:lnTo>
                    <a:pt x="250577" y="1612028"/>
                  </a:lnTo>
                  <a:lnTo>
                    <a:pt x="294320" y="1636688"/>
                  </a:lnTo>
                  <a:lnTo>
                    <a:pt x="339547" y="1658527"/>
                  </a:lnTo>
                  <a:lnTo>
                    <a:pt x="385861" y="1677445"/>
                  </a:lnTo>
                  <a:lnTo>
                    <a:pt x="432866" y="1693341"/>
                  </a:lnTo>
                  <a:lnTo>
                    <a:pt x="505388" y="1701097"/>
                  </a:lnTo>
                  <a:lnTo>
                    <a:pt x="538585" y="1694206"/>
                  </a:lnTo>
                  <a:lnTo>
                    <a:pt x="598912" y="1661647"/>
                  </a:lnTo>
                  <a:lnTo>
                    <a:pt x="651234" y="1607737"/>
                  </a:lnTo>
                  <a:lnTo>
                    <a:pt x="674423" y="1574158"/>
                  </a:lnTo>
                  <a:lnTo>
                    <a:pt x="695648" y="1536899"/>
                  </a:lnTo>
                  <a:lnTo>
                    <a:pt x="714920" y="1496513"/>
                  </a:lnTo>
                  <a:lnTo>
                    <a:pt x="732253" y="1453552"/>
                  </a:lnTo>
                  <a:lnTo>
                    <a:pt x="747658" y="1408570"/>
                  </a:lnTo>
                  <a:lnTo>
                    <a:pt x="761149" y="1362119"/>
                  </a:lnTo>
                  <a:lnTo>
                    <a:pt x="772736" y="1314752"/>
                  </a:lnTo>
                  <a:lnTo>
                    <a:pt x="782433" y="1267021"/>
                  </a:lnTo>
                  <a:lnTo>
                    <a:pt x="790252" y="1219479"/>
                  </a:lnTo>
                  <a:lnTo>
                    <a:pt x="796206" y="1172679"/>
                  </a:lnTo>
                  <a:lnTo>
                    <a:pt x="800306" y="1127173"/>
                  </a:lnTo>
                  <a:lnTo>
                    <a:pt x="802564" y="1083514"/>
                  </a:lnTo>
                  <a:lnTo>
                    <a:pt x="802995" y="1042255"/>
                  </a:lnTo>
                  <a:lnTo>
                    <a:pt x="801609" y="1003948"/>
                  </a:lnTo>
                  <a:lnTo>
                    <a:pt x="790387" y="930599"/>
                  </a:lnTo>
                  <a:lnTo>
                    <a:pt x="779769" y="887787"/>
                  </a:lnTo>
                  <a:lnTo>
                    <a:pt x="766169" y="841572"/>
                  </a:lnTo>
                  <a:lnTo>
                    <a:pt x="749855" y="792473"/>
                  </a:lnTo>
                  <a:lnTo>
                    <a:pt x="731094" y="741007"/>
                  </a:lnTo>
                  <a:lnTo>
                    <a:pt x="710154" y="687692"/>
                  </a:lnTo>
                  <a:lnTo>
                    <a:pt x="687302" y="633046"/>
                  </a:lnTo>
                  <a:lnTo>
                    <a:pt x="662806" y="577586"/>
                  </a:lnTo>
                  <a:lnTo>
                    <a:pt x="636933" y="521829"/>
                  </a:lnTo>
                  <a:lnTo>
                    <a:pt x="609950" y="466294"/>
                  </a:lnTo>
                  <a:lnTo>
                    <a:pt x="582126" y="411497"/>
                  </a:lnTo>
                  <a:lnTo>
                    <a:pt x="553727" y="357958"/>
                  </a:lnTo>
                  <a:lnTo>
                    <a:pt x="525021" y="306192"/>
                  </a:lnTo>
                  <a:lnTo>
                    <a:pt x="496276" y="256719"/>
                  </a:lnTo>
                  <a:lnTo>
                    <a:pt x="467758" y="210055"/>
                  </a:lnTo>
                  <a:lnTo>
                    <a:pt x="439736" y="166718"/>
                  </a:lnTo>
                  <a:lnTo>
                    <a:pt x="412476" y="127226"/>
                  </a:lnTo>
                  <a:lnTo>
                    <a:pt x="386247" y="92096"/>
                  </a:lnTo>
                  <a:lnTo>
                    <a:pt x="361316" y="61846"/>
                  </a:lnTo>
                  <a:lnTo>
                    <a:pt x="316417" y="18057"/>
                  </a:lnTo>
                  <a:lnTo>
                    <a:pt x="296983" y="5553"/>
                  </a:lnTo>
                  <a:lnTo>
                    <a:pt x="279918" y="0"/>
                  </a:lnTo>
                  <a:close/>
                </a:path>
              </a:pathLst>
            </a:custGeom>
            <a:solidFill>
              <a:srgbClr val="FFB8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290008" y="7200519"/>
              <a:ext cx="16510" cy="80010"/>
            </a:xfrm>
            <a:custGeom>
              <a:avLst/>
              <a:gdLst/>
              <a:ahLst/>
              <a:cxnLst/>
              <a:rect l="l" t="t" r="r" b="b"/>
              <a:pathLst>
                <a:path w="16510" h="80009">
                  <a:moveTo>
                    <a:pt x="16365" y="0"/>
                  </a:moveTo>
                  <a:lnTo>
                    <a:pt x="10650" y="20206"/>
                  </a:lnTo>
                  <a:lnTo>
                    <a:pt x="6019" y="40187"/>
                  </a:lnTo>
                  <a:lnTo>
                    <a:pt x="2470" y="59955"/>
                  </a:lnTo>
                  <a:lnTo>
                    <a:pt x="0" y="79526"/>
                  </a:lnTo>
                  <a:lnTo>
                    <a:pt x="1636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449506" y="7533489"/>
              <a:ext cx="1678939" cy="379730"/>
            </a:xfrm>
            <a:custGeom>
              <a:avLst/>
              <a:gdLst/>
              <a:ahLst/>
              <a:cxnLst/>
              <a:rect l="l" t="t" r="r" b="b"/>
              <a:pathLst>
                <a:path w="1678940" h="379729">
                  <a:moveTo>
                    <a:pt x="1678399" y="0"/>
                  </a:moveTo>
                  <a:lnTo>
                    <a:pt x="1641483" y="19960"/>
                  </a:lnTo>
                  <a:lnTo>
                    <a:pt x="1586830" y="45336"/>
                  </a:lnTo>
                  <a:lnTo>
                    <a:pt x="1537428" y="65539"/>
                  </a:lnTo>
                  <a:lnTo>
                    <a:pt x="1477978" y="87086"/>
                  </a:lnTo>
                  <a:lnTo>
                    <a:pt x="1408755" y="108873"/>
                  </a:lnTo>
                  <a:lnTo>
                    <a:pt x="1370566" y="119512"/>
                  </a:lnTo>
                  <a:lnTo>
                    <a:pt x="1330038" y="129798"/>
                  </a:lnTo>
                  <a:lnTo>
                    <a:pt x="1287205" y="139593"/>
                  </a:lnTo>
                  <a:lnTo>
                    <a:pt x="1242103" y="148759"/>
                  </a:lnTo>
                  <a:lnTo>
                    <a:pt x="1194765" y="157158"/>
                  </a:lnTo>
                  <a:lnTo>
                    <a:pt x="1145227" y="164653"/>
                  </a:lnTo>
                  <a:lnTo>
                    <a:pt x="1093524" y="171105"/>
                  </a:lnTo>
                  <a:lnTo>
                    <a:pt x="1039689" y="176378"/>
                  </a:lnTo>
                  <a:lnTo>
                    <a:pt x="983758" y="180332"/>
                  </a:lnTo>
                  <a:lnTo>
                    <a:pt x="925765" y="182831"/>
                  </a:lnTo>
                  <a:lnTo>
                    <a:pt x="865745" y="183736"/>
                  </a:lnTo>
                  <a:lnTo>
                    <a:pt x="803732" y="182910"/>
                  </a:lnTo>
                  <a:lnTo>
                    <a:pt x="739762" y="180215"/>
                  </a:lnTo>
                  <a:lnTo>
                    <a:pt x="673868" y="175513"/>
                  </a:lnTo>
                  <a:lnTo>
                    <a:pt x="606086" y="168666"/>
                  </a:lnTo>
                  <a:lnTo>
                    <a:pt x="536450" y="159537"/>
                  </a:lnTo>
                  <a:lnTo>
                    <a:pt x="464994" y="147987"/>
                  </a:lnTo>
                  <a:lnTo>
                    <a:pt x="391754" y="133879"/>
                  </a:lnTo>
                  <a:lnTo>
                    <a:pt x="316765" y="117076"/>
                  </a:lnTo>
                  <a:lnTo>
                    <a:pt x="240060" y="97438"/>
                  </a:lnTo>
                  <a:lnTo>
                    <a:pt x="161674" y="74829"/>
                  </a:lnTo>
                  <a:lnTo>
                    <a:pt x="81642" y="49111"/>
                  </a:lnTo>
                  <a:lnTo>
                    <a:pt x="0" y="20145"/>
                  </a:lnTo>
                  <a:lnTo>
                    <a:pt x="21549" y="194852"/>
                  </a:lnTo>
                  <a:lnTo>
                    <a:pt x="82384" y="216924"/>
                  </a:lnTo>
                  <a:lnTo>
                    <a:pt x="141465" y="237292"/>
                  </a:lnTo>
                  <a:lnTo>
                    <a:pt x="198864" y="256016"/>
                  </a:lnTo>
                  <a:lnTo>
                    <a:pt x="254654" y="273153"/>
                  </a:lnTo>
                  <a:lnTo>
                    <a:pt x="308907" y="288762"/>
                  </a:lnTo>
                  <a:lnTo>
                    <a:pt x="361697" y="302901"/>
                  </a:lnTo>
                  <a:lnTo>
                    <a:pt x="413095" y="315628"/>
                  </a:lnTo>
                  <a:lnTo>
                    <a:pt x="463176" y="327002"/>
                  </a:lnTo>
                  <a:lnTo>
                    <a:pt x="512012" y="337081"/>
                  </a:lnTo>
                  <a:lnTo>
                    <a:pt x="559676" y="345923"/>
                  </a:lnTo>
                  <a:lnTo>
                    <a:pt x="606240" y="353587"/>
                  </a:lnTo>
                  <a:lnTo>
                    <a:pt x="651777" y="360131"/>
                  </a:lnTo>
                  <a:lnTo>
                    <a:pt x="696360" y="365613"/>
                  </a:lnTo>
                  <a:lnTo>
                    <a:pt x="740063" y="370091"/>
                  </a:lnTo>
                  <a:lnTo>
                    <a:pt x="782957" y="373625"/>
                  </a:lnTo>
                  <a:lnTo>
                    <a:pt x="825116" y="376272"/>
                  </a:lnTo>
                  <a:lnTo>
                    <a:pt x="866612" y="378090"/>
                  </a:lnTo>
                  <a:lnTo>
                    <a:pt x="907518" y="379138"/>
                  </a:lnTo>
                  <a:lnTo>
                    <a:pt x="947908" y="379475"/>
                  </a:lnTo>
                  <a:lnTo>
                    <a:pt x="1041928" y="377721"/>
                  </a:lnTo>
                  <a:lnTo>
                    <a:pt x="1128278" y="372771"/>
                  </a:lnTo>
                  <a:lnTo>
                    <a:pt x="1207165" y="365093"/>
                  </a:lnTo>
                  <a:lnTo>
                    <a:pt x="1278794" y="355155"/>
                  </a:lnTo>
                  <a:lnTo>
                    <a:pt x="1343373" y="343426"/>
                  </a:lnTo>
                  <a:lnTo>
                    <a:pt x="1401107" y="330373"/>
                  </a:lnTo>
                  <a:lnTo>
                    <a:pt x="1452202" y="316465"/>
                  </a:lnTo>
                  <a:lnTo>
                    <a:pt x="1496865" y="302170"/>
                  </a:lnTo>
                  <a:lnTo>
                    <a:pt x="1535303" y="287957"/>
                  </a:lnTo>
                  <a:lnTo>
                    <a:pt x="1594325" y="261646"/>
                  </a:lnTo>
                  <a:lnTo>
                    <a:pt x="1630919" y="241279"/>
                  </a:lnTo>
                  <a:lnTo>
                    <a:pt x="1646735" y="230600"/>
                  </a:lnTo>
                  <a:lnTo>
                    <a:pt x="1678399" y="0"/>
                  </a:lnTo>
                  <a:close/>
                </a:path>
              </a:pathLst>
            </a:custGeom>
            <a:solidFill>
              <a:srgbClr val="2130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975681" y="5926913"/>
              <a:ext cx="805180" cy="2611120"/>
            </a:xfrm>
            <a:custGeom>
              <a:avLst/>
              <a:gdLst/>
              <a:ahLst/>
              <a:cxnLst/>
              <a:rect l="l" t="t" r="r" b="b"/>
              <a:pathLst>
                <a:path w="805179" h="2611120">
                  <a:moveTo>
                    <a:pt x="804991" y="0"/>
                  </a:moveTo>
                  <a:lnTo>
                    <a:pt x="716470" y="211374"/>
                  </a:lnTo>
                  <a:lnTo>
                    <a:pt x="647676" y="377545"/>
                  </a:lnTo>
                  <a:lnTo>
                    <a:pt x="577862" y="548050"/>
                  </a:lnTo>
                  <a:lnTo>
                    <a:pt x="507961" y="720898"/>
                  </a:lnTo>
                  <a:lnTo>
                    <a:pt x="461773" y="836448"/>
                  </a:lnTo>
                  <a:lnTo>
                    <a:pt x="416240" y="951564"/>
                  </a:lnTo>
                  <a:lnTo>
                    <a:pt x="371637" y="1065655"/>
                  </a:lnTo>
                  <a:lnTo>
                    <a:pt x="328242" y="1178131"/>
                  </a:lnTo>
                  <a:lnTo>
                    <a:pt x="286331" y="1288402"/>
                  </a:lnTo>
                  <a:lnTo>
                    <a:pt x="246182" y="1395878"/>
                  </a:lnTo>
                  <a:lnTo>
                    <a:pt x="208072" y="1499969"/>
                  </a:lnTo>
                  <a:lnTo>
                    <a:pt x="189867" y="1550560"/>
                  </a:lnTo>
                  <a:lnTo>
                    <a:pt x="172276" y="1600083"/>
                  </a:lnTo>
                  <a:lnTo>
                    <a:pt x="155333" y="1648465"/>
                  </a:lnTo>
                  <a:lnTo>
                    <a:pt x="139073" y="1695632"/>
                  </a:lnTo>
                  <a:lnTo>
                    <a:pt x="123530" y="1741510"/>
                  </a:lnTo>
                  <a:lnTo>
                    <a:pt x="108739" y="1786025"/>
                  </a:lnTo>
                  <a:lnTo>
                    <a:pt x="94735" y="1829103"/>
                  </a:lnTo>
                  <a:lnTo>
                    <a:pt x="81551" y="1870671"/>
                  </a:lnTo>
                  <a:lnTo>
                    <a:pt x="69224" y="1910655"/>
                  </a:lnTo>
                  <a:lnTo>
                    <a:pt x="57787" y="1948981"/>
                  </a:lnTo>
                  <a:lnTo>
                    <a:pt x="37722" y="2020364"/>
                  </a:lnTo>
                  <a:lnTo>
                    <a:pt x="21634" y="2084229"/>
                  </a:lnTo>
                  <a:lnTo>
                    <a:pt x="9799" y="2139988"/>
                  </a:lnTo>
                  <a:lnTo>
                    <a:pt x="2496" y="2187049"/>
                  </a:lnTo>
                  <a:lnTo>
                    <a:pt x="0" y="2224822"/>
                  </a:lnTo>
                  <a:lnTo>
                    <a:pt x="3564" y="2269990"/>
                  </a:lnTo>
                  <a:lnTo>
                    <a:pt x="13911" y="2312436"/>
                  </a:lnTo>
                  <a:lnTo>
                    <a:pt x="30519" y="2352198"/>
                  </a:lnTo>
                  <a:lnTo>
                    <a:pt x="52868" y="2389316"/>
                  </a:lnTo>
                  <a:lnTo>
                    <a:pt x="80437" y="2423828"/>
                  </a:lnTo>
                  <a:lnTo>
                    <a:pt x="112706" y="2455771"/>
                  </a:lnTo>
                  <a:lnTo>
                    <a:pt x="149155" y="2485185"/>
                  </a:lnTo>
                  <a:lnTo>
                    <a:pt x="189262" y="2512108"/>
                  </a:lnTo>
                  <a:lnTo>
                    <a:pt x="232507" y="2536579"/>
                  </a:lnTo>
                  <a:lnTo>
                    <a:pt x="278370" y="2558636"/>
                  </a:lnTo>
                  <a:lnTo>
                    <a:pt x="326329" y="2578317"/>
                  </a:lnTo>
                  <a:lnTo>
                    <a:pt x="375866" y="2595660"/>
                  </a:lnTo>
                  <a:lnTo>
                    <a:pt x="426458" y="2610705"/>
                  </a:lnTo>
                  <a:lnTo>
                    <a:pt x="411075" y="2589567"/>
                  </a:lnTo>
                  <a:lnTo>
                    <a:pt x="397493" y="2565063"/>
                  </a:lnTo>
                  <a:lnTo>
                    <a:pt x="375511" y="2506498"/>
                  </a:lnTo>
                  <a:lnTo>
                    <a:pt x="360067" y="2436096"/>
                  </a:lnTo>
                  <a:lnTo>
                    <a:pt x="354660" y="2396795"/>
                  </a:lnTo>
                  <a:lnTo>
                    <a:pt x="350721" y="2354941"/>
                  </a:lnTo>
                  <a:lnTo>
                    <a:pt x="348196" y="2310670"/>
                  </a:lnTo>
                  <a:lnTo>
                    <a:pt x="347029" y="2264116"/>
                  </a:lnTo>
                  <a:lnTo>
                    <a:pt x="347165" y="2215417"/>
                  </a:lnTo>
                  <a:lnTo>
                    <a:pt x="348549" y="2164707"/>
                  </a:lnTo>
                  <a:lnTo>
                    <a:pt x="351125" y="2112121"/>
                  </a:lnTo>
                  <a:lnTo>
                    <a:pt x="354838" y="2057796"/>
                  </a:lnTo>
                  <a:lnTo>
                    <a:pt x="359633" y="2001867"/>
                  </a:lnTo>
                  <a:lnTo>
                    <a:pt x="365454" y="1944469"/>
                  </a:lnTo>
                  <a:lnTo>
                    <a:pt x="372247" y="1885737"/>
                  </a:lnTo>
                  <a:lnTo>
                    <a:pt x="379955" y="1825809"/>
                  </a:lnTo>
                  <a:lnTo>
                    <a:pt x="388524" y="1764818"/>
                  </a:lnTo>
                  <a:lnTo>
                    <a:pt x="397897" y="1702900"/>
                  </a:lnTo>
                  <a:lnTo>
                    <a:pt x="408021" y="1640191"/>
                  </a:lnTo>
                  <a:lnTo>
                    <a:pt x="418839" y="1576827"/>
                  </a:lnTo>
                  <a:lnTo>
                    <a:pt x="430297" y="1512943"/>
                  </a:lnTo>
                  <a:lnTo>
                    <a:pt x="442338" y="1448674"/>
                  </a:lnTo>
                  <a:lnTo>
                    <a:pt x="454908" y="1384157"/>
                  </a:lnTo>
                  <a:lnTo>
                    <a:pt x="467952" y="1319525"/>
                  </a:lnTo>
                  <a:lnTo>
                    <a:pt x="481413" y="1254916"/>
                  </a:lnTo>
                  <a:lnTo>
                    <a:pt x="495237" y="1190465"/>
                  </a:lnTo>
                  <a:lnTo>
                    <a:pt x="509368" y="1126306"/>
                  </a:lnTo>
                  <a:lnTo>
                    <a:pt x="523752" y="1062576"/>
                  </a:lnTo>
                  <a:lnTo>
                    <a:pt x="538332" y="999410"/>
                  </a:lnTo>
                  <a:lnTo>
                    <a:pt x="553054" y="936944"/>
                  </a:lnTo>
                  <a:lnTo>
                    <a:pt x="567861" y="875313"/>
                  </a:lnTo>
                  <a:lnTo>
                    <a:pt x="582700" y="814653"/>
                  </a:lnTo>
                  <a:lnTo>
                    <a:pt x="597514" y="755099"/>
                  </a:lnTo>
                  <a:lnTo>
                    <a:pt x="626847" y="639851"/>
                  </a:lnTo>
                  <a:lnTo>
                    <a:pt x="655419" y="530655"/>
                  </a:lnTo>
                  <a:lnTo>
                    <a:pt x="682786" y="428593"/>
                  </a:lnTo>
                  <a:lnTo>
                    <a:pt x="708506" y="334751"/>
                  </a:lnTo>
                  <a:lnTo>
                    <a:pt x="743032" y="211771"/>
                  </a:lnTo>
                  <a:lnTo>
                    <a:pt x="779172" y="86684"/>
                  </a:lnTo>
                  <a:lnTo>
                    <a:pt x="804991" y="0"/>
                  </a:lnTo>
                  <a:close/>
                </a:path>
              </a:pathLst>
            </a:custGeom>
            <a:solidFill>
              <a:srgbClr val="FFB8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769374" y="9299375"/>
              <a:ext cx="524510" cy="730885"/>
            </a:xfrm>
            <a:custGeom>
              <a:avLst/>
              <a:gdLst/>
              <a:ahLst/>
              <a:cxnLst/>
              <a:rect l="l" t="t" r="r" b="b"/>
              <a:pathLst>
                <a:path w="524510" h="730884">
                  <a:moveTo>
                    <a:pt x="307679" y="0"/>
                  </a:moveTo>
                  <a:lnTo>
                    <a:pt x="265531" y="97311"/>
                  </a:lnTo>
                  <a:lnTo>
                    <a:pt x="236406" y="152008"/>
                  </a:lnTo>
                  <a:lnTo>
                    <a:pt x="206735" y="184123"/>
                  </a:lnTo>
                  <a:lnTo>
                    <a:pt x="162950" y="213689"/>
                  </a:lnTo>
                  <a:lnTo>
                    <a:pt x="126584" y="242034"/>
                  </a:lnTo>
                  <a:lnTo>
                    <a:pt x="92252" y="278839"/>
                  </a:lnTo>
                  <a:lnTo>
                    <a:pt x="61372" y="321689"/>
                  </a:lnTo>
                  <a:lnTo>
                    <a:pt x="35365" y="368167"/>
                  </a:lnTo>
                  <a:lnTo>
                    <a:pt x="15650" y="415856"/>
                  </a:lnTo>
                  <a:lnTo>
                    <a:pt x="3646" y="462341"/>
                  </a:lnTo>
                  <a:lnTo>
                    <a:pt x="0" y="521362"/>
                  </a:lnTo>
                  <a:lnTo>
                    <a:pt x="8665" y="574026"/>
                  </a:lnTo>
                  <a:lnTo>
                    <a:pt x="27436" y="619867"/>
                  </a:lnTo>
                  <a:lnTo>
                    <a:pt x="54104" y="658418"/>
                  </a:lnTo>
                  <a:lnTo>
                    <a:pt x="86461" y="689214"/>
                  </a:lnTo>
                  <a:lnTo>
                    <a:pt x="122299" y="711788"/>
                  </a:lnTo>
                  <a:lnTo>
                    <a:pt x="159411" y="725674"/>
                  </a:lnTo>
                  <a:lnTo>
                    <a:pt x="195588" y="730407"/>
                  </a:lnTo>
                  <a:lnTo>
                    <a:pt x="220893" y="727217"/>
                  </a:lnTo>
                  <a:lnTo>
                    <a:pt x="270345" y="701036"/>
                  </a:lnTo>
                  <a:lnTo>
                    <a:pt x="317348" y="646968"/>
                  </a:lnTo>
                  <a:lnTo>
                    <a:pt x="339590" y="608920"/>
                  </a:lnTo>
                  <a:lnTo>
                    <a:pt x="360812" y="563233"/>
                  </a:lnTo>
                  <a:lnTo>
                    <a:pt x="380877" y="509684"/>
                  </a:lnTo>
                  <a:lnTo>
                    <a:pt x="399650" y="448052"/>
                  </a:lnTo>
                  <a:lnTo>
                    <a:pt x="416994" y="378113"/>
                  </a:lnTo>
                  <a:lnTo>
                    <a:pt x="432774" y="299645"/>
                  </a:lnTo>
                  <a:lnTo>
                    <a:pt x="448344" y="262777"/>
                  </a:lnTo>
                  <a:lnTo>
                    <a:pt x="479658" y="197950"/>
                  </a:lnTo>
                  <a:lnTo>
                    <a:pt x="510406" y="136255"/>
                  </a:lnTo>
                  <a:lnTo>
                    <a:pt x="524280" y="108782"/>
                  </a:lnTo>
                  <a:lnTo>
                    <a:pt x="307679" y="0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041706" y="5847083"/>
              <a:ext cx="603250" cy="691515"/>
            </a:xfrm>
            <a:custGeom>
              <a:avLst/>
              <a:gdLst/>
              <a:ahLst/>
              <a:cxnLst/>
              <a:rect l="l" t="t" r="r" b="b"/>
              <a:pathLst>
                <a:path w="603250" h="691515">
                  <a:moveTo>
                    <a:pt x="602683" y="0"/>
                  </a:moveTo>
                  <a:lnTo>
                    <a:pt x="0" y="0"/>
                  </a:lnTo>
                  <a:lnTo>
                    <a:pt x="84730" y="691130"/>
                  </a:lnTo>
                  <a:lnTo>
                    <a:pt x="535428" y="691130"/>
                  </a:lnTo>
                  <a:lnTo>
                    <a:pt x="602683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006207" y="5779839"/>
              <a:ext cx="670560" cy="532765"/>
            </a:xfrm>
            <a:custGeom>
              <a:avLst/>
              <a:gdLst/>
              <a:ahLst/>
              <a:cxnLst/>
              <a:rect l="l" t="t" r="r" b="b"/>
              <a:pathLst>
                <a:path w="670559" h="532764">
                  <a:moveTo>
                    <a:pt x="627253" y="179311"/>
                  </a:moveTo>
                  <a:lnTo>
                    <a:pt x="49250" y="179311"/>
                  </a:lnTo>
                  <a:lnTo>
                    <a:pt x="92583" y="532282"/>
                  </a:lnTo>
                  <a:lnTo>
                    <a:pt x="592899" y="532282"/>
                  </a:lnTo>
                  <a:lnTo>
                    <a:pt x="627253" y="179311"/>
                  </a:lnTo>
                  <a:close/>
                </a:path>
                <a:path w="670559" h="532764">
                  <a:moveTo>
                    <a:pt x="670191" y="67246"/>
                  </a:moveTo>
                  <a:lnTo>
                    <a:pt x="653783" y="0"/>
                  </a:lnTo>
                  <a:lnTo>
                    <a:pt x="13081" y="0"/>
                  </a:lnTo>
                  <a:lnTo>
                    <a:pt x="0" y="67246"/>
                  </a:lnTo>
                  <a:lnTo>
                    <a:pt x="670191" y="6724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419150" y="5987136"/>
              <a:ext cx="283210" cy="516890"/>
            </a:xfrm>
            <a:custGeom>
              <a:avLst/>
              <a:gdLst/>
              <a:ahLst/>
              <a:cxnLst/>
              <a:rect l="l" t="t" r="r" b="b"/>
              <a:pathLst>
                <a:path w="283209" h="516890">
                  <a:moveTo>
                    <a:pt x="159761" y="0"/>
                  </a:moveTo>
                  <a:lnTo>
                    <a:pt x="113513" y="14930"/>
                  </a:lnTo>
                  <a:lnTo>
                    <a:pt x="45915" y="69090"/>
                  </a:lnTo>
                  <a:lnTo>
                    <a:pt x="18557" y="101276"/>
                  </a:lnTo>
                  <a:lnTo>
                    <a:pt x="3768" y="138513"/>
                  </a:lnTo>
                  <a:lnTo>
                    <a:pt x="0" y="179234"/>
                  </a:lnTo>
                  <a:lnTo>
                    <a:pt x="5705" y="221875"/>
                  </a:lnTo>
                  <a:lnTo>
                    <a:pt x="19336" y="264868"/>
                  </a:lnTo>
                  <a:lnTo>
                    <a:pt x="39345" y="306649"/>
                  </a:lnTo>
                  <a:lnTo>
                    <a:pt x="64186" y="345651"/>
                  </a:lnTo>
                  <a:lnTo>
                    <a:pt x="92309" y="380308"/>
                  </a:lnTo>
                  <a:lnTo>
                    <a:pt x="122168" y="409055"/>
                  </a:lnTo>
                  <a:lnTo>
                    <a:pt x="214257" y="467722"/>
                  </a:lnTo>
                  <a:lnTo>
                    <a:pt x="254465" y="494712"/>
                  </a:lnTo>
                  <a:lnTo>
                    <a:pt x="276157" y="511071"/>
                  </a:lnTo>
                  <a:lnTo>
                    <a:pt x="282651" y="516574"/>
                  </a:lnTo>
                  <a:lnTo>
                    <a:pt x="273583" y="99068"/>
                  </a:lnTo>
                  <a:lnTo>
                    <a:pt x="206003" y="27109"/>
                  </a:lnTo>
                  <a:lnTo>
                    <a:pt x="159761" y="0"/>
                  </a:lnTo>
                  <a:close/>
                </a:path>
              </a:pathLst>
            </a:custGeom>
            <a:solidFill>
              <a:srgbClr val="FCA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530693" y="5039807"/>
              <a:ext cx="709930" cy="4286885"/>
            </a:xfrm>
            <a:custGeom>
              <a:avLst/>
              <a:gdLst/>
              <a:ahLst/>
              <a:cxnLst/>
              <a:rect l="l" t="t" r="r" b="b"/>
              <a:pathLst>
                <a:path w="709929" h="4286884">
                  <a:moveTo>
                    <a:pt x="158665" y="0"/>
                  </a:moveTo>
                  <a:lnTo>
                    <a:pt x="0" y="28365"/>
                  </a:lnTo>
                  <a:lnTo>
                    <a:pt x="7694" y="42610"/>
                  </a:lnTo>
                  <a:lnTo>
                    <a:pt x="27299" y="81036"/>
                  </a:lnTo>
                  <a:lnTo>
                    <a:pt x="46167" y="119414"/>
                  </a:lnTo>
                  <a:lnTo>
                    <a:pt x="69101" y="167529"/>
                  </a:lnTo>
                  <a:lnTo>
                    <a:pt x="95609" y="224977"/>
                  </a:lnTo>
                  <a:lnTo>
                    <a:pt x="125200" y="291354"/>
                  </a:lnTo>
                  <a:lnTo>
                    <a:pt x="140998" y="327765"/>
                  </a:lnTo>
                  <a:lnTo>
                    <a:pt x="157383" y="366256"/>
                  </a:lnTo>
                  <a:lnTo>
                    <a:pt x="174293" y="406778"/>
                  </a:lnTo>
                  <a:lnTo>
                    <a:pt x="191667" y="449280"/>
                  </a:lnTo>
                  <a:lnTo>
                    <a:pt x="209444" y="493711"/>
                  </a:lnTo>
                  <a:lnTo>
                    <a:pt x="227562" y="540021"/>
                  </a:lnTo>
                  <a:lnTo>
                    <a:pt x="245959" y="588160"/>
                  </a:lnTo>
                  <a:lnTo>
                    <a:pt x="264575" y="638076"/>
                  </a:lnTo>
                  <a:lnTo>
                    <a:pt x="283347" y="689719"/>
                  </a:lnTo>
                  <a:lnTo>
                    <a:pt x="302216" y="743040"/>
                  </a:lnTo>
                  <a:lnTo>
                    <a:pt x="321118" y="797987"/>
                  </a:lnTo>
                  <a:lnTo>
                    <a:pt x="339993" y="854510"/>
                  </a:lnTo>
                  <a:lnTo>
                    <a:pt x="358779" y="912558"/>
                  </a:lnTo>
                  <a:lnTo>
                    <a:pt x="377416" y="972081"/>
                  </a:lnTo>
                  <a:lnTo>
                    <a:pt x="395841" y="1033028"/>
                  </a:lnTo>
                  <a:lnTo>
                    <a:pt x="413993" y="1095350"/>
                  </a:lnTo>
                  <a:lnTo>
                    <a:pt x="431811" y="1158995"/>
                  </a:lnTo>
                  <a:lnTo>
                    <a:pt x="449233" y="1223913"/>
                  </a:lnTo>
                  <a:lnTo>
                    <a:pt x="466198" y="1290053"/>
                  </a:lnTo>
                  <a:lnTo>
                    <a:pt x="482645" y="1357365"/>
                  </a:lnTo>
                  <a:lnTo>
                    <a:pt x="498513" y="1425799"/>
                  </a:lnTo>
                  <a:lnTo>
                    <a:pt x="513739" y="1495304"/>
                  </a:lnTo>
                  <a:lnTo>
                    <a:pt x="528262" y="1565829"/>
                  </a:lnTo>
                  <a:lnTo>
                    <a:pt x="542022" y="1637324"/>
                  </a:lnTo>
                  <a:lnTo>
                    <a:pt x="554956" y="1709739"/>
                  </a:lnTo>
                  <a:lnTo>
                    <a:pt x="567004" y="1783022"/>
                  </a:lnTo>
                  <a:lnTo>
                    <a:pt x="578103" y="1857125"/>
                  </a:lnTo>
                  <a:lnTo>
                    <a:pt x="588193" y="1931995"/>
                  </a:lnTo>
                  <a:lnTo>
                    <a:pt x="597212" y="2007583"/>
                  </a:lnTo>
                  <a:lnTo>
                    <a:pt x="605099" y="2083837"/>
                  </a:lnTo>
                  <a:lnTo>
                    <a:pt x="611792" y="2160709"/>
                  </a:lnTo>
                  <a:lnTo>
                    <a:pt x="614925" y="2206539"/>
                  </a:lnTo>
                  <a:lnTo>
                    <a:pt x="617355" y="2255154"/>
                  </a:lnTo>
                  <a:lnTo>
                    <a:pt x="619114" y="2306362"/>
                  </a:lnTo>
                  <a:lnTo>
                    <a:pt x="620232" y="2359970"/>
                  </a:lnTo>
                  <a:lnTo>
                    <a:pt x="620741" y="2415788"/>
                  </a:lnTo>
                  <a:lnTo>
                    <a:pt x="620671" y="2473623"/>
                  </a:lnTo>
                  <a:lnTo>
                    <a:pt x="620054" y="2533282"/>
                  </a:lnTo>
                  <a:lnTo>
                    <a:pt x="618919" y="2594575"/>
                  </a:lnTo>
                  <a:lnTo>
                    <a:pt x="617299" y="2657309"/>
                  </a:lnTo>
                  <a:lnTo>
                    <a:pt x="615223" y="2721293"/>
                  </a:lnTo>
                  <a:lnTo>
                    <a:pt x="612723" y="2786334"/>
                  </a:lnTo>
                  <a:lnTo>
                    <a:pt x="609830" y="2852241"/>
                  </a:lnTo>
                  <a:lnTo>
                    <a:pt x="606574" y="2918821"/>
                  </a:lnTo>
                  <a:lnTo>
                    <a:pt x="602986" y="2985883"/>
                  </a:lnTo>
                  <a:lnTo>
                    <a:pt x="599097" y="3053235"/>
                  </a:lnTo>
                  <a:lnTo>
                    <a:pt x="594938" y="3120686"/>
                  </a:lnTo>
                  <a:lnTo>
                    <a:pt x="590540" y="3188042"/>
                  </a:lnTo>
                  <a:lnTo>
                    <a:pt x="585934" y="3255112"/>
                  </a:lnTo>
                  <a:lnTo>
                    <a:pt x="576219" y="3387627"/>
                  </a:lnTo>
                  <a:lnTo>
                    <a:pt x="566042" y="3516697"/>
                  </a:lnTo>
                  <a:lnTo>
                    <a:pt x="555649" y="3640785"/>
                  </a:lnTo>
                  <a:lnTo>
                    <a:pt x="545287" y="3758356"/>
                  </a:lnTo>
                  <a:lnTo>
                    <a:pt x="530341" y="3919136"/>
                  </a:lnTo>
                  <a:lnTo>
                    <a:pt x="516854" y="4056618"/>
                  </a:lnTo>
                  <a:lnTo>
                    <a:pt x="502579" y="4194730"/>
                  </a:lnTo>
                  <a:lnTo>
                    <a:pt x="493126" y="4280100"/>
                  </a:lnTo>
                  <a:lnTo>
                    <a:pt x="578736" y="4286529"/>
                  </a:lnTo>
                  <a:lnTo>
                    <a:pt x="585672" y="4225690"/>
                  </a:lnTo>
                  <a:lnTo>
                    <a:pt x="597744" y="4103187"/>
                  </a:lnTo>
                  <a:lnTo>
                    <a:pt x="613907" y="3927827"/>
                  </a:lnTo>
                  <a:lnTo>
                    <a:pt x="627766" y="3768712"/>
                  </a:lnTo>
                  <a:lnTo>
                    <a:pt x="642374" y="3591468"/>
                  </a:lnTo>
                  <a:lnTo>
                    <a:pt x="652201" y="3465691"/>
                  </a:lnTo>
                  <a:lnTo>
                    <a:pt x="661868" y="3335542"/>
                  </a:lnTo>
                  <a:lnTo>
                    <a:pt x="671179" y="3202493"/>
                  </a:lnTo>
                  <a:lnTo>
                    <a:pt x="679937" y="3068018"/>
                  </a:lnTo>
                  <a:lnTo>
                    <a:pt x="687944" y="2933592"/>
                  </a:lnTo>
                  <a:lnTo>
                    <a:pt x="691604" y="2866857"/>
                  </a:lnTo>
                  <a:lnTo>
                    <a:pt x="695003" y="2800687"/>
                  </a:lnTo>
                  <a:lnTo>
                    <a:pt x="698116" y="2735266"/>
                  </a:lnTo>
                  <a:lnTo>
                    <a:pt x="700918" y="2670778"/>
                  </a:lnTo>
                  <a:lnTo>
                    <a:pt x="703385" y="2607407"/>
                  </a:lnTo>
                  <a:lnTo>
                    <a:pt x="705491" y="2545337"/>
                  </a:lnTo>
                  <a:lnTo>
                    <a:pt x="707213" y="2484754"/>
                  </a:lnTo>
                  <a:lnTo>
                    <a:pt x="708526" y="2425839"/>
                  </a:lnTo>
                  <a:lnTo>
                    <a:pt x="709405" y="2368779"/>
                  </a:lnTo>
                  <a:lnTo>
                    <a:pt x="709825" y="2313757"/>
                  </a:lnTo>
                  <a:lnTo>
                    <a:pt x="709762" y="2260958"/>
                  </a:lnTo>
                  <a:lnTo>
                    <a:pt x="709191" y="2210565"/>
                  </a:lnTo>
                  <a:lnTo>
                    <a:pt x="708088" y="2162763"/>
                  </a:lnTo>
                  <a:lnTo>
                    <a:pt x="706428" y="2117736"/>
                  </a:lnTo>
                  <a:lnTo>
                    <a:pt x="703226" y="2056739"/>
                  </a:lnTo>
                  <a:lnTo>
                    <a:pt x="699116" y="1996198"/>
                  </a:lnTo>
                  <a:lnTo>
                    <a:pt x="694142" y="1936146"/>
                  </a:lnTo>
                  <a:lnTo>
                    <a:pt x="688349" y="1876614"/>
                  </a:lnTo>
                  <a:lnTo>
                    <a:pt x="681780" y="1817634"/>
                  </a:lnTo>
                  <a:lnTo>
                    <a:pt x="674481" y="1759237"/>
                  </a:lnTo>
                  <a:lnTo>
                    <a:pt x="666495" y="1701454"/>
                  </a:lnTo>
                  <a:lnTo>
                    <a:pt x="657866" y="1644318"/>
                  </a:lnTo>
                  <a:lnTo>
                    <a:pt x="648638" y="1587859"/>
                  </a:lnTo>
                  <a:lnTo>
                    <a:pt x="638856" y="1532110"/>
                  </a:lnTo>
                  <a:lnTo>
                    <a:pt x="628564" y="1477102"/>
                  </a:lnTo>
                  <a:lnTo>
                    <a:pt x="617805" y="1422867"/>
                  </a:lnTo>
                  <a:lnTo>
                    <a:pt x="606625" y="1369436"/>
                  </a:lnTo>
                  <a:lnTo>
                    <a:pt x="595067" y="1316840"/>
                  </a:lnTo>
                  <a:lnTo>
                    <a:pt x="583175" y="1265112"/>
                  </a:lnTo>
                  <a:lnTo>
                    <a:pt x="570994" y="1214283"/>
                  </a:lnTo>
                  <a:lnTo>
                    <a:pt x="558568" y="1164385"/>
                  </a:lnTo>
                  <a:lnTo>
                    <a:pt x="545940" y="1115448"/>
                  </a:lnTo>
                  <a:lnTo>
                    <a:pt x="533155" y="1067505"/>
                  </a:lnTo>
                  <a:lnTo>
                    <a:pt x="520258" y="1020587"/>
                  </a:lnTo>
                  <a:lnTo>
                    <a:pt x="507292" y="974726"/>
                  </a:lnTo>
                  <a:lnTo>
                    <a:pt x="494301" y="929953"/>
                  </a:lnTo>
                  <a:lnTo>
                    <a:pt x="481330" y="886301"/>
                  </a:lnTo>
                  <a:lnTo>
                    <a:pt x="468423" y="843800"/>
                  </a:lnTo>
                  <a:lnTo>
                    <a:pt x="455624" y="802481"/>
                  </a:lnTo>
                  <a:lnTo>
                    <a:pt x="442977" y="762378"/>
                  </a:lnTo>
                  <a:lnTo>
                    <a:pt x="418316" y="685941"/>
                  </a:lnTo>
                  <a:lnTo>
                    <a:pt x="383569" y="581186"/>
                  </a:lnTo>
                  <a:lnTo>
                    <a:pt x="353307" y="492517"/>
                  </a:lnTo>
                  <a:lnTo>
                    <a:pt x="324446" y="410822"/>
                  </a:lnTo>
                  <a:lnTo>
                    <a:pt x="297196" y="336205"/>
                  </a:lnTo>
                  <a:lnTo>
                    <a:pt x="271764" y="268768"/>
                  </a:lnTo>
                  <a:lnTo>
                    <a:pt x="248356" y="208612"/>
                  </a:lnTo>
                  <a:lnTo>
                    <a:pt x="227182" y="155840"/>
                  </a:lnTo>
                  <a:lnTo>
                    <a:pt x="208449" y="110555"/>
                  </a:lnTo>
                  <a:lnTo>
                    <a:pt x="192364" y="72858"/>
                  </a:lnTo>
                  <a:lnTo>
                    <a:pt x="168971" y="20638"/>
                  </a:lnTo>
                  <a:lnTo>
                    <a:pt x="162078" y="6320"/>
                  </a:lnTo>
                  <a:lnTo>
                    <a:pt x="158665" y="0"/>
                  </a:lnTo>
                  <a:close/>
                </a:path>
              </a:pathLst>
            </a:custGeom>
            <a:solidFill>
              <a:srgbClr val="8F5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4685410" y="8973622"/>
              <a:ext cx="1495425" cy="1179830"/>
            </a:xfrm>
            <a:custGeom>
              <a:avLst/>
              <a:gdLst/>
              <a:ahLst/>
              <a:cxnLst/>
              <a:rect l="l" t="t" r="r" b="b"/>
              <a:pathLst>
                <a:path w="1495425" h="1179829">
                  <a:moveTo>
                    <a:pt x="260976" y="0"/>
                  </a:moveTo>
                  <a:lnTo>
                    <a:pt x="221292" y="519"/>
                  </a:lnTo>
                  <a:lnTo>
                    <a:pt x="186102" y="15686"/>
                  </a:lnTo>
                  <a:lnTo>
                    <a:pt x="159165" y="42941"/>
                  </a:lnTo>
                  <a:lnTo>
                    <a:pt x="144236" y="79725"/>
                  </a:lnTo>
                  <a:lnTo>
                    <a:pt x="0" y="845136"/>
                  </a:lnTo>
                  <a:lnTo>
                    <a:pt x="510" y="884814"/>
                  </a:lnTo>
                  <a:lnTo>
                    <a:pt x="15677" y="920000"/>
                  </a:lnTo>
                  <a:lnTo>
                    <a:pt x="42934" y="946937"/>
                  </a:lnTo>
                  <a:lnTo>
                    <a:pt x="79714" y="961866"/>
                  </a:lnTo>
                  <a:lnTo>
                    <a:pt x="1234266" y="1179450"/>
                  </a:lnTo>
                  <a:lnTo>
                    <a:pt x="1273954" y="1178940"/>
                  </a:lnTo>
                  <a:lnTo>
                    <a:pt x="1309143" y="1163773"/>
                  </a:lnTo>
                  <a:lnTo>
                    <a:pt x="1336078" y="1136516"/>
                  </a:lnTo>
                  <a:lnTo>
                    <a:pt x="1351005" y="1099736"/>
                  </a:lnTo>
                  <a:lnTo>
                    <a:pt x="1495263" y="334324"/>
                  </a:lnTo>
                  <a:lnTo>
                    <a:pt x="1494742" y="294639"/>
                  </a:lnTo>
                  <a:lnTo>
                    <a:pt x="1479572" y="259448"/>
                  </a:lnTo>
                  <a:lnTo>
                    <a:pt x="1452317" y="232514"/>
                  </a:lnTo>
                  <a:lnTo>
                    <a:pt x="1415538" y="217595"/>
                  </a:lnTo>
                  <a:lnTo>
                    <a:pt x="260976" y="0"/>
                  </a:lnTo>
                  <a:close/>
                </a:path>
              </a:pathLst>
            </a:custGeom>
            <a:solidFill>
              <a:srgbClr val="8039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4432500" y="8929726"/>
              <a:ext cx="1486535" cy="1170305"/>
            </a:xfrm>
            <a:custGeom>
              <a:avLst/>
              <a:gdLst/>
              <a:ahLst/>
              <a:cxnLst/>
              <a:rect l="l" t="t" r="r" b="b"/>
              <a:pathLst>
                <a:path w="1486535" h="1170304">
                  <a:moveTo>
                    <a:pt x="280923" y="0"/>
                  </a:moveTo>
                  <a:lnTo>
                    <a:pt x="231318" y="637"/>
                  </a:lnTo>
                  <a:lnTo>
                    <a:pt x="187331" y="19592"/>
                  </a:lnTo>
                  <a:lnTo>
                    <a:pt x="153660" y="53658"/>
                  </a:lnTo>
                  <a:lnTo>
                    <a:pt x="135001" y="99630"/>
                  </a:lnTo>
                  <a:lnTo>
                    <a:pt x="0" y="815943"/>
                  </a:lnTo>
                  <a:lnTo>
                    <a:pt x="651" y="865553"/>
                  </a:lnTo>
                  <a:lnTo>
                    <a:pt x="19613" y="909539"/>
                  </a:lnTo>
                  <a:lnTo>
                    <a:pt x="53678" y="943207"/>
                  </a:lnTo>
                  <a:lnTo>
                    <a:pt x="99640" y="961866"/>
                  </a:lnTo>
                  <a:lnTo>
                    <a:pt x="1205104" y="1170194"/>
                  </a:lnTo>
                  <a:lnTo>
                    <a:pt x="1254714" y="1169556"/>
                  </a:lnTo>
                  <a:lnTo>
                    <a:pt x="1298699" y="1150602"/>
                  </a:lnTo>
                  <a:lnTo>
                    <a:pt x="1332368" y="1116536"/>
                  </a:lnTo>
                  <a:lnTo>
                    <a:pt x="1351026" y="1070564"/>
                  </a:lnTo>
                  <a:lnTo>
                    <a:pt x="1486028" y="354240"/>
                  </a:lnTo>
                  <a:lnTo>
                    <a:pt x="1485382" y="304636"/>
                  </a:lnTo>
                  <a:lnTo>
                    <a:pt x="1466423" y="260654"/>
                  </a:lnTo>
                  <a:lnTo>
                    <a:pt x="1432359" y="226986"/>
                  </a:lnTo>
                  <a:lnTo>
                    <a:pt x="1386397" y="208328"/>
                  </a:lnTo>
                  <a:lnTo>
                    <a:pt x="280923" y="0"/>
                  </a:lnTo>
                  <a:close/>
                </a:path>
              </a:pathLst>
            </a:custGeom>
            <a:solidFill>
              <a:srgbClr val="8F5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5128777" y="2510002"/>
              <a:ext cx="1515110" cy="1139190"/>
            </a:xfrm>
            <a:custGeom>
              <a:avLst/>
              <a:gdLst/>
              <a:ahLst/>
              <a:cxnLst/>
              <a:rect l="l" t="t" r="r" b="b"/>
              <a:pathLst>
                <a:path w="1515109" h="1139189">
                  <a:moveTo>
                    <a:pt x="928499" y="0"/>
                  </a:moveTo>
                  <a:lnTo>
                    <a:pt x="884351" y="59"/>
                  </a:lnTo>
                  <a:lnTo>
                    <a:pt x="839243" y="2829"/>
                  </a:lnTo>
                  <a:lnTo>
                    <a:pt x="793163" y="8358"/>
                  </a:lnTo>
                  <a:lnTo>
                    <a:pt x="746098" y="16692"/>
                  </a:lnTo>
                  <a:lnTo>
                    <a:pt x="698033" y="27880"/>
                  </a:lnTo>
                  <a:lnTo>
                    <a:pt x="648958" y="41969"/>
                  </a:lnTo>
                  <a:lnTo>
                    <a:pt x="598857" y="59007"/>
                  </a:lnTo>
                  <a:lnTo>
                    <a:pt x="547720" y="79041"/>
                  </a:lnTo>
                  <a:lnTo>
                    <a:pt x="495531" y="102120"/>
                  </a:lnTo>
                  <a:lnTo>
                    <a:pt x="442279" y="128291"/>
                  </a:lnTo>
                  <a:lnTo>
                    <a:pt x="387951" y="157601"/>
                  </a:lnTo>
                  <a:lnTo>
                    <a:pt x="107961" y="329355"/>
                  </a:lnTo>
                  <a:lnTo>
                    <a:pt x="0" y="488846"/>
                  </a:lnTo>
                  <a:lnTo>
                    <a:pt x="50900" y="728093"/>
                  </a:lnTo>
                  <a:lnTo>
                    <a:pt x="247495" y="1139111"/>
                  </a:lnTo>
                  <a:lnTo>
                    <a:pt x="1514964" y="328779"/>
                  </a:lnTo>
                  <a:lnTo>
                    <a:pt x="1484402" y="291954"/>
                  </a:lnTo>
                  <a:lnTo>
                    <a:pt x="1453089" y="257076"/>
                  </a:lnTo>
                  <a:lnTo>
                    <a:pt x="1421011" y="224194"/>
                  </a:lnTo>
                  <a:lnTo>
                    <a:pt x="1388156" y="193354"/>
                  </a:lnTo>
                  <a:lnTo>
                    <a:pt x="1354510" y="164606"/>
                  </a:lnTo>
                  <a:lnTo>
                    <a:pt x="1320060" y="137996"/>
                  </a:lnTo>
                  <a:lnTo>
                    <a:pt x="1284793" y="113572"/>
                  </a:lnTo>
                  <a:lnTo>
                    <a:pt x="1248697" y="91382"/>
                  </a:lnTo>
                  <a:lnTo>
                    <a:pt x="1211758" y="71473"/>
                  </a:lnTo>
                  <a:lnTo>
                    <a:pt x="1173963" y="53894"/>
                  </a:lnTo>
                  <a:lnTo>
                    <a:pt x="1135300" y="38691"/>
                  </a:lnTo>
                  <a:lnTo>
                    <a:pt x="1095755" y="25913"/>
                  </a:lnTo>
                  <a:lnTo>
                    <a:pt x="1055315" y="15607"/>
                  </a:lnTo>
                  <a:lnTo>
                    <a:pt x="1013968" y="7821"/>
                  </a:lnTo>
                  <a:lnTo>
                    <a:pt x="971700" y="2603"/>
                  </a:lnTo>
                  <a:lnTo>
                    <a:pt x="928499" y="0"/>
                  </a:lnTo>
                  <a:close/>
                </a:path>
              </a:pathLst>
            </a:custGeom>
            <a:solidFill>
              <a:srgbClr val="253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5025083" y="2652913"/>
              <a:ext cx="2369185" cy="1642745"/>
            </a:xfrm>
            <a:custGeom>
              <a:avLst/>
              <a:gdLst/>
              <a:ahLst/>
              <a:cxnLst/>
              <a:rect l="l" t="t" r="r" b="b"/>
              <a:pathLst>
                <a:path w="2369184" h="1642745">
                  <a:moveTo>
                    <a:pt x="2065666" y="0"/>
                  </a:moveTo>
                  <a:lnTo>
                    <a:pt x="2020339" y="1180"/>
                  </a:lnTo>
                  <a:lnTo>
                    <a:pt x="1972555" y="4900"/>
                  </a:lnTo>
                  <a:lnTo>
                    <a:pt x="1922449" y="11130"/>
                  </a:lnTo>
                  <a:lnTo>
                    <a:pt x="1870158" y="19840"/>
                  </a:lnTo>
                  <a:lnTo>
                    <a:pt x="1815816" y="31000"/>
                  </a:lnTo>
                  <a:lnTo>
                    <a:pt x="1759559" y="44581"/>
                  </a:lnTo>
                  <a:lnTo>
                    <a:pt x="1701522" y="60552"/>
                  </a:lnTo>
                  <a:lnTo>
                    <a:pt x="1641840" y="78884"/>
                  </a:lnTo>
                  <a:lnTo>
                    <a:pt x="1580649" y="99547"/>
                  </a:lnTo>
                  <a:lnTo>
                    <a:pt x="1518085" y="122512"/>
                  </a:lnTo>
                  <a:lnTo>
                    <a:pt x="1454282" y="147748"/>
                  </a:lnTo>
                  <a:lnTo>
                    <a:pt x="1412104" y="165374"/>
                  </a:lnTo>
                  <a:lnTo>
                    <a:pt x="1369509" y="183948"/>
                  </a:lnTo>
                  <a:lnTo>
                    <a:pt x="1326531" y="203461"/>
                  </a:lnTo>
                  <a:lnTo>
                    <a:pt x="1283207" y="223903"/>
                  </a:lnTo>
                  <a:lnTo>
                    <a:pt x="1239572" y="245264"/>
                  </a:lnTo>
                  <a:lnTo>
                    <a:pt x="1195661" y="267534"/>
                  </a:lnTo>
                  <a:lnTo>
                    <a:pt x="1151510" y="290704"/>
                  </a:lnTo>
                  <a:lnTo>
                    <a:pt x="1107155" y="314764"/>
                  </a:lnTo>
                  <a:lnTo>
                    <a:pt x="1062632" y="339704"/>
                  </a:lnTo>
                  <a:lnTo>
                    <a:pt x="1017974" y="365515"/>
                  </a:lnTo>
                  <a:lnTo>
                    <a:pt x="973219" y="392186"/>
                  </a:lnTo>
                  <a:lnTo>
                    <a:pt x="928402" y="419708"/>
                  </a:lnTo>
                  <a:lnTo>
                    <a:pt x="881041" y="449716"/>
                  </a:lnTo>
                  <a:lnTo>
                    <a:pt x="834591" y="480091"/>
                  </a:lnTo>
                  <a:lnTo>
                    <a:pt x="789082" y="510796"/>
                  </a:lnTo>
                  <a:lnTo>
                    <a:pt x="744540" y="541797"/>
                  </a:lnTo>
                  <a:lnTo>
                    <a:pt x="700996" y="573056"/>
                  </a:lnTo>
                  <a:lnTo>
                    <a:pt x="658476" y="604538"/>
                  </a:lnTo>
                  <a:lnTo>
                    <a:pt x="617010" y="636206"/>
                  </a:lnTo>
                  <a:lnTo>
                    <a:pt x="576625" y="668026"/>
                  </a:lnTo>
                  <a:lnTo>
                    <a:pt x="537351" y="699961"/>
                  </a:lnTo>
                  <a:lnTo>
                    <a:pt x="499214" y="731975"/>
                  </a:lnTo>
                  <a:lnTo>
                    <a:pt x="462245" y="764032"/>
                  </a:lnTo>
                  <a:lnTo>
                    <a:pt x="426470" y="796096"/>
                  </a:lnTo>
                  <a:lnTo>
                    <a:pt x="391918" y="828132"/>
                  </a:lnTo>
                  <a:lnTo>
                    <a:pt x="358619" y="860103"/>
                  </a:lnTo>
                  <a:lnTo>
                    <a:pt x="309988" y="909005"/>
                  </a:lnTo>
                  <a:lnTo>
                    <a:pt x="264484" y="957530"/>
                  </a:lnTo>
                  <a:lnTo>
                    <a:pt x="222210" y="1005547"/>
                  </a:lnTo>
                  <a:lnTo>
                    <a:pt x="183270" y="1052926"/>
                  </a:lnTo>
                  <a:lnTo>
                    <a:pt x="147768" y="1099538"/>
                  </a:lnTo>
                  <a:lnTo>
                    <a:pt x="115808" y="1145252"/>
                  </a:lnTo>
                  <a:lnTo>
                    <a:pt x="87495" y="1189938"/>
                  </a:lnTo>
                  <a:lnTo>
                    <a:pt x="62931" y="1233466"/>
                  </a:lnTo>
                  <a:lnTo>
                    <a:pt x="42221" y="1275707"/>
                  </a:lnTo>
                  <a:lnTo>
                    <a:pt x="25468" y="1316530"/>
                  </a:lnTo>
                  <a:lnTo>
                    <a:pt x="12778" y="1355806"/>
                  </a:lnTo>
                  <a:lnTo>
                    <a:pt x="4254" y="1393404"/>
                  </a:lnTo>
                  <a:lnTo>
                    <a:pt x="0" y="1429195"/>
                  </a:lnTo>
                  <a:lnTo>
                    <a:pt x="119" y="1463049"/>
                  </a:lnTo>
                  <a:lnTo>
                    <a:pt x="13895" y="1524423"/>
                  </a:lnTo>
                  <a:lnTo>
                    <a:pt x="51667" y="1582508"/>
                  </a:lnTo>
                  <a:lnTo>
                    <a:pt x="81470" y="1607729"/>
                  </a:lnTo>
                  <a:lnTo>
                    <a:pt x="117854" y="1627681"/>
                  </a:lnTo>
                  <a:lnTo>
                    <a:pt x="161504" y="1642697"/>
                  </a:lnTo>
                  <a:lnTo>
                    <a:pt x="183665" y="1602307"/>
                  </a:lnTo>
                  <a:lnTo>
                    <a:pt x="211405" y="1562510"/>
                  </a:lnTo>
                  <a:lnTo>
                    <a:pt x="243242" y="1523383"/>
                  </a:lnTo>
                  <a:lnTo>
                    <a:pt x="277691" y="1485001"/>
                  </a:lnTo>
                  <a:lnTo>
                    <a:pt x="313270" y="1447441"/>
                  </a:lnTo>
                  <a:lnTo>
                    <a:pt x="348496" y="1410779"/>
                  </a:lnTo>
                  <a:lnTo>
                    <a:pt x="381883" y="1375093"/>
                  </a:lnTo>
                  <a:lnTo>
                    <a:pt x="411950" y="1340457"/>
                  </a:lnTo>
                  <a:lnTo>
                    <a:pt x="437212" y="1306949"/>
                  </a:lnTo>
                  <a:lnTo>
                    <a:pt x="456186" y="1274645"/>
                  </a:lnTo>
                  <a:lnTo>
                    <a:pt x="470096" y="1247080"/>
                  </a:lnTo>
                  <a:lnTo>
                    <a:pt x="486351" y="1217222"/>
                  </a:lnTo>
                  <a:lnTo>
                    <a:pt x="526100" y="1151520"/>
                  </a:lnTo>
                  <a:lnTo>
                    <a:pt x="549694" y="1116123"/>
                  </a:lnTo>
                  <a:lnTo>
                    <a:pt x="575835" y="1079327"/>
                  </a:lnTo>
                  <a:lnTo>
                    <a:pt x="604574" y="1041355"/>
                  </a:lnTo>
                  <a:lnTo>
                    <a:pt x="635959" y="1002430"/>
                  </a:lnTo>
                  <a:lnTo>
                    <a:pt x="670043" y="962776"/>
                  </a:lnTo>
                  <a:lnTo>
                    <a:pt x="706874" y="922617"/>
                  </a:lnTo>
                  <a:lnTo>
                    <a:pt x="746504" y="882175"/>
                  </a:lnTo>
                  <a:lnTo>
                    <a:pt x="788983" y="841674"/>
                  </a:lnTo>
                  <a:lnTo>
                    <a:pt x="834360" y="801339"/>
                  </a:lnTo>
                  <a:lnTo>
                    <a:pt x="882687" y="761391"/>
                  </a:lnTo>
                  <a:lnTo>
                    <a:pt x="934013" y="722054"/>
                  </a:lnTo>
                  <a:lnTo>
                    <a:pt x="988389" y="683553"/>
                  </a:lnTo>
                  <a:lnTo>
                    <a:pt x="1045865" y="646109"/>
                  </a:lnTo>
                  <a:lnTo>
                    <a:pt x="1097229" y="614927"/>
                  </a:lnTo>
                  <a:lnTo>
                    <a:pt x="1148419" y="585535"/>
                  </a:lnTo>
                  <a:lnTo>
                    <a:pt x="1199293" y="557964"/>
                  </a:lnTo>
                  <a:lnTo>
                    <a:pt x="1249714" y="532244"/>
                  </a:lnTo>
                  <a:lnTo>
                    <a:pt x="1299541" y="508406"/>
                  </a:lnTo>
                  <a:lnTo>
                    <a:pt x="1348635" y="486478"/>
                  </a:lnTo>
                  <a:lnTo>
                    <a:pt x="1396856" y="466492"/>
                  </a:lnTo>
                  <a:lnTo>
                    <a:pt x="1444065" y="448478"/>
                  </a:lnTo>
                  <a:lnTo>
                    <a:pt x="1490122" y="432465"/>
                  </a:lnTo>
                  <a:lnTo>
                    <a:pt x="1534888" y="418484"/>
                  </a:lnTo>
                  <a:lnTo>
                    <a:pt x="1578224" y="406565"/>
                  </a:lnTo>
                  <a:lnTo>
                    <a:pt x="1619990" y="396737"/>
                  </a:lnTo>
                  <a:lnTo>
                    <a:pt x="1660046" y="389032"/>
                  </a:lnTo>
                  <a:lnTo>
                    <a:pt x="1698253" y="383478"/>
                  </a:lnTo>
                  <a:lnTo>
                    <a:pt x="1792534" y="379550"/>
                  </a:lnTo>
                  <a:lnTo>
                    <a:pt x="1843404" y="385884"/>
                  </a:lnTo>
                  <a:lnTo>
                    <a:pt x="1886342" y="399298"/>
                  </a:lnTo>
                  <a:lnTo>
                    <a:pt x="1920611" y="419978"/>
                  </a:lnTo>
                  <a:lnTo>
                    <a:pt x="1959578" y="481915"/>
                  </a:lnTo>
                  <a:lnTo>
                    <a:pt x="1963402" y="520671"/>
                  </a:lnTo>
                  <a:lnTo>
                    <a:pt x="1957362" y="563828"/>
                  </a:lnTo>
                  <a:lnTo>
                    <a:pt x="1941879" y="610833"/>
                  </a:lnTo>
                  <a:lnTo>
                    <a:pt x="1961195" y="645725"/>
                  </a:lnTo>
                  <a:lnTo>
                    <a:pt x="1980976" y="687314"/>
                  </a:lnTo>
                  <a:lnTo>
                    <a:pt x="2000450" y="735791"/>
                  </a:lnTo>
                  <a:lnTo>
                    <a:pt x="2018840" y="791351"/>
                  </a:lnTo>
                  <a:lnTo>
                    <a:pt x="2066438" y="743034"/>
                  </a:lnTo>
                  <a:lnTo>
                    <a:pt x="2110956" y="695105"/>
                  </a:lnTo>
                  <a:lnTo>
                    <a:pt x="2152295" y="647688"/>
                  </a:lnTo>
                  <a:lnTo>
                    <a:pt x="2190352" y="600912"/>
                  </a:lnTo>
                  <a:lnTo>
                    <a:pt x="2225029" y="554901"/>
                  </a:lnTo>
                  <a:lnTo>
                    <a:pt x="2256223" y="509784"/>
                  </a:lnTo>
                  <a:lnTo>
                    <a:pt x="2283834" y="465685"/>
                  </a:lnTo>
                  <a:lnTo>
                    <a:pt x="2307762" y="422733"/>
                  </a:lnTo>
                  <a:lnTo>
                    <a:pt x="2327905" y="381052"/>
                  </a:lnTo>
                  <a:lnTo>
                    <a:pt x="2344163" y="340770"/>
                  </a:lnTo>
                  <a:lnTo>
                    <a:pt x="2356436" y="302013"/>
                  </a:lnTo>
                  <a:lnTo>
                    <a:pt x="2368620" y="229579"/>
                  </a:lnTo>
                  <a:lnTo>
                    <a:pt x="2368330" y="196156"/>
                  </a:lnTo>
                  <a:lnTo>
                    <a:pt x="2354484" y="135528"/>
                  </a:lnTo>
                  <a:lnTo>
                    <a:pt x="2323600" y="85559"/>
                  </a:lnTo>
                  <a:lnTo>
                    <a:pt x="2278459" y="47918"/>
                  </a:lnTo>
                  <a:lnTo>
                    <a:pt x="2219701" y="21270"/>
                  </a:lnTo>
                  <a:lnTo>
                    <a:pt x="2148409" y="5377"/>
                  </a:lnTo>
                  <a:lnTo>
                    <a:pt x="2108402" y="1388"/>
                  </a:lnTo>
                  <a:lnTo>
                    <a:pt x="2065666" y="0"/>
                  </a:lnTo>
                  <a:close/>
                </a:path>
              </a:pathLst>
            </a:custGeom>
            <a:solidFill>
              <a:srgbClr val="1C43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8" name="object 17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2607D881-B47C-43E0-9F2F-DA1B7D06493B}"/>
</file>

<file path=customXml/itemProps2.xml><?xml version="1.0" encoding="utf-8"?>
<ds:datastoreItem xmlns:ds="http://schemas.openxmlformats.org/officeDocument/2006/customXml" ds:itemID="{18C28134-22D9-46F2-B310-1BD2B22F032B}"/>
</file>

<file path=customXml/itemProps3.xml><?xml version="1.0" encoding="utf-8"?>
<ds:datastoreItem xmlns:ds="http://schemas.openxmlformats.org/officeDocument/2006/customXml" ds:itemID="{6E40A6AF-7A6D-49B4-8E2D-7346DC86A2A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Backgrounds_OUTDOORS</dc:title>
  <dcterms:created xsi:type="dcterms:W3CDTF">2022-09-01T16:10:19Z</dcterms:created>
  <dcterms:modified xsi:type="dcterms:W3CDTF">2022-09-01T16:10:19Z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